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311" r:id="rId4"/>
    <p:sldId id="314" r:id="rId5"/>
    <p:sldId id="315" r:id="rId6"/>
    <p:sldId id="318" r:id="rId7"/>
    <p:sldId id="319" r:id="rId8"/>
    <p:sldId id="316" r:id="rId9"/>
    <p:sldId id="317" r:id="rId10"/>
    <p:sldId id="320" r:id="rId11"/>
    <p:sldId id="321" r:id="rId12"/>
    <p:sldId id="322" r:id="rId13"/>
    <p:sldId id="323" r:id="rId14"/>
    <p:sldId id="324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D05C390-88C9-4DFE-829B-0F75383A5D2E}" v="2" dt="2025-07-10T14:49:49.8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ronbek Malikov" userId="8ee0eb9faaf3663e" providerId="LiveId" clId="{FD05C390-88C9-4DFE-829B-0F75383A5D2E}"/>
    <pc:docChg chg="modSld">
      <pc:chgData name="Davronbek Malikov" userId="8ee0eb9faaf3663e" providerId="LiveId" clId="{FD05C390-88C9-4DFE-829B-0F75383A5D2E}" dt="2025-07-10T14:49:49.816" v="5"/>
      <pc:docMkLst>
        <pc:docMk/>
      </pc:docMkLst>
      <pc:sldChg chg="addSp">
        <pc:chgData name="Davronbek Malikov" userId="8ee0eb9faaf3663e" providerId="LiveId" clId="{FD05C390-88C9-4DFE-829B-0F75383A5D2E}" dt="2025-07-10T14:49:49.816" v="5"/>
        <pc:sldMkLst>
          <pc:docMk/>
          <pc:sldMk cId="2039178496" sldId="257"/>
        </pc:sldMkLst>
        <pc:inkChg chg="add">
          <ac:chgData name="Davronbek Malikov" userId="8ee0eb9faaf3663e" providerId="LiveId" clId="{FD05C390-88C9-4DFE-829B-0F75383A5D2E}" dt="2025-07-10T12:20:47.334" v="0"/>
          <ac:inkMkLst>
            <pc:docMk/>
            <pc:sldMk cId="2039178496" sldId="257"/>
            <ac:inkMk id="5" creationId="{BFEC016F-2B8E-19CF-5659-101913BE5106}"/>
          </ac:inkMkLst>
        </pc:inkChg>
        <pc:inkChg chg="add">
          <ac:chgData name="Davronbek Malikov" userId="8ee0eb9faaf3663e" providerId="LiveId" clId="{FD05C390-88C9-4DFE-829B-0F75383A5D2E}" dt="2025-07-10T14:49:49.816" v="5"/>
          <ac:inkMkLst>
            <pc:docMk/>
            <pc:sldMk cId="2039178496" sldId="257"/>
            <ac:inkMk id="6" creationId="{CD3A6594-6D1D-9AC0-868A-439BB1C6CE6C}"/>
          </ac:inkMkLst>
        </pc:inkChg>
      </pc:sldChg>
      <pc:sldChg chg="addSp">
        <pc:chgData name="Davronbek Malikov" userId="8ee0eb9faaf3663e" providerId="LiveId" clId="{FD05C390-88C9-4DFE-829B-0F75383A5D2E}" dt="2025-07-10T12:20:47.334" v="0"/>
        <pc:sldMkLst>
          <pc:docMk/>
          <pc:sldMk cId="3505707673" sldId="315"/>
        </pc:sldMkLst>
        <pc:inkChg chg="add">
          <ac:chgData name="Davronbek Malikov" userId="8ee0eb9faaf3663e" providerId="LiveId" clId="{FD05C390-88C9-4DFE-829B-0F75383A5D2E}" dt="2025-07-10T12:20:47.334" v="0"/>
          <ac:inkMkLst>
            <pc:docMk/>
            <pc:sldMk cId="3505707673" sldId="315"/>
            <ac:inkMk id="5" creationId="{B84BC6CA-ED31-F8A9-8E2B-4E5427047E2F}"/>
          </ac:inkMkLst>
        </pc:inkChg>
      </pc:sldChg>
      <pc:sldChg chg="addSp">
        <pc:chgData name="Davronbek Malikov" userId="8ee0eb9faaf3663e" providerId="LiveId" clId="{FD05C390-88C9-4DFE-829B-0F75383A5D2E}" dt="2025-07-10T12:20:47.334" v="0"/>
        <pc:sldMkLst>
          <pc:docMk/>
          <pc:sldMk cId="4175451844" sldId="317"/>
        </pc:sldMkLst>
        <pc:inkChg chg="add">
          <ac:chgData name="Davronbek Malikov" userId="8ee0eb9faaf3663e" providerId="LiveId" clId="{FD05C390-88C9-4DFE-829B-0F75383A5D2E}" dt="2025-07-10T12:20:47.334" v="0"/>
          <ac:inkMkLst>
            <pc:docMk/>
            <pc:sldMk cId="4175451844" sldId="317"/>
            <ac:inkMk id="4" creationId="{497609BD-BC73-23D2-921E-8E52FED45537}"/>
          </ac:inkMkLst>
        </pc:inkChg>
      </pc:sldChg>
      <pc:sldChg chg="addSp">
        <pc:chgData name="Davronbek Malikov" userId="8ee0eb9faaf3663e" providerId="LiveId" clId="{FD05C390-88C9-4DFE-829B-0F75383A5D2E}" dt="2025-07-10T12:20:47.334" v="0"/>
        <pc:sldMkLst>
          <pc:docMk/>
          <pc:sldMk cId="4237154379" sldId="319"/>
        </pc:sldMkLst>
        <pc:inkChg chg="add">
          <ac:chgData name="Davronbek Malikov" userId="8ee0eb9faaf3663e" providerId="LiveId" clId="{FD05C390-88C9-4DFE-829B-0F75383A5D2E}" dt="2025-07-10T12:20:47.334" v="0"/>
          <ac:inkMkLst>
            <pc:docMk/>
            <pc:sldMk cId="4237154379" sldId="319"/>
            <ac:inkMk id="6" creationId="{4A3A74A4-573C-D090-9E86-90F71F6FE30C}"/>
          </ac:inkMkLst>
        </pc:inkChg>
      </pc:sldChg>
      <pc:sldChg chg="addSp modSp mod">
        <pc:chgData name="Davronbek Malikov" userId="8ee0eb9faaf3663e" providerId="LiveId" clId="{FD05C390-88C9-4DFE-829B-0F75383A5D2E}" dt="2025-07-10T12:20:54.504" v="4" actId="9405"/>
        <pc:sldMkLst>
          <pc:docMk/>
          <pc:sldMk cId="910965110" sldId="320"/>
        </pc:sldMkLst>
        <pc:picChg chg="add mod">
          <ac:chgData name="Davronbek Malikov" userId="8ee0eb9faaf3663e" providerId="LiveId" clId="{FD05C390-88C9-4DFE-829B-0F75383A5D2E}" dt="2025-07-10T12:20:49.828" v="2" actId="1076"/>
          <ac:picMkLst>
            <pc:docMk/>
            <pc:sldMk cId="910965110" sldId="320"/>
            <ac:picMk id="5" creationId="{6E18D16A-AA2F-0839-6C62-339FCB546166}"/>
          </ac:picMkLst>
        </pc:picChg>
        <pc:inkChg chg="add">
          <ac:chgData name="Davronbek Malikov" userId="8ee0eb9faaf3663e" providerId="LiveId" clId="{FD05C390-88C9-4DFE-829B-0F75383A5D2E}" dt="2025-07-10T12:20:47.334" v="0"/>
          <ac:inkMkLst>
            <pc:docMk/>
            <pc:sldMk cId="910965110" sldId="320"/>
            <ac:inkMk id="3" creationId="{73495128-03C7-CCA5-BE65-5D767D168933}"/>
          </ac:inkMkLst>
        </pc:inkChg>
        <pc:inkChg chg="add">
          <ac:chgData name="Davronbek Malikov" userId="8ee0eb9faaf3663e" providerId="LiveId" clId="{FD05C390-88C9-4DFE-829B-0F75383A5D2E}" dt="2025-07-10T12:20:52.310" v="3" actId="9405"/>
          <ac:inkMkLst>
            <pc:docMk/>
            <pc:sldMk cId="910965110" sldId="320"/>
            <ac:inkMk id="6" creationId="{50EFD209-5EAE-0AAD-38DB-8F8FD507BFE5}"/>
          </ac:inkMkLst>
        </pc:inkChg>
        <pc:inkChg chg="add">
          <ac:chgData name="Davronbek Malikov" userId="8ee0eb9faaf3663e" providerId="LiveId" clId="{FD05C390-88C9-4DFE-829B-0F75383A5D2E}" dt="2025-07-10T12:20:54.504" v="4" actId="9405"/>
          <ac:inkMkLst>
            <pc:docMk/>
            <pc:sldMk cId="910965110" sldId="320"/>
            <ac:inkMk id="7" creationId="{0765981B-37AD-6BEB-F822-E16616208C24}"/>
          </ac:inkMkLst>
        </pc:inkChg>
      </pc:sldChg>
      <pc:sldChg chg="addSp">
        <pc:chgData name="Davronbek Malikov" userId="8ee0eb9faaf3663e" providerId="LiveId" clId="{FD05C390-88C9-4DFE-829B-0F75383A5D2E}" dt="2025-07-10T14:49:49.816" v="5"/>
        <pc:sldMkLst>
          <pc:docMk/>
          <pc:sldMk cId="702392772" sldId="322"/>
        </pc:sldMkLst>
        <pc:inkChg chg="add">
          <ac:chgData name="Davronbek Malikov" userId="8ee0eb9faaf3663e" providerId="LiveId" clId="{FD05C390-88C9-4DFE-829B-0F75383A5D2E}" dt="2025-07-10T14:49:49.816" v="5"/>
          <ac:inkMkLst>
            <pc:docMk/>
            <pc:sldMk cId="702392772" sldId="322"/>
            <ac:inkMk id="7" creationId="{D4DA1E4E-0296-BBC3-60BB-129A319D0CDE}"/>
          </ac:inkMkLst>
        </pc:inkChg>
      </pc:sldChg>
      <pc:sldChg chg="addSp">
        <pc:chgData name="Davronbek Malikov" userId="8ee0eb9faaf3663e" providerId="LiveId" clId="{FD05C390-88C9-4DFE-829B-0F75383A5D2E}" dt="2025-07-10T14:49:49.816" v="5"/>
        <pc:sldMkLst>
          <pc:docMk/>
          <pc:sldMk cId="3584938977" sldId="324"/>
        </pc:sldMkLst>
        <pc:inkChg chg="add">
          <ac:chgData name="Davronbek Malikov" userId="8ee0eb9faaf3663e" providerId="LiveId" clId="{FD05C390-88C9-4DFE-829B-0F75383A5D2E}" dt="2025-07-10T14:49:49.816" v="5"/>
          <ac:inkMkLst>
            <pc:docMk/>
            <pc:sldMk cId="3584938977" sldId="324"/>
            <ac:inkMk id="4" creationId="{EAE4D29E-77A8-6EE2-3898-9B928DC94A25}"/>
          </ac:inkMkLst>
        </pc:ink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7-10T11:22:06.40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4435 6270 56 0,'-1'-1'2'0,"1"-1"1"0,-1 0 0 0,2 0 1 0,0 0-4 0,2 0 1 0,1 1-2 0,0 0 0 16,2 0 1-16,2-1 1 0,0 1 0 0,2 0-1 0,-2 0 0 0,2 0 0 16,-1 1-1-16,0-1 1 0,0 0 0 0,-1 0-1 0,1-1 1 15,-1 1 0-15,2-1 0 0,0 1 2 0,0 0-1 0,1 1 1 0,0-1 2 16,-1-1 5-16,1 2 6 0,1-1 4 0,-2 2 6 0,1 0-2 0,0 1 2 15,-2 0 0-15,2 0-4 0,0 0 2 0,1 0-4 0,2 1-2 16,-1 1-4-16,3-1-1 0,0 1-1 0,1 0-1 0,2 0 0 0,2 0-2 16,2-1 1-16,2 0-1 0,3-1 0 0,0 1-3 0,3-1-2 15,0-1-2-15,3 0 1 0,2-2 1 0,0 0 0 0,3-2 3 0,0 0 0 16,1-1-2-16,0 1 0 0,-1-1-1 0,0 1 0 0,-4 0 2 0,-1 1 2 16,2 0 0-16,-2 0 2 0,2 1 1 0,-1-1-1 0,1 1 2 15,-1 1-1-15,-1 0 0 0,1 0-1 0,-1 1-2 0,1 0-2 0,-2 0-1 16,2-1 1-16,0 1-1 0,1-1 1 0,2 0-1 0,0 0-1 0,0 0 1 15,0 0-1-15,1 0 0 0,2 0-1 0,-1-1-2 0,1 0 0 16,1-1-1-16,-1 0 0 0,0-1 2 0,3 0 0 0,-4 0 1 0,0-1-1 16,3-1 0-16,-2 0 1 0,0 0-2 0,0-1 2 0,-3-1 1 0,1-2-3 15,1 2 3-15,0-2 0 0,-2-1 0 0,2 0 0 0,-3 0 1 16,-2-1 0-16,2 2 6 0,-2-1 2 0,-1-1 5 0,-1 1 1 0,0 0 1 16,0 0 7-16,2 0-3 0,-2 1 2 0,-1-2-3 0,-2 0-3 0,1 0-3 15,0 0-1-15,1-1-3 0,2 0-6 0,-3 0 1 0,2 0-2 16,-1 1-3-16,1-1 0 0,0 0 0 0,2-1-3 0,-1 0 3 15,1 0-3-15,-3 0 0 0,1-1 2 0,1-1-1 0,-1-2 1 0,0-1 0 16,-2-1 1-16,-2-1-2 0,-4 1 1 0,1-2-2 0,-2 1 7 0,-2-1 1 16,-1-2 3-16,-1-1 2 0,-3-1-2 0,-2-1 1 0,0 0 0 0,-4-1 2 15,-2 1-2-15,-1-2 1 0,-3 0-4 0,-2 0 3 0,-3-1-2 16,-2-1-1-16,-3 0-2 0,-3-1-4 0,-2 1-1 0,-4 2 0 0,-4-2-1 16,-3 1 0-16,-2-2 1 0,-5 0-1 0,-1 0-2 0,-5 3 4 0,-4-2 0 15,-5 2-3-15,-5-2 3 0,-1 0-1 0,-3 0-4 0,-1 1 3 16,-3-2 0-16,-4 2-3 0,-3 0 5 0,-1 0-1 0,-1-3-2 0,-3 1 2 15,1 0-2-15,-1 1 2 0,0 1 0 0,2 1 1 16,-1 1 1-16,-1 0 0 0,-1 3-5 0,0 0 0 0,-2 3-2 0,-2 1 2 0,0 2 7 16,-2 3 1-16,-1 2 1 0,1 1-2 0,-2 1-5 0,-1 2-1 0,-2 2-1 15,-2 3-1-15,-3 2-4 0,-3 2 0 0,-1 2-1 0,-2 2-1 16,0 0-2-16,-3 1 1 0,0 2-3 0,-1 1 1 0,0 1 3 0,0 1 0 16,-2-2 3-16,4 2 2 0,-3 1 2 0,4 2 1 0,1 0 3 15,2-1 5-15,4 3 0 0,2 0-1 0,4 2-2 0,2-1-4 0,0 4 0 16,4 0 0-16,3-1-2 0,0 4 2 0,5-2-1 0,1 3 0 0,3 3 0 15,2 2-2-15,1 2 0 0,3-1-2 0,0 1 1 0,0 0 1 0,2 3-1 16,1 0 0-16,2 3 0 0,2-1 0 0,3 1-2 0,1 0-1 16,3-2 2-16,4 1 2 0,1 0 3 0,4 0-1 0,3-1 0 0,4-1-2 15,2 2 1-15,3-2-1 0,3 1 0 0,2-3-2 0,3 0 2 16,0-2 0-16,1 3-2 0,3-2 5 0,0 2-3 0,1 0 1 0,1 0-4 16,0 0-2-16,3-1 6 0,2 2 0 0,4 0 4 0,2 1 5 0,1-1-7 15,3 1-1-15,0-2 2 0,2 2-2 0,2 1 3 0,1-2-3 16,1 2-2-16,1-5 2 0,1 1-1 0,2-2 3 0,0-1 0 0,2-2 0 15,3 0-1-15,-1-3 3 0,4-1 1 0,1-1-2 0,2-3-1 0,2 0 1 16,3-2-3-16,1 0 9 0,5-3 1 0,-1-2 2 0,3-1-4 16,2-1-2-16,3-3-2 0,0-2-3 0,1-2 4 0,1 0 0 0,1-2-3 15,2-1 6-15,1 1-2 0,-1-1-2 0,2 1 2 0,-2 0-5 16,0-1 1-16,2 1 0 0,0-1 0 0,0-1 1 0,2 1 0 0,-2-1 1 16,2 0-4-16,0 1-5 0,1 0-10 0,0 0-35 0,-1 1-97 0,1 2-97 15,3 1-129-15</inkml:trace>
  <inkml:trace contextRef="#ctx0" brushRef="#br0" timeOffset="19001.28">3569 7847 457 0,'-4'-7'43'0,"2"-3"-27"0,0-1-6 15,4 2 4-15,3 1 7 0,0-1 6 0,3 0 0 0,1-1-6 0,1-1-9 16,3-1-7-16,2 0-1 0,0 0-4 0,4 2-1 0,1-1 1 15,1 1-3-15,2-1 2 0,1 1-2 0,0 0-2 0,3 2 4 0,-2-2-1 16,2 1 1-16,-2 0 5 0,1 1 0 0,3 0-2 0,-2 0 2 16,2 0-4-16,-1-1-2 0,-1 0 2 0,-2 2-5 0,2 1 4 0,-1 1-1 15,0 0 3-15,1 1 4 0,-1 1 0 0,1 0 4 0,0 0 2 0,-1 2 0 16,0 1-1-16,0 0 2 0,0 3-3 0,-2 1 4 0,2 2 2 16,-1 1-2-16,0 1 1 0,-1 2-4 0,0 1 3 0,1 0-2 0,0 3-1 15,3 1 1-15,-2 1 1 0,3 1 4 0,-2 2 1 0,1 0-4 0,0-1-6 16,0-2 0-16,3 0-1 0,0 0 2 0,3-2-1 0,-3-1-7 15,3-1-2-15,0-2 0 0,0 0-2 0,2-1 6 0,-2-1 1 0,2 0-2 16,-2 0 0-16,0 0-3 0,2-1 1 0,-1-1 1 0,1 0 1 16,-1-1 0-16,-1-1-1 0,0 1-3 0,0-2 1 0,2 0 3 0,0-2 0 15,1-1-5-15,1 0 3 0,0-1-2 0,3-2 0 0,0-1 5 0,-1-1-3 16,3 1 3-16,-1-2 0 0,2 0 0 0,0 1 1 0,-1-1-3 16,-2 3 3-16,0 1-3 0,-1 2 3 0,0 2 2 0,0 2-5 0,-2 1 4 15,-1 1 2-15,-2 1 3 0,-1 1 10 0,2 1 4 0,-3 2 2 0,2 1 1 16,-2 1-1-16,-1 0-3 0,3-1-1 0,-1-1-1 0,1 0-2 15,0 1 0-15,0-1-5 0,2 0-1 0,0-3 2 0,4 1-2 0,-2-2-4 16,2-2 1-16,1 0-2 0,0-2-1 0,2 0 5 0,1-2-1 16,1-1 2-16,1-2-1 0,-1-1-2 0,2-1 0 0,-1-2 0 0,-2-1 0 15,1-1-2-15,0 0 1 0,-1-2-5 0,-1 0 2 0,0 0-1 0,0-1 1 16,-1 0 1-16,-2 2-2 0,1-2 2 0,-1-1 3 0,1 2 3 16,0-1 3-16,0 2 4 0,-2 1 3 0,-1 1 2 0,2 0 4 15,-1 0-2-15,0 1-6 0,1 0-5 0,-1 1-2 0,0-1-5 0,0 1 2 0,0 1-2 16,1 1-2-16,0 0-4 0,0-1 3 0,2 1-1 0,1-1-3 15,1 1 3-15,-1 0-4 0,3 0 1 0,-1 0 5 0,1 1-4 0,1-1-1 16,-1 1-1-16,2 0 2 0,-2 0-1 0,0 0-1 0,1 1 2 0,0-1-3 16,-2 1 1-16,-1 1 0 0,-2 0 3 0,0 0-1 0,-2 0-1 15,0 1 1-15,1-1-4 0,-3 1 2 0,0 0 2 0,1 0-1 0,-1 0 3 16,0 0 1-16,0-1-1 0,0 1-1 0,0-1 1 0,2-1 1 0,0 1-3 16,-2-1 4-16,2 0-1 0,-2 0-4 0,1-1 3 0,0 2 0 15,-2 0-1-15,1-1 1 0,-2 1-3 0,-1-1 0 0,1 0 0 0,-3 1 2 16,1 0-2-16,-3 0 1 0,1 1-2 0,-1 0 0 0,0 0 2 15,-1 0-2-15,0 0 4 0,-3-1-4 0,1 2 0 0,-2-1 3 0,1 0-2 16,-3 1 3-16,2-1 1 0,-2-1-2 0,0 1-1 0,0 1 3 0,-1-1-2 16,0 0 1-16,-1 0 0 0,1 1 1 0,-1-1 3 0,1 0-3 15,0 1 7-15,0-1-3 0,0 0-2 0,1 1 0 0,-2-1-3 0,4 1 1 16,-1 0 0-16,1-1-2 0,-1 0 0 0,-2-1-3 0,1 0 1 0,-1 0 3 16,2-1-3-16,1 0 3 0,-1-1 3 0,1-1-4 0,-2 1 1 15,2-2 2-15,-1 1-3 0,2 0 4 0,-2-2-2 0,0 1-1 0,1-1 4 16,-2-1-4-16,1-1 7 0,-1 1-1 0,0-3-3 0,0-1 4 15,-2 0-1-15,2-2 1 0,0-1 3 0,1 0-4 0,0-3-3 0,-1-2 4 16,-1 0-11-16,-1-1 7 0,1 0 8 0,-1-1 1 0,-1-1 5 0,1-2 0 16,-2-1-7-16,0-3-2 0,0 0 4 0,-3 0-5 0,1-2 2 15,-2 1-3-15,-1-2-1 0,-2-1 1 0,0-3 3 0,-2 1-6 0,-1-2 1 16,-1 3-5-16,-3-3-3 0,1 0 4 0,-4-1-4 0,0-3 4 0,-3 2 7 16,-2-1-3-16,-3-1-2 0,-2 2 3 0,-3-2-7 0,-3 2 4 15,-4 0 2-15,-1 0 4 0,-2 2 2 0,-4-2-1 0,-4 1 1 0,-1 0-4 16,-5 0-2-16,1 3-7 0,-3-1-5 0,-2 2 1 0,0-2 0 15,-6 2-12-15,1 1 1 0,-2 1 1 0,-1 0-8 0,-1 1 14 0,0-1-2 16,-1 2-3-16,-3-1-1 0,-2 3-15 0,-4-2 2 0,-1 3-5 0,-2-1 13 16,-2-1 9-16,0 4 1 0,-1-1 8 0,-1 2-3 0,2 2 1 15,-1 1 5-15,0 4 3 0,-1-1-3 0,1 3 0 0,1 2-6 0,-5 2-2 16,1 2 0-16,-3 2 2 0,-1 4 4 0,1 1-2 0,-4 3 5 0,-2 4 3 16,-1 2-1-16,-2 5 1 0,0 1 0 0,1 2 0 0,1 4-7 15,-1 3 3-15,4 3-3 0,0 1-3 0,3 1 6 0,5 0-3 0,2-1-1 16,3 3 1-16,4-1-2 0,2 4 0 0,3 1 0 0,4 3-8 0,3 0 2 15,3 1 3-15,4 2 1 0,3-1 8 0,5-1 2 0,4 0-5 16,5-1 1-16,5-3 1 0,4-1-2 0,5-1 1 0,4-3 2 0,5 0-1 16,4-1 1-16,2 0-1 0,2 0 0 0,3 1 0 0,1-1-5 15,2 2 2-15,2-2-6 0,0 0 1 0,3-1 2 0,1 1-1 0,1 0 2 16,1 0 1-16,1-2-9 0,0 0-7 0,0-2-29 0,-1-1-57 0,-2-1-47 16,2-2-60-16,-2 2-51 0,0-2-12 0,0-1 0 0,-3-1 11 15,0-2 5-15,0-3 32 0</inkml:trace>
  <inkml:trace contextRef="#ctx0" brushRef="#br0" timeOffset="89360.84">5079 9373 400 0,'-10'-1'0'0,"-1"-2"-4"0,-3-1-2 0,1-1-2 0,7 0-1 0,0 1 4 0,-1 0-1 0,1 0-1 0,0 0-14 16,1-1-21-16,0 0-27 0,0 0-39 0,1-1-5 0</inkml:trace>
  <inkml:trace contextRef="#ctx0" brushRef="#br0" timeOffset="90180.84">4776 9230 115 0,'-13'-1'61'0,"0"0"2"0,-2-1-6 0,3 0-2 0,3-1 2 15,0 0-2-15,3-1-8 0,0 0-12 0,2 0-11 0,1 0-11 0,1 0-6 16,1-1-5-16,-1 1-4 0,2 1-2 0,0-1-1 0,0 0 2 16,1-1-1-16,-1 0 2 0,1 0 1 0,-1 0-1 0,0 1 1 0,1 1-2 15,0 0 1-15,-1 1 0 0,2 1-1 0,-1 1 2 0,0 0-2 16,1 0 3-16,-1 0 0 0,3-1 3 0,0 0 0 0,0 0 2 0,3-1 2 15,0 1 4-15,1 0 3 0,0-2 5 0,2 1 4 0,1 0 5 0,0-1 1 16,1 2 5-16,0-2 2 0,0 0-1 0,1 1 0 0,0 1 2 16,-1 2-1-16,-1 1 4 0,0 1 0 0,-1 1-1 0,2 1-2 0,-2 1-8 15,0 2-6-15,-1 1 0 0,1 2-8 0,1 0 4 0,0 1-6 0,0 2-5 16,0 1 2-16,0 0-4 0,2-1-1 0,0-1-3 0,3-1-1 16,0 0 0-16,3-2 0 0,0-1 1 0,0-2-2 0,3-1-3 0,-1 0 2 15,1-3-1-15,2 0 2 0,1-2 0 0,-1-1 0 0,1-1 3 16,-2-3 0-16,1-1-1 0,-1-1 3 0,0-1 3 0,2-2-2 0,-1-1 2 15,1 0 0-15,0-2-1 0,-1-1-1 0,1 0-2 0,-1-3-2 0,2-1 0 16,-1 1-1-16,-1 0 6 0,1 0-3 0,0 1 3 0,1 2 1 16,-2 1-3-16,0 2-1 0,-1 0 2 0,-2 3-3 0,1 2 6 0,0 2 1 15,-1 3-6-15,-1 1 10 0,0 3-4 0,-3 1 2 0,0 2 1 0,0 3-6 16,0 1 1-16,-1 1-2 0,1 1 0 0,0 0-3 0,2 1 1 16,-1-1-3-16,2 1 0 0,0 0 2 0,-1-2-5 0,3-1 6 0,1-3-2 15,-1-3-5-15,3 0-1 0,-3-2 1 0,2 0-2 0,0-2 6 0,-2-2 0 16,3 0 3-16,-1-2 1 0,0-1 2 0,0 0-3 0,-2-2 2 15,1 1-2-15,1-2 6 0,-2 0-2 0,2 0-1 0,-4 0 3 0,2-1-7 16,-3 1 6-16,-1 0 1 0,0 1-1 0,-1 1 4 0,1 0 0 16,-1 1-1-16,1 1 3 0,0 1 0 0,-1 1 1 0,-1 0 2 0,2 0-3 15,0 0-3-15,-1 2-2 0,2-1-8 0,0 1 3 0,0 0 1 0,0 1-5 16,1 1 4-16,-1 0-3 0,2 1 1 0,0-1 0 0,0 0 0 16,1 0 1-16,-1 0 4 0,-1 0-3 0,1 1 0 0,-1 1 1 0,-2 0-4 15,2 0 3-15,0 0 1 0,0 0-3 0,1-1 1 0,0-1 2 16,-2 1-1-16,1-1 1 0,1 0-6 0,-1 0 3 0,2 0 0 0,0-1-2 15,0-1-1-15,1 0 1 0,0 1 1 0,-1-2 0 0,1 1 2 0,-2 0-9 16,2-1 2-16,-2 0-1 0,0 0 2 0,0-1 6 0,1 1-4 16,-1-1 1-16,2-1 0 0,0 0 1 0,0 0 2 0,0-2-1 0,0-1 5 15,0 0-2-15,2 0 0 0,0-3 5 0,1 0 1 0,-2-1 4 0,0 0 4 16,-1 3 3-16,-2 0 7 0,1-1 4 0,1 1 8 0,-1 0-5 16,1 0-1-16,0 1-6 0,-2 0-8 0,2 0-1 0,-1 1-13 0,1-1-1 15,0 2-1-15,-3-1-1 0,2 2 3 0,-2-1-5 0,-1 0-1 0,0 1-4 16,-1-1 2-16,-1 2 3 0,-1-1-1 0,0 1 0 0,-3 1 4 15,0-1-1-15,-3 2-2 0,-1-1 2 0,0 1-3 0,0 0 4 0,-2 0 1 16,0 0-2-16,-1 0 0 0,-2 0 0 0,0 1 2 0,0 0-1 16,-1-1-4-16,1 0 2 0,-2 1-4 0,0-1-1 0,0 0 2 0,0 0-2 15,0 0-2-15,1-1 0 0,-1 1-3 0,1-1-2 0,-2 1 4 0,1-1 2 16,-2 0 2-16,1-1 2 0,0 1-1 0,0-1 2 0,-1 0 5 16,1 0-2-16,-2 0 1 0,1 0 2 0,-1 1 0 0,0-1-2 0,0 0 2 15,0 0-3-15,-1 0-1 0,0 1-5 0,1 0 1 0,-1 0-2 0,0 0-7 16,0 0 2-16,1 1-6 0,-1 0-8 0,1 0-4 0,-1 0-16 15,1-1-32-15,0 1-16 0,0 0-28 0,0-1-22 0,0 1-17 0,0 0-28 16,1 0-38-16,-1 0-42 0,0-1-44 0,0 0-52 0</inkml:trace>
  <inkml:trace contextRef="#ctx0" brushRef="#br0" timeOffset="93942.76">11789 6967 746 0,'-19'-12'7'0,"1"1"-19"0,-1-2 10 0,9 5 2 0,5 1-6 0,1 2-3 15,3 1-7-15,0 0-7 0,2 1 2 0,1 0 1 0,1 0 5 16,2 0 6-16,-1 1 2 0,2-1 2 0,0 0 2 0,-1 1 2 0,1-1 2 16,0 0 1-16,1-1 1 0,-1 2-1 0,1-2 1 0,-1 1-3 0,0 0 2 15,2-1-1-15,-2 1 1 0,2-1 3 0,1 1 2 0,1-1 1 16,0-1 4-16,1 0 1 0,1-1 1 0,1 0 2 0,1 0-2 0,3 0 1 16,0-1-5-16,1 1 0 0,2-1-1 0,0 1-3 0,2 0 4 0,0 0-3 15,0 1 2-15,2 1 1 0,-1 0 1 0,1 0 5 0,3 1-1 16,-2 1 2-16,3 0 0 0,-1 0-6 0,-3 1-4 0,1 2 1 0,0 1-4 15,0 0-1-15,0 2 0 0,0 2 1 0,-1 0-4 0,-2 2-1 0,0 0 0 16,-1 1-4-16,-2 2 3 0,-1 0 0 0,-1 2 0 0,-2 1 2 16,-1 0-1-16,-2 2 0 0,-1-1-1 0,-2 1-2 0,-1 0 4 0,-1 1 0 15,-3-1-1-15,0 1 1 0,-1-1-5 0,-1-1 2 0,-2 3 8 16,0-1-2-16,-2 1 0 0,-1-1 1 0,-1 1-5 0,0 1 2 0,-1 0-1 16,-1 0 0-16,-2 1 2 0,0 0-2 0,-1-1-1 0,-1 2 2 0,0-2-2 15,2 1 1-15,-1-1 1 0,0-1 0 0,1-3-1 0,1 1 1 16,0-2-2-16,0 0 0 0,2-2 1 0,-1-1 0 0,0-1 2 0,0 0-3 15,0-1 1-15,0 0 0 0,1-2 2 16,1-1 0-16,0 0-2 0,0 0-2 0,2-1-4 0,-1 0-6 0,1 0-22 0,0 1-23 0,0-1-26 16,1 2-21-16,-1 0-15 0,2 1-6 0,-1 2-5 0,1 0-28 0</inkml:trace>
  <inkml:trace contextRef="#ctx0" brushRef="#br0" timeOffset="94245.27">12151 7594 752 0,'-12'-1'102'0,"0"1"-83"0,0 1-26 16,7 0-5-16,2 1-3 0,1 1 0 0,1 0-1 0,0 2-6 0,1 1 6 15,1 1 1-15,0 1 2 0,0 2 6 0,3 0 4 0,0 0 1 16,1-1 0-16,1 0 2 0,0 0-2 0,3-2 0 0,1-2 2 0,1 0 3 16,1-3 0-16,1 0-1 0,1-1 3 0,0-1 0 0,0-1 0 0,2-2 2 15,0-1-2-15,0-1 1 0,1-1-1 0,1 0-3 0,2 0 2 16,-2 0-2-16,1 0-2 0,0 1 0 0,-2-1-4 0,-1 0-2 0,1 1-3 16,-1 0-5-16,-1 0-8 0,-3 0-16 0,1 1-18 0,-1 1-15 0,0 1-20 15,0 0-17-15,-3 1-22 0,2 1-37 0</inkml:trace>
  <inkml:trace contextRef="#ctx0" brushRef="#br0" timeOffset="116754.28">5433 9400 253 0,'-10'-3'83'0,"1"0"-80"0,0-2-6 0,4 2 1 0,3-1 4 0,0 1 3 15,1-1-1-15,-1 0-4 0,0-1-1 0,1 0-7 0,1-2 0 0,1 1-3 16,0-1 0-16,0 0 0 0,1 1 1 0,-1-1 4 0,0 1 0 0,-1 0 5 16,-1 0 3-16,-1 0 1 0,-2 0 4 0,0 0 0 0,-3 1 2 15,1 0 1-15,-2 0 0 0,-1 0 1 0,0 0-1 0,-2 1 1 0,-1 1-1 16,-1 0-2-16,-3-1 1 0,1 0-1 0,-1 1 0 0,-3 0-2 0,-2 0 0 15,0 1-3-15,-2 0 0 0,1 0-1 0,0 0 0 0,-1 0-1 16,0 1 0-16,-3-1 2 0,-1 1-1 0,0-1 0 0,0 0 0 0,0-1 0 16,-1 0 1-16,-1 0 1 0,-1 0 2 0,1 1 0 0,-2 0-2 15,1-1 0-15,1 0 1 0,1 0 0 0,-2 1-1 0,1-1 0 0,-2 2 1 16,-1 0-1-16,-1 0 0 0,2 0 3 0,-1 0 0 0,2 0 0 0,-2 1 0 16,1 1 3-16,-2 0 0 0,1 1 3 0,0 0 2 0,0 0-2 15,-1 0-1-15,1 1 0 0,-2 1-1 0,0 1 1 0,0 0-1 0,0 0-2 16,0 1-1-16,-2 2-1 0,-1-1-2 0,-3 1-2 0,3 1-1 0,-1 0-1 15,-1 3 1-15,1 0-2 0,0 1 1 0,-1 0 1 0,2-2 2 16,0 1-1-16,2-1 0 0,0 0-2 0,0 1 2 0,2-1-2 0,1 1 2 16,3-1 1-16,1 1 2 0,2-1 0 0,-1 0 5 0,1 0-1 15,1 0 0-15,1 1 1 0,4 0 0 0,0 0 5 0,1-1-5 0,2 0 0 16,-1 2-1-16,1-1-3 0,0 1 4 0,2 0-1 0,0 1 0 0,0 2-2 16,0 0-6-16,2 1 3 0,-2 0-1 0,1 1-1 0,0-2 3 15,1 2-4-15,-1-1 1 0,1 1 0 0,0-1-3 0,1 1 1 0,1 0 0 16,-2-1-2-16,2 1 3 0,0-1-3 0,1 1 2 0,1-2 0 0,2-1-3 15,-1 1 2-15,1-2-2 0,1-1-1 0,1 1 2 0,1-1-1 16,1 0 1-16,2 0 0 0,0-1 3 0,1 1-2 0,1 0 1 0,1 1 1 16,2-2-3-16,0 2 1 0,1 0 1 0,1 1 0 0,0 0 2 15,1-1-1-15,0 2-3 0,1-2-1 0,1 2 0 0,2-2-1 0,1 2 0 16,-1 1 2-16,0-1 1 0,1 0 1 0,3 1-3 0,0-1 3 16,0-1-6-16,1 1 2 0,0 0 5 0,1-2-2 0,0 0 3 0,1-1 0 15,0 1-1-15,1-1-2 0,2 0 4 0,0-1-2 0,-1 0-2 0,1 0 6 16,1-1-6-16,-1 0 1 0,3 0 4 0,1 1-1 0,0 0 3 0,2-1 0 15,-2 0-4-15,1-1-3 0,0 0 0 0,2 1-2 0,1 0 4 16,-1-1-1-16,1 0-5 0,-1-1 4 0,1 0-2 0,-1 0 1 0,2 0 0 16,-1 1-1-16,1-1 0 0,-1 0 4 0,1 0 0 0,0-2-2 15,0 0 1-15,-1 1 0 0,4-2 2 0,-1-1 7 0,2 0-1 0,-2-1 2 16,1 0 6-16,-1 0-7 0,2 0 6 0,1 0 2 0,0-1-4 0,3-1 5 16,-2 0-3-16,2 2-3 0,-2-1 2 0,0 1-5 0,3 0-2 15,-2-1 1-15,3 1 0 0,-1 1-1 0,2-1 3 0,1 1-1 0,0-1 1 16,-1 1-4-16,1 0 1 0,0 0-3 0,1-1-6 0,1-1 4 0,1 1-5 15,-1-1 2-15,1 0 5 0,0-1-5 0,2 0 0 0,-1-2 1 16,0 1-5-16,0-1 9 0,0-1 0 0,0-1-1 0,-2-1 8 0,1-1 1 16,2 0 2-16,-1 0-2 0,-1-1-4 0,0-1 3 0,1 0 1 15,0-2 9-15,-1 0-2 0,2-1-2 0,0 0 3 0,-1 0-4 0,1 0 2 16,-1-1 0-16,-1-1 1 0,-1 0-6 0,1 0-1 0,0 0-6 0,0 0-3 16,-3-1 4-16,0 1-2 0,-1-1-1 0,-1 1 1 0,0 1 4 15,1-2-5-15,-2 0 3 0,0-1-5 0,-1 1-1 0,-3 0 3 0,1-2 4 16,-2-2-4-16,-1-1-2 0,1 1 5 0,-1-2-6 0,-1-1 3 0,-1 1 0 15,0-3-4-15,-2 0 4 0,0 0-2 0,-1-3 3 0,-1 0 3 16,0-2-1-16,-3 0 7 0,-1-1-11 0,-2 1 1 0,0 0 4 0,0 0 1 16,-4 0 5-16,-1 0 2 0,-2 0-3 0,-3 2 0 0,-2 0 6 0,-1 0-1 15,-3 3 0-15,-2-1 0 0,-1 1 0 0,-3 0-3 0,-1-1 1 16,-2 0-2-16,-2-2 0 0,-2 0-2 0,-3 1 1 0,-2-1 2 0,-2 0-6 16,-2 2-2-16,-3-2-1 0,-1 1-9 0,-1-2 4 0,-1 0-4 15,-3 0-10-15,-2-1-8 0,-2 2-2 0,-3-2-8 0,-2 0-7 0,-4 1 4 16,-2-2 0-16,-2 1 8 0,-4-1 10 0,0 2-2 0,-1 0-6 0,-3 1-5 15,-2 1 3-15,-3-1 10 0,-2 1 6 0,1-2 5 0,-2 1 2 16,-1 2-7-16,-1 0 6 0,-3 2-4 0,-1 2 0 0,-2 1-2 0,-2 1-3 16,-2 1-6-16,-3 3 3 0,-1 0 0 0,-1 3 15 0,0 1 8 0,1 4 5 15,0 2 4-15,-2 2-13 0,1 2-4 0,-2 3-4 0,0 3-1 16,1 3 4-16,-1 1-1 0,2 2-1 0,1 2-3 0,1 4-8 0,4 0-7 16,2 3-13-16,2 2-16 0,4-1-28 0,4 1-44 0,2 0-47 15,3 1-42-15,2-1-32 0,5 1-12 0,4 1-20 0</inkml:trace>
  <inkml:trace contextRef="#ctx0" brushRef="#br0" timeOffset="139439.76">3475 12103 223 0,'-6'-2'62'0,"0"-2"-36"0,0 0-20 0,1 0-4 0,1 0 2 0,1 1 4 16,0 0 1-16,0-1 0 0,0 1-7 0,1-1-7 0,0 0-2 15,1 0-4-15,0 0-1 0,1 0 0 0,0 0 0 0,0 0 1 0,1 1 2 16,-2-2 3-16,2 2 2 0,0-1 3 0,-1-1 4 0,1 2 2 16,-2-1 3-16,1 1 5 0,0-1-1 0,0 1 3 0,-1 0 1 0,1-1 0 15,0 2 3-15,2-1 1 0,-1 0 0 0,0-1 3 0,1 0 1 0,-1 1-2 16,1 0-3-16,1-1-2 0,-1 1-1 0,0-1 5 0,1 1 2 16,0-1 2-16,2 0 1 0,-1 0 0 0,2-1 0 0,0 0 2 0,1 0-4 15,1-2-3-15,2 0-3 0,0-1-2 0,2-1-1 0,2 1-1 0,0-1-2 16,1 1-3-16,-1 1 1 0,2 0-2 0,0 1 1 0,-1 1 6 15,0 0-1-15,0 2 4 0,0-1 4 0,0 2 0 0,-2 0 3 0,2 0-2 16,-1 1 0-16,0 0-3 0,0 0-1 0,0 1 2 0,0 1 0 16,2 0-1-16,-1 0 0 0,1 0-3 0,0 0-2 0,0 1 1 0,0 0-6 15,1 0 2-15,1 0 0 0,0 0-5 0,0 1 6 0,2-1-6 0,-1 0-1 16,-1 1 1-16,1 0-3 0,-1-1 4 0,-1 0-5 0,0 1 4 16,0-1-5-16,-1 0 0 0,0 0 4 0,2 0-4 0,0 0 2 0,-1 1-1 15,0 0 3-15,1-1-1 0,-1 0 2 0,-1 0 2 0,0 1 0 0,1 0 3 16,-1 0 2-16,0 0 1 0,1 0 1 0,0 2 2 0,-1-1-1 15,0 0 1-15,2 1 1 0,0 0-1 0,0 0-4 0,1 1-3 0,-1 0-4 16,-1 1-2-16,2 1 1 0,-1 0-2 0,0 1-4 0,1 0 4 16,2 0-2-16,1 0 3 0,-1 1-4 0,-1 0-2 0,1-1 1 0,-2 0-2 15,2-1 5-15,0-1 2 0,1 2 0 0,0 0-2 0,-1-1 0 0,1 0-2 16,0 0 0-16,-2 0 3 0,2-1 1 0,-1-1-5 0,-1 1 5 16,0-1-4-16,1 0-3 0,-1 0 9 0,0 0 2 0,0 0 3 0,1 0 3 15,0 0-1-15,0 0-5 0,-1-1 0 0,-1 1 5 0,1-1 1 0,-1 1 1 16,1 0-1-16,2 1-2 0,-2-1-1 0,1 0 1 0,-1 0 2 15,-2 0-5-15,1 0 2 0,0-1 0 0,-1 2 0 0,2-1 1 0,-1 1 1 16,2 0-5-16,-1 0 0 0,2-1 5 0,0 2-5 0,2-1 2 16,0-1-4-16,1 1-3 0,2-1 2 0,-1-1-1 0,2 0 3 0,0 0-2 15,2-1-1-15,0 0-1 0,2-1-1 0,-2-1-2 0,0-1-1 0,1 0 2 16,2-1-2-16,-1 0 3 0,0-1-2 0,-3 1-4 0,2-1 5 16,-2-1-1-16,1 0 3 0,-1 0 3 0,0-1-3 0,0 1 0 0,1-1-4 15,-1 1 3-15,-2 0 1 0,0-2 0 0,-1 2 6 0,2-1 3 0,-2 0 4 16,2 0 4-16,-2 1-2 0,0-1 0 0,0 1-6 0,1-1 0 15,1 1 1-15,-1 1-4 0,2 0 3 0,-4 0-4 0,2-1 1 0,0 0 0 16,0 1-1-16,1-1 1 0,0-1-1 0,1 2-3 0,0-1-2 16,1 0-4-16,-1 1 0 0,2-1-3 0,-2 0 2 0,2 0 4 0,-1 1-5 15,1-1 5-15,-1 1-3 0,0 0-4 0,-2 0 8 0,3 0-7 0,-1 1 5 16,0-1-2-16,0 0-5 0,-2 1 8 0,0-1-7 0,2 1 10 16,-3 0 0-16,3 0-5 0,-1 0 0 0,1 0-8 0,-1 0 3 0,-1 0 4 15,1-1 0-15,-2 1 4 0,2-1-1 0,0 0 1 0,-1 1 7 0,1 0-7 16,0 0 2-16,-2-1-1 0,2 1-1 0,1 0 8 0,1-1 0 15,-1 1-2-15,1 0 2 0,-3-1-4 0,1 0 2 0,0 1 1 0,0-1-5 16,1 1 10-16,0-1-4 0,-1-1 0 0,1 0 7 0,0 1-7 0,0 0 2 16,-2 0 3-16,1 1-3 0,-1-1-4 0,-1-1 0 0,1 1-3 15,-1 1 4-15,0-1-1 0,-1 1 2 0,3 0 1 0,-1-1-6 0,1 1 3 16,-1 0-5-16,-2 1 4 0,2 0-1 0,-1-1-2 0,0 2 7 16,1 0-5-16,1-2 3 0,-2 2-6 0,1-2-2 0,-1 2 3 0,0-1-7 15,0 1 10-15,-2 0-1 0,2 0-8 0,-1-1 4 0,1 1-3 0,-1-1 2 16,0 1 10-16,0 0-5 0,-1 1-11 0,4-1-2 0,-1 0 2 15,0 1 3-15,1 0 2 0,-2-1 1 0,1 1-6 0,1-2 1 0,-2 1-1 16,2-1 6-16,1-1-3 0,-1 1 2 0,1-1 2 0,-1 1-7 0,2-1 6 16,-3 0 1-16,2 0-4 0,-1-1 3 0,0 0-10 15,-2 0 7-15,1-1 2 0,-3 0 0 0,1 1 1 0,1 0-3 0,-1 0-2 0,0-1 1 16,-2 1 1-16,1 0 1 0,-3-1-1 0,1 1 0 0,-2-1 0 16,-1 1 0-16,1 0-1 0,-1 0 2 0,-1 0-1 0,1 0 0 0,0 0 3 15,-2 0-6-15,1 0-2 0,-2 1-3 0,-1-1-1 0,-1 1 4 0,1-1 5 16,-1 0 0-16,0-1 0 0,-1 1-2 0,1 0-2 0,-1-1-3 15,-1 1 1-15,1 0-1 0,-2-1 3 0,1 1-1 0,0 0-2 0,-1-1 1 16,-2 1 3-16,0 0 0 0,1-1 4 0,1 1-2 0,0-1 1 0,0 1 0 16,-1-1 0-16,1 2 1 0,1-2-4 0,-1 0-2 0,0 0 1 15,0 0-4-15,-1 0 3 0,0 0 3 0,-1 0-4 0,-1 0-3 0,0 0-2 16,0 0-2-16,0 0 5 0,0 0 4 0,-1 0-4 0,0-1-4 16,-1 1-4-16,-1-1 2 0,1 1 6 0,-2 0-4 0,1 0-6 0,0 0-4 15,0-1-10-15,0 0-5 0,-1 1-4 0,0-1-5 0,-1 1 1 0,0-1-5 16,0 0 2-16,-1 0-9 0,0 0-7 0,0 1-5 0,0-2-9 15,-2 1-7-15,0 0-9 0,1-1-10 0,-2 0-15 0,1 0-3 0,-1-1-6 16,-1 1 11-16,1-1 6 0,-1-1-2 0,1 0-5 0,-1 0-15 0,0-3-11 16,1-1 3-16,0-2 6 0,-2-3-12 0</inkml:trace>
  <inkml:trace contextRef="#ctx0" brushRef="#br0" timeOffset="154756.44">5341 12091 392 0,'-16'1'3'0,"-7"1"3"0,-3 1 6 0,-4 0 2 0,12-1 0 0,1 0-2 0,1 0-6 0,0 1-1 0,2-1-2 0,4 0-5 15,2 0 0-15,1-1-2 0,2 0-4 0,1-1 1 0,1 0-4 0,0 0-1 16,2 0-1-16,0 0 1 0,1 0 1 0,0 0 3 0,0 0 5 0,0 0 2 16,-1 1 4-16,0 0 0 0,-1 0-2 0,-1 2 3 15,0 0-1-15,0 1 2 0,-2 1 3 0,-1 0-3 0,0 2 1 0,1 1 2 0,-2 1-1 16,-1 1 3-16,0-1 0 0,-3 2 0 0,0-1 0 0,0 1-1 15,0-1 4-15,0 0 0 0,0-3 1 0,-2 1 3 0,2-1-1 0,1 0 6 16,-2-2 1-16,1 0 1 0,1-2-1 0,-1 1-2 0,0-2 2 0,2 1 1 16,-3-2 0-16,1 0 2 0,-1 0-5 0,-1 0 2 0,2-1-1 15,-3-1 0-15,0 0-1 0,-1 1 0 0,0-1-2 0,-1 1 2 0,-2 0-2 16,1 0-1-16,0 1-3 0,-1-1 0 0,0 1-4 0,1 0-2 0,-1 1-3 16,-1 0 0-16,0-1 2 0,0 1-4 0,-1-2 2 0,0 1-4 15,1-1 1-15,0-2 1 0,0 1-1 0,2-2 3 0,-1 0-7 0,-1 0 2 16,1-2 1-16,-3-1-5 0,0 1 4 0,1-1 0 0,0 1-4 0,-1-1 4 15,1 0-2-15,-2 1 2 0,-2 3 2 0,0 0-2 0,-2 1 1 16,0 2-4-16,-4 0 3 0,2 2-1 0,-3 0 2 0,1 3-1 0,-3 1-2 16,-1 1 1-16,-2 1 1 0,-2 1 3 0,-1 1-5 0,1 1 2 15,-1 0-2-15,0 1 1 0,-1 2 3 0,1-1 1 0,-2 0-1 0,2 2-3 16,1-1 4-16,-2-1-3 0,3 1 3 0,1 0 0 0,0 1-3 0,1 0 4 16,-2-2-3-16,0 3 0 0,2-1 1 0,1 1-3 0,2 1 3 15,-1-1-2-15,2 1-3 0,-2-1-4 0,2 2 3 0,0 0-1 0,0-1 6 16,1 2 4-16,1 1-3 0,0 0 2 0,2 1-6 0,1 2 0 0,1-1-4 15,1 2 4-15,0 1 1 0,1 2-2 0,3 1 3 0,-2 1-4 16,2 3-1-16,0 0 0 0,0 0-1 0,1 0 4 0,3-1-2 0,1 1 1 16,1-1-1-16,1 2-2 0,3-2 1 0,0-2-1 0,2-1 5 0,0-1 0 15,2-2 0-15,0 2 2 0,3-2-4 0,0 0 1 0,2 0 1 16,1-3-1-16,2 1-2 0,2-2 3 0,0 0-2 0,2 1 0 0,1-2-2 16,1 0 0-16,3 0 2 0,-1-1 1 0,3-1 1 0,0 0-4 15,2-2 1-15,2 1-1 0,0 1 2 0,2 0 3 0,0-1-3 0,-1 4 0 16,2-1 1-16,0 0-1 0,-1 0 4 0,2-1-3 0,1-1-6 0,0-1 2 15,2 0 0-15,0-2 3 0,1 2 3 0,2-1-1 0,-1-1-4 16,3-3-4-16,0 1 7 0,2-1-1 0,1-1 2 0,2 0 2 0,0-2-7 16,2-1 6-16,1 0 1 0,1-2 0 0,2-1 2 0,0 0 2 15,-1-2-2-15,1 0 3 0,0 1 3 0,0-3-3 0,3 1 3 0,-2 0 0 16,0-1 2-16,0 0 1 0,1-1-1 0,-2 0 2 0,1-1-3 0,-2 1 0 16,1-2 3-16,1 0 0 0,-1-1-1 0,-2 1-2 0,0 0 3 15,-2 0-1-15,1-1 2 0,-1 0-5 0,0 0-2 0,-1 0 0 0,1-1 2 16,-1-1-2-16,-1-1-3 0,1 0 0 0,-1 0-2 0,2-2 0 0,0-1 3 15,-1-2-3-15,2-1 1 0,-2-1 1 0,0-3 1 0,-2-2 0 16,-2-2-1-16,1-2 2 0,-3-3 0 0,1 1 6 0,-2-4 3 0,1 0 1 16,-2-3 4-16,-1-3-2 0,-1-1-2 0,-2-1 2 0,0-2 3 15,0 1-9-15,-2-3-2 0,1 1-1 0,0 1-3 0,-3-1 3 0,2 3 1 16,-2 0-4-16,-3 1 1 0,1 0-1 0,-2 0-3 0,0 3 2 0,0-1 1 16,1 3-2-16,-1-1 1 0,-1 1 3 0,-3-1 0 0,-1 3-4 15,-1-1 0-15,-1 0-8 0,-1-1 6 0,0-3 4 0,-1 1-1 0,-2-3 2 16,0-3-6-16,0 2-4 0,-2-4 4 0,0 0-1 0,0-1-1 0,-2-3-4 15,1 0 5-15,0-2-3 0,-1-1 3 0,-1-3 2 0,0-1-8 16,0-1-2-16,-1-1 0 0,0-2-2 0,-2 0 0 0,1 1-3 0,-2-1-6 16,-1 1-1-16,-2-1 3 0,-3 1-4 0,-1 0-1 0,-3 2 1 15,-2 0-9-15,-2 2 6 0,-3 3-1 0,0 1 0 0,-3 3-1 0,-1 2-2 16,-5 6-2-16,-2 1-2 0,-3 6-5 0,-4 2-1 0,-2 5-8 0,-3 5-7 16,-3 4-2-16,-1 5-4 0,-1 5 2 0,0 5-3 0,-5 5-5 15,1 4-14-15,0 4-16 0,-1 5-11 0,4 4-10 0,1 2-13 0,2 4-45 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7-10T12:32:29.77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7780 7787 15 0,'21'-2'17'0,"4"-1"3"0,5-1-1 0,0 1-4 0,-3 1-4 0,0-1-4 16,1 0-2-16,1 0-2 0,0 0-1 0,2 1 0 0,-1-1-3 16,1 2 0-16,-2-1-1 0,2 1-1 0,-1-1 0 0,0 2 0 0,0 0-1 15,0 0 1-15,-3 1 0 0,2-1 2 0,1 1 0 0,-2 0 0 0,2 0 0 16,-1-1 1-16,-1 1 0 0,0-1 0 0,2 0 2 0,1-1-1 16,2-1 3-16,1-1 0 0,1 0 3 0,1-1 3 0,1 0 2 0,3-1 3 15,1-1 0-15,0 1 2 0,3-2 0 0,0 1 1 0,0-1 3 0,1 0 2 16,1 0 1-16,-1-1 2 0,0 1-3 0,0-2-2 0,2 2 1 15,-1-1-1-15,0 0 0 0,2 0-4 0,1 0-2 0,-1-1-3 0,3 0-2 16,0 2 1-16,2 0-1 0,-1-1-1 0,1 1-1 0,-3-2-3 16,-2 1-1-16,0 0-1 0,-1 0 1 0,0 2-1 0,1-2 3 0,-1 1 1 15,0-1 3-15,0 0 2 0,2 1 2 0,-2 0 5 0,0 0 0 0,1 1 2 16,0 0-1-16,0-1-2 0,3 0-1 0,1 1-2 0,0-1-2 16,2 1-1-16,-1 0 0 0,1-1 1 0,2 1 1 0,-1 1 5 0,1-1-2 15,2 0 3-15,0 0 1 0,-1 0-3 0,2 0 1 0,-1 0 0 0,-1 1 1 16,0-1-2-16,-3 0 2 0,1 0 3 0,0 0 5 0,-3 0 7 15,0-1 4-15,-3 1 3 0,-1-1 2 0,-2 1 0 0,1-1-1 0,-2 0-4 16,-1-2-2-16,0 2-5 0,-1-2-5 0,-2-1-5 0,1 1-6 16,0-2-1-16,0 2-6 0,-2 1-2 0,0-1 1 0,-3 0-5 0,1 0 2 15,-2-1-4-15,0 1 2 0,-1-1 0 0,-2 0 0 0,1 0-1 0,-3-2 2 16,1 0-2-16,-2-2 0 0,1-1 3 0,-1-1-2 0,-1-3 3 16,-2 0 2-16,0 0-7 0,0-3-2 0,0 2 4 0,-1-3 0 0,1 0 6 15,-3-1 4-15,-4-2-4 0,0 0-2 0,-2 0 5 0,-3-1-5 0,0 0 5 16,-2-1-3-16,-2 1-5 0,-2-1 1 0,-4-1-3 0,-3-1 5 15,-2 0-2-15,-4-1-1 0,-4 3-7 0,-3-1-11 0,-4 2-5 0,-3-2-9 16,-2 0-5-16,-4 1 0 0,-3-2-3 0,-5 2 6 0,-4-1 5 16,-3-1 4-16,-1 1 10 0,-2-1-2 0,-1 1 3 0,1 1 2 0,-3 0-5 15,0 1-1-15,-3 1 5 0,-1 0 2 0,-2 1 5 0,0-1 1 0,0 2-3 16,-1 1 1-16,-2 0-1 0,0 4 0 0,-1 0-4 0,-1 2-5 16,-2 2 2-16,-2 1 0 0,0 1 9 0,0 0-1 0,-1 3-1 0,-1 1 1 15,-1 0-5-15,-2 2 5 0,-1 1 0 0,0 2-1 0,-1 2 6 0,-1 1-3 16,-2 1 0-16,1 2 3 0,-1 2-7 0,-2 1 4 0,-1 3-2 15,-2 2-1-15,-5 2 3 0,0 2 8 0,0 2 1 0,0 1 2 0,2-1-1 16,1 4-5-16,3 0 0 0,-2 2 1 0,0 4-2 0,0-1 1 16,0 3-1-16,0 0-1 0,0-2 1 0,-1 2-5 0,2 1-6 0,1 2-15 15,1-1-19-15,6 1-26 0,2-2-29 0,3-1-25 0,3-1-14 16,4 0-2-16,3-1 2 0,5 1 5 0,1 0 17 0,2-1 22 0,5 1-51 16</inkml:trace>
  <inkml:trace contextRef="#ctx0" brushRef="#br0" timeOffset="13500.3">7400 9632 334 0,'2'-3'44'15,"1"-1"-13"-15,2-2-12 0,2 0 5 0,3-2 8 0,2-1 0 16,0-1-2-16,3-2-7 0,-2-1-7 0,4 2-5 0,1-2-6 0,1-2 2 15,2 1 0-15,0 0-5 0,0 1 2 0,-1 0-3 0,1 1 0 16,-1 0-2-16,2 2-3 0,1 2-1 0,-2-1-1 0,0 1 2 0,-1 0-1 16,-2 1 1-16,1 0 1 0,-1 0 0 0,0 1 3 0,1 0 0 0,0 0 0 15,0 0-3-15,0 0 2 0,1 1 1 0,0 0-1 0,0-1 3 16,0 1 1-16,1-1-1 0,-1 1 3 0,2 0 3 0,0 1 3 0,0-1 6 16,2 0 3-16,0-1 1 0,2 2 5 0,2-1-2 0,0 0 5 0,1 0 1 15,1 0 1-15,4 0 4 0,1 0-2 0,3 0-5 0,1 1 1 16,1-1-4-16,1 0-5 0,3-1-1 0,1 0-3 0,1-1-3 0,1 0-3 15,3 1-2-15,0-1 0 0,1-1-2 0,2 2-1 0,1-2-4 0,1 1 3 16,2-1-2-16,-2 0 1 0,2 0 1 0,1 1-7 0,-2-1 2 16,1 0 1-16,-1 1 3 0,1-1 2 0,0 1-4 0,1 0 2 0,-2 0-3 15,1 0-1-15,-1 0 3 0,-1 1-2 0,0 1 1 0,0 0-3 16,-1 1-1-16,1 1 0 0,-3 0 3 0,0 1 4 0,2 0 4 0,-3 1 2 16,1 0 8-16,-1 1 2 0,-2 2 2 0,0 0 10 0,-1 0-2 0,0 2 1 15,-1 1 1-15,-2 1-1 0,0-1 4 0,0 2 5 0,0 0 1 16,0 0-2-16,-1 0-6 0,1 1-4 0,0 0-4 0,-1-1-2 0,-2 0-2 15,2-1 2-15,-2 1-3 0,0 0-3 0,-2 0 1 0,-1-1-5 16,-2 2 5-16,1 0 5 0,-1 1-3 0,-1-1 5 0,0 2-5 0,-1 0-3 16,2 1 0-16,0 0-2 0,0 0-3 0,0 0 3 0,0 1-1 0,2 0-2 15,-1 1-3-15,2 0-2 0,1-1-5 0,-1 1-1 0,0 0 0 0,1 1-2 16,-1 0 4-16,-1 1-2 0,1 1 0 0,0 0 1 0,0 0-2 16,2 0 5-16,-2-2 2 0,-1 0 11 0,2-2 7 0,-1-2 3 0,0 1 5 15,2-1-8-15,-2 0 9 0,0-1 2 0,2 0-1 0,-1-1 8 16,0 2-9-16,0 0-4 0,1-1-6 0,0 1-5 0,2 0-1 0,0 0-3 15,-1 0-2-15,2 0-3 0,-1 0-1 0,1-2-2 0,1 1-6 0,1-2-1 16,-2-1-1-16,0-2-1 0,0 0 0 0,0-1 4 0,-1 0-5 16,0-1 0-16,-1-1 0 0,1 0-8 0,-4-1-4 0,-1 1-9 0,0-1-17 15,-3 1-24-15,-1 0-30 0,-2 1-31 0,-1-1-29 0,-4 0-33 0,-1-1-47 16,-4 0-35-16,-2-2-31 0,-1-1-15 0,-4-2 52 0,-1-3-2 16</inkml:trace>
  <inkml:trace contextRef="#ctx0" brushRef="#br0" timeOffset="21369.6">6980 9841 345 0,'-14'-4'13'0,"-1"-2"-1"0,-4 0-3 0,3 0 1 15,0 0 2-15,0-1 0 0,1 0 1 0,0-3-2 0,0-1-5 16,-1-1-2-16,-1 0-1 0,1-1-2 0,-2 1 3 0,0-1 0 0,-1-2-2 16,-2 0 0-16,-1 1 0 0,0-3 2 0,-2 1-3 0,0-1 2 15,0-1-1-15,-2-1-1 0,1-1 0 0,-3 0 2 0,0-2-2 0,-4-2 4 16,2 2 4-16,-1-3 5 0,1 0 1 0,1-1 6 0,-2 1 1 15,-2 0 1-15,0 1 0 0,-4 1 0 0,3 0 1 0,-5 2 2 0,-2 2 2 16,0 1-3-16,-4 2-4 0,-2 3-5 0,0 3-2 0,-4 2-1 0,-1 3-2 16,-4 4-2-16,-2 3-2 0,0 4-2 0,-3 4 2 0,-2 2-1 15,-1 4-1-15,-1 4-4 0,-2 0-6 0,-2 2-7 0,1 2-5 0,-2 0-8 16,1 2-10-16,2-2-23 0,1 1-30 0,1-3-15 0,1-4-25 0,3-2 15 16,3-2 27-16,1-4-82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7-10T11:25:12.05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5222 5041 51 0,'-19'-12'41'16,"-1"0"-26"-16,-6-2 6 0,5 4 0 0,2 2 0 0,1-1-3 0,0 2-4 16,1-2-5-16,-1 0-2 0,3 0-3 0,-1 0-2 0,0 0 0 15,1 0 0-15,0 0-1 0,0 1 0 0,0-1 1 0,-1-1-2 0,1 2 0 16,-3-2 2-16,0 1-1 0,-1-2 4 0,-1-1 2 0,0 0 5 15,-1-1 4-15,0 0 3 0,-3-1 2 0,0 1-3 0,-3 0-2 0,-2 0 0 16,0 1 0-16,-2-1-1 0,0 2-2 0,-1 1-2 0,-2 0-1 0,-2 2-1 16,-4 0-3-16,0-1 0 0,-2 1-3 0,-2 0 1 0,-1 1 1 15,-1 1-4-15,0 0 0 0,-2 1-1 0,-2 1 0 0,-1 1 1 0,-1 1-1 16,-3 0 1-16,0 1 1 0,-1 0 0 0,-1 0 8 0,0 2 2 0,-1 0 6 16,2 2 3-16,0 0 2 0,-2 3-2 0,3 1 3 0,0 2 2 15,1 1-1-15,3 2 0 0,1 1-4 0,1 1-3 0,2 2-3 0,2 3-2 16,2 1-2-16,1 0-2 0,3 2-4 0,2-1-2 0,0 2-3 0,3 2-1 15,-2-1 0-15,1 3 1 0,-1 0 0 0,4 3-2 0,0 1-2 16,4 0-4-16,0-1 2 0,3 2-1 0,1-2 3 0,2 3 2 0,1 0-2 16,1 0 1-16,4-1-1 0,1 0 4 0,2 0-2 0,2 3 0 0,1-1 0 15,-1 1-1-15,4-1 1 0,-1-3 1 0,2 1-1 0,2-2-2 16,0 0 1-16,2-2-1 0,1 0 2 0,3-2-6 0,0-2 2 0,2-1 0 16,2-2 4-16,1 0 3 0,1-1 3 0,2-1-1 0,2 0-4 15,-1-1 3-15,2 0-2 0,3-2 3 0,-1 0 0 0,4-1 1 0,1 0 3 16,1 0-2-16,3 0-2 0,1 0 2 0,2 0-3 0,0-1 2 0,2 2-1 15,3 0-3-15,2-1 0 0,2 0-2 0,2 0 1 0,-1 0 0 16,2 0 2-16,1 0-2 0,1 0 0 0,3 0 3 0,-1 1-3 0,3-1 1 16,2 1 0-16,1 1-3 0,1-1 4 0,3 1 0 0,1 0-3 0,1 1 4 15,2-1-5-15,-1 2-1 0,3-1 3 0,1-1-1 0,3 1 3 16,1-1 5-16,0 0-1 0,2-2 2 0,1 2 3 0,-1 0-2 0,3 1-1 16,0-3 3-16,0 1-3 0,2 0 1 0,1-2 4 0,-1-1-2 0,3 1 1 15,-1 0 2-15,1-1 0 0,3-2 4 0,0 0 5 0,0-2-4 16,3-2 4-16,1 0-4 0,2-3-3 0,0 0 5 0,1-2-7 0,1-2 0 15,0 1-1-15,-1-1-4 0,0-1 2 0,1-1 1 0,0-1-1 16,2-2-1-16,-2-1-2 0,-1-2 2 0,1 0-8 0,0-2 0 0,1 0-2 16,1-3-2-16,-2-2 7 0,1-2-2 0,-1 0 1 0,-1-5-6 0,-1-1 0 15,-2-2 0-15,-2-3-2 0,0 0 3 0,-4-2 2 0,-4-2 6 16,1-4 4-16,-3-1 4 0,-1-4-1 0,-3-2-2 0,0-1 2 0,-4-3 3 16,0-1 4-16,-1-2 4 0,-4 2 1 0,-3 0 3 0,-3 1-4 15,-4-1-4-15,-1 1 2 0,-2 0-2 0,-2 2-1 0,-2-1-2 0,-3 0-8 16,-1 3-4-16,-4 1-4 0,-3-2-1 0,-7 2-2 0,-3 1-5 0,-7 0-1 15,-5 4-9-15,-5-1-4 0,-4-1-5 0,-6 0-7 0,-6 2 3 16,-6-2-2-16,-7 2 3 0,-8 0 2 0,-5 0 0 0,-8 2 5 0,-6 1 5 16,-7 2 0-16,-7 1 5 0,-6 1 3 0,-6-2 4 0,-8 2 8 0,-4 0 4 15,-5 4 1-15,-2 2 3 0,-5 4-1 0,-2 4 0 0,-3 1 0 16,-3 5 1-16,1 2 4 0,-2 5-1 0,-1 5 1 0,-1 4-4 0,1 5 1 16,-1 4-3-16,3 4-5 0,-2 5 2 0,1 4-6 0,-1 6 1 15,1 2-3-15,0 4-8 0,2 2-12 0,1 2-21 0,1 3-35 0,5 3-27 16,4 0-30-16,9-2-10 0,8 1 1 0,8 0 3 0,7 1 20 0,5 0 26 15,5 1-49-15</inkml:trace>
  <inkml:trace contextRef="#ctx0" brushRef="#br0" timeOffset="666.5">3724 6337 827 0,'-11'-23'-85'0,"3"0"185"0,1-5-49 0,9 9-17 0,6 4-6 15,6-1-5-15,4 0-2 0,4 0-3 0,5-1-4 0,5 0-2 16,5 3-4-16,5 0-3 0,5 1-2 0,7 0 1 0,3 2-1 0,6 1-1 16,5 1 1-16,3-1-3 0,6 0 1 0,1 1 1 0,0 0-1 0,4 2 1 15,-2 2-1-15,2-1-2 0,3 2-3 0,-1 1-1 0,3 0 0 16,1 1-1-16,1-1 4 0,2 3-2 0,-1-1 1 0,2 1 0 0,-4 2-3 16,2 0 3-16,-3 0 0 0,-1 0 2 0,-1 1 2 0,-3-1 2 15,0-1-4-15,-1-2 1 0,-1-1 3 0,-1-1 1 0,-1-1 5 0,0-1 8 16,-1 0 10-16,-1 0 9 0,-1 1 10 0,-3 0-1 0,0 1-5 0,-1 1-3 15,-3 2-8-15,0 1-5 0,0 3-9 0,-1 2-2 0,-1 1-4 16,-2 3-1-16,-3 2-2 0,-1 2-4 0,-3 2 3 0,-1 2-2 0,-3 2 1 16,-2 0-1-16,-3 3 0 0,-1 0-1 0,-2 4 1 0,-3 2 1 0,-3 1 1 15,-2 3-1-15,-3 2-4 0,-1 1 3 0,-2 3-4 0,-3 0 2 16,-3 4 4-16,-1 2-4 0,-4 0 2 0,-4 2-9 0,-2 2 2 0,-2 1-5 16,-3 4 1-16,-1-1 3 0,-4 2-3 0,-2 1-4 0,-4 1 3 15,-4 0-1-15,-3-1-3 0,-2 0 4 0,-4 0-3 0,-2-1 4 0,-5-2 1 16,-5-1 5-16,-2-3 0 0,-3-4 2 0,-3-3 2 0,-2-1 4 0,-3-6 6 15,-2-2 10-15,-3-5 10 0,-3 0 5 0,-1-5 5 0,-1 1-10 16,-3-2-7-16,-2-4-1 0,-3 0-5 0,-5-3-1 0,-2-3-4 0,-5-2-9 16,-7-1-7-16,-5-2-5 0,-10-1-6 0,-4-4 7 0,-5-1 4 0,-2-3 4 15,-3-3 6-15,-2-2-2 0,-1-2 5 0,1 0 14 0,2-3 5 16,0-1-6-16,-5-2 1 0,-2-1-14 0,-4-1 5 0,-3-2 4 0,1-1-2 16,-3 0-2-16,-1-1-3 0,0 1 9 0,-2 1-2 0,4 0 5 15,4-1 1-15,6 1-4 0,7 1 3 0,4 2 4 0,8 3 5 0,3 2 1 16,7 0 2-16,7 0-6 0,7 2 1 0,8 1-10 0,7 0-5 0,4 2-3 15,5 1-6-15,6 0-2 0,2 0-4 0,8 1-8 0,3-1-6 16,5 1-19-16,4-1-45 0,3 0-56 0,4 0-72 0,3-1-61 0,3 0-36 16,2-1-22-16,3 0 30 0,5-2 59 0,5-3 64 0,7-4 6 0</inkml:trace>
  <inkml:trace contextRef="#ctx0" brushRef="#br0" timeOffset="2132.5">3932 9022 117 0,'-18'2'18'0,"0"1"20"0,-3 1 8 0,6-1 4 15,3-1 7-15,1-1-4 0,1 0-4 0,0-1-3 0,2-1-5 0,-1 0-4 16,2 0-9-16,2-1-4 0,1 0-6 0,1-1-6 0,0 0-2 16,1 0 0-16,1-2-4 0,0 0-2 0,1-1-1 0,2 1-4 0,0-3 0 15,2 0 3-15,2-1-1 0,1-1 1 0,1 0 2 0,1-1 2 16,1 2-1-16,0-1 3 0,1 0 1 0,1 1 1 0,0 0 5 0,0-1 0 16,2 4 3-16,1-1-2 0,2 1-3 0,1 2-2 0,2 0-2 0,2 3 0 15,1 1 1-15,0 3-1 0,1 2 1 0,0 1-1 0,2 2 0 16,0 2 2-16,4 2 2 0,-1 3 1 0,1 1 1 0,1-1-7 0,2 4-5 15,-1 0-2-15,1 0-1 0,-1 1 3 0,3-1-1 0,-1-1 2 0,1-2-2 16,1 0 0-16,0-2 3 0,1-1-1 0,-2-3 2 0,1-2 4 16,-5 1-1-16,0-3 6 0,1 0 6 0,-3-1 6 0,1-3 10 0,-3 0 8 15,-1-2 4-15,0-1-5 0,-2-1 1 0,1 0 3 0,-1-1 0 16,-1-1 4-16,0-1-4 0,1 0-6 0,1-1-6 0,-1 0-1 16,0 0-4-16,0-1-1 0,0 0-3 0,4-2-1 0,0 1-5 0,3-1 1 0,-2 0-1 15,2 1 1-15,-1 1 1 0,1-1-6 0,0 1 0 0,1 0-2 16,0 0-6-16,2-1-6 0,-2 1 1 0,2 1-4 0,0 0 3 0,2 1-1 15,1 2 5-15,-1-1 4 0,1 1-2 0,2-1 6 0,1 1-5 0,0 0-2 16,1 1 0-16,0 1-1 0,-3 0 2 0,2 0-1 0,0 1 4 16,0 0-3-16,-2 0-7 0,2 1 4 0,-3-1-6 0,1 1 3 0,3-1 4 15,-1 1-4-15,-1-1 5 0,2 0-4 0,-1-1-2 0,1 1 3 0,2 0-2 16,-2-1 5-16,0 1-1 0,2 0-1 0,-1 0 3 0,1 0-9 16,1 0 2-16,-2 1-3 0,0 0 1 0,1 1 3 0,0 1 0 0,-1 0 4 15,1 2-4-15,2-1 4 0,-1 1-2 0,0 0 1 0,0 1 1 16,0 0-1-16,-1 0 1 0,0 0 2 0,1 0-6 0,-2 0-1 0,-1-1 3 15,0 0-1-15,-1-1 2 0,-1-1 1 0,2 0-1 0,-1-1 3 0,2 1 7 16,1 0-3-16,0-1-3 0,-1 0-1 0,1 0-2 0,2-1 2 16,0-1 0-16,1-1-2 0,0 0 0 0,-2-1-1 0,0 0 2 0,-1 0-4 15,1-1 5-15,-2 1 2 0,0-1 5 0,2 0-1 0,-1-1 2 0,2-1-5 16,-2 1-3-16,2 0 4 0,0 1 4 0,-2-1 6 0,2 0-3 16,0 0 2-16,-2-2 1 0,0 1 0 0,2-1 4 0,0 1-1 0,2 1 0 15,0-1-2-15,2-1 3 0,2 1-5 0,-2 0-4 0,1 1 0 16,1 1-4-16,1 0 2 0,0 2 1 0,2 1-6 0,-1 1-3 0,0 3-4 15,0 0 1-15,0 2-2 0,-1 0 3 0,-1 2-4 0,-2 0-2 0,-2 1 0 16,-1 0 3-16,-1 0-3 0,0-1-1 0,-3 0 1 0,-1-1-4 16,-1-1 4-16,-4-1 2 0,-1 0 3 0,1-1-3 0,-2-1 7 0,1-1 0 15,-1-1 9-15,1 0 13 0,-3-1-1 0,1 0 4 0,-1 0-7 16,0-1-3-16,0-1 3 0,0 1 0 0,0 0-4 0,-2 0-4 0,1 0-7 16,-2 0-4-16,1 0 5 0,-2 0-7 0,0 1 1 0,-1 0-1 0,-2 1-6 15,1 0 0-15,-3 0-2 0,2 1 0 0,-1 1-5 0,-1 1-14 16,0-1-27-16,-3 2-46 0,-1-1-57 0,0 0-80 0,-2 1-119 0,-2-1-209 15,3 0-143-15,1-1 6 0</inkml:trace>
  <inkml:trace contextRef="#ctx0" brushRef="#br0" timeOffset="48131.54">5835 8240 215 0,'-23'-5'-37'0,"-2"0"6"0,-2-2 25 16,7 2 4-16,4 0-5 0,0 0-7 0,-1-2-3 0,0-1 0 15,-1-2 2-15,2-1 3 0,0-2 3 0,0 1 3 0,0-1 0 0,-1-1 3 16,-1 2 3-16,-1 1 2 0,0 2 1 0,-2 0 1 0,-1 0 2 0,1 1 3 16,-2-1 2-16,0 1 4 0,-1-1 1 0,0 1-2 0,-1-1-2 15,1 0-2-15,0 1-1 0,1-1-1 0,-3 1-3 0,1-1-1 0,-3 1-4 16,1-1 0-16,1 1-1 0,-2 0-1 0,1 1 0 0,-2 0-1 16,0 2-1-16,-1 0 0 0,0 1-2 0,-2 2 3 0,-1 2 0 0,-2 1-1 15,0 1 1-15,-2 2 1 0,0 1 0 0,1 2 1 0,-3 2 1 0,1 1 1 16,-1 2 0-16,-2-1 1 0,2 2-1 0,-1 0 0 0,-1 1 0 15,1 1 1-15,1 1 0 0,-2 0-1 0,2 1 2 0,-2-1 2 0,3 3-1 16,1 0 0-16,-1 0-3 0,3 1-1 0,0 1-1 0,1 1-1 0,0 2 0 16,-1 1 0-16,3 0 2 0,-1 2-1 0,3 0 3 0,0 1 2 15,2 0-1-15,1 1 1 0,2 0 0 0,1 0-2 0,2 1 0 0,2 2 0 16,1 0 0-16,1 3 0 0,3-1 0 0,0 1 0 0,3-1-1 16,1 0 0-16,3 0 0 0,1-1-1 0,2-1-1 0,3-1-1 0,1-2 3 15,2 2-1-15,2-2 2 0,2 3 0 0,1-1-2 0,3-1 2 0,1-1-1 16,2-1 1-16,1-2 0 0,1 1 1 0,2-1-1 0,2 0 3 15,1-1 0-15,3-1-1 0,1-1 0 0,2-3-2 0,2 1-1 0,1-2 2 16,4 0 0-16,-1-2 1 0,4 0 0 0,1-3 1 0,3-2 0 0,0-1 2 16,0-2 3-16,3 0 1 0,2-1 6 0,1 0-1 0,2-1-1 15,2-1 0-15,0 0-3 0,2 0 0 0,1-1 1 0,4-1 0 0,0-1-1 16,2-2 7-16,2 0-6 0,0-3 1 0,2-1 1 0,3-3-7 16,1-2 4-16,2-2-1 0,0-3-4 0,2-2 2 0,0-2-5 0,-2-1 0 15,1-3-1-15,-2-3 0 0,0-1-2 0,-1-3 0 0,0 1-2 0,-2-4-2 16,0-2 2-16,-1-2-4 0,-2-1-10 0,-1-1-14 0,0-1-17 15,-3-1-25-15,-1-2-14 0,-1 0 1 0,-2 1 15 0,0-3-26 0</inkml:trace>
  <inkml:trace contextRef="#ctx0" brushRef="#br0" timeOffset="75567.1">6461 10526 91 0,'-6'1'47'0,"0"-1"-27"0,-1 1-17 0,1 1-6 0,4-1 0 15,-2 0 1-15,0 0 2 0,1 0-2 0,1 0 0 0,-1 2-1 16,0-1-3-16,0 1-1 0,0 0-1 0,0 0 0 0,0 2 2 0,-1-1 3 16,1 2 2-16,-1-1 2 0,-1 0 2 0,0 0 1 0,-1 0 1 15,2 0 2-15,-1-1 1 0,0 0-1 0,0 0 0 0,0-1-1 0,-1 1 2 16,1 0 0-16,-1 0 2 0,2 1-1 0,0-1 2 0,0 1-2 0,2-1 0 15,-2 1-1-15,2 1-1 0,0 1-1 0,1-2 0 0,1 1 0 16,-1 0 3-16,0 0-3 0,3 0 1 0,-1-1 0 0,1 0-2 0,3-1 3 16,-1 0 0-16,2 0-1 0,0 0 2 0,1 0 2 0,1-1 4 0,-1-1 2 15,0 0 0-15,1 0 4 0,0 0 4 0,0 0 1 0,2 0 4 16,0-1-1-16,0 1 1 0,1 0 2 0,0 1-1 0,0-1-1 0,2 0 0 16,1 1-3-16,0 0-2 0,1 0 0 0,0 0-3 0,0 0-1 15,0 0-3-15,2 1-1 0,-1 0-2 0,2 0-1 0,-1 1 2 0,2-1-4 16,2-1-1-16,-1 0 1 0,4 0-3 0,-1 1 3 0,1 1 0 0,1 0-4 15,0 0 4-15,3 1 0 0,0-2 2 0,0 0 0 0,3 0-2 16,-2 1-1-16,1-2-6 0,0 1 4 0,2-1 1 0,-1-1-4 0,3 1 5 16,-1 0-1-16,0-1-1 0,1 0 4 0,-3 0 3 0,2 0 0 0,0-1 0 15,2 1 5-15,-1 0-2 0,1-1-2 0,0 0 2 0,0 1-3 16,1-1-3-16,0 1 7 0,1 1 0 0,-2-1 1 0,2 0 5 0,1 0 1 16,1 0-7-16,1-1-3 0,-2 0-6 0,-1 0-2 0,0-1-1 0,1 0-5 15,0-1 2-15,3 0 0 0,-2-2-4 0,1 0 6 0,0 0-2 16,-1-2-4-16,4 0 4 0,-3-1-5 0,1-2 2 0,1 1 2 0,0-2-2 15,-1 0 7-15,-1 0-8 0,-2-1 1 0,-2 2 2 0,0-1-5 16,-2 2 4-16,2-2 1 0,-4-1 1 0,0-1-3 0,1 0 9 0,-4-1-3 16,2 1-2-16,-1-1 5 0,-1 0-7 0,-1 0 3 0,-2 1 3 0,0-1 1 15,-3 0 0-15,1 0-3 0,0 0 2 0,-3 0 5 0,0 0 0 16,-2 1 2-16,-1-1-4 0,-3 0 2 0,0-1 3 0,-2 0-1 0,-3-1 2 16,1-2-6-16,-2-2-4 0,-1 0-4 0,-2-2 5 0,-1-2-10 0,-1 0-2 15,-3-2-4-15,-2-2-9 0,-2 0 5 0,-3-3-4 0,-1-1 0 16,-3-2-3-16,-1 0-9 0,-3-1 11 0,-2 2 6 0,-3-2 9 0,-3 1 12 15,0-1-5-15,-4 0 5 0,0 2-2 0,-1-1 0 0,0 2 6 16,0-3-1-16,-3 1 7 0,1-1-1 0,-3 2 1 0,1 0-2 0,-2 1-3 16,1-1-6-16,-2 2-8 0,-3 0-5 0,1 2 5 0,-3-2-15 0,1 4 3 15,-1-2-5-15,-3 1-7 0,-2 3 16 0,-1-2-7 0,-1 3-1 16,-2 0 0-16,0 2-2 0,-2 1-2 0,-1 1 5 0,-2 0 2 0,-1 2-3 16,-2 2 8-16,1 0-4 0,0 0-1 0,-2 2 0 0,0 2 0 0,1 2-2 15,-2-1 3-15,2 2 1 0,-1 0 2 0,0 2 5 0,0 1 5 16,1 2 3-16,2 1 3 0,0 2 3 0,1 1-1 0,1 2-3 0,2 1-3 15,0 2-1-15,2 1-3 0,0 2-1 0,0 2-7 0,3 2-2 16,-2 2-3-16,0 2-6 0,3 1-5 0,0 2-5 0,3 2-6 0,0 3 4 16,1 3 1-16,0 3-2 0,0 2-10 0,2 3-16 0,0 0-32 0,2 3-39 15,1 1-29-15,-2 1-38 0,3 2-11 0,0 3 12 0,1 0 31 16,1 1-14-16</inkml:trace>
  <inkml:trace contextRef="#ctx0" brushRef="#br0" timeOffset="109798.29">20871 3927 1019 0,'-9'-16'766'0,"0"0"-787"0,1-1-122 0,5 6-28 16,4 3 31-16,2 1 50 0,1 1 71 0,1 0 22 0,-2 0-34 15,0-1-37-15,0-1-27 0,0 0-6 0,-1-1 21 0,-2 1 27 0,-2 0 22 16,-1-1 17-16,-2 1 18 0,-3-2 10 0,-3 1 11 0,-3-3 11 0,-2 1 9 16,-4-2 12-16,-2 0 0 0,-2 1-1 0,-4-1-10 0,-2 3-8 15,-5 1 1-15,-2 2-4 0,-3 2-3 0,-5 0-1 0,-2 2-7 0,-4 1 1 16,-5 2-4-16,-3 2-1 0,-6 0-6 0,-1 3 1 0,-2 0 0 15,-5 1 3-15,-1 1-1 0,-3 1 8 0,-4 1 0 0,-2 1 7 0,-1 0 7 16,-3 1 0-16,0 1 14 0,-2 1 2 0,2 1 6 0,-3-1-3 0,2 4-7 16,-1 1-6-16,0 1-13 0,2 2 3 0,0 4-13 0,1 3-12 15,-3 6 1-15,-1 6-15 0,-3 5-3 0,-2 6 6 0,-2 7 2 0,1 3 3 16,0 3 3-16,0 1-5 0,3 1-11 0,2 0 2 0,1 1 10 0,1 2 3 16,0 3 8-16,5 4-6 0,1-1-7 0,4 2-3 0,6 1-3 15,2-2-2-15,3 1-1 0,5 2 0 0,0 1-2 0,5 2 4 0,3 0 2 16,3 2-3-16,4 0 7 0,1 1-10 0,4 2 4 0,4-1 4 15,1 2-3-15,7-3 9 0,1 1-4 0,4 1 3 0,3-1-5 0,4 1 2 16,5-1 6-16,2 1-2 0,4 0 4 0,3 1 3 0,4-1-5 0,5-1-9 16,3 2 7-16,4-3-4 0,3 1 0 0,6 0 7 0,4-3-5 15,3 1 2-15,5-3 1 0,3-1-5 0,6-1 3 0,4-3 4 0,3-2 2 16,4 1 3-16,4-1-3 0,4-2 1 0,6-1-6 0,3-3-3 0,3 0-5 16,4-1-4-16,0-2 0 0,5 0 7 0,3-1 5 0,2-1 1 15,4-1-3-15,3-1 4 0,4-3-3 0,1-1 0 0,3-2-3 0,2-3-3 16,1-1 4-16,4-2 2 0,3-3 10 0,2-3-3 0,1-2 7 15,3-2-3-15,0-3-1 0,3-3 6 0,2-5-4 0,1-2 4 0,2-3-5 16,1-4 2-16,2-2 4 0,0-2-3 0,-1-4 3 0,3-3 2 0,-1-4-4 16,3-3 3-16,-1-5 2 0,0-2-5 0,0-4-1 0,-1-5-5 15,3-3 0-15,-2-4 1 0,2-3 1 0,-2-5 4 0,-1-4-5 0,1-3-4 16,-2-6 2-16,1 0 1 0,-1-3 4 0,-4-4 0 0,0-3-1 0,-4-2-5 16,-1-2-1-16,-2-3-1 0,-4-1 0 0,-1-3 0 0,-3-3-1 15,-2-1 4-15,-3-4-6 0,-3-4-2 0,0-2 13 0,-4-3-3 0,-1-2 4 16,-6-3 3-16,-1 0-9 0,-4-3-1 0,-2-1 0 0,-2-1 4 15,-6-2 1-15,-3-1 0 0,-5 0 1 0,-3 0-9 0,-4 1 1 0,-5-1 4 16,-6 3-7-16,-4-3-4 0,-3 4 3 0,-7-2-8 0,-3 2 3 0,-6 0-1 16,-4 0 5-16,-6 0 1 0,-6 1 2 0,-5-2-4 0,-4 1-10 15,-6-1-6-15,-4 1-7 0,-3-1 4 0,-7 2-1 0,-4-2 4 0,-2 3 4 16,-6-3-5-16,-2 1 2 0,-4 1 0 0,-4-1 10 0,-4 2 1 0,-4-2 2 16,-4 3-3-16,-3 0-10 0,-3 5 4 0,-5 1-3 0,-1 2 9 15,-4 3 8-15,-3 3 1 0,-1 1 2 0,-4 3 7 0,-1 2-10 0,-1 1 1 16,-2 3 1-16,-2 1-9 0,-1 3 0 0,0 3-4 0,-2 2 0 15,1 2-3-15,-4 2 1 0,-2 2-1 0,-2 3-6 0,-2 3-12 0,-2 3 2 16,-1 5-1-16,-2 4 6 0,0 3 10 0,-3 4-2 0,-3 7-16 0,0 5-17 16,-2 6-19-16,-3 8-34 0,-3 7-33 0,1 7-71 0,-4 8-131 15,-2 7-186-15,-7 11 7 0,-7 8 15 0</inkml:trace>
  <inkml:trace contextRef="#ctx0" brushRef="#br0" timeOffset="111131.73">16837 8541 548 0,'-4'5'173'0,"0"-1"-182"0,2 0-40 16,3 0 0-16,2-1 8 0,2 0 18 0,1-2 7 0,1 0 6 0,0-1 10 15,0 0 9-15,0 0 10 0,-1-1 5 0,0-1 4 0,0 0 0 16,0 0 6-16,1-1 3 0,2-1 6 0,1-2 5 0,-1-1 2 0,4-1 1 16,-2-3-2-16,1 1 1 0,1-4 2 0,0 0 0 0,3-3 6 0,3 0 3 15,0-3 1-15,4-4-1 0,1-2-4 0,1-4-2 0,5-2 8 16,3-5-8-16,5-3-6 0,2-4-10 0,3-5-17 0,4-6-2 0,4-3-2 15,5-6 0-15,3-3-6 0,4-6-5 0,4-3 1 0,5-4 0 0,2-2 1 16,5-6 1-16,4-4 4 0,2-3-13 0,6-4 3 0,2-3 1 16,6-2 5-16,2-3 6 0,3-3 1 0,2-4-5 0,4-1-9 0,0-2 4 15,5 1-5-15,0 0 8 0,2 0 8 0,1 0-5 0,0 1 6 0,2 1 2 16,-1 2 3-16,0-1 7 0,1 4-2 0,1 1 0 0,0 2-7 16,0 3 0-16,-2 3-5 0,0 3-2 0,0 2-7 0,-2 4 0 0,-1 0-8 15,-3 8 5-15,-4 1 0 0,-2 5-5 0,-4 6-5 0,-4 1-16 16,-3 5-18-16,-5 4-27 0,-4 3-27 0,-6 5-43 0,-4 5-38 0,-3 4-50 15,-4 2-50-15,-3 2-59 0,-2 4-10 0,0-4 91 0,-2 1 43 0</inkml:trace>
  <inkml:trace contextRef="#ctx0" brushRef="#br0" timeOffset="113948.73">20471 6619 1853 0,'-11'2'477'0,"0"0"-522"0,-1 0-54 0,4 2-15 16,5 1 17-16,1 1 37 0,2 0 34 0,1 2 13 0,0 1 8 15,0-1 7-15,0 2 13 0,-2 0 7 0,1 2 5 0,-1 1-6 0,-1 0-3 16,1 1-3-16,0-1-6 0,-1 3 5 0,-1 0 1 0,0 0 2 16,-2 1 3-16,1 1 4 0,-1 1-5 0,1 1 10 0,-1 2 0 0,0 2-5 15,1 1 6-15,0 2-14 0,-1 1 0 0,2 3 2 0,-1 1-3 0,0 3 5 16,2 0-11-16,-2 0 0 0,1 0-8 0,1 0 1 0,0 2 1 15,1 0-6-15,2 1 3 0,0-2-3 0,1-1-2 0,0 1 2 0,1-3-4 16,0 0-1-16,1-2 1 0,-1-2-7 0,1-4 1 0,-1 0-5 0,1-3-3 16,-1-3-2-16,-1 0-4 0,0-3-9 0,0-3-17 0,-1-2-25 15,-1-3-35-15,0-2-39 0,-2-4-55 0,-1-3-66 0,-1-2-54 0,-3-4-11 16,0-3 59-16,-4-5 107 0,-2-8 24 0</inkml:trace>
  <inkml:trace contextRef="#ctx0" brushRef="#br0" timeOffset="114148.73">19938 7026 678 0,'-18'-3'370'0,"-1"1"-295"0,-4-2-48 0,3 1-15 0,6 1 23 16,2 0 25-16,2 1 17 0,2 0 19 0,1 1-1 0,3-2-8 15,1 2 2-15,1-2-12 0,1 1-14 0,1 0-12 0,0 0-13 0,2 0-6 16,1-1-4-16,1 0 3 0,2 0 1 0,2-1 0 0,1-2 5 0,3 0-7 16,2-1-1-16,3-1-5 0,4 0-8 0,1-2-6 0,5 0-2 15,3-1-7-15,0 1-4 0,3 0-1 0,0 0-2 0,0 0-3 0,1 0-7 16,-1 1-15-16,0-1-14 0,-3 3-21 0,0-2-25 0,-2 1-25 0,-1 0-36 15,-1 0-28-15,-1 0-27 0,-2 1-25 0,-2-2-30 0,0 2-1 16,-1 0 28-16,-1 0 74 0,1-1 4 0</inkml:trace>
  <inkml:trace contextRef="#ctx0" brushRef="#br0" timeOffset="114415.73">20676 7109 1334 0,'-5'12'999'0,"1"5"-1019"0,3 6-44 16,4-1 5-16,4 2 23 0,4 1 27 0,2-1 12 0,0-1 0 0,1-1 4 16,-1-1 5-16,1-2 8 0,-2-3 3 0,0-1 0 0,-1-3-9 15,-1-1-3-15,-2-3-1 0,-1-1 5 0,-2-3 12 0,-3-3 11 0,-2-1 7 16,-2-3-5-16,-1-1-15 0,-3-1-17 0,-4-3-16 0,-1-2 0 0,-3-2-2 16,1-2-1-16,-4-4-1 0,-2-2 1 0,-1-2 2 0,-1-1 1 15,0 0 11-15,0 0 3 0,3-2-1 0,0 2 2 0,4 2-7 0,3 1-1 16,2 2-5-16,3 3-11 0,3 1-11 0,1 0-9 0,4 1-4 0,2 0-3 15,3 3-1-15,0-1 9 0,2 2-6 0,3 3 2 0,-1 1 6 16,2 1-12-16,-1 3-22 0,0 0-58 0,1 1-48 0,0 1-51 0,0 0-33 16,-1 2-13-16,0 1-8 0,0 0 26 0,-1 2 81 0,-1 0 6 15</inkml:trace>
  <inkml:trace contextRef="#ctx0" brushRef="#br0" timeOffset="115032.59">21092 7010 1523 0,'1'5'33'0,"2"4"-64"0,2 4-11 16,4 1 18-16,1-1 24 0,2 2 11 0,1 0 7 0,1-2 5 0,1 1 11 15,-1-1 6-15,1 0 3 0,1 1-9 0,1-2-15 0,0-1-10 16,0-1-4-16,0-2 0 0,1-1 4 0,-2-1-1 0,0 0 1 0,-1-2 3 16,-2-1-2-16,-3-1 9 0,-2-3-6 0,-1 0 1 0,-2-1 1 15,-2 0 0-15,-1-3 2 0,-3 0-2 0,-1-2-3 0,-2-1-7 0,-1-1-6 16,-1-2-5-16,-2 0 1 0,-3-3 0 0,-1 1 2 0,-2-2 8 0,-2 2 6 15,2 2 3-15,-2 0 1 0,0 2 2 0,0 1-3 0,1 1 0 16,0 2-4-16,1 2-9 0,1 2-12 0,1 1-8 0,0 2-5 0,1 2 0 16,-1 2 9-16,1 1 11 0,1 2 3 0,2 0 1 0,1 1-7 0,1 0-4 15,2 3-5-15,0 0-4 0,1 1-2 0,2-1-5 0,1-1-1 16,2 1-6-16,0-1 2 0,2 1 2 0,2-2-3 0,1 0 3 0,1 1 0 16,1-1 1-16,1-1 4 0,1-1 4 0,1-1 5 0,0-2 5 0,0 0 7 15,2-1 0-15,0-2 4 0,1-1 1 0,-1-1 4 0,1-1 3 16,1-1 3-16,-1-2 1 0,0 0-4 0,1 0 2 0,0-1-2 0,-1 1 0 15,-1-2 0-15,0 0 1 0,0 0-5 0,0-1 4 0,1 1-1 16,-1 0 0-16,-1 1 0 0,0-1 2 0,0 1-5 0,-2 1 2 0,0 1 3 16,0 1 0-16,0 2 6 0,0 1 1 0,0 0-1 0,-2 1-1 0,1 0-3 15,1 1-4-15,-1 1-2 0,0 1-3 0,1-1 1 0,-2 1 1 16,2 1-2-16,-2-1 0 0,1 2 0 0,0 1-2 0,-1 0-1 0,1 0-2 16,-1-1 0-16,1-1-3 0,0-1 1 0,-1 0 0 0,0 0-6 15,0-2-6-15,-1 0-8 0,2-2-11 0,-1 0-8 0,0-2-14 0,0 1-18 16,-1-2-7-16,-1-1-2 0,-1-1-2 0,-1-1 5 0,0-1 0 0,0 0 0 15,0-1 7-15,0-1 5 0,1-2 10 0,1 1 3 0,-2-1-3 16,1 0-7-16,-1 0-5 0,0 1-2 0,0-1 9 0,1 0 9 0,1 2 10 16,-1-1 9-16,2 0 5 0,-1 0 7 0,0 1 6 0,-1 2 6 0,0-1 5 15,-1 2 5-15,0 1 1 0,1-1 3 0,-1 3 1 0,0 0 2 16,-1 0 3-16,0 3 3 0,0-1 10 0,1 1 10 0,-1 1 11 0,1 0 10 16,-1 2 7-16,1 1 0 0,0 1-3 0,0 1-5 0,1 1-10 15,1 1-1-15,0 0-2 0,0 0-2 0,1 0-1 0,-1 2-2 0,3 0-5 16,-2 1-8-16,2 0-5 0,1-3-9 0,0 1-5 0,-1-2-3 0,1 0-3 15,-2 0 2-15,1-1-3 0,-1-2 1 0,-1 1-7 0,0-4-15 16,-1 0-16-16,0 0-21 0,-1-3-17 0,-2-1-11 0,0-2-1 0,-2-1 8 16,-1-4 17-16,-1-3 22 0,0-3 6 0,-2-5 11 0</inkml:trace>
  <inkml:trace contextRef="#ctx0" brushRef="#br0" timeOffset="115181.59">22006 6766 2059 0,'-7'6'102'0,"1"1"-153"0,0 4-38 16,4 0 0-16,4-1 30 0,1 3 24 0,0-1 1 0,1 1-2 0,0 0-6 16,1-2-13-16,-1 2-47 0,0-1-73 0,1-3-76 0,-1 1-51 0,0-3 14 15,0-2 46-15,1 0 87 0,-1-3 2 0</inkml:trace>
  <inkml:trace contextRef="#ctx0" brushRef="#br0" timeOffset="115333.6">22336 6919 1139 0,'5'5'119'0,"2"1"-130"0,2 4-24 0,3 1 11 16,2 1 19-16,1 0 12 0,1 0 10 0,1-1 13 0,0 2 24 16,0 1 18-16,0 2 12 0,1 0 5 0,1 2-18 0,-2 0-16 0,2 1-19 15,0-2-16-15,0 1-12 0,-2-1-7 0,1-2-3 0,0-1-10 16,-3-1-19-16,1-2-29 0,1 0-40 0,-2-4-44 0,-1 1-50 0,-2-3-47 16,-2-2-23-16,-2-1-10 0,-1-2 74 0,-2-3 83 0,-2-3 30 0</inkml:trace>
  <inkml:trace contextRef="#ctx0" brushRef="#br0" timeOffset="115665.59">17972 5211 1 0,'-55'82'192'0,"16"-39"662"0,13-24 657 0,3-18-1445 0,6-1-111 0,8 4-12 16,6 4 1-16,4 5 22 0,2 3 26 0,3 1 7 0,2 1-1 0,1 0-1 16,2-1 3-16,-1 2 2 0,1 1 1 0,0 1 1 0,0 4-4 15,-1 2-3-15,-2 2 3 0,0 2-4 0,-1 0 0 0,-1 0-8 0,-1-2 4 16,-2 1 1-16,-1-2 2 0,-1 2 4 0,-1-2-7 0,1-2-6 0,-1-1-13 15,-1 0-9-15,0-2-18 0,1-3-16 0,-1 0-4 0,1-2-4 16,0-3-1-16,-1-2-3 0,0-2-12 0,-1-4-23 0,0-2-29 0,-1-3-36 16,-1-2-45-16,-1-3-33 0,-2-2-1 0,1-3 35 0,-2-4 74 0,0-3 68 15,-1-5 15-15</inkml:trace>
  <inkml:trace contextRef="#ctx0" brushRef="#br0" timeOffset="115832.59">17528 5378 706 0,'-13'-10'386'0,"1"2"-283"0,0-2-36 0,6 4-22 0,6 3-14 16,3-1-13-16,3-1-6 0,1-1 0 0,3-1-8 0,2 0 8 0,2 0 2 16,3 0 1-16,2 0 7 0,2 0-7 0,3 1-2 0,3-1-8 15,0 0-2-15,3 0-3 0,-2 0-8 0,0 1-5 0,0 0-18 0,0 0-32 16,-2 0-47-16,-1 0-56 0,-2 1-44 0,-4-1-13 0,-1 2 12 0,-3 0 31 16,-1 3 59-16,-3 1-21 0</inkml:trace>
  <inkml:trace contextRef="#ctx0" brushRef="#br0" timeOffset="116514.59">17977 5603 1515 0,'0'1'79'0,"3"3"-126"0,4 1-1 0,4 1 17 16,2 1 27-16,0 0 4 0,2-2 3 0,0-1 6 0,2-2-2 0,-1 0 5 15,1-2 3-15,1-1-5 0,-1-1-2 0,1-1 1 0,-1-1 1 16,1-1-1-16,-2-1 3 0,0-2 2 0,0-1 1 0,-1-1 4 0,-2-1 4 15,2 0-4-15,-2-2 0 0,-1-2-1 0,-1-1 0 0,-3 1 0 16,-1-3-3-16,-2 0-1 0,0 0 0 0,-2-1-2 0,-2-1 2 0,-1 0-5 16,-1-1-1-16,-1 0 3 0,-1 2-3 0,-2 2 2 0,0 1-3 0,-1 0 0 15,-1 3-2-15,-2 1 1 0,-1 1 0 0,-2 2 1 0,0 1-2 16,1 3-2-16,-1 2 1 0,-1 2-8 0,0 2 1 0,-1 2-2 0,-1 2 0 16,0 2 3-16,-1 2 9 0,0 1-2 0,2 2 5 0,-2 0-2 0,2 1 2 15,0 3 2-15,2 1-4 0,2-1-1 0,2 3-5 0,1-1-7 16,3 1 1-16,1 0 0 0,3-2-1 0,2 1-1 0,1-4 1 0,2 2 1 15,2-1 2-15,1-1 0 0,1-1 3 0,2 0-2 0,0 0-4 16,2-1 3-16,0 0-9 0,0-3 3 0,1 1 0 0,1-1-2 0,1-1 5 16,-1-1-5-16,0-1-4 0,1-1-5 0,-1-2-6 0,0-3-11 0,0-1-8 15,2-2-23-15,-1-2-23 0,-2-2-20 0,0-1-14 0,0-3-13 16,-1-2 0-16,1-1-2 0,-2-1 6 0,0-1 19 16,0 0 20-16,0 0 22 0,-1-2 24 0,-1 0 14 0,1 2 14 0,0-2 9 0,0 1 6 0,-1-1 4 15,-2 0 2-15,0 0 1 0,0 1 1 0,0 1 0 0,1-1 0 16,-1 0 1-16,0 1 0 0,0 1 0 0,-1-2 1 0,-2 0-2 0,2 0-1 15,-1 1 0-15,-1 0 1 0,0 0 5 0,-2 1 3 0,-1 1 4 16,0 1 3-16,-1-1 2 0,-1 3 5 0,-1 1 4 0,-1 2 4 0,0 0 7 16,-1-1 5-16,-2 2 10 0,0 0 9 0,0 1 9 0,-1 1 11 0,1 1 3 15,-1 0 4-15,0 2-5 0,1 0-6 0,-1 1-13 0,2 1-10 16,0 0-21-16,0 1-14 0,1 1-6 0,-1 0-10 0,1 2 2 0,-1 0 1 16,1 2 1-16,1 0 0 0,-1 1-1 0,1 1-1 0,2 0-9 0,0 0-3 15,0 0-2-15,1 1 2 0,1 2 8 0,1 0 2 0,1 0-2 16,1 0-1-16,1-1-3 0,0 1 0 0,1-1 3 0,0 0-1 0,0 0-1 15,1 0 2-15,0-1-2 0,0 2 2 0,2-1-1 0,0 1 3 16,0-1 1-16,1 1-1 0,-1-1 2 0,1 1-2 0,-1 1 3 0,0 0-2 16,0 0-1-16,-1 0 4 0,0 2-2 0,-2-1 2 0,-1 0 4 0,0 1-2 15,-1-2 6-15,-3 1 2 0,0-1-2 0,-2-1 5 0,-1 0-4 16,-2-2 0-16,-1 0-1 0,-1 2-7 0,-2-1 0 0,0 0-3 0,-2 0-3 16,-2-3 3-16,-1 2-7 0,0-1-3 0,-2 1 2 0,0 0-9 0,0 0-2 15,0-1-1-15,1 0-4 0,1-1-5 0,-1 0-15 0,1-1-19 16,2 0-21-16,1-2-24 0,1 0-30 0,2 0-37 0,1 0-41 0,1-1-34 15,0-1-1-15,1-1 42 0,0 0 56 0,1-2 23 0</inkml:trace>
  <inkml:trace contextRef="#ctx0" brushRef="#br0" timeOffset="117132.59">19063 4620 1169 0,'-14'-6'112'15,"1"2"-92"-15,-3 0-23 0,7 3 1 0,3 2-3 0,0 2 4 0,3 1 5 16,-3 2-6-16,1 1 5 0,-1 3 2 0,0 0 1 0,-1 2 3 16,0 1 4-16,-1 1 3 0,1 3 3 0,-1 2 3 0,1 1 1 0,0 3 6 15,0 2 5-15,1 0 5 0,1 1-2 0,0-1-7 0,1 3-6 0,1-1-8 16,1 4-3-16,1 2-8 0,1 2-1 0,1 0-12 0,0 3 1 16,2-2 2-16,0 2-2 0,1 1 2 0,2-1-2 0,0 0-3 0,1-2-5 15,0-1 5-15,2-1-3 0,-1-3-2 0,2-2 3 0,-1-4-6 0,0-3-4 16,0-1-10-16,-1-5-28 0,0-1-48 0,-2-3-53 0,0-2-36 15,-1-4-21-15,-1-2 1 0,-1-4 14 0,-1-3 58 0,-1-5 3 0</inkml:trace>
  <inkml:trace contextRef="#ctx0" brushRef="#br0" timeOffset="117299.59">18596 5183 2007 0,'0'-1'-21'15,"4"1"-40"-15,6 0-2 0,9 2 19 0,4 1 22 0,6 0 0 0,2 0-6 16,2 0-15-16,0-2-8 0,3 0-5 0,-2-1-2 0,1 0-16 0,1 0-44 16,-2-1-54-16,1 0-48 0,-2-1-26 0,1 1 19 0,-3-1 28 15,1 0 58-15,-3-1 2 0</inkml:trace>
  <inkml:trace contextRef="#ctx0" brushRef="#br0" timeOffset="119048.65">21469 4239 215 0,'-1'-3'25'0,"0"0"-39"0,2-1-1 0,0 2 4 16,2 0 9-16,0 1 5 0,-2 1 3 0,0-1 3 0,-1 0 0 16,0 1 5-16,0-1 1 0,-2 0 0 0,1 1 0 0,-1-1 0 0,-1 1-1 15,1 0 0-15,0 0-1 0,-1 0 2 0,1 0 0 0,0 1 1 16,1 0 2-16,-1 0 0 0,1 0 3 0,-1 1 2 0,1-1 4 0,0 1 7 15,-1-1 3-15,1 1 4 0,0 0 1 0,0 1-2 0,1-1 2 0,-1 0 0 16,1 0-1-16,-1 0 2 0,1-1-5 0,0 2-1 0,0 0-4 16,1 0-3-16,0 0 0 0,0 1-5 0,1 0 0 0,-1-1-1 0,2 1 3 15,0 1 1-15,2 0 0 0,0 0-1 0,1 1 3 0,0 0-2 0,1 0 2 16,0 2-2-16,0 1 3 0,2 2-2 0,0 1-1 0,2 2 0 16,0-1 1-16,1 4 0 0,0 1-1 0,1 2 0 0,2 3-10 0,1 3 6 15,0 2-2-15,0 3 4 0,1 5-6 0,0 3-5 0,-1 2-4 16,3 4-8-16,-1 4 6 0,1 4-2 0,1 3-2 0,2 2 3 0,2 0-3 15,1-1-8-15,1 3 9 0,2-1 5 0,1-1 8 0,3 0 16 0,2-1 3 16,1-1 10-16,3 0 11 0,3-1 13 0,1 1 3 0,4 0-6 16,0-1-8-16,3 2-7 0,-1-1-6 0,0 1-3 0,1-1-2 0,3 0-5 15,1 2-5-15,-1 0-5 0,0 0-6 0,-2 0-8 0,0 0-3 0,-1-2-9 16,1 2-1-16,-3-1 2 0,-1 0-1 0,-2-1 7 0,-2-1-2 16,-2 0-3-16,-1-1 0 0,-1-1-1 0,-1-1-5 0,-1-3 4 0,-1-1 1 15,-2-1 0-15,-1-3 2 0,-1-1-3 0,-1-1-2 0,-1-3-2 0,0-2 12 16,-3-2-2-16,1-3 4 0,-2-2-2 0,-2-3-4 0,-1 0 2 15,-3-3-6-15,-2-2 3 0,-1-2-4 0,-1-4 1 0,-1 0-2 0,-3-3-14 16,0-2-17-16,-1-3-21 0,-1-1-28 0,-2-4-22 0,-1-1-37 16,-4-4-45-16,-2-1-63 0,-2-4-89 0,-4-4-66 0,-1-5-16 0,-3-8 85 15,-1-12 32-15</inkml:trace>
  <inkml:trace contextRef="#ctx0" brushRef="#br0" timeOffset="119515.65">22548 5124 1 0,'-9'-15'93'0,"0"4"565"0,-4-2 611 0,6 7-1034 0,1 0-366 15,3 1-72-15,4 2 17 0,2 2 57 0,2 1 76 0,0 1 54 0,0 1 15 16,1 0 14-16,1 2 12 0,-2 2 10 0,2 0 6 0,0 3 1 16,0 2-7-16,0 4-16 0,-1 5-1 0,1 2-11 0,-1 4-6 0,1 2-1 15,-2 2-11-15,1 5 2 0,-1 1-4 0,-1 5 1 0,0 3-3 16,-1 0 1-16,1 1-4 0,0-1 2 0,0-1-1 0,1-1-3 0,1-3-8 15,1-3 1-15,0-4 5 0,1-3-2 0,2-3 11 0,-1-4-8 0,1-3 1 16,1-5-3-16,0-1 0 0,1-4 1 0,1-1-8 0,0-4 8 16,1-2-2-16,0-2 9 0,2-3 8 0,2-3-6 0,2-2 0 0,0-3-3 15,1-2-1-15,2-1-1 0,-2-4 6 0,0-2-3 0,-2-1-11 0,-2-3 11 16,0-1-6-16,-1-2-3 0,-2-2 10 0,1 0-12 0,-1-5 1 16,1 0-8-16,0-1-9 0,-1-3-2 0,3 2 0 0,0 0 0 0,0 5 2 15,3 3 0-15,-2 6-10 0,-1 3-5 0,-2 4-8 0,0 3-11 16,-2 3-9-16,-1 1-28 0,-2 2-26 0,-1 1-31 0,-1 2-25 0,-2 2-16 15,0 2 2-15,-2 2 19 0,-2 1 27 0,0 3 44 0,-1 2 41 0,-1 1-29 16</inkml:trace>
  <inkml:trace contextRef="#ctx0" brushRef="#br0" timeOffset="119865.68">23439 5698 1906 0,'-3'0'-25'0,"1"1"-153"15,2 2-14-15,3 2 42 0,2-1 74 0,0 2 62 0,0-1 18 0,0 0 11 16,1-1 5-16,-2-2 9 0,1 0 7 0,-1-2 0 0,0 1-1 16,0-2-4-16,1 0 8 0,0-1 4 0,0-2 2 0,0 0-1 0,0-2-7 15,0 0-8-15,0-1-1 0,0-1-1 0,0-1-2 0,-2-2 2 0,-1 0-4 16,0 0-1-16,-3 0-3 0,-1 1-4 0,-1 0 2 0,-2 0-13 16,-2 0-4-16,-1 1-8 0,-3 0-9 0,-2 0 0 0,0 2-1 0,-1 1-3 15,-1 2-9-15,-2 0 6 0,0 2-6 0,0 1 0 0,1 0 4 16,-1 0 1-16,0 2 5 0,2 1 11 0,2 1 6 0,2 1 0 0,1 0 1 15,2 2-11-15,2 0-6 0,2-1-3 0,3 1-2 0,3 1 8 0,1 0 6 16,3 1 10-16,2 2 8 0,2 0 6 0,4 2 6 0,2-1 5 16,3 1-5-16,3 1-1 0,0 0-5 0,2 1-5 0,2-3 0 0,1 1-8 15,2-1 2-15,-2 0-2 0,0-1-1 0,-3 0 5 0,0-2 0 0,-1 1-3 16,-2-1 3-16,1-1 0 0,-1 0-6 0,-2-2-3 0,-1-1-19 16,-1-2-34-16,-2-1-42 0,-1-2-39 0,-2-1-33 0,-1-2-15 0,-1-2-2 15,-3-2 0-15,0 0 13 0,-2-3 18 0,-1-1 29 0,0-4 41 16,-1-4-9-16</inkml:trace>
  <inkml:trace contextRef="#ctx0" brushRef="#br0" timeOffset="120049.68">23883 5205 2911 0,'-2'4'-35'0,"3"6"-80"0,3 6 0 0,5 7 40 0,1 4 56 15,2 2 22-15,0 1 5 0,-1 3-8 0,0 0 3 0,-1 4 2 0,1 0 0 16,-1 2 3-16,-1 1-10 0,-1 1-1 0,-1 2-2 0,-1-1-17 16,-1 0-14-16,-1 2-30 0,0 1-63 0,-1 0-67 0,1 0-107 0,-2-1-122 15,0 2-61-15,-2-1 44 0,-2 2 25 0</inkml:trace>
  <inkml:trace contextRef="#ctx0" brushRef="#br0" timeOffset="153234.39">5970 10980 1010 0,'-38'-11'17'0,"-11"-4"7"0,-11-5 0 0,-9-4 0 0,29 8-14 0,6 0-4 0,1 2 8 0,3 1 13 0,1 1 4 0,-1 2-2 15,-1 0-9-15,1 1-15 0,-1 1-11 0,1 3-13 0,-1 1-12 0,2 1-7 16,-2 3 0-16,0 1 4 0,-1 1 7 0,-3 3 6 0,-2 0 4 16,-1 3 7-16,0 1 5 0,-1 1 3 0,-1 0 1 0,-2 1-1 0,-1 2 3 15,-2 1 3-15,0 0-4 0,-1 0 8 0,-1 2-8 0,3 0 2 0,-2-2 0 16,-1-1-1-16,0 2 1 0,-1-1-2 0,0 1 3 0,1 0-5 15,-1 0 2-15,-1 1-1 0,1 0 1 0,0-1 2 0,0 0-2 0,0 0 0 16,0-3 2-16,1 1 3 0,-2-2 3 0,2 0 2 0,-1 0 1 0,0-1 1 16,4 1 0-16,1-2 3 0,-1 2-1 0,0 0-4 0,1 2 0 15,-1 1-6-15,-1 2 0 0,1 1-3 0,1 2 2 0,1 0-5 0,1 0 2 16,-1 3 3-16,1 0-9 0,-1 0 2 0,3 2-1 0,2 0 0 16,1 2 3-16,3 0 1 0,0 0 1 0,4 0 1 0,1 0 0 0,1 0-1 15,2-1-6-15,1 2-1 0,1 1-7 0,3 0-6 0,1 1-8 0,2-1-7 16,1 1-9-16,2 0-3 0,2 1-1 0,3-1 2 0,1 2 7 15,0-1 5-15,3 0 7 0,1-2 4 0,1 0 5 0,1-2 5 0,2 1 2 16,2-1 5-16,1 2 2 0,1-2 5 0,2-1 2 0,1 0 4 0,2-1 4 16,2 1 1-16,2-1 1 0,2 0 1 0,1 1 0 0,2-3 1 15,2 1 3-15,3-1-1 0,0-3-4 0,3 1 0 0,1-1 2 0,3-2 0 16,1 3 5-16,4-2-4 0,2 1-4 0,0-2-1 0,4 0-4 16,2 0 2-16,2-3 0 0,4 2-1 0,0-1-1 0,0-2-4 0,3 0 1 15,2-3 2-15,1 1 2 0,2-2 1 0,1 0-4 0,1-1 0 16,3 0-2-16,1-1 3 0,0-1 1 0,4 0-2 0,0-1 0 0,3 0 2 15,3-2 0-15,1 0 0 0,0-2 0 0,3-1 0 0,1-3 1 0,1-1 2 16,0-3 4-16,0-1-3 0,1-2 3 0,1-4 3 0,0-1-4 0,3-3 1 16,-1 0 2-16,-2-3-10 0,0-1 4 0,-2-1-6 0,-1-3-2 15,0 0 0-15,-2-2-1 0,-2-2 4 0,-1 1 4 0,-1-2-3 0,-2 0-3 16,-2-2 2-16,-3-1-2 0,-1 0 4 0,-1 1 0 0,-4 0-3 16,-1-2-3-16,-2 1 2 0,-1-2 5 0,-2 2 0 0,-3 0 9 0,-2-2 1 15,-3 1 3-15,-2-3 8 0,-3 0-2 0,-2-1 4 0,-1-2 3 0,-5-1 4 16,-1-3 1-16,-3-3 1 0,-2-1 1 0,-3 0-7 0,-4-1-7 15,-3 1-10-15,-4 0 1 0,-3-2 1 0,-3 4-6 0,-4-1 10 0,-6 1-9 16,-2 0-5-16,-6 0-3 0,-3 0-13 0,-4 1-9 0,-6 0-3 0,-4 1-20 16,-5 0-13-16,-4-1-1 0,-6 0 4 0,-3 2 22 0,-5 3 26 15,-3 3 8-15,-5 1-1 0,-5 4 0 0,-2 3-5 0,-6 4-7 0,-5 3 2 16,-2 5 5-16,-7 4-4 0,0 5 5 0,-7 4 2 0,0 4-6 16,-2 6 0-16,-2 4 3 0,0 6-10 0,-1 6-6 0,0 6-9 0,-2 8-18 15,2 8-9-15,1 7-20 0,1 7-23 0,5 9-34 0,2 7-49 0,6 10-51 16,4 3-7-16,6 7 55 0,6 1-43 0</inkml:trace>
  <inkml:trace contextRef="#ctx0" brushRef="#br0" timeOffset="168893.77">19330 11676 159 0,'-7'0'35'0,"-1"1"-3"16,-1 0 3-16,4 1 3 0,0 0-2 0,2-1-3 0,-1 1-3 0,0 1-2 15,0-1 9-15,0 0 4 0,0 2 5 0,1 0 3 0,-1 1-4 0,-1 0 5 16,1 0 3-16,0 1 8 0,0-1 7 0,1 0-1 0,1 2-4 16,0 0-13-16,1 1-10 0,1 0-11 0,2 4-5 0,1 2-3 0,0 2-2 15,3 2-2-15,1 2 0 0,3 1-1 0,1 1-6 0,2 1 4 16,1 2-5-16,4-2-2 0,2 0-1 0,2-2-10 0,2-1 1 0,2-2-4 16,1-1 5-16,1-2 1 0,0-2 2 0,3-2 2 0,-2-2 1 0,1-2-1 15,-2-1 7-15,1-2 1 0,-1-3 6 0,1 0 7 0,-1-2-2 16,0-1-1-16,-2-2-4 0,-3-1-6 0,1-2-6 0,-2-1-11 0,-1-1-11 15,0-1-22-15,-2-1-35 0,-1-1-32 0,0 0-23 0,-1 0-25 0,-2-1-16 16,-1 0-30-16,-3-2 0 0,0-1 46 0,-4 1 42 0</inkml:trace>
  <inkml:trace contextRef="#ctx0" brushRef="#br0" timeOffset="169192.77">19803 11813 398 0,'-2'2'84'15,"0"-1"-75"-15,1 3-18 0,1 1-1 0,1 0 0 0,1 1-1 0,0 1 1 16,1 0 2-16,-1 0 3 0,1 0 3 0,-1-1 2 0,-1-1 2 16,0-1-4-16,-1 0-3 0,0 0-5 0,1-1-5 0,-1 1-2 0,-1-2-4 15,2 1-4-15,-2-2-8 0,1 1-10 0,1-2-8 0,-1 0-4 16,0 0 5-16,0 0 14 0,0 0 11 0,0-1-6 0</inkml:trace>
  <inkml:trace contextRef="#ctx0" brushRef="#br0" timeOffset="169691.77">19939 11748 646 0,'-4'-2'208'0,"1"1"-139"15,-1 0-36-15,3 1-6 0,1 1-4 0,1 0-8 0,1 1-8 16,0 0-7-16,1 2 0 0,0-1 4 0,-1 2 2 0,-1 1 5 0,-1 0 2 16,0 3-6-16,-1 1 0 0,0 2 1 0,-1 1-5 0,0 3 5 0,0 2-5 15,0 3-2-15,0 0 5 0,1 3-4 0,0 2 2 0,1 2-6 16,2 0-3-16,0 5 5 0,2 0 1 0,2 4 1 0,2 1-6 0,2 2-10 15,3 2-11-15,1 2-4 0,3 1 1 0,2 2-1 0,1-3 6 0,3-3 2 16,2 0 2-16,0-4 7 0,0 0 6 0,0-1 2 0,1-4 2 16,-1-1 0-16,-2-3 3 0,-3-1 8 0,-2-3 3 0,-3 0 11 0,-2-3 10 15,-3-2 11-15,-3 0 14 0,-3-3 6 0,-3-1 4 16,-3-2 4-16,-1-1-4 0,-3 0-2 0,-2 0-14 0,-2-1-11 0,-3-2-8 0,-2 1-13 16,-4-2-3-16,-4 0-5 0,-1-1-3 0,-2-4 0 0,1 0-3 0,-1-4 2 15,1-1 4-15,0-3 5 0,0-2 8 0,1-2 5 0,0-3 10 16,1-2 10-16,2-3 4 0,0-3 3 0,1-1-3 0,3-4-7 0,1-2 2 15,3-2-2-15,1 0-7 0,3 0-1 0,4-1-5 0,0 3-3 16,3-2-3-16,2 4-7 0,1-1-4 0,2 2-8 0,1 3-6 0,-1 2 1 16,2 2-5-16,0 4-1 0,1 0-4 0,1 3-13 0,1 2-5 0,2 1-16 15,-1 1-26-15,1 2-35 0,2 1-56 0,0 3-83 0,1 2-90 16,1 1-89-16,-1 3-10 0,3 0 97 0</inkml:trace>
  <inkml:trace contextRef="#ctx0" brushRef="#br0" timeOffset="170524.77">20569 11628 185 0,'-5'-1'26'0,"0"1"-7"0,0 0-4 0,3 0-4 0,0 0-6 0,0 1-2 15,1-1-2-15,0 1-2 0,1 0 2 0,0-1-1 0,0 1 4 0,0-1-2 16,0 0 0-16,0 0-1 0,0 0-4 0,-1 0-4 0,1 0-3 15,0 0-9-15,0 0-9 0,1 0-12 0,1 0-10 0,-1 0 6 0,0 0-28 16</inkml:trace>
  <inkml:trace contextRef="#ctx0" brushRef="#br0" timeOffset="171408.79">20573 11777 172 0,'0'-13'105'0,"-1"0"13"0,1-3 12 0,0 3 0 16,0 1-12-16,0 2-13 0,1 2-17 0,0 1-16 0,0 4-12 0,0 0-6 16,0 1-6-16,-1 1-1 0,1 1 1 0,0 2 1 0,0 0 0 0,0 2 7 15,0 2-5-15,0 2-2 0,1 2-6 0,0 3-2 0,0 1-6 16,1 3-8-16,1 0 0 0,-1 3-10 0,0 1-1 0,1 0 2 0,1 2-9 15,-1 1 3-15,1 2-1 0,0 1-3 0,0-1 1 0,1 0-5 16,-1-3-4-16,1 1 11 0,1 0-4 0,0-2 9 0,1 1 3 0,-1-2-10 16,0 0 3-16,0-2-8 0,1 0 2 0,-2-4 5 0,2 0-4 0,0-1 6 15,0-2 1-15,1-1-1 0,-1 0 5 0,1-1 4 0,1 0-1 16,-1-1 5-16,1-1-2 0,0 0-3 0,1-2 1 0,2 0-8 0,-1-1-1 16,1 0 0-16,-1 0-1 0,0-2-3 0,-1 1-6 0,-1-1 2 0,-1-1 3 15,2 1-7-15,-1 0 7 0,0-1-7 0,1 1-8 0,-1-1-1 16,0 1 1-16,0-1 1 0,0 1-1 0,-1-3-6 0,1 1-7 0,0-2-12 15,-3 0-10-15,2 0-7 0,-1-1-25 0,0-1-21 0,-1-1-40 16,-1-1-65-16,0-2-62 0,0-1-62 0,-3-3-28 0,0-1 66 0,-3-1 104 16,-1-5 75-16</inkml:trace>
  <inkml:trace contextRef="#ctx0" brushRef="#br0" timeOffset="171591.79">20758 11607 769 0,'-14'-11'197'0,"1"0"-9"0,-3-3-5 0,5 6-41 15,4 1-40-15,1 0-33 0,2 2-29 0,1 1-10 0,3 2-6 16,-1 0-5-16,1 1-6 0,1 1-1 0,-1 0-7 0,2 0 6 0,1 1-6 16,1 0-1-16,1 1 1 0,1-1-7 0,1 2 4 0,2 0-3 0,1 0-2 15,1 2-1-15,1-2-5 0,0 2-8 0,0-1-10 0,1 0-16 16,1 3-16-16,1-1-22 0,0 0-29 0,-1 0-36 0,0 0-42 0,0-1-31 16,-3 2-35-16,2-1 10 0,0 1 52 0,1-1 72 0,0 0 20 0</inkml:trace>
  <inkml:trace contextRef="#ctx0" brushRef="#br0" timeOffset="171925.79">21232 11736 1522 0,'-2'1'118'0,"0"1"-38"0,1 1-36 0,2 3-10 0,3 0-4 15,2 5-5-15,2 1-9 0,0 1 4 0,3 2-3 0,-1-2 6 16,-1 0 10-16,0 1 1 0,-1 0 8 0,0 0-4 0,-2-1-4 0,3 1-6 15,-1-1-5-15,0-1 2 0,1-1-5 0,-1-1 7 0,2-1-4 0,-2 1-8 16,2-2 0-16,1-1-9 0,-1 0 0 0,1-2-4 0,1-1-4 16,0-2 2-16,1-1 3 0,0-1 3 0,-1-1 8 0,-1-3-1 0,-1-1 1 15,0-1 4-15,1-3-1 0,-1-1 0 0,-1-1-1 0,0-2-3 16,-1 1-2-16,-2-2 2 0,0 0 0 0,-1-1-2 0,0 2-2 0,-2-2-4 16,-2 1 1-16,-2 1 2 0,-1-1 1 0,-3 1-1 0,-2-1 0 15,-2 0-3-15,-1 0 4 0,-3 2-1 0,-3-1 1 0,-1 2-2 0,-1-1-7 16,-3 1 5-16,-1 1 1 0,2 2-1 0,-1 0 3 0,0 2-5 0,1 1-3 15,-1 1-5-15,0 3-5 0,1 0-4 0,0 2 0 0,1 1 1 0,1 2-6 16,1 0-7-16,1 2-22 0,1 1-21 0,3 0-46 0,0 0-55 16,1 2-69-16,1 0-83 0,1-1-74 0,2 0-43 0,3 0 85 0,-1-2 57 15</inkml:trace>
  <inkml:trace contextRef="#ctx0" brushRef="#br0" timeOffset="172326.79">21388 11321 1540 0,'-3'-7'325'0,"2"1"-187"16,0-2-51-16,4 4-29 0,2 0-6 0,2 0-12 0,2 1-9 16,2 1-7-16,2 1-7 0,-2 1 4 0,2 1 0 0,1 1 6 0,0 0-4 15,0 2 0-15,-2-1-6 0,2 1-8 0,0 1 1 0,0-1-6 16,1 2 1-16,1-1-3 0,1 1-1 0,0 0-4 0,1 0 2 0,1 0-4 16,-1 0 2-16,-1-2-8 0,1 1-3 0,-1-2 0 0,0-1 2 0,-1 0 12 15,0-1 0-15,0 0 4 0,-1-1-4 0,0 0-1 0,0-1 4 16,0 0-5-16,-1 0 4 0,-1 0 10 0,1 0-2 0,-2 0 0 0,1-1 3 15,-3 1-10-15,0 0 0 0,-1 0-1 0,-1 1-2 0,-1 0 0 0,-1 1 0 16,-2 0 3-16,-1 1-13 0,1 1 1 0,-2 0 0 0,1 2-1 16,-1 3 10-16,0 1 10 0,-2 3-1 0,1 2-3 0,-1 2 2 0,0 1-11 15,0 0-2-15,0 3 2 0,0 0 3 0,-1 1-1 0,1 1 2 16,1 1-6-16,-1-1-2 0,2 2-1 0,1 1 0 0,0 2 7 0,2-2-8 16,0 2-2-16,1-1 0 0,1-1-4 0,1 1 4 0,0 0 2 0,1 1-6 15,-1 1-2-15,2 1 7 0,-1 0-1 0,0-2 2 0,0-1 5 16,-1-3 5-16,0 2 1 0,-2-2 7 0,1 0 4 0,-1 0-10 0,-1-2 3 15,-1 0 3-15,-3-2-4 0,0-1 5 0,-1-1 1 0,-1 0-3 0,-3-1-2 16,0-1 1-16,-3 1-1 0,-1-1 1 0,-1 1 2 0,-2-3-5 16,-2 0 3-16,0-2-4 0,-1-1-6 0,1-2 1 0,-2 0-4 0,0-3-3 15,-1 0-8-15,2-2-23 0,0-1-15 0,-1-2-27 0,2-2-24 16,0 0-26-16,-1-3-47 0,1 0-48 0,2-3-53 0,1-2-45 0,2-3-4 16,3-2 43-16,0-2 97 0,1-4 34 0</inkml:trace>
  <inkml:trace contextRef="#ctx0" brushRef="#br0" timeOffset="172525.79">22204 11860 1334 0,'5'-3'247'0,"2"0"-166"16,3 0-47-16,2 0-27 0,5 2 2 0,2 0-1 0,1 0-3 0,3 1 0 16,-2 1-8-16,-2 1-1 0,1-1-1 0,-3 2 4 0,1-1 1 0,-3-1-3 15,0 1-2-15,0-1-1 0,-1 1-2 0,-1 0 5 0,0-1 1 16,0 1-3-16,1 0-3 0,-2-1-9 0,1 0-9 0,1-1-12 0,0 1-25 15,-1-2-25-15,0 1-49 0,0-2-41 0,0 0-25 0,0-1-19 0,0-1 3 16,-3 0 28-16,1-1 50 0,-1-1 2 0</inkml:trace>
  <inkml:trace contextRef="#ctx0" brushRef="#br0" timeOffset="172708.79">22527 12120 2624 0,'-1'0'137'16,"0"0"-61"-16,2 0-51 0,3 1-23 0,3 1-9 0,5 2-3 16,2-1-13-16,4 1-7 0,-1 1-4 0,1-1-12 0,-1 0 1 0,-1-1-10 15,-3-2-26-15,-1 1-26 0,-1-1-37 0,-1-1-32 0,0 1-23 16,0-2-22-16,-1 0-39 0,1-1-28 0,0-1-29 0,-2-2 3 0,-1-2 68 16,1-1 83-16,1-1 66 0</inkml:trace>
  <inkml:trace contextRef="#ctx0" brushRef="#br0" timeOffset="175592.79">23573 11629 812 0,'-3'-6'444'15,"-1"2"-320"-15,-1-1-72 0,2 3-47 0,1 0-1 0,2 1-4 16,1 0 0-16,1 0-7 0,2 0 3 0,0 0 2 0,-1 0 6 0,3-1 7 16,-1 1 4-16,1-1-3 0,0-1-1 0,0 1-5 0,1-1-4 0,-1 0 2 15,2-2 4-15,-1 0 6 0,-1 0 4 0,1 0 2 0,-1-1-2 16,1 0-2-16,0 0-7 0,-1-2 2 0,1 0 2 0,0-1-2 0,1-2-1 15,-2 1-6-15,2-2-1 0,0 0-3 0,-1 1 5 0,1-1-5 0,-1 1 0 16,0-1-3-16,0 1-6 0,0 1 1 0,-3 0-4 0,2 2 5 16,-1 0-2-16,-1 2 6 0,0 1 1 0,0 0 1 0,-1 1-1 0,0 1 2 15,-2 1 3-15,1 1-2 0,-1 0-1 0,-1 1-4 0,0 0 1 16,0 0 3-16,-1 2 2 0,0-1-1 0,1 3 2 0,-1 0 3 0,0 1-2 16,-1 2 2-16,0 0 6 0,0 1-4 0,-1 1 2 0,1 0 2 0,-1 1-10 15,1 0 1-15,1 1 3 0,0-1-3 0,1 2-2 0,0-1 2 16,0 1-2-16,2 1 2 0,0 0 2 0,1 0-3 0,1 0 1 0,0 1 1 15,2-1-2-15,-1 0 1 0,2 2-3 0,0-2 0 0,0 1 2 0,1 0 2 16,0 1 3-16,-1 1-5 0,2 0 6 0,-2-2-10 0,1 1-1 16,0 0 3-16,-1-2-1 0,1 0 7 0,0 0-3 0,-1 0 3 0,0 0 2 15,-1-1-3-15,0-1 4 0,0 0-1 0,0 1-2 0,-1 0 0 16,0 0 1-16,0-2-5 0,-1 0 2 0,-1 0-1 0,1-1-2 0,-2 1 5 16,0-2-2-16,1 1-2 0,-2-2 2 0,0 0-1 0,0-1 4 0,-1 0-2 15,-1-1 3-15,-1 0 1 0,1-1-3 0,-2 1 4 0,1-2 0 16,-1 1 5-16,-1-2-2 0,0 0-1 0,-1 0 8 0,0 0-9 0,-1-1 9 15,0 2-3-15,-1-1 0 0,-1-1 1 0,0 1-1 0,-1 0 2 0,1 0 5 16,-1-1-1-16,3 0 9 0,0 0-2 0,0 0-1 0,2 0 2 16,-1-1-12-16,2 1-3 0,-1-1-7 0,2 0-1 0,1 0-2 0,0 0 0 15,1 1-3-15,1-1-2 0,-1-1-1 0,2 1-4 0,0-1-10 16,1 1 1-16,0-1-5 0,2 1-8 0,-1-1-1 0,2 0-10 0,1 0-9 16,0 1-13-16,3 1-26 0,-1 0-37 0,2 0-61 0,1 1-66 0,-1 2-73 15,0 0-61-15,1-1 50 0,1 1 86 0</inkml:trace>
  <inkml:trace contextRef="#ctx0" brushRef="#br0" timeOffset="180492.5">19843 13612 548 0,'-6'-8'218'0,"1"0"-124"0,-2-2 5 15,2 4-18-15,1 2-31 0,2 0-19 0,1 1-17 0,0 1-8 0,1 1 3 16,0 1 6-16,0 0 8 0,1 1 9 0,-2 1 4 0,1-1 2 15,0 1 1-15,-1 1 6 0,0 1 3 0,0 2 2 0,0 0 2 0,0 2 2 16,-1 1 0-16,0 1 0 0,-1 1-11 0,1 2-11 0,-1 1-5 0,1 3-9 16,-1 3-3-16,2 1-2 0,-1 3-5 0,1 3 3 0,0 1-6 15,1 4-3-15,2-2-8 0,1 3-4 0,1-3 2 0,3 1 0 0,1-1 4 16,1-1-7-16,3-2-1 0,1-3-7 0,1-4 0 0,2-2-2 16,3-4-8-16,0-2 1 0,1-3-13 0,2-4-10 0,-1-1-15 0,-1-3-19 15,2-1-17-15,-3-3-26 0,0-1-22 0,-1-2-33 0,-1-3-36 0,-2-1-7 16,1-2 25-16,-2-2-13 0</inkml:trace>
  <inkml:trace contextRef="#ctx0" brushRef="#br0" timeOffset="180842.5">20139 13743 1273 0,'0'-1'255'16,"0"2"-207"-16,1 0-13 0,3 1-16 0,2 3-9 0,2 0-5 15,5 3-6-15,2 1 2 0,1 1-1 0,1 2 3 0,1 1-5 0,-2 1 4 16,-1 0 3-16,-2 3-9 0,0 0-1 0,0 1-4 0,0 1 5 0,0 3 6 16,-1 2 0-16,1 3 4 0,1 2-9 0,1 1-4 0,-1 3-2 15,1 3-8-15,-1 4-3 0,1 5-13 0,0 0-7 0,-2 2-3 0,1 2-5 16,0 1 0-16,-2 1 1 0,-2 0 10 0,0-2 11 0,-1-3 16 0,-1-2 13 16,-2-3 3-16,-2-4 11 0,-2 0 8 0,-3-2 10 15,-3-2 4-15,-2 0 1 0,-3-2 1 0,-3-3 0 0,-1 0 8 0,-3-3 1 0,-2-1 4 16,-2 0-2-16,-1 0 7 0,-4-3 3 0,0-3-1 0,-2-1 0 15,1-2-4-15,2-2 0 0,0-4 0 0,1-2-1 0,1-3-3 0,0-2 4 16,3-2 4-16,0-3 6 0,1-3-2 0,2-3-8 0,1-4-16 0,2-5-8 16,1-5-1-16,1-4-8 0,3-6 1 0,1-3-14 0,3-5-1 15,3-5-5-15,4 0-5 0,4-1 3 0,0 2-11 0,5 2-4 0,3 3-9 16,0 3-1-16,2 1-15 0,-1 6-5 0,0 1-13 0,0 5-24 0,-1 0-19 16,1 2-47-16,-1 2-41 0,-1 0-51 0,0 1-67 0,1 2-71 15,0 0-45-15,1 1 80 0,0 1 25 0</inkml:trace>
  <inkml:trace contextRef="#ctx0" brushRef="#br0" timeOffset="181176.5">20894 13975 1816 0,'0'1'367'0,"2"2"-297"0,1 1-2 0,1 1-20 0,2 1-25 0,1 3-9 15,2 2-14-15,2 5-2 0,0 2 1 0,-1 2 2 0,-1 0 1 16,-1 2 1-16,-2 1 1 0,-1 1-1 0,-3 2 4 0,-1 1-6 0,-1 0 1 16,-2 0 4-16,0-1 0 0,0 0 3 0,0-1-4 0,0 0-2 15,1 0 0-15,0 0-1 0,2-1 5 0,0-1-7 0,2-2 5 0,1-3-13 16,1-2 1-16,1-2 2 0,1-1 10 0,1 0 10 0,1-3 4 0,0 0 6 16,2-2-6-16,0 0 3 0,0-2 5 0,0-1 0 0,1 0-3 15,1-2 6-15,-1-1-4 0,1 0-5 0,-1-1 5 0,0 0-8 0,2 0-1 16,-2-1 3-16,0 0-12 0,-2-1-1 0,1 1-4 0,1-1-3 0,-1 0 3 15,-1-1-8-15,1 0 4 0,-1 0-13 0,0 0-4 0,0-1 0 16,-1-1-16-16,-1 1-15 0,0-2-17 0,-1-1-21 0,-2 1-19 0,1-1-34 16,0-1-31-16,-2 0-46 0,2-2-41 0,0-1-24 0,-1-1-47 15,1-1-16-15,-1-2 46 0,-1-1 101 0,0-5 24 0</inkml:trace>
  <inkml:trace contextRef="#ctx0" brushRef="#br0" timeOffset="181392.5">20949 13785 1887 0,'-1'-6'556'16,"0"1"-460"-16,0-1 3 0,2 1-41 0,3 0-30 0,2 1-23 0,2 1-15 16,4 0-5-16,1 0-1 0,2 2 6 0,-1 1 1 0,0 1 5 15,-1 0 6-15,-2 0-9 0,-2 0-7 0,-1 2-16 0,-1-1-18 0,1 1-11 16,0 0-10-16,-1 0-16 0,0 0-15 0,-1 0-23 0,0 0-32 0,1 0-40 15,-2 1-61-15,2 1-73 0,1 0-49 0,-1 1 32 0,0 1 102 16,1 0 24-16</inkml:trace>
  <inkml:trace contextRef="#ctx0" brushRef="#br0" timeOffset="181743.28">21505 14156 2377 0,'2'6'92'0,"1"3"-34"0,1 3-14 0,2 3-20 0,1 4-18 0,2 1-6 15,2 2-8-15,0 1-5 0,2 0 2 0,-1-1 7 0,0 0 2 16,-2 0 5-16,-1-4 2 0,-1 1-7 0,-1-3-7 0,0 0 3 0,1-3-1 16,-2 1 6-16,2-2-1 0,-1-1-1 0,1-2 0 0,-1-3 0 15,2 1-1-15,0-3-7 0,1 0 7 0,0-2-9 0,0-1 16 0,0-1 10 16,-2-3-1-16,1-1 9 0,0-2-2 0,0-1-3 0,0-2 5 0,0-2-1 15,-2-1 0-15,-1-1-3 0,1-1-7 0,-1 1-2 0,-1-3 0 16,0 0-3-16,-1 0 0 0,-1 0 3 0,-1-1 0 0,-3 0 2 0,0 2-4 16,-2-3 3-16,-1 1-4 0,-2-1 0 0,-1 1 3 0,-1-2-3 15,0 0-2-15,0 2 4 0,-1 0-4 0,-1 1 7 0,0 2-4 0,0 2-1 16,0 1-3-16,0 1-4 0,-1 1-4 0,1 3-3 0,0 1 1 0,0 2-8 16,1 2-6-16,-1 1-2 0,0 1-7 0,1 1-6 0,-2 2-8 15,1 2-14-15,-1 1-25 0,1 1-47 0,-1 1-74 0,1-1-127 0,0 0-149 16,1-1-82-16,-1 0-6 0</inkml:trace>
  <inkml:trace contextRef="#ctx0" brushRef="#br0" timeOffset="182209.28">21639 13516 2641 0,'2'0'75'0,"2"-1"-39"15,3 1-23-15,3 0-7 0,3 0-2 0,3 2-13 0,2 3 1 0,3 0-10 16,-1 3 2-16,-1 0 8 0,1 1 4 0,-3 1 3 0,0 0-6 0,-2 1-6 16,-3-1-11-16,1 1-8 0,-3 0 1 0,1 0 4 0,2-1 11 0,-2 0 7 15,1-3-1-15,-1 1 7 0,1-2 2 0,0-1-4 0,0-1 2 16,1-1-2-16,-1-1 0 0,0-2 10 0,0-1 1 0,-1 0 2 0,-1-2 3 16,-1 1 2-16,-2-1 6 0,-1 0 0 0,0 0 0 0,0 0-4 0,-2 1-4 15,1 2-1-15,-2 0 3 0,0 0-1 0,-1 0-2 0,0 1-2 16,-1 1-1-16,0 2 3 0,0 0-2 0,0 3 0 0,-1 0-2 0,0 2-1 15,0 2 0-15,0 1 3 0,0 2-1 0,0 3-4 0,1 1-4 16,0 0 2-16,2 4 4 0,0 1-3 0,2 1 3 0,0 0-15 0,3 0 5 16,1 2 7-16,1-1-2 0,2 2 6 0,1 1-9 0,1 0-10 0,2 0 13 15,1 0 0-15,1 0 3 0,-2-1 4 0,3 1-9 0,1-2 5 16,-3 0 2-16,2-1 2 0,-2-4 4 0,-1 1 8 0,0-1 5 0,-2-3 6 16,-1 1 6-16,-1 0-1 0,-2-2 1 0,-1 1-5 0,-2-2-2 15,-2 0-3-15,-1-2-9 0,-1 1-3 0,-2-1-2 0,-1-1-5 0,-1-2-9 16,-2-1 0-16,-1-1-1 0,-1-2 3 0,-1 0 5 0,-2 0 16 0,0-1-2 15,1 0-6-15,-2-1 1 0,0-2-11 0,0 1 4 0,0-1 2 16,-1-1-7-16,2-1-2 0,-1-1 0 0,-1 1 0 0,3-2 2 0,-1 1-4 16,2-1 2-16,0 0-7 0,1 0-2 0,-1-1-3 0,2 1-8 0,-1 0-11 15,0 0-14-15,-1 1-9 0,-1-1-22 0,0 1-19 0,-1-1-33 16,1 1-51-16,0-1-41 0,1-1-49 0,1 1-59 0,-1-2-58 0,2-1-64 16,1-1 57-16,1-4 129 0,0-1 45 0</inkml:trace>
  <inkml:trace contextRef="#ctx0" brushRef="#br0" timeOffset="182426.28">22626 14031 2339 0,'5'0'130'0,"2"0"-36"16,4 1-27-16,1-1-19 0,2 2-15 0,2-1-11 0,1 1-10 0,1 1-12 15,2-1 3-15,-1 1 4 0,-1 0-4 0,-2 0 4 16,-1 0-4-16,-2 0-3 0,-1-1-2 0,0 1-4 0,0 0-1 0,-2 0-6 0,1 1 6 15,1-2-4-15,-2 1-2 0,2 0-2 0,-1 0-10 0,0-1-14 0,0 0-12 16,-1 0-17-16,1 0-10 0,1-1-6 0,0-1-18 0,0 0-23 16,-2-1-25-16,0 0-25 0,0-1-40 0,-1 0-35 0,0 0-47 0,1-1-44 15,-2 1 31-15,0 0 89 0,-1-1 59 0</inkml:trace>
  <inkml:trace contextRef="#ctx0" brushRef="#br0" timeOffset="182576.28">22922 14280 2025 0,'3'5'205'0,"2"1"-72"0,3 3-29 0,2 0-35 16,2 0-13-16,3 0-21 0,1 1-24 0,2 0-14 0,0 0-10 0,1-1-9 15,1 0-17-15,-2-3-33 0,0 0-54 0,-1 0-76 0,-1 0-117 16,-1 0-84-16,0-1-71 0,-1 0 33 0,1-2 143 0,-4-1 77 0</inkml:trace>
  <inkml:trace contextRef="#ctx0" brushRef="#br0" timeOffset="187994.42">23648 13743 14 0,'-9'-1'15'0,"2"1"-7"0,-3-1 3 0,2-1 0 0,2 1 0 16,1 0 1-16,1 0 2 0,0 0 1 0,0-1 4 0,0 1-2 15,0-1-1-15,1 0-3 0,1-1 0 0,0 0-1 0,0 0-1 0,1-1 3 16,-1 1 2-16,1-1 2 0,0 1 3 0,-1 0 1 0,0-1 1 0,0 0 3 16,0 0 0-16,0 0 1 0,0 0 0 0,0 0 0 0,0 1 0 15,1 0 4-15,1 0 2 0,-1 0 2 0,0 0 2 0,1 0-1 0,0 1-1 16,0 0-1-16,1 0 3 0,0-1-2 0,1 0 2 0,2 1 7 16,0-2-3-16,0 0 7 0,1 0 1 0,1 0-4 0,1 1-1 0,2-1 1 15,1 1-6-15,1 0 1 0,1 1-4 0,0 0-5 0,1 1-5 0,1 1-2 16,1 1-3-16,0 1-6 0,2 0 4 0,0 1-5 0,-1 0 0 15,-1 0 2-15,2 2-5 0,0 0 5 0,0 0-3 0,-2 0-1 0,1-1 1 16,-2 1-2-16,-1 0-1 0,-1 1 2 0,-1 1 1 0,-1 0 2 0,0 1 7 16,-1 0 3-16,-2 1 8 0,-1 0 1 0,-2 3 2 0,0 1-4 15,-1 1-2-15,-1 1-9 0,-2 2 1 0,-1 2-4 0,-2 2-4 0,-1-1-3 16,0 3-5-16,-2 0-3 0,-3-1 0 0,0 0-6 0,-1 0 7 16,-1 0 0-16,1 1 2 0,0 0 6 0,-2 0-8 0,1-1-1 0,-1-1-1 15,1 0 0-15,0 0-2 0,-1-3 1 0,0 0 6 0,1 0-6 0,1-3 3 16,-1 1-4-16,2-1-1 0,-2-1 5 0,2-3-1 0,1 0-2 15,0-1-1-15,2-1-2 0,0-2 3 0,1-2 2 0,2-1 1 0,1-2-3 16,0-1-1-16,2 0-1 0,-1 0-1 0,2-2 0 0,0 0-4 0,2 0 2 16,1-1 0-16,2 0 0 0,1-2 5 0,2 0 1 0,1-1-2 15,2 0-3-15,0 0 4 0,1 1-1 0,0-1 4 0,2 1-5 0,1 0-3 16,-1 1 3-16,2 2 2 0,-2 0 2 0,2 1-1 0,0 1-2 16,1 2-1-16,2 0 1 0,-3 1 3 0,1 2-2 0,0 1-1 0,-1 1-1 15,1 2-1-15,-1 0 1 0,0 0 5 0,0 3-4 0,-1 1 0 0,0 0 1 16,-2 0 1-16,-3-1 3 0,-1 1-1 0,-1 1 2 0,-2 0-2 15,-1 0 0-15,-1 1 3 0,-2 0-3 0,-1 2 1 0,-2-2 1 0,-1 2 1 16,-1 0 2-16,-1-2-6 0,-2 1 4 0,-1 1 1 0,-1 0 0 0,-2 0 8 16,-2 0-11-16,0 1 3 0,-3-1-3 0,-1 0-2 0,0 1 0 15,-1-1 0-15,-1 0 1 0,-1 0-1 0,1 1 0 0,-1-2 2 0,-1 2 4 16,-1 0-6-16,0-1-3 0,0 1-2 0,1 0 0 16,3-1 7-16,1-2-5 0,0 0 0 0,0-1-4 0,3-1-5 0,-1-2 2 15,3 0-1-15,2-1-5 0,1 0-8 0,1-2-13 0,1-1-30 0,2 0-57 0,1-2-55 16,2-1-57-16,1-1-40 0,2-1 2 0,1-3 15 0,2-2 38 15,2-2 62-15,1-2-50 0</inkml:trace>
  <inkml:trace contextRef="#ctx0" brushRef="#br0" timeOffset="188776.94">24470 13914 4 0,'-1'-2'4'0,"2"1"-2"16,-1-1 1-16,1-1 0 0,0 0-1 0,0 0 0 0,1 1 1 0,-1-2-2 16,1 1-1-16,-1 1 1 0,0-2-1 0,0 0 1 0,0 1 0 15,-1-1-1-15,0 1 1 0,0-1 0 0,0 0 1 0,-1 1 2 0,0-1 3 16,-1 1 4-16,1 0 7 0,-1 0 3 0,-1 1 6 0,1 0 2 0,0 0 0 16,0 1 3-16,-1 0 0 0,1 1-1 0,-2 0 2 0,1 0 0 15,0 2 0-15,0 0 3 0,0 1-1 0,0 0 1 0,-1 0 2 0,1 1-1 16,0 1-1-16,0 1 0 0,0 0-3 0,1 2-2 0,1 1-6 0,-1 1 2 15,1 1-7-15,0 1 1 0,2 0 2 0,0 1 4 0,2 1 5 16,-1 1 0-16,1 1 2 0,2 0-3 0,1-2-5 0,0 1 3 0,1-2-6 16,1 1-1-16,1-2 1 0,1 0-5 0,-1-2 3 0,2 0-3 0,1-2 4 15,2-1 5-15,0-2 6 0,0 0 0 0,1-4-2 0,0 0 2 16,0-1 5-16,-1-1 4 0,1-3 3 0,1-1-3 0,-1-1-11 0,0-2 3 16,1-1-9-16,0-1 3 0,-1-3-5 0,0 2-3 0,0-3-1 0,-1-1-1 15,-1 0-2-15,0-1-1 0,-1-1-4 0,0 0-3 0,0 1-8 16,-2 2 5-16,0-1 1 0,-3 0 0 0,1 1 6 0,-1-1-3 0,-1 1 0 15,0 1-1-15,-1 0 3 0,-2 1-7 0,0 3 3 0,-2 0 1 16,0 0-3-16,0 2 3 0,-1 2 3 0,-1 0-2 0,0 2 3 0,0 2 2 16,-2 0-5-16,1 0 10 0,-1 2-6 0,-1 0 0 0,0 2 1 0,-1 1-4 15,1 2 1-15,-2 1-4 0,2 2-2 0,-1 2 1 0,1 0-1 16,0 4 2-16,0 1-1 0,-1 2 0 0,1-1-6 0,0 2 1 0,-1 1 5 16,0 0-1-16,1 3 11 0,0 0-1 0,0 0-5 0,0 2-3 0,1-2-1 15,0 2-2-15,1-1 1 0,0 0-3 0,1 3-4 0,1 1 3 16,0 3-2-16,0-3-1 0,1 1 4 0,1-5-8 0,0-1 0 0,0 1-8 15,1-3-9-15,0 1 1 0,1-1-9 0,0-3-9 0,0 1-22 16,0-3-35-16,0-1-53 0,1-3-72 0,-1-1-64 0,2-2-37 0,-1-3 12 16,2-1 83-16,-3-3-15 0</inkml:trace>
  <inkml:trace contextRef="#ctx0" brushRef="#br0" timeOffset="189161.93">25426 13930 686 0,'-9'16'89'0,"-1"-1"-11"16,1 6-9-16,0-1-13 0,2-3 10 0,-1 2 7 0,0 1 8 0,1-3-7 16,0 1-9-16,1-2-6 0,0-1-17 0,2-2-5 0,-2-1-8 0,1-2-10 15,0-1 5-15,1-1-7 0,0 0 0 0,0-2-2 0,0-1-2 16,0-2 2-16,0 1 0 0,0-2 0 0,1 1-3 0,-1-1-6 0,1-1 4 15,-1-1-3-15,0-1-1 0,-1 0 4 16,-1 0-4-16,1 0 0 0,0-1-6 0,-1 0 1 0,1 0 2 0,-1 0-2 0,0 1 2 0,0 0-6 16,0-1 7-16,2 0 0 0,-2 0-1 0,1 1 3 0,1-1-9 0,-1 1 0 15,2-1 5-15,0 0-3 0,0 1 0 0,1-1 1 0,-1 0-4 16,1 0 4-16,0 0-2 0,-1 0-3 0,1 1 6 0,-1 0-2 0,2 0-1 16,0 0 0-16,-1 1-3 0,2 0 1 0,0 0-1 0,0 0-4 0,0 0-1 15,-1 0-4-15,1 0-9 0,0 1-3 0,0-1-9 0,0 0-4 16,0 1 0-16,0 0-7 0,1 0 2 0,-1 0 2 0,0 0-5 0,1-1 2 15,-1 0-10-15,1 1-6 0,0-1-6 0,0-1-11 0,2 0-13 16,1-2-10-16,0 0-5 0,1-1 1 0,-1 0 0 0,1-2 6 0,0-2 7 16,2 1 9-16,0-1 19 0,-1-1 19 0,2-1 13 0,0-1-50 0</inkml:trace>
  <inkml:trace contextRef="#ctx0" brushRef="#br0" timeOffset="189376.44">25277 13966 55 0,'-8'1'51'0,"0"-1"7"0,-4 2 15 0,2 2 14 0,1 1 13 0,-1 2 13 16,0 0 2-16,-1 2 5 0,-1 1 2 0,0 0-2 0,1 2-4 0,-1 0-11 15,2 2-12-15,0 1-8 0,1-1-5 0,1 2-4 0,0-1-6 0,1 1-9 16,2-2-8-16,1 3-9 0,0 1-9 0,1-1-9 0,2 2-5 16,1 1-5-16,2-1-2 0,1 2-2 0,0 0-1 0,1-1-2 0,0 1-3 15,2-1 1-15,0 0-4 0,2 1 1 0,-1 0-1 0,0-1-2 16,1 0 3-16,1 0-4 0,-1 0-5 0,3 2 0 0,0-1 4 0,1-1 4 16,0 0 5-16,-2-2-9 0,0 0-3 0,1-3-7 0,0-2-3 0,-1 0-1 15,1-3-11-15,-2-1-11 0,0-3-35 0,0-1-50 0,0 0-45 16,0-3-54-16,-1-1-44 0,0-2-19 0,0-2 9 0,0-3 71 0,0-2-27 15</inkml:trace>
  <inkml:trace contextRef="#ctx0" brushRef="#br0" timeOffset="189693.44">25843 13977 868 0,'-7'10'201'0,"1"1"-69"0,1 2-16 0,1-2-42 16,1-1 3-16,-2 1 5 0,-2 2-6 0,0 1-11 0,-1 0-13 16,1 1-17-16,-1-1-11 0,-1-1-9 0,0 0-6 0,-4 0-5 0,-1 1-1 15,-3 0-4-15,-1 0-7 0,-4 0-3 0,-3 0-5 0,-2 3-13 0,-4-1-21 16,-2 1-28-16,-3 1-25 0,0 1-19 0,-3-1 4 0,-4 2 16 16,-1 2 21-16,-2-2 23 0,0 4 21 0,-2 0 16 0,3 1 14 0,0 1 7 15,2-1 11-15,1 0 2 0,2-1 9 0,5-2 17 0,1 2 20 16,5-2 19-16,4 0 8 0,4-2 5 0,6-4-8 0,5 0-11 0,4-2-11 15,4-1-15-15,4-1-12 0,4-2-3 0,4 2 5 0,3-1 5 0,6 0 1 16,3-1-6-16,4-1-13 0,3-4-1 0,3 0-11 0,3-2-4 16,1-1-3-16,1-2-4 0,4-1-3 0,0-2 4 0,2 0-5 0,2-1-12 15,2 0-18-15,2-1-64 0,0-1-71 0,2 0-82 0,0 0-92 0,3-3-29 16,3-2 60-16,0-1 5 0</inkml:trace>
  <inkml:trace contextRef="#ctx0" brushRef="#br0" timeOffset="190609.98">25022 14090 409 0,'-12'0'66'0,"1"-1"46"0,-2 1 25 0,5 0 10 15,3 1-15-15,3 0-24 0,0 1-15 0,0 0-11 0,2 1-13 0,2 0-4 16,0 2 0-16,1 0-3 0,2 2-3 0,1 1 1 0,1 1-1 16,1 4-2-16,0 0 2 0,0 2-6 0,0 1-4 0,0 1-3 0,-1 3-11 15,1 1 4-15,0-1-3 0,1 2 3 0,0 0-6 0,1-1-4 0,0 2 2 16,-1 1-15-16,1 1 2 0,1 2-7 0,1 1-5 0,0 2-2 15,-1-1-5-15,3 3 8 0,-1-1-5 0,2 1 4 0,-1 1 6 0,-3 1-14 16,2-3 5-16,-1 0 0 0,0 1-3 0,0 0 2 0,-2 2-7 0,1 0-1 16,-1 1 12-16,-1-3-10 0,1-2 8 0,-1-1-2 0,0-2-4 15,-1-2 4-15,1 1-4 0,-1-1 2 0,-1-2-6 0,0 0 5 0,-1-2-1 16,-1-3-1-16,-1-1 0 0,0-3-4 0,0-2-10 0,0-2-1 16,0-1-13-16,-1-3-22 0,-1-1-29 0,0-2-43 0,-1-1-44 0,1-1-46 15,0-3-41-15,1 0-43 0,0-3-20 0,1-1 34 0,0-4 77 0,1-2 5 16</inkml:trace>
  <inkml:trace contextRef="#ctx0" brushRef="#br0" timeOffset="191160.98">25957 14357 338 0,'-8'-3'60'0,"1"0"19"15,-3 0 20-15,3 0 5 0,-1 0 16 0,-1 2-2 0,-2-1-3 16,2 2-7-16,-3-1-21 0,1 1-15 0,-1 0-17 0,-1 2-14 0,0-1-7 16,-1 2-11-16,0 0-6 0,-1 0 2 0,1 2-5 0,1-1-1 15,-1 2-6-15,0 0 3 0,0 1-4 0,0 0 2 0,-1 2-3 0,0 2-8 16,0 0 3-16,0 1-2 0,-1 0 2 0,-1 1 0 0,0 1-3 0,2 0-1 16,-2 1 0-16,0-1 6 0,0 1-4 0,2-1-1 0,-1-1-2 15,0-1 2-15,0 1 5 0,2 0 2 0,-1 1 4 0,2-2-5 0,0 0-2 16,2-1 3-16,0 1-7 0,1-3 7 0,1 0-3 0,1 0 4 15,2-3 4-15,0 2-3 0,2-2 5 0,2 1-7 0,2-2 4 0,1 1 4 16,2-1-4-16,2 0 6 0,1 1-4 0,2-1 6 0,1 2 0 0,1-2 1 16,1 1-1-16,1 0-5 0,3 0 2 0,0 1-5 0,2-1 2 15,0 0 0-15,3 0 1 0,1 0-3 0,0-1-6 0,2 0 6 0,0 0-9 16,1 0 2-16,1 0 3 0,0 0-8 0,1 2 6 0,0 0-2 0,-3 1-3 16,2 0 4-16,-2 1-5 0,3-2 6 0,-1 1-2 0,-1 0-2 15,-1 0 0-15,-1 0-5 0,0 1 5 0,0-1 0 0,-1 1 4 0,0 0-1 16,0 0-4-16,-2 1 2 0,0 0-2 0,-1 0 6 0,-2-1-4 15,1 0-2-15,0-1 3 0,-1 1-8 0,-1 0 0 0,1 0-1 0,-1 1-15 16,0-2-10-16,-2 0-28 0,1 0-53 0,-1 0-53 0,0 0-61 0,-1-1-46 16,-1 0-11-16,0 0 48 0,1-1-4 0</inkml:trace>
  <inkml:trace contextRef="#ctx0" brushRef="#br0" timeOffset="193293.65">23236 11379 980 0,'-5'-2'137'0,"1"1"-43"16,1 0-69-16,2 0-33 0,3 1-13 0,1 0-2 0,3 0 2 0,3 0 7 15,3 0 6-15,1 1 3 0,4-2 10 0,2-1 0 0,2 0 1 16,2-2-3-16,2 0-1 0,2-2-3 0,3-2 1 15,3-2-2-15,1-1 1 0,1-1 1 0,0-2-1 0,0-2-1 0,1 0 0 0,1-1 0 0,1-1 0 16,2 1 0-16,-1 0-3 0,0-1-3 0,-1 0 2 0,0 0 1 16,0 1 4-16,-1 0 1 0,2-1 3 0,-1 2-5 0,1-1 0 0,0 3 1 15,1 1-6-15,-1 1 2 0,0 3-3 0,2 0-3 0,-1 3-1 0,0 2-3 16,2 3 0-16,-1 2-4 0,0 2 2 0,1 3 0 0,-1 3-4 16,-2 1 1-16,1 5-2 0,-4 1 3 0,1 3 3 0,-1 0 5 0,-3 3 3 15,0 1 4-15,-5 1 6 0,1 1 1 0,-3 0 3 0,0 3 4 16,-2-1 0-16,-4 0 3 0,-1 2 0 0,-3-1-1 0,-3-1-5 0,-1 0 2 15,-2 0-1-15,-3-2 0 0,-2 3 3 0,-3-1-5 0,-2 0 1 0,-3 0 5 16,-3-1 4-16,-3 0 10 0,-4 0 4 0,-2 2 4 0,-5-1 3 16,-2 1 8-16,-2 0 4 0,-3-2 4 0,-1-1 2 0,-3-3-1 0,0 0 0 15,-2-1-3-15,-1-3 3 0,-3 1 0 0,0-2 4 0,0-3 2 0,0-1 5 16,1-1 6-16,-2-3 5 0,1-1 6 0,0-2-4 0,-1-3-13 16,0-1-9-16,1-2-19 0,0-2-8 0,1-2-4 0,-1-1-5 0,1 0-2 15,0-3-4-15,-1 0-5 0,1 0-3 0,-1-2-5 0,2 2 1 16,1-2-2-16,1 0-2 0,1 0-2 0,2 0-7 0,1 1-10 0,3 1-5 15,0-1-7-15,3 2-13 0,0-1-17 0,3 1-28 0,1 1-26 0,1 0-26 16,2 0-32-16,3 1-36 0,2 0-41 0,1 2-43 0,1 1-17 16,2 0 49-16,2 3 95 0,0 1 21 0</inkml:trace>
  <inkml:trace contextRef="#ctx0" brushRef="#br0" timeOffset="193926.65">23224 13096 1812 0,'-4'0'106'0,"1"1"-48"0,1-1-68 0,1-1-42 0,2 1-16 16,2-1-14-16,3 1 5 0,4-1 21 0,4-1 12 0,2 0 21 16,2-2 15-16,2 0 6 0,1-1 2 0,1-1-4 0,1-2-1 0,1-1 0 15,1 0 4-15,3-1 4 0,0 0-1 0,1-1 1 0,0 0-2 16,2 1-1-16,-2 0 2 0,4 1-7 0,1 0-4 0,3 1-7 0,4 1-4 16,0 1 5-16,3 1-1 0,2 2-6 0,2 1 3 0,1 1-4 0,3 3 3 15,2 1-3-15,0 2-3 0,2 4 5 0,1 0-4 0,-1 5 11 16,2 0 0-16,1 3-3 0,0 2 0 0,2-1 3 0,0 1-5 0,0 2 10 15,3-2-3-15,0 1 1 0,0 1 3 0,0-2 2 0,-1 0 2 0,0-1 0 16,-2-1 1-16,2-2 0 0,-1 1 2 0,-2-1 1 0,2 0-1 16,-3-1 6-16,1 1-2 0,-2 0 0 0,-1 1 6 0,0 2-7 0,0 1 1 15,0 2-1-15,-1 2-2 0,0 2 0 0,-3 1-1 0,1 3 1 0,-1-1 1 16,-1 3 3-16,0 3 2 0,-3 2 4 0,0 1-1 0,-1 2-1 16,-1 0 0-16,-1 2-3 0,-2 3 5 0,0 0 1 0,-3 1-1 0,-2 1-1 15,-2 3-1-15,-1 1 0 0,0 2 2 0,-2 2-3 0,-3 1 0 16,-1 2-2-16,-6 1-2 0,2 1 5 0,-5 2 0 0,-1 0 6 0,-3 1 4 15,-3 0 1-15,-4-1 0 0,-2-1-12 0,-3 2-6 0,-4-3-6 0,-3 1-4 16,-4-3 3-16,-3-3-3 0,-4-1-7 0,-3-3 8 0,-4-2-3 16,-1 0 4-16,-4-2 6 0,-3 1-9 0,-5 0 6 0,-3 1-2 0,-7 0 9 15,-1 2 4-15,-5 1 11 0,-3-2 10 0,-2-1 9 0,-3 0 6 0,-3-1 8 16,-2-2 1-16,-1-2 1 0,-2-2 13 0,-1 0-6 0,1-4 8 16,-1-1 8-16,-2-6-2 0,1 0 4 0,-2-4-10 0,-1-2-8 0,-2-4-11 15,-3-4-9-15,-2-3-10 0,-1-4 0 0,0-2-3 0,-3-5 3 16,-2-3 6-16,-1-3-10 0,-4-3-1 0,-1-3-7 0,-1-3 1 0,1-2 3 15,-2-2-8-15,2-3 0 0,1-1-6 0,1-2-5 0,1-2 0 0,2-2-9 16,3-3 1-16,2-2-9 0,4-4-9 0,3-3-2 0,3-3-29 16,5-4-18-16,2-4-22 0,2-5-33 0,2-7-14 0,1-9-34 0,3-5-54 15,3-9-65-15,2-10-80 0,4-9-8 0,1-14 98 0,5-12 55 0</inkml:trace>
  <inkml:trace contextRef="#ctx0" brushRef="#br0" timeOffset="199612.2">6945 12186 120 0,'-23'4'-9'0,"-1"0"1"0,-4 0 34 16,9 0 1-16,3-1-7 0,0-1-2 0,2 0-4 0,1 0 2 0,1-1 0 15,1 0-4-15,1 0 0 0,0-1-3 0,2 1-3 0,2 0-3 16,0 0 1-16,2 0 1 0,1 0-4 0,1 0 0 0,1-1-3 0,0 1 2 16,2 0-2-16,0 0 1 0,1 0 1 0,2 1-2 0,1-1 2 0,0 2-1 15,1 0 2-15,2 1-2 0,1-1 1 0,1-1-1 0,0 2-1 16,1 0 1-16,0 0 2 0,2 0-1 0,1-1 0 0,0 0 0 0,1-1 0 16,1 0 0-16,1-1 0 0,4-2-1 0,0 0 1 0,1-2 1 15,3 0-1-15,-2-1 0 0,3 0-1 0,2-1 1 0,2-1 1 0,0 1 0 16,1-3 0-16,-2 0-2 0,2-1 1 0,-1 0-1 0,2 0 1 0,-1 0 1 15,2 1-3-15,0-1 2 0,1 1 0 0,-1 0-1 0,2 0 2 16,-2 0-1-16,2 0 0 0,2 0-1 0,-1 1 1 0,2 0-1 0,0 0 2 16,1 0 0-16,1 0 0 0,-1 0 0 0,-1 0-1 0,1 1 0 0,-2 1 0 15,3 2 1-15,-2-1 3 0,0 0-2 0,1 1 1 0,-2-1 0 16,0 2-1-16,0-1 0 0,0 1-1 0,0 0 2 0,-1 0-1 0,1-1-1 16,1 1 2-16,-1 0-1 0,1-1 1 0,-1 0-2 0,2-1-1 15,2-1 0-15,1-1 0 0,1-1 0 0,2-2-3 0,2-3-9 0,1-1-10 16,0-2-14-16,3 2-16 0,3-2 0 0,1-1 6 0,0 0-46 0</inkml:trace>
  <inkml:trace contextRef="#ctx0" brushRef="#br0" timeOffset="-169180.13">24695 9769 1028 0,'0'4'-7'0,"1"4"-7"0,0 4-5 0,0 2 8 0,1-1 25 0,0 0 44 0,1-2 38 0,0-2 20 0,2-2-10 0,0-5-41 15,2 1-41-15,1-1-29 0,1-1-9 0,0 1 0 0,0-2-1 16,-2 0-2-16,0-1-3 0,-2-1-6 0,-2-1-9 0,0 0-23 0,-4 1-30 15,0-2-27-15,-3-1-16 0,-4 0-2 0,-2-1-15 0,-3-1 6 0,-5 1 13 16,-1 0 21-16,-5 0 36 0,-4 2 27 0,-4 2 17 0,-3 1 14 16,-4 3 11-16,0 0 9 0,-1 3 15 0,0-1 22 0,0 1 26 0,0-1 29 15,0-1 24-15,1 0 9 0,1-2 2 0,-2-1-9 0,1 0-6 0,-1-2-11 16,1 1-12-16,1-1-12 0,-1-1-20 0,1 0-17 0,-1 0-9 16,0-1-12-16,1 0-10 0,0-1-2 0,-2 0-8 0,-1 1-6 0,0 0-4 15,-1-1 1-15,0 1-3 0,-3-2-1 0,-3 0-5 0,-2 0-12 16,-3 0-7-16,0 1-11 0,-3 0-12 0,-2 1 2 0,-1 1 1 0,-3 1 3 15,-1 2 3-15,-2 0-6 0,-3 3 3 0,-1 0 0 0,-4 3 6 0,1 1 1 16,-1 2 0-16,-2 3 7 0,0 1 4 0,0 0 3 0,-2 3 7 16,-1 0 5-16,-3 3 6 0,-1-2 8 0,0 3 7 0,-1 1 6 0,0-1 9 15,-2 3 7-15,0 0 12 0,-3 4 8 0,-1 1 9 0,2 2 0 0,-2 3 6 16,2-1 3-16,-1 3 2 0,-1 1 7 0,-1 1 5 0,1 4-9 16,-3-1-6-16,2 3-6 0,-1 4-9 0,1 3-6 0,-3 0 1 0,1 2-6 15,-1-1-5-15,2 2-5 0,1 0-10 0,4 2-1 0,0 1 1 16,2 1-8-16,3-1 8 0,1 0-4 0,2 1 0 0,6-1 5 15,3-2-5-15,4-1 5 0,4-1 4 0,2 0 1 0,2 1-5 0,3 0 3 0,1 2-14 16,2 0 3-16,2 3 6 0,2 1-5 0,1 1 3 0,1 2-2 16,2 1 4-16,0 0 1 0,0 1-1 0,2 2 13 0,2 1 3 0,0 1 6 15,0 2 6-15,0 3-10 0,-1 0-4 0,2 3-5 0,1 2 2 0,3-1 2 16,0 5-1-16,3 0-1 0,0 2-7 0,2 2-7 0,1-2-2 16,2 3 1-16,2-1-5 0,4 0-2 0,1 1 2 0,3-1-5 0,3 3 4 15,5-1-3-15,2 0-3 0,4-1 1 0,2-1-4 0,3 0 2 16,3-2-3-16,2 2 1 0,5-2 1 0,3-2 1 0,4 0 3 0,1-3-6 15,4-3-5-15,3-1 2 0,3-3-5 0,3-1 9 0,4-1 7 0,1-2-10 16,3-1 4-16,5-1-5 0,2 0 1 0,1 0 3 0,3-1-7 16,1 0 5-16,4 0 2 0,2 2-6 0,3 1 5 0,4 1-4 0,0 2-4 15,3-2 11-15,1 2-3 0,0 1 10 0,2 0 0 0,2 1-7 0,3 1 9 16,2 2-14-16,0 3 8 0,5 2-1 0,-1-1 1 0,4 1 3 16,3-1-14-16,1-3 7 0,3-1-12 0,2-1-3 0,1-1-9 0,4-3-1 15,-51-38 2-15,14 7 9 0,2-1 8 0,13 5-5 0,1-3 3 16,13 6-3-16,1-5-2 0,13 3 11 0,0-4-3 0,1-5 5 0,-2-7-2 15,0-5-3-15,-2-6 10 0,1-7 14 0,-2-7 5 0,0-5 2 0,-2-7-2 16,1-6 1-16,-2-4-3 0,1-4 2 0,1-5-5 0,-1-4-2 16,1-2 9-16,3-3-7 0,0-3-8 0,18-9-7 0,83-35 0 0,-22 7 8 15,-26 8 9-15,-43 15-7 0,1-2-4 0,1-3-4 0,1 1 1 0,2-2-1 16,-2 0-5-16,-2-1-6 0,1-4 1 0,-3-1 5 0,0-1 6 16,-1-6 2-16,1-2-6 0,-2-1-7 0,0-4-6 0,-2 1 8 0,-2-2-5 15,1-5-2-15,-2 0 1 0,-1-6-5 0,-1 0 8 0,-1-2 2 16,-2-2 0-16,-3-1-9 0,-1-3 7 0,-2-4-2 0,-3-1 8 0,-2-1 5 15,0 0-14-15,-4-1 7 0,-2-4-4 0,-3-1 0 0,-2-1 10 0,-2 1-11 16,-2 0-6-16,-6 2-4 0,-1 0-6 0,-4 2 5 0,-4 2 0 16,-2 2-2-16,-4 3-2 0,-5 3 4 0,-3 1 9 0,-5 3 7 0,-5 0 8 15,-4 2 5-15,-6 1-5 0,-5 3-2 0,-5 1 5 0,-7 1-6 0,-4 2 6 16,-5-1-3-16,-5 3 2 0,-4 0 4 0,-5 0-1 0,-7 2 5 16,-3 1-2-16,-4-1-5 0,-3 0-3 0,-3 0-1 0,-3 1 0 0,-3-1 1 15,-2 1 3-15,-3 1-4 0,-2-1-2 0,-2 0 0 0,-2 3-12 0,0 0 2 16,-1 2-2-16,-1 3-3 0,-1 2 1 0,-2 4-7 0,-1 3 7 15,-2-1 0-15,-3 1 5 0,-2 1 0 0,-5 0 3 0,-1 0 0 0,-4 1 2 16,-4 3 1-16,-1 1-15 0,-3 5 1 0,-4 3-5 0,1 3-4 16,-7 4 11-16,-1 2 0 0,-4 2-5 0,-4 3-13 0,-4-2-14 0,-4 3-19 15,-6-2-40-15,-5 3-33 0,-4 0-60 0,-6 3-69 0,-2 1-105 0,-8 2-103 16,-11 0-3-16</inkml:trace>
  <inkml:trace contextRef="#ctx0" brushRef="#br0" timeOffset="-167896.11">23919 12100 1014 0,'-19'7'405'0,"-2"-1"-342"0,-2-1-77 0,3-4-26 0,5-2 3 0,3-1 0 16,1-1 5-16,1-1 1 0,2-1 6 0,2 0 6 0,2 1 2 16,1 0 3-16,1 0-8 0,2 1-11 0,1 0-5 0,1-1 1 0,3 1 6 15,1-1 23-15,2 1 13 0,2 0 15 0,0 0 7 0,2 0-1 16,4 0-6-16,3 1-8 0,2-1 6 0,4 1-6 0,5-2 3 0,0-1 5 15,5-1-8-15,2 0 4 0,1-1 0 0,3 0-3 0,2-1-1 0,0 1 2 16,1-2 1-16,1 1-1 0,1-1 5 0,1-1-2 16,0 1-1-16,0-1-2 0,0 0-7 0,0-1 3 0,-1 0-1 0,0-1 1 0,0 0 1 15,-1 1-3-15,-1-1-1 0,-1 0-2 0,-3 0-2 0,-2 1-2 0,0-2-1 16,-2 3-1-16,-2-2 5 0,-2 1-10 0,-2 0-3 0,-3 0-7 16,-1 2-17-16,-4-2-10 0,-1 1-37 0,-2 1-46 0,-2-1-44 0,-1 0-34 15,-3 1-10-15,-1 1 21 0,-4-1 37 0,-2 1 50 0,-2 1 38 16,-3 2 19-16</inkml:trace>
  <inkml:trace contextRef="#ctx0" brushRef="#br0" timeOffset="-167547.07">24388 15371 2694 0,'0'44'130'0,"-1"-1"-76"0,0 7-21 16,0-15-14-16,-1-13-9 0,1-7-3 0,1-4-16 0,3-4-8 16,3-3 0-16,3-2 6 0,4 0 6 0,3-2 1 0,6-1 4 0,6-1-5 15,4-3 2-15,6-3-7 0,7-3 1 0,1-2 6 0,7 0 3 16,2-2 3-16,3-3-3 0,5 0 5 0,2-2 0 0,5 1-1 0,3-5 3 15,5-3-6-15,0-6-2 0,5-3-5 0,1-5-5 0,3-2-9 0,2-5 1 16,0-3-5-16,2-2 2 0,-2-3 9 0,2 1-8 0,-3 1-4 16,0 3-9-16,-1 3-14 0,-3 4-7 0,-2 3-11 0,-3 4-7 0,-3 1-7 15,-1 3-14-15,-2 4-12 0,-2 3 1 0,-3 2 3 0,-2 4-11 0,-3 2-3 16,-3 2-24-16,-3 5-41 0,-3 3-32 0,-4 1-72 0,-2 3-41 16,-2 1 52-16,-2 2-11 0</inkml:trace>
  <inkml:trace contextRef="#ctx0" brushRef="#br0" timeOffset="-159246.91">8596 13376 1857 0,'-15'7'146'0,"2"0"-90"16,-3 1-32-16,6-2 8 0,4 0 2 0,2-1 1 0,1 1-13 0,3 1-12 15,3 3-1-15,0 1 0 0,2 3 1 0,2 2 8 0,0 2 2 16,3 2-2-16,1 1-3 0,3 4-5 0,2 2-5 0,1 2 5 0,1 1-4 16,3 1-1-16,2-2-2 0,0 1-6 0,2-1 0 0,1 0 4 0,1 0-2 15,2-3-1-15,1 0-1 0,1-3-10 0,2-2 10 0,-2-1 1 16,2-3-2-16,-2-1 4 0,-1-2-8 0,-4-2-1 0,-1-3 3 0,-2-3-4 15,-4-2-2-15,-1-3-2 0,-3-2-5 0,-1-3-3 0,-4-2-10 0,-1-3-12 16,-1-3-12-16,-2-4-26 0,-1-2-18 0,-1-2-30 0,-1-6-41 16,-2-2-50-16,0-4-49 0,-1 0-20 0,0-1 35 0,-2 2 53 0,0-1 58 15,-2 0 61-15,-2-2 35 0,0 0 21 0,-2-2 11 0,1 3 1 16,0 4 3-16,1 1 5 0,-2 2 3 0,1 4 6 0,0 1 2 0,0 2 6 16,0 2 10-16,1 0 13 0,-1 3 21 0,1 0 20 0,1 3 18 0,-1 2 16 15,0 1 11-15,0 2 12 0,1 3 10 0,0 2 3 0,-1 0-10 16,1 2-20-16,-1 2-21 0,0 1-29 0,1 2-10 0,-1 3-12 0,0 2 0 15,2 1-2-15,0 3 2 0,2 2-4 0,0 0 0 0,2 1-6 0,2 2-8 16,1 1-3-16,2 0-12 0,2 2-1 0,1 0-3 0,4 3-5 16,0 3 4-16,2 1-1 0,2 1-3 0,1 1 2 0,3 0-3 0,2 1 1 15,0 0 1-15,3 2-3 0,0 2 1 0,3 2-9 0,2 0 5 16,0 3 3-16,1 0-4 0,1 1 4 0,2 0-2 0,1-1-3 0,1 2 1 16,0-1 1-16,-2-1-2 0,2 2-2 0,-3-2 2 0,-2-1 3 0,-3-1 1 15,-4-2 6-15,-5-3 3 0,-4-1 1 0,-3-3 4 0,-3 0 16 16,-4-3 11-16,-2-1 21 0,-4-1 12 0,-3-3 3 0,-3-1-1 0,-4-3-12 15,-2 0-10-15,-2-3-8 0,-4 0 0 0,-3-4 2 0,-3-1 3 0,-5-4-1 16,-1-2 0-16,0-2-16 0,0-3 5 0,-1-3-5 0,2-3-7 16,-1-4 9-16,0-3-7 0,2-3-6 0,0-6-5 0,1-2-1 0,2-5-2 15,2-3-8-15,3-4 3 0,3 0-9 0,5-3-3 0,3 0-1 16,4 3-4-16,2 0 5 0,4 5 4 0,0 3 1 0,2 4 0 0,1 2 0 16,1 2 1-16,1 3 1 0,1 2-2 0,1 0-3 0,1 2-8 0,3-1-2 15,1 2-10-15,2-2-15 0,0 3-22 0,1 1-42 0,3 1-65 16,1 3-80-16,1-1-100 0,2 1-127 0,1 2-34 0,-2-1 143 0,2 0 81 15</inkml:trace>
  <inkml:trace contextRef="#ctx0" brushRef="#br0" timeOffset="-159096.91">9828 14114 1957 0,'-5'1'486'0,"1"0"-441"15,1 1-36-15,3-1-20 0,4-2 2 0,1 2-8 0,2-1-27 0,2-1-47 16,0 2-51-16,1 0-62 0,-2 1-109 0,0 0-188 0,-3 0-37 16,0 0-2-16</inkml:trace>
  <inkml:trace contextRef="#ctx0" brushRef="#br0" timeOffset="-158580.4">9939 13899 1247 0,'-12'1'901'0,"1"1"-773"0,-1 0-47 16,4 0-9-16,4-1 10 0,1-1-5 0,2 0-29 0,0 1-30 15,1-1-13-15,1 0-2 0,1 0 4 0,1 0 2 0,1 0 1 0,1 0 5 16,2-2-1-16,0 0 2 0,3 0-14 0,0-1 5 0,1-1-1 0,1 0 4 16,1-1 18-16,1-2-5 0,0-1 14 0,1-1 3 0,0 0-1 15,0 0 5-15,0-1-7 0,0 2-4 0,1-1-4 0,-3 0-3 0,1 0-8 16,-2 1-2-16,0 1-8 0,0-1-1 0,-1 1-1 15,0 2-3-15,-1-2 1 0,-1 2-8 0,-1 1 1 0,0 0-6 0,-1 0-3 0,1 1-9 16,-2 0-23-16,1 0-31 0,-1 0-35 0,0 2-39 0,0-1-49 0,-2 0-57 16,0 0-104-16,-2 1-158 0,0-1-90 0,-2 0 128 0,-1-1 173 15</inkml:trace>
  <inkml:trace contextRef="#ctx0" brushRef="#br0" timeOffset="-158347.4">10289 13288 2491 0,'-12'2'166'0,"2"0"-88"0,-3 0-17 0,5-1 5 16,5 0 7-16,0 1-20 0,2 0-35 0,2 1-21 0,0 1-6 15,2 1 6-15,-1 2 22 0,2 3 5 0,1 2-5 0,2 4-4 0,0 2-18 16,0 3 6-16,0 2-1 0,2 3 0 0,0 1 0 0,0 1-9 0,2 1 3 16,0 2-3-16,-1 2-5 0,3 2-3 0,0 1-2 0,1 0-2 15,1-1-4-15,1-1 1 0,1 1 2 0,1-2 1 0,-1-1 6 0,2-3-11 16,-2 0 13-16,1-3-6 0,-2-1-11 0,0-1-12 0,-2-4-27 15,-1 0-20-15,-1-3-27 0,-1 0-60 0,1-1-18 0,-2-1-24 0,-2-1-39 16,0-3-61-16,-4-3-107 0,0-2-6 0,-2-2 131 0,-3-3 95 0</inkml:trace>
  <inkml:trace contextRef="#ctx0" brushRef="#br0" timeOffset="-158063.4">10254 13388 1544 0,'-10'-7'705'0,"0"0"-567"0,1-3-33 0,5 0-24 16,3-1 0-16,5 2-18 0,2-2-27 0,4 0-13 0,2 0-3 0,3 0 15 16,-1 1 5-16,2 1-3 0,2 1-8 0,1 0-7 0,1 1-9 15,0 1-4-15,1 2-4 0,-2 1-9 0,1 2-1 0,1 2 5 0,-3 0-3 16,1 2 6-16,1 1-1 0,-4 2-7 0,1 1 1 0,-3 1-9 0,-1 1 1 16,-3 1 5-16,0 1-10 0,-2 3 19 0,-2 1-5 0,-2 0 1 15,-1 1 9-15,-2 1-11 0,-2 2 6 0,-2-1-4 0,-2 2-1 0,-2 1-4 16,-2-1-6-16,-1 2 9 0,-3-1-6 0,-1 0-3 0,-2 1-1 15,0 1-9-15,-1-1-3 0,-1 0-1 0,0 0 2 0,2-4-4 0,-1 0 1 16,1-2-9-16,2-3-11 0,2 0-14 0,2-3-18 0,1-1-20 0,1-3-31 16,3-2-35-16,1-1-56 0,2-3-63 0,1-1-51 0,2-2-36 15,1-1 14-15,1-3 104 0,2-5 32 0</inkml:trace>
  <inkml:trace contextRef="#ctx0" brushRef="#br0" timeOffset="-157329.4">10709 13490 1108 0,'7'6'210'16,"2"1"-123"-16,3 3 15 0,1-1 13 0,0 0 11 0,-1 1-25 0,2 1-41 16,1 0-14-16,-1 0-7 0,-2 0 13 0,0-1 12 0,-2-1-4 15,-1 1-2-15,-3-1-16 0,-2-1-11 0,-1 1-5 0,-2-3-13 0,-2-1 4 16,0 0-3-16,-2 0-4 0,-1-1 1 0,-1-1-2 0,-1-1 0 0,-1-2 1 16,0-1 3-16,-1-2 3 0,0-1 7 0,0-1 4 0,-1-2-2 15,0 0 0-15,1-3-6 0,1-3 3 0,2-1 2 0,0-2 0 0,1-1 7 16,1-3-7-16,2-2-3 0,1 1-6 0,2-4-6 0,2 2 0 15,1-1-8-15,2 1-4 0,2 3-2 0,1 0-2 0,0 2 3 0,0 2-13 16,-1 2-12-16,-1 2 6 0,1 3-5 0,0 1-3 0,-2 2-7 0,1 1-31 16,-2 1-25-16,0 1-35 0,-2 1-30 0,1 0-33 15,-1 1-38-15,-1 1-36 0,1 1-32 0,-1 0-7 0,0 1 32 0,-1-1 66 0,1 0 71 16,0 1 57-16,0 1 38 0,2-1 21 0,-1 0 12 0,0 0 11 16,0-2 11-16,1 0 16 0,-1 0 29 0,3-2 37 0,0 0 37 0,0 0 25 15,1-1 1-15,0 1-10 0,0 1-15 0,1-2-19 0,-1 0-16 0,2-1-19 16,1 1-19-16,1 0-14 0,0-1-8 0,0 0-11 0,0-1-9 0,1 0-5 15,-1-1-1-15,0 1 0 0,0 0 5 0,-2-2-1 0,0 2 2 16,-1-1 2-16,-1 0-4 0,-2 0 4 0,0-1-9 0,-2 0 11 0,-2-1 3 16,0-1 1-16,-2 0 9 0,-1 1-4 0,0 0 3 0,-2-1-2 0,0 2-5 15,-1 0 1-15,-2 0-6 0,0 1 4 0,0 1-8 0,0 0-1 16,-1 2-1-16,-1 0-7 0,1 1 1 0,-1 2-4 0,0 1-4 0,0 1-3 16,0 1 1-16,0 1-2 0,0 2 1 0,1 1 0 0,0 1 3 15,0 2 0-15,1 2 1 0,0 2-1 0,1 0-5 0,1 2 2 0,1 1 3 16,2-1 0-16,1 1 4 0,1 1 5 0,2 0-2 0,0-3-2 0,2 2 11 15,1-2-3-15,0-1 2 0,1-1 3 0,-1 0-12 0,3-1 2 16,1-1-6-16,1-1-2 0,1-1-3 0,0-1 1 0,0 0 1 0,0-1-4 16,1-1 1-16,0 0-2 0,-1-2-5 0,-2 0 4 0,1-2 0 0,-2 0-1 15,0-2 10-15,1 0 0 0,-2-2 4 0,0 0 2 0,-1-2-4 16,1 0 2-16,-1-1-2 0,0-1-2 0,0 0 5 0,-1-2-1 0,0 1-2 16,-1 0 4-16,0-1-2 0,-1-1 1 0,0 0 1 0,1 1-2 15,-1-1-3-15,-1 1 3 0,1 2 0 0,0 0-3 0,0 1 4 0,0 2-1 16,-1 0-1-16,0 2 6 0,1 0 3 0,-1 1-4 0,1 1 4 0,-1 1-4 15,0 0-9-15,2 1 3 0,-2 1-6 0,3 0-2 0,0-1 2 16,0 2-2-16,1 0 2 0,1 0 1 0,0-1-1 0,-1 0 1 0,2-1-1 16,-2 0 2-16,1 0 1 0,0-1-3 0,0 0 4 0,0-2 6 0,1 0 3 15,-1-1 3-15,0 0 5 0,1-2 2 0,-1 0-1 0,1-1 3 16,-1-1-4-16,-1 0-2 0,-1-2 4 0,-1 0-6 0,0 1-2 0,-2-2-13 16,-2-1-1-16,1 1 12 0,-3 0-2 0,1-1 8 0,-2 0 4 0,-1-1-14 15,-1-1 0-15,-2 0 0 0,0 0-7 0,-2-1 4 0,-1 2 3 16,-1 1-5-16,-1 0-3 0,0 1 1 0,0 1-3 0,0 2-7 0,0 0 7 15,1 2-10-15,-1 1-5 0,1 1-6 0,0 1-14 0,-1 3-7 16,1 0-18-16,-1 1-23 0,0 1-32 0,-1 1-42 0,-1 1-50 0,0-1-70 16,1 2-98-16,2-2-104 0,-1-2 10 0,2 1 162 0,-1-4 118 0</inkml:trace>
  <inkml:trace contextRef="#ctx0" brushRef="#br0" timeOffset="-157096.4">11396 12453 1895 0,'-1'-3'215'0,"-1"2"-120"16,0-1-8-16,2 3 1 0,1 1 4 0,0 0-28 0,2 2-31 0,0 2-14 15,3 2-3-15,-1 3 4 0,1 3-4 0,0 5-4 0,0 2 0 16,0 2-9-16,-1 4-5 0,1 2-9 0,-1 3-10 0,2 1 10 0,0 3 1 16,1-1 4-16,1 3 9 0,2-2-14 0,1-1 0 0,1-1 3 0,2-4 0 15,-1 0 0-15,0-3 2 0,1-1-7 0,1-2-6 0,0-4-6 16,0-2-14-16,-1-2-16 0,1-3-15 0,-1-2-25 0,-1-1-17 0,2-2-16 15,-2-2-20-15,1-2-27 0,-2-2-39 0,2-1-57 0,1-2-57 16,-2-3-22-16,0-2 78 0,0-4 37 0</inkml:trace>
  <inkml:trace contextRef="#ctx0" brushRef="#br0" timeOffset="-156529.39">11832 12958 2172 0,'0'-2'135'16,"0"-1"-44"-16,1-2-6 0,3 1 5 0,2-1-15 0,3 1-27 16,1-1-30-16,3 1-13 0,2 0-4 0,-1 0 6 0,1 0-9 0,-2 3 2 15,1-1-3-15,0-1-7 0,1 1-4 0,-1 1-14 0,1-1-10 0,-2 0-12 16,0 1-10-16,0-1-22 0,-2 0-31 0,1 1-34 0,-1-1-30 16,0-1-29-16,0 1-41 0,-2-1-51 0,1 2-42 0,0-2-2 0,-2 0 66 15,1 0 115-15,-2-1 29 0</inkml:trace>
  <inkml:trace contextRef="#ctx0" brushRef="#br0" timeOffset="-156379.87">12046 13067 1323 0,'-2'2'534'0,"-1"1"-454"0,1 1-24 0,2-1-7 16,2-1 2-16,1 0-14 0,1 0-24 0,3-1-23 0,1-1-1 0,0 0-4 15,1 0-15-15,-1 0-28 0,0 0-51 0,-1-1-46 0,0 0-55 16,1-1-52-16,0-1-34 0,1 0-26 0,-1 0 32 0,0-2 94 0,0-1 19 15</inkml:trace>
  <inkml:trace contextRef="#ctx0" brushRef="#br0" timeOffset="-155562.37">12394 12538 2505 0,'-9'4'143'0,"1"1"-95"0,0 0-4 0,3 1 7 0,3 0-1 0,2 0-15 16,0 1-17-16,2 3-13 0,0 1 2 0,0 1 3 0,-1 3 0 16,1 0 6-16,-1 2-13 0,2-1 12 0,-1 2-1 0,0 2-4 0,0 0 7 15,1 2-8-15,0 1-6 0,0 0 1 0,2 0-1 0,0 1-1 16,1-1 0-16,-1 1-4 0,2-1 4 0,1 0-2 0,0 0 0 0,0-3 0 16,1 0-2-16,-1-2-3 0,0-2-6 0,-2-4 8 0,1 1-4 0,-2-3 5 15,1-1 1-15,-1-2 2 0,0-1 5 0,-1-2 2 0,-1-2 1 16,1-1 3-16,-2 0 7 0,1-2 0 0,-1-1 12 0,-1 0-1 0,1-1-6 15,-1-2 4-15,1-1-12 0,-1-2 4 0,-1-1-1 0,0-1-5 0,-1-1 4 16,-1 1-4-16,0-3 1 0,-1-2-1 0,-1-2 6 0,0 0-4 16,-1-1 1-16,0-1-5 0,-1-1-1 0,0 2 2 0,2-1-4 0,0 1-4 15,0 1 5-15,2-1-5 0,1 2-1 0,0 3 5 0,1 2-13 16,1 1 4-16,0 2-7 0,0 1-2 0,0 2 9 0,0 2-8 0,0 2 8 16,0 0 0-16,0 1 2 0,1 1-4 0,0 2-5 0,0 1 0 0,1 1-2 15,0 2 0-15,1 2 1 0,1 3 3 0,0 0 0 0,1 3 3 16,0 1 2-16,0-1 2 0,1-2-4 0,-1 1-4 0,2 0 4 0,0-1 1 15,0-2 1-15,1 1 0 0,0-2 0 0,0 0-4 0,-1-2 2 0,1 0 4 16,1-1-2-16,-2-2-2 0,1-2 0 0,-1 0-3 0,-1-2 5 16,-1-1 2-16,0-1 0 0,0-1-2 0,0 0-6 0,0 0 6 0,-1-2-2 15,1-1 2-15,0-1 2 0,-1-1 0 0,0 0-2 0,-1-2 4 0,0 0-4 16,-1 0 1-16,0 0 1 0,-1-2 4 0,-1 0 5 0,1 0-4 16,-1 0 0-16,0 1-3 0,0 2-6 0,0 0 5 0,1 1 3 0,-1 2-4 15,1 0 1-15,0 2-3 0,-1 1 2 0,0 1 2 0,0 2 0 16,0 0-4-16,0 1-2 0,0 1 4 0,1 0-4 0,-1 2 4 0,1 0-4 15,-1 2-4-15,1 2 3 0,0 0-1 0,0 1 0 0,0 2-3 0,-1-1 7 16,1 1-9-16,0-2 4 0,1 1-1 0,-1 0-1 0,1-1-2 16,1-1-4-16,0-1 1 0,-1-2-3 0,3-1-1 0,-1 0-4 0,0-2 1 15,1 0-3-15,-1-1 3 0,0-1 3 0,0-1-2 0,1-2 4 0,0 0-1 16,0-2-5-16,0-1 5 0,-1 0-10 0,1-2 8 0,-1 0-2 16,1-1 2-16,0-1 5 0,-1 1-2 0,0-2 9 0,0 1-2 0,-1-1 7 15,-1-1 3-15,1 1 3 0,-1-1-6 0,-1 1 0 0,0 1 1 16,1 1-2-16,-1 0 11 0,1 2-8 0,0 0-6 0,0 2 8 0,-1 2-4 15,1 0 5-15,-1 2-4 0,0 1-2 0,0 1 1 0,1 1-4 0,0-1 8 16,0 3-8-16,1 1 1 0,0 0 1 0,2 2-6 0,1-1 9 16,-1 1-2-16,1 0-1 0,1 0 2 0,1 0-7 0,1-1 7 0,-1-1 2 15,2-1-2-15,-1-2 3 0,2 0-3 0,1-2 2 0,-1-1 1 0,1-1 2 16,-2-1 1-16,1-1-1 0,-1-1 3 0,1-1 4 0,-2 0-3 16,0-2-2-16,-1-1-2 0,-1 0 2 0,0 0 2 0,0-1 1 0,-2 0 0 15,-1-2-4-15,-1 0 6 0,-2-1-5 0,-1 0 3 0,-1 2-3 16,-1-2-3-16,-2-1 1 0,-1 0-1 0,-1 0 1 0,-2 0 2 0,-1-1-4 15,0 2-13-15,-2 0 10 0,0 1-4 0,-2 3-3 0,0-1 13 0,0 1-20 16,0 2 1-16,0 1 5 0,-1 2-12 0,0 2-18 0,-1 1-13 0,0 3-24 16,1 1-19-16,-1 2-22 0,0 2-28 0,-1-1-49 0,2 1-45 15,-1 2-42-15,0 1-51 0,2 2-34 0,1 1-16 0,3-1 39 0,-1 1 103 16,1 1 112-16,2-1 48 0</inkml:trace>
  <inkml:trace contextRef="#ctx0" brushRef="#br0" timeOffset="-155246.37">13259 12633 1354 0,'4'3'186'16,"0"-1"-58"-16,3 1 13 0,-1 0 7 0,1 0-20 0,1 1-61 15,0 1-39-15,1 0-12 0,1 2 0 0,-2-2-4 0,1 1 4 0,1 1 0 16,-1 0-10-16,1 2 5 0,1 1-7 0,-3-1-1 0,3 0 0 16,1-1-1-16,-1 1-4 0,1 0 2 0,-1-1 5 0,-1 0-1 0,1-1 2 15,-1-1 0-15,1-1 5 0,-1-1 10 0,1 0 4 0,-2-1 6 0,1-1 6 16,-1-1 1-16,0-1 1 0,0-1 5 0,0-1-6 0,-1-2 1 15,0 0-4-15,1-2-6 0,-2-2-1 0,0-1-7 0,0-1-3 0,-1-2-1 16,0-1 1-16,-1 0 2 0,-1-2-11 0,-3-1 3 0,1 0 3 16,-1 0-5-16,-2 0 14 0,-1-2-4 0,0 0-8 0,-3-2-7 0,0 0 5 15,-1 0-3-15,-1 1-2 0,-1 0 5 0,0 0-10 0,-1 3 0 0,0 1 0 16,1 2 3-16,0 1 4 0,0 3-5 0,-1 1-6 0,0 1-8 16,-1 2-3-16,-1 2-7 0,-1 2-13 0,-1 2-15 0,-1 2-21 0,-1 1-27 15,-1 2-18-15,-2 2-24 0,-1 1-24 0,1 2-31 0,0 3-54 0,1 0-68 16,2 1-79-16,2 0-32 0,0 0 82 0,2 2 64 0</inkml:trace>
  <inkml:trace contextRef="#ctx0" brushRef="#br0" timeOffset="-155063.37">13512 11765 2648 0,'-3'0'87'0,"2"0"-29"0,0 1-7 0,1 1-11 15,1 1-4-15,0 4-31 0,3 3-17 0,1 4 2 0,0 3-5 0,0 5-2 16,-1 3-7-16,0 3-4 0,-1 4-18 0,0 3-23 0,-1 3-34 0,0 2-21 16,0 1-23-16,1 0-34 0,-1 1-33 0,2-1-64 0,0-2-57 15,0 0-40-15,0 0 13 0,2 1 71 0,0-1 118 0,1-2 53 0</inkml:trace>
  <inkml:trace contextRef="#ctx0" brushRef="#br0" timeOffset="-154729.37">13825 12610 603 0,'3'-5'250'0,"1"-1"-116"0,3-3 12 0,0 2 9 0,2-2-10 0,0 1-38 16,1 0-42-16,1 0-13 0,0 1 7 0,0 0 10 0,0-1 3 0,-1 1-7 16,-2-1-8-16,1 0-5 0,0-1 2 0,0 0 0 0,0 1 0 15,-1-2-7-15,0 1-7 0,0-1-5 0,-2-1 1 0,2-1 0 0,-2 1-8 16,0-2 1-16,0 0-10 0,-2-1-1 0,0 1 3 0,0-2-6 16,-2 0-1-16,-2 1 2 0,0 1-2 0,-2 2 5 0,-1-1 5 0,-1 1-4 15,-2 1-1-15,0 1 0 0,-1 1 0 0,-2 3 1 0,1 0-2 0,-1 1-7 16,-1 1-4-16,0 2-2 0,-1 1-2 0,0 2-5 0,1 1-4 15,0 2-7-15,-1 0-2 0,0 2 2 0,0 3 3 0,-1 0 4 0,4 2 9 16,-1 1 4-16,2-1 2 0,1 2 4 0,2 1-1 0,1 1 7 0,1-2 3 16,2 1-1-16,2-1 1 0,2 0-1 0,1 0 2 0,2-1 4 15,2 0-2-15,0 1-4 0,3-1 1 0,0-2-5 0,1 1 1 0,2 0 0 16,-1-1-5-16,4 0-4 0,1-1-2 0,0-3-2 0,3 2 2 16,1-2 0-16,0-1 0 0,1 0-7 0,-1-2 0 0,-1 1 3 0,-1-1-6 15,0-1 4-15,-1 1-2 0,-1-2-5 0,1 0-1 0,-2 0-3 0,-1-1-2 16,-1-1-12-16,-2 0-24 0,-1-1-14 0,-2-2-23 0,0-1-10 15,-1-2-18-15,-2-1-42 0,-2-3-55 0,-2-2-118 0,-1-3-80 0,-1-5-105 16,-2-5 27-16,0-4 179 0,-2-6 122 0</inkml:trace>
  <inkml:trace contextRef="#ctx0" brushRef="#br0" timeOffset="-154513.37">14284 11719 1798 0,'-9'-4'257'0,"-1"1"-134"0,0-1-7 0,3 0-18 15,4 2-24-15,1 1-43 0,2 1-31 0,0 1-6 0,0 0 3 0,0 1 17 16,0 1 14-16,0 2 7 0,1 1 9 0,-1 1-5 0,0 2-4 0,0 2 1 16,1 1-12-16,1 4-4 0,0 2-8 0,0 3-6 0,2 2-3 15,-1 3-1-15,1 2 1 0,0 3-3 0,-1 1 2 0,1 1 0 0,0-1 3 16,0 0-4-16,2-2-7 0,0 0-4 0,1-1-8 0,-1-1-7 16,2-1-4-16,-1-1-20 0,1-3-23 0,0 1-26 0,0-1-22 0,1-2-30 15,-1 1-36-15,0 0-48 0,0-1-124 0,1 2-185 0,0 3 79 0,2 2 153 16</inkml:trace>
  <inkml:trace contextRef="#ctx0" brushRef="#br0" timeOffset="-154377.35">14785 12404 1849 0,'-1'0'577'0,"1"2"-511"0,0-1-20 0,1 1-4 0,2-1-3 15,-1 1-23-15,4 0-23 0,0 0-13 0,0 0-11 0,1 1-8 0,-1-1-38 16,-1 0-65-16,-1-2-100 0,-2 0-139 0,-1 0-150 0,0-1-35 15,-1-2 68-15</inkml:trace>
  <inkml:trace contextRef="#ctx0" brushRef="#br0" timeOffset="-154096.35">15159 11695 2953 0,'-12'1'96'0,"1"1"-66"0,0 0-15 0,4 2-1 0,3 0-8 15,3 1-26-15,1 3-14 0,1 2-6 0,1 3 9 0,-1 1 12 0,0 4 4 16,-2 3 5-16,-1 0 0 0,0 4-2 0,0 2 5 0,0 1-6 0,1 5 3 16,0 1 0-16,2 2-2 0,1 2 2 0,2 0-4 0,1 1-7 15,1 1-6-15,1-2-9 0,3 1-10 0,0-2-9 0,-1 1-9 0,2 0-9 16,0-2-6-16,1-1-9 0,1-4-3 0,-1-1-12 0,2-3-11 15,0 0 3-15,1-4-8 0,-1-1-6 0,1-3-28 0,1-3-59 0,-1-3-79 16,-1-3-59-16,-3-4 16 0,0-3 117 0,-2-5 80 0</inkml:trace>
  <inkml:trace contextRef="#ctx0" brushRef="#br0" timeOffset="-153563.35">14973 11502 2740 0,'-4'-3'107'0,"-1"0"-65"16,0 1-20-16,4-1-7 0,3 1-15 0,3 0-10 0,3-2-3 0,4 1-2 16,3-1 10-16,3 1 3 0,0-1 4 0,2 2 3 0,0 1-5 15,0 0 0-15,1 1-5 0,1 2-2 0,-1 0 3 0,1 1 1 0,-1 1-2 16,-1 1 0-16,0 1 2 0,1 0 3 0,1 1 0 0,0-1-4 0,1 1-1 16,-3 0 0-16,1-1 5 0,0 1 2 0,-2 1-4 0,1-1-1 15,-2 1 3-15,-3 0-2 0,1-1 1 0,-2 0-1 0,-2 1-3 0,-2 0 2 16,-3-1-2-16,-2 1-5 0,-1-1 2 0,-4 1-7 0,-1 0-5 15,-2 1-11-15,-3 1-8 0,-1 1-5 0,-4 0-6 0,-2 1 1 0,-2-1 0 16,-1 2 1-16,1 0 8 0,-2-1 3 0,0 0-4 0,2-2-4 0,0 0-4 16,1 0 3-16,0-1 5 0,2-1 7 0,2-1 5 0,0-2 6 15,2 0 2-15,1-2 1 0,2-1 0 0,2-2 6 0,2 0 0 0,1 0 7 16,2-1 7-16,1-1 3 0,1 0 3 0,1-2-1 0,1-1 4 0,2-1 1 16,2-1-1-16,-1-1 5 0,2-2-2 0,2 0-1 0,1-1 0 15,2-1-2-15,-1 1-2 0,1 0 0 0,1 1 3 0,-1 2 6 16,2 3 4-16,-2 0 8 0,1 1 1 0,-3 3 3 0,1 1-1 0,0 1-2 15,0 2-1-15,-1 1-2 0,1 2-5 0,-2 2-1 0,1 2-2 0,-1 1-4 16,-2 1 0-16,2 1-4 0,-1 0 6 0,-2 1-2 0,-2 0-2 0,-1 0-2 16,-2-2-6-16,-1 1 6 0,-1-1 2 0,-2-1 2 0,-2 0 0 15,-2-1-2-15,-1-1-1 0,-1-1 3 0,-3 1-5 0,-2-1-1 0,-1 0-1 16,-3-2-4-16,0-1 5 0,0-1-2 0,-2-2-1 0,-1-1-3 0,0 0 1 16,0-2 0-16,0-1-1 0,2-2 3 0,2-1-5 0,0-2-4 15,2 0 3-15,1-2-4 0,1 0 8 0,2-2 2 0,1 0-11 0,2-2 7 16,-1-2-7-16,3-2 1 0,0-1 10 0,2-4-13 0,2-2-2 0,1-1-7 15,2-1-9-15,2 1 1 0,2 0-11 0,2 1-5 0,0 3-8 16,1 1-11-16,0 2-7 0,1 1-21 0,0 0-20 0,1 1-27 0,0 2-34 16,-1 1-48-16,1 0-44 0,-1 2-27 0,0 0-17 0,-1 2 37 0,2 2 60 15,-1 2 79-15,0 0 60 0,0 1 27 0</inkml:trace>
  <inkml:trace contextRef="#ctx0" brushRef="#br0" timeOffset="-153029.35">15868 11461 449 0,'6'3'189'0,"1"0"0"16,1 1 10-16,1 0-17 0,0-1-38 0,1 0-49 0,2-1-38 0,2 0-25 15,0-1-18-15,1 1-1 0,-1-1-5 0,0-1-2 0,-1-1-3 16,1-1-3-16,0-1 1 0,0 0 3 0,-2-1 2 0,-1-1 4 0,-1-1 1 16,0-1 5-16,-1-2 0 0,-1 1 6 0,-1-2 4 0,-1 1 16 0,-3-2 6 15,1-1 4-15,-1 1 1 0,-2-2-7 0,-2-1-3 0,-1 0-5 16,-1-1-4-16,-1 3-7 0,-2-2-3 0,-1 1-3 0,-3 1-3 0,0 1 2 16,0 3-3-16,-2 1 5 0,2 1-3 0,-3 2-10 0,-1 3-1 15,-1 1-8-15,1 1-5 0,1 2-1 0,0 2-11 0,0 2-4 0,0 2-9 16,0 2 2-16,0 3 2 0,1 1 6 0,0 1 7 0,3 1 6 0,0 3 10 15,3 0-1-15,0 0-7 0,1 2 4 0,1 0-1 0,2-2 8 16,1 1 14-16,2-1-4 0,2-4 0 0,1 2-8 0,1-2-2 0,2-2-3 16,0 1-5-16,2-3 0 0,1 0-3 0,2-2-3 0,1-1 0 0,0-2 4 15,1 0 1-15,-2-1 2 0,1-2-1 0,-2-1 0 0,0-1 2 16,1-1 8-16,-1-2-4 0,0 0 5 0,-1-2-2 0,0-1 2 0,-1 0 4 16,1-1 0-16,0-1-4 0,0 2-2 0,0-1 0 0,0 1-1 15,-1-1 6-15,0 1-6 0,-1 1 4 0,1-1 0 0,0 2-2 0,-1 0 3 16,0 0 0-16,0 1-1 0,-1 1-1 0,1 1-3 0,-1 0 2 0,0 0-4 15,0 1 1-15,0 1-2 0,0 1-2 0,0 0 5 0,-1 0-7 16,1 2-2-16,0 0-2 0,1-1 5 0,0 3-1 0,1-1 4 0,0-1-5 16,0 1-1-16,0-1 0 0,1-1 2 0,0 0 1 0,0-1 1 0,0 0 4 15,1-1-4-15,-1-2-1 0,1 1 3 0,1-2 2 0,-1 0-1 16,0-2 4-16,-1 0 1 0,0-1 1 0,0-1 4 0,-1 0 1 0,1-2-4 16,1-1 5-16,-1-1-2 0,0-1 5 0,0 0-1 0,-1 1-4 0,1 0 8 15,-2-2-7-15,0 1 6 0,-1-1 4 0,-1-1-3 0,0 0 8 16,-1 0-3-16,-1-2-4 0,-2 1 7 0,-1-1-4 0,0 0-8 0,-1 1 0 15,0-1-1-15,-1-1-8 0,-1-1 5 0,-1 1-13 0,-2 0 7 16,-1 0 4-16,0 0 3 0,-1 0 5 0,0 0-25 0,-2 0 3 0,1 0-1 16,-1 3-1-16,0 2 4 0,-1 1-9 0,0 2-3 0,0 1-6 0,-2 2-8 15,0 2-12-15,0 1-19 0,-1 1-8 0,-1 1-18 0,0 2-3 16,0 0-1-16,0 3-8 0,3 0-5 0,-1 3-20 0,1 2-30 0,1 2-50 16,-1 1-66-16,3 0-74 0,-1 2-41 0,2 1 41 0,1 1 127 0,2 1 83 15</inkml:trace>
  <inkml:trace contextRef="#ctx0" brushRef="#br0" timeOffset="-152679.35">16533 10608 2533 0,'-2'3'119'0,"1"2"-101"0,0 3-13 0,3 3-3 0,3 3-7 15,1 3 0-15,1 4-6 0,1 4-7 0,1 1-8 0,-1 2 6 16,0 1 10-16,-1 1 4 0,-2 0 9 0,-2 1-5 0,0-1-9 0,-1 2 6 16,0-1-2-16,1 2-1 0,0-1 1 0,2 3-2 0,-1-3-1 0,1 1-1 15,2 0-17-15,0-3-15 0,1 1-18 0,0-2-10 0,2 0 11 16,0-1 13-16,-1-4 13 0,1-2 20 0,1-4-1 0,-1-4 8 0,2-1 8 16,0-4 2-16,-1 0 7 0,2-2 1 0,-1-3-4 0,0 0-1 0,-1-4-1 15,-1 0-3-15,0-1-6 0,0-2-12 0,0-2-12 0,0 0-5 16,-2-2-8-16,-1 0 13 0,0 0 0 0,-2-1 0 0,1 0 6 0,-1 0-2 15,-1 2 8-15,1-1 10 0,-2 1 6 0,0 2-1 0,0 1 1 16,0 1 0-16,0 1 3 0,1 2 4 0,0 1-3 0,0 2-4 0,-1 0-6 16,1 1 1-16,1 1-1 0,-1 1-2 0,1 1-14 0,-1 1-8 0,0 1-6 15,1 0-13-15,-2 1-19 0,1 0-59 0,0-1-96 0,-1 0-79 16,0 0-32-16,-1 0 26 0,0-2 98 0,-1 1 68 0</inkml:trace>
  <inkml:trace contextRef="#ctx0" brushRef="#br0" timeOffset="-152329.35">16949 10990 1400 0,'-2'1'461'0,"1"0"-457"0,0 1-39 0,2 0-10 0,3 0-11 0,1 1-35 16,3 1-82-16,1 1-63 0,0-2-11 0,0 1 20 0,0 0 54 16,-1 0 36-16,0 1 13 0,-1-1 22 0,0-1 22 0,0 2 23 0,0-1 24 15,0 2 16-15,3 0 8 0,0 0 6 0,0 0 2 0,0 0 0 16,0 0 1-16,-1-3 1 0,3 0 2 0,1 0 8 0,0-2 12 0,0-1 19 15,0 0 26-15,1-2 27 0,1 1 24 0,-1-2 18 0,-1 0 10 0,-1 0-10 16,-2-3-16-16,0-1-20 0,-3 1-23 0,0-1-23 0,-2 0-21 16,0 0-18-16,-2-1-22 0,-2-1-23 0,-2 1-21 0,-2-1-5 0,-2 0 11 15,-1 1 17-15,-2 1 21 0,-1 0 13 0,-2 3 5 0,-1 2 8 0,0 1 8 16,-2 0 10-16,1 1 9 0,0 0-1 0,1 3 3 0,2 0-4 16,-2 3 3-16,2 0 5 0,0 3-3 0,-1 1-1 0,2 2-4 0,0 1-6 15,0 2-3-15,1 1-3 0,1 2-7 0,0 0-8 0,1 2-6 16,0 1-3-16,1-1-7 0,2 1 0 0,0-1-2 0,3 0-7 0,2-1 3 15,2 1-1-15,1-2-5 0,2 0-7 0,0-1-5 0,1-2-12 0,0-2-12 16,1-1-19-16,2 0-23 0,-1-2-32 0,2-3-57 0,2-1-30 16,0-4-18-16,1-2 21 0,3-2 35 0,0-4 33 0,1-5 53 0,-1-4 16 15</inkml:trace>
  <inkml:trace contextRef="#ctx0" brushRef="#br0" timeOffset="-152163.35">17537 10536 1242 0,'-1'-4'267'0,"-1"-1"-141"15,1 0-21-15,1 1-16 0,0 2-27 0,2 2-27 0,0 1-24 0,0 2-5 16,0 0 10-16,0 3 16 0,0 1 13 0,0 3 1 0,-1 1-8 16,-1 3-12-16,1 1-7 0,1 3-9 0,-1 4-10 0,1 3-5 0,0 3-7 15,1 2 0-15,0 1-6 0,1 2 3 0,0-1-3 0,0 0-2 0,1 0-3 16,0-2-26-16,0 1-33 0,0-2-53 0,-2-2-67 0,1 0-76 16,-1 0-75-16,-1 1-16 0,-1 0 60 0,-1 4 85 0</inkml:trace>
  <inkml:trace contextRef="#ctx0" brushRef="#br0" timeOffset="-152012.35">17426 10822 2052 0,'-2'-2'107'0,"1"0"-75"0,1 0-17 0,2 0-8 0,1 1-14 0,1 0-24 16,1-1-14-16,1 1-2 0,0 0 0 0,1 0 7 0,-2 1-23 0,-1-1-36 15,1-1-53-15,-1 0-84 0,2 0-70 0,1-1-70 0,1-2 20 0,2 0 119 16,2-2 67-16</inkml:trace>
  <inkml:trace contextRef="#ctx0" brushRef="#br0" timeOffset="-151779.35">17969 9902 2291 0,'-10'0'729'0,"0"4"-679"0,-2 1-48 0,4 5-6 15,3 0 4-15,3 6-3 0,2 7-9 0,0 6 1 0,-1 7 3 0,0 5 4 16,-2 1-1-16,0 2 7 0,-2 0 0 0,-1 3-7 0,1 2 6 0,0 3-4 16,0 3-7-16,2 1-4 0,2 1-17 0,3 0-27 0,3 0-32 15,3-2-46-15,1-2-39 0,5-2-32 0,2-2-19 0,3-2-20 0,0-5-13 16,4-3-6-16,0-5 10 0,3-5 34 0,1-4 17 0,0-4 5 16,4-6 33-16,0-5 38 0,4-6 56 0,0-6 41 0,0-6 3 0</inkml:trace>
  <inkml:trace contextRef="#ctx0" brushRef="#br0" timeOffset="-151578.35">18059 9861 1860 0,'-1'0'1092'0,"-1"2"-1055"16,2 2-56-16,3 3 1 0,2 3-3 0,4 3-2 0,3 4-13 15,2 1-4-15,2 3 1 0,0 0 6 0,-1-2 13 0,-1 1 17 0,-1 0-9 16,-1-2-27-16,0 0-39 0,-1 1-50 0,1-2-45 0,1 1-42 0,0-1-40 16,0 0-42-16,-1-2-20 0,1 2-20 0,0-2 8 0,0-1 60 15,0-4 101-15,0-1 49 0</inkml:trace>
  <inkml:trace contextRef="#ctx0" brushRef="#br0" timeOffset="-151296.35">18357 9905 2267 0,'-3'5'87'0,"0"3"-117"0,0 3-14 0,4 3 16 0,3 3 3 15,1 4-2-15,2 3-1 0,-1 4 2 0,1 1 18 0,0 2 2 0,-2-1-1 16,1 1 5-16,-1 1-5 0,0 0 1 0,1 1 6 0,0 1-4 16,1 0-2-16,1 0 2 0,1 1-3 0,1 0-2 0,0 0 5 0,2-1-2 15,1-1 1-15,-2-5-3 0,0-1-11 0,-3-2-14 0,-1-1-8 0,-1-2-8 16,-2-2 0-16,-2-2 0 0,-2-2 3 0,-2-3-4 0,-2 0-2 15,-1-3-1-15,-1-2-8 0,-2-2-5 0,-2-3-17 0,-3 0-22 0,-1-3-13 16,-2-1-19-16,-1-3 11 0,-1-1 27 0,-2-1 29 0,2-2 33 0,-2-1 23 16,0 0 11-16,2-1 1 0,1-1-3 0,1-1-8 0,2-1-7 15,1 0-13-15,3-1-15 0,1-2-9 0,1 0-11 0,2-1-3 0,2 2 0 16,1 0 3-16,4 0 9 0,0 1 7 0,3 2 6 0,1-2 15 16,2-1 4-16,2-1 2 0</inkml:trace>
  <inkml:trace contextRef="#ctx0" brushRef="#br0" timeOffset="-151113.35">18642 10157 1666 0,'2'0'76'0,"2"0"-95"0,3 1-15 0,3 0-2 0,2 0-17 0,2 0-53 15,-1 0-55-15,0 1-17 0,-1 0 25 0,-1-1 39 0,-2 0 26 0,-2 0-2 16,0 1-26-16,-1-1-19 0,-1 0-7 0,1 0 14 0,0 0 35 15,1-1 31-15,0 1 29 0</inkml:trace>
  <inkml:trace contextRef="#ctx0" brushRef="#br0" timeOffset="-147062.33">18433 10044 75 0,'-10'6'5'0,"0"3"-5"16,-2 4-1-16,2 4-4 0,4-1-2 0,-2 2-2 0,2 2-1 16,-1 0 0-16,1 1 3 0,1-1 1 0,1-2 2 0,2-2 0 0,1-1 0 15,2-2-2-15,3-2 0 0</inkml:trace>
  <inkml:trace contextRef="#ctx0" brushRef="#br0" timeOffset="-146795.33">18476 10170 5 0,'5'-16'6'0,"1"0"-1"0,0-4 0 0,1 2 2 0,-3 3-1 16,1-1 2-16,-2 0 0 0,0 1 2 0,0-1 1 0,0 0 5 0,1 0 4 15,-1 1 7-15,0-2 8 0,0 1 6 0,-1-1 13 0,1 1 11 0,0-1 11 16,-1-2 11-16,0 2 9 0,0-1 4 0,1 0-3 0,0 1-11 16,0 2-14-16,0 1-15 0,1 5-9 0,0 1-6 0,-2 3-3 0,1 2 0 15,-1 1 1-15,0 1 0 0,-1 1 2 0,0 1 1 0,0 1 2 0,0 1 5 16,0 0-1-16,-1 1 1 0,0 3-7 0,1 0-1 0,-2 2-6 16,0 2-1-16,0-1 5 0,-1 2 2 0,0 0 7 0,-2 0 1 0,2 0 0 15,-2-1 4-15,-1 3 3 0,1 0 5 0,-1 2-3 0,1 0-2 16,0 2-4-16,-2 4-11 0,1 2-6 0,0 4-6 0,-1 2-8 0,2 0-10 15,-2 3-1-15,2 4-8 0,-3 3-5 0,0 4 8 0,-1 3-2 16,-2 0-3-16,0 3-2 0,0 1-4 0,1 1-3 0,-1-1 1 0,1-4-7 16,0-1-3-16,0-3-7 0,1-2-9 0,1-2 1 0,0-4-1 0,2-2-8 15,0-4 5-15,0-3-17 0,1-1-12 0,1-5-10 0,0-2-19 0,-1-3-37 16,0-3-47-16,0-4-46 0,-2-1-41 0,-1-3-9 0,-1-4-5 16,0-2 40-16,-3-5 85 0,-1-3 16 0</inkml:trace>
  <inkml:trace contextRef="#ctx0" brushRef="#br0" timeOffset="-146645.33">17974 10453 767 0,'-14'-28'209'16,"0"0"-104"-16,-2-4 9 0,7 11-18 0,6 6-30 0,3 3-23 0,2 3-13 16,1 2-5-16,2 3 8 0,2 3 28 0,0 0 28 0,2 2 20 0,0 2 5 15,0 0-18-15,2 2-29 0,2 2-21 0,2 1-20 0,0 1-7 0,4 1-9 16,2 2-5-16,0 1 1 0,3 0-9 0,0 1 5 0,0-1-7 16,2 0-2-16,-1 1 0 0,1-1-12 0,0 0-12 0,-1-2-27 0,1-2-47 15,-2 0-76-15,-1-1-98 0,0-1-120 0,-1-1-51 0,2 0 115 16,0-3 82-16</inkml:trace>
  <inkml:trace contextRef="#ctx0" brushRef="#br0" timeOffset="-146462.33">18856 10336 2123 0,'-1'-4'198'0,"2"1"-133"0,1-1-15 0,6 0-11 15,2 0-11-15,4 0-4 0,5 0-15 0,2 1-10 0,1 1 1 0,2-1-5 16,-2 2-5-16,-1-1-1 0,0 0-18 0,-2-1-16 0,1 0-18 15,1 1-29-15,-2-1-18 0,0-1-22 0,-1-1-14 0,-2 0-6 16,-3-1-19-16,1-1-48 0,-2-1-45 0,0-2-51 0,1 0 10 0,-3-1 70 16,1-3 94-16,0-2 52 0</inkml:trace>
  <inkml:trace contextRef="#ctx0" brushRef="#br0" timeOffset="-146245.83">19395 9466 1687 0,'-13'-10'844'16,"0"2"-783"-16,0-1-10 0,5 4-16 0,5 4-15 0,2 1-9 16,1 0-11-16,2 3-3 0,0 3-2 0,1 4 2 0,0 2 3 0,0 1-4 15,0 2 4-15,-2 1-1 0,1 5 2 0,-2 2 6 0,2 3-7 0,-1 5-3 16,2 0-4-16,0 4-1 0,0-1-2 0,1 2-1 0,1 2-3 16,1 0-9-16,2 2-10 0,0-1-15 0,0 0-30 0,1 1-33 0,0 1-38 15,2-2-39-15,1 2-24 0,1-2-31 0,0-2-39 0,0 0-5 16,1-3 1-16,0-2 47 0,-1-4 70 0,-2-2 54 0,0-4 42 0,-1-2 28 15,0-1 19-15,1-3-8 0</inkml:trace>
  <inkml:trace contextRef="#ctx0" brushRef="#br0" timeOffset="-145662.85">19500 10269 176 0,'-13'-8'177'16,"0"-2"-12"-16,-4-2 11 0,3 1-1 0,3 4-5 0,2-1-14 0,1 1-20 16,1-1-22-16,2 1-21 0,1 0-17 0,1 0-13 0,0 1-11 0,2 0-12 15,1 1-5-15,1-1-10 0,1 1-4 0,1 0-2 0,1 0-4 16,2 0-1-16,1 0-5 0,2 1-7 0,0 0-1 0,3 1 6 0,2 0-10 15,3 0 10-15,-1 0 0 0,2 1-7 0,0 0 7 0,-1-1-5 0,0-1 0 16,2-1-1-16,0 1 7 0,-1-2-2 0,0 0-1 0,-1 0 4 16,-1-1-4-16,1 0 4 0,0-2-4 0,-1 2 2 0,1-3-7 0,0-1 2 15,0 1-2-15,-1-2-3 0,-3 0 4 0,0 1-9 0,-2-2 4 0,0 0 1 16,-2 0 0-16,-2-1 10 0,-1 1 0 0,-2-3 0 0,-1 0 1 16,-1 1-5-16,-2 1 0 0,-1 0 1 0,0 2-1 0,-2-1 0 0,0 3 1 15,-2 0 0-15,1 2 3 0,-2 2-1 0,-1 1 1 0,0 2 3 16,-1 1-3-16,0 2 0 0,0 2 2 0,-1 1-5 0,1 2 0 0,-1 2-1 15,-1 1 3-15,-1 2-2 0,1 0-2 0,0 2 0 0,1 1 0 0,1 0 4 16,1 1-2-16,2 2-4 0,0 0 0 0,2 0-2 0,2-2 0 16,0 3 2-16,1-1-2 0,2 1-2 0,1-1 1 0,2 1 2 0,1 0 2 15,2-1 2-15,2-2-3 0,3 0 1 0,1-1-5 0,1-1-2 0,1-1 1 16,1-3-5-16,1 1 0 0,1 0 1 0,0-2 3 0,1 0 8 16,1-1 1-16,0-1-2 0,1-1 2 0,0-2-5 0,-2-1 2 0,1-1 5 15,-1-2-2-15,-3-1-3 0,0-2-5 0,-1-1 1 0,0-1-2 16,0-3-5-16,0 0 4 0,-1 0-4 0,-1-2-6 0,-1-1 4 0,-1-2-4 15,-1-2 8-15,-2 2 3 0,-2-2 6 0,-1 0 6 0,-1-1 2 0,-2 0 6 16,0 0 6-16,-3 0 3 0,-2 2-1 0,-1-2 5 0,-1 1-11 16,1 1-2-16,-1 2-1 0,-1 1 1 0,1 2 2 0,-1 1-3 0,0 2 6 15,0 1-8-15,1 3 3 0,-1 0 3 0,2 1-6 0,-1 1 0 0,2 2-8 16,0 0-5-16,2 1-1 0,0 0-7 0,0 2 4 0,1 0-1 16,2 2 2-16,0 1 8 0,1 1 0 0,1 0-4 0,0 2 4 0,2 0-8 15,-1 2 2-15,1 0 3 0,1 0-1 0,-2 2 1 0,2 0-2 16,-1 0 4-16,0 0-10 0,-1 0 8 0,-1 0-3 0,1 2 2 0,-1-1-2 15,0 0 3-15,-1 2-1 0,-1-2-5 0,0 1 7 0,-1-1-7 0,-1 1 2 16,-1-1-1-16,-1-1-9 0,-1-1-2 0,-1-1-3 0,0 0 6 16,-1 0 6-16,-2-1 1 0,-1 0-8 0,-2-3-15 0,0 0-8 0,-1-1-9 15,-1-2-15-15,2-1-23 0,-1-2-25 0,1-2-11 0,1-3-19 0,0-1-22 16,3-1-28-16,0-2-22 0,3-4 0 0,2-1 5 0,1-4 31 16,3-1 37-16,2-5 46 0,4-3 37 0,4-1 17 0</inkml:trace>
  <inkml:trace contextRef="#ctx0" brushRef="#br0" timeOffset="-145479.85">20587 9495 761 0,'8'-18'336'0,"1"-4"-146"16,3-3-47-16,-1 3-47 0,0 6-25 0,-1 2-15 0,0 4-11 16,0 2-10-16,-1 3 3 0,-1 3 5 0,-1 2 14 0,-2 2 7 0,-1 2 6 15,-1 0-8-15,-1 3-9 0,0 0-1 0,1 3-11 0,-1 3-7 0,1 1-4 16,-1 4-7-16,0-1-14 0,0 3-5 0,0 3 5 0,0 2-4 16,-1 3 7-16,-1 0 1 0,1 2-8 0,0-2-5 0,0 2 3 0,0-1-3 15,0 2-2-15,1-1-1 0,0 2-4 0,1-3-8 0,0 1-9 0,0-3-14 16,1-1-15-16,0-1-14 0,1-2-27 0,0-1-26 0,-1-3-33 15,1 0-37-15,0-4-43 0,1-2-27 0,-1-3-5 0,0-3 3 0,0 1 32 16,-2-2 56-16,0-1 62 0,-3-1 55 0</inkml:trace>
  <inkml:trace contextRef="#ctx0" brushRef="#br0" timeOffset="-145345.85">20604 9787 632 0,'-7'-13'436'0,"-1"-2"-221"0,-1-2-54 0,2 5-56 0,2 1-33 0,2 2-27 15,2 2-21-15,2 1-16 0,0 1-11 0,2 1-2 0,1 1 4 0,0 1 1 16,1 0-3-16,1 1 2 0,2 1-6 0,0 0-4 0,0 0-3 15,1 1-11-15,1 0-7 0,1 0-8 0,0 0-15 0,2-1-28 0,-1-1-58 16,1 0-59-16,-1-2-60 0,-1 1-43 0,2-2 51 0,-1-2 68 0</inkml:trace>
  <inkml:trace contextRef="#ctx0" brushRef="#br0" timeOffset="-145095.85">20722 8789 1936 0,'-7'-11'441'0,"1"2"-394"16,1 1-18-16,5 4-18 0,0 4-14 0,4 1-11 0,3 3 2 15,3 2 4-15,4 3 1 0,4 2 13 0,0 2 4 0,3 3 6 0,3 0-8 16,1 5 4-16,3 3 7 0,1 2-2 0,3 6 14 0,2 1-1 0,3 2-3 16,-1 2 1-16,1 2-9 0,0 4-5 0,-1 0-4 0,0 2-2 15,0 3 0-15,-1 0-1 0,-2 3 4 0,-2 0-13 0,-3 2 1 0,-3 1-3 16,0 3-7-16,-4-1 6 0,-3 1-13 0,-2 0-14 0,-2 0-11 15,-3-2-15-15,-2-2-12 0,-3-2-24 0,-4 0-32 0,-3-3-44 0,-2-1-37 16,-6-2-54-16,-2-3-68 0,-2-1-61 0,-6 0-14 0,-2-2 106 0,-9-1 121 16</inkml:trace>
  <inkml:trace contextRef="#ctx0" brushRef="#br0" timeOffset="-143561.85">13099 12111 61 0,'-11'-12'36'0,"-1"-1"5"0,-3-2-7 16,2 3-7-16,2 1-7 0,1 1-10 0,0 0-3 0,-1 1-4 16,1 0-2-16,0 0 1 0,0 2 2 0,1-1-1 0,1-1 2 0,-3 0 0 15,1-2 0-15,1 0 2 0,-2 1 2 0,2-2 2 0,-1 0 1 16,1 0-1-16,-1 0 5 0,1 0 3 0,-2-2 4 0,0 0 8 0,0 0 6 16,0 1 6-16,1 0 4 0,0 0 2 0,1 1-2 0,0-1-1 0,0 1-4 15,2 0-1-15,0-1-4 0,-1 1-4 0,2-1-4 0,0 0-2 16,1-1-3-16,2 0-3 0,0-2-3 0,2 0-4 0,1 1-3 0,3-1 0 15,1-2 1-15,3 1 1 0,3-3 0 0,3-2-5 0,2 0 2 0,6-3-3 16,3-1 0-16,3 1-1 0,4-1-4 0,1 1 12 0,5-1 4 16,1 0 8-16,2 0 8 0,4 0-1 0,-1 0 2 0,1 0 3 0,1 1-4 15,3-1 1-15,0 1-5 0,1 2-2 0,1-1 0 0,0 1-3 0,1 0-2 16,1-1-1-16,0 3-4 0,0 1 0 0,-2 3-4 0,-1 4-6 16,-1 1-2-16,-1 1-3 0,0 3 1 0,0 2 0 0,0 2 3 0,0 2 0 15,-2 3 5-15,-1 2 0 0,-1 4 3 0,-2 2 1 0,-2 3-3 16,1 3 2-16,-1 4-5 0,-3 5-1 0,0 2 2 0,-2 4-4 0,-1 2 1 15,-1 3-3-15,0 2-7 0,-3 4 6 0,0 3-4 0,-4 1-6 0,1 1 7 16,-2 0-2-16,2 1 2 0,-1 0 7 0,-2-1-2 0,1 1 1 16,-3 1 2-16,0-2 4 0,-1 0-4 0,-2-2 4 0,2 1-1 0,-2-1-1 15,0 1-1-15,-3 0-7 0,-1 3 4 0,-2-1-3 0,-2 1-6 0,-3 0 6 16,-4 2-14-16,-4 0-4 0,-5 0-7 0,-5-1-9 0,-4-1 2 16,-4-2 3-16,-2-2 5 0,-4-2 6 0,-1 0-4 0,-3 0 1 0,-1 0 6 15,-6-1-9-15,-3 2 0 0,-2-1-4 0,-4 1-8 0,-1 0 5 16,-2-2 9-16,-3 0 8 0,-2-1 5 0,0-4 4 0,0-3 3 0,1-1 2 15,1-4 6-15,-1-4 0 0,2-1 1 0,-1-4-2 0,1-2 6 0,1-3 9 16,1-4 1-16,0-2 10 0,-3-5 1 0,1-2 0 0,-3-4 7 16,0-2 3-16,0-4 5 0,0-3 5 0,0-1 8 0,1-2 8 0,3-1-3 15,1-2 10-15,4-2-1 0,1 0 2 0,2-1 3 0,3-2-10 0,2 0-6 16,2-2-17-16,1-3-3 0,1-3-17 0,0-1-6 0,4-3-3 16,-1 1-16-16,3-2 0 0,1 1-5 0,3 0 0 0,2-2-3 0,2 4 6 15,2-1 0-15,3 1 1 0,2 0 9 0,3 2-4 0,1-1 6 16,3 3-7-16,1 1-4 0,1 3-4 0,2 0-4 0,1 3 3 0,1 0-4 15,2 1 0-15,1 3-2 0,0 2-3 0,2 1 2 0,-1 3-1 0,3 1-3 16,0 3 4-16,1-1-7 0,1 2-4 0,0 1-19 0,0 0-31 16,1 1-31-16,0 1-34 0,2 0-25 0,2 0-30 0,0-1-66 0,1 1-86 15,3-2-93-15,1 2-5 0,2-4 135 0,3-3 105 0</inkml:trace>
  <inkml:trace contextRef="#ctx0" brushRef="#br0" timeOffset="-143178.85">13430 10839 1888 0,'-12'-20'129'0,"1"1"-20"15,-2-4-48-15,5 6-30 0,5 4-13 0,1 1-11 0,2 3-17 0,1 1-5 16,2 0-4-16,-1-1 7 0,2-2 8 0,0 0 7 0,0-1 2 16,0-1 1-16,-1 1 2 0,1-3 0 0,0-1 1 0,0-2 0 0,0 0-1 15,0-2-3-15,0-2 6 0,1-1-1 0,0-2 2 0,1-1-3 0,-2-4-3 16,1 0 3-16,1-3-4 0,0-1 2 0,0-2-1 0,-1 0-1 16,-1 1-1-16,-1-2-10 0,0 2 2 0,0-1 7 0,0 1 1 0,0 0 4 15,0 1-4-15,-1 1-4 0,1 0-3 0,-1 2 3 0,0 1-1 0,1 3-5 16,0 0 9-16,0 0-5 0,-1 3 1 0,0-1 1 0,1 4-8 15,0 1 1-15,0 4-1 0,0 2-1 0,-1 3 2 0,1 2 2 0,-1 1-2 16,1 3-4-16,-1 3-1 0,0 0-4 0,-1 2-3 0,1 1-2 16,0 1 1-16,0 2 2 0,1 2-2 0,0 3-4 0,-1 1-21 0,0 2-34 15,-1 1-37-15,-1 0-42 0,0 1-52 0,-1-1-32 0,-1 2-34 0,0 0-18 16,-1-1 32-16,-2-2 57 0,-1-1 85 0,-1-3 13 0</inkml:trace>
  <inkml:trace contextRef="#ctx0" brushRef="#br0" timeOffset="-142911.83">13311 9525 949 0,'-10'-14'95'0,"3"1"16"15,-1-1-27-15,5 6-37 0,4 4-37 0,0 1-21 0,2 3-14 0,2 0-5 16,2 2 10-16,1 2 4 0,1 2 5 0,-1 1 6 0,0 1 1 15,-1 2 4-15,-1 1 4 0,-2 2-1 0,0 0 4 0,-2 0 0 0,0 0-2 16,-1 1-1-16,-2 1 2 0,1 0-4 0,-2-2 2 0,0-1 4 0,-2 0-3 16,-1-1 3-16,0-1 1 0,-2-1-5 0,0-1 3 0,1 0-3 15,-1-2 0-15,0-1-1 0,1 0-3 0,1-1-6 0,0-2-17 0,3-1-16 16,0-1-25-16,0-1-30 0,2-1-30 0,0 0-37 0,0-1-23 16,1-2 9-16,2-1 25 0,0-2 43 0,3-1 44 0,2 0-14 0</inkml:trace>
  <inkml:trace contextRef="#ctx0" brushRef="#br0" timeOffset="-142711.83">13616 9246 60 0,'3'-12'56'16,"0"-1"23"-16,2-3 6 0,0 5 8 0,1 3 3 0,0 1-1 15,2 0-14-15,0 0-22 0,1 2-16 0,0 2-12 0,0 0-8 0,1 1 0 16,1 1-3-16,1 1 0 0,1 1-3 0,1 2 2 0,0 0 5 0,2 1 4 16,1 1 10-16,2 0 8 0,-1 2 0 0,2-1 3 0,0 1-1 15,0 2-3-15,2 1 0 0,0 2-5 0,-2 0-2 0,1 0-5 0,-1 1-7 16,1 1-6-16,0 2-7 0,-1 0-6 0,1 0-4 0,0 2-1 15,-2 0-6-15,0-1 0 0,-1 2-2 0,-2 1-11 0,-2-1-17 0,-1 0-38 16,-2-1-49-16,-3 1-49 0,-2-1-28 0,-2 2-26 0,-4 0 11 0,-2-1 33 16,-5 4-20-16</inkml:trace>
  <inkml:trace contextRef="#ctx0" brushRef="#br0" timeOffset="-141422.83">12100 8109 445 0,'-23'-6'69'0,"-1"1"40"0,-3-1-7 0,5 5-7 0,6 0-14 15,5 3-11-15,0 0-5 0,2 2-13 0,1 1-11 0,2 1-12 0,0 1-7 16,1 3-3-16,1 0 0 0,1 2 1 0,2 1 2 0,0 2 3 0,4 0-6 16,0 1 3-16,3 1 5 0,2 1 2 0,0 2 8 0,2-2 2 15,0-1-2-15,2 1 0 0,-1 0-3 0,2-2 0 0,1 1-3 0,1-2 0 16,-1-1-3-16,1-2 2 0,0 0-6 0,0-2-4 0,0-2-3 0,2-1-6 15,2-2 2-15,1-1 0 0,-2-1-3 0,1-3-1 0,-1 0-5 16,-3 0 7-16,-1-1-1 0,-2-2 0 0,-1-1 3 0,-1-1-6 0,-1-1 3 16,0-2-5-16,-1 0-2 0,-1-2 2 0,1 0 1 0,-1-1 1 15,1-2-5-15,-1-1 5 0,-1 0-4 0,1-1-2 0,-1 1 2 0,1-1-4 16,-1 1 1-16,-1 0 0 0,0 1 3 0,0 1 2 0,1 1-2 0,-1 2-2 16,-1 2-1-16,-1 1-1 0,0 2 2 0,1 2 1 0,-1 1-4 15,0 1 0-15,1 1-3 0,1 2 4 0,0 2 1 0,1 3 0 0,-1 0 1 16,1 3-2-16,0 0 0 0,0 1 3 0,-1-1-4 0,0 0 4 0,1 0 0 15,-1 0-1-15,1-2-1 0,1 0 0 0,-1-2 2 0,0-1-4 16,0-1 2-16,1-2-3 0,0 0 1 0,1-3 0 0,1-1 6 0,0-2-1 16,0-1 3-16,1-2-6 0,0-1 4 0,-2-1-1 0,2-2-3 0,1-1 4 15,-1-1-6-15,1-1 4 0,0 1-1 0,-2-1 1 0,1-1-1 16,-1-1 2-16,0 2 5 0,-1 2-1 0,-1-2 4 0,-1 1-4 0,0-1-7 16,-1 1 0-16,1 2 0 0,-1-1 2 0,0 3 0 0,0 2 3 15,0 1-5-15,0 1-3 0,-1 2 0 0,0 1-1 0,0 1 4 0,1 1-2 16,-1 2 1-16,1 2 0 0,-1 2-1 0,2 1 1 0,0 2 2 0,1 0-2 15,-1 1-2-15,1 1 3 0,-1-1-1 0,1-1-8 0,0-1 5 16,-1-1-3-16,3-1 2 0,-2 1 6 0,1-1-1 0,0-1 1 0,0 0-1 16,-1-1 0-16,2 0 2 0,-2-2-4 0,2 0 2 0,0 0 0 0,-1-2 2 15,0 0-4-15,0 0 4 0,-2-1-1 0,1-1-2 0,-1 0 2 16,1-1 3-16,-1-1-4 0,0-1 3 0,0 0-2 0,0 0-2 0,0-1 7 16,-1 0-5-16,0-1 2 0,0-1-2 0,-1 0-6 0,0 1 12 15,0-1 0-15,0-1 4 0,-1-1 1 0,-1-2-7 0,-1-1-3 0,1 0-2 16,-1-1 5-16,-1-2-3 0,-1-1 1 0,0 0 3 0,-1 0-5 0,1-1 1 15,-1 0 1-15,0 2-1 0,0 0 0 0,-1 0 1 0,-1 1 0 16,2 0-5-16,-1 3 4 0,0 1-1 0,1 3-4 0,-1 2 2 0,1 2-5 16,-1 2-7-16,1 2-4 0,-2 3-1 0,-2 1-7 0,-1 4-5 0,-2 2-23 15,-1 1-30-15,1 3-38 0,-1 1-37 0,1 0-42 0,0 0-45 16,1 1-43-16,1-1-5 0,2-2 62 0,2-2-28 0</inkml:trace>
  <inkml:trace contextRef="#ctx0" brushRef="#br0" timeOffset="-141088.83">13206 8080 857 0,'-4'-5'89'0,"1"0"13"0,-1 2-43 0,6 3-30 0,1 2-28 15,3 2 2-15,4 0 2 0,1 3-2 0,2-1 5 0,-1 1-3 16,0 1 0-16,0-2 0 0,2 1-1 0,0-3 5 0,0 0-4 0,-1-1 4 15,2-2-1-15,0 0 0 0,0-1 3 0,-1-2 2 0,2-2 1 16,-1-2 2-16,0-1 1 0,-1-2-2 0,1-2 1 0,-1-1 0 0,-2 0-1 16,-1-1-1-16,-3 0-2 0,0 0 2 0,-1 0-5 0,-1-2 1 0,-1 1 2 15,-1-1-2-15,-2 2 6 0,-1-1-3 0,-2 0-1 0,-1 1 2 16,-2 1-5-16,-1-1-1 0,-1 2-2 0,-2 1-3 0,-1 2-2 0,-3 1-5 16,-2 1 1-16,-1 2-2 0,-2 3-4 0,0 1 3 0,-1 0-1 0,0 0 0 15,1 2 1-15,0 1-1 0,2 2 0 0,0 2-3 0,3 1 3 16,-2 2 0-16,0 2 0 0,2 0 2 0,0 0-2 0,4 1-1 0,-1-1-1 15,2 0-2-15,1 0-2 0,0 0-8 0,2 0-25 0,1 0-37 16,1-1-43-16,2 0-36 0,0-2-31 0,2 0-2 0,1 0 17 0,1-1 34 16,1-1 56-16,1-2-38 0</inkml:trace>
  <inkml:trace contextRef="#ctx0" brushRef="#br0" timeOffset="-140888.83">13485 7489 11 0,'-2'-2'0'0,"0"2"1"0,2 0-3 0,2 3-7 16</inkml:trace>
  <inkml:trace contextRef="#ctx0" brushRef="#br0" timeOffset="-140338.83">13817 7867 76 0,'-7'-8'56'0,"-1"-1"12"0,-2-1 16 15,4 2-4-15,1 3-7 0,1 2-4 0,1 1-11 0,1 0-13 16,0 1-13-16,1 1-13 0,0 0-7 0,-1 2-3 0,0-1-2 0,-1 2 3 16,0 0 4-16,0 2 5 0,0 0 7 0,1 0 4 0,-1 1 7 0,1 1 3 15,-1 1 4-15,2-1 3 0,0 0-1 0,1 0-7 0,1-1-1 16,1-1-3-16,0-2-3 0,1 0 6 0,1-1-3 0,1 0 3 0,2-2-2 15,0 0 4-15,1-2-3 0,1-1-6 0,0-1-4 0,2-2-7 16,-1-2 0-16,2-3-2 0,0-1-3 0,1 1 2 0,-2-1-6 0,0-1 0 16,-1-1-1-16,-1 0-1 0,-1 0-1 0,0 0-1 0,-1 0-1 0,-1-1-1 15,0 0 2-15,-3 1-3 0,-1 0 2 0,-1 1-1 0,-2 0-2 16,0 3 0-16,-1-1 1 0,-2 1-3 0,-2-1 1 0,0 2-1 0,-2 0-1 16,0 0-1-16,-1 2-2 0,-1 1 2 0,1 0-3 0,-2 3 4 0,0 0 1 15,0 1-4-15,-1 1 3 0,1 2-7 0,2 0 1 0,-1 2 4 16,0 2-3-16,0 1-2 0,0 3 4 0,1-1-1 0,1 2-6 0,0 1 6 15,0 0-2-15,2 0-7 0,0-1 0 0,2 0-16 0,1 1-31 16,1-1-32-16,1 0-39 0,1 0-50 0,2-1-31 0,2-2-20 0,0 0 14 16,3-2 57-16,2-3 11 0</inkml:trace>
  <inkml:trace contextRef="#ctx0" brushRef="#br0" timeOffset="-139638.83">13927 7207 595 0,'-14'-18'96'16,"1"1"36"-16,-1-3-19 0,5 7-16 0,6 5-25 0,1 3-23 0,1 3-15 16,0 1-16-16,1 1-12 0,1 1-7 0,0 1 1 0,0 2 7 0,0 2 7 15,1 2 12-15,0 2 4 0,1 3 3 0,-1 2 1 0,1 3-2 16,0 4 2-16,0 1-2 0,0 2 0 0,1 1-5 0,1-2 3 0,1 3-4 16,0-2-2-16,0 3 0 0,2-1-6 0,-2 1 0 0,3 0-10 0,1 1-2 15,2-1-9-15,0-4-1 0,0 1 0 0,1-3 3 0,1-1 4 16,3-2-2-16,0-5 3 0,1 1 0 0,2-2 1 0,0-3 1 0,-3 0-1 15,1-3-1-15,-2-3-1 0,0 1 0 0,-3-2 1 0,0 1 3 16,-1-2-2-16,-2 0 4 0,-1-1 1 0,-1-2-1 0,-1 0-1 0,0-2 3 16,0-1-1-16,1-1 2 0,0 0-3 0,0-2-1 0,1 0-2 0,-1-1-2 15,2-1-2-15,-1 0 0 0,1 0-2 0,1-1 4 0,-1-1 0 16,-1 0 0-16,1-2 0 0,0 0-2 0,-2 0 4 0,1-1 3 0,-1 1 4 16,-1-1 1-16,-1 0-3 0,-2-1-5 0,-1-1 1 0,0 1-1 0,-2 1 0 15,0 1-1-15,-1 1-3 0,-1 0 0 0,0 1-1 0,-1 1 2 16,-2 1-3-16,0 2 0 0,-2 0 0 0,-1 0 0 0,-1 2 0 0,0 1 1 15,-1 1 2-15,0 1 0 0,0 0-5 0,1 1 2 0,-1 2-1 16,0 0-3-16,1 2 4 0,0 2 0 0,0 0-3 0,-1 3 4 0,1 1-3 16,-1 1 2-16,1 3 0 0,0 2 0 0,1 1 0 0,1 0-3 0,0 3 2 15,1 0 1-15,2 0-5 0,0 0 1 0,3 0 0 0,0 0 2 16,0-1 3-16,3-1 4 0,1-1-2 0,1-2-3 0,3-3 0 0,1 1 0 16,2-1 0-16,1-1 3 0,0-1 2 0,1-3-3 0,1-2 2 0,1 0 0 15,-1-1-3-15,1-1 2 0,0-1 0 0,1-1-7 0,-2 0 4 16,1-1-3-16,-1-2 0 0,0 0 0 0,0-1-5 0,-2 0-5 0,1-2-9 15,-1-1-18-15,-1-2-21 0,0-1-23 0,-2 0-19 0,1-3-23 16,0 0-16-16,-1-2-16 0,-1-3-7 0,0 0 7 0,-2-1 21 0,-3-2 24 16,0 0 32-16,-3-3 32 0,0-1 21 0,-2 0 17 0,0-3 9 0,-1 0 6 15,0-2 2-15,0 1 1 0,0-2 2 0,-1-3 0 0,2-1 0 16,0 1 2-16,0-1 4 0,1 3 5 0,1-1 5 0,0 2 8 0,-1 0 6 16,1 3 4-16,0 0 5 0,-1 5 7 0,0 1 4 0,0 2-1 0,0 5-1 15,0 0-9-15,1 3-3 0,-1 4-5 0,0 2-2 0,0 2-5 16,0 3-3-16,1 1-4 0,-1 1-3 0,1 1 1 0,0 2 7 0,-1 3 5 15,0 1 5-15,0 4-1 0,1 2-12 0,-1 1-1 0,1 4-9 16,0 2 0-16,1 3 1 0,0 3-2 0,1 0 1 0,1 3-6 0,0 0 4 16,1 1-1-16,0 1-3 0,0 3-3 0,1 0 1 0,1 2-1 0,0-1-6 15,0-2 2-15,1-1-7 0,2-2-3 0,1-1 0 0,1-1-6 16,1-3-5-16,1-1-18 0,1-4-25 0,0-3-20 0,0-3-10 0,1-1-5 16,-1-3-5-16,1-1-20 0,-1-1-26 0,-2-4-38 0,-2 0 17 0,0-1 20 15,-1-1 21-15,-1-3 42 0,0-2 16 0,0-4-17 0</inkml:trace>
  <inkml:trace contextRef="#ctx0" brushRef="#br0" timeOffset="-139454.83">14879 7203 996 0,'-9'-15'145'0,"3"1"27"0,-1 0-38 0,5 5-41 0,3 4-42 0,2 1-22 16,3 0-16-16,2 2-11 0,4 0 2 0,1 0-3 0,1 1-2 0,0 1 3 15,0 1-2-15,0-1-1 0,1 1 1 0,-2 0-2 0,2 0 0 16,1 0 2-16,0 0 0 0,-2 1 2 0,1-1-5 0,-1 1-1 0,1 1-2 15,-2 0-4-15,2 0-6 0,-1 1-7 0,-1-2-13 0,0 1-9 16,-1-1-14-16,1-1-17 0,1 1-22 0,0 0-31 0,-1 0-27 0,1 0-13 16,-1 0-3-16,0 0 10 0,0 0 19 0,-1 1 25 0,1 0 39 0,-1 0 22 15,0-1-19-15</inkml:trace>
  <inkml:trace contextRef="#ctx0" brushRef="#br0" timeOffset="-139271.83">15021 7470 304 0,'-11'2'97'0,"2"1"2"0,-1 1-20 0,5-2-17 0,3 1-17 16,1-2-13-16,1 1-8 0,1-1-1 0,1 1 1 0,0 0 4 0,2-1 1 15,1 0 1-15,1 0-2 0,1 0-5 0,2 0-3 0,1-1-5 0,0 0-4 16,3 1-4-16,0-2-3 0,1 0-1 0,1 0-4 0,-1 0 2 16,2 0-4-16,-1-1-8 0,1 0-33 0,-1 0-44 0,0 0-39 0,0 0-25 15,0 0 3-15,-3 1 19 0,1-1 25 0,-1 0 36 0,0 0-39 16</inkml:trace>
  <inkml:trace contextRef="#ctx0" brushRef="#br0" timeOffset="-138938.33">13993 8826 699 0,'-10'-11'382'15,"3"1"-282"-15,0-1-15 0,6 5-38 0,4 3-34 0,4 0-14 0,2 1-3 16,5 0-1-16,3 0 4 0,3 2-2 0,-1-1-1 0,2 1 4 15,-1 0-3-15,-1 0-3 0,-2 1 5 0,0-1-6 0,0 1 1 0,-1-1-2 16,0 0-2-16,0 0-7 0,0 0-11 0,0 0-21 0,0-1-29 0,0 0-27 16,0-1-30-16,-2 0-17 0,2-1-7 0,-2 0 8 0,1 0 22 15,-2 0 26-15,2-2 36 0,-2 1-18 0</inkml:trace>
  <inkml:trace contextRef="#ctx0" brushRef="#br0" timeOffset="-138788.33">14235 8994 1446 0,'-9'-10'112'0,"2"3"-6"0,1-1-37 0,6 5-28 15,3 1-23-15,3-1-18 0,5 1-3 0,4 0-2 0,4 0-2 0,4 2-5 16,-2 0-22-16,2 1-29 0,0-1-45 0,-2 1-48 0,1 0-57 16,0 0-53-16,0-1-23 0,1 1 22 0,0-3 74 0,3 0 20 0</inkml:trace>
  <inkml:trace contextRef="#ctx0" brushRef="#br0" timeOffset="-137655.33">14487 8307 171 0,'-7'-12'34'0,"0"0"12"0,0-1-2 0,2 2-6 0,2 4-4 15,1-1-1-15,0 3-5 0,1 0 0 0,0 1 4 16,-1 2 5-16,0-1 9 0,1 1 8 0,-1 1 1 0,0 0-4 0,0 0-3 0,0 0-7 16,0 1-5-16,0 0-1 0,1 1 1 0,-2 0 5 0,1 0 5 0,0 0 6 15,0 1 6-15,1 0 6 0,0 1-3 0,-1 1 0 0,1 2-3 0,0 2-8 16,0 1-1-16,1 3 0 0,0 0 3 0,1 4-3 0,1 2-6 16,0 2-3-16,-1 1-10 0,3 2-5 0,-1 0-3 0,1 1-6 0,0 2-1 15,0 1-7-15,1 1 0 0,-1 0-4 0,1 0 0 0,-1-2 1 0,0 0-4 16,-1-1-1-16,-1-1 7 0,0-1-3 0,0-1 0 0,-1 1 1 15,-1-2-1-15,1-2 0 0,-1 0 5 0,-1-3-3 0,1-3-8 0,-1-2 3 16,1-2 2-16,0 0 3 0,0-2 11 0,0 0-2 0,0-1 4 0,1-1 2 16,0-1 2-16,0-1 5 0,1-1 0 0,0-1 4 0,0 0 6 15,0 0 0-15,2 0 4 0,2 0 1 0,-1 0-8 0,1 0 1 0,1-1-3 16,1 1-1-16,1-2-1 0,2 1-8 0,-1-1-5 0,2 0-2 16,1 0-4-16,-1-1 4 0,1 0-2 0,-1 0-2 0,0-1-4 0,1 0 3 15,0-1-3-15,0 0-2 0,-1-1 2 0,-1 1-3 0,1 0-1 16,-1-1 4-16,0 1 0 0,-1-1-3 0,0 1-2 0,-1 1 10 0,-1-1 0 15,0 0 0-15,-1 1 1 0,-1-1-11 0,-1 1 2 0,0-1-2 0,-1 1-1 16,-1 0-1-16,0 0-1 0,0 1-1 0,-2 1 2 0,2-1-1 0,-2 1-1 16,0 1 1-16,0 0-3 0,-1-1-2 0,0 1-2 0,0 0-4 15,-1 0-8-15,2 1-8 0,-1-1-11 0,0 0-14 0,0 0-13 0,0 0-17 16,-1 1-16-16,1 0-7 0,-1 0-17 0,1 0-16 0,-1 0-15 16,0 0-37-16,0-1-50 0,-1 1-59 0,2-1-29 0,-1-1 33 0,1 0 99 15,0-1 21-15</inkml:trace>
  <inkml:trace contextRef="#ctx0" brushRef="#br0" timeOffset="-136738.72">15071 8357 816 0,'-12'-12'129'0,"0"1"0"0,-1-1-14 0,6 5-28 15,3 3-30-15,2 2-29 0,2 1-24 0,0 1-17 0,0 0-8 0,0 1 5 16,1 1 11-16,-1 2 18 0,0 0 19 0,0 2 13 0,-1 1 13 16,0-1 7-16,-1 3 1 0,0 2-2 0,1 0-5 0,-1 2-6 0,1 0-8 15,-1 3-2-15,0 3-5 0,1 0-1 0,0 3-3 0,0 1 0 0,1 1-2 16,0 1-1-16,0 1-1 0,2-3-9 0,0 1 1 0,0 0-9 15,1 0 1-15,0 0-5 0,2-2-5 0,1 2 2 0,-1-2-3 0,1-1-1 16,0 1-4-16,1-3-4 0,0-2-2 0,1 1 0 0,-1-3 8 16,1 1 6-16,0-3 3 0,-2-1 0 0,2-1-8 0,-1-1-1 0,0-1 0 15,0-3-1-15,-1-1 5 0,-1-2-1 0,-2 0 1 0,0-3 2 0,-1 1-1 16,-1-1 1-16,0-2 1 0,0 0 5 0,0-1-1 0,-1-2-3 16,0-1-1-16,0-3-8 0,0-2-4 0,-1-2-5 0,-1-2-2 0,0-2 0 15,0 0 11-15,-2-3 5 0,1-1 7 0,-1-2 2 0,-2-3-7 0,1 1 3 16,0-3 1-16,-2 1-4 0,1-2 3 0,-1 0 0 0,0-1-6 15,0 1 5-15,-1-3-5 0,1 0-3 0,-1 1 6 0,2 0-5 0,-1 3 4 16,3 4-4-16,-1-1-2 0,2 2 2 0,-1 2-5 0,1 0 7 16,0 3-8-16,1 2 1 0,1 1 1 0,1 1-5 0,-1 1 7 0,0 3 4 15,1 3 6-15,0 0 1 0,1 0 2 0,0 2-9 0,0-1-1 0,0 1-2 16,1 2-5-16,-1-1 5 0,2 2 2 0,0 1-7 0,0-1 7 0,0 1-4 16,1 1-4-16,1-1 5 0,2 2-1 0,1-1 2 0,1 0-3 15,1 1 2-15,2 0-5 0,-1 1 4 0,2 0 5 0,0 0 0 0,1 2-1 16,-1-1-1-16,2 1-1 0,1 0-1 0,0 0 2 0,-1 1-8 15,0 0-4-15,0 1 5 0,0-2-3 0,0 3 9 0,0 0 2 0,0 1-2 16,0 2 0-16,0-1 1 0,-1 0-2 0,0 0 2 0,-2 0-5 0,-2 1 1 16,-2 0 1-16,-3 0-2 0,0 0 1 0,-2 0-5 0,-1-1 2 15,-2 1 2-15,-1 0-1 0,-3 0 2 0,-1 0 0 0,-2 0-7 0,-4 0 3 16,-2 1-2-16,-3 2-1 0,-1 0-2 0,-1-1-1 0,-1-1-2 0,0 0 6 16,3-1 1-16,-2-1 3 0,2 0 4 0,1-2-3 0,-1 0 7 15,1-2-3-15,2 0 1 0,0-1-1 0,3-1-1 0,0 0-1 0,1 0 2 16,0-1 3-16,1-1-2 0,1-1-1 0,2 0 2 0,0 0-2 15,1 0 0-15,0 1 1 0,0-2-2 0,1 1 1 0,0-1 1 0,1 0-1 16,0 1 0-16,1 0 5 0,1 0-5 0,0 0-2 0,0-1 1 0,-1 1-4 16,2 0 4-16,-1-1-2 0,0 1 3 0,1-1 2 0,0 1-4 15,0 0 4-15,1 0 2 0,0 0-4 0,1 0 4 0,0 0-4 0,0 1-1 16,1 0 2-16,-1 2 1 0,2-1 1 0,0 1-1 0,1 1 3 0,0 0-4 16,0 1 5-16,2 1-2 0,0 0-2 0,1 1 1 0,0-1-2 15,1 3 2-15,2 0-1 0,0 0-2 0,1 1 0 0,-1-1 3 0,2 0 1 16,0-1 2-16,0 1-2 0,1 0-1 0,-1 0 2 0,1 0 0 0,1 0 0 15,-1-1 2-15,1-2-2 0,0 1 1 0,0-1-3 0,-1 0-1 16,-3 0 1-16,0-1 2 0,-1 0-2 0,-1 0 1 0,0 0-4 0,-1 0 0 16,-3-1 0-16,1 0 0 0,-1-1 0 0,-1 1-1 0,0 0-2 15,-2-1-5-15,0 0 5 0,-2-1 2 0,1 0-2 0,-1 0-1 0,-1-1-2 16,0 0-3-16,0 0-3 0,-1 0-1 0,0 0-3 0,0 0-5 0,0 0-3 16,-1 0-5-16,0 0-7 0,-1 0-3 0,0 0-7 0,0-1-14 15,0 1-10-15,-1-1-22 0,1 1-13 0,-1 0-18 0,1 0-22 0,-1-1-15 16,2 1-26-16,-1-1-10 0,-1 1-1 0,1 0 13 0,0 1 29 0,0 0 32 15,0 0 43-15,0 1 28 0,0-1-1 0</inkml:trace>
  <inkml:trace contextRef="#ctx0" brushRef="#br0" timeOffset="-136138.55">15767 8699 337 0,'-3'-5'148'0,"1"0"-41"0,0 0-39 15,1 2-30-15,2 2-15 0,-1 0-11 0,1 1-8 0,1 0-2 16,-1 1 4-16,1 0 11 0,0 1 21 0,-1-1 17 0,-1 1 11 0,1 0 5 16,-1-1-6-16,0 0-6 0,1 0 0 0,0 0 0 0,0 1 2 15,0 0 4-15,0-1 1 0,0 1 8 0,-1-1 3 0,1 0 1 0,0 0-2 16,0 0-3-16,-1 1-6 0,1-1-3 0,0 1-6 0,-1-1-13 0,1 1-7 15,-1 0-5-15,0 1-9 0,1-1-1 0,-1 1-4 0,0 1-4 16,0-2 4-16,0 1 0 0,-1-1 0 0,1 1-1 0,0 0 0 0,0-2-4 16,0 1 1-16,0 0-2 0,0-1-1 0,1 1-4 0,-1-1-1 15,0 0-4-15,1 1-3 0,-1-1 5 0,1 0-5 0,1 0 0 0,-1-1-2 16,0 1-1-16,0 0-4 0,0 0-7 0,0 0-17 0,0 0-31 0,1 0-47 16,-1 0-51-16,1 0-78 0,-1 0-143 0,1 2-126 0,-1 0 57 15,2 0 80-15</inkml:trace>
  <inkml:trace contextRef="#ctx0" brushRef="#br0" timeOffset="-134904.99">15957 8028 1052 0,'-10'-16'94'0,"-1"1"46"15,0-1-37-15,5 8-39 0,3 5-43 0,2 2-36 0,2 2-14 0,1 1-7 16,0 1 10-16,2 3 13 0,-1 0 7 0,1 1 7 0,-1 2 6 0,-1 0 5 15,0 3 2-15,-2 0 2 0,1 3 2 0,0 4-2 0,-1 1 6 16,0 2-1-16,1 2 2 0,0 0 1 0,0 1-3 0,0 1 0 0,1 0 0 16,-1 1-2-16,2 0 1 0,0 0-4 0,0 0-2 0,1-2-1 15,1-1-1-15,-1-3-2 0,2-1-5 0,0 0 0 0,0-3 2 0,0 1-2 16,-1-1 1-16,0-2 1 0,0-1-3 0,-2-2 1 0,1-2-3 0,-1-1 1 16,0-1 2-16,-1-2-1 0,-1 0 0 0,0-1 1 0,-1-1 2 15,0-1 1-15,1-1-3 0,-1 0-1 0,0 0-1 0,0-1 2 0,-1-1 4 16,1 0 2-16,0 0 4 0,-1 0 3 0,1-1 5 0,-1 0-1 0,0 0-5 15,-1 0-4-15,1-1-2 0,-1 0-3 0,1 0 0 0,-1 0 1 16,1-1-5-16,0 0 3 0,0-1-3 0,-1 1 0 0,1 1-1 0,1-2-5 16,0 0 2-16,0 0-2 0,0 0 2 0,1-2 0 0,-1 1 1 15,1-2 0-15,0-1-1 0,0-1 0 0,1-1-2 0,-1 0 0 0,0-3 2 16,0-1-3-16,-2-1-1 0,0-1-3 0,-1-2-4 0,0-1-3 16,-1 0 1-16,-1-3-5 0,0-1-2 0,-1-1 1 0,-1-2 0 0,0 0 7 15,-2-2 11-15,2-1-1 0,0 0 5 0,-1 0 1 0,1-1-7 0,0 0 5 16,0 1-4-16,-1 0 2 0,0 3-2 0,0 1 0 0,1 3 4 0,-1-1-2 15,1 2 2-15,1 0 0 0,0 0 0 0,3 1-3 0,-1 4-2 16,2 2 1-16,-1 4-1 0,0 3 4 0,1 2-2 0,-1 1-8 0,1 3-7 16,0 0-11-16,1 2-4 0,-1 1 3 0,1 1 6 0,0 2 15 15,-1 3 12-15,-1 1 8 0,1 5 1 0,0 1 0 0,0 4-5 0,0 4 2 16,1 0-3-16,-1 2 1 0,2 1 1 0,-1 2 1 0,0 1 0 0,1 2-1 16,1 2 2-16,1 2 2 0,1 0-12 0,0 3 1 0,0 0-2 15,0 3-1-15,1 2 10 0,1 1-1 0,-1 0-4 0,1 1 4 0,0 2-7 16,-1 0 2-16,1-1-1 0,1-2-3 0,0 0 1 0,0-2-1 0,0-2-8 15,0-1 2-15,2-4 6 0,1-2-2 0,0-3 12 0,0-2-2 16,-1-3-4-16,0-2-1 0,0-3-2 0,-1-3 2 0,0-2-2 0,0-1 2 16,-2-2 1-16,0-4 1 0,0-1 1 0,-3-2 3 0,1-3 0 15,-1 0 4-15,0-2 3 0,-1-1 0 0,1-3-2 0,0-1-15 0,1-2-8 16,1-2-11-16,1-3-7 0,0-1 1 0,1-3-8 0,0-1 6 0,-1-2-1 16,0-1 6-16,0 0 6 0,-2-1 4 0,-1 0 5 0,-3 1 6 0,-1 0 9 15,-2 0 2-15,-1 1 0 0,-3 0-1 0,0-1-9 0,-2 2-3 16,-1 2-5-16,-1 1 1 0,0 1 0 0,-2 0-1 0,1 2 1 0,-1 0 1 15,-1 2 2-15,0 2 1 0,1 1-1 0,-2 1 1 0,-1 1-2 16,2 0 3-16,0 3-2 0,2-1 1 0,1 2 2 0,0 0-4 0,1 0 4 16,2 0-1-16,2 0-2 0,2 1 3 0,2-1 2 0,0 0-3 0,2 0 4 15,0 0-4-15,0-1 0 0,2 0-3 0,-1-1-3 0,2-2 0 16,2 0-1-16,0 0 3 0,3-1 2 0,0 0 3 0,0-1 2 0,2 1 0 16,0-1 2-16,-2-1 1 0,3 1-2 0,1 0 2 0,-1 0-3 0,1-1-2 15,-1 1 7-15,0-1-3 0,0 1-2 0,-1 0 0 0,0 2-4 16,0 0 3-16,-1 1 2 0,-2 2-5 0,1 0 2 0,-2 1-1 0,1 1 0 15,0 1-2-15,-1 2 3 0,0 0-3 0,0 1 1 0,-1 2 3 16,0 0 0-16,0 2-1 0,1 1 1 0,0 0-1 0,-1 1 0 0,1 0 1 16,-1 0 0-16,1 1 0 0,-1-2-2 0,-1 2-2 0,1 0 1 0,0 0 1 15,-2 0-5-15,1-1 5 0,-1 1-9 0,0 0 1 0,0-1-5 16,0-1-13-16,-1 1-20 0,1-2-47 0,-1-2-43 0,-1 1-40 0,0-2-31 16,0 0-7-16,-2-1 20 0,0-2 34 0,0-1 52 0,-1-1 48 0,-1-4-12 15</inkml:trace>
  <inkml:trace contextRef="#ctx0" brushRef="#br0" timeOffset="-134752.64">16211 8327 564 0,'-5'-10'122'0,"1"-1"25"15,0 0-33-15,2 4-31 0,2 3-27 0,0 1-28 0,0 2-26 16,1 2-13-16,0 0-3 0,1 1 3 0,0 0 2 0,0 1 4 0,1 1 2 16,-1 0-2-16,1 1 2 0,-1-1 0 0,2 2-6 0,-1 0-2 0,2 0-5 15,-1 1-29-15,1-2-31 0,-1 2-30 0,0-1-31 0,-1 0-7 16,0-1 15-16,-1-1 20 0,0 0 25 0,0-2 21 0,1 0 20 0,0-1 11 15,0 0-13-15</inkml:trace>
  <inkml:trace contextRef="#ctx0" brushRef="#br0" timeOffset="-134538.64">16397 8165 312 0,'-7'-11'243'0,"1"3"-117"0,0-2 13 0,2 4-44 15,3 2-24-15,0 1-20 0,1 2-19 0,0 0-15 0,0 2-13 16,0 0-1-16,0 1 5 0,0 0 13 0,1 2 15 0,-1 0 12 0,0 2 12 15,0 0 5-15,-1 2-6 0,0 1-9 0,1 2-11 0,1 1-24 16,-1 2-9-16,2 2-6 0,-1 2-5 0,1 2 7 0,1 0-4 0,1 2-1 16,0-1 2-16,1 1-1 0,1 1 2 0,1-1-1 0,0-1 0 0,1 1-5 15,0-1 1-15,1 0-6 0,1 2-7 0,2-1-10 0,0 0-16 16,0 0-21-16,0-2-19 0,-2-1-37 0,1 0-32 0,1-2-24 0,-1-1-13 16,0-1 11-16,-1-1 25 0,0-1 42 0,-2-2 36 0,-3 0 13 0</inkml:trace>
  <inkml:trace contextRef="#ctx0" brushRef="#br0" timeOffset="-134404.64">16400 8542 824 0,'-10'-13'265'0,"3"2"-122"0,-1 1-13 0,6 4-58 0,2 4-42 15,0 1-33-15,1 1-25 0,3 3-9 0,1 1 6 0,3 3 7 16,1-1 7-16,0 2 2 0,1 2-3 0,0 0-4 0,1 0-20 0,2 2-58 16,0-1-53-16,1 1-47 0,0 1-23 0,-1-1 27 0,2 1 40 0,0-2 57 15,2 0 0-15</inkml:trace>
  <inkml:trace contextRef="#ctx0" brushRef="#br0" timeOffset="-133271.64">12619 7525 276 0,'-7'-15'30'0,"1"0"8"0,-1-3-2 0,5 4-4 15,2 2-15-15,3-1-8 0,3 0-5 0,1-1-3 0,2 0-1 0,2-2-1 16,3 0 2-16,1-1-1 0,3-2-1 0,0-1 2 0,1 0-1 0,0-4 1 16,1-1 0-16,0 1-2 0,2-2 2 0,2 2-1 0,-1-1 2 15,2-1 1-15,-1 1 0 0,0-1 9 0,1 0 3 0,0-3 6 0,4 4 8 16,-1-1 2-16,3 0 4 0,1 2 0 0,1-1-3 0,0 2-5 15,3-1-3-15,-1 1-5 0,2 2-1 0,-1 0-3 0,1 2 0 0,2 2-3 16,1 0 3-16,1 1-4 0,2 1 3 0,-1 2-2 0,-1 1-3 0,2 2 0 16,0 0-4-16,1 1 1 0,1 1 0 0,2 2 1 0,0 0-3 15,0 1 0-15,0 3-2 0,1 0 0 0,0 2 1 0,0 1-2 0,1 1 1 16,0 1-4-16,1 1 2 0,-1 3 0 0,2-1 0 0,0 2 2 0,-1 1-1 16,1 0-2-16,0 0 1 0,-2 0-2 0,-1 2 2 0,0-2-3 15,-1 2 2-15,-2 0-1 0,-3 0-1 0,-3 1 5 0,-1 1-4 0,-3 1 4 16,0 1 1-16,-4 1 1 0,0 0 7 0,-3 1 4 0,0 1 7 15,-2 2 3-15,0 1 1 0,-2 3-2 0,-1 1 0 0,-2 4-3 0,-3 2 2 16,-4 6 0-16,-3 3-3 0,-3 2 0 0,-5 6-4 0,-4 3-1 0,-5 3-3 16,-5 2-1-16,-7 2-3 0,-5-1 0 0,-6 1-7 0,-5 1 0 15,-3-1 7-15,-2-1 1 0,-1-3 4 0,-1-2 6 0,1-2-2 0,0-4 4 16,-1-1 0-16,1-2-2 0,0-4-2 0,-1-1-5 0,-1-2 0 0,0 0-1 16,-2 0 1-16,0-5-1 0,-2 1 2 0,-2-5 6 0,0-1 4 15,-3-3 9-15,0-2 3 0,-1-2-6 0,0-3 1 0,-3-2-6 0,0-2 0 16,0-4 1-16,-2-2-6 0,2-3 2 0,2-3 1 0,2-1-1 15,2-3 7-15,2-1 6 0,2-4 13 0,4-1 11 0,3-2 0 0,3-1-2 16,4-1-9-16,1-2-13 0,2-1-6 0,1 0-12 0,3-1-7 0,2 1-5 16,4 0-1-16,3 2-6 0,1-1-4 0,3 1-2 0,2 1-7 15,2 3-3-15,2 0-7 0,2 1-9 0,1 0-9 0,2 2-12 0,3-1-10 16,1 2-23-16,2 0-19 0,4-2-24 0,3 2-31 0,4-2-16 0,5 1-20 16,4 0-11-16,3 0 7 0,3 1 16 0,3 1 28 0,3 0 43 15,2 1 34-15,4 1 1 0</inkml:trace>
  <inkml:trace contextRef="#ctx0" brushRef="#br0" timeOffset="-132472.14">15011 9363 97 0,'-7'0'11'0,"0"1"-12"0,-1-1-5 15,2 1-2-15,2-1 1 0,0 1 0 0,1 0 4 0,0-1 2 0,-1 0 2 16,0-1 2-16,0 1 4 0,-1-1 2 0,1 0 2 0,0 0 4 15,0 0 3-15,2-1 6 0,-1 1 4 0,0 0 2 0,1-1 3 0,-1 0-2 16,1 0 0-16,0 0-1 0,0 1-3 0,0 0-1 0,0 0 1 0,0 1 2 16,1 0 2-16,0 0 5 0,1 0 0 0,-1 0-4 0,1 0-1 15,-1 0-8-15,1 0-4 0,0 0-2 0,0 0-5 0,1 0 1 0,0 0-3 16,1 0 2-16,1 1 2 0,1-1 3 0,1 0 3 0,0 0 5 0,1 0 7 16,1-1 12-16,0 0 15 0,3 0 9 0,0 0 3 0,2 0 0 15,1 0-5-15,1 0-7 0,1 0 0 0,1 1-5 0,2-2-6 0,2 2-5 16,0-1-10-16,2 1-5 0,2 1-3 0,1-1-4 0,1 0-1 15,1 0-9-15,1 0-2 0,1 0 3 0,2 0 2 0,0 0 0 0,2-1 4 16,-2 0 1-16,0-1 10 0,0 1 9 0,2-1 2 0,-2-1 1 0,3 0-3 16,-2-1-5-16,3-2 0 0,0 2-6 0,0-3-4 0,3 0-7 15,-1-1-3-15,1 0-6 0,0 0-1 0,0-2-2 0,2-1 0 0,-2 0 2 16,1-1-3-16,0 0 2 0,-4-1 0 0,2 1-2 0,-3 0 4 0,1-1-4 16,-2 0-1-16,-2 1 1 0,0 0-1 0,-3 1 5 0,1 0-3 15,-2 0-1-15,-3 0 3 0,1-1-8 0,-2 0 5 0,0 0 6 0,-1 0-3 16,-3 0 2-16,0-1 2 0,0 0 2 0,-3-1 2 0,0-2 5 15,-1 1 3-15,-1 1-5 0,-2-3 0 0,-3 0 6 0,0-2-2 0,-3 1 12 16,-1-2-2-16,-1-2-2 0,-1 0 0 0,0-3-10 0,-3 0-1 0,0-1-2 16,-1 0-4-16,-1 0-1 0,-1-2 0 0,-1 1 3 0,-1-1-1 15,-2-1-1-15,-1-1 1 0,0 1 1 0,-4-1 0 0,-2 1 6 0,-1-1-1 16,-1 0-2-16,-1-1-5 0,-2 0-8 0,-1-1-7 0,-1 1 3 0,-4-1 0 16,-1 2-8-16,-4-1 2 0,-2 0-7 0,-1 0-1 0,-3 1 7 15,-2 0 2-15,0 2 2 0,-2-1 5 0,-3 3-2 0,1 0-2 0,-2 0 4 16,-3 3 1-16,1 1-1 0,1 2-2 0,-1 4 3 0,1 1-6 0,1 2-1 15,-2 3 0-15,2 1-8 0,-1 5 1 0,2 0 2 0,1 2-4 16,0 3 2-16,0 2-3 0,2 2-3 0,0 2 1 0,-2 3-1 0,3 2 3 16,-1 3 0-16,3 3 2 0,0 3 1 0,-1 2-1 0,1 2 3 15,0 3 2-15,-1-1 1 0,1 3 0 0,-1 2-1 0,1 2 1 0,2 2-1 16,-2 3 4-16,3-2-6 0,0 1 0 0,0 1 5 0,1-1-2 0,1 3 10 16,1-3-1-16,4-1-1 0,2 2-4 0,3-3-4 0,2 1-1 15,2-1-8-15,3-2 3 0,2-1-9 0,3-3 1 0,2 1-2 0,2-2-7 16,3 1-8-16,0-4-19 0,2 0-20 0,0-2-28 0,2-4-19 0,0 0-9 15,0-2-13-15,1 0-17 0,1-1-46 0,1-2-55 0,1-1-21 16,1-4 25-16,0 0 78 0,3-1 79 0,1-1 30 0</inkml:trace>
  <inkml:trace contextRef="#ctx0" brushRef="#br0" timeOffset="-130321.1">13459 8260 69 0,'-12'-1'17'0,"-3"1"2"16,-3-1 4-16,4 0-1 0,2 1-3 0,4 0-3 0,-1-1-1 0,1 1 1 16,2-2-3-16,1 0 1 0,0 0-1 0,0-1-3 0,0 0 2 15,-1 0-2-15,1-1 1 0,0 0 1 0,-1 1 2 0,-1-1-1 0,0 1 3 16,-1-1 2-16,-1 1 2 0,0 0 1 0,0 1 0 0,-2 0 2 0,-1-1 0 15,0 0 1-15,-1 1 4 0,0 0-1 0,-1 0 1 0,0 1-2 16,-1-1-2-16,-1 1-1 0,1 0-3 0,-1 1-2 0,-1 0-2 0,0 0-2 16,0 2-5-16,-2 0 1 0,0 2-4 0,2-1-2 0,-2 1-1 0,0 0-1 15,1-1 0-15,-1 3-1 0,1 0 2 0,0 1-1 0,0 0-1 16,-1 1-3-16,0-1-1 0,0 0 1 0,-2 0 0 0,-1 1 7 0,0 1-1 16,-1 1 2-16,2 0-3 0,-1 0 1 0,1 0 1 0,0 0-1 15,-1 1 3-15,-1 1-2 0,0 0 0 0,1 1 1 0,1 1 3 0,1 0 1 16,1 1-1-16,0 0 4 0,2-1-1 0,-1 0 1 0,2 2 4 0,1 1-4 15,2 0 1-15,-1 2-1 0,2 0-5 0,1 2 1 0,1-2 0 16,0 2 1-16,0 0-1 0,0-1-1 0,0 0 1 0,1 0-1 0,0-1 4 16,0 0 2-16,3 2 3 0,-2-3 4 0,2 1 8 0,0 1 5 0,0-3-1 15,1 2 1-15,1-2-9 0,1-2-4 0,2 2 0 0,-1-1-5 16,3 1 4-16,0-1-1 0,0 1-3 0,2 0-3 0,0 0-4 0,2-2-1 16,1 1-1-16,-1 1 2 0,3-1 0 0,-1-1-2 0,0 0 0 0,3 1 1 15,0-1-2-15,1-1 1 0,1 2 1 0,0 0-2 0,-1 1 1 16,2 0-1-16,1 1-1 0,1-1 5 0,0-1-6 0,2 0 4 0,1 0-2 15,1 1-2-15,-1-2 2 0,1 2-4 0,0 0-2 0,-2 0 1 16,0 0-2-16,0 1-1 0,1 0 1 0,-3-1 1 0,2 1 4 0,-2 1-1 16,-1-3 0-16,-2 1-4 0,0 1-3 0,0-2 2 0,0 0 4 0,0 1 2 15,0-2-1-15,0 0-3 0,1-2 0 0,2 0-2 0,0 1 3 16,1-1 4-16,1-2-1 0,0-1 4 0,0-1-3 0,0 0-4 0,2-2 4 16,0-1-2-16,1 0-2 0,2-2 3 0,-1 0-3 0,2-1-2 0,-1-1 4 15,-2 1-4-15,2 0 2 0,-1-2-1 0,-1 2-3 0,0 1 4 16,0 0-4-16,-2 0 1 0,0 1 4 0,0 1-4 0,0 0 3 0,-3 1-2 15,1 0 2-15,0 1 0 0,-1-1 2 0,-1 2 2 0,0 1-9 16,-1-1 4-16,0 0-2 0,-1 1 2 0,1-2 2 0,1-2-1 0,0 3-3 16,-1-2 2-16,1 1 1 0,1-1-2 0,0 1 2 0,1-1-3 0,-3 1-1 15,2-2 2-15,1 1 0 0,0 0 3 0,0-1-3 0,2 0 2 16,2 1-1-16,0 0-1 0,3 1 1 0,-1 0-1 0,-1-1-1 0,1 1 4 16,0 2-4-16,-2 0-1 0,0 0-1 0,-1 2-1 0,-3-2 3 0,2 2 1 15,-1 0 2-15,-2 1-2 0,1 1-1 0,-1-1 4 0,1 2 0 16,-3-2-6-16,1 1 3 0,-1 0-4 0,-2 0 4 0,0 2 8 0,0 1 2 15,-3-1 3-15,1 0-8 0,-1 1 6 0,-1 1-3 0,0-1 4 16,-1 2 8-16,-1-1 3 0,-1 0 6 0,1 1-1 0,-2 0 1 0,1 2-1 16,-1 1 1-16,-1 0 1 0,0 1-1 0,0 1 1 0,0 1-2 0,0-2-6 15,-1 1-3-15,0 0-7 0,-1 0-1 0,1 1-3 0,-1 0-3 16,0 1-3-16,0-1 2 0,-1-1-3 0,-1 0-2 0,0-1 5 0,-1 0 3 16,0 0-1-16,-2 1 1 0,1 0-3 0,-1-2 1 0,-1 2 4 0,0-2 2 15,-1-1-3-15,1 0-2 0,0-2 1 0,0 0-6 0,0 0 1 16,0-1-2-16,1-2 0 0,1-1-4 0,0-1 1 0,0-3-1 0,1-1-8 15,1-2 1-15,0 0-8 0,0-1-13 0,1-1-12 0,0-1-17 0,0-2-17 16,1 0-16-16,0-2-25 0,0 0-32 0,2-1-32 0,-1-1-23 16,1-1-1-16,1-2 13 0,1 0 24 0,1-2 32 0,0-2 30 0,0-2 41 15,2-1 27-15,-1-3 6 0</inkml:trace>
  <inkml:trace contextRef="#ctx0" brushRef="#br0" timeOffset="-129904.11">13874 10588 409 0,'-15'-3'125'0,"-1"0"-23"0,-2 0 7 0,5 1-12 0,3 2-23 16,0 0-27-16,2 0-17 0,1 1-12 0,1 1-10 0,0 0 0 16,1 1-4-16,1 0 5 0,0 1-4 0,2 1 1 0,-1 0 1 0,0 2 1 15,2 0 2-15,-1 0-2 0,1 1-4 0,1 0 3 0,-1 1 2 16,1 0 2-16,0 1 2 0,0 1 3 0,0 1-1 0,0 1 6 0,0 1-3 15,0 3 2-15,0-1 3 0,0 3-2 0,0-1 7 0,0 1 0 0,0 2 7 16,0-2 2-16,0 3 1 0,1-1 1 0,0-1-2 0,1 0-7 16,1-1-1-16,0-2-5 0,0 1-4 0,2 0 2 0,0-1-5 0,2 0 3 15,-1-2-4-15,1 1 2 0,-1 0 3 0,1-2-2 0,0-1 4 0,0-2 6 16,-1-2 3-16,1-1 4 0,-1-2 2 0,1 0-4 0,0-1 6 16,0-1 0-16,1-1-2 0,0-1 1 0,1-1-11 0,2-2 3 0,0 0-4 15,0-1 1-15,0 0 6 0,-1-2-6 0,-2 0 7 0,2 0-7 16,-1 1-1-16,0 0 2 0,-1 0-1 0,-1-1-2 0,0 0 3 0,-1 2-5 15,-2-1-2-15,2 0 0 0,-2 0-15 0,1 0 3 0,0 1-7 0,-1 0 2 16,0 0-2-16,0 0 2 0,-1 1 3 0,0 0-7 0,0 0 4 16,-1 0-2-16,1 1-4 0,-1 0 4 0,1 0-6 0,1 0-1 0,-1 0 1 15,0 1-8-15,-1-1-1 0,2 0-9 0,1 1-15 0,0 1-17 0,1-1-27 16,0 1-28-16,1 0-16 0,1-1-15 0,1 0-10 0,0-1-22 16,1 0-29-16,2-1-34 0,1-1-28 0,1-2-11 0,1 0 24 0,3 0 47 15,2-1 73-15,0-1 55 0,2 0 25 0</inkml:trace>
  <inkml:trace contextRef="#ctx0" brushRef="#br0" timeOffset="-128573.1">15420 11311 1216 0,'-11'1'305'16,"1"0"-190"-16,-5 1-53 0,4 1-17 0,3-1-10 0,1 0-16 16,2 1-22-16,1-2-9 0,1 3-1 0,1-2 4 0,1 0 10 0,0 0-1 15,0 0 3-15,1 0-2 0,0-1 2 0,0-1 3 0,0 0 0 16,0-1 3-16,1 0 4 0,0 0 6 0,1-2 5 0,0 0 6 0,0 0-2 15,1 0 8-15,1-1-6 0,1-1 1 0,0 0 1 0,1-1-8 0,1 1 6 16,1-2-11-16,1 0 2 0,0 0 2 0,2-2-8 0,3 2-4 16,1-2-2-16,1 0-4 0,2 0 0 0,3-1 1 0,0 0-1 0,2 1-2 15,1 1 0-15,0-1 4 0,1-1 3 0,0 0-1 0,1 0 9 0,1-1 0 16,-1 2 6-16,3-2 4 0,-2 0-2 0,3-1 4 0,0-1-1 16,1 1-6-16,0-1 2 0,1 0-5 0,0 0-1 0,0 1 3 0,-2 1-3 15,1-1 3-15,-2 1 0 0,1 0-3 0,0 1 2 0,-1 1 1 16,-1 1-2-16,0-1-1 0,-2 0-3 0,0 1-1 0,-1 0 1 0,-2 0 1 15,0 2 1-15,0 0-4 0,-1 0 1 0,0 1-3 0,-2 0 3 0,1-1 1 16,-2 1-4-16,0 0 1 0,1-1-1 0,0 0-5 0,-2 0 5 16,1 0 1-16,0-1-1 0,-2 1-5 0,-2-2-1 0,1 1 1 0,-1-1 0 15,0-1 1-15,-3 0-6 0,1 2 10 0,0-1 7 0,-1 2 7 0,-1-1-1 16,-1-1-11-16,-1 1-5 0,0 0-1 0,-1 1 5 0,-1 0-8 16,0 1 7-16,-1-1-2 0,0 1-3 0,-1 1 6 0,0 0 2 0,0 0-8 15,-1 1 6-15,0 0-8 0,1 0 0 16,-2 1 2-16,1 0-3 0,0 0 6 0,-1 0-8 0,0 0 3 0,0 1 6 0,0-1-7 0,0 1 1 15,0-1 2-15,0 1-5 0,0-1 3 0,-1 1 2 0,0 0-10 0,0-1 12 16,-1 1-6-16,1 0 2 0,0 1 10 0,-1-1-6 0,1 0-8 16,0 0-2-16,-1 0-3 0,-1 1 0 0,1 0 6 0,0 0 5 0,-1-1-3 15,1 1 0-15,-1-1 5 0,1 1-6 0,0 1-1 0,-1-1-2 0,1 0 5 16,0 0 3-16,0 0-3 0,0 0-3 0,0 1-4 0,0-1-2 16,0 0 6-16,0 0 0 0,0 1 0 0,0-1 3 0,0 1-3 0,0-1 2 15,0 0 1-15,1 0-3 0,-2 1 3 0,1-1-5 0,-1 0 0 16,1 0 4-16,-1 1-2 0,1-1 1 0,0 0 1 0,0 1-8 0,0-1 6 15,-1 1 0-15,1-1 0 0,-1 0-2 0,1 1-2 0,-1-1 6 0,0 1-1 16,1-1 3-16,-1 0-6 0,1 0-4 0,0 1 4 0,-1-1 4 16,1 1-4-16,0 0 3 0,0 0-1 0,0-1-6 0,0 1 10 0,0 0-3 15,0 0 1-15,1-1-8 0,-1 1-3 0,1-1 7 0,-1 1 0 0,0-1 4 16,0 1-1-16,0-1-12 0,-1 1 8 0,0-1 6 0,1 0 0 16,0 1 3-16,-1-1-3 0,1 0-7 0,-1 0 1 0,1 0 2 0,-1 0-1 15,0 1 4-15,1-1-6 0,-1 1 2 0,0-1 0 0,0 0 0 16,0 0 4-16,0 0-6 0,0 0 0 0,1 0 6 0,-1 0-6 0,0 0 6 15,0 1-10-15,1-1 3 0,-1 0 6 0,0 0-1 0,0 0 0 0,1 1-2 16,-1-1 2-16,2 1-2 0,-1-1 0 0,-1 0 0 0,1 1-8 16,-1-1 12-16,1 1-2 0,-1 0 0 0,0 0 0 0,1 0-4 0,-1 0 0 15,0 0 7-15,0 0-1 0,0-1 0 0,0 0 5 0,0 1-13 0,0 0 0 16,1 0 6-16,-1 0-4 0,0 0 6 0,0 0-4 0,0-1-4 16,1 1 1-16,-1 0 8 0,0-1-5 0,0 1 0 0,0-1-3 0,0 0-1 15,0 0 8-15,0 0 3 0,1 0-7 0,-1 1-4 0,0-1 2 16,0 0 4-16,0 0 4 0,0 0-1 0,0 0-3 0,1 1-7 0,-1-1 5 15,-1 0 0-15,1 0 5 0,0 0-1 0,0 0-12 0,1 0 12 0,-1 0-6 16,0 1 2-16,0-1 6 0,0 0-8 0,0 0 2 0,0 0 5 16,0 0 1-16,0-1-4 0,0 1-4 0,0 0 2 0,0 0 0 0,0 1 2 15,0-1 0-15,0 0-2 0,0 1-2 0,0-1 0 0,0 0 9 0,0 0-7 16,1 0 6-16,-1 1-8 0,0-1 4 0,0 0 0 0,0 1-4 16,0-1 0-16,0 1-5 0,1-1 7 0,-1 0 1 0,0 0 1 0,0 0-2 15,0 1-3-15,0 0 6 0,0 0-3 0,0-1 8 0,0 0-10 0,0 1-7 16,0-1 12-16,1 0-3 0,-1 0 4 0,0 1 1 0,0-1-5 15,0 0-1-15,0 0 6 0,0 0-3 0,0 0 0 0,0 0 0 0,0 0-6 16,0 0 6-16,0 0 1 0,0 1-3 0,0-1 2 0,0 0-9 16,0 0 3-16,0 0 6 0,0 0 4 0,0 0-1 0,0 0-10 0,0 0 1 15,0 1-2-15,0-1 10 0,0 0 3 0,0 0-12 0,0 0 3 0,0 0-2 16,0 0 4-16,0 0 4 0,0 1-4 0,0-1-2 0,0 0-1 16,1 0 3-16,-1 0 11 0,0 0-10 0,0 0 3 0,0 0-11 0,0 0 1 15,0 0 10-15,0 0-6 0,0 0 8 0,0 0-10 0,0 0 8 0,0 0-1 16,0 1-3-16,0-1 0 0,0 0-5 0,0 1 1 0,0-1 13 15,0 1-1-15,0-2-12 0,0 1 8 0,0 0-8 0,0 0-2 0,0 1 10 16,0-1-6-16,0 0 0 0,0 0 4 0,0 0-7 0,0 0 7 0,0 1-1 16,0-1-2-16,0 0-1 0,0 0 4 0,0 0-1 0,0 1-2 15,0-1-1-15,0 0-7 0,0 0 7 0,0 0 5 0,0 0 3 0,0 0-2 16,0 0-4-16,0 0-2 0,0 0 7 0,0 0-3 0,0-1 2 16,0 1-4-16,0 1-4 0,0-1 4 0,0 0 4 0,1 0-4 0,-1 0 2 15,0 1-4-15,0-1 0 0,0 0 2 0,-1 0 2 0,1 0-4 0,0 0-2 16,0 0 1-16,0 1 3 0,0-1 1 0,0 0-8 0,0 0-8 15,-1 0-19-15,1 0-14 0,0 0-2 0,0 0-18 0,0 0-5 0,0-1-6 16,0 1-9-16,-1 0-12 0,1-1-23 0,0 0-38 0,0-1-38 16,0 0-44-16,0 0-38 0,1-1-37 0,1 0-36 0,2-2-22 0,1-2 23 15,2-1 97-15,2-1 116 0,4-4 39 0</inkml:trace>
  <inkml:trace contextRef="#ctx0" brushRef="#br0" timeOffset="-128088.06">18677 10986 2008 0,'0'0'179'0,"0"0"-130"0,1-1-45 0,0-1-19 15,1 0-23-15,2 0-30 0,2-1-6 0,1 0 2 0,5 0 17 0,0-2 31 16,2 1 9-16,1 1 11 0,-1 0 1 0,1-2-3 0,1 0 2 0,1-1-1 16,1 0 0-16,2-1 1 0,0 0 5 0,0-1 3 0,1 0 7 15,3 2 4-15,-2-2 0 0,3-1 1 0,-1 1 7 0,0-1-5 0,3-1 2 16,2 0 0-16,1 1-1 0,0 0-3 0,1-1 1 0,0 1-3 15,1 0-9-15,2 0 9 0,2 0-3 0,2 1-2 0,-1 1 7 0,1-2-9 16,3 1 2-16,0 0-4 0,0 0 4 0,1 0 0 0,-2 1 7 0,2-1 1 16,1 0 5-16,-1 0 5 0,0 1 4 0,-1 0 6 0,0 1-2 15,0-1 0-15,0 0-6 0,-2 2 0 0,1-2 3 0,1 0-1 0,-1 0 2 16,1-1-3-16,0 0-1 0,-2 0-2 0,-1 0-5 0,0 1-1 0,0-1-3 16,-1 1-4-16,-2-2 6 0,-2 1-6 0,0-1 1 0,-3 1 3 15,0 0-3-15,-2 1 5 0,1-1 0 0,-2 0 6 0,-4 1-3 0,1 0-1 16,-4 0 2-16,-1 1-11 0,-1 0 2 0,-3 1-4 0,-1 1 0 15,-2 0-2-15,-2 0-4 0,0 1 0 0,-2 1-1 0,0 0-3 0,-2 2-11 16,-2 0-19-16,-1 0-23 0,-2 0-26 0,-1 0-39 0,-2 2-63 0,-2 0-92 16,-2 2-157-16,-5 0-195 0,-6 2 8 0,-12 3 103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7-10T11:31:18.99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22171 10721 375 0,'8'-100'-46'0,"3"-10"54"0,3-30-1 0,2 12 1 0,-1 12-5 0,1-5-4 15,1-4-3-15,1-5-5 0,-1-3-7 0,3 0-16 0,3-4-16 0,0 0-16 16,4-1-1-16,1 1 15 0,4 0-6 0</inkml:trace>
  <inkml:trace contextRef="#ctx0" brushRef="#br0" timeOffset="26867.9">19391 5836 214 0,'0'-8'23'0,"1"0"-17"0,2 0-2 0,4 4-4 16,3 3-2-16,3 1 2 0,3 1-3 0,3 1 0 0,3 1 1 15,-1 1 0-15,3 2 1 0,1 0 1 0,2 0-1 0,0 2-1 0,1 0 2 16,0-1-2-16,0 1 3 0,2 0-1 0,1 0 0 0,1 0 2 0,0-2-1 16,1 2 4-16,-1-1 3 0,-1 0 5 0,3 0 4 15,0-2 7-15,1 0 4 0,0 0 5 0,1 0 4 0,0-1 6 0,2 0 5 0,3-2 7 16,-1 2 5-16,2 0 2 0,2 1-3 0,1 0 0 0,2 2-9 15,1 0-7-15,1 0-1 0,-1 2-9 0,0 0-4 0,1-1-1 0,1 3-7 16,2 0-1-16,0 1-2 0,1 2 0 0,1 0-6 0,2 1 1 0,2 0-2 16,1 2 0-16,2 0-1 0,-1 1-3 0,0 2-2 0,-1-1-4 15,-2 0-2-15,-1 0 0 0,-2-1 1 0,1 0-6 0,-1-3 3 0,-2-2 3 16,0-2 3-16,-2-3 8 0,-1-1 5 0,1-2-5 0,-1-1 9 0,2-2-2 16,1-2-2-16,1-1 2 0,1-2-10 0,-3 0 4 0,1 0-4 15,-2-1-3-15,-3 0 3 0,0-1-1 0,-1 1-3 0,-1-1 3 0,0 1 1 16,0 0-1-16,-2-1 2 0,-1-1-1 0,-2-2-1 0,2 0-5 15,-3-1 2-15,0 1 1 0,0-2-2 0,-1 0 5 0,1 0-6 0,0-2 5 16,-3 1-4-16,-1 1-1 0,-1-2 5 0,-2 0-2 0,1 0 2 0,-1 0 0 16,0 0-2-16,-3-1-3 0,1 0 0 0,-2 0 3 0,0-2-1 15,0 1 3-15,-3-2-3 0,1-1 5 0,-2-2-1 0,-1 0-1 0,-1-3 2 16,-1 0-3-16,-1 0 3 0,-1-1 1 0,-2 2-3 16,0-3 2-16,-3 0-5 0,-2 1-3 0,-3-1-4 0,-2 0 1 0,-4 1-5 0,-2-1 0 15,-3 2 10-15,-2-2-6 0,-4-1 7 0,-2 0-3 0,-3-2-3 0,-4 1 3 16,-2-1-5-16,-2 1 4 0,-2-1 3 0,-3 1-2 0,-2 0 2 15,0 0-2-15,-3 1-1 0,-1-1 0 0,0 1-1 0,-3 0-1 0,-2 1-3 16,0 3 3-16,-3-1 3 0,2 0 0 0,-1 1-1 0,-1-2-2 0,-1 2 1 16,0 0-3-16,-3 2 7 0,0-1-3 0,0 1 0 0,-2 1 2 15,-3 1-2-15,0 2 0 0,0-1-1 0,-1-1-2 0,-1 2 1 0,1 1 3 16,-2 0-1-16,-1 1 0 0,-1 0 0 0,-3 2 0 0,-1 1-2 0,1 1 1 16,0 0-5-16,-2 1-8 0,-2 3 2 0,-1 0-1 0,-1 3 0 15,-3 1 12-15,0 1 2 0,0 1-1 0,-1 1 4 0,2 1-6 0,1 1-1 16,-1 0 2-16,2 1-2 0,-1 1 2 0,2 0 4 0,2 0-5 15,1 0 4-15,1 0-4 0,2 2 1 0,2 0 1 0,3 0 1 0,2 2 2 16,3-1-1-16,0 2-1 0,4-1 2 0,2 2-1 0,1 2-1 0,4-1 2 16,0 0-9-16,3-1 1 0,1 1 3 0,-1 1 3 0,4 1 7 15,1-1 2-15,2 1-2 0,3-1-1 0,1 3-1 0,1-2-3 0,3 1-3 16,-1 1 2-16,1-1-1 0,3-1 0 0,1 1 5 0,0-1-3 0,3 1-1 16,0-1 2-16,1 1-4 0,2 0 2 0,-1 0 3 0,2-1 0 15,0-1 2-15,2 0-2 0,1-3-2 0,1 0 1 0,0-3-1 0,2 1 1 16,-1-1 0-16,1-2 1 0,0 0 2 0,1-1-5 0,-1-1 4 15,1 0-1-15,-1 0-1 0,2-2 0 0,-2 1-2 0,1-1 2 0,0-1-1 16,-1 0-1-16,1 0-1 0,-1-1 4 0,0 0-4 0,0 0 3 0,0 0-4 16,1 1-6-16,-1-1-3 0,1 0-10 0,-1 0-8 0,0 0-27 15,0 0-40-15,0 1-57 0,0 0-62 0,-1 0-24 0,-1 1-13 0,0 1 27 16,-4 0-51-16</inkml:trace>
  <inkml:trace contextRef="#ctx0" brushRef="#br0" timeOffset="28168.41">19823 6980 499 0,'-12'-12'103'0,"-2"0"-83"0,-2-2-5 0,2 5-8 15,5 3-7-15,2 2-2 0,2 1-3 0,1 1 0 0,1 1-1 16,1 0-4-16,-1 1-2 0,2-1-4 0,0 1-8 0,1 0-8 0,0 1-3 15,0 0 0-15,0 2 4 0,1 0 7 0,0 1 5 0,-1-1 4 0,1 2 3 16,-1-1 0-16,1 1-1 0,0 0-1 0,-1 0 1 0,0 1 0 0,0 1 2 16,-1 1-1-16,1 0 4 0,-1 0 2 0,0-1 1 0,0 1 3 15,0 0 0-15,-1 0 1 0,1-1 2 0,0 0 1 0,-1-1 0 0,1-2 2 16,-1 0 1-16,0-1 3 0,0 1 2 0,1 0-1 0,0-1 2 16,0 1 4-16,0-1-2 0,1 0 4 0,0 0 1 0,0 0 0 0,0 1 1 15,0 0 2-15,1 1-1 0,0 0-2 0,1 0-1 0,0 1-1 0,1-1-2 16,0 1 0-16,1 1-2 0,2-1 1 0,0 1-1 0,3 0-1 15,1 1-1-15,2 0-4 0,1 1 2 0,0 0 1 0,2 1-1 0,0 0 0 16,1 0 2-16,-1 0 0 0,2 0 4 0,2 0 0 0,0 0 0 16,3 0-2-16,1 1-1 0,0-2-3 0,4 0 1 0,0-1 1 0,2 0-2 15,2 2 2-15,1-1-2 0,0 1-2 0,4-1 1 0,-1 0 0 0,3-2-1 16,-1 0 0-16,1 0 3 0,4-1 1 0,0-1 1 0,1 0 4 16,1 0-5-16,-2-1-1 0,1 0-3 0,0-1-6 0,0-1 1 0,0-1 0 15,0 1 0-15,2-1 3 0,-2 1 2 0,1-1 1 0,-1-1 2 0,2-1 4 16,-2 0 0-16,-2 0 1 0,1-1 2 0,-2 0-3 0,-1 0 1 15,3-1-1-15,-1 0 1 0,1 0-3 0,1 0-1 0,-2-1-3 0,2 1-2 16,1-1 1-16,-3 1 0 0,1-1-1 0,0 1 3 0,1 0 1 0,-1 1 1 16,-1-2 3-16,0 1-6 0,-1-1-2 0,1 1-3 0,1-1-2 15,-1-1 4-15,-1 1 2 0,1-2-2 0,1 0-2 0,-1-1-1 0,2-1 1 16,0 0 2-16,-1 0-2 0,1-1 2 0,-2 0 0 0,-3-2-3 0,0 0 0 16,-3-1 1-16,0 1-1 0,0-1 4 0,-3 0 3 0,-1 0-4 15,-3-1 8-15,1 0 6 0,-3-2 3 0,-2 1 12 0,0-1-1 0,-1 0-4 16,-1 0 2-16,-1-2-11 0,-2 0-3 0,-2 2 1 0,-1 0-8 15,-1-1 3-15,-3 0-8 0,0 1 0 0,-1 0-3 0,-2-1 2 0,-1 1 9 16,-2 1-7-16,-1-1 8 0,-3-1-1 0,0 0-4 0,-2 0 2 0,-1 0-4 16,0-1-5-16,-3 0-2 0,0 0-1 0,-2 1-6 0,-2-1 4 15,-1 0-7-15,-1 2 0 0,-1-2 2 0,0-1-2 0,-3 2 3 0,-1-3-1 16,-1 0 6-16,-2 0-3 0,-2 0 1 0,-3-1 4 0,-2 0-2 0,-2 1 5 16,-1-1 2-16,-2 0-3 0,-3 0-4 0,-2-1-4 0,-1-1-3 15,-4 2-3-15,0-1 2 0,-2 1-4 0,-3 0 0 0,-4 0 4 0,-1 2-2 16,-3 0 4-16,-2 0 4 0,-2 0-5 0,-2 0 2 0,-1 0 2 15,-3 1 4-15,0 0 5 0,1 3 4 0,0-2 3 0,2 2-2 0,1 0 0 16,-2 3-3-16,2 1-1 0,-1 1-4 0,-1 1 0 0,1 2 1 0,0 2-2 16,-1 2-3-16,-1 2 0 0,-1 2-4 0,-3 3-1 0,-3 3-1 15,-4 3 0-15,-1 4 0 0,0 0 8 0,1 4 0 0,3 2 2 0,0 0-2 16,1 3-4-16,2 2-1 0,-2 2-8 0,3 4 1 0,1 3-4 16,1 3-5-16,4 7-2 0,1 2-18 0,4 5-13 0,2 6-17 0,4 4-10 15,3 4-19-15,2 6-16 0,3 2-19 0,5 5-14 0,2 6 1 0,1 2-55 16</inkml:trace>
  <inkml:trace contextRef="#ctx0" brushRef="#br0" timeOffset="29768.13">19709 8657 288 0,'-7'-3'86'0,"0"-2"-17"0,-2 1-16 0,4 0-16 0,1 2-11 0,1 0-7 15,2 1-5-15,0 0-4 0,0 0-3 0,1 0-2 0,1 1-4 16,0-1-1-16,0 1-2 0,0 0 0 0,2 0-1 0,0-1 2 0,1 1 5 16,2 0 0-16,0 0 8 0,3 1 4 0,1-1-1 0,1 1 1 0,1 0-1 15,2 0-4-15,1 1 2 0,2 0-1 0,0 0 2 0,3 2 4 16,1 0 3-16,0 0 3 0,4 1 6 0,-1 1 4 0,2 0 4 0,3 1 3 16,-1 0 1-16,3 0-4 0,1 0-1 0,2 0-5 0,1 2-4 0,3 1-3 15,2 1-6-15,1 0-1 0,3 2-4 0,1-2-2 0,2 2-6 16,1-1 2-16,1 2-6 0,1-1-1 0,2 0-1 0,2 1-5 0,-2-1 3 15,2-2-4-15,-1-2-2 0,0-2 4 0,3 1-4 0,-3-1 6 16,0 1 0-16,-1-1 3 0,-3-1-2 0,-2 0 1 0,0-2 0 0,0 0 1 16,-2-2 3-16,-2 0 2 0,0-1 4 0,1-1-7 0,-3 0 0 0,1-2-1 15,2-1-2-15,-2 0 1 0,0-2 1 0,1 0-6 0,-1-1 1 16,0-1 0-16,0 0-2 0,1 0 9 0,-2-1 1 0,0 1-2 0,0-2 2 16,-2-1-7-16,0 0 0 0,0 0 4 0,-2 0 1 0,0 0 1 0,0 1 1 15,-1-1-3-15,1 0-2 0,-2 0 2 0,-1 0 0 0,-1-1 1 16,1 1-3-16,-2-1-2 0,1 0 2 0,0 0-2 0,-2 1 0 0,0-1-1 15,-3 2-2-15,0-1 1 0,-1-1-4 0,-1 0 4 0,0 0-4 16,-1 0 4-16,-2-2 4 0,0 1 0 0,-2 0 1 0,-1-1 0 0,0 0 6 16,-3-1-2-16,1 1-2 0,-2 0 1 0,-3 0-2 0,-2 1 3 0,-1-1 4 15,-2 0 2-15,-1-1 2 0,-2 1 3 0,-1 1 3 0,-2-3 4 16,0 1-2-16,-2-2 3 0,-1 1-2 0,-2-1-2 0,0 0-2 0,-2-2-3 16,0 1 4-16,-1-1-7 0,-1 1 5 0,-1 0-5 0,-1-1-6 0,1 0 4 15,-4-1-9-15,0-1-1 0,-1 0-5 0,-2 0 4 0,2 2 1 16,-3-2 1-16,0 1 5 0,-1 1 2 0,0-1 2 0,-1 0 1 0,-3 1 1 15,-1-2 3-15,-1 1-4 0,-1 0-2 0,0 0-1 0,-2 0 1 16,0 1 0-16,-3-1 0 0,1 2-4 0,-3-1-9 0,0 3-1 0,-2 0-6 16,0-1-4-16,-3 0 0 0,0 1-1 0,-2-1 2 0,-4 0 0 0,1 2 6 15,-1 0 3-15,-2 0 3 0,1 0-2 0,0 0 4 0,-2 1-5 16,0 1 11-16,0 1 4 0,1 1 2 0,-2 1 7 0,2 0-13 0,1 2 1 16,-2-1-3-16,-1 1-7 0,2 2 6 0,-2 0-3 0,0 1-3 0,-1 2 2 15,0 1 1-15,-2 2 3 0,1 1 0 0,-2 1 0 0,-1 1-1 16,1 0 5-16,1 2-2 0,-2 1 2 0,0 0 1 0,1 2-3 0,-3 1-7 15,3-1 1-15,0 1 0 0,-1 0 1 0,1 2 9 0,-1 1-3 16,2 0-1-16,1 1 0 0,1-1-5 0,3 1 1 0,-3 1 4 0,2 2-1 16,0 1 0-16,1 0 4 0,1 0-2 0,4 0 1 0,2-1 3 0,0 1-4 15,3 2 1-15,0 0-5 0,2 2-7 0,1 0-8 0,2 0-7 0,0 1-18 16,4 1-23-16,0-1-34 0,3 2-49 0,4 2-54 0,1 5-26 16,3 3-13-16,1 3 3 0,5 4 35 0,1 4-20 0</inkml:trace>
  <inkml:trace contextRef="#ctx0" brushRef="#br0" timeOffset="34902.12">18543 9108 76 0,'-9'-6'12'0,"0"-1"-4"0,-1-1 1 0,4 1-1 15,4 2 1-15,0 1 0 0,0 0 2 0,2 1 1 0,-2-1 0 0,2 0 0 16,-1-1 0-16,1 0 1 0,1 0 3 0,-1-1 5 0,1-2 2 15,0-1 5-15,0-2 3 0,1 0 1 0,1-1 7 0,0 0 3 0,0 1 1 16,2 1 0-16,-1 2-5 0,2 0-5 0,1 0-7 0,1 0-4 0,2 1-2 16,1 2 1-16,0 0-2 0,2 2 2 0,0 1 0 0,0 1-2 15,0 0-2-15,0 1 1 0,2 1-3 0,0 2-1 0,0-1 2 0,-1 2-5 16,1 0-1-16,2 0 1 0,0 2 0 0,-1 1 0 0,2 0 5 16,0 1-1-16,1-1 1 0,0 2 2 0,3 2-5 0,-1-1-1 0,3 1-1 15,3 0-3-15,0-1 0 0,3 1-2 0,-1-1 0 0,2-1-2 0,2-1-1 16,1 0 2-16,0 0-3 0,0-2 6 0,-2-1-2 0,0 0 0 15,0 0 4-15,-1 0-1 0,1-2 6 0,-2 0 2 0,0-1-1 0,-2-1-1 16,0 0 1-16,-2 1 0 0,1-1 1 0,0 0 0 0,-2 0-5 0,1 0 2 16,-1 0 0-16,1 0-1 0,-1 0 3 0,3 1-3 0,2 0 2 15,-2 0-4-15,2 0 1 0,-2 0-1 0,1 1-4 0,0 0-1 0,3 1-2 16,0 1-1-16,4 2-2 0,-1 1 2 0,1 1-4 0,1 1 2 16,0 2 1-16,2-2-5 0,0 3 4 0,0 1 0 0,1 0-1 0,-1 1 3 15,0-2-1-15,1-1-4 0,-1 0 2 0,-2 0 0 0,2-1 0 0,-1-1 4 16,1 0-5-16,2 0 3 0,-1-2 0 0,1 0-3 0,-2-2 5 15,0 1-4-15,-1-2-2 0,-1-1 7 0,-2 0-4 0,1-1 3 0,0 0 3 16,1-1-1-16,-1-1 4 0,0-1 2 0,0-2-3 0,-1 0 2 0,3-1-3 16,0-2 2-16,0 1-5 0,2-2 8 0,0-2-1 0,1-1-5 15,1 0 3-15,-1 0-9 0,0 1 2 0,2-1-1 0,-1 2 1 0,0 0 1 16,1 0-3-16,-2 1 4 0,0 0 1 0,0 1-1 0,-2 1 4 16,2 0-2-16,-1 1 0 0,-1 0 3 0,0 2 0 0,0-1-1 0,1 1-4 15,-1 0-3-15,2 1-3 0,-2 1 4 0,2-1-1 0,0 1 2 0,-1-1 1 16,-1 0-4-16,0 1 4 0,0-1 1 0,2-1-2 0,-2 1 1 15,0-2-3-15,1 1-1 0,-2 0 4 0,0-1 2 0,2 0 6 0,-1 1-1 16,1-2-3-16,1 2 2 0,-1-1 1 0,1 0-1 0,0 1 3 0,-1-1-4 16,-1-1-4-16,2 1 5 0,0-1 3 0,1 0-7 0,2 0 2 15,-2 0-4-15,0 0-8 0,2 0 10 0,-2 0-2 0,0 1 1 0,1 0-1 16,3-1-1-16,-1 1 0 0,0 1-1 0,1 0 1 0,-2 0 1 16,0 1-2-16,2 1-3 0,1 0 0 0,0 1 1 0,0 0 2 0,-1 0 2 15,-1 0 4-15,0-1-3 0,0 0 3 0,0 1 1 0,1-2-4 0,-2 1 9 16,0 0 3-16,-2-1-2 0,2 0 6 0,-2-2-2 0,0 1 1 15,0 0-2-15,-2-1-3 0,0 0-2 0,2 0-3 0,-1-1 3 0,0 1-5 16,3-1 1-16,-2 0-3 0,0 0-4 0,1 0 2 0,-1 0 1 0,0-1 1 16,0-1 0-16,0 0-4 0,0 0 7 0,0 0-4 0,1 0-1 15,-1-1 2-15,0 0-4 0,0 0 1 0,-2 0-1 16,0 1-2-16,1 0-1 0,0-2 2 0,-2 0 2 0,0 0 3 0,-3-1 1 0,1 0-5 16,1-1 4-16,-1 1-1 0,1 0 9 0,-1-1 7 0,1 0-2 0,-1-1 7 15,0 0-4-15,1 0-7 0,-2 1 1 0,0-2-7 0,3 1-2 0,-3 0 2 16,1 0-5-16,1 1 0 0,-2 0 2 0,1 1-4 0,-1-1-3 15,1 0-1-15,2-1-2 0,0 1 10 0,2-1 4 0,-2 2-11 0,0-2 2 16,1 0-9-16,-1 2 9 0,-1 0 3 0,1 0 4 0,0-1 2 0,0 1-13 16,0-2 4-16,-3 1 1 0,0 0-3 0,0 0 3 0,-1 1 0 15,1-1-3-15,-2 2 7 0,1-2 1 0,-1 1 1 0,1-1-5 0,-1 1-3 16,1 0-1-16,-1 0 3 0,0 1-1 0,0 0-2 0,-3-1 3 16,4 1 0-16,-1 0-1 0,0 1-1 0,0 0-2 0,-2 0-3 0,0 1 8 15,0 0-4-15,2 0 0 0,-2 2 1 0,2 0 1 0,-2 0 1 0,3 0 5 16,-3 0-4-16,2 1-2 0,0 1-2 0,-2-1-3 0,1 1 3 15,-1 0 0-15,0 1 0 0,0 0 0 0,1 0 0 0,-2 0-3 0,1 0 4 16,-3 0 1-16,2 0-1 0,-1 1 2 0,1-1-3 0,-1 0-1 0,0 0 1 16,-1 1 3-16,1 0 0 0,0 0 2 0,-1 0 1 0,0-1-5 15,0 1 1-15,0 0-2 0,0 0-5 0,0 1 5 0,-1 0 0 0,1 0 0 16,2 0 2-16,-1 0-4 0,-1 0 4 0,0-1-1 0,-3 2-1 16,1 0 2-16,-1 0-4 0,1 0 1 0,-1 0 1 0,1 1-2 0,0 0 4 15,-2 0-1-15,1 0 3 0,-2 0 2 0,1 1-3 0,1-1 5 0,-4 1-3 16,2 1-4-16,-1-1 2 0,1-1-3 0,-1 1 0 0,0-1 5 15,0 1-7-15,0 0 4 0,0-1 1 0,3 1-4 0,-1-1 2 0,1 0 2 16,-2-1-3-16,1 1-1 0,1-1 4 0,-1 1-5 0,1-1 1 0,-2 0 2 16,0-1 1-16,2 0 1 0,-2 2 0 0,1-1 0 0,-1 0 2 15,1 1 5-15,1-1-4 0,-3 0 2 0,2 1 0 0,-1 0-2 0,1 0 1 16,-1 0 1-16,0 1-3 0,-1-1-1 0,-1 1 0 16,1-1 0-16,1 0 0 0,0 0 4 0,2 0-4 0,-2 1-2 0,1-1-8 0,0 0-2 15,-1-1 4-15,2 1-2 0,0 1 11 0,2-1 3 0,0 1 8 0,4-2-2 16,-1 1 7-16,2 0-6 0,2 0 1 0,0 0 2 0,0-1-1 15,2 0 4-15,-1 0 1 0,1 0 1 0,3 1-2 0,-1 0-6 0,3-1 4 16,0 1-7-16,0 0-1 0,-1 0-2 0,0 1-4 0,0 1 2 0,0-1 5 16,-1 1 3-16,-1-1 0 0,-4-1-6 0,2 2-6 0,-2 0-5 15,-2 1 1-15,0-1 1 0,-1 1-2 0,-3-1 2 0,2 1-7 0,-3 0-5 16,1-1-3-16,-4 0-12 0,-1 0-10 0,-3-1-22 0,-2-1-28 16,0 0-34-16,-2-1-41 0,-3-1-32 0,0-1-31 0,-2-2-57 0,0-1-57 15,-1-1-59-15,-1-3 16 0,0-4 73 0,2-8 18 0</inkml:trace>
  <inkml:trace contextRef="#ctx0" brushRef="#br0" timeOffset="35919.15">27327 5602 1673 0,'-22'-29'-7'0,"2"-2"21"0,-4-4-7 16,8 8-2-16,4 8-3 0,4 0-4 0,0 2 2 0,1 2-10 0,2 2-15 16,1 1-31-16,1 2-48 0,2 3-57 0,1 3-41 0,1 2-5 15,1 1 35-15,0 1 47 0,1 1 44 0,0 0 31 0,-1-1 17 0,1 0 10 16,0 1 4-16,-2-2 3 0,1 2 1 0,0-1 0 0,0-1 4 0,2 1 3 15,-1-2 2-15,0-1 2 0,3 1 0 0,-1-2 0 0,3-1 1 16,-1 0 2-16,2-3 1 0,0-1 1 0,2-1 2 0,0-1 2 0,2 0 3 16,1-1 4-16,1 2 7 0,-2-2 6 0,1-1 8 0,-1 0 10 15,1 0 5-15,-1-2 7 0,0 0 4 0,1 0 2 0,1 0 2 0,2 0-3 16,0 0-4-16,3-1-10 0,2 0-11 0,1 2 3 0,3 0-9 0,1 0 0 16,3 0-4-16,3 1-10 0,2-1 0 0,4 0-7 0,2 2 1 15,3 0-4-15,3 2-4 0,3 0 0 0,2 1-3 0,2 0 2 0,3 1 0 16,2 1 0-16,2 1 3 0,2 1 0 0,3 1 1 0,0-1 0 0,2 2-1 15,0 0-5-15,0 1 4 0,-1 2-4 0,0 0 0 0,-3 0 1 16,0 2 2-16,-1-1 5 0,0 1-3 0,-1 1 2 0,0 0-5 0,0 1-1 16,-1 0-2-16,-1-1 0 0,-1 1 1 0,-1 1 0 0,-1-1 5 0,2 1 0 15,1 0 1-15,0 0-2 0,0 0-4 0,1 0-2 0,-1 0 3 16,0 2-1-16,1 0 1 0,-2-1 2 0,0 3-4 0,-2-2 5 0,-1 1-4 16,0 1 1-16,-2 0 0 0,-2 0-1 0,2 1 2 0,-3 1-7 0,-2-1 3 15,-3 1-1-15,-4 0 0 0,-1 2 8 0,-2-1 3 0,0 1 1 16,-1 1 2-16,-2-1-2 0,-2-1 2 0,-1 3-5 0,-2-1 1 0,-2 1-1 15,0 1-2-15,-2 2 3 0,-1 1 0 0,-2 0-1 0,0 2 1 16,1 1-2-16,-2 3 1 0,1 4-5 0,-1 0-5 0,-3 2 1 0,0 0-8 16,-2 3 1-16,-3 1-2 0,0 2-5 0,-1 1 3 0,-2 0-7 0,-1 3 4 15,-1 0 2-15,1 0 3 0,-2 2 7 0,-1-2 1 0,-1-1-1 16,-2 1 1-16,-1-2 2 0,-1 0 1 0,-1-4 2 0,0-3 1 0,0-3 1 16,-2-3 2-16,1-1 0 0,-1-3-2 0,-1-2 5 0,1 0-2 15,-2-2 4-15,0-1 0 0,0-1-2 0,-2 1-2 0,-1-2-3 0,-1-1-2 16,0 1-4-16,-3 0-9 0,0 1-4 0,-2 0 0 0,0 1 4 0,-1 0 1 15,-3 1 0-15,0-1-3 0,-2 1-4 0,-1 2 2 0,-2-1 1 16,-4-1 4-16,0-1 3 0,-4 0 2 0,0-2 3 0,-1 1 1 0,1-1 3 16,-4-2 3-16,1-1 2 0,-4-1 2 0,0-2 1 0,0-2 3 15,-3-2 5-15,1-2 7 0,-3 0 4 0,0-2 6 0,1-2-1 16,-2-1 5-16,0-1 0 0,-2-1-1 0,-1-2 1 0,1-1-5 0,0-1-1 0,1-1-1 16,0 0-8-16,0 0-7 0,2-1-9 0,-2 0-10 0,1-1-5 0,-1 1-5 15,-4 1-13-15,-1 0-10 0,-6 1-19 0,-6 0-46 0,-5 2-49 16,-9 1-42-16,-8 3-30 0,-12 2-2 0,-17 3 8 0</inkml:trace>
  <inkml:trace contextRef="#ctx0" brushRef="#br0" timeOffset="60333.25">20086 9913 404 0,'-12'-4'28'0,"2"1"11"0,0-1-10 16,4 2-9-16,3 0-10 0,2 1-6 0,0 1-5 0,1 0-2 15,2 2-1-15,0-2 2 0,1 2 2 0,1-1 0 0,2 1-2 0,3 1 3 16,1-1-3-16,2 1 1 0,0-1 1 0,3 0-3 0,2 1 2 0,0-2 0 15,3 0 2-15,1 0-2 0,2-1 1 0,3 0 0 0,-1-1-1 16,1 1 0-16,4-1 1 0,0 1-1 0,1-1 1 0,0 1 0 0,1 0 0 16,-2 0 2-16,2-1 0 0,1 1 2 0,2 0 1 0,0 1 3 0,2 1 1 15,2-1 7-15,0 1 1 0,3 0 3 0,2 0 1 0,0-1 0 16,4 0-1-16,2 0-1 0,4-1-2 0,3 1-2 0,2-2-2 0,0 0-3 16,3-1 6-16,3-1-6 0,-1 0 1 0,1-2-1 0,1 0-7 15,0-1 1-15,-2 0-3 0,-1-1 0 0,-2 0 3 0,-4 1-3 0,0-2 7 16,-2 0 2-16,0 0-2 0,-3-3 2 0,-2 1-5 0,-1-1 0 0,0-1 0 15,-1 0-2-15,1-2 2 0,-3 0-6 0,-1 0-2 0,0-1-2 16,0 0-4-16,0-2 0 0,-1 0-3 0,0-1 1 0,1-3-2 0,0-2-1 16,-1-1-2-16,1-2-5 0,0 0-5 0,-1 0 0 0,-1-4-2 0,1 1 0 15,-5-2 7-15,0-2 3 0,-2-1 7 0,-1 2 7 0,-3-1 4 16,-3-1 3-16,-2 0 2 0,-5-1 2 0,-1 0 2 0,-2-1 5 0,-5 1 3 16,-2 2 3-16,-2-2-1 0,-4 2 3 0,-1-1 3 0,-4 3 2 15,-1 2 9-15,-4 2 5 0,-2 0 1 0,-1 1 0 0,-4 0-7 0,-2-1-14 16,-3 2-12-16,-5-1-4 0,-3 1-2 0,-4 0-4 0,-4 0 0 0,-1 2-5 15,-7 1-2-15,0 1 1 0,-4 2 0 0,-3 0 1 0,-5 1 3 16,-1 2 4-16,-2 2 3 0,-1 0 7 0,1 1-1 0,-1 2 0 0,-2 1-2 16,1 1-4-16,0-1 2 0,0 0-4 0,1-1-1 0,0 1-1 0,0 1-4 15,0 1 2-15,-2 0-3 0,1 0 4 0,-1 2-2 0,-2 1-1 16,0 1 4-16,0 3-1 0,-1 0 5 0,0 3 8 0,-2 1 1 0,-1 2 6 16,-1 2 6-16,0 3 2 0,-1 1 6 0,-1 2-1 0,1 2 4 15,-1 3 0-15,1 4 1 0,-1 0 5 0,1 5-1 0,3 1 2 0,1 2-8 16,2 3-8-16,1 2-8 0,0 2-6 0,1 4-1 0,2 4-1 0,2 1-9 15,2 2-3-15,5 0-1 0,1 3-3 0,4 1 4 0,5 1-10 16,1 1-8-16,7 1-15 0,3-1-24 0,1-1-47 0,7 0-69 0,2 3-57 16,5-1-48-16,6 4 10 0,3 4-13 0</inkml:trace>
  <inkml:trace contextRef="#ctx0" brushRef="#br0" timeOffset="62065.26">28181 10119 790 0,'6'-1'170'16,"2"2"-148"-16,4 0-21 0,5 0-6 0,3 1-2 0,3 1 10 16,5 0 6-16,4 1-2 0,2 0-4 0,5 1-6 0,3-1-17 0,5 2-8 15,4-2-2-15,2 1 0 0,2 0 8 0,1 1 7 0,0 2 7 0,1-2 4 16,2 2 4-16,-2-1 2 0,0 0-1 0,-1-1 0 0,-1 1-1 16,1-1 2-16,-1 1 0 0,2 0 2 0,2 1-2 0,0-1 0 0,0 1-1 15,2 1 1-15,-3-1 1 0,1-1 0 0,-2-1 0 0,0 1-1 0,3 0-1 16,-2 1 0-16,1-2 4 0,1 1 1 0,-2-2-2 0,2 1 4 15,0-1-6-15,1-1-1 0,0 0 2 0,-2 0-3 0,3-1 0 0,1 0 0 16,0-1 0-16,0 0 2 0,-1-1 0 0,2-1 3 0,1 0 12 16,7 0 8-16,6-1 2 0,7-1 4 0,-1 1-7 0,-3-2-2 0,-9 0 0 15,-7 0-3-15,-5 0-1 0,-5 0-6 0,-3 1-6 0,-4-2-1 0,-3 0-10 16,-1 0 0-16,-3 0 0 0,-2-1-8 0,-1 0-2 0,-3-1-12 16,-2-1-10-16,-2 0-18 0,-2-1-12 0,-2 0-2 0,-1-3-8 0,-3 0 2 15,-1-1-2-15,-1-1-8 0,-3-1-1 0,-1-2 4 0,-2-2 8 0,-1 1 13 16,-9 9 8-16,1-4 17 0,1-15 1 0,-1 1 7 0,-5 11 10 15,-1-7 0-15,-4-11 3 0,-2 4 3 0</inkml:trace>
  <inkml:trace contextRef="#ctx0" brushRef="#br0" timeOffset="78616.03">27708 10075 430 0,'12'0'1'0,"9"-2"1"0,6 0 2 0,8-1-1 0,-5-2-1 0,1 1-1 16,2-2 1-16,-1 2-2 0,1-1 1 0,2 1 0 0,0-1-1 0,2-1 0 15,1 1 0-15,0-1-2 0,1 0 0 0,0-1 1 0,2 0 0 16,1-1 0-16,1 1-1 0,1 2 1 0,3-1 0 0,-1 1 0 0,2 0 0 16,0 0 0-16,2 1 1 0,0-1 0 0,1-1 0 0,3 0 4 0,0-1-2 15,3 1 1-15,-1 1 0 0,1-2-1 0,3 2 4 0,0 1 0 16,1-1 8-16,0 2 3 0,1-1 2 0,1 1 1 0,2 0-4 0,0 0-2 16,0 0-3-16,1-1 5 0,3 0-6 0,-2-2-3 0,1 1-2 15,0-2-3-15,-2-1 3 0,1 0 0 0,0-1-1 0,0-1-1 0,-1 2-1 16,3-1 3-16,-2 0 0 0,-2 0 0 0,0-2 0 0,-3 2-1 0,1-2 5 15,-1 0 1-15,1 0 1 0,-2-1 0 0,-1 0-6 0,2 0-1 16,-3 0-3-16,-2 0 0 0,1-2 0 0,-5 0 0 0,-2 1 0 0,1 0 6 16,-3 0 0-16,0 0-1 0,-2-1 0 0,-3 1-10 0,-3 0 0 0,-2 2 2 15,-3-1 0-15,-1-1 1 0,-3 2 4 0,-3 0-2 0,-3-3-1 16,-3 1 4-16,-4-1-1 0,-1 0 1 0,-1 2 4 0,-4-3-1 0,-2 1 1 16,-3-2 5-16,-2 3 2 0,-1-2 6 0,-4 1 3 0,-3 0 4 0,-2 1 2 15,-4-2 1-15,1 0 4 0,-7 0-4 0,-3 0 1 0,-3-1 2 16,-3-1-2-16,-7-1 1 0,-4 3 3 0,-6-1-4 0,-2 1-4 0,-3 1-2 15,-5 1-6-15,-2 0-1 0,-5 2-10 0,-3 0-2 0,-2 1-7 16,-3 1 0-16,-2 1 0 0,-3 0-5 0,-2 0 4 0,-2 0-2 0,-1-1-1 16,1 1-12-16,-3 1-24 0,0 0-12 0,-3 3-26 0,0 0-16 0,-4 1-19 15,-2 1-17-15,-1 0-4 0,0 0 0 0,0 0 19 0,3-1 5 16,-1-1 20-16,0-2-30 0</inkml:trace>
  <inkml:trace contextRef="#ctx0" brushRef="#br0" timeOffset="130418.55">21745 9740 66 0,'-4'-4'19'15,"1"0"-4"-15,-1-1-4 0,2 3-3 0,1 0-3 0,1 2-2 16,0-1-1-16,2 0-1 0,0 1-1 0,1-1 1 0,0 1-1 0,-1 0 2 15,1 0-1-15,1 1-1 0,-1-1 0 0,1 1 1 0,-1 0 0 0,-1 1 2 16,1-1 0-16,-1 1 2 0,0 0 0 0,1-1 3 0,0 0 3 16,0 1 4-16,0 0 5 0,0 0 1 0,0-1 5 0,1 1 0 0,0-1 1 15,1 1-1-15,-1 0-3 0,1-1-1 0,2 0-1 0,0 0 0 0,1 0-3 16,1-1-1-16,1 2-2 0,0-1-2 0,0 1 0 0,3 1 1 16,1-1 1-16,2 1-1 0,-1 0 3 0,3 0 1 0,0 0 3 0,2 0 0 15,0 0 1-15,2 0-1 0,1 1-2 0,3-1 3 0,2 0-2 16,-1 0 2-16,3-1-2 0,0 1-3 0,3-1-3 0,2 1-3 15,0 0-4-15,2 1-1 0,-2-1-5 0,1 1 1 0,-1 1 0 0,2-2-3 0,-1 1 0 16,-1 0 0-16,1-1-2 0,-2 0 1 0,1 0 3 0,-2 0-1 16,2-2 3-16,-4 0 3 0,-1-2 2 0,0-2 4 0,-2-1 4 0,-1-2 6 15,1-1 5-15,-2-1 3 0,1-2 1 0,-2-1-1 0,-1-3 0 0,0 0 0 16,-2-2-3-16,2 1 2 0,0-1-2 0,0-2-1 0,0 0-4 16,-3 1-6-16,1-1 0 0,-1-1-9 0,-1 0-1 0,-1-2 0 0,0 0-4 15,-1 1 4-15,-1 0-3 0,-1-1-2 0,-3 3 5 0,-2 0 4 0,-2 1 1 16,-1 0 6-16,-2 2-4 0,-3-1 3 0,0 0 2 0,-4 0-4 15,-2 0 4-15,-1 0-7 0,-3-1 1 0,-2 0-6 0,-1 2-6 0,-3-2 0 16,-3 2-4-16,-3 0 2 0,-1-2 0 0,-2 1 5 0,-2-2-2 16,-1 2 2-16,-3-3 1 0,1 1-5 0,-2 0 2 0,0 2 1 0,-1-1-1 15,1 1-1-15,-2 0 1 0,1 0-2 0,-3 1 0 0,0-1 4 16,-1 1-2-16,1-1 3 0,1 0-2 0,0 0 1 0,0 1 1 0,1-1 5 16,-2 1-6-16,3-1-2 0,-2 1 3 0,2 1-5 0,-1 0 11 0,0 2-2 15,-2 1-6-15,1 1-2 0,-2 0-8 0,-1 1 0 0,1 0 4 16,-4 3-1-16,3 0-2 0,-3 2-3 0,2 2 1 0,0 1 2 0,-2 2 1 15,2 2 0-15,-1 1 2 0,1 2-1 0,0 1 3 0,0 2-5 0,1 3 0 16,-2 1-8-16,1 2 3 0,0 5 4 0,-1 1 5 0,2 3 12 16,-3 4-1-16,0 1 2 0,1 3 1 0,-1 1-2 0,3 3-1 0,-2 1 4 15,3 1-5-15,0 3 0 0,1-2-1 0,5-3-9 0,0 1-1 16,3-2-2-16,4 0 0 0,3 1 2 0,2-2-4 0,5-2-1 0,1 1 4 16,4-1 0-16,3-1 6 0,3 1-5 0,4-2-5 0,2 0-5 0,3-1-12 15,2-3-11-15,5 2-26 0,2-2-32 0,2 1-29 0,5-3-33 16,3 1-40-16,2-2-40 0,7-3-109 0</inkml:trace>
  <inkml:trace contextRef="#ctx0" brushRef="#br0" timeOffset="136868.63">27896 11188 537 0,'-14'8'36'0,"0"0"-2"0,-1 0 9 0,4-1 6 15,5-1 5-15,0-1-7 0,1 1-13 0,1-1-6 0,2 1-14 16,0 0-1-16,1 0-7 0,2 0-2 0,0-1 0 0,2 1-4 0,1-1 2 16,2-1 0-16,0 0-2 0,0-1 4 0,3 0-5 0,2-1 5 0,2 0 3 15,0-1 0-15,1 0 2 0,1-1 3 0,2 0 0 0,1-1-1 16,0 1 4-16,2-2-9 0,2 0-3 0,-1 0 2 0,2-1-1 0,1 1 2 15,0-1-1-15,1 0-2 0,0 1 6 0,1-1 0 0,1 1 2 16,3 0 2-16,-2 1-6 0,4-1 3 0,-1 1 2 0,2 1 2 0,1-1 5 16,2 1 0-16,2 0-4 0,1 0-2 0,0-1 4 0,1 2 1 0,2-2 4 15,1 2-1-15,2-2-1 0,1 0 1 0,3 0 4 0,0 0 3 16,3 0-1-16,0-1 3 0,2 0 8 0,2-2 5 0,1-1 2 0,1-1-10 16,1-1-14-16,-2 0-12 0,1-2 2 0,2 1-3 0,-1-1-5 0,1 0 2 15,-1 0-6-15,0 0 2 0,1 0-2 0,-3-1 0 0,0 0-5 16,-2 2 2-16,-1-1 3 0,0-1-2 0,0 0 6 0,-3-1-8 0,1 0 1 15,-3 0 0-15,-1 1-2 0,-1-2 5 0,-2 2-6 0,2-2 1 16,-4 1 1-16,-1 0-1 0,-2 0 7 0,-1-1-1 0,0 0-2 0,1-1 3 16,-3 0 3-16,-2-2 0 0,1 1 2 0,-4-1-3 0,1 2-4 0,-3-1 4 15,0-1 2-15,-3-1 1 0,-1 1-4 0,-2-3 0 0,-2 1 4 16,1 0 1-16,-1 0 5 0,-1-1-1 0,-2-2-2 0,-2 0 2 0,-4 0-3 16,-2 0 9-16,-2 1-5 0,-1-1 2 0,-4 0 7 0,-2 2-7 0,-3-1 2 15,-3-1-1-15,-2 0-1 0,-3 0 3 0,-2-3-1 0,-3 2 3 16,-4-2-3-16,-4 0 0 0,-2 3 4 0,-3-1-1 0,-1 1 2 0,0 1-6 15,-4 0 0-15,0-1-5 0,-1 1 2 0,-4 1 7 0,1-1-4 16,-2 1 3-16,1 2 2 0,0-3-12 0,-3 2 8 0,1 0 0 0,-1-1-3 16,0 0 5-16,-2 0-5 0,-2 0-1 0,-3 1 5 0,1 0 7 0,-3 0-5 15,0 0 0-15,-3-1-6 0,-5 2-6 0,0 1 5 0,-4 1 0 16,-1 2-3-16,-5 1 2 0,-3 1-4 0,-3 1-1 0,-3 1-4 0,-1 2-7 16,-2 1 2-16,-3 2-4 0,-1 2 5 0,-3 1 8 0,0 2-1 0,-2 2-5 15,-2 1-3-15,2 2-11 0,-3 3-2 0,2 1 5 0,-2 3 1 16,1 2 1-16,0 1-3 0,-1 2 3 0,2 3-1 0,-2 1 3 0,4 2 0 15,-1 2-4-15,3 0-5 0,-1 2 3 0,2 1 0 0,3 1-3 16,3 1 6-16,4 1-3 0,4 0-1 0,5-1 1 0,3-1-4 0,5 1-4 16,5 0-1-16,5 1-9 0,5-2-12 0,6 1-4 0,5-1 2 0,6 0-2 15,7 2-6-15,4-2-38 0,4 1-76 0,5-1-78 0,5-1-54 16,5 0-17-16,6 0 36 0,2 0-28 0</inkml:trace>
  <inkml:trace contextRef="#ctx0" brushRef="#br0" timeOffset="147635.06">22767 10242 333 0,'-13'3'79'0,"-1"1"-42"0,-3 0-17 0,3-1-6 16,0-2 0-16,0 1 3 0,0 0 5 0,2 0 1 0,-1 0-1 15,2 0-3-15,-2 0-7 0,0 0-4 0,0 0-5 0,-1 0-2 0,-2 1-4 16,0-1 1-16,-1 0 0 0,-2 0-1 0,0 1 0 0,-1-1-5 0,-2 0 3 15,-2 1-1-15,2 0-2 0,-3-1 3 0,0 2-2 0,1-2 0 16,-3 0 0-16,0 0 2 0,-2-1 0 0,-1 0 2 0,0-1 5 0,0 0-2 16,1 0 3-16,2-1 4 0,-2 0 4 0,1 0 3 0,-2 1 3 15,2-1 6-15,0 1 5 0,1 0 9 0,-1 0 7 0,0 0 6 0,0 1 4 16,-1 0-2-16,1 0-4 0,-2 0-9 0,1 1-5 0,-1 0-2 0,1 2-4 16,-1 1-1-16,-1 0-7 0,-2 2-1 0,1 1-1 0,-1 0 2 15,2 2 2-15,-1 2-4 0,1-1-5 0,0 2-7 0,1 0-1 0,0 1-2 16,2 2 1-16,-2-1-4 0,3 0-3 0,0 0-6 0,2-1 3 0,0 1 1 15,2 0-1-15,2 0 0 0,1 0-5 0,1 0-6 0,2 1 5 16,1-2-3-16,0 2-2 0,1 1 2 0,2-1-1 0,1 2 5 0,0 0 2 16,1-1-2-16,0 1 5 0,1-1-6 0,2 0 8 0,-1-1 2 15,3-2 3-15,0 2 5 0,2-1-8 0,1 1 6 0,1-2-3 0,2 0 3 16,2 1 2-16,1 0-4 0,2 0 1 0,3 2 4 0,2 0-1 0,1 0 1 16,3-1-2-16,0 2 1 0,3 1 1 0,1-1-2 0,3 2-1 15,2-1-2-15,1 1-1 0,4-1-1 0,0 0-1 0,3-2 2 0,2-1-3 16,1 0-1-16,1-2 0 0,1-1-3 0,0-1 0 0,1 1 1 0,2 0-1 15,-1 0 0-15,2-1 4 0,-2 0 2 0,2 0 0 0,0-2 1 16,-2-2 2-16,0 1-1 0,1-3 4 0,-1-2 1 0,1 0 1 0,0-1 4 16,-1-1 0-16,1-1 4 0,-4-1-3 0,2-1 1 0,0-1 3 15,-2-1 0-15,1 0-1 0,-3 0 1 0,1-2-4 0,0 1 3 0,-1-2 3 16,0 0 4-16,-3-3 0 0,0-1-3 0,-1-2-1 0,0 0-1 0,0-3 4 16,1-2 3-16,-1-1-3 0,0 0-8 0,-1-3 2 0,-3-2-7 15,0-1 7-15,-1-2 6 0,-3 0-3 0,1-1 2 0,-3 0-3 0,-2-1 1 16,-1 1 4-16,-5-1-4 0,-3-1-1 0,-2-1-1 0,-2-1-4 0,-4 1-3 15,-3 0 8-15,-3 1-4 0,-2-1 2 0,-6 0 4 0,-4-2-12 16,-3 2-5-16,-4 0-5 0,-3 1-8 0,-3 2-6 0,-5 2-12 0,-4 0-9 16,-3 2-15-16,-3 2-7 0,-3 2-4 0,-1 2-8 0,-6 5-15 0,0 1-3 15,-2 2 6-15,-2 2-6 0,2 3 3 0,1 5-23 0,0 3-21 16,2 5-1-16,2 3 6 0,4 2 12 0,3 7 2 0,4 3-2 0,1 4-71 16</inkml:trace>
  <inkml:trace contextRef="#ctx0" brushRef="#br0" timeOffset="-169789.27">20967 12295 139 0,'-1'-6'25'16,"1"1"16"-16,3-1 6 0,4 3-6 0,3 0-2 0,3 0-4 16,3 2-4-16,2-1-3 0,2 2-3 0,3 1-5 0,2 0 1 0,5 1-1 15,2-1-3-15,3 1-1 0,6 0-1 0,2 1 1 0,4-1 1 0,4 2-2 16,3-1 0-16,2-1 0 0,4 1-1 0,4-2 0 0,1 1 1 15,4-2-1-15,3-1-3 0,3 0 4 0,2 0-3 0,2-1 2 0,3 1-2 16,1-1-5-16,0 0 2 0,1 1-3 0,-1-1-2 0,0 1 0 16,1 1-2-16,-1 1 1 0,-3 2 1 0,0 0-1 0,-4 2 3 0,-1 1-3 15,-4 0-1-15,-2 2 0 0,-4 1 2 0,-2 0 2 0,-4 0 3 0,-2-1 1 16,0 0 0-16,-3-1 1 0,-2 0 0 0,-1 2 3 0,-4-1 0 16,-3 1 0-16,-1-1 2 0,-3 1-4 0,-3 1 3 0,-1-2 0 0,-4 1 3 15,0-1 4-15,-4-1 6 0,0-1 3 0,-4-1 2 0,-1-2 6 16,-2 0-4-16,0-2-1 0,-1 0-1 0,-2 0-6 0,2 0-7 0,-2-1-6 15,0 0-7-15,-2 0-2 0,0 0-4 0,1 1-6 0,-1-1-11 0,0-1-13 16,0 2-26-16,0-2-56 0,0 0-45 0,-1 0-48 0,1 0-28 0,-2 0-1 16,1 0-24-16</inkml:trace>
  <inkml:trace contextRef="#ctx0" brushRef="#br0" timeOffset="-169239.11">19791 13883 395 0,'-13'-11'220'0,"-1"-1"-198"0,-2-2 42 0,5 1 5 16,6 5-23-16,1-1-14 0,4 2-15 0,2 0-6 0,3 1-4 15,2-1-1-15,3 1-2 0,1-1 0 0,2 1 2 0,1 0 0 16,3 0 1-16,3 0-4 0,2-1-3 0,2 1 1 0,4 0 2 0,2 0 1 15,3-1 2-15,1 0 0 0,3 1-2 0,2-1 4 0,1-1 0 0,4-1-3 16,2 0 1-16,2-1 1 0,4 1-2 0,1 0 4 0,2-1-1 0,2 1-3 16,0-1 0-16,1 2-2 0,2-2 3 0,0 1 5 0,1 2 2 15,0 0-2-15,0 2 1 0,-1 1-2 0,-2 1 3 0,-1 2 2 0,-2 0 1 16,-2 1 5-16,-1 1 3 0,-1-1 12 0,-2 1 5 0,-1-1 6 0,-1-2 10 16,-2 0-6-16,0 0 3 0,-1-1-1 0,-2-1-8 0,-1 0-1 15,-1 0-2-15,-3-1-5 0,-2 1 0 0,0-1-5 0,-3 0-3 0,0 0-1 16,-4-1-4-16,0 0 3 0,-3 0 0 0,0 0-3 0,-2 1 1 0,-1 0-6 15,-1-1 0-15,-2 1-1 0,-2 0-5 0,-1 1 1 0,0 1-3 16,-1 0-3-16,-2-1 2 0,0 1-7 0,-3 0 1 0,0 0 2 0,-2 1 2 16,0 0-2-16,-2 1 0 0,1 0 0 0,-1-1-6 0,-2 1 1 15,0 0-1-15,0 2-3 0,-1-1-4 0,-1 1-7 0,1 0-6 0,-1 0-12 16,0 1-11-16,0 1-35 0,1 1-37 0,1 1-57 0,1 3-87 0,3 0-101 16,1 5-75-16,5 4-27 0</inkml:trace>
  <inkml:trace contextRef="#ctx0" brushRef="#br0" timeOffset="-161639.09">20045 17005 762 0,'-10'1'54'0,"-1"-1"-15"0,-5 0-1 15,-1-2-11-15,1 0-19 0,1 0-19 0,0 0-11 0,-1-1 10 16,1 1 17-16,-1-3 12 0,-2 1 11 0,0-2 3 0,2-1-5 0,-3-1-4 16,2 0-6-16,-1-2-5 0,1 2-6 0,-1-2 2 0,-1 0-4 0,0 1-1 15,-1-1 6-15,1 1-6 0,2 1 6 0,-1 0-2 0,1 1-5 16,1 0 8-16,1 0 1 0,-1 3 10 0,0 0 15 0,2 0 13 15,1 3 17-15,1 0 9 0,1 1 3 0,3 2-2 0,0-2-5 0,2 1-5 16,2-1 0-16,2 0-12 0,1 1-15 0,2-1-9 0,1 0-15 0,2-1-8 16,2 0 0-16,4 0-4 0,5-1 1 0,5-1-2 0,4-2 10 0,5-2-4 15,2 0 2-15,4-3-1 0,4-3-4 0,3-3 0 0,4 0 3 16,3-1 0-16,1 0-11 0,2 0 9 0,2 2-7 0,-1 0-1 0,1 2 10 16,-1 1-7-16,-1 1 7 0,-3 3-6 0,1 0-2 0,-4 1 2 0,1 2-6 15,-3 0 5-15,-2 1-5 0,0 2 3 0,0 1-1 0,1 2-2 16,-1 2-1-16,2 3-5 0,-1 3-4 0,1 1-1 0,-1 2-10 0,2 4-13 15,0 3-11-15,1 3-8 0,0 5-4 0,1 5-4 0,-2 3-4 16,-2 2 0-16,0 1 9 0,-3 0 14 0,-4-1 27 0,-1 2 11 0,-5-3 19 16,-3 0 3-16,-15-20 3 0,0 5 6 0,-2-1-10 0,1 2 0 0,-4 1-13 15,-1 4 1-15,-4-2 12 0,-1 5 15 0,-6-2 18 0,-4 1 16 16,-6 0 18-16,-3-1 17 0,-6-1 13 0,-4 1 14 0,-5-2 6 0,-4 0 6 16,-4-1 6-16,-3-3-7 0,-2 0-11 0,-4-1 2 0,-2-2-5 0,-1-2-8 15,0-1-6-15,1-3-14 0,-2-1-6 0,2-2-12 0,0-3-20 16,0-3 1-16,1-1-2 0,2-3-5 0,-1-3-8 0,1-2-12 0,0-2-3 15,1-1-3-15,2-2-7 0,1 0-2 0,1-3-5 0,3-1-16 16,4 1 14-16,3 0-19 0,3 3-10 0,4-2 12 0,3 1-17 0,3 0 11 16,3 3-29-16,4 1-17 0,1 1-19 0,2-1-36 0,3 1-25 0,2 0-60 15,2 1-79-15,3 0-133 0,2 0-147 0,4 0-126 0,7 0-69 16</inkml:trace>
  <inkml:trace contextRef="#ctx0" brushRef="#br0" timeOffset="-160972.09">28044 17439 1579 0,'14'5'233'0,"-1"0"-138"0,3 0-58 15,5 1-42-15,6 1 6 0,4 1-2 0,3 0-2 0,1 0 6 16,3-2-9-16,4 2 6 0,1-1 4 0,3 1 2 0,2-1-2 0,3-1-8 16,0 2-3-16,3 0 1 0,2-1 2 0,2 1 2 0,3 1 4 0,2 0 4 15,1 1-1-15,1 0 4 0,3 0-5 0,2-2 0 0,0 3-7 16,2 0-4-16,2 0 6 0,1 1-9 0,1-1 13 0,-1 1-19 0,4 0-2 15,0 1 0-15,-39-7-21 0,5 1 26 0,0 0 2 0,5-1 10 0,-1 2 21 16,5-1-8-16,0 1-8 0,5-1-8 0,0 0 4 0,4 1 10 16,1-1 12-16,3 0 16 0,-1-2 2 0,4 0-1 0,-2 0-11 0,5-1-2 15,-4-2-9-15,1-1-6 0,-2-3 15 0,-2 0-12 0,59-8 17 0,-14-2 12 16,-13-4-25-16,-13-4 10 0,-11-2-19 0,-11-2-6 0,-11-1 12 16,-12 2-3-16,-6-2-2 0,-5-1-4 0,-3-2 9 0,-5 0 11 0,-5 0-1 15,-4-2 4-15,-5 0 5 0,-4-2-4 0,-5 2 2 0,-7-3-8 0,-5 2-9 16,-5-2 7-16,-8 0-3 0,-7 0 16 0,-7 0-14 0,-16-5 5 15,-49-25 4-15,-4 7-12 0,5 7 25 0,18 13-19 0,-5 0-2 0,-4-3-2 16,-3 1-20-16,-5-4 5 0,-3-4-2 0,0 2-6 0,-2-3 4 16,-2 1-4-16,-3-2 0 0,0-1 6 0,-1 1-5 0,1-2-4 0,1 2 1 15,3 1-10-15,4 6-8 0,8 6-13 0,4 6-23 0,5 4-6 0,5 7-11 16,3 3-8-16,3 5-10 0,0 5-13 0,3 5-23 0,-1 6-21 16,0 6-39-16,1 6-57 0,1 6-58 0,0 7-38 0,1 7-3 0,-1 9-92 15</inkml:trace>
  <inkml:trace contextRef="#ctx0" brushRef="#br0" timeOffset="-139937.42">22283 15091 17 0,'24'6'14'0,"3"1"0"15,7 1-4-15,-3-2-4 0,-3 0-1 0,1 0-1 0,-1-1-4 0,1-1 1 16,0 1-2-16,1-2 1 0,0 0 0 0,1-2 1 0,-2 0 1 0,1-1 1 16,-4 0 1-16,2-1 3 0,-3-1 3 0,-3-1 2 0,0 1 5 15,0-1 3-15,-3 0 4 0,0 1 3 0,-2 1 3 0,-3 0 2 0,1 0 1 16,-3 1 0-16,0 0 0 0,-1 0 0 0,-2 1-1 0,0 0 0 15,0 0 0-15,-2 1 5 0,1 0 2 0,-2 0 3 0,1 1 0 0,-1-1 0 16,0 1 0-16,2-1-1 0,-1 0 1 0,1 1-8 0,-1 0-5 0,0-1-2 16,1 1-7-16,0-1-1 0,0 0-3 0,2 1 0 0,1-1 3 15,0 1-2-15,1-1 2 0,2-1-5 0,-1 0 0 0,3-1-6 0,1 1 3 16,0 0 3-16,2-1-4 0,2 1 1 0,0-1-6 0,3-1 1 0,1 2-2 16,-1-1 4-16,1-1 2 0,0 1-1 0,2 0 5 0,1 0-3 15,2 0 3-15,2-1-1 0,0-2-2 0,1 2 10 0,-1-2-8 16,1 1 8-16,3-2 4 0,-1-1 0 0,4-1 5 0,-2 0-5 0,1 0 3 15,3-2-3-15,-1 1-2 0,3-2-1 0,0 1-4 0,-1 1 1 0,0-1-4 16,2 1 1-16,-1 0-6 0,-1-1-4 0,-1 1 0 0,1 1-2 16,-2-1 1-16,0 1-2 0,0-1 7 0,-1 1-3 0,2-1 0 0,-2 0 1 15,2 0-8-15,0 0 0 0,-1 0 0 0,1 0 1 0,0 1 1 0,0-1 5 16,0-1-4-16,1 0 1 0,-3 0 3 0,0 0-1 0,1-1 0 16,-4 1 6-16,-1 0-3 0,0 0 0 0,-2 1 1 0,-1-1-4 0,-2 1 6 15,-1 0 1-15,-1-2 2 0,1 1 2 0,-2-1 2 0,0-1-9 0,0 1 1 16,-1 0-6-16,-1 0 0 0,-1 0 6 0,-2 0 4 0,0 1 11 15,-3-1 7-15,0-1 13 0,-2 0 8 0,-2 1-1 0,0 0 6 0,-2 1 0 16,-1-2-2-16,-1 0 11 0,-3-2-2 0,0-2-8 0,-1-1-14 16,-2-1-16-16,-1-3-9 0,-1-1-8 0,-2 0-7 0,0-2-8 0,-2-1 2 15,-1 1 2-15,-2-2 3 0,-1 0 7 0,0-2-2 0,-2 0-4 0,1 1 3 16,-1 0 4-16,0 1-3 0,-2 0-1 0,-1 1 3 0,-2 0-2 16,-1-2 9-16,-1 3-1 0,-2-2 4 0,-1 2-4 0,-1 1-4 0,-2-1 8 15,-3 1-1-15,-3 1 6 0,-2-1-6 0,-2-1-1 0,-2 0 0 0,-1-1-3 16,-4 0 0-16,-2 0-7 0,-4 0-9 0,-3 2 6 0,-2 0-2 15,-2 1 4-15,-3 4 4 0,-2-2-6 0,-4 3-1 0,-2 2 1 0,0 3 6 16,-1 3 0-16,1 4-3 0,0 2-6 0,0 4-1 0,1 3 4 16,0 2 2-16,2 4 0 0,2 4-7 0,-2 3 0 0,1 1-9 0,0 4 11 15,1 2 0-15,1 4-6 0,2 1 16 0,-1 4-14 0,1 0-1 0,3 1-2 16,0 1 0-16,5 0 0 0,4 0 3 0,2-1 6 0,3 0-1 16,2-3 4-16,4-1-2 0,5-3 3 0,3-1 1 0,3 0-1 0,4 0 9 15,3-1-10-15,2-1-11 0,0-1 13 0,3-1-4 0,0 1 2 0,4-1 5 16,1 1-12-16,2-1 2 0,2-2 3 0,1 1 0 0,2-3-2 15,0 0 6-15,2-1-2 0,0 0 3 0,1-3 4 0,1 0-6 0,-1 0 4 16,3-1-5-16,0-1 0 0,1-2 0 0,0-1-2 0,0-1 2 0,0-1-5 16,0-1 3-16,0 0-1 0,1 0 3 0,-1-1-2 0,1 0-1 15,0-1 1-15,-2-1-5 0,0 0 9 0,0 0-8 0,-2 0 3 0,1-2-2 16,-1 1-1-16,0 0-1 0,-1 0-1 0,0-1 2 0,0 0-11 16,-2 0 1-16,0 0-8 0,-1-1-13 0,-1 0-1 0,0 0-10 0,1 0-16 15,-1-1-7-15,0 1-17 0,1-1-19 0,-2 0-19 0,2 0-29 0,-1 0-36 16,0 0-51-16,0-1-69 0,-1 1-53 0,-1-1-13 0,0 0 9 15,-1-1 56-15,-1 1 13 0</inkml:trace>
  <inkml:trace contextRef="#ctx0" brushRef="#br0" timeOffset="-138804.42">25296 16488 532 0,'-1'1'198'15,"0"0"-97"-15,0-1-38 0,2 0-17 0,1-1-9 0,-1 0-9 0,1-1-18 16,-1 0-16-16,-1-2-1 0,1 0 2 0,-1 0-4 0,1-1-1 16,0-2 0-16,0 1-7 0,1-2 1 0,0 0 2 0,1-1-2 0,0 0 4 15,1-1 3-15,0 0 6 0,-1 1 7 0,1-1 0 0,1 1-1 0,0 0-1 16,0-1-2-16,1 1-2 0,1-1-1 0,1 1-2 0,1 1 0 15,0 0 3-15,0 1 6 0,0 1 2 0,2 0 1 0,1-1 9 0,1 2 4 16,-1 1 8-16,0 0 7 0,0 1-2 0,1-1 4 0,0 1-3 16,0 0-2-16,0 0 1 0,2-1-15 0,0 1 3 0,2-1-15 0,1 2-1 15,2-2 1-15,2 1-4 0,-1-1 7 0,2-1-1 0,0 1 3 0,-1-1 7 16,2 0-3-16,-1 2 2 0,2-4-3 0,0 1 6 0,-2-2 2 16,3-1-1-16,-2 0-5 0,0-1-2 0,0 1 1 0,-2 1 2 0,0-2 7 15,1 0-4-15,0-1 2 0,0 0 0 0,0 0-5 0,1-2 0 0,-2-1-6 16,-2 0-6-16,2-1-4 0,1 0-7 0,-1-2 0 0,2-1-2 15,-1 0 1-15,-1-2 2 0,1 0 4 0,-2 0 3 0,-1 0 5 0,-1 0 2 16,-3-1 0-16,0 1 3 0,-2-2 3 0,-1 1-1 0,0-3 4 16,-4 0-13-16,1 1 1 0,-3-1-5 0,-2 0-1 0,0 2-1 0,-4-2-3 15,0-1-1-15,-3 0-2 0,-1 0 7 0,-2 1 1 0,-2 0-1 0,-1 1 1 16,-1-2-10-16,-3 0 1 0,-3 1-2 0,-1-2-7 0,-3 0 6 16,-4-1-2-16,-3 1 8 0,-1 0 8 0,-4 1 6 0,1 3 8 0,-2-1 10 15,1 2 8-15,-1 3 13 0,1 0 8 0,-1 3-6 0,1 2 0 0,-1 0-13 16,4 3-9-16,0 1-2 0,1 1-6 0,0 3 4 0,1 1 4 15,-1 2-1-15,0 1-3 0,0 3 0 0,-1 2-4 0,3 1-1 0,-1 2-1 16,1 3-9-16,0 1 3 0,-1 3 1 0,1 1 7 0,-2 3 1 16,2 3 1-16,-2 0 6 0,0 3-2 0,0 0 7 0,0 1 1 0,0 1-3 15,2-1-5-15,2 1-9 0,2-2-6 0,1 0-4 0,4 0-2 0,1-2 4 16,1 0-5-16,2-1-8 0,2-2 0 0,0 1-9 0,2 0 3 16,2-2-4-16,0 1-11 0,2-1-7 0,1-2-4 0,0 0 0 0,1 0 1 15,0-2 1-15,1-2-3 0,1 1 1 0,-1 0-2 0,1-1-4 0,0 0-9 16,1-1-15-16,0-2-19 0,1 2-21 0,-1-2-27 0,0-1-36 15,0 1-36-15,0-1-19 0,0-1-10 0,1 1 2 0,-1-1 2 0,0 2-70 16</inkml:trace>
  <inkml:trace contextRef="#ctx0" brushRef="#br0" timeOffset="-85809.14">19091 14574 4 0,'-2'-1'6'0,"-1"2"1"0,-2 0-2 16,1 0-1-16,1-1 0 0,0 0-1 0,1 0 3 0,-1 0 1 16,0 0 4-16,1 1 1 0,-1-2 4 0,3 0 4 0,-2-1 6 0,-1 0 7 15,2 0 4-15,-1 0 5 0,-1-1 3 0,1 0 3 0,-2-1-4 0,1 0-4 16,0-1-4-16,0 0-8 0,0 0 3 0,-1-1 0 0,1 1-1 16,0 0-1-16,0 0-5 0,1 0-1 0,0 0-2 0,0 0-5 0,0 1-1 15,0 0-2-15,0-1-3 0,1 1 4 0,0-1-3 0,1-1-1 0,1 0-1 16,0 0-1-16,0-1 1 0,0 1 1 0,1 0-3 0,1 1-2 15,0-2 1-15,0 0 5 0,1 0 1 0,0 0 1 0,1 1-3 0,0-1-3 16,1-1 0-16,0 1 0 0,1 0 4 0,0 0 3 0,0 1 6 16,0 0 3-16,-1 1 3 0,1 0 1 0,-1 1-3 0,0 0-4 0,1 1-5 15,0 0-1-15,0 2-2 0,1-1 2 0,0 1-5 0,1 0-1 0,-1 0 6 16,1 1 0-16,0-1 8 0,-1 1-1 0,2 0-1 0,-1-1-1 16,1 1 0-16,0-1 1 0,-1 1-7 0,1 0-1 0,-1 0-5 0,1 0-2 15,1 0 1-15,0 1-5 0,1 0 0 0,-1 1-1 0,0 0 0 16,0 1-2-16,-1-1 3 0,0 2 2 0,-1-1 2 0,-1 1 2 0,0 0-3 15,-1 0 3-15,1 0 2 0,-2 1 5 0,1 0 1 0,-2 1-1 0,1 0-6 16,0 0-2-16,-1 1-3 0,0 0-3 0,2 1 4 0,-1 1-3 16,1 1 0-16,0-1 0 0,0-1 1 0,0 2 0 0,-1-1 0 0,0 1-2 15,0 0 3-15,-1-2-10 0,2 0 2 0,-1-2 3 0,0 1 0 16,0 1 6-16,-1 1 2 0,-1-1 3 0,1 1-3 0,-1 0 5 0,0-1-3 16,0 1-2-16,-1 0 1 0,0 1 2 0,-1 0-1 0,0 0 4 0,0 1-2 15,-1-1 0-15,-1 1 2 0,1 1-4 0,-2-1 1 0,1-1 1 16,0 0-3-16,-1 0-1 0,0 0 1 0,-1 1-4 0,1 0-2 0,0-1 4 15,-1 0-3-15,-1 0 1 0,0 1 0 0,-1 0-2 0,0 1 0 16,0 0 1-16,-1-1 3 0,0 0-3 0,0 0 3 0,0-2 1 0,-1-1 1 16,0 0 0-16,-2-1 3 0,2 0 0 0,-3 0 6 0,1-1 0 0,0 0 0 15,-1-1-1-15,0-1 1 0,0 0 1 0,0-1 6 0,-2-1 8 16,0-1-6-16,0-1 10 0,-1-1-2 0,1-1-1 0,2-1 6 0,-2 0-6 16,1-1-5-16,0-1-2 0,-1-1-8 0,1 0-1 0,-1 0 3 0,0-1-8 15,0 2 0-15,1-2-2 0,0 0 0 0,1-1 4 0,-2 1-2 16,0-1 2-16,0-1-5 0,0 0-7 0,0 0 1 0,1 0 1 0,-2 1 1 15,0-1 3-15,0 1-2 0,0 1-5 0,0-2 0 0,1 3 4 16,1-2-1-16,0-1 0 0,0 2-3 0,1-1-4 0,0 1 5 0,0 0 3 16,0-1-2-16,0 1-2 0,1-1 0 0,0-1 3 0,1 0-2 0,0 0 2 15,1 0 0-15,-1 0 0 0,0 1-4 0,1-1 4 0,0 1 0 16,1 1-8-16,1 0 5 0,1 1-4 0,-1-1-4 0,2 2 11 0,0 1-3 16,0 0 0-16,0 1 0 0,1 1-3 0,0-1-1 0,0 1 4 0,1 1 0 15,0 0-3-15,0 0 10 0,-1 0-5 0,2-1 1 0,-1 2-2 16,0-1-1-16,1 0-4 0,-2 0 5 0,2 0 1 0,-1 1-1 0,0-1 5 15,1 0-6-15,0 0 6 0,-1 0-3 0,1-1 3 0,0 1-2 16,-1 0-2-16,0 0-2 0,0 1 6 0,1-1-2 0,-1 0-2 0,0 0-4 16,1 0-1-16,-1 0 0 0,1 1 2 0,-1 0-1 0,1 0-4 0,-1 0 6 15,0 0 2-15,0 1-1 0,0 0-2 0,0 1-1 0,1-2 1 16,-1 1 1-16,1-1 0 0,-1 1 0 0,0-1-2 0,0 1 0 0,1-1 0 16,-1 0-1-16,0 1 0 0,1-1 2 0,0 0-4 0,-1 1 2 0,0 0-3 15,1 0-4-15,-1 0-5 0,1 0-11 0,0-1-14 0,1 2-28 16,-1 0-31-16,1 0-51 0,1 1-69 0,1 1-60 0,2 0-49 0,2 2-25 15,3 1 31-15,1 0 35 0</inkml:trace>
  <inkml:trace contextRef="#ctx0" brushRef="#br0" timeOffset="-43815.07">8412 8414 1405 0,'-18'-19'75'0,"3"3"41"0,-2-2-13 0,9 8-17 0,5 6-38 16,2 2-24-16,0 3-15 0,3-1-9 0,-1 3-4 0,3 2 4 15,0 3 2-15,2 4-2 0,2 2 1 0,0 3-1 0,1 4 1 0,0 3 1 16,0 4-5-16,-1 4 4 0,-2 0 4 0,1 4 0 0,-2-2 7 15,-1-1 9-15,0 3 2 0,-1 0 18 0,-1 1 10 0,0 0-2 0,-1-1 8 16,0 2-1-16,-1-2-5 0,-1 2 4 0,0-1-7 0,0-1-10 0,-1 1-6 16,1-2-6-16,-1 2-1 0,-1-2-3 0,0-1 1 0,0-1-7 15,1-5-8-15,1-2 3 0,-1-2-5 0,2-4 2 0,0-2 6 0,0-1-3 16,1-3-3-16,0-3 0 0,0 0-1 0,0-2-7 0,1-1 1 0,0-2-2 16,0 0 1-16,0-3-7 0,-1 1-2 0,1-2-9 0,-1-1-18 15,0-1-14-15,1-1-29 0,-1-1-28 0,1-3-42 0,1-3-62 0,1-2-85 16,2-5-53-16,1-3-29 0,2-4 5 0,1-6 59 0,0-3 94 15</inkml:trace>
  <inkml:trace contextRef="#ctx0" brushRef="#br0" timeOffset="-43249.25">8554 8464 272 0,'-6'-23'113'0,"-1"-3"34"16,0-4-6-16,3 6-6 0,1 5-18 0,2 4-6 0,1 1-4 16,1 4-4-16,1 1-9 0,1 4-8 0,0 1-9 0,1 2-10 0,0 3 4 15,1 0 1-15,2 3 4 0,1 0 0 0,0 3-5 0,2 1 1 0,1 2-8 16,2 1-8-16,2 1-6 0,1 2-12 0,3 2-5 0,3 0-8 0,0 0-5 15,5 2-7-15,0 2 1 0,3-1-7 0,3 2 2 0,2 0-1 16,-1-1-8-16,1-1 3 0,-2 0-3 0,1-3-2 0,-2-1 5 0,-1-1 0 16,-3-1-6-16,-1-1-3 0,-2-2 0 0,-2 0-3 0,-1-2 0 15,-3 0-9-15,-1-1-9 0,-1-1-13 0,-3 0-17 0,1-2-11 0,-2 0-10 16,0-3-13-16,0-3-7 0,0-2-13 0,2-3-21 0,1-2-31 0,0-3-11 16,0-1 5-16,1-2 13 0,1-3 22 0,-2-2 12 0,0 0 9 15,0-4 18-15,-2 1 19 0,-1 0 24 0,-3-1 21 0,-2 0 16 0,-3 1 14 16,-3 0 9-16,-3-1 11 0,-1 1 12 0,-3-1 11 0,-1 1 9 0,-1 2 4 15,0 1 4-15,-1 2 7 0,0 3 11 0,-1 1 5 0,1 3 4 16,-2 3 0-16,2-1 1 0,0 2 1 0,-1 2 2 0,0 1-3 0,0 3-8 16,0 2-3-16,-1 1-10 0,0 3-4 0,-1 0-2 0,-2 3 1 15,0 1-8-15,-3 2-1 0,1 3-4 0,-1 1-4 0,-1 4 2 0,-1 1-4 16,0 3-3-16,-2 1-12 0,0 3-2 0,1 1-14 0,-2 1-2 0,1 3-2 16,-1 2-9-16,-1 1 2 0,-2 1-7 0,1 1-11 0,-1-2-9 15,2 1-16-15,1-1-20 0,1 0-17 0,3-2-21 0,2-2-24 0,2-4-13 16,1-2-7-16,4-4-9 0,1-7 4 0,3-2 1 0,2-7 20 0,2-4 25 15,0-4 20-15,2-4 9 0,3-6-9 0,4-2-1 0,1-7 10 16,4-3 17-16,1-4 20 0,0-2 14 0,3-3 10 0,1 0 8 0,0 0 6 16,2 0 7-16,-1-1 8 0,-2 0 10 0,-1-2 12 0,0 0 10 0,0 2 9 15,-3 0 7-15,2 2 6 0,-1 2 5 0,1 2 3 0,0 2 5 16,1 5 1-16,2 1 0 0,0 4 0 0,2 2 0 0,0 4-1 0,0 1-3 16,1 2 6-16,0 3-2 0,-2 3-5 0,1 2-1 0,0 4-9 15,-1 2 1-15,1 4-1 0,1 1-5 0,-1 3 1 0,1 3-2 0,0 3 3 16,-3 1 2-16,1 4-2 0,-1 1-3 0,-1 1-11 0,2 2-9 0,-1 0-14 15,0 1-8-15,-1 2-4 0,-1 2-4 0,-1 1-3 0,-3 0-6 16,0 0-3-16,-1 0-6 0,-2 0-3 0,-2-2-7 0,-1 0-20 0,-3-3-15 16,0-2-26-16,-2-2-19 0,-2-1-20 0,-1-3-12 0,-1 0-16 0,-2-3-22 15,2-3-31-15,-1-2-34 0,0-4-6 0,2-1 3 0,0-3 12 16,1-1 15-16,2-4 41 0</inkml:trace>
  <inkml:trace contextRef="#ctx0" brushRef="#br0" timeOffset="-42848.19">11105 8201 2475 0,'-17'-19'91'0,"2"5"37"0,0 2-57 0,6 14-35 16,5 9-29-16,0 8-24 0,0 7 12 0,0 8-2 0,1 5 3 0,1 6 5 16,-1 2-11-16,0 0 0 0,0 1-4 0,0 0-3 0,0 0-1 15,0-2 1-15,1-2 2 0,-1 1 7 0,0 1-5 0,-2-2-6 0,1-3 3 16,-1-1-2-16,1-4 1 0,0-3 7 0,-1-1-3 0,2-4 2 0,-1-4 3 15,0-3 4-15,0-4 2 0,1-4 4 0,0-2 2 0,-1-4 1 16,1-1 2-16,0-2 0 0,0-2 6 0,-1-2-2 0,0-2 2 0,-1-1-3 16,-1-3-7-16,0 0-3 0,1-4-5 0,-1-1 0 0,0 0-9 0,0-4-5 15,0-1-5-15,1 0-9 0,1 1 0 0,-1 0-2 0,1-1-7 16,1 2-4-16,1 2-9 0,0 0-23 0,0 1-32 0,1 2-51 0,0 2-59 16,0 1-38-16,2 1-18 0,-1 2 5 0,1 1 26 0,1 1 24 0,0 2 31 15,1-1-34-15</inkml:trace>
  <inkml:trace contextRef="#ctx0" brushRef="#br0" timeOffset="-41898.9">10109 7996 385 0,'-6'-23'42'15,"2"0"35"-15,0-6 14 0,4 5 10 0,2 4-8 0,2 0-11 16,0 5-4-16,1 1-4 0,1 2-3 0,1 2 1 0,1 2-1 0,0 3-10 15,0 2-9-15,0 4-6 0,3 3-2 0,0 4 13 0,1 3 7 16,0 6 14-16,2 5 1 0,-2 7-3 0,2 4-8 0,-1 5-8 0,0 4-6 16,-1 3-8-16,0 5-5 0,-1 6-14 0,0 1-8 0,-3 4-5 0,-1 1-8 15,-2 1 6-15,-1 2-7 0,-3-1-2 0,0 0 0 0,-1-1-6 16,0-6-3-16,2-3 2 0,0-8-6 0,1-8 1 0,2-6 14 0,-1-10 2 16,1-3 20-16,0-6 14 0,1-4 18 0,2-2 24 0,1-4 19 0,2-3 0 15,3-2-16-15,4-4-20 0,5-2-26 0,4-3-10 0,6-3-23 16,5-2-6-16,2-1-9 0,4 1 3 0,0-1 10 0,0 2-3 0,-1-1 6 15,0-1-8-15,-2 1 1 0,0 1-1 0,0 1-3 0,-2 2-3 16,-1 0-8-16,-2 2-7 0,-3 2-16 0,-2 2-18 0,-2 2-23 0,1 0-32 16,-2 1-32-16,1 1-59 0,-2 2-73 0,1 0-128 0,1 1-107 0,0 1-207 15</inkml:trace>
  <inkml:trace contextRef="#ctx0" brushRef="#br0" timeOffset="-41182.38">8937 9181 1030 0,'-11'-30'160'0,"-1"3"7"0,0-6 13 16,3 10 0-16,4 9-31 0,0 1-25 0,0 3-22 0,0 3-23 15,2 3-20-15,-1 2-19 0,0 2-13 0,-2 2-5 0,-1 2-11 0,-1 2 1 16,-3 4-3-16,-2 4 3 0,-3 4 5 0,-5 5-2 0,-3 5 0 0,-2 3 4 16,-3 4-4-16,-3 2 1 0,-3 0 2 0,-1 5-1 0,-1 2 5 15,-3 3 3-15,-1 4-6 0,-4 3 20 0,-4 6-1 0,-1 1 1 0,-2 4 9 16,1 3-12-16,-1 1 2 0,-3 5 5 0,-2 4 3 0,-3 1-4 0,0 6 0 16,-2 2-6-16,-3 3 0 0,0 3-10 0,-2 2 2 0,0 0-12 15,2 0 12-15,0 1 12 0,1 1-5 0,1 1 10 0,-1 0-15 0,1 1-5 16,1-2 1-16,1 0-1 0,0-1-7 0,1 2-1 0,2 0-3 15,-1-1 1-15,2 1-10 0,0-1 15 0,1 0 1 0,2-1-8 0,1-2 16 16,1-2-18-16,0-3 0 0,2-1-9 0,-1-4 15 0,4 0-8 16,0-4 5-16,1 0 12 0,3-4-19 0,-1-3 8 0,2-1-3 0,-2-2-7 15,3-2 7-15,0-1-5 0,1-2-1 0,1-6 1 0,0-3-7 0,2-2 2 16,2-2 2-16,1-3-6 0,3-4-2 0,1-4 4 0,2-4-1 16,0-1-1-16,3-3-6 0,1-3-1 0,1-4-20 0,4-3-14 0,0-2 17 15,2-2-13-15,3-1-4 0,1-3-8 0,0-2-40 0,2-1-27 0,1-2-19 16,3-1-41-16,0-2-58 0,4-2-68 0,1 0-109 0,2-3-75 15,2-1-14-15,1-1 49 0,4-4 16 0</inkml:trace>
  <inkml:trace contextRef="#ctx0" brushRef="#br0" timeOffset="-40615.36">2696 14695 26 0,'4'-23'30'0,"0"-1"-6"0,1-6 7 0,-3 1 0 16,0 3 5-16,-1 1 5 0,-1-1 5 0,0-1 4 0,0 0 7 0,-2 0 7 16,0 1 7-16,-1 0 10 0,-1 4 10 0,-1 1 8 0,-2 3 6 15,1 2 8-15,0 3 3 0,0 2-1 0,0 3-2 0,0 0-4 0,1 3 6 16,0 2 4-16,0 1 2 0,0 2-12 0,1 1-25 0,1 2-16 15,0 1-18-15,0 4-9 0,0 5 0 0,1 4-5 0,0 4 4 0,1 6 3 16,1 6 1-16,0 7 5 0,1 6 6 0,2 7 0 0,0 5-6 0,1 6-3 16,-2 3-16-16,-1 7-10 0,1 3-1 0,-1 3-11 0,-1 4 2 15,0 2 5-15,-2 3-9 0,-1 1 2 0,0 0-3 0,-2 0-3 0,1-5-1 16,-1-2-4-16,0-7-7 0,0-5 18 0,0-8 6 0,0-7 15 16,1-9 9-16,0-8 4 0,1-6 13 0,0-7 1 0,1-4 11 0,2-4-7 15,0-6-7-15,0-2-7 0,1-2-9 0,0-3 0 0,0-1-6 0,2-2-4 16,1-1-6-16,2 0-6 0,2-2 12 0,1-1 2 0,2-1-12 15,2-1 5-15,2-1-15 0,2 0 0 0,4-1 6 0,1 0-9 0,-1 1-8 16,3-1 4-16,-2 0 4 0,4 0-2 0,1-2 0 0,0 0-2 0,4-1-4 16,1-2-2-16,2 1 5 0,0-1-9 0,0-3-6 0,3-1-1 15,-1-2-19-15,3 0-4 0,-1-3-16 0,-1 0-33 0,2 0-26 0,-1-1-44 16,1-1-38-16,1 3-39 0,-2-2-55 0,-2 1-55 0,0 0-83 0,-1-2-52 16,1-2-116-16</inkml:trace>
  <inkml:trace contextRef="#ctx0" brushRef="#br0" timeOffset="-40382.36">3768 14947 2138 0,'-38'0'430'0,"2"-1"-243"0,-3 2-14 0,14 2-41 15,15 0-47-15,1 2-25 0,5 1-16 0,0 2-19 0,3 1-3 0,3 2-1 16,0 3-4-16,4 4-3 0,0 3-9 0,2 1 1 0,2 3-2 0,1 2-1 15,3 3-10-15,0 2 11 0,1 3 5 0,-1-1-2 0,0 4 0 16,0-1-12-16,0-1-12 0,-3 1-8 0,0-3-6 0,0 1-24 0,-1-4-21 16,0-1-20-16,-2-4-32 0,-1-1-36 0,-1-3-38 0,1-2-45 15,-1-3-51-15,0-1-71 0,-1-5-52 0,-1-1-18 0,-1-5-4 0,-1-4 108 16</inkml:trace>
  <inkml:trace contextRef="#ctx0" brushRef="#br0" timeOffset="-40232.36">3691 14568 534 0,'-24'-24'484'16,"-2"-1"-310"-16,-1-2 44 0,6 7-4 0,9 7-28 16,1 4-28-16,4 1-23 0,1 3-22 0,2 2-28 0,1 0-28 0,3 2-17 0,0 1-18 15,1 2-18-15,3 1-7 0,2 2 5 0,1 1-12 0,3 2 0 0,4 3-12 16,2-1-29-16,3 3-38 0,1 0-77 0,4-1-95 0,1 0-103 0,3 0-80 16,1-3-24-16,3 0 11 0</inkml:trace>
  <inkml:trace contextRef="#ctx0" brushRef="#br0" timeOffset="-39465.36">4089 14699 1607 0,'-22'-4'198'16,"4"0"19"-16,-3 0-8 0,9 3-47 0,8 1-47 0,1 0-41 0,3 0-24 16,1 2-12-16,1 0-7 0,3 4-2 0,2 1 4 0,2 2 0 15,1 3 3-15,2 0-4 0,-1 1-8 0,4 1-8 0,1 1-5 0,2 2-1 16,0 0 0-16,1 1-10 0,1 2 7 0,-1 0-7 0,2 1-5 0,1-1-1 15,-2-2-9-15,-1-1-8 0,-1-2-3 0,-3-1-9 0,1-1-9 16,-2-4-2-16,-2 0-11 0,-2-3 7 0,-5-2 7 0,0-2 9 0,-2-2 15 16,-1-1 10-16,0-2 3 0,0-2 4 0,-1-1 8 0,-1-4-1 0,0 0 4 15,0-4-2-15,-2-1 2 0,2-2 4 0,-2 0 1 0,1-2 9 16,-2 0-4-16,1-1 10 0,1 0 5 0,-1 2-4 0,2 1 3 0,-1 4-5 16,3 1 2-16,-1 3-5 0,1 2 3 0,2 2-9 0,-1 2-6 15,1 1-1-15,1 2-5 0,1 1-1 0,0 1 6 0,2 3-8 0,0 2 2 16,2 3 1-16,0 2-7 0,2 1 2 0,-1 1 3 0,1 3-7 0,0 0 4 15,-2 0 5-15,2 1-9 0,0-2 5 0,-1-2-1 0,0-3-9 16,1-1 11-16,0-1-4 0,2-2 0 0,1-2-2 0,-1-1-5 0,-1-3 4 16,1-1 1-16,0-3 2 0,1-2-3 0,-2-2 1 0,2-3-6 0,-2-2-3 15,0-3 3-15,0-2-2 0,0-2-2 0,1-2 5 0,-2-3-1 16,0-1-1-16,-2-1 8 0,0-2-4 0,0 0 3 0,-2-1 4 0,-2 0 1 16,1 0 2-16,-4 2-15 0,-2 1 8 0,-1 2 1 0,-2 1-4 15,-2 2 16-15,-1 1-11 0,-2 1-5 0,-1 3 4 0,0 3-3 0,-1 2 3 16,2 0 1-16,-3 3-2 0,0 1-3 0,-1 2 2 0,0 2-1 15,-1 3 4-15,2 1 4 0,-1 1-6 0,-1 3 0 0,1 1 6 0,1 2-3 16,1 1 6-16,-2 1-4 0,1 2 1 0,2 0 4 0,0 2-6 0,3 2 8 16,0 1-7-16,1 2-6 0,1 0 0 0,1 2 9 0,3 2 6 0,1 1 3 15,2 2 4-15,3 2-12 0,1-2-6 0,2 1 4 0,1-1 4 16,2 0-11-16,1-2 2 0,3-1 0 0,0 0-5 0,3-3 5 0,2-1-7 16,1-3 2-16,1-2 3 0,0-5 2 0,2-2 2 0,1-3-7 0,-3-1 2 15,-1-3 1-15,-1 0 2 0,-1-2 3 0,-3-2-3 0,0-1 0 16,-3 0 0-16,-2-1 0 0,0-2 2 0,-2-1-2 0,-1-1 2 0,-1-3 3 15,0-1 3-15,-1-3-3 0,1-2 6 0,-1-1-3 0,1-1-3 16,-2-2-1-16,0 0 1 0,0-1-4 0,0-1 1 0,-1 2 3 0,1 0-1 16,0 1 1-16,2 4-12 0,0 1-8 0,-1 3 8 0,2 2 3 0,-1 4 11 15,0 1 5-15,0 2-10 0,-1 2-2 0,-1 1 0 0,1 2-2 16,-1 2 4-16,1 1 3 0,-1 2-2 0,0 1-13 0,0 0-2 16,1 2 2-16,-1 1 10 0,-1 1 14 0,0 0-6 0,0 0-4 0,0-1-8 15,0-3-1-15,-1-1 2 0,2-1-1 0,-1-1-4 0,0-2 1 0,1-1-7 16,-1-2 2-16,-1-1 1 0,0-1-3 0,-2-2 4 0,-1 0 2 0,-1-2-2 15,-1-1-9-15,-1-2-4 0,-2-1 0 0,0 0 13 0,-3 0 10 16,0-2 10-16,-2 0 1 0,-1 0-11 0,0 1 2 0,1-1-4 0,-3 2-3 16,-1 0-1-16,0 1 2 0,-2 1-1 0,2 1 0 0,-1 1 2 0,1 1-9 15,0 1 4-15,0 2 0 0,1 1-8 0,1 1-6 0,0 3-12 16,1 1-10-16,1 1-15 0,0 2-15 0,0 2-21 0,1 2-34 0,-1 1-30 16,0 2-38-16,-1 1-39 0,2 2-28 0,0-1-13 0,2-1 18 0,0 1 26 15,2 0 25-15,2-3 30 0,1-1-22 0</inkml:trace>
  <inkml:trace contextRef="#ctx0" brushRef="#br0" timeOffset="-39165.36">5485 14362 595 0,'4'1'218'0,"1"0"-19"0,2 1-31 0,3 1-1 16,-1 2 8-16,3 0-11 0,1 1-26 0,1 3-32 0,-1 0-28 0,0 1-13 16,2 0-13-16,0 0-12 0,0 0-11 0,-2 1-11 0,1 0-3 0,0 1-11 15,-1-1-8-15,0 1-4 0,-2-1-3 0,-1 0-4 0,-3 0-1 16,0-3-7-16,-1 0-2 0,-2-2-2 0,-1-1-5 0,-2-1-5 0,-1 0-3 15,-1-1-5-15,0 0 14 0,-1-2 18 0,-1-1 13 0,-2-1 17 0,-1-2 1 16,-2-1 2-16,-1-1 8 0,0 1 4 0,-3-4 5 0,-1 0-3 16,1-4 2-16,-1-2-3 0,1-1 5 0,-2-2 5 0,0-2-3 0,-2-1-4 15,1 0-1-15,1-1 0 0,2 1 5 0,2 1 5 0,1 2-5 16,3 3-4-16,2 2-6 0,2 4-3 0,1 1-7 0,2 1-4 0,1 3-7 16,1 1-2-16,0 1 10 0,1 1 3 0,1 2-1 0,1 0 2 0,1 2 1 15,1 1 1-15,0 0 7 0,0 1-7 0,0 1-3 0,2 1-10 16,0 0-7-16,1 0-5 0,0-1-1 0,1 0 0 0,0-2-7 0,3-1-12 15,1-3-11-15,2-1-26 0,-1-2-27 0,1-3-43 0,0-4-67 0,0-3-66 16,2-5-76-16,2-3-65 0,4-6-45 0,4-8-46 0</inkml:trace>
  <inkml:trace contextRef="#ctx0" brushRef="#br0" timeOffset="-38648.85">8439 9363 785 0,'-28'-18'277'0,"1"2"-124"0,-3-2 49 16,11 9-3-16,10 3-33 0,5 2-64 0,3 1-40 0,1 3-29 0,3 1-22 15,4 2-1-15,3 0 1 0,6 3 3 0,4 2 4 0,3 1 4 0,6 6-1 16,2 2 9-16,2 3-3 0,2 3-2 0,5 3 4 0,1 2-15 15,3 3 8-15,4 2 15 0,2 5-4 0,2 3 16 0,2 1-3 0,2 4-12 16,5 6 6-16,1 1-3 0,3 5-2 0,3 4 3 0,2 3 0 0,4 4-7 16,3 4 12-16,1 4 1 0,0 3-1 0,3 3 5 0,-2 3-15 15,2 2-6-15,-2-1-13 0,1 3 6 0,-2-1 2 0,-5 1-5 0,-2 0 7 16,-1 2 3-16,-3-2-6 0,-2 2-2 0,-2 1 14 0,-2 2-7 16,-3 2-14-16,-2 2 6 0,-4-7-13 0,-3-3-12 0,-4-9-2 0,-6-2 11 15,-1-3-4-15,0-2 4 0,-3-2 14 0,0-1-22 0,-4-2 6 0,-2-1 4 16,-4-5-8-16,-1-2 6 0,-3-4-12 0,-1-4 4 0,-1-3 10 15,-2-5-1-15,-3-4 3 0,1-3-15 0,-2-6-19 0,-1-2-17 0,-2-4-15 16,-2 0-27-16,0-4-22 0,-2-1-26 0,-1-3-31 0,0-4-36 0,-1-3-56 16,0-2-104-16,0-1-77 0,2 0-25 0,0 0 51 0,2-2 75 15</inkml:trace>
  <inkml:trace contextRef="#ctx0" brushRef="#br0" timeOffset="-38131.85">12273 12688 1834 0,'-25'-11'710'16,"-1"1"-548"-16,-6-1-31 0,7 4-33 0,5 5-23 0,3 2-29 16,4 2-28-16,3 4-10 0,0 3 4 0,2 3-5 0,1 5 6 0,0 4 4 15,1 2-8-15,0 7 0 0,1 3 3 0,0 7 4 0,0 3 1 0,1 4 6 16,-1 2-5-16,0 0-9 0,-1-2-4 0,0 0-6 0,0-1 1 15,1 1-16-15,0-3 8 0,1-2-9 0,1-2-24 0,-1-2 3 0,1-3-27 16,1-3-14-16,-1-4-7 0,1-2-8 0,0-5 7 0,-1-4 21 0,-1-4 23 16,1-4 23-16,-1-3 22 0,0-3 6 0,-3-4 16 0,-1-2 0 15,-3-4-5-15,-2-5-4 0,-2-5-20 0,-3-6-5 0,-1-7-7 0,0-3-3 16,0-5 6-16,-1-2 1 0,2-2 4 0,0-2 1 0,2-3 9 0,-1 0 1 16,2-3 1-16,-1-2 0 0,0-1 0 0,2-3 1 0,1 1-3 15,0 2 1-15,3 3-7 0,2 4 0 0,4 5-9 0,3 3 1 0,2 8 5 16,4 4 5-16,1 3 11 0,2 6 9 0,1 2-1 0,2 4 4 15,0 2 2-15,3 3-1 0,3 4 3 0,3 2 2 0,2 5-5 0,5 4 1 16,2 4 2-16,5 4-11 0,1 1 4 0,3 5-1 0,1 2 9 0,-1 1 6 16,2 4 7-16,1 2-4 0,0 1-12 0,2 1-1 0,0 2-8 15,-3 0-6-15,-2-1-3 0,-2 1-4 0,-2-1-4 0,1 0 1 0,-2-1-6 16,-1-1 2-16,-2 0-11 0,-2-3 1 0,-4-2 3 0,-3-6-3 16,-3-7 14-16,-3-5 6 0,-5-3 4 0,-1-4-2 0,-2-4 7 0,-1-1 1 15,-2-3 3-15,0-4 6 0,0-1-5 0,-1-6-5 0,0-4 2 0,-1-4 0 16,-1-5 3-16,0-4-1 0,-1-4-1 0,0-3-9 0,-1-4 1 15,-2-3 0-15,0-1-6 0,0-2 6 0,-1 0-8 0,0-1-17 0,2 1 13 16,0 4-7-16,4 3-6 0,2 4 6 0,5 5-22 0,2 6-13 0,2 6-4 16,2 4-18-16,1 4-16 0,1 4-19 0,-1 4-29 0,2 2-40 15,0 3-53-15,0 2-85 0,3 3-86 0,0 1-53 0,1 2-21 0,1 1 14 16</inkml:trace>
  <inkml:trace contextRef="#ctx0" brushRef="#br0" timeOffset="-37831.85">13326 12539 1922 0,'-1'8'259'0,"-2"6"-77"0,0 7-57 0,2 3-15 16,3-1-25-16,2 4-16 0,3 2-30 0,4 2-19 0,3 1-2 0,2 2-15 16,2-3-1-16,3-2-4 0,2-2-4 0,-1-2-3 0,1-3 1 15,1 1 0-15,-2-4-2 0,2-2 2 0,-2-4-4 0,2-4-1 0,-1-2 7 16,-2-3 4-16,0-3-11 0,-4-2 1 0,-2-1 1 0,-2-2 8 0,-2-2 11 15,1-3 6-15,-2-3-10 0,-1-3-3 0,-1-4 6 0,-1-2 4 16,-1-2 6-16,0-1-6 0,-2-1-4 0,-2-4-7 0,0 0 0 0,-3-3 2 16,-1-1 1-16,-2-1-3 0,-3 0-5 0,-2-2-2 0,-3 0-6 15,-4-4-3-15,-4-1-6 0,-2 1-5 0,-2 1-7 0,-2-1-2 0,0 3-7 16,-1 2-8-16,1 4 0 0,-1 4-7 0,2 7 3 0,0 3 1 0,1 5 0 16,1 6 6-16,-1 3 6 0,1 4 0 0,2 4 1 0,-1 4-1 15,1 4-5-15,0 3-3 0,0 3-12 0,2 4-25 0,1 3-42 0,3 3-64 16,4 0-82-16,2 3-58 0,4-2-15 0,2 3 7 0</inkml:trace>
  <inkml:trace contextRef="#ctx0" brushRef="#br0" timeOffset="-37648.85">13932 12626 2407 0,'3'-12'183'0,"1"2"-96"0,3-5-32 0,2 1 1 0,4-1-13 0,4 1-22 16,4-2-17-16,7 0-13 0,1 1 3 0,3 1 1 0,0 1 3 0,-1 0-1 15,0 2-7-15,0 1-10 0,-1 1-3 0,1 3-3 0,-2 0-19 16,0 1-19-16,-2 1-32 0,-1 1-38 0,-2 3-45 0,-5 0-34 0,0 1-43 16,-4 2-34-16,-1-1-20 0,-3 0-22 0,1 1-5 0,-1-1 38 15</inkml:trace>
  <inkml:trace contextRef="#ctx0" brushRef="#br0" timeOffset="-37131.61">14098 12044 2574 0,'-15'-5'161'16,"2"3"-57"-16,0 0-45 0,3 3-27 0,4 3-3 0,1 4-23 0,1 4-6 16,2 6 0-16,1 6-8 0,1 4 18 0,2 3 5 0,0 1 13 15,1 4 3-15,1 1-4 0,1 2 13 0,1 3-10 0,0-2 0 0,1-1-11 16,2 0-8-16,2-1-4 0,2-2-2 0,0-2 1 0,-1-4-14 0,2-3 5 15,1-3-1-15,1-4 1 0,-1-1 8 0,1-4-12 0,-1-4 0 16,0-3 3-16,-1-4-1 0,1-3 2 0,-1-3-1 0,-1-3-5 0,0-4 4 16,-2-4 7-16,1-3-14 0,1-2 13 0,1-4-2 0,-1-5-5 0,-1-2 17 15,1-5-6-15,0-1 0 0,-1-1 2 0,-1-2-1 0,-1 2 4 16,0-3 6-16,0 1-2 0,-1 1-1 0,0-1-8 0,0 5 4 0,-1 3-2 16,1 5 7-16,0 3-8 0,0 4-3 0,1 5 6 0,-1 2 0 15,1 4 4-15,-2 2-6 0,1 3 0 0,1 2-7 0,0 3 0 0,0 3 9 16,2 4-5-16,0 3-4 0,1 5 5 0,1 5-1 0,1 1-1 15,-1 3 8-15,1 2-7 0,1 3-2 0,0 0-2 0,-1 2 2 0,1-1-1 16,-2 0-1-16,-1-2-5 0,0 0-8 0,-2-3 2 0,-1-1-7 0,1-1-19 16,-1 1-27-16,-1-3-44 0,0-1-28 0,-2 0-37 0,1-2-53 15,0 0-61-15,0-2-107 0,-2-2-118 0,-1-4-41 0,-1-1-120 0</inkml:trace>
  <inkml:trace contextRef="#ctx0" brushRef="#br0" timeOffset="-36915.61">15219 12302 2680 0,'-1'-5'228'15,"1"0"-112"-15,1-2-53 0,1 0-3 0,2 0-23 0,1 0-21 0,3-2-20 16,3 0-14-16,5 1 4 0,2-2 7 0,4 0-1 0,3 1 4 16,0 1-5-16,2 0 1 0,-1 1-5 0,0 2-9 0,0-1-4 0,-1 1-9 15,0 1 3-15,-1 0-8 0,-1 1-12 0,-2 0-4 0,-3 1-13 0,0 0-15 16,-1 1-6-16,-4-1-17 0,1 1-8 0,-2-1 1 0,0 0-1 15,0-1 3-15,-2 0 2 0,1-1-14 0,0-1-24 0,-1-1-33 0,1 0-42 16,-1-2-34-16,0-1-26 0,1-3-15 0,2-3-33 0</inkml:trace>
  <inkml:trace contextRef="#ctx0" brushRef="#br0" timeOffset="-36531.1">15886 11099 2152 0,'-5'-6'651'15,"0"1"-519"-15,0 1-61 0,3 3-45 0,1 6-22 0,2 3-13 0,2 7-8 16,4 8 0-16,2 7 6 0,4 9 5 0,1 4 7 0,0 4-2 0,-1 2-1 16,-2 3 5-16,0 2-4 0,-1 3-1 0,-2 0 0 0,-1 3 6 15,-2 0-6-15,-1-3 2 0,-2-2-2 0,0-4-10 0,0-3 5 0,1-3-4 16,-2-3-11-16,4-4-7 0,0-3-8 0,1-4-3 0,1-1 15 0,1-6 11 15,1-3 4-15,0-4 11 0,1-4-4 0,-1-3 6 0,1-2 6 16,-1-2-6-16,0-1 10 0,-1-3-5 0,1-1 7 0,0-1-2 0,-1-2 6 16,2 0-13-16,0-2-4 0,1-1-10 0,-1 0-11 0,0 0 6 15,-2-1-5-15,1 0 6 0,1-1 3 0,1-1-8 0,0-1 4 0,1 0 1 16,-1 1 1-16,1 0 6 0,-1 0 5 0,-1 2-5 0,0 1-1 0,-1 0-1 16,-1 1-1-16,1 1 7 0,-1 2 1 0,0 0-4 0,0 1 3 0,0 1-6 15,0 1 4-15,-2 1 6 0,2 2 2 0,0 0-5 0,1 0-2 16,-1 1-1-16,1 2 5 0,-1 0 1 0,1 1 2 0,-1 0-8 0,0 1-5 15,0 0 0-15,-2-1-5 0,0 1-13 0,-1-1-19 0,0 1-38 16,-2-1-39-16,1-1-43 0,-2-1-50 0,-1 1-58 0,1-2-77 0,-2 0-38 16,-1-3-10-16,0-1 22 0</inkml:trace>
  <inkml:trace contextRef="#ctx0" brushRef="#br0" timeOffset="-36365.1">16451 11591 2446 0,'-1'-1'138'0,"1"2"-98"0,0 0-56 0,0 0-26 0,0 1-46 0,2 2-72 15,2 2-66-15,1 5-40 0,2 1 6 0,0 0 24 0,0 2 26 16,0-2 7-16,-2 1-10 0,-1 0-5 0,-1-1 17 0,-1 2 22 0</inkml:trace>
  <inkml:trace contextRef="#ctx0" brushRef="#br0" timeOffset="-35498.1">16553 11772 281 0,'2'-5'184'0,"0"1"-48"0,3-2-14 0,0 3-13 0,0 0-27 16,0 0-28-16,0 0-17 0,1 0-15 0,0 1-1 0,0 1 3 0,1 1 2 16,0 1 6-16,-1 0 0 0,1 0-2 0,0 2-6 0,-1-1-9 0,1 1-3 15,-1 1-4-15,0 0-7 0,1 2 6 0,-1 0-4 0,1 1 7 16,-2 0 9-16,1 0 2 0,0 0 8 0,-1 0 1 0,-1 0 5 0,1 0 2 16,-1 1-5-16,-1 0-4 0,1 1-10 0,-1-1-1 0,1 0-2 0,-1 0-3 15,0 0 2-15,0-2-7 0,0 0-2 0,-2-1 5 0,2 0-4 16,-1-1 2-16,0 0-3 0,0-1-5 0,0-1 4 0,1-1-3 0,-1 0-1 15,1-1-1-15,0-1-7 0,0 0-2 0,1-1-2 0,2-2-3 16,-1 1-5-16,2-1 0 0,-1-1 3 0,1-1 1 0,-1 0 5 0,2 0-2 16,0-1 0-16,0-1 6 0,1 1 0 0,1-1 5 0,0 1 2 0,-1-1-2 15,0 2 2-15,0 1 4 0,0 1 3 0,-1 0 2 0,1 1 0 16,-1 0 3-16,-3 3-4 0,3 1 1 0,-2 0-7 0,-1 2-4 0,1 1-6 16,0 0 0-16,-1 2 2 0,1 2 1 0,-1 1 3 0,0 1 1 0,0 0 1 15,-2 2 3-15,1-1-2 0,1 0 3 0,-1-1-2 0,1-2-3 16,-1-1 0-16,0-2 2 0,1-1 3 0,0-1-1 0,0-2 0 0,2-1-8 15,0-1-6-15,1-2-4 0,1-1-5 0,2-1 1 0,1-2-2 16,1-2 3-16,-1-2 8 0,1-2 0 0,-1 1 6 0,-1-2 4 0,1-1 0 16,-1 1 10-16,-2 1 0 0,1-1 4 0,-1 0 2 0,-1 0 1 0,0 0 4 15,-1 1-7-15,0-2-5 0,-2-1-4 0,0 1-15 0,-1 1-5 16,-2 0-5-16,-2 1-9 0,-2 1-1 0,0 0-2 0,-3 3-5 0,1 0-3 16,-2 1-2-16,-1 1-3 0,0 2 7 0,-1 0 10 0,-1 1 13 0,-1 1 10 15,0 2 9-15,0 1 8 0,-1 1 4 0,0 1 12 0,0 0 5 16,2 2 8-16,0 0 6 0,2 1-1 0,0 0-7 0,-1 1-9 0,2 2-8 15,1 1-2-15,1 0 3 0,0 3 4 0,2 1 6 0,1 2 4 16,2 1 4-16,0 0 0 0,3 1-7 0,0-1-7 0,0-2-10 0,3 1-16 16,0-1-3-16,1 0-16 0,1-1-5 0,0-2-7 0,2 1-12 0,1-1 3 15,0-1-1-15,1 0 6 0,-2-2 7 0,2-3 2 0,-1 0 5 16,1-3 6-16,0 0 6 0,-2-2 7 0,2 0 3 0,-1-1-2 0,-1-2 6 16,1 0 1-16,-3-1 4 0,2 1 4 0,1 0-4 0,-1-1 3 0,0 0 0 15,-2-1 1-15,2 1 3 0,0 1-4 0,1 0 4 0,0 0-4 16,1 1 1-16,-2 0 1 0,2 0-3 0,-1 1-3 0,1-1-3 0,0 0 1 15,0-1-5-15,2-1 1 0,0 1-5 0,0-1-2 0,-1 0 1 16,1 0 2-16,1-2 2 0,-1-1-2 0,0 0 0 0,0-2-2 0,-1 0-9 16,0-1-1-16,-3-1-5 0,1-1-7 0,0-1 2 0,-1-2-1 0,0-1 10 15,-1 1 8-15,-2-2 10 0,-1 2 9 0,-1 0 11 0,-1 3 4 16,-3-1 4-16,0 0-4 0,-2 1-3 0,-1 2-4 0,-1 1-8 0,-2 0-6 16,0 1-11-16,-1 0-6 0,-2 1 9 0,2 0 4 0,-3 2 4 0,-1 0 8 15,-1 1-5-15,0 1-1 0,-1 2-3 0,0-1-5 0,2 2 0 16,-2 1-2-16,0 1-4 0,0-1 1 0,1 3-3 0,-1 0-2 0,3 1-6 15,-1 0-7-15,3 0-19 0,0 1-24 0,3-2-21 0,1 0-37 16,1-1-10-16,1 0 12 0,1-1 16 0,1-1 24 0,1 0 31 0,1-1 16 16,1-1 20-16,1 1 21 0,2-1 7 0,0 0 8 0,2-1 3 0,1 0 8 15,0 1 8-15,0 0 6 0,0 1 7 0,1 1 1 0,0 1-1 16,1 0-6-16,2 2-7 0,-1 1-4 0,1 2-10 0,1 1-6 0,-2 2-5 16,1 2-5-16,-2 2-4 0,1 2 0 0,0-1-2 0,0 2-3 0,0 2-3 15,0-1 2-15,-1 1-1 0,-1 0 5 0,0-2 0 0,-5-2 6 16,1 0 7-16,-2-1 4 0,-1-2 5 0,0-3 8 0,-2-2 5 0,1-2 11 15,-2-1 12-15,0-2-5 0,-1-1 2 0,0 0 4 0,-1-2 1 16,0 0 7-16,-1 0-7 0,0-2-21 0,-1-1-22 0,0-2-15 0,-2-2-16 16,1-3-9-16,0-2-6 0,0-2-13 0,0-1-9 0,2 1-3 0,-1-6-9 15,2-1-6-15,-1-1-15 0,2-4-25 0,-1 0-34 0,1-2-53 16,1-3-67-16,0-4-100 0,0-6-192 0</inkml:trace>
  <inkml:trace contextRef="#ctx0" brushRef="#br0" timeOffset="-33542.78">12352 13774 1575 0,'-13'-3'222'0,"-2"0"-66"0,-3 0-27 0,3 2-27 0,4 0-21 16,-1 1-18-16,0 2-16 0,1 0-12 0,-2 0-2 0,1 3-1 15,-2 2 9-15,-3 3-2 0,-1 2-1 0,0 2-9 0,0 0-11 0,-1 5-1 16,3 2-2-16,-2 3-1 0,1 4-1 0,2 2-5 0,2 7 4 0,-2 5 1 16,1 7 2-16,0 9 1 0,2 9-1 0,1 7 11 0,1 10 6 15,2 6 10-15,2 7 0 0,2 5-2 0,1 5-2 0,3 3-2 0,2 4 0 16,2-1 8-16,4 0 1 0,2-2-1 0,5-2 2 0,2-3-10 0,5-6 4 16,4-5-13-16,2-5-11 0,5-6-11 0,5-7-3 0,3-3 4 15,3-7-6-15,5-5-2 0,1-8-9 0,3-7-2 0,3-6-16 0,2-7-5 16,0-4-16-16,-1-7-12 0,-2-5 4 0,-3-7-4 0,-4-7-22 15,-6-6-40-15,-4-6-27 0,-5-6-51 0,-6-7-35 0,-1-9-34 0,-3-8-79 16,-4-11-69-16,-1-10-73 0,-3-11-103 0</inkml:trace>
  <inkml:trace contextRef="#ctx0" brushRef="#br0" timeOffset="-32977.06">13263 14534 2733 0,'-9'22'263'0,"1"2"-168"0,1 6-9 16,5-2-37-16,4-2-8 0,4-3-27 0,4 0-19 0,2-2-6 15,3-2-5-15,1-3 7 0,0-2 6 0,-2-3-2 0,-1-4-4 0,-3-2-9 16,-1-2-21-16,-4-3-12 0,-2-2 1 0,-2 0-10 0,-2-3 7 0,-2-1-3 16,-4-2-13-16,-3-3 2 0,-4-2 1 0,-2-1 12 0,-4-1 14 15,-4-1 6-15,-1 0 18 0,-4 2 12 0,-1 0 5 0,-1 1 15 0,0 2 1 16,0 3 3-16,3 1-4 0,-1 2-7 0,4 4-6 0,0 4 1 15,1 4-14-15,2 2-4 0,1 4 2 0,1 2-5 0,2 4 9 0,1 5-2 16,2 6-2-16,2 2-2 0,5 7-4 0,2 6 1 0,3 4-5 0,2 5 1 16,4 3-1-16,3 5 5 0,1 2 9 0,3 1 4 0,1-1 5 15,1-4 7-15,0-5 6 0,-1-4 10 0,0-6 14 0,2-3-1 0,2-5-4 16,1-5 1-16,2-4-7 0,2-2 0 0,3-5-3 0,0-1 2 0,2-2 7 16,-1-6 1-16,1 0 6 0,-2-5-2 0,-3-1-3 0,1-4-1 15,-2-1-5-15,-2-3 1 0,0-3-2 0,1-1 1 0,0-3-2 0,-2-1-6 16,1-1 0-16,0-4 0 0,-2-1-5 0,1 0-1 0,0-1-6 15,2-1 2-15,1 1-3 0,0 0-2 0,1-1-1 0,-1 2-1 0,0 0-4 16,2 4 3-16,-2 1 2 0,1 3-8 0,1 3 5 0,-2 3-9 0,2 3-1 16,0 3 0-16,-1 2 4 0,1 1 9 0,1 2-6 0,-2 0 6 15,1 2-17-15,-1 1 6 0,0 0 5 0,0-2-3 0,1 0 6 0,-2-2-4 16,2-1 0-16,-1-1 4 0,-1-1 0 0,0-3-4 0,-2-1 6 0,-2 0-3 16,-3-3 3-16,0-1-1 0,-3-1 1 0,0-2 5 0,-3 0-2 15,0 1 7-15,-1-3 0 0,-1-2-3 0,-1 1 7 0,-1-4-2 0,-2 0 3 16,0-2 3-16,-2-3-1 0,-1 0-6 0,-2-2-1 0,-2-2-1 15,-1-1 0-15,-2 0-6 0,-2-4-7 0,-1 1 5 0,0-2-5 0,-2-1 0 16,-1 4-3-16,0 0-14 0,0 3-10 0,-1 3 11 0,-1 1-11 0,0 4 2 16,-2 2 11-16,-2 1-18 0,-1 5-6 0,-1 2-6 0,-2 5-10 15,0 3-5-15,0 5 4 0,1 4-18 0,2-1 10 0,2 3 1 0,3 1-3 16,2 2 5-16,3 3-15 0,3 5-18 0,2 2-21 0,2 3-30 0,3 0-61 16,2 1-76-16,4-2-83 0,3 0-52 0,2-3-14 0,2-2-33 15</inkml:trace>
  <inkml:trace contextRef="#ctx0" brushRef="#br0" timeOffset="-32576.59">14124 15133 1455 0,'0'-1'221'15,"3"-1"-63"-15,0 1-6 0,2-1-16 0,0 1-31 0,1 0-43 0,0 1-33 16,1 0-10-16,1 2 4 0,0 2 0 0,0 1 0 0,1 2 0 0,1 3-9 16,1 2 3-16,0 1-5 0,1 4-6 0,-1 2 1 0,1 2-6 15,1 5 2-15,0 3-1 0,0 1-5 0,-1 2 1 0,0-2 4 0,-1 2 2 16,0-2 3-16,-1-2-7 0,-2-1-5 0,3-2-1 0,-2-4-2 15,1-2-1-15,1-3 2 0,-2-3 1 0,1-2 0 0,-1-2 0 0,0-2 7 16,0-3-4-16,-2-1 5 0,0-2-1 0,-1-1 5 0,0-2 18 0,0-1 4 16,-1-2 14-16,1-2 3 0,0-1-4 0,1-1 3 0,0-2-1 15,-1-2 0-15,1 0-8 0,-1 0 1 0,-1 0-6 0,1-2-1 0,-3-1 8 16,-1-2-7-16,1 3-4 0,0-1-9 0,0 2-12 0,1 0 0 0,1 3-1 16,0 0-3-16,1 3-1 0,0 1-1 0,-1 3 1 0,1 1 0 15,-1 2 0-15,1 1 1 0,-1 1-2 0,0 2-3 0,1 0-3 0,-1 2-6 16,1 0-1-16,0 1 0 0,0 0-3 0,2 0 4 0,0-2-2 15,0 1 3-15,1 0-2 0,1-1 1 0,-1 1 3 0,0-2-2 0,-1-1 7 16,1 0-3-16,-1-2 1 0,1 1 2 0,0-2 5 0,-1 2-2 0,0-2 4 16,0 0-4-16,1 0-1 0,-1-1 3 0,0 1-5 0,0-1 0 15,0 0-3-15,1 1 0 0,0-1-6 0,1 0-2 0,0 0-7 0,-1 0-10 16,1 0-14-16,0 0-17 0,1-1-20 0,0-1-17 0,-1 0-16 16,2-1-13-16,-1-1-5 0,1 0 9 0,0-1 13 0,0 0 13 0,-2-2 9 15,1 1-6-15,-2-2-23 0,1 0-24 0,-2 0-16 0,-1-2-16 0,-1 1-20 16,-1-1-11-16,-1-2-7 0,-1-3-52 0</inkml:trace>
  <inkml:trace contextRef="#ctx0" brushRef="#br0" timeOffset="-32376.58">15177 14993 1333 0,'-4'17'671'0,"1"3"-511"0,0 7-32 15,3 4-16-15,2 0-16 0,3 3-20 0,1 6-35 0,2 4-20 0,2 5 5 16,3 4 6-16,0 3 14 0,2 4 13 0,1 3-6 0,1 3-16 0,-2 4-8 15,3 0-28-15,-1 3 4 0,-1 1 0 0,1-2-13 0,-2-3 11 16,0-5-28-16,-1-5-22 0,-1-5-23 0,2-5-39 0,-2-7-30 0,2-5-40 16,-2-6-52-16,-1-5-51 0,1-6-59 0,-3-5 2 0,-1-5 39 15,-2-6 43-15,-4-5 76 0,-2-6 46 0,-1-5 39 0,-2-5 36 0,-5-7 21 16,-2-7 14-16,-3-6 4 0,-2-4-5 0</inkml:trace>
  <inkml:trace contextRef="#ctx0" brushRef="#br0" timeOffset="-32159.59">15194 15541 187 0,'-20'-34'162'0,"-2"-2"26"0,-5-8 28 0,5 10 16 0,7 4-5 15,2 3-22-15,2-1-32 0,4 1-36 0,2-1-28 0,2 3-42 16,2-1-26-16,2 1-16 0,2 1-8 0,2-1 8 0,2 4 0 0,1-1 4 16,1 3 5-16,1 3 2 0,1 0 9 0,2 2 3 0,1 3-2 15,1 0-2-15,0 3-4 0,2 0-3 0,-1 2-3 0,1 1-5 0,-2 3-2 16,1 1 2-16,1 2 4 0,1 4 2 0,-1 1 3 0,1 4 4 0,1 0-3 16,-3 4 2-16,-1 2 1 0,-1 2-5 0,-2-1-6 0,-1 3-7 15,-4 0-16-15,-1 0-4 0,-2 3-16 0,-2 0-5 0,-2-1-1 0,-2 1-19 16,-2 0-9-16,-1 2-8 0,-2 2-9 0,-2-2-4 0,-1 3-13 0,-3-2-13 15,-1 1-10-15,-1-2-4 0,-2-1-8 0,-1-1-18 0,1-2-25 16,2-1-37-16,0-3-42 0,2-5-28 0,1-2-27 0,2-4-12 0,2-6 29 16,2-4 63-16</inkml:trace>
  <inkml:trace contextRef="#ctx0" brushRef="#br0" timeOffset="-32007.59">15460 14262 1220 0,'1'-10'605'0,"0"-2"-363"0,1-2-27 0,2 4-56 0,0 3-26 0,2 2-32 15,-1 3-41-15,2 2-11 0,0 2-7 0,0 2-6 0,2 3 3 16,-1 3-9-16,3 6-6 0,0 4-12 0,1 6-7 0,1 5-8 0,1 6-2 16,1 5-6-16,1 6 1 0,0 7-10 0,-2 4-12 0,1 4-18 0,-2-1-30 15,0 3-37-15,-2-1-50 0,-2-2-80 0,-2-3-149 0,0-3-141 16,-2-4-79-16,-1-2 28 0</inkml:trace>
  <inkml:trace contextRef="#ctx0" brushRef="#br0" timeOffset="-31726.57">15790 15162 1098 0,'0'1'690'16,"1"0"-485"-16,1 0-49 0,1 0-11 0,1 0-19 0,1-1-30 0,1 0-38 0,1-1-37 16,1 1-7-16,1-2 1 0,2-1-3 0,1-1 1 0,2-2-8 0,0-2-8 15,1-3-5-15,2-3-8 0,0-1-8 0,-1-5-10 0,2-3-11 16,-2-1-12-16,-1-4-9 0,-3 0-4 0,-1-3 9 0,-2-2 9 0,0-1 15 16,-2 2 11-16,-1 1 4 0,-2 4 14 0,-1 1 3 0,-2 4 10 0,-2 2 2 15,0 2 7-15,-2 3 10 0,-1 4 6 0,0 2 11 0,-1 3 16 16,-1 2 5-16,0 3-1 0,-1 1-4 0,-1 3-18 0,2 4-4 0,0 2-3 15,-1 1-13-15,2 3-6 0,-1 1-18 0,2 3-6 0,2 2 3 16,1 3 0-16,2 4 0 0,2 0-2 0,1 5 2 0,1 1 8 0,3 1 3 16,-1 0 2-16,3-1 0 0,2-1 1 0,0-1 2 0,2-3-1 0,0 1 1 15,2-4-7-15,1 0-4 0,0-2-3 0,0-2 1 0,1-2-9 16,0-3-12-16,0-3-15 0,-1-2-29 0,0-3-30 0,-2-3-47 0,-2-5-45 16,1-4-54-16,-1-4-68 0,1-4-18 0,0-6-8 0,0-7 29 0,2-6 59 15,-1-6 54-15</inkml:trace>
  <inkml:trace contextRef="#ctx0" brushRef="#br0" timeOffset="-31576.56">16650 14394 903 0,'4'-2'535'0,"0"-1"-223"0,0-1-40 16,0 1-39-16,-1 2-50 0,0 1-44 0,0 1-43 0,0 3-32 0,-1 0-12 15,0 3-7-15,0 2-10 0,-1 2-8 0,0 4-10 0,0 2-7 16,-1 4-3-16,-1 3-9 0,0 4-6 0,-2 3-6 0,1 4 1 0,-1 5-2 16,-2 4 1-16,0 4 2 0,-3 3-1 0,-1 2-2 0,-2 1-3 15,-2 0-12-15,-2 0-22 0,-2-3-15 0,-1-2-21 0,-1-1-37 0,-1-4-12 16,0-3-60-16,-1-4-80 0,-1-2-81 0,-2-5-83 0,-3-2-44 0,-4-5 6 15</inkml:trace>
  <inkml:trace contextRef="#ctx0" brushRef="#br0" timeOffset="-31443.05">16167 15018 1778 0,'0'-2'397'0,"3"2"-125"16,0-1-44-16,1 1-47 0,2 1-37 0,3 0-46 0,5 1-32 0,5 2-20 16,4 0-12-16,2 3-9 0,4 2 0 0,1-1-12 0,2 1-10 0,1-1-12 15,2-1-16-15,0 0-18 0,2-1-26 0,2-3-34 0,1-2-28 16,0-3-57-16,-1-3-83 0,-4-5-127 0,-1-4-166 0,-3-5-58 0,-1-8-98 15</inkml:trace>
  <inkml:trace contextRef="#ctx0" brushRef="#br0" timeOffset="-31243.02">16174 12885 3219 0,'5'4'140'0,"3"3"-45"0,6 7 3 0,9 6-14 15,8 13-27-15,13 10-13 0,11 12-23 0,9 14 8 0,11 10 5 16,8 11 7-16,7 13 0 0,6 13-20 0,6 12-1 0,5 12-10 0,1 16-2 16,0 12-1-16,-2 15-20 0,-3 13-7 0,-5 11-7 0,-5 11-1 0,-10 9-1 15,-7 11-8-15,-8 12-22 0,-10 11-34 0,-11 11-28 0,-12 10-86 16,-27-139-151-16,-3 38-316 0,-9-89-319 0,-5 15-26 0</inkml:trace>
  <inkml:trace contextRef="#ctx0" brushRef="#br0" timeOffset="-21250.27">2456 16795 502 0,'-19'7'112'0,"-1"0"15"0,-3 1-11 0,3-4 7 0,5-1 12 15,1 0 0-15,0-2-18 0,1 0-25 0,2-2-22 0,0-1-15 16,1-1-3-16,1 0-5 0,1-2-3 0,2 0 3 0,1 0 0 0,-1-2 0 16,1-1 6-16,0-1-3 0,0-2 4 0,1 1 4 0,0-2 1 0,0-1 5 15,-1 1 3-15,1-2-6 0,1 0-5 0,0-1-5 0,2 0-6 16,2 1-7-16,3 1-16 0,2 0 0 0,1 1-6 0,1 1 0 0,2 0 4 16,1 2-10-16,2 1 4 0,2 0 1 0,4 1-1 0,2 1-4 15,4 2-3-15,5 1-1 0,3 2-4 0,7 4-1 0,3 2 4 0,4 3-3 16,7 2 6-16,3 1-2 0,4 3-6 0,1 0 2 0,1 0-4 0,5 0-11 15,2-1 0-15,5 2-9 0,1 0 1 0,-1 1-2 0,4-1-10 16,-2 2-5-16,2 2-8 0,-3 0 1 0,-3 1 12 0,-3-2 4 0,-5-4 15 16,-7-4 16-16,-7-1 2 0,-6-3 18 0,-4-2 12 0,-6-2 16 0,-5-2 25 15,-7-2 18-15,-2 0 26 0,-3-2 8 0,-2-1-2 0,2-1-17 16,-2-2-25-16,3-1 1 0,1-2-8 0,2-4-9 0,1-2-8 0,3-2-14 16,0-1-8-16,1-3 9 0,2 0-16 0,-1-4-6 0,2-3-4 15,0-2-3-15,2-3 4 0,0-3-14 0,1-1-5 0,0-3 2 0,2-2-8 16,0-2 12-16,1-3 0 0,1-4-8 0,-1-6 7 0,3-4-12 0,-1-2-1 15,3-3 8-15,2 2-16 0,-1 0 12 0,0 2 0 0,0 4-3 16,1 5 12-16,-3 3-7 0,-1 6-7 0,-2 1 3 0,-2 4-6 0,3 3-5 16,-2 3-8-16,0 7-15 0,-4 3-9 0,-1 7-11 0,0 7-9 0,-2 5-14 15,-1 6-18-15,0 5-28 0,-1 6-30 0,-2 5-44 0,-3 8-84 16,-2 5-94-16,-5 9-134 0,-2 6-132 0,-5 8-130 0</inkml:trace>
  <inkml:trace contextRef="#ctx0" brushRef="#br0" timeOffset="-10836.03">4366 16930 1324 0,'-21'10'314'0,"-3"3"-151"15,-3 5-54-15,4 0-73 0,5 0-7 0,3 0 8 0,-1 0 17 0,1 1 10 16,2-2-8-16,7-8 1 0,-1 3-8 0,2 0-16 0,-2 2 8 0,1 1-11 15,0 4 1-15,1 0 6 0,0 3-2 0,1 2 5 0,2 0 0 16,1 0-5-16,1 1-8 0,1 0-1 0,1 1-5 0,1 0-2 0,0 1-2 16,1 1-11-16,2-1-7 0,0 2 4 0,1-2-2 0,0 1-5 0,3-2 4 15,0 2-2-15,1-4-14 0,1 1 14 0,-1-2 9 0,1-3-1 16,0 1-4-16,-5-12-28 0,0 2-34 0,0-2-34 0,2 1-29 0,-1-1-33 16,0 1-36-16,1-1-39 0,2 1-42 0,-1-1-47 0,2-1-24 15,-1-1 5-15,1-1 36 0,1-1 58 0</inkml:trace>
  <inkml:trace contextRef="#ctx0" brushRef="#br0" timeOffset="-10535.03">4563 17238 1668 0,'-9'10'216'0,"1"-2"-54"0,-1 2-89 0,-1 3-28 16,0 1-3-16,0 3 13 0,2-1-3 0,2 0-8 0,4 1 0 15,2 0-9-15,3 0-5 0,2 0-11 0,3 0-9 0,2-1 1 0,4-1-6 16,0 1-8-16,3-3-3 0,2-2 1 0,1-1 2 0,0-1 11 0,1-3 1 15,0-1-4-15,-1-2 4 0,1-1-12 0,0-3 9 0,-3-1 5 16,1-2 2-16,-1-1 3 0,-3-1-11 0,1-2 9 0,-2-1 7 0,0-1-4 16,-4-2 6-16,0-2-14 0,-1-1 6 0,-1 0 4 0,-2-1-4 0,-2-2 3 15,0 0-2-15,-2 0 0 0,-1-1 7 0,-1 0-4 0,-2 3-6 16,-2-2 12-16,0 0-7 0,-1 0 0 0,-2 1 6 0,-1 0-19 0,-1-1 9 16,-1 0-4-16,-14-17-15 0,2 5 20 0,3 8-8 0,2 6 3 15,3 5 7-15,0 3-14 0,2 0 7 0,1 2-1 0,1 2-4 0,-1 2-5 16,2 3-2-16,0 2 1 0,2 2-10 0,-1 3-4 0,0 1-10 0,5-2-1 15,-1 3 4-15,1 2 0 0,-1 6-4 0,2 1-14 0,0 5-21 16,1 4-24-16,1 4-21 0,1 1-36 0,2 3-43 0,1-1-70 0,1 0-74 16,2-2-71-16,3-1-35 0,1-4 35 0,2-2 39 0</inkml:trace>
  <inkml:trace contextRef="#ctx0" brushRef="#br0" timeOffset="-10269.03">5686 16598 1722 0,'-7'1'300'0,"-1"-1"-91"0,-2 1-85 0,1 1-18 0,2-1 4 15,1 2-1-15,-1-1-13 0,0 1-15 0,0 2-25 0,0 0-19 16,0 1-13-16,0 2-4 0,0 1 3 0,-2 2-13 0,1 3-8 0,-1 2-1 16,0 2-9-16,1 4 4 0,-1 4 6 0,1 0-7 0,1 4 3 15,1-1-3-15,0 2-3 0,-1 0 2 0,1 3 0 0,1 0-3 0,-1 2-5 16,1-2-13-16,3-17 15 0,-1 2-5 0,0 1-3 0,0 2 2 0,1-2-21 15,-1 3 13-15,0-2-4 0,1 1-4 0,0-1-9 0,1-4-24 16,0-3-19-16,0-3-17 0,1-3-30 0,0-2-39 0,1-2-37 0,-1-3-53 16,1-3-44-16,0-4-35 0,1-3-20 0,0-6 18 0,0-4 54 0</inkml:trace>
  <inkml:trace contextRef="#ctx0" brushRef="#br0" timeOffset="-10103.03">5280 16211 211 0,'-6'0'146'0,"0"3"-129"0,-1-1-11 0,3 1-15 0,2-1-3 16,1 0 1-16,0 0 1 0,1 0 2 0,-1-1-1 0,0 0-3 0,1 1-8 16,-1 0-8-16,0-1-12 0,0 1-10 0,-1 0-7 0,1 0-14 15</inkml:trace>
  <inkml:trace contextRef="#ctx0" brushRef="#br0" timeOffset="-9736.03">5065 16373 1164 0,'-13'-2'230'0,"-1"2"-20"0,-2 0-81 0,4 0-38 0,3 0 2 16,1-1-6-16,2 0-11 0,0 1-11 0,1-2-16 0,2 0-2 15,0 2-11-15,0-1-12 0,1 1-1 0,-1-1-8 0,2 1-2 0,0 0-2 16,1 0-10-16,1 1-4 0,-1-1 3 0,1 2 0 0,0 0 7 0,0 1-7 15,1 1-4-15,0 2 1 0,0 1-3 0,2 0 11 0,0 2-2 16,1 0 0-16,1 0-1 0,-1 0-7 0,3 0 0 0,-1-1 4 0,0 0-4 16,1 1 7-16,-1 1 7 0,-1 0-3 0,3-1 8 0,0-1-10 0,-2 0-4 15,1-2 5-15,-2 0-4 0,0 1 6 0,0-1-12 0,-2-1 5 16,2-1 3-16,-1-1-3 0,0-1 6 0,0 1-6 0,-1-2 2 0,-1-1 4 16,-1 0-2-16,0-2 3 0,0 0 0 0,1-1 3 0,-1-1-7 15,-1-3 3-15,0-1 3 0,-1-3-1 0,-1 0 4 0,0-3-13 0,-2-1 2 16,1 0 9-16,-1 0-6 0,0-1 10 0,-2-3-9 0,-1 0 1 0,-2-3-6 15,1 0 10-15,0 0-6 0,-1-1-8 0,0-1 10 0,0 2-8 16,-1 0 1-16,2 0 2 0,1 4-1 0,0 0 2 0,3 3-2 0,0 3-3 16,1 0 4-16,1 3-12 0,-1 3-1 0,1 1-7 0,1 4-20 0,-1 1-8 15,2 1-20-15,0 3-22 0,0 3-9 0,1 3-15 0,1 4-36 16,0 3-43-16,1 2-54 0,2 3-49 0,1 0-27 0,0 4-13 0,2 0-78 16</inkml:trace>
  <inkml:trace contextRef="#ctx0" brushRef="#br0" timeOffset="-9469.03">5834 17001 2208 0,'-8'5'327'0,"4"1"-210"0,-2 2-73 0,5-1-31 0,1-2-6 16,1-1-1-16,1-3 7 0,-1 1 0 0,2-2 0 0,1 0 1 0,-1-1-6 15,2-2 5-15,-2 0-5 0,0-1-6 0,2-1-2 0,-2-2-3 16,1-1 9-16,-2-2-1 0,-1-3-3 0,0 0 4 0,-3-3-4 0,-1 1 3 16,-3-2 0-16,-3-2-10 0,-3 0 0 0,-2-1-10 0,-2-2-6 0,-2 0 6 15,-1 0-3-15,0 1 8 0,-1 2 3 0,3 2-9 0,-2 4 3 16,1 4-5-16,0 2-4 0,2 3-3 0,1 3-5 0,1 2-2 0,2 3-6 16,2 3-9-16,1 3-12 0,2 7-18 0,3 3-26 0,2 6-66 15,2 4-82-15,5 3-106 0,3 4-103 0,4 6-93 0,6 3 137 0</inkml:trace>
  <inkml:trace contextRef="#ctx0" brushRef="#br0" timeOffset="-8736.03">15064 16802 2307 0,'-1'1'103'0,"-1"0"4"0,-1 0 16 0,-1 1-25 15,1-2-22-15,1-1-33 0,0 0-22 0,0-1 9 0,0 1-7 0,0-2-1 16,-2 1-1-16,0-1-11 0,-2-1 2 0,-4 1-7 0,-2-1-15 16,-3-1-2-16,-2-1-5 0,-1-2 5 0,-2 1 15 0,-1 0-4 0,-2-1-3 15,-4 0-1-15,-2-1-1 0,-2 1 2 0,-3-1-6 0,-4 1-2 0,0 2-1 16,1 0-2-16,-1 2 18 0,3 2 5 0,2 2 11 0,4 1 6 16,2 2-4-16,4 3 4 0,3 0-9 0,1 1-1 0,5 2-5 0,0 1-13 15,1 3 8-15,2 0-2 0,0 3-9 0,3 2-1 0,2 1 7 16,0-1-9-16,2 1 9 0,2 0 0 0,2 0-7 0,2-3 7 0,1 1-1 15,3-2 4-15,1 0-3 0,1-2-7 0,3-1 7 0,1-1-14 0,2-3 2 16,2-3 11-16,-1 0 1 0,3-2 7 0,0-2 1 0,-1-1-1 16,1-1-4-16,0-2 8 0,0-1-3 0,-1-1-6 0,1-4 8 0,0 0 6 15,-1-1-1-15,1 0-1 0,-1 0 0 0,-1-2 2 0,-1 0 1 0,1-1 6 16,0 0 1-16,-1 0-6 0,-1-2-2 0,-1 1 2 0,-1 0-4 16,0 2-9-16,-2 0 9 0,0 0-5 0,-1 0-3 0,-1 1 15 0,-1 2-8 15,-1 3 5-15,0 0-2 0,-2 4-5 0,0 0 5 0,0 2-2 0,-2 0-1 16,-1 0-4-16,0 2 2 0,0 0 6 0,-1 2-5 0,1 2-6 15,0 2-8-15,-1 2-3 0,1 3 8 0,-2 0 5 0,0 4-3 0,0 3-9 16,-1 2-3-16,2 4-8 0,-3 2 10 0,1 4 7 0,-2 5-6 16,0 2 4-16,1-18-16 0,0 4 7 0,-1 3-2 0,0 4-2 0,-1 0 0 15,-1 6-19-15,0-1 1 0,-1 5-12 0,0-1-24 0,1 0-22 0,-1-4-42 16,1-3-38-16,1 0-56 0,0-3-93 0,2-1-102 0,0-4-102 16,2-2-67-16,1 1-12 0</inkml:trace>
  <inkml:trace contextRef="#ctx0" brushRef="#br0" timeOffset="-8435.51">15375 16886 1468 0,'3'8'446'0,"1"2"-290"0,2 2 24 0,1 3-10 16,-1 0-41-16,2 3-56 0,1 1-39 0,2 2-9 0,2 2 0 16,1 1 1-16,-7-11 10 0,3 2-1 0,1 2-11 0,2 2 8 0,0-2-15 15,2 4-10-15,2-1 3 0,3 0-7 0,0 0-3 0,0-1 0 0,2-3 7 16,0-4-7-16,2 0-7 0,0-2 19 0,-2-3-11 0,1-2 5 15,0-1 10-15,-2-3-17 0,0-3 14 0,-2 0 3 0,-1-4-3 0,-1-1-3 16,-1-1 4-16,-2-3-4 0,0-1 11 0,-1 0 8 0,-1-3-4 16,-1 0 4-16,-2-2-3 0,-1 0-12 0,5-19 4 0,-5 4-8 0,-4 2 1 15,-4 5 1-15,-1 0-6 0,-3-1 6 0,-1-1-1 0,-1-1-1 0,-1 2-4 16,0 0-4-16,0 1-2 0,-1 0 3 0,-1 2-3 0,1 0 0 16,-1 1 0-16,-1 3 2 0,0 3 0 0,1 3-13 0,-1 2-7 0,0 2-5 15,0 3-10-15,-1 3 5 0,-2 2-16 0,0 2-25 0,-1 1-7 0,0 4-16 16,0 1-4-16,2 1 0 0,-1 3-21 0,1 0-25 0,0 5-40 15,1 0-48-15,2 4-59 0,1 2-68 0,1 1-65 0,3 5-31 0,2 2 29 16</inkml:trace>
  <inkml:trace contextRef="#ctx0" brushRef="#br0" timeOffset="-8202.52">16864 16180 2418 0,'0'1'148'16,"1"3"-20"-16,0 0 17 0,0 1-12 0,0-1-49 0,0 2-44 16,0 0-29-16,0 1-11 0,1 3 8 0,-1 1-1 0,-1 3-8 0,0 2 9 15,-1 1-4-15,-2 5 1 0,0 3-1 0,-2 3-18 0,0 4-2 0,-4 1 0 16,-2 4 2-16,-2 3 7 0,-2 2-7 0,1 1-5 0,-2 0-1 16,-1-2-16-16,1-3-7 0,1-2-17 0,0-4-27 0,0-3-34 0,1-5-41 15,2-4-39-15,-1-5-49 0,0-3-32 0,1-5-30 0,-1-3-34 0,0-4 3 16,-3-6 7-16,-2-6-52 0</inkml:trace>
  <inkml:trace contextRef="#ctx0" brushRef="#br0" timeOffset="-8036.01">16098 15866 1607 0,'-1'6'1013'0,"0"2"-953"0,1 2-10 0,0 1-4 15,1-2-11-15,3 2-32 0,1 2-24 0,4 2-40 0,2 2-25 16,2-1-6-16,2 2-13 0,0 1-17 0,1-2-47 0,-2 2-87 0,2-1-107 16,1-1-95-16,-1 1-50 0,2 2 9 0</inkml:trace>
  <inkml:trace contextRef="#ctx0" brushRef="#br0" timeOffset="-7802.01">17035 16979 1540 0,'3'6'1103'0,"-1"0"-1014"0,2 2 28 16,-2-3 3-16,0-2-8 0,1-1-53 0,-1-1-40 0,0-1-10 0,0 0-9 16,1 0 7-16,-1-1-2 0,-1-1 2 0,0-1 6 15,-2 1-15-15,-1-1 5 0,-1-2-11 0,-2-1-15 0,-2-1-5 0,-1-1-14 0,-4 0 3 16,-2 1-10-16,-4 1-10 0,0 1-3 0,-5 1-18 0,-3-1-15 0,0 0-44 15,-4-1-75-15,-2 0-116 0,-5-1-223 0,-3-3-218 0,-8-3 156 16</inkml:trace>
  <inkml:trace contextRef="#ctx0" brushRef="#br0" timeOffset="4915.98">4498 18184 257 0,'-3'1'67'16,"0"-1"-14"-16,0 1-25 0,-1 1-11 0,1-1 0 0,-2 0-4 0,1 1-2 15,-1-1-3-15,-1 1-1 0,1 0-2 0,-1 1-2 0,0-1 4 16,0 1-3-16,-1-1 7 0,2 1-7 0,0 0 1 0,1 1-2 0,0-1 6 15,0 0 8-15,1 0-2 0,0-1 8 0,0 2-8 0,0-1 8 16,1 0 4-16,0 0-9 0,0 0 1 0,1-1-6 0,0 1-4 0,0-1 2 16,1 0-6-16,0 0 2 0,1-1 9 0,0-1 8 0,1 1 6 0,1-1 8 15,0 0-3-15,2-1-1 0,1 0 7 0,0 0-6 0,0 0 4 16,2 0-2-16,2 0-17 0,1 0 15 0,0 1-11 0,2-2 17 0,0 1 2 16,2 0-4-16,2 1-9 0,0-1-10 0,0 0 12 0,3 0-20 15,1 0 11-15,0 0-4 0,3 0 7 0,0-1 2 0,1 0 8 0,1-1 4 16,1-1-7-16,1 1 6 0,0-3-3 0,2 0-6 0,0-2 2 0,1 0-7 15,0-2-2-15,1 0-6 0,-1-1 1 0,2-1-5 0,-2-1-1 16,1-1 2-16,-2-1-10 0,2 0 5 0,-2 0-2 0,0-1 1 0,-1-1 6 16,0 2-4-16,-1-1 5 0,0 0 5 0,-2 0-3 0,0 2 2 0,0-2-7 15,-1 1-9-15,-1 0 0 0,-1 2 1 0,2-3-3 0,19-12-1 16,-4 4 3-16,-3-1-3 0,-4 3-12 0,0 1-2 0,-3-1-4 0,-1 0 2 16,-2 1 18-16,-1-1-4 0,4-3-18 0,-1-1-29 0,3-2-61 15,0-3-61-15,2 0-66 0,1-2-55 0,0 1-22 0,3-3 17 0,-1 3-60 16</inkml:trace>
  <inkml:trace contextRef="#ctx0" brushRef="#br0" timeOffset="5811.27">14981 18008 1250 0,'1'3'226'0,"0"-1"-12"16,0 1-46-16,0 0-33 0,0 1-35 0,0 0-65 0,1 0-27 0,0 1-18 16,0 0-11-16,0 0-1 0,0 0-12 0,1 1 4 0,0 0-13 0,0 0-16 15,1-1-1-15,0 0-15 0,0 0 0 0,1-2 9 0,1 1 14 16,0-2 22-16,1 0 18 0,1 0 8 0,2 0 6 0,0-1 9 0,2 1 7 16,0-1 8-16,1 0-4 0,3 1-6 0,1-1 1 0,0 1-4 15,3 1 1-15,1 0 5 0,2 0-6 0,2 1 7 0,1 0-1 0,1 1 5 16,3 1 12-16,0-1-7 0,3 2 4 0,1-1-6 0,0 0-12 0,3 0 1 15,1 0-2-15,1 1-7 0,1-1 0 0,2 0 3 0,1 0-1 16,1 0 9-16,0 0 6 0,1-1 4 0,1 0 2 0,1 0 2 0,0-2 1 16,0 2-10-16,2-1 9 0,-1 0-11 0,1 0-5 0,0-1 0 0,0 1-8 15,1-1 7-15,-1 1-9 0,-1 0 30 0,0-1-2 0,0 1-28 16,1-1 34-16,-3 1-46 0,1 0 7 0,-2-1 19 0,1 0-24 0,-2 1 8 16,-1-1-7-16,-2 1 20 0,1-1-12 0,-1 1-13 0,-2 0-16 15,-1 0-12-15,-3-1 17 0,0 0-17 0,-2 1 0 0,-1-1-22 0,-4 0-28 16,0 0-29-16,-3-1-42 0,-1 0-46 0,-2-1-55 0,-4-1-32 15,1 0-13-15,-3-2 21 0,-2-1 31 0,-1-2 1 0</inkml:trace>
  <inkml:trace contextRef="#ctx0" brushRef="#br0" timeOffset="14527.01">9719 14215 2130 0,'-1'-2'236'0,"-1"-1"-176"0,2 1-34 0,0 0 2 0,1 0 1 16,2 0-11-16,-1 0-15 0,1-1-9 0,0 2 2 0,0-1 3 15,-2 0 2-15,0 0 4 0,-1 1-2 0,-2-1-7 0,1 2-6 0,-2-1-4 16,2 1-5-16,-1 0 15 0,-1 0 5 0,0 0 2 0,-2 1 11 0,0 1 7 16,-1-1-2-16,-1 2 4 0,0-1-4 0,-2 0-8 15,-1 3-1-15,1 0-5 0,-3 1-5 0,0 1 0 0,-3 3-2 0,0 3-6 0,0 1 2 16,-2 3-1-16,-2 3 3 0,-2 2 1 0,-4 2-1 0,-3 4-4 0,-2 2 2 16,-3 3 5-16,-2 3 1 0,-1 1-7 0,-3 3 14 0,-1-1-4 15,0 1 3-15,-2 1 7 0,0-1-12 0,2 0 2 0,-4-1-3 0,-1 0 0 16,1 1-4-16,-2-1-1 0,0-1-6 0,0 0 3 0,-2-1 0 15,-2 1 0-15,0 1 2 0,-2-1-15 0,1 0 14 0,2 0 2 0,1-1 5 16,0 1 14-16,2 0-12 0,2-2 1 0,4-1-2 0,2 0 2 0,4 1-1 16,1-1 0-16,1 2-2 0,2-2 1 0,0 2-2 0,0 1 2 15,2-1-2-15,0 2-3 0,0-2 6 0,2-1-4 0,2 2 4 0,1-3-2 16,3-1-3-16,3 0 1 0,1-1-1 0,2-3 2 0,3 0 2 0,2-2-4 16,1-1-2-16,2-1-1 0,3 1 0 0,1-4 3 0,3 1-2 15,3-3-3-15,1-3 4 0,3 0 5 0,2-1 10 0,3-2 5 0,2-2 10 16,3 1 12-16,3-2 4 0,5-3 23 0,3-1 12 0,4-4 10 15,4-2 11-15,6-2-8 0,3-3 11 0,4-2 5 0,5-3-6 0,7-1 5 16,4-1-13-16,5-2-6 0,6 0-1 0,3-2-20 0,6 1-13 0,3-2-1 16,6 1-14-16,3-1 10 0,3-1-10 0,3-1-15 0,1-1-4 15,1 1-20-15,3-1 6 0,-1 0 2 0,1 1-2 0,1 0 0 0,1 0-24 16,1 0 0-16,0 4 18 0,-3 0-8 0,-1 1-2 0,0 3-31 16,-2 1-64-16,-2 2-39 0,-1 4-85 0,-2 2-158 0,0 3-310 0,4 4-380 15,2 2 64-15</inkml:trace>
  <inkml:trace contextRef="#ctx0" brushRef="#br0" timeOffset="45268.21">27234 4659 821 0,'14'-5'177'0,"4"2"-128"16,6 0-21-16,1 3-22 0,0 2-9 0,0 1 5 0,1 0-1 15,-2 0 2-15,2 0 1 0,1 2-3 0,2 0-3 0,3 1-7 0,1 2-10 16,2 2-2-16,4-1-4 0,0 0 6 0,2 1 10 0,2-2 5 0,-1-2 12 16,2 0 10-16,3-2 7 0,-1 0 9 0,3 0 5 0,-1-1-3 15,0 0 4-15,1-1-2 0,-1 1 1 0,1 0 3 0,0 0-1 0,0 0-5 16,-1 0-5-16,-2-1-7 0,-2 1-5 0,1-2-2 0,-2 1-5 0,-1-1-1 16,0 0-7-16,-1 0 5 0,-1 0-2 0,-1 1-2 0,2-2 8 15,-3 0 8-15,2-1 2 0,-1-1 9 0,0 0-3 0,2-1-6 0,-2-1 5 16,0 0-6-16,1-1 0 0,-1 0-3 0,2-2-2 0,0-1 4 15,0-1-7-15,0-1-5 0,1 0 0 0,0-2-3 0,-1 0 0 0,0 0 9 16,-3-1-4-16,-1 1-2 0,0-1 2 0,-1-1-10 0,-1 2-1 0,-1-1 2 16,-3 0-1-16,-1-1-2 0,-1-1 3 0,-3 0-4 0,-1 1 0 15,-3 0 6-15,-1-1-4 0,-3 1 0 0,-4 2-5 0,-1-3-6 0,-2 1-1 16,-2-1-3-16,-3 0 9 0,-1 0-4 0,-3-2 1 0,-2 0-2 0,-2 0-3 16,-2-2-3-16,-3-1-2 0,-3-1 1 0,-3-2-5 0,0 0 1 15,-6 0-1-15,-2-2 0 0,-2 2 6 0,-3-2 3 0,-2-1 2 0,-1 2 4 16,-3-2 1-16,-1 1 3 0,-2 3 3 0,-5 0-2 0,0 4 3 15,-1 0-2-15,-4 2 0 0,0 0 0 0,-2 3-1 0,0 0 3 0,-1 1 1 16,-2 2 0-16,0 1 2 0,-2 2-2 0,-2 2-1 0,0-1-1 0,-1 2 1 16,0 2-7-16,0 3 1 0,1 2 1 0,1 1-3 0,1 2 4 15,1-1-2-15,-2 3-2 0,0 0 2 0,0 1-7 0,0 1-3 0,1 1-3 16,-2 0-10-16,0 1-28 0,-1 1-42 0,-1-1-27 0,-1 1-26 0,0-1-14 16,-2 3-8-16,-2 0-17 0,0 1-137 0</inkml:trace>
  <inkml:trace contextRef="#ctx0" brushRef="#br0" timeOffset="49869.23">27270 6145 550 0,'7'-3'357'0,"2"0"-321"0,3 0-38 0,4 1 0 0,1 0 6 0,3-1 10 15,0 0-8-15,1-1-8 0,0 1-14 0,2 0-13 0,2 1-16 0,1 0-17 16,2 1-13-16,1 1-3 0,2-1 7 0,-2 2 26 0,2 1 19 16,-1 0 16-16,1-1 13 0,0 1-1 0,2-1 8 0,-2 1 7 0,2 1 8 15,-2 0 9-15,1 0 7 0,2 0 1 0,1-1-1 0,-1 1-3 16,0 0-1-16,0 1 0 0,0 1-3 0,2 0 0 0,0 0-1 0,4 0 0 15,-2-1 6-15,2 2-5 0,3-1 2 0,1 0-3 0,1-1-2 0,1 1 3 16,4-2 2-16,1 2-1 0,3 0-1 0,2 0 1 0,2-2-7 16,1 1 4-16,4-1 0 0,1 0-5 0,3 0-2 0,0-1-7 0,2-1-1 15,-2 1-2-15,0-2 1 0,1 1-4 0,-2 0-1 0,-1 0 0 0,0-1-1 16,-2 0 4-16,-1 0-5 0,-1 0-4 0,0-1 3 0,-1 1-4 16,0-1-1-16,0-1-1 0,-1 0-1 0,1 0 2 0,-1 1 2 0,-1 0 0 15,2-1-1-15,-3 1 0 0,1-1-1 0,2 0-4 0,-3 0 2 16,0 0-1-16,0 0 0 0,-1 0 4 0,-3 0 1 0,1-1 4 0,-2 1 3 15,-1-2-1-15,-1 1-1 0,-1 1-3 0,-1-1-2 0,-1-1 3 0,-2 1-4 16,-2-1-2-16,0 1 2 0,-5 1-3 0,-2-2-1 0,-3 2-2 16,-2-1-3-16,-3 0-3 0,-2 1-4 0,-4 0-4 0,-2-1-14 0,-4 1-15 15,-2-1-23-15,-2 0-37 0,-3 1-50 0,-1 0-47 0,-3 0-58 0,-1 0-50 16,-1 1-92-16</inkml:trace>
  <inkml:trace contextRef="#ctx0" brushRef="#br0" timeOffset="103340.88">11555 7348 272 0,'-12'-7'22'0,"0"1"-26"0,-2-1-14 16,4 3-13-16,2 3-16 0,3 1-17 0,-1 0-60 0</inkml:trace>
  <inkml:trace contextRef="#ctx0" brushRef="#br0" timeOffset="103475.88">11447 7231 832 0,'-10'-6'54'0,"3"1"-20"0,-1 0-31 0,4 3-24 16,3 2-44-16,2-1-66 0,1 1-60 0,3-1-36 0,2 0-34 0</inkml:trace>
  <inkml:trace contextRef="#ctx0" brushRef="#br0" timeOffset="105892.89">15690 7204 797 0,'-12'-10'241'0,"1"0"-145"16,-2 0-49-16,6 1-28 0,3 1-3 0,1 2-4 0,0-1 1 0,0 0-3 15,-1 0-1-15,-1 0 8 0,0 0 6 0,-2 1 8 0,0-1 3 16,-1-1 2-16,-2-1 3 0,-1 0 1 0,-3 0-3 0,-1-1-1 0,-2 0-5 16,-1-3-8-16,-2 1 0 0,-3-1-5 0,-3 0-9 0,-3 1 3 0,-4-1-3 15,-5 1 2-15,-2 1-2 0,-4 0-4 0,-4 0-3 0,-4 1-3 16,-3 0 4-16,-4 3-9 0,-3 1 0 0,-4 2 3 0,-2 2-2 0,-4 2 5 15,-2 1 0-15,-3 2 4 0,-2 2 4 0,0 2-3 0,-4 3 2 0,0 1-4 16,2 1 6-16,-2 2 12 0,4 1 0 0,3 2 6 0,1 1-2 16,1 6-10-16,-1 4-1 0,0 7-6 0,-1 3-8 0,-1 6 0 0,0 5 2 15,1 3-5-15,-2 5-1 0,-1 5-1 0,-3 6-1 0,-2 5-6 16,-3 5 4-16,0 6 2 0,-1 5 0 0,1 4 9 0,-1 3 4 0,2 5 9 16,3-2 4-16,4 2 8 0,5 0 2 0,4 1-4 0,7 2-4 0,3 2-8 15,5-1-13-15,8-1-5 0,7 1-3 0,5-3-1 0,7-2 4 16,4-1-7-16,6-5 2 0,4 0 4 0,3 1-3 0,5 0 1 0,4 1 0 15,3-4-1-15,4-1-4 0,5-5 8 0,4-2-6 0,3 0 5 0,6-4 3 16,3 3 4-16,4-2 10 0,5-2-4 0,4-1 0 0,3-4-1 16,5-2-4-16,4-3 5 0,3-3 10 0,5 0 13 0,3-1 11 0,5-2-7 15,2-1-8-15,6-4-15 0,1-4-12 0,5-3 1 0,3 0 9 16,3-3-6-16,5-3 3 0,2 0-1 0,2-5-7 0,4-3 1 0,2-2 0 16,3-4 3-16,1-1-3 0,4-4 0 0,0-4-3 0,2-4 6 0,1-5 5 15,2-7 4-15,1-4 1 0,-3-5-6 0,1-4-4 0,-3-7-2 16,-3-6-4-16,0-5 0 0,0-7 1 0,-1-3-3 0,-1-6 5 0,-2-2 0 15,-1-6-6-15,-3-6 5 0,-1-3 0 0,-1-7 2 0,-3-2 0 0,1-6 1 16,-2-3-4-16,-2-1 2 0,-4-3 3 0,-3 0 3 0,-4-3 1 16,-1-1 3-16,-4-2-1 0,-1-2-4 0,-5-1 0 0,-3-1 6 0,-2-2-6 15,-3 0 10-15,-3-2-5 0,-1 0 1 0,-5-2 3 0,-1 2 1 0,-5-1 5 16,-4 2-1-16,-3-1-1 0,-2 2 3 0,-4-1-1 0,-2 0 1 16,-5 1 2-16,-3 0-5 0,-4 2 16 0,-5 1 2 0,-3 3 3 0,-6 2 7 15,-4-2-9-15,-4 4-2 0,-6-3-6 0,-4 2 3 0,-3 2-1 16,-6-1-3-16,-5 3 2 0,-5 0-12 0,-3 2 0 0,-6 1-5 0,-3 1-1 15,-5 1-5-15,-5 5 10 0,-7-1 1 0,-2 2 2 0,-4 4-1 0,-4 2-14 16,-5 2-2-16,-5 2-4 0,-3 4-3 0,-7 3 1 0,-1 5-4 16,-6 5 4-16,-1 5-2 0,-5 6 11 0,-2 6 5 0,-4 7-8 0,-4 7 9 15,-1 6-7-15,-3 6-5 0,1 7-2 0,0 5 0 0,3 5-4 16,4 7 2-16,4 4 4 0,2 8-10 0,4 4-10 0,4 7-19 0,1 7-32 16,4 6-62-16,2 8-90 0,5 6-124 0,-2 5-197 0,3 8-122 0,-1 7-51 15</inkml:trace>
  <inkml:trace contextRef="#ctx0" brushRef="#br0" timeOffset="106893.56">12139 8518 73 0,'-7'-7'60'0,"2"-1"-26"0,-1-2-3 0,1 3-2 0,3 1-1 0,1 1-7 0,0 1-6 16,1-1-5-16,1 1 0 0,0 0 0 0,0 1-1 0,1-1-1 15,0 0-1-15,0 0-1 0,1 0-3 0,-1 0-1 0,0 1 1 0,1 0 0 16,-2 0 3-16,1 1 2 0,-1-1 1 0,1 1 6 0,-1 0 4 16,1 0 4-16,0-1 5 0,-1 1 1 0,1-1 1 0,0 1-1 0,0 0-2 15,1 1 2-15,0 0-3 0,-1 1 0 0,1 0-2 0,0 1 1 0,0 0 4 16,-1 1-1-16,1 0 4 0,-1 1-1 0,1 1 1 0,-1 0 3 15,0 0 0-15,1 2 6 0,-1-1 1 0,0 2 4 0,1 0 6 0,-1 1 4 16,0 0 4-16,0 1-4 0,0 2-4 0,0 2-7 0,0 1-1 0,0 1 0 16,1 4-1-16,1 2 4 0,-1 2-5 0,2 2-1 0,0 1-3 15,0 2-4-15,3 3-1 0,1 3 4 0,0 2-6 0,1 4 0 0,2-1-12 16,-1 2-3-16,2 2-3 0,2 0 4 0,0 0-1 0,1 4 2 16,0-1-3-16,1 1-5 0,1-1-2 0,-1-1-5 0,1-4 0 0,0-2-2 15,-1-1 1-15,-2-3-2 0,2-2 0 0,-1-3-7 0,0-1 1 16,-2-2 6-16,0 0 0 0,-1-4 9 0,-1 0-2 0,-1-3-2 0,0-3 1 15,0 1 4-15,-1-3-1 0,0-2 1 0,-1-3-3 0,-2-1-1 0,-1 0-2 16,0-1 0-16,-1 0 4 0,1 0-4 0,-1-1-1 0,0-1 5 16,0 1 2-16,-1-1-5 0,0 0 3 0,-1-1-2 0,0 0-5 0,-1 0 6 15,0-1 1-15,-2 1-1 0,0-1 6 0,-1 1 6 0,-2 0 4 0,-1 0 11 16,-4 1 0-16,-1 1-6 0,-3 0-5 0,-3 1-1 0,-2 0-4 16,-4-1 2-16,-1 1 0 0,-2-1-5 0,-2 1 2 0,-1 1 8 0,-4-1-5 15,0 1 5-15,-3-1 3 0,0 1-8 0,-2-1 7 0,1-1 0 16,1 0-8-16,-1-1 2 0,2 1 1 0,-1-1-1 0,2 0 5 0,1 0-5 15,0 0-1-15,2 2-2 0,1-2-1 0,1 2-1 0,1 0-3 0,2 0 2 16,0 0-2-16,4 0-6 0,-2 0 5 0,3 0-1 0,3-2 1 16,-1 2 0-16,3 0-9 0,1 0-1 0,2-1-5 0,0-1 1 0,3 0-6 15,0-1-4-15,2 1-2 0,0-2-11 0,2 1 2 0,1-1-10 0,1 0-8 16,0 1-17-16,1-1-24 0,1 0-19 0,1 0-33 0,1-2-32 16,0 2-27-16,3-2-39 0,0 2-45 0,1-2-40 0,2 0-23 0,0-1-1 15,3-4-75-15</inkml:trace>
  <inkml:trace contextRef="#ctx0" brushRef="#br0" timeOffset="107595.71">13237 7489 885 0,'-13'-7'162'0,"-1"2"-29"0,-2-3-30 15,4 3-21-15,4 2-4 0,2 1-12 0,0 1-11 0,2 1-2 0,0 1-2 16,0 1 2-16,0 1 2 0,1 2-2 0,0-1-7 0,-1 3-11 0,0 0-2 16,1 3-7-16,0 1-2 0,0 2 2 0,1 3-5 0,0 0 2 15,1 4-1-15,1 1-15 0,2 3 6 0,0 3-2 0,2 2 3 0,1 5 7 16,2 1-4-16,2 3-8 0,1 2 3 0,3 4-2 0,1 1-6 15,1 3 2-15,0-1-9 0,1-1-1 0,-1 0-1 0,2-1 1 0,-1-1-5 16,0-2-1-16,-1-2 0 0,-2-4 0 0,-2-2 8 0,0 0 2 0,-2-4 0 16,0 0-1-16,-1-3 4 0,-2-1-1 0,-1 1 7 0,-1-3 1 15,-2 0 2-15,-1-4 7 0,0-1 2 0,-1-2 4 0,0 0 3 0,-1-3-4 16,0 0 2-16,1-2-7 0,-1-2-2 0,0-2-3 0,1 0-5 16,0-2 2-16,1 0-2 0,-1-1 3 0,0-2-1 0,0-1 0 0,1-1 4 15,1 0 2-15,0-1 0 0,1-1 4 0,0 0-3 0,3-2 0 0,2 0 2 16,3-2-1-16,2 0-1 0,1 0-2 0,1-1-2 0,2-1-2 15,1 0 2-15,2-1 1 0,1-1 4 0,4-2-3 0,0-1 1 0,4-1-4 16,4-1 1-16,3-1 1 0,3-3-7 0,3 0 2 0,3-4-5 0,4-1 5 16,3-3-3-16,1 0 3 0,5-1-2 0,1-3-1 0,2 0-2 15,2-3-2-15,1 2 0 0,3-1 6 0,0 1-6 0,0 0 4 0,0 1-1 16,0-1-7-16,-1 1 8 0,-2 1-7 0,-2 2 0 0,-4 1 6 0,-2 2-2 16,0 0-1-16,-4 2 2 0,-2 1 2 0,-2 0-1 0,-4 1 3 15,-1 3-4-15,-2 0-2 0,-2 2 1 0,0 2 3 0,-2 3-1 0,-2 0 3 16,-4 2-6-16,0 1-5 0,-2 1 1 0,-1 2 2 0,-2 2-2 15,0 0 2-15,-3 2-2 0,0 0-3 0,-1 1-2 0,-3 1-5 0,1 0-4 16,-2 2-8-16,-2-1-16 0,-1 1-26 0,-1-1-36 0,-2 0-43 0,-2 0-49 16,-1 0-48-16,-1-1-67 0,0 0-101 0,-2 0-60 0,-1-3 5 15,-3-2 53-15</inkml:trace>
  <inkml:trace contextRef="#ctx0" brushRef="#br0" timeOffset="108293.32">16363 8679 1165 0,'-7'-12'594'0,"0"0"-477"0,0-3-94 0,1 1-49 15,3 0-11-15,1 0-10 0,1-1-4 0,2-1 8 0,1 0 17 0,0 0 19 16,0 1 22-16,0 2 13 0,0-1 3 0,-1 1 1 0,1-1-6 0,0 2 0 16,0 1 0-16,0 1 7 0,1 2 3 0,0 1 6 0,-1 2 1 0,1 0-7 15,0 2-7-15,1 1-18 0,-1 2-12 0,1 2-5 0,4 4 2 16,1 3 5-16,3 5 6 0,3 6 3 0,1 4-3 0,2 8-4 0,2 4 4 16,0 3-10-16,-3 5 3 0,1 0-4 0,-1 3-6 0,-3 2 6 15,0 2-13-15,-2 1 3 0,-1 2 1 0,-1-1 0 0,-2 0 10 0,-3-3 5 16,0-2 6-16,-1-2 3 0,-2-4 4 0,0-3 2 0,-2-3-6 0,1-2 1 15,0-2 8-15,0-3-5 0,1-1 10 0,-1-5 4 0,1-1-10 16,0-4 8-16,2-3-1 0,0-2 3 0,1-1 4 0,1 0-6 0,0-4-3 16,1 0-7-16,0-2-3 0,2-3 1 0,2 1-1 0,-1-1 1 0,2-1 1 15,1-1 2-15,0-1-2 0,2-1-1 0,2-1 3 0,1 0-7 16,-1 0 3-16,2-1-3 0,3-1-3 0,-2-1-6 0,2 0-9 0,1 0-7 16,-1-1-7-16,1 1-21 0,-1-3-14 0,0 2-35 0,1-1-35 0,0 1-24 15,1 0-48-15,0-1-44 0,-2-2-62 0,1-1-62 0,0-2-45 16,4-3-55-16</inkml:trace>
  <inkml:trace contextRef="#ctx0" brushRef="#br0" timeOffset="108710.32">15506 9536 1 0,'11'-11'219'16,"-12"1"768"-16,-2-2 788 0,-11 3-1678 0,0 0-64 0,3 3-63 0,2 0-39 15,3 3-18-15,2 2-35 0,2 1-30 0,1 3-1 0,0 2 25 16,-1 3 46-16,0 3 49 0,-1 4 42 0,0 3 8 0,-2 4 1 0,1 1-5 16,-1 5-13-16,0 0-1 0,1 3-2 0,0 1-3 0,1 1 1 15,1 1-2-15,0 1 2 0,0-3 4 0,2 1-1 0,-1-5 1 0,0-1 1 16,2-2 0-16,-1 0 4 0,1-3 4 0,1-1-4 0,0-1 4 0,0-2-4 16,3 1-7-16,-1-1-3 0,2-1-18 0,1-1-6 0,1 1 1 15,1-1-6-15,1 1-2 0,1 0-9 0,1 1-12 0,2 0-1 0,1-1-6 16,0 1 7-16,2-1-2 0,2 0-9 0,0-1-9 0,2 1-23 0,3-1-27 15,-1 0-26-15,3 0-21 0,1 0-3 0,0-1 7 0,3-2 10 16,0 1 5-16,2-2 3 0,0-2 13 0,2-2 5 0</inkml:trace>
  <inkml:trace contextRef="#ctx0" brushRef="#br0" timeOffset="109243.7">14364 10866 2481 0,'-11'1'478'0,"0"1"-376"0,-2 1-72 0,4 2-46 0,3 2-18 16,2 2-26-16,3 3-33 0,2 7-6 0,3 6 9 0,3 3 27 16,0 6 35-16,0 2 21 0,-1 1 9 0,-1 1-1 0,-1-2-2 0,0-1-4 15,-1-1-5-15,0 1-1 0,-1 0-5 0,-1 0-1 0,1-2 0 0,-1-3 9 16,-1-2 11-16,0-2 0 0,-1-1 11 0,1-2-4 0,0-4-4 15,0-1 4-15,1-3 1 0,0-1-7 0,1-3 3 0,1-2-7 0,1-1-10 16,2-1-15-16,1-1-16 0,2-2-15 0,2 0-10 0,3 0-1 0,4-1-11 16,3-1-7-16,3 0-17 0,3-2-20 0,2 0-25 0,2-1-37 15,2 0-55-15,3-3-59 0,2 0-47 0,5-2 2 0,1-2-2 0</inkml:trace>
  <inkml:trace contextRef="#ctx0" brushRef="#br0" timeOffset="109643.7">13687 10707 2184 0,'-20'-9'90'16,"2"0"-52"-16,-1-2-64 0,8 2-32 0,6 2-41 0,3 0-48 0,2 2-17 16,3-1 10-16,1 1 34 0,3 0 53 0,-1 0 40 0,1 2 28 15,1 0 5-15,-1 1-1 0,2 0-3 0,2 0-8 0,1 0 7 0,1 1 4 16,3 0 2-16,1 1 7 0,2-1-1 0,0 0 6 0,3 1 7 0,0-1 1 16,3 1 5-16,2 0-1 0,-1 0-2 0,4 0-4 0,-1 0 4 15,1 0-5-15,2 1 5 0,3-1 3 0,0 0-5 0,0 0 1 0,-1 0-3 16,-1 1 0-16,0 1-3 0,-3-1 0 0,1 2-3 0,-4 0-2 15,1 1-6-15,-2 0 2 0,-3 1 5 0,0 1-4 0,-4 0 7 0,0 1-8 16,-1 0-2-16,-3 1 2 0,-1 2-4 0,-1 1-1 0,1 0-8 0,-2 2-4 16,-1-1-2-16,-2 3-2 0,-1 0-5 0,-2 1-3 0,-1 0-2 15,-3 3-2-15,-1 2-1 0,-2 1 3 0,-2 3-16 0,-2 1-12 0,-1 2-37 16,-3 1-40-16,0 2-50 0,-3 3-58 0,-1 4-61 0,0 3-62 16,-4 2 2-16,-2 4 62 0</inkml:trace>
  <inkml:trace contextRef="#ctx0" brushRef="#br0" timeOffset="110029.7">12225 10693 2274 0,'-17'-8'162'16,"1"1"-71"-16,-1-2-47 0,7 3-28 0,6 2-10 0,2 0-14 0,2 3-11 15,2-2-3-15,3 0 5 0,0 1 6 0,5 0 6 0,2 3 5 16,3 1 3-16,4 1 2 0,2 2-5 0,3 2 3 0,3 2-3 0,2 1 0 15,1 0 2-15,1 1-2 0,-1 0-2 0,-1 0-3 0,-2 0 1 0,-2 0-1 16,-2 0-6-16,-3 0 0 0,-2-1 2 0,-3 1 4 0,-2 0 5 16,-3 2 3-16,1 2-6 0,-4-1-3 0,1 3-8 0,-3 0 2 0,-1 1-1 15,-3 1-5-15,-3 2 5 0,-2 0 1 0,-3 2 0 0,-4 1 4 16,-1 0 1-16,-1 2 2 0,-1 0 5 0,1-2 3 0,0 0 2 0,2-5-4 16,2 0-7-16,1-3-21 0,2 0-33 0,2-3-46 0,2 2-73 0,3 0-70 15,2 2-82-15,3 0-76 0,4 3-22 0,4 0-57 0</inkml:trace>
  <inkml:trace contextRef="#ctx0" brushRef="#br0" timeOffset="111392.79">12804 9679 533 0,'-1'-11'56'0,"1"-1"-1"0,3-4 9 0,3 2-1 15,2 2-2-15,3-2-3 0,1-1 3 0,4 0 3 0,2-1 3 16,2 0-1-16,2-2 2 0,4 1 1 0,2 0-5 0,3-2 1 0,3-2-9 16,2 1-5-16,0-1 2 0,1-1-1 0,2 1 5 0,0-1 4 0,0 1-3 15,0 1-4-15,-2 0 0 0,1 1-3 0,-3 2 3 0,-1-1 3 16,-1 2-12-16,-5 0 2 0,-1 3-5 0,-2 0-8 0,-4 2-6 0,0 2-1 15,-2 2-7-15,-4 2-4 0,0 0 2 0,-1 3-7 0,-1-1-2 16,-2 1 0-16,-2 1-3 0,0 1 0 0,-2-1-4 0,-1 1 2 0,-1 1 0 16,-1 0-1-16,-1 0 0 0,-1 0-6 0,0 0 4 0,0 0-5 0,-1 0 2 15,0 1 0-15,0 0-5 0,-1 1-2 0,1 0-13 0,-1-1-17 16,2 2-27-16,-1 0-26 0,2 0-34 0,-1 0-25 0,0 0-25 0,3-1-44 16,0-1-38-16,2 0-17 0,1-2 6 0,0-3 30 0,2-2 31 0,1-3-16 15</inkml:trace>
  <inkml:trace contextRef="#ctx0" brushRef="#br0" timeOffset="111676.79">13976 8718 761 0,'-12'-6'441'0,"2"0"-314"0,0 1-15 0,7 3-31 0,3 1-43 16,1 1-25-16,3 1-11 0,1 0 2 0,3 0 6 0,2 1 2 0,2 2 8 15,2 0 5-15,0 1 7 0,4 1 3 0,1 0-2 0,-1 0-1 16,1 1 2-16,0 1-1 0,-1-1 1 0,1 0-2 0,0 1-2 0,-1-1 5 15,-1 0 0-15,1 0-1 0,-1 0 0 0,-2 1-1 0,1 1-3 0,-2-2 0 16,-1 2 9-16,-1-1-10 0,-3 0 4 0,-1 0-3 0,0 0-14 16,-3 0 2-16,-1-1 2 0,-2 1 3 0,-1 1 3 0,-2 1 6 0,-2 1-1 15,-3 2-3-15,-2 1-5 0,-3-1-4 0,0 3-6 0,-3 0-4 16,-2 0 1-16,-1-1-4 0,1 1-3 0,-2 0 1 0,1-1-4 0,0-3-2 16,3 1-3-16,1-1-3 0,1-2-12 0,2 0-15 0,1-3-21 0,3-1-21 15,2-1-22-15,1-2-27 0,1-2-25 0,1-1-40 0,2-2-42 16,1-2-47-16,2-4-17 0,2-5-3 0,4-7 15 0,3-7-77 0</inkml:trace>
  <inkml:trace contextRef="#ctx0" brushRef="#br0" timeOffset="112260.66">13995 7854 744 0,'-36'-8'71'0,"-1"2"-5"16,-7 0 15-16,11 2 10 0,7 1-9 0,4 1-16 0,0-1-10 0,1 0-17 15,3 1-7-15,0 0-3 0,0-2-2 0,1 1 1 0,-2-2 0 16,1 0 2-16,0 0-1 0,-1-1 0 0,0-1 1 0,0-1-4 0,2-1 2 16,0-2 3-16,0-1 1 0,2-2 2 0,0 1 0 0,0-2 0 0,2 0-10 15,1-3 0-15,1-1-4 0,2-1-3 0,1-1 9 0,4 0-7 16,3-1 0-16,4-2-9 0,2-2-3 0,3-1 0 0,4 1-2 0,3-2 2 15,5 0 0-15,3 0 0 0,4 0-1 0,4-3-1 0,4 2 1 0,4-2 1 16,6 3 0-16,3 1-3 0,4 1 2 0,5 4 1 0,3 0-3 16,5 2-1-16,2 2-3 0,2 1-3 0,3 3 0 0,1 2-4 0,2 2 0 15,1 2 1-15,1 2-1 0,-3 4 5 0,3 2-1 0,0 2 0 16,-2 3 2-16,1 2 2 0,-3 3-1 0,0-1-1 0,-2 3-4 0,-4 2-2 16,-2 1 6-16,-3 2 0 0,-2 2 2 0,-3 1 0 0,-3 0-2 0,-5 4 1 15,-2 2 0-15,-3 1-3 0,-5 4 9 0,-4-1-2 0,-4 2 3 16,-4-2 3-16,-6 1-7 0,-4 1-1 0,-5 1 4 0,-5 1 2 0,-6 1 2 15,-4 0-1-15,-7 0 2 0,-6 3 3 0,-6-2 0 0,-4 3 9 0,-7-2-3 16,-5 0 2-16,-3 1 4 0,-6-1 0 0,0 0 2 0,-2-1 0 16,-4-1-2-16,-2-3-2 0,-1-3 0 0,-4 0-5 0,1-4 4 0,-1 0-2 15,-2-2 5-15,1-4 8 0,0 0-1 0,0-3 1 0,0-3-1 16,2-3-1-16,2-2-3 0,2-3 11 0,4-2-15 0,4-3 9 0,1-1 6 16,2-2-11-16,3-2 9 0,3-2-8 0,1-1-2 0,2-3-2 0,2-2-4 15,2-2-7-15,2-1 0 0,3 0-1 0,2-1-1 0,4 0-2 16,2 1 1-16,1 2-6 0,3-1 1 0,3 1 0 0,1-1-3 0,3 2 1 15,1-2-2-15,2 1-1 0,1 1 0 0,2 1-1 0,1 0-2 0,2 1-1 16,1 0 0-16,1 1-5 0,1 0 0 0,2 3 2 0,2-1-5 16,1 1 0-16,1 0-1 0,3 1-7 0,1 0-8 0,2 2-9 0,1 0-26 15,3 0-18-15,1 0-19 0,2 1-23 0,3 0-11 0,0 1-9 0,4-1-7 16,0 0-18-16,3 1-39 0,0-1-42 0,3-1-42 0,1 0-13 16,4-1 24-16,1-1 47 0,2-3 47 0,2-2-23 0</inkml:trace>
  <inkml:trace contextRef="#ctx0" brushRef="#br0" timeOffset="112760.65">15742 7790 858 0,'-11'-4'101'0,"2"3"-43"0,-1-2-22 15,4 2-3-15,4 1-4 0,2 0 1 0,-1 0 8 0,0-1 2 16,0 0 9-16,-1 0 8 0,0-1 1 0,0 1 7 0,-1-1-6 0,-1-1 0 15,0 0 1-15,0-1-8 0,0 0 0 0,-1-1-1 0,0-1-6 0,1-1 1 16,0-2-2-16,0 1-9 0,0-1-1 0,0-2-1 0,1 0-5 16,2-3 4-16,0-1 1 0,0-1-2 0,2-2-5 0,0-1 7 0,3-1 1 15,1-2-5-15,3-2 7 0,2-2-9 0,2-4-3 0,4-1 5 0,1-2-4 16,3-2 2-16,4-1-2 0,1-4 2 0,3-2 4 0,2 0 0 16,2-4 6-16,2 2 3 0,4-2-3 0,2-1-8 0,2-2 3 0,2 0-4 15,3 0 0-15,3 0 5 0,3 0-10 0,4-1-3 0,3-1-3 16,3 0 2-16,1 0-9 0,4 0-4 0,0 1 6 0,2-2-10 0,1 1 17 15,0 0-11-15,2 0-1 0,1 1 5 0,-1 1-12 0,-1 0 10 0,-1 1-7 16,1-1 1-16,0-1 3 0,-1 1-2 0,0-1-3 0,0 4-2 16,-3 2-6-16,0 1 1 0,0 0 17 0,0 1 2 0,-1 2 1 0,-2 0 6 15,-4 3-12-15,-2 2 1 0,-2 3-3 0,-2 2-3 0,-3 3-3 0,-3 1 1 16,-3 1 7-16,-2 1-11 0,-1 2 7 0,-1 1-3 0,-2 4 0 16,-4 2 1-16,-1 2-1 0,-5 1-2 0,-1 1 3 0,-4 0 1 0,-2 2-4 15,-2 1 3-15,-4 2-6 0,-2 1 8 0,-2 1-1 0,-3 0-8 16,-1 2 11-16,-3-1-10 0,-2 2 1 0,1 1 0 0,-3 0-3 0,0 0 1 15,0 1 6-15,-2 0-5 0,0 0-1 0,1 1-1 0,-2 1-6 0,0 0 5 16,0 1-12-16,0 0 1 0,-1 0-12 0,0 0-16 0,-1 0-18 16,-1-1-17-16,0 1-9 0,-1-2 1 0,-1-1-7 0,-1-1-15 0,-2-2-18 15,0 0-37-15,-2-4-50 0,-1-1-49 0,0-2-28 0,-3-3 12 0,-1-2 41 16,0-3 47-16,1 0 39 0,-2-3 34 0,-1-2 22 0,1 1 24 16,-2-1 16-16,1-1 11 0,-1 0 3 0,0-1-22 0</inkml:trace>
  <inkml:trace contextRef="#ctx0" brushRef="#br0" timeOffset="112926.66">18419 4838 44 0,'-9'-15'41'0,"-1"-1"-2"0,-1-3 4 0,3 3 4 0,1 4 4 0,2 1 3 15,0 1 10-15,3 1 10 0,0 1 6 0,2 0 6 0,0 2 1 0,2 2-5 16,2 0-9-16,2 1-6 0,1 0-8 0,3 2 1 0,3 0 2 16,4 1-5-16,5 1 1 0,2 2-8 0,6 1-5 0,1 2 0 0,4 2-7 15,0 2 0-15,1-1-5 0,2 4-4 0,-1 1-3 0,3 1-5 0,-2 1-5 16,0 0-3-16,0 3 0 0,-2 0 1 0,0 2 1 0,-2 1-1 16,-3 3 0-16,-1 0-8 0,-4 2 0 0,-4 1-4 0,-2-1-9 0,-3 0 1 15,-6 1-3-15,-2-1 3 0,-5 4-1 0,-5 1-7 0,-5 2-17 0,-7 2-19 16,-6 4-43-16,-8 2-60 0,-8 5-85 0,-10 4-104 0,-12 4-205 15</inkml:trace>
  <inkml:trace contextRef="#ctx0" brushRef="#br0" timeOffset="-159302.94">27283 10960 280 0,'-8'-1'58'0,"-1"0"-31"0,-2-1-15 0,2 1-2 0,0-1 0 16,3 0 0-16,0 0-3 0,1 0-1 0,-1 1-4 0,1-2-1 0,1 0-2 15,0 0-3-15,0-1-2 0,0-1 1 0,0-1-1 0,1 0 3 16,0 0 3-16,-1-1 1 0,0 1 3 0,0-1 1 0,1 1 5 0,-2-1 2 16,-1 2 3-16,0 1 5 0,0 0 3 0,1 1 8 0,0 1 8 0,-1 0 9 15,-1 2 8-15,0 0 0 0,1 2-2 0,0 1-5 0,0 0-6 16,2 0-4-16,-1 0-7 0,3 1-6 0,-1 1-2 0,2 1-4 0,2 0-2 16,0 1 3-16,4 2-1 0,2 2 3 0,2 2 9 0,3 0 4 0,5 2 4 15,4 0-3-15,2 3-4 0,4 0-8 0,1 0 3 0,5 2 3 16,3 0-2-16,4 0 6 0,0 0-7 0,1-1-2 0,2-1 4 0,0-1-4 15,2 0 0-15,-2 0 5 0,3-2 0 0,-1 2 2 0,1-2 1 16,0 0-9-16,2-2 1 0,0-1-5 0,0 0-4 0,1-2 4 0,0-1-4 16,0-1 4-16,1-3 6 0,2 0-5 0,1-1 3 0,1-1 3 0,-1-1-2 15,1-1 6-15,-2-1-1 0,-2-2-3 0,0 0 3 0,-2-2 2 16,-2-1-3-16,0 0 2 0,-4-3 5 0,-1 0-4 0,1 0 6 0,-4-3-4 16,0 0-2-16,1-2-1 0,-2-1-5 0,0-3 1 0,-2-1-5 0,-1-1 2 15,0-3-5-15,-3-2-3 0,-1-1-13 0,-2-4-11 0,-2-3-2 16,-3-3 0-16,-5 0 10 0,-3 0-2 0,-3-1-4 0,-4-1 0 0,-5-3 2 15,-1 1 16-15,-6 0 8 0,-3-1 5 0,-3 1 5 0,-4 1-5 16,-1 0 6-16,-3 3 3 0,-4 0-6 0,-1 3-3 0,-2-2-6 0,-1 1-4 16,1 0 1-16,-2 1-4 0,1 1-6 0,-2 3-4 0,1-2-1 0,-1 2-2 15,-2 0-2-15,1 0-1 0,-2-1-9 0,1 4 10 0,-1-1 2 16,0 3 7-16,-1 2 6 0,-1 1-9 0,1 3-4 0,-1 5 0 0,0 1 3 16,-1 5 2-16,-2 3 3 0,-1 3-6 0,-1 4-1 0,-3 4-2 0,-3 5-1 15,-5 3-1-15,-4 7-5 0,-3 3-7 0,-5 4 1 0,-1 2 1 16,-4 4-5-16,-1 1 3 0,0 2-14 0,-2-1-37 0,4 0-64 0,-3 3-104 15,0-2-154-15,0 1-180 0,-3 0-291 0</inkml:trace>
  <inkml:trace contextRef="#ctx0" brushRef="#br0" timeOffset="-11348.64">29900 2632 526 0,'-10'-4'14'16,"2"1"-9"-16,-2-1 1 0,4 2 4 0,2 1-2 0,0 0-1 15,1-1-2-15,0 2-5 0,2-1-3 0,0 1 0 0,1 1-5 0,1 0 0 16,0 1 1-16,0 0 1 0,2 0 4 0,0 0 3 0,0-1 1 0,0 1 3 16,2-1-1-16,-1-1 3 0,1 1 1 0,1-1 2 0,-1 1 6 15,2 0 0-15,1-1 4 0,0 2 8 0,2-1-3 0,2 0 4 0,1 0 2 16,2 0-3-16,0 0 3 0,3 1-3 0,1 0 2 0,1-2-2 0,3 1 2 16,0 0 4-16,2-1-2 0,2 1-1 0,1-1 2 0,3-1-2 15,1 0 2-15,3 0-3 0,-1 0-1 0,3 1-5 0,0-1-8 0,2 1-3 16,3-1-5-16,-3 0-1 0,-1 1 1 0,1 0 2 0,-1 1-2 0,1-1-1 15,-1 1-1-15,-2 0 3 0,1 1 1 0,-3 1 2 0,-1-1-3 16,-4 1-4-16,1-1 1 0,-5 0 0 0,0 0 0 0,-2 0-2 0,-2 0 2 16,-1 1-4-16,-1-1 3 0,0 0 1 0,0 1-2 0,-1-1 0 15,-2-1-3-15,-1 0-1 0,-2 0 2 0,0 0-2 0,-2-1-1 0,1 0 2 16,-1 0-2-16,-1 0 0 0,0-1-7 0,1 0-5 0,-2-1-9 0,1-1-10 16,1-2-18-16,-1 0-39 0,0 1-44 0,-1-3-31 0,-3 0-16 15,2-2 3-15,-3-1-15 0,-1 0-67 0</inkml:trace>
  <inkml:trace contextRef="#ctx0" brushRef="#br0" timeOffset="-10832.85">29869 3095 1763 0,'-5'-8'-41'16,"1"2"-41"-16,1-1 10 0,6 3 29 0,1 2 35 0,3 1 2 0,1 1-17 15,2 1-21-15,3 1-21 0,1 1-32 0,5 2-30 0,1 0-35 16,1 4-12-16,3 1 15 0,0 2 36 0,-1 0 39 0,1 1 34 0,0-3 23 16,-2 2 15-16,2-2 7 0,-1-2 5 0,1-2 2 0,1 0 2 15,0-1 4-15,2 0 5 0,0 0 9 0,1-1 11 0,1 0 8 0,1-1 7 16,-1-1 8-16,4 1 2 0,-2 0 2 0,2 0 6 0,-3-1 1 0,2 0 9 16,-2 0 0-16,2 0 0 0,-1 0-4 0,0-1-5 0,0 2-5 15,0-1-2-15,-2 2-7 0,1-1-8 0,-2 1-5 0,-1 0-13 0,-2 0-2 16,-1 0-3-16,0 0-2 0,-3 0-1 0,0 1-2 0,0-2-2 0,-3 1-2 15,1-1-2-15,-2 0 1 0,-1 0-5 0,1 0 0 0,-2 0-4 16,-1 0-2-16,0-1 3 0,-5-1-5 0,0 0 3 0,-2-1-3 0,0 1-7 16,-1 0 3-16,0-1-8 0,-1 0 0 0,0-1-4 0,-2 0-3 15,-1-2-8-15,0-1-20 0,0-1-39 0,1-1-40 0,0-3-38 0,0-3-27 16,0 0-1-16,1-6-8 0,1-1 16 0,-1-2-107 0</inkml:trace>
  <inkml:trace contextRef="#ctx0" brushRef="#br0" timeOffset="-10349.27">31608 2274 1962 0,'-11'-17'412'0,"1"2"-533"0,-1-1 6 0,5 7 42 16,3 3 56-16,4 4 19 0,-1 0-28 0,1 2-36 0,2 1-29 0,0 5-33 15,4 2-22-15,3 2-24 0,-1 5-34 0,1 1-6 0,0 5 28 16,1 0 46-16,1 3 56 0,0-2 39 0,-1-1 23 0,0 0 10 0,-1-2 6 15,3-3 5-15,1 0 1 0,2 1 3 0,2-3 3 0,2 2 6 16,1-1 9-16,-2 0 3 0,3-2 2 0,-1 1 7 0,0 1 2 0,2 1 8 16,0 0 7-16,0 1 2 0,1-1 3 0,0 1 5 0,1-3 1 0,2 3 3 15,-15-9-2-15,5 2-8 0,-1 0-11 0,4 2-8 0,-1 0-7 16,4 3-6-16,-1 0-5 0,4 3-3 0,0 0-2 0,-1 2-7 0,2 0-2 16,-2 0 1-16,2 1-6 0,-2-1 4 0,1-1-2 0,0 1-2 0,-2-2 8 15,-1-1-1-15,-1 1 1 0,-2-1-2 0,-2-1 1 0,-1-1-2 16,-5 0 6-16,0 0-2 0,-2-1 1 0,-2-1 2 0,-3 0 3 0,-2-1 3 15,-2 0-1-15,-3-1 3 0,-2-1-1 0,-4 1-2 0,-2-1 5 16,-4 0-4-16,-2-1-4 0,-4 0 8 0,-4-2-2 0,-1 1-1 0,-3-1 4 16,-1-2-10-16,-2 0 3 0,0-2-1 0,-2 0-4 0,2-2 5 0,-1 0-4 15,1 0-1-15,-25-1 1 0,8-1-6 0,9 1 2 0,11 0-3 16,3-1-4-16,0 1-3 0,4 1-4 0,-1 1-2 0,1 0-5 0,0 0-14 16,0 0-32-16,-1 1-58 0,-2 0-65 0,-1 1-70 0,-4-1-49 15,-3 1-54-15,-3-1-193 0</inkml:trace>
  <inkml:trace contextRef="#ctx0" brushRef="#br0" timeOffset="78191.97">23762 5830 401 0,'4'0'29'16,"3"1"-32"-16,2 1 0 0,4 1 1 0,1-1 2 0,0 0 0 16,4 0-2-16,1 1 1 0,1-2-3 0,3 1 0 0,3 0 0 0,0-1 0 15,3 1 2-15,0-1 2 0,1-1-1 0,0 0 1 0,2 1-1 16,-1-1 0-16,1-1 0 0,-1 0 1 0,-1-1 3 0,-2 0-3 0,2-2 1 16,-1 0 0-16,2-1-2 0,-1 0 5 0,0-1-3 0,0-1 1 0,-1-2 2 15,0 0-3-15,1-2 2 0,-1-2-2 0,2 1 4 0,-4-3 1 16,1 0 3-16,-3-1 1 0,-3 1 3 0,-1-2 3 0,-1-1 3 0,-3 0 7 15,-1 1 3-15,-2-2 5 0,-1 0 0 0,-5 0 0 0,0-1-5 0,-3 0-2 16,-2 0-4-16,-1-2-1 0,-2-1-6 0,-2 0-3 0,-2-1-2 16,-1 0-4-16,-3-1-1 0,-2 1-4 0,-4 0-6 0,-2 1-4 0,-3 0-2 15,0 0 0-15,-4 0-1 0,-2 2 1 0,-1 0 2 0,-4 0 2 16,-1 2 6-16,-4 0 3 0,0 1 1 0,-1 2 4 0,-4 2-1 0,1 0 1 16,-3 1 1-16,0 1-4 0,-1 2 0 0,0 0-4 0,-3 2-1 0,0 1 1 15,1 2-4-15,-2 2 1 0,1 2-5 0,0 3-2 0,0 1-3 16,0 3-2-16,-1 2-5 0,-1 2-9 0,-1 4-18 0,0 2-21 0,-1 4-23 15,-3 4-30-15,-1 5-32 0,-5 5-51 0</inkml:trace>
  <inkml:trace contextRef="#ctx0" brushRef="#br0" timeOffset="41226.44">5317 15592 2953 0,'-21'-5'24'0,"-9"-2"-1"0,-9-4-10 0,-8-3-20 0,14 1-15 0,0 1 3 0,3-2 14 0,-3 1 19 0,-1 1-11 16,-4 1-32-16,-2 5-50 0,-3 0-66 0,-4 4-74 0,-2 3-62 0,-3 5-67 15,-2 2-64-15,-5 9 8 0,-2 5 63 0,-3 3 94 0,-4 6 111 16,-1 1 71-16,-2 4 44 0,-1 3 29 0,-1 5 13 0,-1 3 17 0,0 4 29 16,2 4 42-16,1 2 51 0,2 5 58 0,4 4 32 0,1 3 9 0,3 2-10 15,2 2-33-15,5 0-22 0,3 3-20 0,3 2-9 0,4-2-24 16,3 6-24-16,4-2-21 0,5 0-37 0,6 1-21 0,15-41-21 0,0 12-11 16,1-2 4-16,0 10-6 0,4 0-4 0,0 10-7 0,4-1-6 0,1 9 6 15,3-1 19-15,2-39-12 0,0 5 3 0,3-1-1 0,2 5-17 16,1 0 13-16,3 7-1 0,2-3 1 0,2 4 29 0,3 0-21 0,2 3 5 15,4-3-8-15,2 4-12 0,4-2 9 0,4 3-11 0,3-2-9 16,3 4-10-16,4-3-6 0,4-1 6 0,2-3 1 0,5-2-12 0,2-3 15 16,2-3-30-16,3-4 71 0,3-1 5 0,3-4-15 0,2-3 42 0,2 0-89 15,2-4 40-15,1-2 25 0,1-4 1 0,3-3 28 0,-2-3-9 16,1-4 38-16,1-4 29 0,-1-3 129 0,1-3 18 0,-1-5 1 0,0-3 0 16,-2-6-258-16,1-2-33 0,-3-5-22 0,-1-5-7 0,-1-3 122 15,-1-5 5-15,-2-3-18 0,-1-6-5 0,-2-1 6 0,-2-5-46 0,-1-3-38 16,-4-6-30-16,0-5-26 0,-2-4 20 0,-3-2 74 0,-1-3-10 0,44-72-11 15,-9 2-8-15,-13 1 4 0,-11 6 0 0,-9 2 13 0,-8 9 7 16,-9 12-9-16,-5-2-3 0,17-65 9 0,-13 24-3 0,-10 26-4 0,-13 35-1 16,-1 3-1-16,-3 0 0 0,-3 3 17 0,-2-1-8 0,-2-2-1 0,-3 0 1 15,-3-3-1-15,-3 4 12 0,-2 4-3 0,-1 3 2 0,-4 5 0 16,-3 5-4-16,-4 2 0 0,-5 2-4 0,-5 4 0 0,-5 3 1 0,-5 2-3 16,-4 3-2-16,-5 5 5 0,-6 4-9 0,-5 6 5 0,-6 5-10 0,-6 5 8 15,-5 7 7-15,-8 5-7 0,-3 6 14 0,-10 6-8 0,-3 8 8 16,-6 6 8-16,-6 8 4 0,-1 8 11 0,-3 7 6 0,0 8 13 0,0 10 18 15,3 6 8-15,2 8 4 0,4 4-2 0,5 5-24 0,3 4-3 16,6 5-14-16,5 3-34 0,4 2 0 0,7 1 0 0,3 1 0 0,7 4-14 16,7-2-70-16,6 5-113 0,7 3-180 0,3 4-491 0,5 5-552 0</inkml:trace>
  <inkml:trace contextRef="#ctx0" brushRef="#br0" timeOffset="189646.96">27110 5895 1 0,'4'-7'20'0,"-2"-7"269"0,-2-3 353 0,-2-4-546 0,-7 6-75 0,3 3 2 16,1 2-12-16,4 2-1 0,3 2 0 0,0 1 0 0,3 0-6 0,1 1 0 15,4 0-4-15,4 0-1 0,4 2 0 0,4 0-3 0,3 1-2 0,5 1-1 16,1-1-9-16,6 1-3 0,3-2-8 0,1 0-7 0,3-2-2 16,2-2 1-16,2-1 4 0,3-2 6 0,2-3 7 0,3 1 10 0,2-3 2 15,1-1 5-15,4-3-1 0,3 0-1 0,1-2 2 0,2-2 0 0,2 1 2 16,2-3 3-16,0 0-1 0,4 1 1 0,0-2-1 0,3 3-2 15,-2-1 0-15,2 0-1 0,-1 1 0 0,-1-1 6 0,1 0 0 0,0 3 0 16,-2 2 3-16,-2 2-4 0,1 3 3 0,-2-1-1 0,0 2-3 16,-2 2-1-16,1 2 3 0,1 1-3 0,2 1-2 0,3 3 3 0,2 1-8 15,3 2 2-15,2 1-1 0,-1 2 0 0,-2 0 1 0,-2 4-2 0,-3 2 1 16,0 2-1-16,-3 4 0 0,-4 2 1 0,-1 1-2 0,-5 4 4 16,-2 2 1-16,-2 2-2 0,-4 0 2 0,-3 0-1 0,-4 1 1 0,-3 1 0 15,-3 4 0-15,-2-1-1 0,-2 4-2 0,-5 2-1 0,-5 0-2 0,-6 4 4 16,-3 0 3-16,-4 2 0 0,-4 4 9 0,-3-1-2 0,-4 2 1 15,-4 1-2-15,-3 0-1 0,-4 2-1 0,-4-3-1 0,-2-1 0 0,-3 0 1 16,-3-1-3-16,-2-1 6 0,-2-2-6 0,-2-3 2 0,-5 2 5 16,-1-5-2-16,-5-2 7 0,0-2-1 0,-2-2 4 0,-4-3 0 0,-3-1 2 15,-4-4 4-15,-3-3-3 0,-5-3 4 0,-3-4 4 0,-2-2 1 0,-3-3 0 16,-2-2 0-16,-3-3-2 0,-3-2-3 0,-2-1 7 0,-1-3-8 16,0-1 3-16,0-2-5 0,-2-2-2 0,1 0 1 0,-2 0-3 0,5-1-3 15,-3-3-1-15,2-1-6 0,2-2 4 0,1 0-5 0,1-1 3 0,3 1-1 16,1 0 1-16,1 1 3 0,4-1 4 0,0 1 1 0,5 1 3 15,1 2 4-15,3-1-10 0,3 1 2 0,2 0 1 0,2 0-7 16,3 1 9-16,2 1-6 0,2 0-3 0,3 2 3 0,0 0-6 0,0 2-1 16,2 1 2-16,0 1 0 0,3 1 0 0,2 0 0 0,1 2 0 0,2 0-3 15,1 1 0-15,2 1 2 0,1 0-2 0,2 1-3 0,1 0 0 0,3 1 2 16,0 1-2-16,2-1-6 0,1 1 2 0,2-1-3 0,2 1 2 16,0 0 5-16,0-1-6 0,1 1 1 0,0-1 2 0,0 1-2 0,2-1 4 15,-1 1 1-15,2-2-4 0,-2 1 2 0,2-1-1 0,0 0 4 0,2-1-1 16,-2 1 2-16,1 0-5 0,1-2 1 0,-2 1 1 0,1 0 1 15,0 0 0-15,0-1 1 0,0 0 0 0,1 0-3 0,0 0 0 0,0 0-2 16,0 0 2-16,1 0 2 0,0-1-4 0,0 1 0 0,0-1-2 0,0 0 1 16,1 0-2-16,-1 0-6 0,0 0-6 0,1 0-11 0,0-1-8 15,-1 1-6-15,1-1-10 0,0 1-9 0,0 0-2 0,0-1-8 0,0 1-9 16,0-1-6-16,0 0-13 0,1 1-11 0,-1-1-13 0,-1 1-14 16,0-1-8-16,0 2 1 0,0 0 7 0,0 0 11 0,-1 1-63 0</inkml:trace>
  <inkml:trace contextRef="#ctx0" brushRef="#br0" timeOffset="190796.99">27867 9261 996 0,'-7'-7'408'0,"2"-1"-375"0,-1-3-33 0,4-3-37 15,4 0-15-15,2-1-9 0,2 0-9 0,4-2-3 0,3 1-14 0,5 0-12 16,4-2-14-16,4 1-7 0,5-1 0 0,4 1 6 0,4-2 19 16,5 0 21-16,4 1 24 0,2-1 21 0,0 0 11 0,0 0 9 0,-2 0 5 15,1 0 1-15,-1-1 4 0,0 1-1 0,-2-1 1 0,1-2-1 16,1 2-1-16,-2-1 1 0,1-1-1 0,0 0 3 0,-1 0 0 0,1 2 0 16,-3 0 2-16,-1 0-1 0,-1 2 1 0,-2 2 3 0,-2-1 5 0,0 2 3 15,-1 1 6-15,0 1 3 0,-2 2 3 0,-2 3 2 0,-1 2 2 16,0 1 3-16,0 1 2 0,0 3-1 0,0 0-3 0,-1 2-2 0,1 2-7 15,-1 1-4-15,1 1-5 0,0 1-2 0,2 2-3 0,-2 1 0 16,2 3 0-16,-1-1-4 0,1 2 0 0,3 0-2 0,0 1-2 0,2 1 0 16,-1 2 0-16,0 2 1 0,2 1-2 0,0 0 2 0,2 3 2 15,0 1-2-15,0 2 0 0,-2 1-2 0,1 0-2 0,-2 3 3 0,0 0-1 16,0 2 0-16,-3 2 4 0,1 0-1 0,-3 3 2 0,-1 0 2 0,-2 2-3 16,-5 1 0-16,1 1 0 0,-3 2 0 0,-2 0 3 0,-1-2 0 0,-3 1-2 15,-3-2 2-15,-2-1 1 0,-2-1 1 0,-1 0 5 0,-3-3 4 16,-1-1 5-16,-3-1 6 0,-1-1-2 0,-1-2 1 0,-3-1-2 0,-1-2 2 15,-2-1 2-15,-1-1 5 0,-1-1 2 0,-1-1 8 0,-3-1 1 16,-1-3 4-16,-1-1-2 0,-4-2-2 0,0-2-1 0,-2-1-6 0,-3-1-2 16,-2-1-2-16,0-2-4 0,-3-1 0 0,-2 0 0 0,-3-1 2 0,-1-2 0 15,-3 0-3-15,2-3 5 0,-2 0-8 0,-1-2-2 0,-1-1-4 16,-3-1 1-16,0-2 3 0,0 0 6 0,-1-1 2 0,1 0 2 0,1-1-5 16,0 1-1-16,2-2 1 0,-1 0 1 0,0 0-3 0,2-1 2 0,-1-1 0 15,3 0-6-15,0-1 4 0,0 1 1 0,2-1-3 0,-2 0 5 16,3 0-4-16,1-1-2 0,2 0 4 0,0 1-5 0,3-1 3 0,-1-1-3 15,3 1-1-15,-1 0-6 0,2 2-1 0,1 0 1 0,1 0-6 16,0 1 3-16,3-1-3 0,-1 1-8 0,2 0 8 0,0 1-4 0,-1 1-2 16,0-1-3-16,1 2-9 0,2 0 0 0,0 1-4 0,1 0-3 0,0 0 6 15,2 1-12-15,0 1-2 0,0-1-9 0,-1 0-15 0,1 1-2 0,1 0-22 16,-1 0-14-16,1 1-3 0,0-1-14 0,2 1-5 0,-1 0-7 16,2 0-10-16,1 0-6 0,-1 0-1 0,0-1 0 0,0 2-4 0,1-1-3 15,0 1-12-15,0 0-11 0,1 1-5 0,2 0 8 0,-1 1 19 16,0 0-49-16</inkml:trace>
  <inkml:trace contextRef="#ctx0" brushRef="#br0" timeOffset="191696.99">27973 10109 333 0,'3'0'10'0,"2"-2"-36"0,4 1-9 0,5 0-2 0,3 1 7 0,4 1 6 15,5 0 2-15,3 2 1 0,5-1-1 0,3 2-2 0,4 1 0 0,4 1 6 16,4 2 4-16,3 0 5 0,2 2 4 0,2 3 2 0,0 0 0 16,-1 5 1-16,-1 0 1 0,-2 1 0 0,-2 1 0 0,0 2 2 0,-1 0 0 15,-1 2 0-15,0 1 3 0,-1-1 0 0,-2 1 1 0,-2 0 0 0,1 2 2 16,-4-2 1-16,-2 1 4 0,-1 0 2 0,-4-3 2 0,-2 1 3 16,-2-1 0-16,0 2 0 0,-3 0-1 0,1 0-2 0,-3 3 2 0,-1-2 3 15,-1 1 1-15,-1-1 2 0,-1 2 0 0,-1 0 2 0,0 1 4 0,-3 2 2 16,-1 0 1-16,-1 1 0 0,-1 0-8 0,-2 2 0 0,0 3 0 15,0 1-3-15,-1 1 4 0,-2 0-1 0,-1 0 1 0,-1 1-1 0,-3 0 2 16,-3 0-4-16,0-1-7 0,0-1-1 0,-3 0-5 0,-1 1-1 16,-4-1-2-16,-2 0-6 0,-3-3-5 0,-3-1-5 0,-1-1-3 0,-5-2 1 15,-3-2 1-15,-4-2-3 0,-5-4-2 0,-6 0-2 0,-3-4 1 0,-6-2 4 16,-4-1 6-16,-3-3 7 0,-3-2 8 0,0-3 18 0,-3-2 20 16,3-3 26-16,0-2 32 0,2-2 26 0,1-3 25 0,3-1 7 0,3-2 2 15,2 0-6-15,1-1-16 0,1-2-10 0,0-1-21 0,2-2-22 0,-1 0-14 16,3 0-15-16,0-1-11 0,1 0-5 0,1 1-10 0,2 0-13 15,-1-2 0-15,3 3-4 0,1 1-1 0,1 0 12 0,3 4-11 0,1-2 0 16,2 2 2-16,0 2-5 0,1 1 4 0,0 0-5 0,-1 1-6 16,2 0 2-16,-1 0-5 0,4 1-4 0,-1 0-2 0,2-1-6 0,0 1 1 15,0 0 1-15,1 0 0 0,2 0-1 0,0 0-5 0,0 0 1 0,2 0-4 16,-2 1 3-16,2 0-2 0,1-1-1 0,2 1-2 0,0 0-3 16,0 0 7-16,2 0-4 0,2 1-3 0,-1-1-8 0,2 2-10 0,0-1-5 15,1 1-12-15,3-1-10 0,-1 2-20 0,2 0-23 0,2 0-24 0,-1 0-29 16,3 3-24-16,0 0-17 0,2 3-11 0,1 2 4 0,4 3 16 15,1 3 17-15,4 3 21 0,3 5 17 0,2 0 19 0,4 5 19 0,2 0 19 16</inkml:trace>
  <inkml:trace contextRef="#ctx0" brushRef="#br0" timeOffset="192881.01">27938 15702 829 0,'-23'27'150'0,"0"3"-35"0,-7 4 1 0,7-4-30 0,3-8-13 15,0 1-1-15,1-3-25 0,1-3-12 0,-1-1-13 0,1-3-11 0,4-1-11 16,0-2-9-16,2-1-5 0,1-2-12 0,2-2-2 0,0-1-2 16,3-2-6-16,0 0-2 0,1-1-3 0,1 0 3 0,1-1 0 0,1 0-4 15,0 0-8-15,1 0-4 0,1-1-4 0,-1 0 2 0,1 0 6 16,1 0 3-16,-1 1 10 0,1-1 12 0,-1 1 4 0,1-2 11 0,-1 0-4 16,1 1 4-16,-1-2 4 0,1 1-1 0,-1 1 6 0,0-1-2 0,-1 0 0 15,0 1 1-15,0-1 0 0,0 0 4 0,0 1 2 0,-1 0 1 16,-1 0 2-16,-1 1-3 0,0-1 3 0,-2 0-1 0,0 0-5 0,0-1 1 15,-1 0-4-15,-2-1 0 0,-1 0 8 0,0-1-3 0,0-1 3 0,-1 0 4 16,1 0-5-16,-2 0 6 0,-1-1 0 0,1 0 3 0,-1-1 5 16,1-1-4-16,0 0 6 0,-1-1-3 0,1 1-5 0,2-1 0 0,1 0-3 15,0 1 1-15,2 1-1 0,-1-1-1 0,2 1-3 0,0 0 0 16,-1-1 4-16,2 1 3 0,1-1 1 0,0 1-3 0,2 1-1 0,0-1-3 16,1 1 1-16,0 1-2 0,0 0-2 0,2 1 0 0,1-1-4 0,0 0-3 15,0 0 3-15,2-2-4 0,1 2 1 0,1 0-1 0,2-2 0 16,2 0 1-16,0-1 3 0,1 1 0 0,1-1-1 0,3 0 0 0,1 0-3 15,2 1 3-15,1 0-6 0,2-1 3 0,1 0 3 0,2 1 5 0,2-1 0 16,-1 1 0-16,3-1-2 0,1 1-4 0,2-2 1 0,2-1-1 16,1 1 1-16,1-1-3 0,2 1 4 0,2 0-1 0,0 0 2 0,3-1 0 15,-1-1-2-15,0 1-1 0,3 0-2 0,-2 1 2 0,2 1 2 0,1 0 2 16,2 1-4-16,0 0 1 0,1 1-1 0,0-1 0 0,1 1 2 16,0 0-2-16,-1 1-1 0,-1 0 0 0,0 2 0 0,-1-1-1 0,0 1 0 15,0 1 1-15,-1 1-3 0,1 0 4 0,-2 1-2 0,-1 1-1 16,0 1 0-16,-1 2 0 0,-1 0-2 0,-1 1-1 0,1 4 0 0,-3 0-5 15,0 2-2-15,-4 1 0 0,0 1 1 0,0 2 4 0,-3 3 3 0,-1 0 3 16,-2 1 1-16,-1 3-1 0,-2 1 2 0,-4 0 2 0,-1 2-1 16,-1 0 2-16,-4 2-2 0,-3 2-3 0,-2-1 2 0,-3 3 0 0,-3-1 6 15,-3 2 3-15,-3-1 3 0,-3 1 0 0,-2 0-4 0,-5 1-4 0,-3 1 1 16,-3-1 1-16,-5 1-1 0,-2 2-4 0,-5 1-2 0,-3-1 1 16,-3 1 4-16,-3 0 6 0,-3-2 3 0,-2 0 13 0,-3-2 16 0,-1 1 5 15,0-5 16-15,-3 1 2 0,0-4 7 0,-1 0 14 0,-1-4 2 16,-1-2 11-16,0-2 2 0,-1-2-1 0,1-3-8 0,-2-1-13 0,0-3-10 15,2-3-8-15,-4-3-5 0,1-4-7 0,0-3-5 0,1-5-4 16,0-4-12-16,0-4-11 0,-1-8-9 0,1-5 0 0,1-7-8 0,-3-9-7 16,-1-10-6-16,1-11-9 0,-1-14 2 0,-1-10-2 0,1-15-9 0,-1-15-10 15,1-15-20-15,0-23-28 0,2-22-51 0,2-25-87 0,3-27-144 0,5-27-102 16,4-32-91-16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7-10T11:47:20.16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3240 4235 311 0,'-7'-6'86'0,"0"1"-48"16,-1-1 2-16,3 1-6 0,1 1-7 0,2 0-3 0,-1 0 0 0,1-1-9 15,1 1-6-15,0-1 1 0,0 1-6 0,0 1 6 0,1 0 3 0,-1 0 8 16,1 1 11-16,0 0 11 0,-1 0 11 0,1 1 5 0,0 0 2 16,-1-1-1-16,0 2-3 0,0 0-9 0,0 0-7 0,0 2-9 0,-1 0-5 15,1 1 1-15,-1 1-1 0,-1 2 0 0,1 1-2 0,-1 2-2 16,1 2-1-16,-1 2-4 0,0 2 0 0,-1 1-8 0,0 3-1 0,-1 1 2 15,0 2-3-15,0 4 4 0,-1 2-3 0,-2 3 0 0,-1 2-5 0,0 2 5 16,-1 2 5-16,-1 2 3 0,0 1 2 0,0 1-1 0,-1 2-12 16,0 1 2-16,0 0 0 0,-1 1-2 0,2 2 4 0,-3-1-1 0,-1 0-5 15,0 1-1-15,1 2 1 0,-1-2-6 0,0 1 2 0,1-1 3 0,1-1 1 16,-2 1 8-16,1-2-2 0,1 0-1 0,0-1 2 0,2-1 1 16,-1-3 2-16,0-1-2 0,0-2 0 0,0-1-2 0,3-1 2 0,-2-1-1 15,0-1-5-15,1-2 0 0,0 0 10 0,-1-3 1 0,1 1 7 16,-1-2-1-16,0 0-8 0,1-2-1 0,1 0 1 0,2 0 0 0,0-2 0 15,2 1 2-15,-1 0-2 0,1 0-1 0,0-1-3 0,0-3-4 16,0 0-5-16,1 0 2 0,1-2-1 0,1-2 1 0,0-1 3 0,2-3-1 16,0-2 1-16,2 1-2 0,0-1-2 0,0 0 0 0,2-1 7 0,0-2-6 15,0 0 0-15,0-1 2 0,1-2-1 0,1 1 4 0,0 0 6 16,2-2 1-16,0 1-5 0,0-2 3 0,2 1-4 0,0 0 4 0,2 0 1 16,0-1-5-16,0 0 3 0,0-1-5 0,0 0 7 0,1 0-5 0,0 0 0 15,1 1-1-15,1 0-6 0,-1 1 7 0,0 0-4 0,2 0 1 16,0 1 2-16,1 0-7 0,-1 0 1 0,2 1-2 0,-1 0 1 0,1 1-1 15,2-1 1-15,0-1-2 0,0 0 0 0,-1-1 4 0,2-1-1 16,1-1 0-16,1-1 3 0,2-2-5 0,-1 0 7 0,2-1 2 0,0-1 1 16,0-1 5-16,0 0-7 0,-1 0 0 0,3-1 2 0,-1 2-1 0,1 0 1 15,0-1 4-15,-1 2-7 0,0 1 1 0,0 0-2 0,1 1 5 16,0 1-2-16,0 0-4 0,1 2 2 0,-1 1-1 0,1 1 1 0,1 0 3 16,-2 0-4-16,1 1-3 0,1 1-3 0,0 2-1 0,-1-1 5 0,2 1-8 15,-3 0-5-15,2 0 5 0,1-1-8 0,0-1 6 0,0 2 12 16,1-1 0-16,-2-1 4 0,2 0-2 0,0-1 2 0,2 0-8 0,1-1 2 15,2-1 3-15,-2 0-7 0,1-1 6 0,0 0-3 0,1-1 1 16,1 0 1-16,-1 0-3 0,0-1 4 0,0 1-6 0,1-1 7 0,2 0 2 16,0 0-6-16,-1 0 6 0,2 0-4 0,-2 0-3 0,2 0 5 0,3-1-1 15,-3 1-14-15,3 0 6 0,-2 0-1 0,1 0-3 0,-1 0 9 16,0 0-1-16,2 0-3 0,0-1 0 0,0 0 6 0,1-1-4 0,0 0-2 16,-1-1 6-16,2-1-11 0,2 1 8 0,1-1 1 0,1-1-9 0,0 0-3 15,0 0-2-15,2-1 1 0,0-1 3 0,2 1 12 0,0 0 8 16,0 1 2-16,1-1 5 0,-1 0-4 0,0 0-7 0,2 0-5 0,0 0-4 15,0 1 6-15,0 1-2 0,1 1-2 0,-1 0 3 0,0 1-6 16,0 1 0-16,0 0 7 0,0 1-7 0,0 1 5 0,0 1-4 0,0 1-1 16,1-1 7-16,0 1-6 0,0 1 4 0,1-1 2 0,0-1-6 0,1 2 4 15,-1-2 0-15,-2 1-7 0,2-1 4 0,-2-1-2 0,1 0-2 16,-1-1 9-16,0 0-4 0,1-2 0 0,3-1 6 0,2-2-6 0,1 0 7 16,1-2-2-16,0 1 0 0,-1 0-6 0,1 0-2 0,0 0 1 0,-2 0-2 15,-1 1 9-15,0 1-6 0,-2 0-2 0,0 2 5 0,1 0-4 16,0 1 9-16,0 0-3 0,3 1-7 0,-1-1 3 0,1 0 2 0,-1 1-2 15,2 0 2-15,0-1 0 0,0 0-5 0,1 0 0 0,-1-1 0 16,-1 0 5-16,3-1-5 0,-1 0 8 0,1-1-3 0,0 1-5 0,0 0 5 16,0 0-3-16,0 1-4 0,0-1 1 0,1 0-1 0,-1 0-1 0,0 0 9 15,1 1-4-15,-1 0 1 0,2-1 1 0,-1 2-3 0,-1 0 3 16,0 1-1-16,1 1 0 0,2-1-6 0,0 2 1 0,0 0-1 0,-2 0-2 16,1 1 10-16,0 1-3 0,1 0 8 0,-1 1-7 0,1 0 2 0,-2 0-3 15,0 1-9-15,-2 1 7 0,0-1-3 0,-2 0 4 0,2 0 3 16,1 0-4-16,-1-1 3 0,2 1-1 0,-2-2-2 0,1 0 0 0,0 1-2 15,0-1 2-15,-1-1 2 0,0 0-1 0,1-1 3 0,0 0-1 0,0 1 4 16,0-1-4-16,1 0-4 0,-1 0-1 0,0 0 2 0,0 0 2 16,-1 1 3-16,1-1 1 0,-2 1-1 0,1 0-6 0,1-1-4 0,-1 0 0 15,1 0 0-15,-1 0 6 0,0 2-2 0,-1-1 1 0,1 1 3 16,-1 0 2-16,0 0-2 0,-1 0 9 0,-1 0-8 0,0 1 2 0,-2-2 6 16,0 1-12-16,-1-2 5 0,0 1-5 0,1-1 0 0,-1 0 2 0,2-1-4 15,-1 0 1-15,1 0 2 0,0 0 4 0,0 0-3 0,-1-2 1 16,-2 1-1-16,0-1 0 0,-2-1 1 0,0 0-3 0,0-1 5 0,0-1-6 15,-1 0 1-15,-2-1-7 0,-1 1-2 0,-1-2 6 0,0-1 1 16,1-1 7-16,-3 1 14 0,-1-2-5 0,-1-1-6 0,0-1 4 0,-1-3-12 16,-1 1 2-16,0-2 0 0,-1-1-2 0,-2 0-6 0,-1 0 5 0,-1-2 1 15,-3-1 1-15,0 0 1 0,-1 1 5 0,-3-1 0 0,0-1 0 16,-3-1 1-16,-1-1-6 0,-2-2 0 0,-1-1 1 0,-3-1-3 0,-1 0 4 16,-2 1 2-16,-4 1-2 0,0-1 1 0,-2-2 0 0,-2 2-3 0,-2-2 3 15,-4 0-8-15,1-1-4 0,-3-1 10 0,-1-2-4 0,-2-1 7 16,-2-1 0-16,-2-1-13 0,-2-1 7 0,-2 1-2 0,-2-1 4 0,-3-1-4 15,-2 0-3-15,-2-2 3 0,-2 1-1 0,-3 0 1 0,-3-1 4 0,-2 2-4 16,-3-2 4-16,-3 2-2 0,-3 0 3 0,-2-1 2 0,-3 0-3 16,-5-1 7-16,-1 1-8 0,-3 1-1 0,-4 0 0 0,-2 1-3 0,-3 1 3 15,-3 0-2-15,-2 0 0 0,-2 0-8 0,-5 0-4 0,-3 2 2 0,-2 0 2 16,-3-1 12-16,-1 2-2 0,-2-1 1 0,-1 0-6 0,-1-1 2 16,-3 2 3-16,0-2-2 0,-3 2 6 0,-1 0-3 0,-1 1-1 0,-3-1 0 15,-4 2-1-15,-2 0-8 0,-4 0 4 0,-4-1 3 0,1 1 0 16,0 1 2-16,-3 1-5 0,1 1 0 0,-3 1 0 0,1 1 3 0,0 0 4 15,-1 2-2-15,-3-1 2 0,-1 1-7 0,-5 2 1 0,0 1-3 0,-1 0 2 16,-1 2 5-16,0 2 5 0,-4-1 0 0,-1 2 1 0,0 0-5 16,-1 1-1-16,2 0 5 0,0 0 2 0,1 1 4 0,0 0-11 0,0 1 5 15,0 0 5-15,-1 0-7 0,0 0 6 0,0 0-6 0,0 2 3 0,2-1 0 16,-3 1 0-16,-4 1-8 0,-3 1 0 0,0 0 2 0,2 0 5 16,2 0 7-16,3 1-8 0,0-2 1 0,-1 2-5 0,1-1 4 0,1 1-3 15,1 1 1-15,0 1 3 0,1 1-3 0,0 0 5 0,-1 2-2 16,1 2 2-16,0 0-5 0,-1 2 1 0,3 2-1 0,-1 0-2 0,0 2 4 15,3 0-1-15,-2 2 1 0,4-1-3 0,0 2 3 0,-1 2-2 0,3 0 1 16,2 1-3-16,1 1 2 0,2 2 0 0,1 2 1 0,1 1 2 16,0 2-1-16,0 2 3 0,1 1-5 0,0 2-1 0,3 2 6 0,2-1 2 15,1 3 7-15,4 0 3 0,3 1-11 0,2-1-7 0,1 2-2 0,6 0-5 16,-2 2-1-16,4 2 2 0,0 0-6 0,2 1 1 0,2-2-8 16,1 3-8-16,2 0-4 0,3 0-10 0,0 4-15 0,3-1-25 0,0 0-21 15,2 1-25-15,3 0-28 0,1 1-27 0,1 1-40 0,0 2-45 16,3 2-70-16,1 0-80 0,3 2-53 0,0 0-58 0</inkml:trace>
  <inkml:trace contextRef="#ctx0" brushRef="#br0" timeOffset="166985.99">2567 8178 226 0,'-6'-13'37'0,"3"0"-16"16,1-2 1-16,4 0 4 0,4 1 6 0,2-1 2 0,1 1-2 0,2-3-5 15,1-1-10-15,1 3-3 0,3-2-7 0,1 0-2 0,0 2-1 0,3 0-3 16,2-2 3-16,0 3-2 0,3-1-1 0,-2 1 0 0,0 0-1 15,1-2 0-15,-3 0 1 0,2 1 0 0,-1-1 0 0,0 2 2 0,1-1-1 16,1 1 2-16,1-1 5 0,0 0 7 0,0 1 4 0,1-1 2 0,-1 2 4 16,0-1 0-16,0 1 2 0,-1 2 1 0,1 1-1 0,-1 3-4 15,-1 0 0-15,-1 3-7 0,-1 1-1 0,-1 1-2 0,0 2 2 0,-1 2 4 16,2 0-3-16,2 2 1 0,-2 2-3 0,1-1-4 0,0 2 1 16,-1 0-1-16,1 1 0 0,2 1 2 0,1 1-3 0,2 0 1 0,1 0-2 15,2 0-1-15,1 0-4 0,1 1 0 0,1-1-2 0,1 0-2 0,0 0 5 16,2-1-2-16,1 1 4 0,-1-1-1 0,1-1-3 0,0 0 4 15,2-1 3-15,1-1 0 0,-2-1 4 0,0-1 2 0,0-1 0 0,0-1 4 16,1-1-3-16,1-1 2 0,0-1-4 0,1-1 3 0,-1 0-4 0,1-2-1 16,1 2 4-16,1-3-4 0,2 1 3 0,-1 0-4 0,2-1-2 15,0 1-4-15,-1-1-1 0,0-1 3 0,2 1-1 0,0 0 2 0,1 0-7 16,-1 1-3-16,0 1 1 0,2 0 0 0,-2 1 3 0,1 0 1 16,1 1 4-16,0 1 0 0,0 0 0 0,1 1 0 0,-1 0-3 0,1 1-5 15,1 0-1-15,0 4-3 0,-1 0 3 0,0 3-1 0,-1 0 4 0,-1 1 2 16,2 2-2-16,0-1 3 0,-1 2 0 15,1 2 1-15,-1 0-2 0,0-1-2 0,0 1 0 0,0-1-4 0,0 1 1 0,0 0-1 0,0 0-1 16,2 0 3-16,0 0 3 0,2-1 2 0,0-2 4 0,2 0-2 0,0-1 0 16,1-1 2-16,3-1-1 0,1-1 2 0,1-2-2 0,2 0 2 15,-1 0 1-15,1 0 4 0,2-1 1 0,-2 1 0 0,2-1-5 0,0 1 3 16,0-1 2-16,0-1-10 0,1 1 5 0,0-2-1 0,0-2-3 0,2 1 8 16,0-1 1-16,2-1-3 0,3 0 8 0,1-1-3 0,1 0-5 15,2 0 0-15,1-1-4 0,1 0 0 0,3-1 9 0,2-1-1 0,3-1-3 16,3-1 2-16,4-2 2 0,1-1-2 0,6-1 1 0,3 0-1 15,1-1-8-15,5-1 2 0,1-2-1 0,2 0-5 0,-2 1 0 0,1-1 2 16,-4 1-4-16,-2 1 4 0,-3 0 1 0,-4 3 0 0,-2 1-1 0,-1 0-1 16,-5 2 1-16,0 1-3 0,-5 1 0 0,-3 2 3 0,-2 1-5 15,-3 2 2-15,-3 0-1 0,-2 2 3 0,-1 2-1 0,-3 2-7 0,-4 0-1 16,-2 3-3-16,-3 0 1 0,-2 2-6 0,-2 1-7 0,-1 1-29 0,-2-1-58 16,-2 3-72-16,0 1-79 0,-1 2-45 0,0 1 0 0,0 2 27 15,3 2 50-15,4-1 13 0</inkml:trace>
  <inkml:trace contextRef="#ctx0" brushRef="#br0" timeOffset="-164311.58">15608 5811 174 0,'3'-5'-48'0,"4"0"36"0,5-2 9 0,6 0 8 0,5-1 2 0,4 0-2 15,3-1 1-15,6-1 0 0,3-1-1 0,4-1 2 0,4 0 0 0,3 2 2 16,2 0-1-16,0 1-2 0,0 2 0 0,0 0 0 0,-1 2-1 16,1 2 4-16,-1 1 2 0,-2 1 0 0,0 1 0 0,0 1 0 0,0 0 1 15,4 0 5-15,-2-3 4 0,1-1-3 0,1-2-2 0,0 0-8 0,1 2-3 16,2-2 1-16,1-2 5 0,4 0 0 0,1-2 2 0,1-2 4 15,5 0 0-15,0-1-1 0,2-1 1 0,1-1-1 0,0 0-5 0,0 0-2 16,2 3-5-16,0 0-3 0,1 2 3 0,-1 1-2 0,-2 1 1 16,1 1-5-16,0 3 1 0,1 0-7 0,2 2-4 0,1 1-6 0,4 1-9 15,4 1-16-15,2 2-36 0,6 1-16 0,6 0-104 0</inkml:trace>
  <inkml:trace contextRef="#ctx0" brushRef="#br0" timeOffset="-158027.55">3339 9606 322 0,'-11'-8'67'0,"2"1"10"0,-2 0 8 0,5 2-9 16,3 2-13-16,2 0-11 0,0 1-9 0,0 0-13 0,1 0-11 15,0 1-8-15,1 0-5 0,2 1-2 0,0 0-3 0,1 1 1 0,0 1 1 16,0 0-2-16,1 1-1 0,-1 1 1 0,0 1 0 0,0 1-1 0,-1 0 0 15,0 0 0-15,-1 0 1 0,-1 0 2 0,0-1 1 0,-1 0 1 16,-1 1 2-16,0-1 3 0,0-1 3 0,0 0 2 0,-1-1 8 0,0-1 6 16,1-1 7-16,-1 0 7 0,-1-2 3 0,1 1 1 0,0-2-1 15,-1 0-1-15,1-1-3 0,0 0-3 0,0-2-1 0,0 0-1 0,-1-1-5 16,0 0 0-16,1-2-3 0,1-1-4 0,1-1 2 0,0-1 3 0,2 0-6 16,0 1 1-16,2 1-12 0,1-1-4 0,-1 2 4 0,0-1-3 15,2 1 10-15,0 1-1 0,0 1 2 0,-1 2-3 0,1 2 1 0,-1-1 0 16,0 2-4-16,1 0 0 0,-1 1-1 0,1 1-7 0,0 1 1 0,-1 1 1 15,-1-2-7-15,1 3 7 0,-1 0-5 0,1-1 3 0,0 2 1 16,-1-2-4-16,1 1 1 0,0-1-2 0,-1 2 0 0,0-2 2 0,-1-1 2 16,1 1-1-16,-2-2 9 0,-1 1-10 0,1-2 10 0,-1 2 0 15,-1-1-6-15,0-1 7 0,0 1-6 0,-1-1 6 0,-1 1-7 0,1-1 8 16,-2 0-5-16,0 0 0 0,0-1 1 0,-2-1-11 0,0 1-1 0,0-1-4 16,1-1 6-16,-1 0 10 0,1-1 5 0,-1-1 5 0,2 1-1 15,-1 1 0-15,0-1 1 0,2 1 2 0,0-1 0 0,1 0-1 0,0 0-4 16,1 2-8-16,0 0-3 0,2 1-3 0,-1-1 0 0,1 1-2 0,0 0 4 15,1 1-8-15,0 1 4 0,1 1-4 0,1 1-1 0,0 0 4 16,-1 1-6-16,1 2 3 0,-1 0-3 0,1 0 1 0,-1 0 4 0,-1 1 1 16,-1-2 9-16,1 0 0 0,-2-1 0 0,0 0-3 0,0-1-7 15,0 1-1-15,1-1 1 0,-1-1 2 0,0 0 1 0,-1 0 0 0,0-1 5 16,1-1-2-16,-1 0 0 0,0 0 1 0,0-1-3 0,0 1 5 0,0-1 0 16,-1 0 1-16,2 0-1 0,-1-1-5 0,0-1 1 0,1 0-3 15,-1-1-1-15,0 0 2 0,1 0-11 0,0-1-5 0,0 0 2 0,0 0-1 16,0-1 6-16,1 0 4 0,-1 1 3 0,1 0-5 0,0 0 5 0,0 1 0 15,0 2-4-15,0-1 7 0,-1 0 2 0,0 1-7 0,0 1 3 16,-1 0-4-16,0 1-4 0,0-1 3 0,0 2 2 0,0-1 3 0,0 1-1 16,0 0-2-16,-1 1-1 0,0 1 0 0,0 0 5 0,-1 1 3 15,1 1-5-15,-1 0-5 0,0 0 2 0,1-1-3 0,-1 0 6 0,1-1 4 16,-1 1-6-16,-1-1 1 0,2-2-2 0,0 0 3 0,0-1-2 0,1 1 4 16,-1-2 1-16,1 1-1 0,-1-1 5 0,-1 0-1 0,2-1 1 15,-1-1-4-15,0 0-1 0,1 0 1 0,-1 0 4 0,-1 0-4 0,1 0 4 16,0 0-1-16,0 0-1 0,1 1 4 0,-1-2-4 0,0 2 3 0,1 0-1 15,-1 0-4-15,1 1 9 0,-1-1-9 0,1 1 1 0,0 0 1 16,0 0-5-16,0 0 2 0,0 0 5 0,0 1-5 0,0 0-2 0,0 0-3 16,0 1-5-16,0-1 0 0,0 1 3 0,0 0-1 0,0 0 3 15,0 2 0-15,0-1-5 0,0 1 0 0,-1 0-9 0,1 1-6 0,1 1-7 16,-1-1-5-16,-1 1-15 0,1 0-28 0,0 1-23 0,0 0-65 0,0-1-74 16,0 0-104-16,0 0-131 0,0 1-8 0,1-2-90 0</inkml:trace>
  <inkml:trace contextRef="#ctx0" brushRef="#br0" timeOffset="-157476.55">5870 8880 1 0,'6'6'24'0,"-1"-1"294"0,-3-1 387 0,-2 0-654 0,-9-7-3 16,3 3 8-16,3 5-21 0,3 3-3 0,2 2 2 0,1 3-9 0,1 0-6 15,2 2-7-15,1 0-7 0,3 2-3 0,0-3-4 0,0 1-2 0,-2-1-5 16,1-3-4-16,-2-1-1 0,0-3-2 0,-1-3 4 0,-1-4 3 15,-1 0 6-15,-2-4 0 0,0-3 3 0,-1-3-1 0,-3-4-3 0,0-3-2 16,-4-3 0-16,1-5 1 0,-2-1 3 0,-2-4-1 0,-5 0 5 0,-2-2 4 16,-4-2 3-16,-1-2 9 0,-3-3-1 0,-3-2 2 0,-3 2 7 15,-3-1 0-15,-2-1 2 0,-1 2 9 0,-3 1 12 0,0 2 15 0,-1 5 21 16,-4 4 7-16,1 7-4 0,-1 5-11 0,-1 6-20 0,-4 6-15 0,-2 8-10 16,-2 7-6-16,-2 6-6 0,-1 7-6 0,-1 7-6 0,-1 8 2 15,2 5 2-15,0 4-1 0,5 6 7 0,1 5-2 0,4 7 6 0,4 6 17 16,3 6 9-16,5 5 3 0,4 5-3 0,7 3-14 0,6 3-4 15,6 2-11-15,5 3 3 0,6 2-4 0,5-1-10 0,4-1 8 0,7-3-13 16,5-4-6-16,7-6 11 0,7-5-2 0,4-9 0 0,6-8 7 0,3-6-13 16,5-6 2-16,1-5-9 0,3-6 9 0,2-6 6 0,3-5-5 15,1-2 11-15,4-4 0 0,0-2-7 0,-1-3 9 0,2-3 3 0,-1-3-1 16,0-2 4-16,0-2 1 0,-1-3 3 0,-1-2 5 0,-1-4 8 16,-2-2-9-16,-2-2-2 0,-3-2 1 0,-2-1-2 0,-3-2 7 0,-4 0-6 15,-1-1-16-15,-5-1-5 0,-5 1-7 0,-2 1 2 0,-6-2 1 0,-2 1-6 16,-4-2-4-16,-2 0-12 0,-3 0-1 0,-3 0-24 0,-5-1-43 15,0 0-44-15,-4 0-59 0,-1 1-68 0,-2 1-103 0,-3-2-104 0,-2 0-52 16,-3-1 73-16,-3 0 49 0</inkml:trace>
  <inkml:trace contextRef="#ctx0" brushRef="#br0" timeOffset="-157061.55">6573 9771 2154 0,'-28'-7'74'15,"1"5"44"-15,-1 6-29 0,8 10-19 0,10 6-10 0,5 6-11 0,2 4-6 16,3 4-4-16,5 5-13 0,3 6-6 0,4 2-4 0,4 4-14 0,2 1 4 16,6 1-2-16,0-1-6 0,6-1 10 0,-1-3-9 0,4-4 1 15,1-5-2-15,2-2-1 0,3-6-4 0,1-3 0 0,2-4-2 0,0-5-1 16,0-2 2-16,2-2-1 0,-1-4 8 0,-1-5-1 0,1-3 2 15,-2-3-6-15,-2-1-6 0,-3 0 7 0,-6-2 7 0,-1-2 13 0,-1-7 7 16,1-5 0-16,-1-5-1 0,0-2-4 0,-3-4 1 0,0-5 2 0,-1-6-9 16,-3-3 3-16,-1-2-8 0,-1-1-2 0,-3-1 1 0,-1 1-17 15,-3 1 9-15,-5-1-4 0,-3 2 2 0,-3 0 15 0,-5-2-13 0,-3 0-6 16,-5 1 1-16,-5-3-5 0,-5 0 1 0,-6-3 6 0,-4 2 1 0,-5 2-2 16,-4 1 0-16,-2 1-12 0,-3 3 6 0,-2 5 6 0,-1 4-5 15,-3 6 17-15,-1 4-8 0,-1 4-2 0,-2 6 4 0,-1 6 5 0,0 3 3 16,-2 4 0-16,3 3 1 0,4 2-7 0,3 4 1 0,5 3 0 0,1 4-1 15,6 4-10-15,3 5-5 0,5 6 14 0,6 5-6 0,3 5 3 16,3 4-9-16,5 7-25 0,3 5-18 0,4 3-18 0,5 2-36 0,4 2-36 16,5 0-44-16,5-3-78 0,4 1-68 0,3-1-57 0,4-4-8 15,6-1 70-15,2-1-10 0</inkml:trace>
  <inkml:trace contextRef="#ctx0" brushRef="#br0" timeOffset="-156510.54">7494 9890 1825 0,'-11'-10'95'0,"3"3"16"0,0 1-39 0,6 7-26 15,4 6-11-15,2 2 0 0,1 3 4 0,3 3-3 0,1 2-5 0,3 5-5 16,2 3-8-16,0 2-1 0,3 2-10 0,1 0-8 0,2 1-2 0,-1 1 7 15,2-1 3-15,0 0 3 0,-3 0 3 0,1-3-12 0,-1-1-2 16,-3-3 2-16,1-4 2 0,-2 0-3 0,-2-3-3 0,0-4 5 0,-3-1-1 16,1-4 4-16,-3-1 6 0,0-3 4 0,-3-3 7 0,0 0 6 15,0-4 10-15,0-2-7 0,1-3 0 0,0-3-7 0,-1-4-4 0,1-4 0 16,2-4-7-16,0-2-5 0,2-4-3 0,0-3-15 0,0-2 0 0,0-2 10 16,-1 0-1-16,1 1 10 0,2 5 1 0,0 3-8 0,1 5 6 15,1 2-3-15,-1 5 0 0,1 4 1 0,0 5-4 0,-1 2-1 0,1 3-1 16,-1 4-5-16,2 4 4 0,1 2-1 0,1 5 2 0,-1 5-3 0,1 4 3 15,0 3 0-15,-1 4-5 0,-1 2-1 0,0 4-3 0,0 0 16 16,0-2 1-16,-2 2 5 0,1-3 3 0,2-1-19 0,0-3 0 0,0 0 1 16,-1-3-1-16,1-3 1 0,0-1 4 0,0-3-2 0,-2-5 0 15,1-2 2-15,1-3 1 0,-2-5 3 0,0-2 3 0,2-4 4 0,-2-3-7 16,1-3 6-16,0-4 4 0,-2-2-4 0,1-3-1 0,-1-2-1 0,0 0 2 16,0-3 1-16,-3-2 4 0,0-2 0 0,-1-4-7 0,-2-2-17 15,0-2 1-15,-1-2 4 0,-1 0 7 0,1 0 12 0,1 4-7 0,0 3-5 16,4 6-2-16,0 4 4 0,0 3 3 0,1 5-1 0,0 3-1 0,-1 2 4 15,1 2-3-15,1 2-3 0,0 2 0 0,1 2-6 0,0 1 0 16,1 3 1-16,2 3 1 0,0 3 1 0,1 2 3 0,4 5-6 0,-1 3 1 16,0 2-2-16,1 3 1 0,0 0-2 0,-1 2-10 0,1 0 2 15,0-1 8-15,-3 0 0 0,1-1 2 0,1-1-5 0,-2-1-14 0,2-1-11 16,0-1-7-16,-1-3-15 0,-1-1-9 0,-1-2-9 0,-2-2-19 0,-2-3-14 16,-1-2-19-16,-1-2-31 0,-2-2-52 0,-1-3-107 0,-1-2-112 15,0-3-46-15,-1-3 56 0,2-5 46 0</inkml:trace>
  <inkml:trace contextRef="#ctx0" brushRef="#br0" timeOffset="-156311.54">9469 9773 1594 0,'-3'-6'211'0,"0"3"-75"0,2 2-44 0,2 8-13 15,2 5 28-15,3 6 14 0,3 4-3 0,0 6-18 0,6 6-30 0,0 8-15 16,3 7-18-16,-1 5-22 0,2 7 10 0,2 8-17 0,-2 3 2 0,3 9 8 15,1 3-16-15,-2 0-4 0,1 2-13 0,-1-3-14 0,-2-2-12 16,0-2-24-16,-1-2-23 0,1-2-18 0,0-2-21 0,2-3-30 0,0-2-102 16,-1-1-17-16,-2-2-4 0,-3-4 2 0,1-5 40 0,-2-8-17 15,-1-8 22-15,-2-5 62 0,-3-8 63 0,0-5 39 0</inkml:trace>
  <inkml:trace contextRef="#ctx0" brushRef="#br0" timeOffset="-156028.03">9542 10297 541 0,'-19'-27'120'0,"0"-2"5"16,-2-4-16-16,6 6-4 0,6 9-10 0,2 1-24 0,3 2-15 0,1 2-21 16,2 3-4-16,2 3-13 0,3-2-12 0,2 2-12 0,2-2-12 15,5 0-4-15,3 1 1 0,6 1 0 0,3 1 0 0,3 4 4 0,3 0 4 16,2 2 5-16,3 0 12 0,1 2 1 0,0-1 6 0,-1 2 6 0,-1 2 4 16,2 0 8-16,-2 2 11 0,-1 1 14 0,0 2 11 0,-3-1 6 15,-1 1 15-15,-3 0 0 0,-3 2 7 0,-3 2 1 0,-3 0-15 0,-3 0-13 16,-1 2-20-16,-4 0-13 0,-4 1-2 0,-3-1 2 0,-4 1-3 0,-5 1 4 15,-3 0-9-15,-4-1-6 0,-3 1-1 0,-3 0-8 0,-5-2 2 16,-6 2-7-16,-2-2 1 0,-5-1-3 0,-4-2 0 0,-1-2-2 0,-1-2-2 16,0-3-4-16,1-2-8 0,1-2 4 0,1-1-3 0,4-2-9 15,5-1-7-15,4-2-23 0,4-2-29 0,4 0-29 0,2-3-43 0,3-1-51 16,3 0-47-16,5-3-26 0,1 0-6 0,4-2 29 0,2 1 52 0,3-3 56 16,4 0 58-16,4 1 40 0,2 1 15 0,2-1 7 0</inkml:trace>
  <inkml:trace contextRef="#ctx0" brushRef="#br0" timeOffset="-155711.03">9672 10170 28 0,'14'-5'32'0,"2"1"6"0,3 0 8 0,-3 2 4 15,-1 3 11-15,-1 0 16 0,2 3 15 0,-2 0 10 0,2 1 4 16,0 2-2-16,1 0-1 0,-1 3 5 0,2 0-4 0,-1 1 0 0,1 2-6 16,1 2-14-16,2 1-10 0,-3 1-26 0,3-1-9 0,0 2-11 0,0 0-11 15,3 0 1-15,0-1-13 0,2 3 0 0,0-1-2 0,0 0-7 16,1-1 5-16,0-2-7 0,-2-1 0 0,3-2 1 0,-1-1 4 0,0-1 8 16,-2-3 1-16,-1-2 0 0,-1-2 8 0,-2-3 4 0,1-1 13 0,0-3 12 15,-1-1 3-15,0-1 2 0,1-2 0 0,0-1-4 0,1-1 5 16,-2-1-9-16,1 1-12 0,1-2-5 0,-2 0-9 0,1-3-1 0,-1 0 2 15,-1-1-1-15,0-1-3 0,0 1-5 0,-2-1 3 0,0 1-6 16,-2-2-2-16,-1 1-4 0,-3 1-4 0,-1 1 5 0,-2-1-4 0,-1-1-5 16,-3 0-2-16,-1 1-12 0,-3-1-5 0,-3 0-10 0,-3 0-14 0,-2 0-14 15,-3-1-1-15,-3 1 4 0,0 0 10 0,-2 1 13 0,-3-1 5 16,-2 0 6-16,0 1-2 0,-3 1 0 0,-1 2-2 0,-1 0-3 0,-1 3 10 16,0 1 3-16,-2 2 10 0,2 2 4 0,-2 1 2 0,1 1 0 15,0 1 3-15,2 1-1 0,4 1-3 0,1 1-2 0,3 2-14 0,3 2-8 16,1 2-12-16,2 3-11 0,2 2-9 0,1 3-6 0,2 1-3 0,1 3-8 15,1 0-13-15,2 0-4 0,2 2-13 0,0-1 0 0,3 0 6 16,1-1 6-16,2 0 12 0,3-3 10 0,3 0 20 0,2-1-8 0</inkml:trace>
  <inkml:trace contextRef="#ctx0" brushRef="#br0" timeOffset="-155294.03">10800 10112 1257 0,'-8'-3'171'0,"0"2"-57"0,0 1-91 0,2 5-14 0,4 3-1 16,1 2 5-16,1 2-6 0,2 3 3 0,2 1-5 0,2 3-2 16,1 0 1-16,2 0-8 0,0 2 3 0,2 0-6 0,1 0-4 0,3 1 0 15,0 1-4-15,2-1-1 0,0 2-1 0,1-1-3 0,2-3-4 16,-2-1 0-16,2-3-3 0,-1-3-1 0,-1-1 3 0,-2-1 3 0,1-2 5 16,-1-4 6-16,-1-1 5 0,-1-3 2 0,1-2 7 0,1-2 2 0,0-2 3 15,-1-3 4-15,0-3-2 0,1-2 2 0,0-2-4 0,-1-1 3 16,0-3 3-16,0 1 1 0,-1-2-3 0,-2 1-3 0,1 1 1 0,-1 2 1 15,0 1 4-15,0 2 3 0,-1 2-3 0,0 3-3 0,-1 2-1 0,0 1 0 16,-1 2-2-16,1 1-4 0,-2 3-4 0,2 2-2 0,0 2 1 16,2 2 0-16,1 3-4 0,-1 3 1 0,1 2 0 0,0 4-2 0,-1 0 5 15,1 4-2-15,-2 0-6 0,1 0 1 0,-1 0 1 0,-1-3 1 16,0-1 5-16,-1-2 1 0,-1-1 0 0,-1-4 4 0,-1 1-2 0,-1-2 7 16,-2-2-1-16,-2-2 4 0,-2-2 7 0,-1-2 3 0,-2-3 11 0,-2 0 1 15,-3-3-2-15,-2-1-1 0,-4-3-11 0,-2-3 0 0,-3-3 1 16,1-3 1-16,-3 0 1 0,0-5 2 0,0-1 4 0,0-1 1 0,2-3 1 15,0-1 2-15,2-3-2 0,0-1-4 0,2 0-2 0,1 1-3 16,2 0-9-16,4 4 4 0,2 3-2 0,3 4-9 0,2 4 0 0,3 6-13 16,0 1-7-16,2 2-8 0,-1 2-18 0,2 2-14 0,2 1-16 0,2 3-9 15,3 1-2-15,2 3-8 0,3 2-24 0,0 2-46 0,3 0-68 16,3 3-52-16,0 1-15 0,3 0 37 0,0-1 61 0,4 2 72 0,-1-1 31 16</inkml:trace>
  <inkml:trace contextRef="#ctx0" brushRef="#br0" timeOffset="-154527">11874 10264 923 0,'-2'-3'424'0,"-1"0"-238"0,1 1-105 0,0 3-42 0,3 2-10 16,-1 1-4-16,3 2-11 0,1 2-13 0,2 2 2 0,1 3-12 16,1 1 1-16,0 2 4 0,2-1-4 0,0 0 6 0,2 2-1 0,0 0 3 15,1-1-1-15,1 0 1 0,-2-2 10 0,2-2-2 0,-1-2 7 16,2-2 1-16,-2 0-2 0,-1-2 6 0,1-2 5 0,-3-2 7 0,0 0 9 15,-1-3 3-15,-1-2 5 0,-3 0 2 0,1-3-4 0,-2 0 3 0,-1-1-14 16,-1-1-6-16,-2-2-3 0,-3 0-19 0,-1-4 1 0,-1 0-18 16,-3 0-10-16,-3-3-4 0,-2 2-5 0,-4 0 7 0,0 1 5 0,-3 0 9 15,0-1 3-15,0 2 5 0,1 3 3 0,-1 0-1 0,0 2-3 16,3 2 7-16,-1 1-2 0,2 2 3 0,3 2 7 0,-2 2-14 0,2 1 1 16,2 2-5-16,2 1 0 0,1 1 0 0,3 0-1 0,1 1-7 0,2 1-6 15,1 2-1-15,3 2-1 0,2 2-2 0,2 1 1 0,4-1-2 16,3 3-9-16,2 0-5 0,3 1-5 0,1-1-10 0,2 0 7 0,1-1 0 15,2-2 5-15,0 1 12 0,0-1 4 0,2-1 4 0,-1-1 0 0,0-3 0 16,0 0 3-16,-2-2-9 0,0-1-3 0,1 0-10 0,0-2-16 16,0-1-21-16,-1-1-17 0,0-2-12 0,-2-2-11 0,-1-2 5 0,0-1 5 15,-1-2 3-15,0 0 14 0,0-1 16 0,0-1 18 0,-2-2 19 0,1-1 14 16,-2-3 15-16,-1-2 8 0,-1 0 6 0,0-3 10 0,-1 0 8 16,-2-1 9-16,-2-3 20 0,-1 0 14 0,-3-2 10 0,1-1 9 0,-3-2-4 15,-1-4-7-15,-2-1-12 0,-1-3-15 0,-3-2-9 0,-1-1-5 16,-1 0-10-16,-1-2-3 0,-1 0-4 0,0 0-5 0,-1-1 7 0,0 2 6 15,2 0 6-15,1 1 8 0,1 3 11 0,3 3 3 0,-1 4 7 0,2 2 6 16,1 4-4-16,1 4-5 0,1 4-11 0,0 7-23 0,1 4-14 16,1 3-7-16,2 5-7 0,2 3 3 0,2 5-3 0,3 5 3 0,2 7-2 15,1 3 0-15,3 9 1 0,1 5 0 0,1 6-2 0,3 8 3 0,0 3-3 16,2 5 1-16,1 3-2 0,-2 3-4 0,0 2-2 0,-1 0-3 16,1 0-10-16,0 1-5 0,-3-4-9 0,0-2 0 0,-1-2 0 0,-3-5 3 15,0-2-1-15,-2-7 9 0,-2-7 9 0,0-5 9 0,-1-10 13 16,-1-5 2-16,-4-6 9 0,-1-5 1 0,-3-3 4 0,-2-3 4 0,-1-2 7 15,-3-1 2-15,0-3 3 0,-4-2-10 0,-2-2-19 0,-4-3-25 0,-1-5-28 16,-4-3-18-16,-2-6-7 0,-5-4 3 0,-1-3 21 0,-5-3 18 16,-1-2 23-16,-1-2 20 0,2-2 11 0,1 0 13 0,1-1 6 0,2-1 1 15,0 1-6-15,4 0-6 0,2 4-6 0,4 3-5 0,3 4 0 0,4 4-6 16,1 3-5-16,3 2-2 0,2 2 1 0,1 3-2 0,2 1-2 16,2 2-7-16,2 3-11 0,2 0-2 0,4 1 1 0,0 1 2 0,5 2 2 15,4 2 1-15,3 0 1 0,1 1-1 0,4 2 6 0,0 1 0 16,2 0 0-16,1 2 2 0,2 3-1 0,1 0 4 0,1 1 5 0,-3 3 0 15,1 1-4-15,-1 1 6 0,0 3 3 0,-2 1 3 0,0 0 7 0,-3 0 0 16,0 1-4-16,-2 2 2 0,0 0-2 0,-1 1-5 0,-1 1-3 16,-1-1-1-16,0 1-10 0,-2 1 2 0,0-2-6 0,-2 0-3 0,-3 0-3 15,-3-3-10-15,-2 1 0 0,-3-1-9 0,-2-2-5 0,-3 1-6 0,-2-3-20 16,-2 0-10-16,-2-2-16 0,-1-4-24 0,-2 1-29 0,-2-2-41 16,2-2-49-16,-3-2-22 0,1-2 17 0,0-1 34 0,0-3 64 0,0-4 43 15</inkml:trace>
  <inkml:trace contextRef="#ctx0" brushRef="#br0" timeOffset="-154410">13204 9952 760 0,'-5'-33'584'0,"-1"0"-428"0,-1-5 10 0,3 11-46 0,2 7-38 15,1 6-35-15,1 2-34 0,1 4-26 0,0 3-22 0,1 3-23 0,0 3-31 16,1 2-74-16,0 4-92 0,1 5-82 0,0 4-30 0,0 4 62 16,1 1 20-16</inkml:trace>
  <inkml:trace contextRef="#ctx0" brushRef="#br0" timeOffset="-154144">13609 10134 1936 0,'-2'-21'349'0,"1"3"-282"0,1-2-41 0,3 7-33 0,2 6-15 16,3 3-23-16,3 5-10 0,4 4-7 0,3 5 3 0,1 5 7 0,-2 2 4 15,0 1 0-15,-1 3-10 0,0 2-11 0,-3 0-11 0,2 2 2 16,-2 0 0-16,1 0 13 0,-1-1 11 0,-1-2 9 0,0-2 20 0,-2-3 15 15,-2-3 11-15,-1-3 14 0,-2-4 19 0,-1-3 26 0,-1-3 33 0,0-3 29 16,-1-3 10-16,1-2-10 0,-1-3-22 0,0-2-26 0,0-3-17 16,0-3-21-16,0-3-15 0,0 0-9 0,0-3-9 0,-1 1-3 0,0-1 7 15,1-2-16-15,-1 2-3 0,0-1 12 0,0 3-10 0,-1-1 7 0,1 2-6 16,1 2-21-16,0 2-15 0,0 2-21 0,0 4-49 0,-1 2-69 16,1 3-92-16,-1 1-101 0,0 1-59 0,1 2 50 0,0 0 58 0</inkml:trace>
  <inkml:trace contextRef="#ctx0" brushRef="#br0" timeOffset="-153844">14346 10378 1879 0,'2'-10'596'0,"1"2"-500"0,1 0-79 0,3 5-17 16,1 0-6-16,5 1-7 0,3 0-12 0,2 1-10 0,0 1 9 0,0 0 1 15,-1 0 17-15,-3-3 2 0,-4 0-5 0,-1-2-1 0,-3 0-2 0,0-1 5 16,-2-2 1-16,0-2 4 0,-2-1 2 0,-1-2-1 0,-2-4 5 16,-2-3-1-16,-2-2-1 0,-1-3 2 0,-3-2-10 0,-1 0 4 0,0-1 13 15,-4 2 3-15,0 1 13 0,-1 2 2 0,0 0-10 0,2 3 4 0,-1 4-3 16,1 1-1-16,-1 2 4 0,3 4-1 0,1 2 1 0,1 3-3 16,1 3-9-16,1 3 1 0,0 3-9 0,1 5 3 0,0 3 4 0,1 5-5 15,0 4 10-15,2 6-1 0,1 1-7 0,2 5 7 0,3 1-4 16,2 3-7-16,2 2 1 0,4-1-17 0,5 2-22 0,2-2-22 0,4 0-32 15,3 1-37-15,2-3-41 0,3-2-52 0,2-2-72 0,5-4-103 0,0-2-55 16,3-3 41-16,0-6 26 0</inkml:trace>
  <inkml:trace contextRef="#ctx0" brushRef="#br0" timeOffset="-153427.43">17214 8883 2720 0,'-5'-49'64'16,"0"7"23"-16,1-1-30 0,4 23-43 0,5 19-26 0,4 9-7 0,5 11-1 15,5 10-7-15,4 10 14 0,-2 12-1 0,0 5 1 0,-3 7 13 0,-4 6-11 16,-5 3-4-16,0 7-2 0,-3 6-1 0,-2 4-8 0,-1 6-8 0,-3 3-17 16,-2 3-11-16,-2 0-12 0,-1-1-15 0,-2-2-14 0,1-4 1 15,1-3 0-15,-1-7 13 0,3-3 19 0,1-7 16 0,1-10 22 0,3-9 18 16,0-10 21-16,1-8 20 0,2-6 26 0,0-8 25 0,1-5 22 16,1-6 20-16,-1-3 6 0,1-4 2 0,0-3-9 0,1-3-21 0,2-2-16 15,1-4-12-15,2-3-19 0,3-3-18 0,1-4-9 0,2-2-17 0,4-2-3 16,1-1-8-16,1-2-8 0,0 2 5 0,0 2-6 0,0 0-1 15,-1 3-3-15,-1 1-10 0,1 3 0 0,-3 0-11 0,1 3-5 0,-2 1-3 16,-1 2-16-16,0 1-8 0,-1 1-14 0,1 1-13 0,-2 1-11 0,3 2-9 16,-1 0-20-16,0 1-32 0,1 1-50 0,-1-2-54 0,-1 0-38 15,1-1-11-15,0-2 31 0,0-1 54 0,0-3 9 0</inkml:trace>
  <inkml:trace contextRef="#ctx0" brushRef="#br0" timeOffset="-153227.62">16981 8920 753 0,'-12'-32'612'15,"1"3"-521"-15,0-4 26 0,4 13-32 0,6 10-43 0,3 4-24 0,3 3-15 16,3 4-6-16,4 2 1 0,4 3 2 0,3 2 5 0,4 2 1 16,2-1-4-16,4 3 2 0,0 2 1 0,4 1-1 0,1 2 9 0,6 2-4 15,2 0-1-15,2 1-6 0,4 0-5 0,-1 1-7 0,0 0-5 0,2-1-10 16,1 1-14-16,1 0-10 0,0 0-28 0,-1 1-26 0,-2 1-65 15,-3-1-68-15,0-1-39 0,-4-3 1 0,-2-1 55 0,-3 0 74 0,-6 0 10 16</inkml:trace>
  <inkml:trace contextRef="#ctx0" brushRef="#br0" timeOffset="-153027.47">17475 9712 1175 0,'-2'-5'693'0,"1"2"-618"0,0 0-60 0,4 5-47 0,7 4-14 16,7 4 3-16,7 3 2 0,5 2 5 0,7 4 5 0,0-1 6 15,4-1 4-15,-1-1 4 0,-1-3-8 0,0 0-6 0,0-1-23 0,-1-1-20 16,1 1-9-16,-2-1-20 0,-3-1-20 0,-1-1-41 0,-2-2-24 0,-2-2-13 16,0-2 7-16,-1-1 34 0,1 0 33 0,-1-3 1 0</inkml:trace>
  <inkml:trace contextRef="#ctx0" brushRef="#br0" timeOffset="-152744.47">18566 9774 1864 0,'-3'3'424'0,"1"4"-343"0,-1 6-47 0,1 9-25 0,4 10-6 16,3 8-2-16,3 8-4 0,5 6-9 0,3 2-15 0,2 0-1 0,-1-5 4 15,2-5 0-15,0-4 8 0,-2-3-7 0,-2-4 1 0,0-3-4 16,-2 1-4-16,-1-5 11 0,-3-2 3 0,-1-5 15 0,-2-8 17 0,-1-7 16 16,-1-3 21-16,1-6 5 0,0-2-5 0,1-4-7 0,2-6-17 15,-2-6-9-15,1-4-8 0,-2-8-15 0,-2-4-18 0,1-4-19 0,-3-2-21 16,0-3-14-16,-2 0-9 0,-2-4 7 0,1-1 10 0,-1 0 18 0,1-3 20 16,0 0 3-16,1 0 3 0,1 1-10 0,1 3-15 0,2 5-16 15,0 7-22-15,2 7-24 0,-1 7-37 0,2 4-34 0,-1 7-27 0,0 4-19 16,-1 5-2-16,1 2 22 0,-1 3 40 0,1 2 57 0,1 5 19 15</inkml:trace>
  <inkml:trace contextRef="#ctx0" brushRef="#br0" timeOffset="-152427.47">19376 10026 2082 0,'0'-3'130'16,"0"1"-69"-16,1 1-63 0,0 4-16 0,1 3-8 0,3 3-8 0,1 3-3 15,3 4-4-15,2 2 6 0,0 0 7 0,0-2 7 0,-1 1 2 16,-1-2-3-16,0-1-17 0,-2-3-8 0,1 0 8 0,0-3 6 0,-2-2 19 16,0-2 17-16,-1-1 1 0,0-3 9 0,-1-1 3 0,1-2-1 15,0-2 8-15,-2-3-1 0,1-2-6 0,-2-3 2 0,-1-1-11 0,-1-2-12 16,-3-2-13-16,-2-1-12 0,-4-1-4 0,-2-2-2 0,-4-2 10 0,0-2 6 16,-3 1 7-16,-2-1 9 0,0 0 3 0,-2 3 4 0,0 1 3 15,4 2 6-15,-1 4 3 0,2 2 3 0,3 2 0 0,0 5 0 0,2 2 0 16,2 3-6-16,1 2-5 0,1 3-2 0,1 2-1 0,2 2 5 0,0 3 0 15,2 2 1-15,2 1 4 0,3 2-1 0,3 3 1 0,3 2-4 16,5 1-6-16,5 3-2 0,4 1-8 0,3-1-4 0,5 3-2 0,2-3-12 16,5 1 0-16,4-2-5 0,3 1-15 0,1-1-18 0,3-3-35 15,-3-1-68-15,1-1-86 0,0-3-53 0,1-1-39 0,0-2 34 0,-1-2 21 16</inkml:trace>
  <inkml:trace contextRef="#ctx0" brushRef="#br0" timeOffset="-151610.89">20026 9743 1619 0,'-5'-11'675'15,"0"0"-582"-15,-2 0-45 0,3 7-56 0,1 7-24 0,2 5-15 0,1 7-4 16,2 10 6-16,3 10 15 0,3 5 8 0,2 5 6 0,1 4 6 16,2 2-2-16,1 1-12 0,0 2 3 0,1-1-21 0,0 0-23 0,4 0-19 15,0-3-34-15,0 0-13 0,2-5-9 0,1-3 2 0,0-4 11 16,1-7 24-16,-1-4 24 0,-1-6 25 0,-1-5 29 0,-1-4 23 0,-3-6 35 15,-2-5 37-15,-2-4 35 0,0-5 28 0,-2-3 8 0,0-3-13 0,2-3-18 16,-1-5-18-16,1-5-17 0,-1-2-7 0,0-6-4 0,-1 0 0 16,0-1 0-16,-2-1 5 0,-1 0-8 0,-2-2-10 0,-1-1-8 0,0 1-13 15,-2-2-11-15,1 2-7 0,-1 3-9 0,1 2-4 0,1 6-2 16,0 4-1-16,1 6 4 0,1 6-7 0,-1 5-1 0,0 3-6 0,1 5-6 16,0 2 4-16,1 6-4 0,1 4 0 0,0 6-1 0,2 8-4 0,0 4-5 15,1 5-17-15,0 7-3 0,2 3-18 0,-1 4-24 0,2 2-17 16,1 3-47-16,1 2-56 0,-1 0-74 0,4-2-71 0,0-4 3 0,1-5 80 15,1-3 99-15</inkml:trace>
  <inkml:trace contextRef="#ctx0" brushRef="#br0" timeOffset="-151060.79">21176 9055 1720 0,'-1'4'92'0,"1"7"-31"0,0 11-55 0,3 15 4 0,2 14 10 16,3 9-4-16,2 10 3 0,3 4-13 0,1 5-2 0,1 3-1 0,-3 0-3 15,2 1 4-15,-2-2-7 0,0-2-4 0,0-1-3 0,-2-4-17 0,0 0 2 16,-1-4-15-16,-1-3-24 0,-1-4-14 0,-1-2-27 0,0-4-26 16,1-4-18-16,0-5-17 0,0-7-4 0,0-4 23 0,-1-6 35 0,0-5 45 15,1-8 39-15,-2-6 39 0,0-5 28 0,0-4 32 0,-1-4 24 0,0-3 14 16,1-2 3-16,0-3-17 0,2-2-16 0,1-3-10 0,2-3-16 15,1-2-7-15,1-1-10 0,0-2-13 0,1-1-2 0,-1 2-7 0,-1-1 3 16,0 1-1-16,-1 2 0 0,3-1 0 0,1 1-7 0,-1 3-4 16,1 1-3-16,-1 3-2 0,1 2-7 0,0 3-4 0,0 2-10 0,-1 1-12 15,0 3-7-15,0 1-15 0,0 2-17 0,1 1-17 0,1 2-20 0,1 1-5 16,0 2-1-16,3 0 15 0,0 0 17 0,1 0 19 0,1-2 18 16,-1-2 13-16,0-1 15 0,0-2 9 0,-2-1 10 0,-1-3 10 0,-2 0 5 15,-1-4 6-15,-5 0 5 0,1-2 8 0,-2 0 9 0,-3-1 15 0,-2-2 14 16,-2 0 9-16,-3-3 9 0,-2 0-14 0,-2-2-11 0,-1 0-18 15,-2-3-17-15,-1-2-5 0,-3 2-11 0,-3-1 2 0,-1 0-7 0,-2 2-4 16,-2 1 4-16,0 3 13 0,2 4 13 0,-1 3 14 0,0 2 5 16,2 2-5-16,0 1-4 0,2 4-10 0,2 0-6 0,2 3-12 0,1 1-21 15,0 0-12-15,2 2-12 0,1 0-4 0,1 4 9 0,2 0-3 0,1 2-1 16,2-1-8-16,1 1-6 0,2-1 3 0,2-1 1 0,0 0 0 16,3-2-4-16,1 0-10 0,1 0-7 0,3 0-2 0,1-1 7 0,0 0 12 15,1-1 17-15,1-2 11 0,1 0 12 0,2-2 4 0,0-1 1 0,1 0-4 16,1 0-3-16,0 1-2 0,1 0-3 0,1 0 6 0,0 2 1 15,1 0 4-15,0 0 6 0,-1 1-1 0,2 1-1 0,-1 0 1 0,1 1-6 16,0 0-3-16,-1 0-1 0,1 2-2 0,0-1 3 0,-1 0-3 0,0-1-10 16,1 0-27-16,0-1-32 0,0 0-42 0,-2-2-58 0,0-3-32 15,-1-2 5-15,-1-3-22 0</inkml:trace>
  <inkml:trace contextRef="#ctx0" brushRef="#br0" timeOffset="-150860.79">22397 9189 1531 0,'4'-30'824'0,"0"1"-739"16,1-1-14-16,-2 11-46 0,-1 10-17 0,1 4-6 0,0 4-15 0,1 2-3 16,1 2-1-16,3 6-8 0,1 5 5 0,1 8 0 0,2 5-3 15,-3 8-2-15,2 5-4 0,-1 5-2 0,1 6-1 0,1 7-8 0,0 2-3 16,0 3-8-16,3 5-11 0,0 0 2 0,4 3-11 0,-1 0-9 0,2-4-15 16,1-2-22-16,-3-6-9 0,0-4 3 0,-3-6 26 0,-1-5 27 15,-1-5 15-15,-1-6-1 0,-2-3-22 0,0-6-36 0,-3-3-23 0,0-4-16 16,-3-4-6-16,0-4 12 0,-1-3 21 0,-2-4 27 0,-1-2 34 15,-2-4 19-15</inkml:trace>
  <inkml:trace contextRef="#ctx0" brushRef="#br0" timeOffset="-150610.79">22516 9978 107 0,'-12'-14'134'15,"-1"0"1"-15,-2-3-11 0,4 5-32 0,0 2-39 0,1 1-29 0,1 1-23 16,1 1-20-16,2 2-6 0,2 0 5 0,1 3 6 16,1-1 17-16,2 2 9 0,1 0-1 0,0 0-7 0,3 0-16 0,1-1-25 0,4 0-21 15,3-1-18-15,4 2-2 0,2 0 10 0,4 1 20 0,2-1 22 0,2 1 16 16,2-2 13-16,0 1 16 0,3-1 23 0,-1 1 33 0,0 0 38 15,0 1 37-15,0 1 17 0,-3 0 2 0,0 1-5 0,-2-1-23 0,-1 2-11 16,1-1-17-16,-2 3-19 0,2 0-20 0,-3 1-19 0,-2 0-16 0,1 2-8 16,-1-1-10-16,-2 2-8 0,1-1-3 0,-1 0-6 0,-2 1-3 15,0 1-5-15,-3 0-4 0,-2 0-7 0,-1 0-2 0,-3 0-3 0,0-1-2 16,-1 1 2-16,-2 0-4 0,0-2-1 0,-1 0 1 0,0 0-4 0,-1 0-1 16,0-1 2-16,-1 1 2 0,1 1 4 0,-2-1 5 0,2 0-2 15,0 0-5-15,0-1-8 0,1 0-11 0,0-1-19 0,1 1-23 0,0 0-20 16,0 0-10-16,-1 2-15 0,0 0-10 0,1 0-12 0,-1-2-15 15,-1 2 6-15,1-2 21 0,-2 1-10 0</inkml:trace>
  <inkml:trace contextRef="#ctx0" brushRef="#br0" timeOffset="-150443.79">23165 9245 2028 0,'0'-7'-2'16,"0"2"-65"-16,1 0-114 0,0 5-96 0,2 5-58 0,1 3 0 0,2 3 36 16,2 4 72-16,1 6 72 0,2 2 13 0</inkml:trace>
  <inkml:trace contextRef="#ctx0" brushRef="#br0" timeOffset="-150310.79">23795 9903 1592 0,'4'3'113'0,"2"4"-92"0,1 2-39 0,2 4-10 16,3 3-18-16,1 2-27 0,2 1-21 0,0 2-34 0,2 1-36 0,0-2-55 16,2 0-23-16,-4-2 5 0,2-3 46 0,0-4 60 0,1-1 51 15,-1-1 33-15,2-3 22 0</inkml:trace>
  <inkml:trace contextRef="#ctx0" brushRef="#br0" timeOffset="-150224.79">24123 10107 121 0,'10'-13'166'0,"0"-4"27"16,3-6 17-16,-5-1-14 0,-3 0-37 0,-1-2-36 0,-3-2-35 0,-1-2-29 0,-4 0-28 15,-3-2-15-15,-3-4-8 0,-4 0-8 0,-1-1-3 0,0 5-3 0,-4 3-9 16,0 4-19-16,-2 4-28 0,-3 1-38 0,-3 3-32 0,-2 3-13 0,-2 1 2 15,0 3 20-15,1 2 17 0,3 4 15 0,3 2 7 0,3 3-1 16,2 2-6-16,3 2 6 0,0 0 21 0</inkml:trace>
  <inkml:trace contextRef="#ctx0" brushRef="#br0" timeOffset="-149958.77">24440 9513 1671 0,'20'-4'161'16,"2"2"-117"-16,4 3-41 0,0 6 6 0,-2 6-6 0,2 4 0 0,0 3-5 15,-1 4-14-15,-2 4-7 0,-3 0-9 0,-2 5-9 0,-1 2-6 16,-3 3-11-16,-3 5-20 0,0-1-30 0,-4 0-37 0,-1 0-40 0,-3-3-38 16,0-2-1-16,-2-2 26 0,1-4 43 0,0-3 53 0,1-6 41 0,-1-2 30 15,1-5 22-15,0-3 22 0,0-4 27 0,0-4 44 0,-1-1 54 16,2-3 59-16,0-2 41 0,2-1 4 0,1-1-17 0,1-2-29 0,1-2-42 16,-1-1-25-16,3 0-17 0,0-1-25 0,2 0-8 0,2 1-17 15,0-1-20-15,2 1-12 0,-1 2-15 0,4 1-7 0,-1 3-8 0,3 2 0 16,2 4-7-16,-1 4-14 0,4 5-9 0,2 3-21 0,2 7-10 0,2 6-9 15,1 3-19-15,0 7-12 0,0 1-21 0,-3 1-28 0,0 2-39 16,-3-1-53-16,-2-2-40 0,-1-1 9 0,-1-4 98 0,-4-4 107 0,-4-6 43 16,-3-4-7-16,-1-2-55 0,0-1-79 0</inkml:trace>
  <inkml:trace contextRef="#ctx0" brushRef="#br0" timeOffset="-149277.27">24624 8302 176 0,'-87'-117'23'0,"-19"-17"-10"0,-34-33-12 0,-7 14-6 16,-2 23-3-16,-10 6 2 0,-7 7 1 0,-3 9-3 0,-5 7 1 0,-4 7 2 16,-6 11 2-16,-7 7 4 0,-10 9 1 0,-8 8-3 0,-5 9 1 0,-6 12 2 15,-3 9 6-15,-4 11 8 0,-3 11 13 0,-8 9 10 0,-2 10 11 16,-5 10 11-16,-1 7 11 0,0 8 15 0,1 5 29 0,-1 8 31 0,-1 9 31 16,1 11 24-16,2 11 1 0,0 9-8 0,6 11-21 0,0 6-22 15,4 7-29-15,9 8-28 0,5 6-16 0,7 9-19 0,13 6-1 0,7 7-22 16,13 5-6-16,16 4-11 0,15 2-2 0,14 1 5 0,17 1-3 0,14-3 1 15,18 0-6-15,15-6-1 0,18-2-4 0,16-6-7 0,17-6-2 16,15-7-2-16,13-5 9 0,12-7 6 0,14-6 0 0,10-5 13 0,11-8-14 16,9-3-12-16,9-2 7 0,8 0-3 0,7 3 5 0,10-3 12 0,8-3-6 15,7-3-8-15,7-5-3 0,6-6-3 0,6-2 1 0,6-6 4 16,6-4-3-16,3-4 1 0,6-6 0 0,5-6 3 0,5-3 7 0,5-5-2 16,4-3 8-16,5-2-3 0,2-2 9 0,5-3-1 0,2-2-7 0,2-5-1 15,3 1-16-15,-1-2 5 0,-1 1-1 0,-1-3-1 0,0 2 2 16,-2-1-5-16,-1-2-6 0,-2-1-4 0,-6-2-6 0,-1-2-14 15,-6-3 0-15,-4-3 11 0,-8-3 11 0,-8-3 6 0,-11-4 1 0,-3 0-12 16,-3-2-17-16,-2-3-10 0,0-2-7 0,-3-5-7 0,-3-4-7 0,-2-4-8 16,-2-5-11-16,4-6 5 0,2-6 15 0,3-6 16 0,3-5 18 15,-1-4 7-15,3-6 5 0,-2-2 9 0,1-4-10 0,2-2 3 0,-2-4 4 16,2-2-3-16,-4 0 12 0,-4 0 0 0,-2 2-2 0,-5-2-1 0,-1-2-1 16,-3-4-2-16,1-7 5 0,0-5-8 0,-2-6-16 0,-3-2-24 15,-6 0-16-15,-6-2-12 0,-2-2 6 0,-2-7 17 0,-1-4 8 0,-2-3 18 16,-3-2 20-16,-5 4 5 0,-5 0 5 0,-5 2 1 0,-5 1-5 0,0 0-15 15,-2 1-14-15,-2-2-22 0,-2 2-17 0,-4 4 15 0,-7 11 21 16,-9 10 40-16,-7 13 34 0,-12 9 23 0,-8 5 7 0,-6 2-4 0,-8-1-11 16,-4-2-15-16,-6-5 0 0,-8-3 0 0,-7-3-8 0,-8-3 1 0,-8 0-1 15,-8 0-4-15,-8-5 8 0,-7 0-3 0,-9-3-4 0,-10-1-17 16,-7-1-12-16,-8-3-4 0,-7 1-8 0,-6-2 3 0,-7-1-9 0,-9-1-10 16,-5-1-15-16,-7 1-13 0,-7 1-4 0,-3 5-11 0,-6 7 10 15,-3 6 11-15,-5 9 9 0,-3 8 18 0,-4 5 10 0,-4 9 6 0,-2 5 12 16,-5 6 9-16,-5 4 10 0,-3 7 10 0,-5 6 22 0,-1 5 13 0,-1 7 17 15,-4 7 11-15,-3 5-4 0,-5 8 0 0,-4 6-3 0,-4 7-6 16,-3 7-10-16,-3 6-8 0,0 8-21 0,0 7-4 0,-2 9 4 0,0 9-1 16,-1 10 1-16,2 7-14 0,3 4-14 0,4 5-10 0,6 5-4 0,7 7-6 15,5 3 3-15,4 6-1 0,9 5-13 0,7 4-7 0,7 6-13 16,10 3-17-16,8 5-29 0,7 3-44 0,9 3-63 0,7 2-58 0,9 0-67 16,10 2-104-16,8 0-80 0,11 0 5 0,5 3 126 0,7-2 144 15</inkml:trace>
  <inkml:trace contextRef="#ctx0" brushRef="#br0" timeOffset="-22407.33">12445 13923 2161 0,'-1'-1'-7'0,"1"0"-9"16,0 2 1-16,1 2 1 0,2 3 18 0,-1 2 3 0,0 2 3 0,-1 2 1 0,-1 2-10 0,-1 4 2 0,-1 4-3 0,0 3 0 0,-2 5 1 15,-1 5 2-15,-2 4 2 0,-2 8 11 0,-2 4-6 0,-1 5 3 16,-3 7-3-16,-2 7-10 0,-1 5 9 0,0 7-8 0,-2 5-3 0,1 3 3 16,1 1-2-16,0 1-2 0,2-2-3 0,2-3 0 0,3-1-4 0,2-4 4 15,3-2 4-15,2-5-4 0,3-7-1 0,1-4-3 0,3-8 4 16,1-4 2-16,1-5 1 0,3-2 7 0,-1-5-1 0,0-4 2 0,1-2 6 15,1-4 10-15,0-4 17 0,1-3 12 0,2-4 19 0,-2-3 12 0,2-1-2 16,1-4 2-16,1-1-21 0,2-2-11 0,1-3-7 0,4-1-4 16,1-2-3-16,1-1-4 0,4-2-6 0,1-2-11 0,2 0-4 0,1-1 0 15,0-1-2-15,0 0-5 0,1 0 4 0,0 1-10 0,0-1 1 16,-1-1 11-16,1 0-6 0,-1 0 7 0,1 0-6 0,-2 0-1 0,1-1 2 16,-3 0 0-16,1-1-7 0,-1 1 2 0,1 0-1 0,-1 0 2 0,1-1 4 15,-1 0-10-15,-1 0 2 0,-1 1-7 0,-2 0 3 0,-1 1 7 16,-2 2 0-16,-2 0 7 0,-2 0-12 0,-1 2 0 0,-2 1 5 0,0-1-4 15,-2 3 4-15,-2-1-3 0,-2 2-6 0,-2 0 4 0,-2 0 4 0,0 1-4 16,0 0 1-16,-2 0 9 0,0 1-1 0,-1-1 1 0,0 1-7 16,0 0-6-16,0 1 8 0,-1-1 1 0,1 1 3 0,-1 0-8 0,1 0-6 15,-1-1-12-15,0 1-16 0,0 0-28 0,-1 0-37 0,0-1-40 16,-1 2-61-16,-1 1-88 0,0 1-133 0,-1 2-98 0,-2 1-6 0,0 2 49 16</inkml:trace>
  <inkml:trace contextRef="#ctx0" brushRef="#br0" timeOffset="-20107.82">13980 14369 311 0,'-6'-2'18'0,"2"0"4"0,-1 0-12 0,3 2-9 16,1 1-9-16,2 1-12 0,0 1-8 0,0 3-5 0,2-2-2 15,0 2 1-15,1 2 0 0,0-2 4 0,0 1 1 0,0-1 7 0,0-2 6 16,-2 0 5-16,0-3 7 0,-1-1 4 0,1-1 7 0,-1 0 4 15,0-2 7-15,0 0 5 0,-1-1 7 0,0-1 1 0,1-1 2 0,-1-1-1 16,1 0-2-16,0 0-3 0,-1-2-1 0,1 1-1 0,1 0-5 0,-1 0-4 16,1 1-3-16,0-1-5 0,0 2-2 0,0 1-3 0,0-1-1 15,1 2-2-15,0-1-1 0,0 1 1 0,-1 1-2 0,1 0-1 0,0 2 0 16,0 0-4-16,1 1-1 0,-1 0-2 0,1 0-2 0,-1 0-2 0,0 2-1 16,0 0 3-16,1 0 0 0,2 1 2 0,-1-1 4 0,1 0 2 15,-2 0 3-15,0-1 6 0,-1-1 5 0,0-1 10 0,0-1 8 0,-1-1 6 16,1-1 7-16,-2 0 3 0,1 0 4 0,-1 1 2 0,-1-1 0 15,1 0-1-15,0 1-7 0,-1 0-6 0,0 0-9 0,-1 1-6 0,1 0-6 16,0 0-7-16,0 1-4 0,0 0-4 0,0 0 0 0,1 0 0 0,-1 1-1 16,0 0-3-16,0-1-4 0,0 3-2 0,1-1-2 0,-1 0-2 15,1 0-1-15,-1 0 1 0,0-1 0 0,1 1 6 0,-1-1 6 0,0 0 1 16,1 0 3-16,-1-1 0 0,1 1-1 0,-1-1 3 0,1-1-1 0,-1 1 2 16,0 0 3-16,0-1 3 0,-1 2 5 0,0-2 2 0,0 0 2 15,1 1-1-15,-1 0-2 0,0 0 1 0,0-1-5 0,-1 1 1 0,1 1-6 16,0 0 0-16,0 0-3 0,0-1-4 0,0 1 1 0,0 1-2 15,0 0 0-15,-1 0-2 0,1 0 0 0,1 1 0 0,-1-1-1 0,0 1 5 16,-1 0-6-16,1-2 3 0,-1 2-1 0,1 0-1 0,0 0 4 16,1 0-3-16,-1-1 4 0,1 0-2 0,0 0 1 0,-1-1 1 0,1 0 0 15,-1 0 0-15,1 0 2 0,0-1 0 0,0 0 4 0,-1-1 1 0,1 0 4 16,-1 0 2-16,1-1 2 0,-1 3 5 0,0-3 0 0,0 1 0 16,-2 0-2-16,1-1-5 0,-1 1-5 0,1 0-4 0,0 1-3 0,1 0-1 15,-1 0 3-15,1 1-2 0,-1 0-1 0,1 1-3 0,-1 0 3 0,1 1 0 16,-1-1 4-16,0 1-2 0,-1 0 0 0,0 0 0 0,1 0 4 15,-1 0 3-15,-1-1 2 0,1 0 2 0,0-1-4 0,1 1 5 0,0 0 0 16,-1 0-1-16,1 0 4 0,1 0 1 0,-1-1 2 0,1 0-1 16,0-1 0-16,-1 1-4 0,1-2-1 0,0 2-2 0,0-1-2 0,-1 1 1 15,1-1-4-15,0 1 1 0,-1 0-3 0,1 0-4 0,-1 0 4 0,1 0-2 16,-1 0 1-16,1 0-1 0,0 0-3 0,-1 0 6 0,1 0-5 16,0 0 4-16,0 0 1 0,-1 0-6 0,2 0 4 0,-1 0-2 0,0 0-2 15,1 0 3-15,-1 0-1 0,0 0 2 0,1 0 4 0,0 0-1 0,1 0 5 16,-2 1 0-16,1-1 0 0,0 0 6 0,0 0 2 0,0 0-2 15,0 0 3-15,0 1 0 0,0 0-2 0,0 0 1 0,1 1-7 0,0 1-3 16,1 1 4-16,1 2-7 0,-1 4 5 0,2 1-4 0,1 5-2 0,1 2 8 16,0 5 3-16,2 4 3 0,-1 6-3 0,1 2-6 0,0 5-7 15,1 2 2-15,-1 4 4 0,2 2-5 0,-2 6 6 0,1 1-12 16,-3 3-1-16,-2 1 1 0,0 2-1 0,-3-1 2 0,1 0-1 0,-1-1-4 16,0 0 6-16,0-3 1 0,2-3-4 0,0-3 2 0,0-4-6 0,1-4-3 15,1-5 7-15,0-2-3 0,2-5-5 0,-1-3-16 0,1-3-30 0,1-1-25 16,-1-4-38-16,1-2-38 0,-2 1-14 0,0-3-19 0,0-1-8 15,0-4-3-15,-1-4-10 0,-1-3 17 0,0-4 34 0,-1-6 17 0</inkml:trace>
  <inkml:trace contextRef="#ctx0" brushRef="#br0" timeOffset="-19957.82">14178 14738 470 0,'-13'-41'208'0,"1"-2"-72"0,-3-11 17 0,3 11-27 0,4 6-27 0,3 5-18 16,2 4-18-16,1 5-14 0,2 4-6 0,1 4-6 0,2 3-4 15,0 4 2-15,0 3-5 0,-1 2-6 0,2 3-4 0,2 1-11 0,0 2-3 16,2 2-2-16,1 3 0 0,3 2 0 0,1 3-7 0,1 3 0 15,2 1-8-15,2 3-2 0,2 1-27 0,2-2-23 0,3 2-26 0,1 1-40 16,4-2-35-16,-1 2-34 0,3-1-33 0,1-2-14 0,1 1 24 0,0-2 7 16</inkml:trace>
  <inkml:trace contextRef="#ctx0" brushRef="#br0" timeOffset="-19807.82">15028 14420 939 0,'-1'-26'210'0,"0"0"-11"0,1-8 2 0,1 5-38 0,0 4-38 0,1 2-34 16,0 1-33-16,-1 2-25 0,1 4-10 0,0 4-6 0,-1 2-7 15,0 4-2-15,0 3-8 0,-2 3-10 0,0 2-5 0,-1 3-15 0,-1 3 1 16,-2 5-5-16,-3 4 0 0,-3 6-7 0,-4 4-15 0,-4 5-9 0,-1 3-16 16,-3 4-11-16,-1 4-13 0,-3 1-20 0,1 2-13 0,1 2-17 15,-1 0-29-15,2 1-31 0,-1-1-22 0,0 0 17 0,4 0 16 0</inkml:trace>
  <inkml:trace contextRef="#ctx0" brushRef="#br0" timeOffset="-19640.82">14871 14493 1203 0,'-8'-42'428'0,"1"-1"-267"16,1-9 19-16,4 8-39 0,4 9-27 0,2 4-26 0,2 2-19 0,2 5-23 16,1 3-7-16,0 4-5 0,0 4-4 0,0 5 0 0,-2 1-13 15,1 4-9-15,2 3-3 0,2 4-8 0,1 3-10 0,1 7 10 0,0 7-10 16,2 6 6-16,0 8 0 0,-2 4-2 0,-1 6 2 0,-1 3-8 0,1 4-2 16,-1 4-19-16,0 3-12 0,-1 4-25 0,2 3-41 0,0 3-52 15,0 3-92-15,2 0-114 0,1 5-118 0,2 1-128 0</inkml:trace>
  <inkml:trace contextRef="#ctx0" brushRef="#br0" timeOffset="-18423.52">21110 14592 320 0,'-7'-25'307'16,"1"-3"-178"-16,-3-8 18 0,1 1-11 0,0 0-12 0,0-4-21 0,-2 1-23 15,1-2-15-15,0-1-17 0,-1 0-7 0,-1-2-14 0,2-1-7 16,-3 1-8-16,1 2-12 0,0 0-4 0,0 4-11 0,1 0-13 0,2 1-11 16,0 1-13-16,0-1-11 0,1 3-8 0,0-1-4 0,0 5-1 0,0 2 7 15,1 3 16-15,0 3 13 0,0 2 13 0,0 4 13 0,0 2 11 16,-1 2 12-16,1 2 9 0,1 2 11 0,1 0 9 0,0 1 8 0,1 2 10 15,0 0 12-15,0 0 13 0,1 1 8 0,1 0 10 0,1 0-1 16,-1 0-4-16,1 1-6 0,1 0-11 0,-1 2-17 0,2 0-5 0,0 3-15 16,2 0-4-16,3 4 2 0,2 4-1 0,3 2 9 0,1 7 9 0,0 4-1 15,1 4-1-15,1 7 1 0,1 4-4 0,-1 6-4 0,2 5-12 0,-1 3-4 16,0 3-13-16,-2 1-4 0,1 4 4 0,-2 4-9 0,-2 1 2 16,-1 1 1-16,-2 2-3 0,-1-1-2 0,0 1-6 0,-1-3-3 0,-1-3 1 15,2-7 1-15,-1-6-4 0,0-6-3 0,-1-4-3 0,-1-6 4 16,0-3 1-16,-2-5-2 0,0-4-1 0,0-4-5 0,0-4 3 0,-2-2 1 15,0-4-2-15,0-3 2 0,-1-2 1 0,1-3-2 0,0-1 11 0,-1-3-1 16,-1-2-1-16,-1-4-3 0,-1-2-7 0,-2-6-5 0,-1-5-6 16,1-4-9-16,-2-6-3 0,-1-2-1 0,1-4 5 0,-1 0 1 0,1-2 5 15,-1-4 3-15,0-1 4 0,-2-4 4 0,-1-4 5 0,-1-4 3 0,2-3 1 16,-1-3 0-16,1-4 4 0,2-2-2 0,1-3-1 0,1-1-8 16,2 1 5-16,2-1-4 0,2 1 2 0,3 3 12 0,2 2-10 0,2 5 8 15,0 4 1-15,2 6 5 0,1 4-3 0,1 6 6 0,2 6-9 16,0 4-5-16,2 7 16 0,0 7-5 0,-1 3 6 0,1 6 7 0,-1 4-8 15,2 2-2-15,1 6 2 0,2 3-8 0,2 4 3 0,2 6 5 0,1 4 6 16,2 8 8-16,0 5 1 0,-1 3-1 0,2 6-11 0,-2 5 1 16,1 5 1-16,1 3-5 0,-2 3-3 0,3 1-6 0,-2 2-7 0,1 0-5 15,-1 3 4-15,0 0-4 0,0 0 3 0,-3 0 6 0,2 1-11 0,-3-4 2 16,-2-5 3-16,0-8-3 0,-4-10 9 0,-1-7 3 0,-2-7-1 16,-1-7 10-16,-1-7 13 0,-1-5 35 0,-1-4 28 0,-2-4 23 0,0-3 8 15,0-4-21-15,1-6-25 0,0-5-20 0,2-5-22 0,1-6-9 16,1-8-3-16,1-4-9 0,1-6-1 0,0-4-2 0,0-1-1 0,-1-3-6 15,-1-4 6-15,0-3-6 0,1-3 0 0,0-1 5 0,0-4-12 0,0 0-7 16,1-1-7-16,1 3-1 0,0 7-17 0,2 8-4 0,-1 8 0 16,3 9-11-16,0 7 1 0,-2 8-3 0,0 5-5 0,0 6-10 0,-1 5-17 15,-1 4-38-15,0 4-48 0,-1 3-57 0,-1 4-67 0,-1 7-45 0,-2 4-41 16,0 6-15-16,-1 6-59 0</inkml:trace>
  <inkml:trace contextRef="#ctx0" brushRef="#br0" timeOffset="-17957.52">22484 13839 1455 0,'-8'-6'1011'15,"-1"3"-919"-15,0 3-23 0,1 3-55 0,4 8-9 0,2 4-15 0,2 5 6 16,1 6-3-16,5 6 2 0,1 4 9 0,2 2-6 0,2 1-3 16,1-2-4-16,1 2 4 0,2-1-5 0,2-2 2 0,3 0-3 0,1-5-3 15,0-2 1-15,2-4 4 0,0-1 1 0,-1-3 0 0,1-4 3 0,-1-3-3 16,0-2 4-16,2-3-2 0,-2-2-1 0,2-2 1 0,0-3 0 15,-1-4 3-15,2-1 1 0,-1-4 8 0,-2-2 1 0,-1-2 0 0,-1-3 3 16,-3-2 2-16,0-4 2 0,-3-2 5 0,-1-1 2 0,-3-3 3 16,-1-1-3-16,-3-3-2 0,-3-3 3 0,-2-3-6 0,-3-2 4 0,-3-3-1 15,-3-2-7-15,-4-2-6 0,-2-2 2 0,-4-2-1 0,-3-1-2 0,-1 2 5 16,-3 2-7-16,1 3-3 0,-1 4 0 0,0 8 0 0,2 5-3 16,0 4 8-16,0 6 0 0,1 1-9 0,-2 4 8 0,3 3-6 0,-1 3 0 15,0 4 1-15,2 6-8 0,-3 4-7 0,0 7-4 0,1 4-14 0,-1 3-14 16,1 6-22-16,2 3-27 0,0 5-46 0,3 3-50 0,3 3-57 15,0 3-70-15,3 2-45 0,4 0-41 0,3 2 9 0,3 2 40 0</inkml:trace>
  <inkml:trace contextRef="#ctx0" brushRef="#br0" timeOffset="-17673.52">23158 13878 2533 0,'-4'-12'100'0,"2"2"2"15,1-1-62-15,0 4-14 0,3 4-16 0,0 2-8 0,1 3-6 0,3 3 1 16,0 4-14-16,4 4 4 0,-1 5-5 0,3 2 12 0,-1 6 10 0,2 4 1 16,0 4-3-16,-1 2-13 0,0 4 1 0,-1 2-2 0,1 0 6 15,0 2 1-15,-2-3-5 0,0-2-3 0,-1-2-6 0,-2-2-2 0,3-3-2 16,-1-2-1-16,1-3 0 0,1-6 7 0,-2-2 3 0,0-5 2 16,0-3 3-16,1-4 6 0,0-2 4 0,-2-2 15 0,1-3 10 0,-1-3 9 15,-2-2 8-15,4-2 17 0,-1-3-1 0,2-3 0 0,0-4-4 0,1-4-13 16,0-2-6-16,4-3-5 0,3-3 0 0,-1-2 0 0,0 1 3 15,1-3-4-15,-1 2 0 0,-2-1-4 0,2 3-5 0,1 3 0 0,-1 3-1 16,2 4-1-16,0 3 5 0,0 3-6 0,-2 5-8 0,0 2-1 0,1 4 0 16,0 2-5-16,1 4 0 0,-1 3-4 0,1 5-13 0,1 4 2 15,0 6-5-15,1 5-27 0,0 8-10 0,1 3-47 0,-1 6-51 0,1 5-69 16,-3 5-132-16,1 6-193 0,-1 10-252 0,-4 13-18 0</inkml:trace>
  <inkml:trace contextRef="#ctx0" brushRef="#br0" timeOffset="-16424.51">17998 14048 1089 0,'-19'-13'80'16,"0"-1"57"-16,-4-2-10 0,7 1-26 0,4 3-24 0,2 0-25 0,3 1-10 15,0 1-11-15,1 0-7 0,1 1 0 0,0 0-3 0,0-1 11 16,-1 1-1-16,1 2-1 0,0 0 4 0,-1 1 0 0,2 1-2 0,-1-1-1 16,-1 0-5-16,1-1-5 0,0 1-4 0,1 1 2 0,-1-1-5 0,1 2 3 15,0 0-1-15,1 0-3 0,0 1-2 0,0 0 2 0,1 1-4 16,0 0-1-16,1-1 6 0,1 1-11 0,-1 1 4 0,1 0 3 0,0 1-4 15,0 0 6-15,0-1-4 0,1 1-2 0,-1-1 1 0,1 1-1 0,1 0-3 16,1 0 2-16,1 1-1 0,1-1-2 0,0 1 7 0,1 0 1 16,1 0 4-16,2 2 5 0,1-1 4 0,0 2-1 0,3-1 4 0,1 1-5 15,1 0 0-15,-1 0 3 0,3 2 1 0,1 0-3 0,2 1-1 16,1 0-2-16,3 0-9 0,0 0 2 0,4 0 1 0,2 0 2 0,4-1 4 16,0 3-6-16,4-1 1 0,0 2-6 0,1-1 4 0,4 0 4 0,2 0-1 15,3-1-1-15,4 2-1 0,1 0-4 0,1 0 1 0,-1-1-9 0,-1 1 1 16,1-2-1-16,2 2-2 0,1-1-1 0,2 1-4 0,-1 0 4 15,0 0 2-15,0 0 2 0,-2-1 1 0,-3 1-5 0,0 0 2 0,-4 0 0 16,0-1 2-16,-2 0 1 0,-2-2-1 0,-5 0 1 0,-1 0 4 16,-5-1 6-16,-2-2 2 0,-1 1 13 0,-2-2 7 0,-4-1-3 0,0 0 10 15,-2 0-1-15,0-1-8 0,0 0-2 0,0 1-17 0,-2-1 8 0,-2 1-1 16,-3-1-5-16,-2 1 7 0,-1 0-13 0,-3 0-3 0,-1 0 4 16,-2 1 1-16,-2-1-5 0,-2 0 2 0,-2 1-3 0,0 0-1 0,-3 1 0 15,-1 1 4-15,-3 1 4 0,-4 1-6 0,-5 2 3 0,-5 2-3 16,-8 1-1-16,-5 5 1 0,-7 2-5 0,-4 5 1 0,-7 3 1 0,-5 5 0 15,-7 5-1-15,-4 4-10 0,-3 6 12 0,-3 2-6 0,-2 5 1 0,0 4 7 16,-2 4-13-16,1 5 8 0,3 3-5 0,-1 4 4 0,3 4-6 16,1 5-6-16,2 4-10 0,1 5-25 0,1 3-34 0,2 3-44 0,3 0-49 15,3 0-79-15,0 0-142 0,3-2-178 0,0 5-187 0,-3 2 44 0</inkml:trace>
  <inkml:trace contextRef="#ctx0" brushRef="#br0" timeOffset="-14024.5">15909 13860 1405 0,'-13'-7'106'0,"2"0"58"0,-5 0-31 0,4 3-31 0,3 3-21 0,1 3-39 16,0 1-18-16,2 5-16 0,1 4-10 0,-2 6 8 0,0 6-6 0,-1 9 7 16,-1 6 3-16,1 9 1 0,-1 6 5 0,0 8 0 0,1 5 0 0,-1 5 0 15,1 3-5-15,0 1-6 0,1 3-2 0,1 4 4 0,1 4 3 16,2 4 4-16,3 1-6 0,3-2 3 0,4-5-16 0,2-9 1 0,4-9 1 15,3-6-3-15,3-6 9 0,4-7 1 0,2-4-5 0,1-5 4 0,1-2-3 16,0-4 3-16,3-3 3 0,-2-5 1 0,1-1-1 0,-1-4-2 16,-2-2-4-16,-2 1 3 0,2-2 2 0,-2-2-4 0,-2-1 7 0,0-2-2 15,-3-1-3-15,-3-2 1 0,-1-1-5 0,-2-2 4 0,-3-3-3 16,-1 1-3-16,-3-1-11 0,-1-2-32 0,-1-1-41 0,-2 0-48 0,0-2-55 16,-2 0-65-16,0-1-55 0,-1-1-47 0,-2 0 1 0,-2-4-93 0</inkml:trace>
  <inkml:trace contextRef="#ctx0" brushRef="#br0" timeOffset="-13307.5">16242 14542 1553 0,'-13'-12'596'0,"1"3"-468"0,-2-1 7 0,5 6-52 15,5 2-37-15,1 2-29 0,1 3-1 0,3 3-22 0,1 6 9 0,1 4-1 16,1 4-4-16,1 3 8 0,0 2-4 0,1 4-2 0,-1 2-2 16,1 3 2-16,0 3-1 0,-2 1 1 0,2 1 0 0,0 4-3 0,-1-1 3 15,1 0-2-15,1 3 4 0,-1-2-7 0,1-1-8 0,0-3 5 16,-1 0 5-16,2-5 3 0,1 0 5 0,-1-4-5 0,1-1-8 0,1-4-2 16,-2-2 4-16,1-3-3 0,-2-5 1 0,-1-3 2 0,-1-3-4 0,-3-3 9 15,0-4 1-15,-1-1-6 0,-1-2-1 0,-1-2-4 0,0-3 2 16,-2-3 0-16,-1-4 1 0,-1-4 2 0,-2-6 0 0,0-4 4 0,-2-6 4 15,1-2-2-15,0-3 9 0,-1-3-1 0,1-2-4 0,-1-5 7 0,-1-2-5 16,0-3 1-16,-2-4 5 0,1-3-3 0,-1-2 4 0,-1-2-1 16,2 0-7-16,3 3 11 0,1 2-7 0,4 5 6 0,1 6 8 0,3 5-8 15,2 8 4-15,2 6-8 0,0 4 7 0,2 3-5 0,0 5-4 0,2 1-1 16,0 3-4-16,2 2-4 0,-1 3 3 0,2 2 0 0,2 3-4 16,1 3 2-16,2 1-6 0,2 4-1 0,2 3-1 0,0 3-1 0,1 3-3 15,2 3 1-15,-2 0-2 0,1 4 4 0,1 2 0 0,-4 0-7 16,1 3-2-16,-2-1-7 0,-3 1-6 0,0 0-6 0,-2-1-12 0,-2-1-12 15,-5-1-7-15,-1 0 6 0,-3 0 3 0,-3-2 3 0,-2 0 2 0,-3-1-1 16,-3-3 6-16,-4-1 15 0,-3-1 6 0,-2-3 11 0,0-2 13 16,-2-2 6-16,-1 0 5 0,-1-2 5 0,-3-2 5 0,0-1 4 0,0-2 7 15,0-1 10-15,1-1 0 0,0-2 1 0,0 0-1 0,3-2-6 0,-1 0 0 16,2 1-11-16,2-1-1 0,0 1-2 0,1 0 1 0,2 2 2 16,1-1 4-16,4-1-3 0,0 2-3 0,1 0-2 0,3-1-7 0,1 2 0 15,2 0-8-15,1 1-5 0,1 0 4 0,2 2-9 0,2 1 7 16,2 3 2-16,3 0-8 0,2 4 4 0,3 1-5 0,4 3 0 0,1 1 6 15,2 1-1-15,1 2 5 0,1 1-3 0,0 1 4 0,2 1-3 0,1 1-4 16,2-2-2-16,0 2 4 0,-1-1-1 0,0-3 4 0,-2 2-1 16,2-1-4-16,0 0 6 0,1-2-4 0,-2 1 2 0,-1-2-4 0,-2-1 0 15,-3 1 6-15,-1-2-3 0,-2-1 5 0,-2-1 0 0,-2-4-9 0,0 0-5 16,-3-2 3-16,0-2-3 0,-3 0 9 0,-2-1 4 0,0 0-4 16,-2-2 4-16,-1 0-1 0,0 0 3 0,0-1 5 0,-1 0-8 0,0 0 4 15,-1-1 4-15,0 1 0 0,0-2 6 0,-1 1-6 0,1-1-5 16,-1 0-1-16,0 0-2 0,-1 1 11 0,-1-1-9 0,0-1 2 0,0 1 3 15,0 0-15-15,-1 0 16 0,-1 0-11 0,1 0-5 16,-1 0 4-16,0 1-4 0,0 0-3 0,0-1 4 0,0 0-7 0,1 1-8 0,0 0-11 16,1 0-13-16,0 1-19 0,0-1-28 0,1 1-36 0,-1-1-48 0,1 1-55 15,0-1-68-15,1 1-49 0,0 1-35 0,-1-1 14 0,2 1 53 0</inkml:trace>
  <inkml:trace contextRef="#ctx0" brushRef="#br0" timeOffset="-11106.73">16803 13814 388 0,'-6'-6'73'0,"-1"-1"17"15,0-1-12-15,1 2-20 0,3 1-15 0,0 0-18 0,0 2-11 0,2 0-5 16,0 0-2-16,0 1-1 0,1 0-1 0,0 0-3 0,0 1 0 0,-1-1-1 16,1 1-2-16,-1 0 4 0,0 0 1 0,0 1 2 0,-1 0 7 15,-1 0 3-15,1-1 3 0,0 0 2 0,-1 1 4 0,0 0 3 0,-1-1 3 16,2 1 6-16,-2-1 6 0,1 0 4 0,1 0 3 0,0-1-2 0,0 1 0 16,0 0 1-16,0 0 0 0,1-1-2 0,0 0-3 0,1 0-8 15,0-1-7-15,0 1 0 0,1-1-6 0,2 0 0 0,-1 1-5 0,2-1-5 16,0 0 3-16,1 1-1 0,-1-1 3 0,2 2 1 0,2-1-5 0,-1 2-1 15,1 0-3-15,1 1 0 0,0 0 2 0,0 1 0 0,-1 0 2 16,0 1-7-16,1 1 1 0,0 0-1 0,-1 1-3 0,1-1 3 0,-2 2-6 16,0-1 2-16,0 1 1 0,-1 1-1 0,-1-1 2 0,-1 0-1 15,-1 1-4-15,-1 0 4 0,-2 1-1 0,-1 0-2 0,-1 1 6 0,-2 1-1 16,-2-2 2-16,-2 3-1 0,-1-1-4 0,-1 0-2 0,-1-1-1 0,-2 1 4 16,0 0 1-16,-1 1 6 0,2 1 8 0,-1-1 0 0,0 1 7 15,2-2-4-15,1 0 0 0,3 0 1 0,-1-1-4 0,2 0 2 0,2-1-5 16,1 0-2-16,1-1-8 0,1-1 7 0,1 1-3 0,0 0 1 15,1 0 0-15,1-1 0 0,0 0 2 0,1 0 2 0,1 0 1 0,0-1 2 16,0 1 1-16,0-2-1 0,1 1 1 0,-1 1-1 0,2 0-3 0,-1-1 0 16,1 0-3-16,-1 1 0 0,1-2-3 0,0 1 0 0,0-2-2 15,0 0 1-15,0 1-5 0,-1-1 4 0,1 0 0 0,0 0-6 0,0-1 5 16,0 1-4-16,0 0-2 0,1 0 1 0,0-1 1 0,1 0-2 0,-1 1-3 16,0-2 0-16,0 1 3 0,1 0-3 0,0-2 3 0,0 2-8 15,0-1-4-15,-1-1-3 0,0 1-9 0,-1-2-8 0,1 0-15 0,0 1-28 16,-2-1-28-16,1 0-32 0,0-1-45 0,0 0-40 0,-1 1-41 0,1-1-29 15,-1 1-13-15,0-1 16 0,-1 0-49 0</inkml:trace>
  <inkml:trace contextRef="#ctx0" brushRef="#br0" timeOffset="-10823.73">16896 13238 1030 0,'-6'-7'140'0,"1"3"20"0,-1 1-4 16,5 3-56-16,2 2-41 0,2 3-22 0,4 2-10 0,4 4-2 0,4 5 1 16,5 2 16-16,3 6 12 0,3 2-6 0,2 0 1 0,4 5-26 0,1 1-2 15,2 3-3-15,3 5-7 0,3 2-1 0,2 6-10 0,4 4-3 16,-1 2 2-16,0 4 2 0,1 4-6 0,0 4 6 0,-1 3 1 0,-2 1-4 16,1 6 13-16,-1 3-2 0,-1 2 1 0,-3 1-2 0,-1-1-9 0,-4 0 4 15,0-1-3-15,-2 0 4 0,-2 2 3 0,-3-4-8 0,-4-1 8 16,-5-3-3-16,-2-5-2 0,-5-2 5 0,-3-4 3 0,-5-4-2 0,-5-4 10 15,-4-2-4-15,-4-1-5 0,-6-2-5 0,-4 0-2 0,-6 1-11 16,-7-4-18-16,-4 0-34 0,-5-1-41 0,-3-2-61 0,-3 0-79 0,-2-3-106 16,-5 1-152-16,-8 2-85 0</inkml:trace>
  <inkml:trace contextRef="#ctx0" brushRef="#br0" timeOffset="-10239.73">24320 12996 2918 0,'-13'-23'34'15,"0"3"38"-15,-3-2-48 0,3 11-17 0,6 8-16 0,1 6-7 16,3 5-6-16,-1 6 2 0,2 6-1 0,0 6 6 0,1 9 0 0,0 7 1 15,0 6-1-15,-1 8-2 0,1 6 10 0,0 7 1 0,-1 5 2 16,-1 6 4-16,1-1-12 0,0 2 2 0,1 1-1 0,0-1-4 0,2 0 16 16,2 0 1-16,2-3 0 0,4 0 9 0,2-2-14 0,6-4 0 0,3-1-1 15,4-5-6-15,5-2 1 0,5-1-3 0,6-2-6 0,3-3 5 16,2-1-9-16,-1-2-2 0,4-3-1 0,-1-2-4 0,2-3 7 0,3-4-7 16,0-1-10-16,0-4-6 0,-3-3-15 0,-4-5-3 0,-4-3 6 0,-1-6 2 15,-5-4 8-15,-1-2 0 0,-4-4-37 0,-3-4-45 0,-5-2-59 16,-2-5-79-16,-3-5-70 0,-5-2-51 0,-1-6-64 0,-1-10 119 0</inkml:trace>
  <inkml:trace contextRef="#ctx0" brushRef="#br0" timeOffset="-9590.69">25317 13358 2435 0,'-5'-11'217'16,"-1"2"-88"-16,-1-2-34 0,3 6-53 0,2 3-18 0,2 3-14 0,0 1-9 15,1 2-2-15,1 3-3 0,2 4 4 0,2 5-3 0,1 7 3 16,1 5 2-16,2 6-6 0,-1 4 4 0,1 6-1 0,1 4-3 0,-1 2 6 16,1 2 1-16,-2 1 1 0,0 2-6 0,2 2 0 0,0 1 6 0,1 0-3 15,0 0 4-15,1 1-5 0,-1 0-1 0,2 0 1 0,2-2-5 16,1-4 0-16,-1-4-4 0,1-4 4 0,-1-3-3 0,0-4-11 0,2-3 11 15,1-2-7-15,-2-5 4 0,-1-2 11 0,-1-3-13 0,-2-5-2 16,-1-2-2-16,-2-3-1 0,-3-4-5 0,-1-3 0 0,-2-3-21 0,-1-3-18 16,-3 0-19-16,-2-3-26 0,-2 0 9 0,-3-6 5 0,-2-4 1 0,-4-4 21 15,-1-4 4-15,-2-5 0 0,-1-4 13 0,-4-3 13 0,0-5 17 16,-2-5 20-16,0-3 28 0,0-3 8 0,0-2 10 0,0-3 7 0,-1-2-3 16,-1-2 0-16,0-1-8 0,1-1-3 0,1 1-1 0,2 1 6 0,3 1 6 15,2 5 9-15,1 1 5 0,2 4-10 0,3 2-5 0,1 3-7 16,1 2-5-16,3 0-3 0,1 3-4 0,1 4-10 0,3 2 0 0,1 2-6 15,2 1-1-15,3 1 1 0,2 4-28 0,4 1 9 0,2 3-3 16,4 3 9-16,3 1 18 0,3 2-6 0,5 1-1 0,4 2-6 0,4 2 0 16,0 2 4-16,2 3-3 0,1 1-1 0,0 2 1 0,2 3 0 0,1 2 2 15,-1 2 2-15,0 1-4 0,0 2-1 0,-3 2-10 0,-1 2-1 16,-1 1 16-16,-3 2-2 0,-1 2 8 0,-3 1 1 0,-3 0-18 0,-3 1 0 16,-3 0-7-16,-5-1-5 0,-2 0-4 0,-4 0 1 0,-3-1-2 0,-2 1-3 15,-3-1 2-15,-3 0-2 0,-2-1 0 0,-3 0 4 0,-3-2 7 16,-1-3 2-16,-4 0 5 0,-3-2 9 0,-3-1 6 0,-3-2 7 0,-2-1 3 15,0-1 3-15,-1-2 3 0,0-1 7 0,-2 0 0 0,0 0 1 16,1 0-2-16,0-1 0 0,4 1-2 0,0-1-6 0,3 1-8 0,3 1-7 16,0 1-6-16,4 0 3 0,1 1-3 0,3 0 1 0,2 1 0 0,1 0-4 15,3 4-3-15,3 2 1 0,2 2 1 0,2 2 1 0,4 1 1 16,2 4-2-16,4 2 4 0,3 0-12 0,5 2 15 0,2 0-4 0,4 2 1 16,3 1 11-16,4 1-11 0,1-1 3 0,3 0-10 0,3 1 5 0,2-1-3 15,1 1-1-15,2 1 4 0,2 0-6 0,-2 0 4 0,-2-4-8 16,-1-1-8-16,-4-3-10 0,-4-4-29 0,-3-2-26 0,-4-2-28 0,-2-2-40 15,-6-4-38-15,-1-1-35 0,-2-3-40 0,-4-2-13 0,-2-3-15 16,-3-2-11-16,-1-4 2 0,-2-5-127 0</inkml:trace>
  <inkml:trace contextRef="#ctx0" brushRef="#br0" timeOffset="-9273.7">26146 12559 1739 0,'-4'-20'346'0,"1"-1"-219"0,-1-4-12 0,3 8-49 16,2 3-7-16,2 3-20 0,3 1-10 0,1 1-2 0,3 3-6 16,1 2-9-16,4 0 1 0,2 3 5 0,5 1-10 0,3 2-3 0,3 3 1 15,3 1-12-15,0 4 14 0,4 2 1 0,1 3-9 0,-2 1 3 16,3 1-7-16,-4 2-12 0,-1 1-2 0,-2-1-17 0,-2 2-8 0,-2-1-16 16,1 0-6-16,-3 0 16 0,-2-1-6 0,-2 1 8 0,-5-1 2 0,-5 0-11 15,-2-1 10-15,-3 0 5 0,-3-1 14 0,-3 0 10 0,-1-3 8 16,-3-1 12-16,-1-1 7 0,-1-1 8 0,0-1 8 0,-1-2 14 0,-1-1 7 15,-2-1 12-15,1-3 11 0,-2-1 3 0,3 0 15 0,0-2 7 0,0 0 7 16,2-2-3-16,2-1-17 0,1 1-7 0,1-1-19 0,2 0-3 16,0-1-5-16,2 0-8 0,0-1-8 0,1 0-4 0,2-2-9 0,2 1-3 15,1 0-13-15,2 0-8 0,2 1-2 0,2 0-5 0,3 0-1 16,2 2-2-16,1-1-13 0,2 1-12 0,2 1-22 0,1 0-20 0,3 1-19 16,1 0-16-16,3 1-22 0,0 0-47 0,1 1-76 0,0-1-137 0,1 1-123 15,0-1-30-15,3-1 0 0</inkml:trace>
  <inkml:trace contextRef="#ctx0" brushRef="#br0" timeOffset="-8990.19">26860 11377 2683 0,'13'-30'134'0,"2"8"-6"0,7-1-53 0,4 16-39 0,7 11 4 0,10 9-8 15,10 5-6-15,9 10-7 0,5 5 11 0,6 8-7 0,3 4 2 16,2 6 4-16,4 7-26 0,0 5-3 0,1 6 6 0,-1 6-1 0,-1 3-12 16,-4 6 9-16,-4 7-2 0,-2 6-6 0,-4 6 8 0,-4 6-4 0,-4 5-14 15,-5 3 21-15,-5 6-5 0,-4 6-7 0,-2 4 4 0,-6 5-17 0,-2 4 1 16,-7 3-6-16,-4 0 4 0,-7 0-18 0,-7-1-1 0,-7-1-9 16,-9-2-24-16,-6-1-12 0,-8-6-18 0,-6-7-26 0,-2-5-6 0,-7-9-20 15,-3-5-6-15,-5-5-7 0,-7-6-7 0,-4-6-4 0,-3-6-4 0,-6-8 0 16,-5-2-15-16,-7-5-18 0,-12-2-37 0,-11-4-16 0,-16-4-65 15</inkml:trace>
  <inkml:trace contextRef="#ctx0" brushRef="#br0" timeOffset="-7073.19">16595 13127 2300 0,'-27'-21'115'0,"-1"-3"-52"0,-9-10-24 0,5 3-20 16,2 0-22-16,0 0-25 0,1 1-22 0,2 3-21 0,-2 1-6 15,0 2-3-15,-3-1-11 0,-3 0-10 0,-4 0-24 0,-5-1-22 0,-3 0-26 16,-4 1-25-16,-7 1 11 0,-4 3 26 0,-7 3 46 0,-6 2 47 0,-4 3 27 15,-5 2 21-15,-7 2 8 0,-5 2-2 0,-4 3-2 0,-4 1-5 16,-4 2-5-16,-1 2 8 0,-2 0 8 0,-3 0 7 0,1 2 11 0,-1-1 5 16,1-1 8-16,1 1 10 0,1-2 15 0,0 1 14 0,0 0 9 15,2 0 14-15,0 2 6 0,3 0 4 0,0 1 8 0,2 1-1 0,1 2 0 16,1-1-5-16,2 3-7 0,2 1-15 0,2 3-11 0,0 3-16 0,0 3-16 16,3 5 4-16,-1 4-1 0,1 3-4 0,3 4-2 0,0 4-16 15,-1 4-8-15,4 4 5 0,0 3-5 0,2 3 4 0,3 2-1 0,1 4-9 16,5 2 2-16,2 5-1 0,3 4 1 0,4 2 2 0,3 4 4 0,2 2-7 15,6 1-1-15,2 1 9 0,4 1-15 0,2 4 11 0,3 2 1 16,3 4-10-16,5 2 11 0,2 2-8 0,4 1-2 0,4 0-5 0,2 0 4 16,3-1 3-16,4-3 1 0,3-5 1 0,7-4-3 0,2-3-4 15,5-6-3-15,3 1 13 0,3-1-1 0,3-2 2 0,4 0 6 0,2-3-8 16,3-2-3-16,0-1-1 0,1-1 1 0,2 0 2 0,3 1 1 0,1 1-4 16,2 1-3-16,1-2 7 0,4 3-2 0,2-2 4 0,4-2 2 15,3-2-14-15,3-2 6 0,3 0-7 0,5 0 0 0,3-2 11 0,7-1-7 16,4-1 4-16,3-3-2 0,5 1-9 0,4-2-5 0,5 0-7 0,4-1-7 15,6-2-4-15,4-3 9 0,4-6 6 0,2-8 2 0,3-5 2 16,1-8 3-16,4-9 2 0,-1-8 10 0,0-3 8 16,1-6-1-16,-1-5 8 0,0-2 6 0,-1-6-1 0,-2-1 14 0,0-6 5 0,0-3 0 0,-3-2 8 15,1-1-5-15,2-2 3 0,-3 1-1 0,-1-3-1 0,1 1-2 16,-2-1-5-16,1 0 1 0,0 0-5 0,-2 0-8 0,-2 0-5 0,-1-3-4 16,-2 1-15-16,1-1 10 0,-3-1-8 0,2 0-12 0,-4-1 17 15,-1-3-19-15,-2 1-13 0,-2 0-15 0,-4-1-31 0,0 0-2 0,-3 1-3 16,-3 0-5-16,-2 0 8 0,-3 2 3 0,-3-1 1 0,-4-2 17 0,-3 2 14 15,-4-4 15-15,-5 0 17 0,-2-2 9 0,-4-2 9 0,-5 0 4 16,-3-2 10-16,-3-1 20 0,-4-1 21 0,-2-1 31 0,-7-1 27 16,-2 1 20-16,-4-1 16 0,-4-1-3 0,-5-2 0 0,-2 0-10 0,-4-2-14 15,-3-3-4-15,-3-1-21 0,-2-4-14 0,-4-2-17 0,-2-3-17 0,-2-4-18 16,-2-3-9-16,-2-3-17 0,-3-4-9 0,-2-2-5 0,-1-2-2 0,-2-1-12 16,-1-4-23-16,-3-1-25 0,-4-4-27 0,-2 1-17 0,-4 1-19 15,-2 1-21-15,-5 3-13 0,-3 4-5 0,-5 4 9 0,-1 5 7 0,-4 8 9 16,-3 8 4-16,-4 8 25 0,-5 8 30 0,-2 9 24 0,-3 6 19 0,-1 8 7 15,-3 8 10-15,-2 9 7 0,2 6 12 0,-1 8 5 0,2 6-7 16,4 7 8-16,2 7-7 0,4 6-9 0,6 6-9 0,6 2-35 0,6 5-52 16,6 4-66-16,2 2-73 0,7 6-53 0,4 4-138 0</inkml:trace>
  <inkml:trace contextRef="#ctx0" brushRef="#br0" timeOffset="17385.55">19326 16297 741 0,'4'0'326'0,"1"1"-196"0,1 0-9 0,0 0 13 0,1-1-20 0,0-1-44 15,1 0-38-15,2-1-15 0,1-2 5 0,0-1 2 0,1 0 1 0,-1 0-7 16,-2 0-8-16,2-2-1 0,-1 0-5 0,1-1-7 0,-1 0-3 15,0-1-5-15,-1 1 5 0,0 0 7 0,-1 1 7 0,0 0 6 0,-2 0 6 16,0 2 2-16,-1 0 3 0,-1 0 1 0,0 0 0 0,-2 2 5 0,2 0-4 16,-2 1 7-16,1 0 6 0,-1 0 2 0,0 1 6 0,0 1-8 15,0 0 12-15,-2-1 4 0,1 1 3 0,-2 0-1 0,1 1-8 0,0 0-8 16,-1-1-1-16,1 2-1 0,-2-1-20 0,0 2 6 0,-1 2-5 16,-1 1-4-16,-1 3 6 0,-3 3-13 0,-3 2 1 0,-4 5-1 0,-3 4-1 15,-3 2 4-15,-5 5-9 0,-3 2-3 0,-5 6-6 0,-2 0-11 0,-4 3 26 16,0 2-4-16,-2-1 3 0,-3 1 9 0,-1 1-15 0,0-3 15 15,0 0 2-15,0 0 5 0,1-3 3 0,2-1 2 0,0-2 11 0,1-2 3 16,2 0-13-16,3-1 11 0,1 1-3 0,5-2-3 16,1-2 4-16,18-16-3 0,-2 5 1 0,1-2-6 0,-2 2 3 0,3-2 0 0,-1 3-6 15,4-2-4-15,-2 1-9 0,4-2-10 0,2 0 8 0,4-2-4 0,3-1 1 16,4 1 0-16,4-1-6 0,4 0 10 0,6 1-4 0,6 0-2 0,5 1 2 16,8 1 0-16,4 0 0 0,8 1 2 0,5-1-14 0,7 1-3 15,6-2 2-15,4 0-17 0,5 0-5 0,3-2-12 0,5-1-32 0,3-3-30 16,4-1-75-16,2-2-93 0,5-2-149 0,3-5-223 0,4-6-190 0,5-6 37 15</inkml:trace>
  <inkml:trace contextRef="#ctx0" brushRef="#br0" timeOffset="21185.7">7390 8424 1175 0,'4'-22'218'0,"4"-1"-218"0,4-6-49 16,5 5-5-16,4 2 12 0,4 3 28 0,3 1 8 0,1 0-2 0,2 2 5 16,2 3-1-16,2 4-11 0,1 0-10 0,3 3-4 0,2 1-1 0,1 0 8 15,3 3 11-15,-1 1 5 0,2 0 4 0,0 2 3 0,3 1 2 16,1 1 0-16,0-1 1 0,2 1 2 0,1-1 4 0,2 0 6 0,4 0-1 15,4 0 4-15,3 0 2 0,5 0-2 0,2-1-6 0,4 1 1 16,3 0-6-16,3 0-3 0,2-1 7 0,4 1-5 0,1 1 5 0,5 0 4 16,1-1-1-16,2 1 1 0,1-1-3 0,1 0-3 0,2-2-2 0,-1-1-3 15,3-1 3-15,0-3-2 0,-3 1 4 0,2-2 1 0,-2 0-4 16,-2-3 4-16,1-3-10 0,-5-1 2 0,-2-3 0 0,-2 0-1 0,-4-2 6 16,-2-1-1-16,-4-1 3 0,-2-3 2 0,-5 0-2 0,-2-1 2 0,-3-1 0 15,-4-1 2-15,-2-2 1 0,-3-1 4 0,-3-2-2 0,-4 1 0 16,-2-2 3-16,-4 2-5 0,-1-1 3 0,-4 0-2 0,-2-3-3 0,-2 1 0 15,-3-3 8-15,-1 0 0 0,-3-1 3 0,-2 1 7 0,-5-1-10 16,-3-1-3-16,-5 1-4 0,-5-1-8 0,-4 1-2 0,-4-2-4 0,-5-1-2 16,-6 1-2-16,-4 1-8 0,-7-2 1 0,-7 2 0 0,-4-1-2 0,-7-1 4 15,-5 2 4-15,-4-2 0 0,-6 2 3 0,-4-2 2 0,-4 1-6 16,-3 1 1-16,-4 0 1 0,-2-1 4 0,-2 0 0 0,-2-1-3 0,-1-1 1 16,-5 2-1-16,-3 0 3 0,-3 1-1 0,-2 2-6 0,0-1-3 0,-1 3 6 15,-3 1 10-15,-1 2 7 0,-4 1 2 0,0 3-2 0,-3 2-4 16,-1 2 1-16,-2 2 6 0,-1 1 0 0,-3 6 4 0,-1 1 3 0,-1 5-2 15,0 3 3-15,-2 4 1 0,2 4 1 0,0 4-1 0,0 4-2 16,3 3-6-16,3 6-7 0,3 5-7 0,4 3-1 0,2 8-4 0,3 3-7 16,3 6 1-16,3 6-19 0,3 6-29 0,4 4-37 0,3 6-55 0,3 5-47 15,4 6-56-15,4 7-47 0,4 1-31 0,4 9-106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7-10T11:57:29.77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17121 7071 529 0,'-60'-18'132'0,"-8"2"-86"0,-22-4-11 0,5 6-24 0,4 4-11 16,-4 5-12-16,-1 1-5 0,-2 3-3 0,-4 2-9 0,-2 3-1 0,-1 0 0 15,-3 4 3-15,-1 1 7 0,-1 1 3 0,-1 1 5 0,1 2 4 16,-2-1 3-16,2 3 2 0,-1 1 1 0,-1 1 4 0,1 0-1 0,1 3 4 16,-2 1 1-16,1 0 1 0,-1 4 4 0,-2 1 0 0,1 0 5 15,-3 2 5-15,-1 0 7 0,1 2 11 0,-3-1 7 0,0 4 10 0,0-1 7 16,0 2 7-16,3-1 10 0,2 1 5 0,-1 0 10 0,2 1 0 0,0 1-8 16,1 2-8-16,2 1-23 0,3 1-14 0,0 1-14 0,3 4-5 15,1 3-2-15,1 1-4 0,2 3 0 0,0 1-6 0,2 4-5 0,0 1-5 16,2 3-1-16,2 3-1 0,-1 1-1 0,2 5 3 0,3 3-1 0,2 1 1 15,3 3-2-15,3 0-7 0,3 3 5 0,1 2 0 0,3 1 2 16,4 2 2-16,3 1 0 0,3 1-3 0,4 3-5 0,3-1 5 0,4 1-6 16,4 2 0-16,4-2-1 0,5 1-4 0,3 0 2 0,3 1-5 15,5-1 11-15,3 2-1 0,6-3-1 0,6 3 15 0,5-2-9 0,4 2 7 16,6 1-3-16,6-2 3 0,4-1 3 0,5 0 2 0,6-2 7 0,2-1-1 16,5-1 5-16,6-3-4 0,5-4 0 0,6-2-10 0,4-4-1 15,5-3 4-15,4-2 4 0,7-3 12 0,2-3 7 0,7-1 2 0,5-4 3 16,3-3-11-16,7-1 8 0,6-4 9 0,4-1-5 0,5-2 15 0,6-4-12 15,6-2-7-15,7-1 0 0,5-2-5 0,7 0-6 0,4-1-5 16,3-4 3-16,6-1-5 0,3-3-5 0,7 0 1 0,4-1-4 0,5-1 2 16,5 0 8-16,0-1-10 0,3-1-3 0,4 0 3 0,5 0-10 15,3 1 9-15,2-1 5 0,-1 1-11 0,2-3 2 0,1-1-5 0,1-1-3 16,3-4 6-16,2-1 1 0,0-2 3 0,4-3 2 0,-2-3 2 0,-1-4 9 16,2-3 8-16,-1-3 0 0,1-4 2 0,-2-4-5 0,0-2-1 15,-1-3 2-15,-3-2-6 0,-1-3 3 0,-1-5-12 0,0-5-4 0,0-7-2 16,1-2 3-16,-2-5 1 0,-2-4 1 0,1-2 3 0,-3-2-10 0,-1-3 1 15,3-5-1-15,0-3 0 0,-1-2 6 0,-2-3 0 0,-2 2-5 16,-4-1-4-16,-3-1-4 0,-2-1 1 0,-6-3 1 0,-3-3 7 0,-4-1-1 16,-3 0 4-16,-4-1-13 0,-5 1 8 0,-2-2 5 0,-7 1-3 15,-3-1 15-15,-3-4-10 0,-3 1 2 0,-3-3 6 0,-5-1 5 0,-6 1 4 16,-5-2-5-16,-4 1 0 0,-5-1 0 0,-5-2-5 0,-6 1-1 0,-5-2-16 16,-6 2 5-16,-5-1-3 0,-6 1 1 0,-5-3 16 0,-7-1-12 15,-5 0 6-15,-7-2-13 0,-6 3 4 0,-7-3-2 0,-4 3-6 0,-6-2 13 16,-7 0-6-16,-5 0-1 0,-4 0-7 0,-5 1 5 0,-6 1 0 0,-5 1-4 15,-7 1 6-15,-6 1-4 0,-6 2-3 0,-5 0-7 0,-6 1 9 16,-5 2-1-16,-7 0 1 0,-5 2 10 0,-7 0-19 0,-5 1 1 0,-5 1-4 16,-5 2-7-16,-7 2 18 0,-5 1-4 0,-4 1 3 0,-7 2 5 0,-3 2-19 15,-7 1 2-15,-3 2 2 0,-6 1 0 0,-4 2 3 0,-3 3-6 16,-4 3 9-16,-2 0-2 0,-4 3 4 0,-3 4 10 0,-3 1-6 0,-4 4 0 16,-2 2-2-16,-3 3 0 0,-4 1-3 0,-2 1 1 0,-3 4 2 15,-2 2-3-15,-3 3 1 0,-2 1 2 0,-5 4 0 0,1 1 2 0,-4 2 3 16,-4 3-12-16,2 3 4 0,-2 2 3 0,1 1-5 0,0 0 10 0,1 1 7 15,0 4-7-15,-2 1 7 0,1 3-7 0,0 1 0 0,-1 2 3 16,2 2-6-16,-2 1 1 0,3 2-6 0,0 2 6 0,1 4 7 0,-2 1 8 16,3 2 0-16,2 2 5 0,0 3-4 0,2 3-9 0,2 3-4 0,1 2-1 15,2 3-3-15,1 5 3 0,3 2-5 0,0 4 0 0,3 2-2 16,1 2-4-16,0 2-7 0,3 3-17 0,0 4-20 0,0 4-17 0,3 4-22 16,2 3-25-16,1 3-25 0,4 3-44 0,3 1-22 0,2 4-22 15,3 1-41-15,2 3-44 0,3 4-29 0,4 1 8 0,4 6 34 0</inkml:trace>
  <inkml:trace contextRef="#ctx0" brushRef="#br0" timeOffset="467">18398 12983 3193 0,'6'-3'14'0,"2"1"14"0,1-1 6 0,2 3 2 16,-4 2-15-16,0 4-19 0,1 6-16 0,3 7-13 0,2 6-11 0,0 7 5 16,1 3 4-16,-3 5 12 0,-1 2-10 0,-3 2 22 0,-2 3-7 15,-2 2 1-15,-4 3 11 0,-1 2-15 0,-3 4 8 0,-1 0 0 0,-2 1 3 16,-2 0 4-16,0-2 0 0,-1-1-10 0,0 0 10 0,0-1-2 0,0 0-1 15,2-1 10-15,-2-2-16 0,1-2-8 0,1-2-11 0,-1-3-10 16,2-2-6-16,-1-5-3 0,2 0-7 0,-1-4 0 0,0-2 0 0,1-2-3 16,1-4-3-16,0-4-17 0,0-5-14 0,0-3-13 0,2-4-24 0,0-5-21 15,3-1-31-15,-1-4-37 0,-1-3-42 0,1-2-46 0,-1-4-1 16,1-7-13-16,1-8-89 0</inkml:trace>
  <inkml:trace contextRef="#ctx0" brushRef="#br0" timeOffset="700">18888 12810 2703 0,'7'7'183'0,"2"4"-45"0,2 6-52 16,1 2-25-16,-1 7-22 0,3 4-19 0,2 9-11 0,1 6-13 15,0 4 1-15,0 5 1 0,0 4-12 0,0 2 6 0,-2 3 0 16,0 0 4-16,-1 1 8 0,-1 2-8 0,-1 1-3 0,-1 1-5 0,-1 0-1 15,-1 0 5-15,-1-1-10 0,-3 0-3 0,0-1-3 0,-2-2 1 0,0-1-5 16,-1-2-2-16,-1-2-12 0,-2-3-3 0,0-3 4 0,-3-4-7 0,-1-2-9 16,-1-4-28-16,-1-2-9 0,-3-5-26 0,-3-1-29 0,-2-3-46 15,-3-1-77-15,-3-4-89 0,-3-1-96 0,-5-4-29 0,-6-1 1 0</inkml:trace>
  <inkml:trace contextRef="#ctx0" brushRef="#br0" timeOffset="967">18117 14498 1646 0,'17'-9'962'0,"1"-1"-805"0,7-1-28 16,1 2-30-16,-1 3-27 0,4 3-32 0,2 4-30 0,4 3-15 0,0 6-9 16,1 4-15-16,0 4-1 0,-2 5-4 0,0 4 0 0,-4 4 7 15,-2 6-6-15,-6 1 0 0,-2 3-1 0,-2 5 8 0,-4-1 6 0,-2 2 8 16,0-2 16-16,-2-1 9 0,-1-5 10 0,-1-3 9 0,0 0 8 0,-2-4 4 15,1-2-8-15,0-4-2 0,0-3 4 0,1-2 0 0,0-4-2 16,0 0 3-16,1-2-16 0,0-3-11 0,3-2 0 0,1-1-3 0,1-2-10 16,2 0-1-16,0-2 0 0,5-2-16 0,3-2 2 0,1-3-15 0,3-1-27 15,2-3-19-15,3-1-46 0,0-2-50 0,2 0-77 0,3-2-106 16,0-1-116-16,2 0-111 0,2-1-227 0</inkml:trace>
  <inkml:trace contextRef="#ctx0" brushRef="#br0" timeOffset="1817">20293 15170 3100 0,'0'-16'123'0,"-1"-5"4"0,1-7-38 0,1-7-28 0,2-3-30 16,1-4-27-16,4 0-19 0,4 0-5 0,2 1-2 0,3-2-2 16,4 3 0-16,3 3 11 0,-1 4-5 0,2 3 3 0,-2 3-1 0,0 3-9 15,-2 5-1-15,-1 3 1 0,1 4 5 0,-1 4 3 0,-2 3-6 16,0 4 5-16,-1 3 2 0,0 3-2 0,-1 4 2 0,1 1-8 0,-1 3-2 16,-2 1 1-16,2 0 3 0,-2 2-1 0,1-1-3 0,-1 0 1 0,-2-3 4 15,1-2 8-15,-1-2 6 0,-2-2 8 0,0-1 1 0,-1-3 7 16,0-2-1-16,0-2 2 0,1-2 6 0,2-2-8 0,-1-3 6 0,0-3-2 15,1-1 0-15,0-4 0 0,0-1-1 0,0-2-4 0,-1 2 0 16,0-2-2-16,-1 0-7 0,-1 1-5 0,-1 1 12 0,0 1-5 0,-1 3 11 16,-1 0 3-16,1 0-13 0,0 2-1 0,-1 1 4 0,0 2-4 0,0 0 2 15,-1 2 6-15,0 0 1 0,0 3 3 0,0 0-3 0,0 1 3 16,-1 2-1-16,2 1 3 0,0 2-5 0,1 3-7 0,2 2 3 0,2 5-7 16,2 3 2-16,0 7 2 0,2 3-13 0,2 5 11 0,1 4 2 0,-1 4 0 15,1 4 7-15,0 4-4 0,-1 2-12 0,0 5 0 0,0 1 5 16,0 3-5-16,-3 2 11 0,1 1 1 0,-1 1-19 0,-1 1 14 0,-1-1-9 15,-4 0-10-15,-1-1 6 0,-1-1-11 0,-3-1-2 0,-2-1 1 0,-2-2-4 16,-3-2-2-16,-2-5 5 0,-1-3 3 0,-1-3-3 0,-3-1 19 16,0-4-1-16,0-2 6 0,0-1 19 0,0-4-3 0,0-2 9 0,0-3 12 15,0-3-1-15,1-3 2 0,1-3 11 0,1-3 2 0,2-4 6 16,1-1-7-16,-1-3-6 0,1-2 1 0,0-2 6 0,-1-2-9 0,0-1 6 16,0-4-7-16,-3-1 4 0,-1-6 10 0,0-3-18 0,-2-4-8 0,1-5-2 15,-1-2-4-15,1-4-2 0,2-4-8 0,1-2-37 0,3-3-5 16,3 2-24-16,4 1-24 0,2 2 14 0,4 4-1 0,0 1 24 0,4 3 18 15,2 5 13-15,3 0 7 0,0 3 3 0,3 3 4 0,2 0-3 0,0 5-2 16,4 2 2-16,1 2 4 0,2 4-2 0,1 2-2 0,0 2-2 16,1 2-2-16,0 2-5 0,-1 1-2 0,-1 1-5 0,-1 1-5 0,-4 0-6 15,1-1-9-15,-2 0-17 0,0-1-14 0,-1-2-8 0,-4 0-4 16,-2-3 12-16,-2-3 6 0,-1-2 18 0,-2-2 20 0,-2-3 10 0,1-2 21 16,-2-2 14-16,0-3 7 0,-1-1 10 0,-1-3 6 0,0 1 6 0,-1-1 0 15,-3 2-1-15,-1-1 4 0,-1 1-5 0,-1 2 0 0,-1-2-8 16,-1 1-14-16,0 1-6 0,1 1-13 0,0 3-8 0,1 4-9 0,0 3-11 15,1 3-7-15,1 1 4 0,0 2 7 0,0 2 4 0,0 3 15 0,2 4-5 16,0 4 6-16,1 3-2 0,-2 0-4 0,2 1 4 0,-1 1-4 16,1-3-5-16,0 0 7 0,1 0-2 0,0-2-3 0,0-4 3 0,1-1-12 15,0-3 3-15,1-1 1 0,0-3 5 0,0-3 5 0,2-3 0 0,0-4 5 16,1-3 2-16,0-3 5 0,-1-3 4 0,0-3 2 0,-4 0-1 16,1-3-4-16,-2 0 8 0,-2 0 4 0,-2-1-5 0,-2 2-2 0,-1-2-20 15,-3 2-12-15,-1 1 8 0,-4 0-6 0,-3 0 5 0,-1 2-1 16,-3-1-15-16,-1 2-5 0,-1 3-11 0,0 2-8 0,2 4 3 0,0 2-3 15,0 4 8-15,2 3 1 0,-2 2-8 0,1 3 6 0,0 2-5 0,0 3-3 16,-2 1 0-16,1 2-20 0,2 2-27 0,0 0-36 0,2 1-39 16,1-2-49-16,1 0-50 0,3 1-72 0,0-2-57 0,2-1-7 0,1 0-95 15</inkml:trace>
  <inkml:trace contextRef="#ctx0" brushRef="#br0" timeOffset="2284">21847 15222 1634 0,'8'3'385'0,"0"0"-217"0,4 1-48 0,0-2-14 0,-1 2-19 0,1 0-30 16,1 1-32-16,0 2-20 0,1 0 1 0,0 2 2 0,-1 3-5 16,-1 0 1-16,1 0-12 0,-1 2-5 0,-1-1 2 0,-1 1-8 0,0 0 0 15,-3 1-5-15,2 1 7 0,-2 0 8 0,1-3 4 0,-1 0 3 16,0-2-4-16,0 0 0 0,-1-2-8 0,0-1-8 0,1-2-22 0,0-3-29 16,0-1-18-16,1-3-2 0,-1-1 10 0,0-2 14 0,1-4 30 0,0-1 12 15,-1-2 19-15,2 0 17 0,0-1 4 0,-1 0 5 0,1-3-2 16,0 0-3-16,0-1-5 0,-1 2 0 0,2-2-1 0,0-2 5 0,0 0 2 15,1 1 4-15,-1-1 6 0,-1 1 5 0,-1 0 12 0,0-1 0 0,-1 0-2 16,-1 1 9-16,0 2-8 0,-1-1-2 0,1 2 3 0,-1 1-17 16,0 3-2-16,0 2-5 0,1 2 9 0,-1 2 8 0,0 1 1 0,1 1 6 15,-1 1-7-15,0 1-9 0,0 1 1 0,1 3-7 0,2 1 1 0,-2 2-4 16,2 1-3-16,1 4-5 0,0 0-14 0,0 2 2 0,0 0 14 16,-1-1-5-16,0 2 12 0,1 0-6 0,-1 0-9 0,0-2 1 0,1 0-3 15,0-1 0-15,0-2 2 0,1-1-4 0,0 0 5 0,0-3 6 16,2-2-3-16,-1-2 14 0,0-1 2 0,-1 0 8 0,2-3 8 0,-1-2 1 15,1-1 2-15,0-3-3 0,-1 0 2 0,0-2 1 0,-1-1-7 0,0 0-3 16,0-1-8-16,-1-2-5 0,0 0-13 0,-1-2-5 0,-1 1 9 16,-1-1-5-16,0-2 10 0,0-1 9 0,-2-1-2 0,-1-3 5 0,-2-2 2 15,-2-1-2-15,-2-1-10 0,-2-1-5 0,-1-3-4 0,-4 0-3 0,0-3-8 16,-2 0-1-16,-3-1-4 0,-4 0-9 0,-2 4-2 0,-1 0-7 16,-2 3-11-16,0 2-5 0,-2 2-10 0,0 6-10 0,0 3-5 0,-2 4-3 15,2 5 2-15,-2 4 0 0,2 4-6 0,-2 4-2 0,2 5 2 16,-3 2 0-16,3 3-2 0,2 4-15 0,1 2-18 0,4-1-32 0,0 4-35 15,2 0-35-15,2 0-68 0,3 3-75 0,1-1-39 0,1 2-8 0,1-1 111 16</inkml:trace>
  <inkml:trace contextRef="#ctx0" brushRef="#br0" timeOffset="2700.51">22536 14042 2361 0,'7'-16'264'0,"0"3"-126"15,1-2-54-15,-2 5-32 0,0 2-9 0,0 3-25 0,0 3-21 0,1 2-11 16,-1 4-8-16,2 4 12 0,3 5 5 0,0 3 8 0,3 7-3 16,0 4-1-16,-1 3 1 0,2 5-2 0,-1 2 2 0,1 3-3 0,-1 4-2 15,2 2-2-15,1 1 2 0,-1 5-2 0,-2 1-15 0,1 3 9 0,-1 2-10 16,0-2-7-16,-2-2 0 0,-1-2-28 0,-1-3-23 0,-1-3-17 16,-2 0-25-16,-1-4-19 0,0-5-14 0,0 0-18 0,-1-5 5 0,4 0 13 15,-2-4 29-15,3-4 39 0,-1-5 31 0,-1-5 37 0,2-5 30 16,-3-5 38-16,3-4 38 0,-1-3 42 0,1-4 28 0,0-2 13 0,0-3-11 15,0-3-19-15,-1-3-17 0,1-1-24 0,0-1-10 0,1-2-20 16,-1 0-14-16,1 2-7 0,-2 0-16 0,1 3-13 0,1 2-17 0,0 1-12 16,1 3-7-16,0 4 4 0,4 4 1 0,1 3-2 0,3 4 10 0,0 5 5 15,3 4 3-15,0 3 7 0,0 2-2 0,0 3 2 0,-1 0 1 16,-2 2 2-16,-1 0 4 0,-1-3-8 0,-1 1 0 0,0-1 0 0,-1-4 3 16,-2-1-9-16,1-4 4 0,-1-3 8 0,-1-2 0 0,-3-4 18 0,0-2 10 15,0-4 13-15,1-4 2 0,-1-4 2 0,-1-5 1 0,-1-5-14 16,-1-5-12-16,1-2-6 0,0-3-20 0,-1 0-4 0,-1-2-1 0,-2 2-13 15,-2-4 0-15,0 2-4 0,-1-1 1 0,-2-1 5 0,-1 3-4 0,-1-1-6 16,0 1-4-16,-1 1-7 0,0 1-16 0,1 3-33 0,-1 6-24 16,3 2-14-16,0 6-25 0,0 3-23 0,2 4-35 0,-2 1-70 0,0 3-66 15,1 1-42-15,-1 3-14 0,-1 2 28 0,-1 2 19 0</inkml:trace>
  <inkml:trace contextRef="#ctx0" brushRef="#br0" timeOffset="3017.52">23761 15002 1943 0,'12'2'342'16,"2"1"-180"-16,4 0-60 0,-3 0-16 0,2 1-18 0,-1-2-19 16,1 1-22-16,1 0-17 0,0-1-3 0,0 1-4 0,0-1 1 0,0-1-4 15,0 0-5-15,0 0 1 0,-1-1-2 0,-1 0-7 0,0 0 1 0,-1-1-1 16,0-1 3-16,-1-1 13 0,0-1 2 0,-1-1 5 0,-2-2 7 16,0-1-1-16,0-2 7 0,-1 0 9 0,-2-2 3 0,0-2 7 0,-3 0-8 15,0-2-10-15,-2 0-11 0,0-2-9 0,-2-1-2 0,-1 0-4 0,-3-3-5 16,-2 0-2-16,-1 0-3 0,-3 0-1 0,-2 0-7 0,-2 3 1 15,-2-2-6-15,1 2-1 0,-2 1 8 0,2 1-7 0,0 4 2 0,1 2 5 16,3 4-7-16,0 2 12 0,1 2-2 0,-1 2 2 0,2 2 8 16,0 1 2-16,1 1 11 0,4 1 5 0,-1 2 4 0,2 2-3 0,2 2-7 15,1 1-5-15,2 2-1 0,0 1 1 0,0 2 0 0,4 2-1 0,1 1-6 16,2 0-3-16,2 2 0 0,0 1-4 0,0-1-2 0,3 0-6 16,1-1-1-16,3-3-8 0,0-1 0 0,3-1-9 0,1-3-13 0,-1-1-4 15,3-1-19-15,-3-2-26 0,1-2-29 0,-2-2-29 0,0-2-26 0,1-3-47 16,-2-2-61-16,-1-2-73 0,0-4-46 0,0-6-47 0</inkml:trace>
  <inkml:trace contextRef="#ctx0" brushRef="#br0" timeOffset="3183.53">24949 13366 2903 0,'21'8'211'0,"-4"3"-86"0,7 5-77 15,-4 5-21-15,0 6-6 0,3 7-4 0,1 10-10 0,3 9 0 0,1 6 0 16,1 7 2-16,3 4 10 0,-1 7 3 0,1 7-4 0,-2 4-3 15,0 5-15-15,-5 4-6 0,-4 3-16 0,-4 1-5 0,-3-1-24 0,-5 1-23 16,-3-4-24-16,-3-3-43 0,-5-5-44 0,-5-4-98 0,-6-6-170 0,-6-1-73 16,-9-2-118-16,-5-3-101 0</inkml:trace>
  <inkml:trace contextRef="#ctx0" brushRef="#br0" timeOffset="3683.52">19822 14806 3013 0,'-25'-19'162'0,"-1"-6"-9"0,-9-10-46 0,4-8-29 15,7-7-52-15,7-7-23 0,6-6-21 0,7-5-4 0,9-4 18 0,9-7-9 16,11-6 6-16,11-4 9 0,11-5 10 0,7-2-4 0,10-4-1 15,8-1-1-15,7-1-8 0,11-1 7 0,6 1-1 0,8 0 0 0,6 0-2 16,7-1 7-16,8 0 2 0,5 2-1 0,7 0-18 0,5 2-1 0,5 3-1 16,4 5-1-16,5 3 11 0,5 2-13 0,4 6 0 0,5 5 2 15,-1 7-14-15,1 8 19 0,-1 7-7 0,0 8 8 0,1 7 23 0,-1 6-18 16,-1 8 6-16,2 9-3 0,1 7-8 0,2 9 1 0,-1 8-3 0,-1 6-6 16,-1 8 9-16,-3 5 1 0,-4 4-14 0,-5 5 28 0,-3 7 0 15,-4 4-4-15,-5 4 14 0,-3 7-21 0,-5 6-6 0,-4 6 13 0,-4 5 3 16,-8 6-9-16,-4 4 20 0,-5 6-10 0,-7 6-4 0,-2 4 14 15,-8 6-21-15,-5 4 1 0,-7 5 5 0,-3 3-6 0,-6 6 7 0,-5 4 1 16,-7 6 7-16,-6 7-4 0,-8 3-7 0,-8 3 7 0,-7 5-30 0,-9 2 21 16,-8 3 4-16,-10 1-2 0,-8 0 22 0,-10 1-15 0,-9-2-2 15,-7 0-10-15,-10 0 1 0,-7-5-15 0,-8-4 11 0,-9-7 13 0,-11-3-7 16,-6-5 9-16,-10-4-11 0,-10-4-15 0,-7-6 12 0,-10-6-9 0,54-60 1 16,-17 13-2-16,-4-5 2 0,-20 11 5 0,-5-5-5 0,-20 11 0 15,-6-5-4-15,-21 7-5 0,-7-6 7 0,-5-6 5 0,81-38 6 0,-14 3 1 16,-2-4-1-16,-12 2-6 0,-3-4-25 0,-12 1 8 0,-4-4-3 15,-13 0-12-15,-1-3 10 0,-15-2-19 0,-1-3-15 0,-14 0-2 0,-2-5-33 16,-14-3-38-16,-2-3-35 0,-14-2-63 0,-1-6-71 0,-16-7-63 0,-188-13-110 16,25-15-150-16,24-10 41 0</inkml:trace>
  <inkml:trace contextRef="#ctx0" brushRef="#br0" timeOffset="116917.81">3421 4791 2703 0,'-19'2'9'0,"2"6"21"15,-2 5 6-15,8 5-16 0,7 4-4 0,4 1-6 0,2 3-8 16,1 2-4-16,0 5-1 0,-2 0-2 0,2 3-8 0,-1 0 1 0,-1 1 9 16,1 1 4-16,0 1 8 0,0 1 1 0,-1 1-7 0,0 1-1 0,-1 1 1 15,0 3-2-15,-2 0 3 0,1 0 4 0,-2 1 4 0,0 4-2 16,-1-1-5-16,-1 1 5 0,0 1-2 0,0 0 2 0,0-1 5 0,1-1-10 16,-1-2-3-16,2-1-2 0,0-3-10 0,2-1-5 0,0-4-10 15,2-5-12-15,0-1-16 0,2-4-23 0,1-3-21 0,1-4-24 0,1-4-21 16,1-2-13-16,1-3-13 0,0-4-18 0,-2-3 4 0,-1-6 7 0,1-3 5 15,-3-4 19-15,3-3 17 0,-1-4 21 0,1-4 25 0,0-3 22 16,0-6 18-16,-1-2 17 0,-1-5 14 0,-1-1 15 0,-2-4 7 0,-2-2 9 16,-1-2 12-16,0-2 12 0,-1-3 23 0,-2 0 18 0,0-1 8 0,0 0 15 15,0-1-2-15,1-2 5 0,1 1 11 0,-1-1-5 0,0 3 0 16,3 0-5-16,0 0-2 0,1 4-3 0,1 3-4 0,2 4-7 0,0 2-4 16,0 5-8-16,1 2-12 0,2 3-9 0,-1 3-12 0,1 1-8 15,0 4 10-15,0 0-8 0,1 2 12 0,0 2-10 0,-1 2-10 0,1 2-3 16,1 1-11-16,0 2 1 0,-1 3-4 0,2 2-1 0,-1 2-2 0,1 1-3 15,1 3 1-15,1 2 1 0,0 2 0 0,0 2 1 0,0 1-3 16,0 3-11-16,0 1-2 0,1 4 8 0,2 1 1 0,-1 4 7 0,1 2-2 16,1 2-4-16,0 1 0 0,2 1 0 0,0 2 1 0,2 0-7 0,2 2-1 15,-2 2 0-15,2 0-1 0,1 2-4 0,-1-2 2 0,0 0 0 16,0 0-3-16,-4-2 1 0,0 0-4 0,0-3-12 0,-3-1 11 0,-2-3-9 16,-1 0 1-16,-2-3-1 0,-1 2-15 0,-1-2-9 0,-3-3-19 15,-2 1-13-15,-2-2-22 0,-2-3-19 0,-2-2-13 0,-1-1-33 0,-2-2-33 16,-1-2-38-16,-1-3-40 0,0-1 1 0,0-4 16 0,-3-2 49 0,0-3 41 15,-3-4 21-15,-1-3-56 0</inkml:trace>
  <inkml:trace contextRef="#ctx0" brushRef="#br0" timeOffset="117067.81">3478 5726 741 0,'-18'-7'550'0,"-1"-2"-388"0,-4 0 19 0,5 0-14 16,5 2-36-16,4 0-18 0,1 1-15 0,2 0-16 0,3 2-9 0,0-1-10 16,1 0-9-16,3 1-11 0,0 1-6 0,3-1-1 0,2-1 2 0,2-1-3 15,2 0-6-15,3-1-2 0,4 0-10 0,3-1-4 0,0-1-5 16,4 0-5-16,2-1-1 0,0-1-4 0,4 0-3 0,0 0-6 0,0-2-7 15,1 2-19-15,-1-2-36 0,-1 0-60 0,1 0-63 0,-2 1-50 16,1 1-41-16,-1-2-14 0,0-1-16 0,-3 0 0 0,3 1 24 0,0 0 52 16,1 0 29-16</inkml:trace>
  <inkml:trace contextRef="#ctx0" brushRef="#br0" timeOffset="117451.81">4301 5161 2286 0,'-12'0'71'0,"0"2"1"16,-1 1 10-16,7 2-13 0,4 0-6 0,2 0-23 0,2 2-11 0,0 0-6 15,1 3-3-15,1 0-4 0,2 2-4 0,0 2-6 0,1 2-2 16,3 1-4-16,-2-2 3 0,3 3 0 0,0-1-1 0,0 2 1 0,0-1 1 16,0 1-1-16,-2 2 5 0,1-1 0 0,-1 0 4 0,0 0 0 0,1-3-4 15,2 0 4-15,-2 0-7 0,2-3 3 0,0-1 2 0,-2-1-5 16,1-1 4-16,0-2-4 0,3-1-2 0,0-1 1 0,2-2-4 0,0-1 0 15,2-2 1-15,1-1-1 0,0-2 2 0,-2-1-2 0,1-1 0 16,-1-2 5-16,-2 1-3 0,0-4 6 0,-1 0 2 0,-2-3-1 0,0-1 4 16,-2-1 1-16,1-2-5 0,-1-3 3 0,0-2-9 0,-1-1-1 0,-2-2 1 15,-1-1-4-15,-2 2-1 0,-3 0-3 0,-1 1 0 0,-1 3 1 16,-1-1 6-16,-2 0 1 0,-4 1-3 0,-2-1 4 0,-2 1-1 0,-1 2-8 16,0 0 2-16,-3 1 1 0,-1 1 0 0,-4 1 6 0,1 2-11 0,-1 0-4 15,-3 2 3-15,2 2 8 0,-3 1 10 0,2 1-3 0,0 0-4 16,1 1-15-16,3 1-6 0,-1 2-6 0,2 1-12 0,2 0-6 0,2 0-17 15,1 2-19-15,2 1-25 0,1 1-45 0,2 1-55 0,1 2-58 16,0 1-46-16,2 4-31 0,0 1-18 0,4 2 19 0,1 1 46 0,2 1-39 16</inkml:trace>
  <inkml:trace contextRef="#ctx0" brushRef="#br0" timeOffset="117951.81">4471 4244 2040 0,'-18'3'119'0,"1"4"-76"0,0 5 13 0,7 4-1 0,6 4-2 16,2 3-16-16,3 4-5 0,2 3-9 0,1 4-12 0,1 4 15 0,-1 3-7 15,1 4 2-15,1 4 2 0,2 2-5 0,0 4-1 0,2 0 1 16,0 3-1-16,0-1-4 0,0 1-5 0,0 1 0 0,0 1-1 0,0 0-2 16,0 1-1-16,1-4 0 0,-1-1 2 0,1-2-4 0,0-5-1 15,1-2-1-15,0-3-3 0,0-3 1 0,2-3-1 0,1-2-5 0,0-2-5 16,0-2-6-16,0-3-19 0,1-3-4 0,-1-4-13 0,0-2-19 0,0-2-12 15,0-3-39-15,0-3-34 0,-1-3-39 0,-1-2-33 0,1-5-35 16,0-1-51-16,-1-3-30 0,-1-4 32 0,2-4-24 0</inkml:trace>
  <inkml:trace contextRef="#ctx0" brushRef="#br0" timeOffset="118268.81">5041 5178 2632 0,'-20'5'93'0,"2"3"-43"0,-1 4 7 0,9 2-15 0,7 2-15 0,4 1-13 16,4 1-8-16,2 1-6 0,1 2 0 0,1 1-1 0,2 1 2 0,-1 3 1 15,1-1-4-15,0 1 2 0,2-1 2 0,0-2-4 0,1-1 2 16,-2-1 0-16,1-3-5 0,-2 0 5 0,1-2-3 0,-1-3-1 0,0-2 3 16,2-2 1-16,0-1-2 0,1-2 4 0,0-2-4 0,-1 0 4 0,3-2 5 15,-1-1-7-15,0-2 1 0,-2-1 4 0,-2-3 5 0,0-1 2 16,-2-2 2-16,-1-3 3 0,0-2-7 0,0-4 4 0,-2-4-4 0,1-1-6 15,-1-4 1-15,-1-1-5 0,0-1-4 0,-2-2-3 0,-2 2-10 0,-2-2-5 16,-2 1 5-16,-2 1-3 0,-3 1 5 0,-2-2-1 0,-1 2 1 16,-3-1 2-16,-3 1-4 0,-2 3-5 0,-1 2 11 0,-1 4 6 0,-1 3 5 15,1 3 8-15,0 3-5 0,1 3-1 0,2 3-2 0,-2 5-3 16,0 2-2-16,0 5-2 0,-1 2-14 0,1 5 3 0,2 1 4 0,1 5-12 16,-1 2 0-16,3 1-13 0,0 2-36 0,2-1-32 0,2 0-53 0,3-2-81 15,0 0-85-15,4-3-70 0,1-1-42 0,2-1 27 0,2-3-22 16</inkml:trace>
  <inkml:trace contextRef="#ctx0" brushRef="#br0" timeOffset="118751.81">5417 5390 1733 0,'8'14'69'0,"4"6"5"0,7 8 9 0,3 2-21 0,2-2-17 0,2 0-22 15,1 3-16-15,-1 0-6 0,1 4-2 0,-1 0-9 0,-2 1 7 16,-1-3 0-16,-2 0-2 0,-2 0 6 0,-2-1-5 0,-3-1-3 0,-3-1-1 15,-2 1 0-15,-1-4-3 0,-3 0 4 0,-3-1 7 0,-2-3-2 0,-3 0 9 16,-1-3 0-16,-3-1 3 0,-2-1 6 0,-2-1 1 0,-4-4 6 16,-2 0-4-16,-1-2-4 0,-2-2 0 0,-1-2-8 0,0-1-7 0,-2-3-4 15,1-2-5-15,1-2-5 0,0-2-2 0,1-3 0 0,3 0-5 16,0-2-11-16,1-2 5 0,3-1-9 0,2-2 3 0,2-3 6 0,1-1 1 16,2-2 13-16,1-1 3 0,3-2 9 0,2-2 1 0,1 1-1 0,4-1 1 15,1 1-4-15,3-1-3 0,0 1 4 0,3 1-2 0,1-1 5 16,3 0 6-16,0 2 7 0,1 0 10 0,0 2-4 0,0 0 14 0,0 2 3 15,1 1-2-15,2 2 14 0,-2-1-5 0,2 0-6 0,1 2 2 0,-1 0-9 16,3 4-10-16,0 0 0 0,-1 2-10 0,1 1 1 0,-1 1 1 16,0 2 0-16,2-1-3 0,-1 1 0 0,0 1-6 0,-2 1 1 0,-1-1 1 15,0 1-1-15,0-2 2 0,-1-1 2 0,-1 1-5 0,1-1 3 16,-1-1-1-16,-1-1 1 0,0-1 6 0,-1 0-2 0,0 0 6 0,-2 0-4 16,0-1 10-16,-3 0-1 0,0-1 0 0,-2 0-1 0,-2 0-14 0,-1-1 7 15,-3 0-2-15,1 0-2 0,-2 0 2 0,-2 0 0 0,-1 0-3 16,-3-2-3-16,0-1 5 0,-4 1-10 0,-2-2-5 0,-3 0 2 0,-2 1-5 15,-1 0 0-15,0 0 1 0,-3-1 4 0,-1 1-6 0,0 0-2 0,-2 0 0 16,-1 2-2-16,1-2 1 0,-1 0-2 0,-1 1-5 0,1 1-3 16,-1 3-7-16,2 2-5 0,1 3-1 0,3 1-2 0,1 3 2 0,2 2-6 15,1 1-11-15,2 2-19 0,2 1-21 0,1 3-30 0,4 1-34 16,1 1-29-16,1 0-34 0,3-1-25 0,1-2-23 0,3 1 6 0,2 1 29 16,1-2-60-16</inkml:trace>
  <inkml:trace contextRef="#ctx0" brushRef="#br0" timeOffset="118968.81">6435 5400 1115 0,'5'6'269'0,"1"2"-160"0,3 4 12 0,2 0-18 15,-1-1-15-15,1-1-17 0,-2-3-18 0,-2-1-16 0,-2 0-14 16,-3-1-7-16,-1-2 7 0,-2 0 2 0,-2-1 14 0,0-1 8 0,-3-1-2 16,-2-1 1-16,-3-2-8 0,-1-2-6 0,-2-2-2 0,-1-1-5 0,1-2 6 15,-1-2 1-15,-1-4 2 0,1-1 2 0,0-2-5 0,-1-2 5 16,1-1-4-16,1 1-7 0,4 0-4 0,2-1-10 0,2 1-4 0,1 0-4 15,3 0-1-15,2 3-2 0,2 0-5 0,3 3-3 0,1 2-3 0,1 2-2 16,2 1-5-16,1 0-7 0,3 2-9 0,0 2-11 0,1 1-16 16,0 2-20-16,2 1-43 0,2 1-38 0,2 1-63 0,-1 0-59 0,3 0-56 15,1 0-47-15,2 1 18 0,1-1-29 0</inkml:trace>
  <inkml:trace contextRef="#ctx0" brushRef="#br0" timeOffset="119867.81">6785 4974 921 0,'-6'-2'224'0,"0"0"-153"0,1 1-6 0,2 3-17 0,2 3-13 0,1 1-5 15,1 4-1-15,1 4 0 0,0 3-2 0,1 2 0 0,-1 2-7 0,1 2-1 16,0 1 5-16,0 1-4 0,-1 2-3 0,1 0-2 0,-1-1-11 16,1-2 1-16,0 0 1 0,-1-4-4 0,1 0-7 0,0-2-4 0,2-2-4 15,-2-2-7-15,1-3-2 0,0-1-13 0,-1-2-17 0,0-1-25 0,-1-2-38 16,-1-3-32-16,-1 1-17 0,0-3-1 0,0-1-33 0,0-4-8 16,-1-5-52-16</inkml:trace>
  <inkml:trace contextRef="#ctx0" brushRef="#br0" timeOffset="120003.81">6710 4836 1769 0,'-8'-1'203'15,"1"0"-149"-15,-1 0-3 0,6 2-23 0,3 2-16 0,2 0-4 0,2 1-8 16,3 0-6-16,0 1-13 0,2-1-22 0,1 2-38 0,-1-1-57 16,1 0-58-16,0-1-51 0,-1-1-42 0,0 0-21 0,0-2 6 0,-1 0 1 15</inkml:trace>
  <inkml:trace contextRef="#ctx0" brushRef="#br0" timeOffset="120401.81">7142 4361 1125 0,'-4'-3'138'0,"1"2"-12"0,1 0-28 0,3 4-43 16,1 3-18-16,3 3 3 0,0 4 9 0,2 5 3 0,0 3 2 0,0 2-7 16,2 5-3-16,0 2 4 0,0 4-8 0,-1 4 8 0,0 0-10 15,0 3-8-15,0 1-9 0,-2 1-4 0,1 1-7 0,0-1-1 0,-1-3-5 16,1-2-4-16,0-3 0 0,1-2-4 0,0 0-5 0,0-3-6 0,1-1-18 16,0-3-4-16,0-2-19 0,1 0-58 0,-2 1-32 0,-1 4-26 15,-1 0-26-15,-2 0-9 0,2-4-21 0,-1-6-18 0,1-4 18 0,-2-2 36 16,-1-4-20-16</inkml:trace>
  <inkml:trace contextRef="#ctx0" brushRef="#br0" timeOffset="120868.81">7141 5055 1589 0,'-4'-2'150'0,"0"0"-67"0,0 0-5 0,5 1-28 0,2-1-21 0,4 0-8 15,3-1-9-15,2 0 0 0,0 0-5 0,3-1-6 0,2 0-7 0,0-2-8 16,-1 0-5-16,1 0-12 0,1-1-17 0,-2 0-25 0,2 1-16 15,0 0-6-15,-1 0 4 0,-2 0 10 0,0 0 10 0,0-1 6 0,-2 1 5 16,-1 0 7-16,-1 0 7 0,0 1 4 0,-1 0 1 0,-2 1 1 0,-1 1 5 16,-1 0 8-16,-1 0 12 0,0 1 11 0,-1 2 2 0,0-2-2 15,-1 2 2-15,0 0 4 0,0 2 3 0,0-2 6 0,-1 2 3 0,0 0 5 16,0 0 8-16,1 2 6 0,-1-1 5 0,-1 2 3 0,2 2 2 0,-1 0 2 16,1 2-2-16,1 1-3 0,-1 0-4 0,1 2-3 0,0 2 0 15,-1 1 7-15,2 1-5 0,-1 0 5 0,-1 0 1 0,1 0-4 0,-1-1 0 16,1-1 1-16,0-1-4 0,1 1 1 0,0 0-1 0,0-3-9 15,1-1-4-15,0 0-4 0,0-3-3 0,1 0-1 0,0-1-1 0,1 0-1 16,0-2 4-16,0-2 3 0,1 0-3 0,-2-3 3 0,0-1 1 0,2-1-8 16,-1-2 0-16,1-1-1 0,0-1-3 0,0-2-1 0,1-1-1 15,-1 0-3-15,0-2-1 0,1 0-1 0,0 0 4 0,0-2-2 0,0 3 9 16,-1 1 2-16,2 0-7 0,-3 0 4 0,1 0-9 0,-1 1-1 0,0 2 3 16,-1 2 4-16,0 1-2 0,-2 1 2 0,2 1 4 0,0 2-2 15,0 0 0-15,-1 2 0 0,2 1-2 0,-1 0-1 0,0 3 1 0,1 0-3 16,-1 0 1-16,2 1-2 0,-1 0-3 0,1-1-3 0,1 0-6 15,-1 1 3-15,-1-1 2 0,0-1 7 0,2 2-2 0,-1-1-2 0,1 0 2 16,-1-1-4-16,0 0 3 0,-1-1-3 0,2-1 2 0,-2 0 4 0,1-1-3 16,-2-1-3-16,1 1-2 0,0-2-9 0,0 1-2 0,-2-1-13 15,1 0-12-15,0 0-16 0,0 0-25 0,0 1-23 0,0-1-33 0,1 0-36 16,-2 0-36-16,0 1-52 0,0-1-35 0,-1 1-5 0,1 0-77 0</inkml:trace>
  <inkml:trace contextRef="#ctx0" brushRef="#br0" timeOffset="121184.81">8458 3785 2557 0,'-2'3'31'0,"2"4"-24"0,1 7-14 0,6 8 11 0,2 10-4 16,4 7 0-16,1 7 3 0,0 7-6 0,1 7-2 0,0 6-5 0,0 6 1 15,-3 6-2-15,1 3-8 0,-2 6 12 0,-2 5 0 0,-2 7 0 16,-1 4 9-16,0 7-4 0,-1 4-9 0,-2 4 7 0,2 6 1 0,0 4 1 16,1 4 11-16,-1 2-2 0,1 2 2 0,1 3 4 0,0 1 6 0,3-2 0 15,0 4 4-15,1 1 0 0,-1 3-6 0,0 6 22 0,0-2 0 16,2-1 8-16,-1-5 8 0,4-5-12 0,0-5-4 0,1-3-7 0,0-5-5 16,0-2-5-16,2-4 0 0,0-3-17 0,-1-3 4 0,2-5 1 15,-2-4-3-15,-2-2 7 0,1-4-9 0,-2-4-1 0,-2-6 1 0,-2-6 0 16,-4-6-5-16,-1-9-5 0,-2-4-16 0,-2-5-18 0,-2-7-38 0,-2-6-52 15,-3-9-83-15,0-6-115 0,-3-7-171 0,-1-6-139 0,-1-7-124 16</inkml:trace>
  <inkml:trace contextRef="#ctx0" brushRef="#br0" timeOffset="122301.81">9135 4462 1035 0,'-1'1'59'0,"1"2"-28"0,1 2 1 16,3 3-1-16,3 3-7 0,2 4-2 0,3 4-3 0,0 4-2 0,2 3-5 15,-1 3-4-15,-2-1 1 0,-1-2 6 0,1-2 5 0,-2-2 14 16,1-2 9-16,-1 0 13 0,-1 0 4 0,-1-1 7 0,-1-2 3 0,-1-1 1 15,0-2 0-15,-2-1-6 0,-1-2-11 0,0-3-8 0,-1 1-5 16,-1-1-3-16,-1-1 7 0,-1-2-1 0,1-2 0 0,0-1-6 0,-2-2-7 16,0-1-4-16,-1 0-9 0,-2-3 0 0,0-3-2 0,-2-3-7 0,-1-3 0 15,-2-1-6-15,0-5-3 0,-2-2 3 0,2-3 2 0,-1-2 6 16,1 0 2-16,1-2 1 0,2-1 1 0,-1-1 1 0,3-1 1 0,0-2-5 16,2 0-10-16,1 1 2 0,2 1-2 0,2 2 1 0,1 4 6 0,3 2-7 15,2 3-2-15,1 3-5 0,2 2 1 0,1 2-3 0,1 2-5 16,1 1-7-16,0 3-4 0,0 2-21 0,0 2-19 0,2 2-46 0,-1 1-68 15,-1 3-68-15,-1 1-69 0,0 3-78 0,-2 1-31 0,0 0-94 16</inkml:trace>
  <inkml:trace contextRef="#ctx0" brushRef="#br0" timeOffset="122634.81">9494 4090 2565 0,'-3'-13'188'16,"4"0"-180"-16,5-1 1 0,8 4-4 0,6 2-12 0,5 2 0 0,5 0-1 15,3 1-5-15,2 1-10 0,-1 2-11 0,-1 2 2 0,-4 2-10 16,-2 2 9-16,-3 1 4 0,-1 0 4 0,-2 2 9 0,-4-1 1 0,0 2 2 16,-3 2-7-16,-3 0 0 0,-2 2-3 0,-2 1-2 0,-2 2 1 0,-1 0-2 15,-4 3 4-15,-2 1 4 0,-2 0 6 0,-3-4 3 0,0 1 9 16,-2 0 6-16,-1-2 3 0,-2 0 9 0,1-1-3 0,-1-1 6 0,3-1-3 15,-2 1-3-15,2-2 0 0,2 1-7 0,1 0-6 0,2-2 1 16,1 0-9-16,2-1-2 0,1-1-1 0,2 1-6 0,0 0 2 16,2 1 6-16,1-2 1 0,0 0 7 0,2-1-4 0,1 1 3 0,1 0 3 0,0-1-6 15,2 1 0-15,2-1-4 0,1 0-7 0,1-1-7 0,1-1-21 16,2-1-23-16,0-1-39 0,1 0-26 0,0-1-17 0,2 0-15 0,0-1-4 16,1-2-13-16,2 1-22 0,-1-2-12 0,2-1-13 0,-1-1 0 0,2-2 43 15,0-3-48-15</inkml:trace>
  <inkml:trace contextRef="#ctx0" brushRef="#br0" timeOffset="122969.81">10891 3107 2443 0,'-10'10'28'0,"0"7"-7"16,-1 9 1-16,4 10-16 0,5 6-1 0,1 6-6 0,4 6-1 16,0 4 7-16,0 6-10 0,1 3 5 0,-2 3-3 0,-1 4 1 0,0 2-2 15,-1 4-1-15,-1 7 3 0,0 4 4 0,0 5 6 0,0 4 4 16,-1 4 4-16,2 5 5 0,0 3-1 0,0 7-2 0,2 5-5 0,0 4-4 16,0 4 1-16,2 2-1 0,1 6 4 0,1 3 0 0,1 4 11 0,3 5 9 15,2 3 1-15,0 7 4 0,1 0 0 0,-2-4-1 0,3-4 5 16,0-7-3-16,2-7-3 0,1 0-10 0,1-4-6 0,1-2-4 0,3-1 3 15,1-4-17-15,3-2 1 0,-1-5-5 0,3-4-1 0,-3-6 13 0,2-3-1 16,-1-8-13-16,-2-5-2 0,0-7-7 0,-2-6-2 0,-1-6-1 16,-1-7-15-16,-2-5-28 0,-1-6-42 0,-1-6-51 0,-1-7-59 0,-3-6-51 15,0-7-76-15,-2-6-75 0,0-6-49 0,-1-7-4 0,1-7-3 16</inkml:trace>
  <inkml:trace contextRef="#ctx0" brushRef="#br0" timeOffset="123651.81">11696 4268 1948 0,'-8'-12'109'0,"0"0"-99"0,0 0-2 15,5 4-11-15,2 3-10 0,3 3-1 0,0 1 0 0,2 2 5 0,0 0-1 16,1 2-1-16,1 2 6 0,-1 3 5 0,0 2 4 0,0 2 8 16,0 3 9-16,-1 2 2 0,0 1 7 0,0 2-3 0,-2 1 3 0,0 0-1 15,0 1 1-15,-1 1 1 0,0-2-14 0,-1 2-2 0,1 0 2 0,-1-2-7 16,1 2 4-16,0-1-2 0,0-3-8 0,0 0 2 0,0-1 3 16,1-3-9-16,-1-1 2 0,1-2-2 0,0-2 0 0,0-1 3 0,0-1 1 15,0-3 1-15,1-1-5 0,-1-1 3 0,1-1-9 0,0-1 3 16,0-1 0-16,0-1-5 0,2-1 2 0,-1-2 2 0,1-1-5 0,0 0 3 15,1-3 0-15,0 0-5 0,-2-1 1 0,2-1-4 0,-1 0 2 0,0-1 0 16,1 2-1-16,-2 0 1 0,2 2-1 0,-1 1-2 0,0 2 4 16,0 1-1-16,-1 2 2 0,2 1 0 0,-3 1 1 0,3 1 6 0,-1 0-3 15,0 3 2-15,0 1 4 0,0 0-4 0,0 1 8 0,0 0-5 16,1-1-1-16,1 0 4 0,0-1-4 0,-1 0 9 0,2-2-7 0,-1 0 0 16,1-1-1-16,1 0 2 0,0-2 2 0,0-1 9 0,0-2 1 0,0 0-6 15,1-2 5-15,-1-1-2 0,1-1 2 0,1-1 0 0,0-2-1 16,-2 0-5-16,1 0 6 0,0 0 1 0,-1-2-1 0,1 2 2 0,-1-1-7 15,-1-1 4-15,0 1 5 0,0 0-7 0,-1 0 0 0,1 3-6 0,-1-1-3 16,0 3 11-16,0 0-10 0,-1 3 7 0,-2 1-4 0,1 1-4 16,0 1-1-16,1 2-8 0,-1 1 1 0,1 2-2 0,0 2 8 0,-2 2 7 15,1 2-2-15,-1 1 3 0,-1 2-3 0,0 1-6 0,1 0 1 0,-2 0-4 16,1 0-1-16,0 0-4 0,0-1-8 0,0-2-10 0,0 0-14 16,-1-1-21-16,1-1-20 0,-1-1-36 0,0-2-53 0,1 0-43 0,-1-1-30 15,-1-2-12-15,0 0 1 0,0-2 10 0,0-2 15 0,0 0-57 16</inkml:trace>
  <inkml:trace contextRef="#ctx0" brushRef="#br0" timeOffset="124101.81">12827 4254 2186 0,'-3'-7'42'0,"-1"2"-15"0,1 0-17 0,2 1-19 0,1 3-16 16,1 2-9-16,0-2-5 0,-2 2 1 0,1 0 0 0,-2 1 4 15,-2 1 11-15,0 2 8 0,-2 0 12 0,-3 2 4 0,-1 1 5 0,-1 0 5 16,-4 0 0-16,1 1 2 0,-1-1 1 0,1 0-1 0,-1 1-6 16,-1 0 2-16,1-1 1 0,1 0-6 0,-2-1 2 0,3 0-2 0,1 0-3 15,1-1-2-15,3 0 2 0,-1 0-3 0,1 0-3 0,2-1 2 0,1 1-8 16,2-1-2-16,1 1-7 0,1-1 2 0,2-1-1 0,2 1 7 16,1 0 6-16,2 1-2 0,0 1 1 0,2 1 0 0,3 1-3 0,-1-1-1 15,2 2 7-15,0 0 1 0,-1 0 7 0,1 1 5 0,0 2 0 0,0 0-2 16,-1 0 0-16,0-1 6 0,0 1-3 0,-1 0-1 0,-2 1 7 15,1 1-1-15,-3-2-3 0,-1 1 1 0,0-1-5 0,-3 0-5 0,-2 0 6 16,-1 1-1-16,-2 0-1 0,-2 1-2 0,-2-1-7 0,-2 0-3 16,-1 1-11-16,0-1-7 0,-2 0-17 0,-2-2-31 0,0-1-30 0,-1-3-43 15,0-1-43-15,0-2-50 0,1-2-32 0,1-1-7 0,3-2 14 0,-1-3 47 16,1-1-33-16</inkml:trace>
  <inkml:trace contextRef="#ctx0" brushRef="#br0" timeOffset="124434.81">12912 4432 1793 0,'7'-5'86'0,"4"-1"-39"15,4-1-14-15,3 2-23 0,3 1-8 0,3-1-1 0,1 1-2 0,1-1 2 16,-2 0 2-16,1-1 2 0,-2 0 6 0,-2-1 1 0,-1 0 6 16,0-1-3-16,-1-1 5 0,-1-1 10 0,-1-1 4 0,0-2 8 0,0 0-4 15,0-1-4-15,1-1-1 0,-2-1-5 0,0 0 4 0,-1-2-11 0,1 0-1 16,-3-1-4-16,1-1-2 0,-2-2 3 0,-1 2-5 0,-1 0 2 15,-2 1-5-15,-2 1 2 0,-1 2 0 0,-2 0-2 0,-2 2 9 0,-2 1-4 16,-2 1-2-16,-2 2-6 0,-1 1-15 0,-3 3-8 0,-2 2-8 0,-2 2-6 16,-3 3 6-16,-1 2-3 0,-2 3 12 0,-3 3 5 0,-1 3 5 15,-3 1 7-15,0 5-1 0,-2 4 7 0,0 1-6 0,2 5 1 0,1 1 8 16,4 2 2-16,2 0 7 0,4 1 4 0,2 0-4 0,5 2-4 16,3-1-4-16,2 2-3 0,4-1-7 0,3 0-5 0,3-2 4 0,3-1 0 15,3-1 1-15,5 0 13 0,2-1-6 0,5-2 1 0,3-1 1 0,2-1-10 16,5-2-2-16,0 0-7 0,2 1-7 0,1-1-9 0,2 0-15 15,2-1-24-15,3-3-40 0,0 0-54 0,2-2-73 0,3-2-75 0,3 0-75 16,4-1-65-16,2-1-140 0</inkml:trace>
  <inkml:trace contextRef="#ctx0" brushRef="#br0" timeOffset="125118.81">2027 7061 2128 0,'9'-6'381'0,"6"1"-357"0,10-3-24 0,4 2-11 0,5 0 6 15,4-1 23-15,6-1 1 0,4 1 4 0,5 0 0 0,4-1-12 0,3 1 0 16,2 0-9-16,2 0-6 0,4 0 3 0,1 1 1 0,4 1-5 15,1-1 3-15,2 0-1 0,5 0 3 0,2 0 2 0,5-1-2 0,3-1 5 16,3 0-5-16,2-1 4 0,4 0 6 0,3-1 8 0,2 0 9 0,5-3 10 16,4 0 4-16,3-2 7 0,4-1 2 0,4-1-7 0,4-2 0 15,5-1-8-15,5-1-9 0,6-4-9 0,4 0-5 0,7-3-7 0,4 0 2 16,7 0-4-16,5-2 1 0,7 0-1 0,6-4-3 0,3-1-3 0,7-2-13 16,4-2 6-16,4 0 5 0,2-1 3 0,6-2 7 0,0-1-5 15,6-2 6-15,3-3-5 0,4-1 8 0,2-2 6 0,3 1 4 0,1-2 11 16,4 3 7-16,3 0-1 0,1 1 14 0,2 2 0 0,0 0-2 15,1 1-3-15,0 2-10 0,3 2 3 0,0 3-7 0,3 2 8 0,-1 1-11 16,0 1-7-16,-1 2-7 0,-1 3-2 0,-1 4-5 0,-3 3-3 0,-2 2 2 16,-4 3-3-16,-4 3 5 0,-4 2-3 0,-8 4-5 0,-6 4-1 15,-11 3-11-15,-5 5-10 0,-9 2-14 0,-10 3-17 0,-9 2-28 0,-9 1-26 16,-9 4-32-16,-9 2-32 0,-7 2-54 0,-9 3-80 0,-6 1-101 0,-8 2-147 16,-6 1-80-16,-6 0-53 0</inkml:trace>
  <inkml:trace contextRef="#ctx0" brushRef="#br0" timeOffset="126318.81">3915 7445 1540 0,'-6'-5'171'0,"-1"0"-3"0,1-1-35 0,2 3-10 0,1 0 4 16,2 0-6-16,0 1-24 0,1 2-27 0,-1-1-19 0,1 1-12 0,0 1-10 15,-1 0-7-15,1 2-2 0,0 2-1 0,-1 3-1 0,0 4 0 16,0 4 0-16,-1 4-3 0,-1 5-6 0,-1 4-1 0,0 3 3 0,-2 3-14 16,-1 3 11-16,-1 2-1 0,-1 2-2 0,-3 2 12 0,0 0-14 0,0 0 2 15,-2 1-2-15,1 0 1 0,1-2-1 0,2-1 1 0,1-2-3 16,0-2 3-16,1-1-4 0,2-2 5 0,1-2-10 0,1-1 5 0,2-3 3 15,2-2-5-15,1-4 12 0,1-3-1 0,0-2-4 0,3-2-2 0,0-2 2 16,0-2-1-16,1-1 1 0,-1-1 2 0,2-2-1 0,0-1 3 16,1-1-1-16,3-3 2 0,1 0 1 0,1-1-3 0,0-2 3 0,2 0-1 15,-1-2-3-15,3 0 0 0,0-1 1 0,1-1-1 0,1-1-4 16,0-2-4-16,0 1-1 0,2-2-1 0,0 1 4 0,-1-1 3 0,1 0-3 16,-2 2-2-16,0-2-3 0,-1 0 1 0,-1 0-1 0,1 1 1 0,-1-1-4 15,1 1 0-15,-1 0-6 0,0 2-3 0,-1-2-1 0,1 1-5 16,-2 1-2-16,-1 0-4 0,0 1-9 0,0 0-2 0,-1 1-13 0,-2-1-15 15,1 2-20-15,1 0-19 0,-2 1-10 0,-1 0-21 0,-1 0-19 0,-1 1-33 16,-1 0-50-16,1-1-44 0,-1 1-22 0,0-1-2 0,-1-1 9 16,1 1-93-16</inkml:trace>
  <inkml:trace contextRef="#ctx0" brushRef="#br0" timeOffset="126951.81">4637 7454 2775 0,'-7'-5'66'0,"2"1"-19"0,1 1-27 0,3 2-24 0,4 3-1 16,2 0 4-16,0 3-6 0,2 2 4 0,2 5-4 0,0 3-7 0,1 6-2 15,1 6 1-15,-2 5 0 0,2 4-10 0,-1 4 15 0,-2 4 0 16,1 4-1-16,-3 3 11 0,0 2-10 0,1 4 2 0,-1-1 4 0,-1 1 3 15,0 0-1-15,-2-4 4 0,1-1-4 0,1-4-8 0,0-2 10 0,0-5-5 16,0-3 5-16,1-1 10 0,2-5-16 0,0 2-6 0,1-3-4 16,1 0-2-16,0-2 5 0,-2-2-3 0,-2-5-2 0,-1-2-9 0,0-4-8 15,-2-3-14-15,0-4-12 0,-2-1-22 0,-1-3-18 0,0-3-20 16,-2-1-41-16,-2-3-27 0,0-2-29 0,-3-5-18 0,0-3 13 0,-1-7 26 16,-1-5 42-16,0-5 49 0,0-6 43 0,0 0 35 0,1-2 24 0,1-3 15 15,-1 0 15-15,0-3 11 0,-1-1 16 0,1-2 20 0,0-1 25 16,2-2 23-16,0-3 12 0,1 1-3 0,2-2-12 0,0 1-14 0,2 1-11 15,1 0-5-15,1 3-11 0,2 3-3 0,-2 2-12 0,3 4 5 0,0 2 1 16,0 3-3-16,1 1 4 0,0 4-14 0,0 2-5 0,-1 4-8 16,2 2-4-16,-2 2-13 0,1 3 0 0,-1 3-2 0,0 0-3 0,1 2-2 15,-1 1-9-15,1 2-1 0,1 1-3 0,1 0 3 0,0 0-7 16,1 1 2-16,2 0 0 0,1 2-7 0,0 0 5 0,3 1-4 0,2 1-5 16,-1 2 1-16,2 1-3 0,1 2 6 0,2 1 4 0,-1 1-2 0,1 0 1 15,0 2-1-15,-3 0-1 0,1 0 6 0,0 0 0 0,-2 1 0 16,-3 1 0-16,-1 1-6 0,-2 0 3 0,-1 1 3 0,-2 0 2 0,-2 0 0 15,-1 2-4-15,-2 1-9 0,-3 1-1 0,-1 0-6 0,-3 2-7 0,-1 0-5 16,-3-1-5-16,-1 3-10 0,-2 0-3 0,-2 1 6 0,-3-1-3 16,-2 1 19-16,-1 1 8 0,0-1 8 0,-2 2 10 0,0 1-2 0,-1 0 8 15,0 2-3-15,1-2 5 0,-1 2-1 0,-1 0-4 0,2-1 3 16,0 3 1-16,2 0 8 0,3 1 7 0,-1-2 5 0,3 2 9 0,3-4 4 16,2 0 5-16,3-1 2 0,3-1 5 0,1-1 0 0,3 0-7 0,2-2-4 15,3-1-3-15,4 1 1 0,3-3 4 0,5 2-5 0,3-2-16 16,4-1-10-16,6-1 4 0,2 1-6 0,4 1-1 0,3 0-2 0,3-1-10 15,2 1-5-15,2 1 3 0,1-1-4 0,4 0-18 0,1 2-19 0,2-1-60 16,1 2-95-16,0-1-166 0,3 2-263 0,1 1-167 0,2 1 155 16</inkml:trace>
  <inkml:trace contextRef="#ctx0" brushRef="#br0" timeOffset="130235.81">9491 6538 204 0,'-3'-2'40'0,"-1"1"-13"0,2-1 0 0,0 0-1 16,1 0-3-16,0-1-5 0,1 1-10 0,0 0-3 0,-2 0-1 0,1-1 0 16,0 1 0-16,0-1 1 0,0 0 0 0,-1-1-3 0,0 1 2 0,0-1 1 15,-2 1-1-15,1-1 5 0,-1 0 4 0,0 1 5 0,-1 0 8 16,-1 1 3-16,-1 0 6 0,0 0 5 0,-1 1 4 0,-2 1 3 0,0 0-4 15,-1 1-3-15,0 1-8 0,0 0-7 0,0 1-3 0,-1 1-3 0,0 0-5 16,0 2-2-16,0 0-2 0,1 0 3 0,0 2 1 0,0 0 0 16,1 1 3-16,0 1 1 0,2 0 0 0,1 2 0 0,1 0-2 0,0 2-7 15,2 0 0-15,1 0-1 0,1-1-2 0,2 1 0 0,2 0 1 16,1 0-3-16,1-2 1 0,2-1 1 0,1-1 0 0,0 0 2 0,2-2 2 16,2 0 4-16,1 0 8 0,0-2 3 0,2 0 10 0,0 0 1 0,2 0 0 15,-1-1 0-15,-1 0-3 0,2 0-2 0,0 1-1 0,-1 0-2 16,0 0-8-16,-1 1-1 0,-1 0-4 0,0 1-2 0,0 0-2 0,-2 1 0 15,-1 0-5-15,0 0-3 0,-4 1 4 0,-1-2-3 0,-1 2 3 0,-3 0 0 16,-2 1-3-16,-1 0-2 0,-2 0 2 0,-1 0-3 0,-2 1 3 16,-3-1-5-16,-1-1-6 0,0-1 5 0,-3 0-4 0,-1 0 5 0,0 1 4 15,0-2 0-15,-1 1-1 0,-1-2 3 0,1-1-1 0,1 1-3 16,-1-2 2-16,1-1 1 0,1 0-1 0,1-1 1 0,0 0-2 0,1 0-1 16,1-1 1-16,1 0-1 0,0 0 1 0,1-1 0 0,0 1-2 0,1-2 0 15,1 1 3-15,1-1 1 0,1 0 1 0,0 0 0 0,2-1 1 16,2-1 1-16,1 1-1 0,0-2-3 0,3 0-1 0,0-1 1 0,2-2-3 15,2 0 3-15,2-2 0 0,2-1-2 0,1-2 4 0,1-2 2 0,2 0-4 16,3 0 9-16,2-2 3 0,-1-1 1 0,2-1 6 0,0-2-1 16,-1-1 5-16,2 0 7 0,-1 1 7 0,2-3 7 0,-1 1-4 0,0 0-1 15,0 1-5-15,0 0-11 0,-2 2 4 0,-2-2-10 0,0 1-3 16,-1 1-1-16,0-1-10 0,-1 0-2 0,-2 2-1 0,-3 0 2 0,-2 1 0 16,-2 0 3-16,-1 2-3 0,-3 0 4 0,-2 0 0 0,-1 1 0 0,-2-1-1 15,-2 1 0-15,-1-1-7 0,-3 0 2 0,-1 1 0 0,-3 2-1 16,-2-1 2-16,-1 2-4 0,-1 0 3 0,0 1-5 0,-2 2-1 0,1 0 5 15,0 2-4-15,-1 1 1 0,0 0 2 0,-1 1-5 0,2 2 1 0,-1 1 0 16,1 1-1-16,2 3 2 0,-1 2-6 0,0 0-1 0,1 3 1 16,1 1 0-16,0 2 2 0,0 2 0 0,0 2-4 0,0 2-3 0,1 1-11 15,0 1-11-15,2 0-27 0,1 2-46 0,2 1-58 0,2 1-97 16,2 3-73-16,1-1-47 0,2 2-10 0,2-4 68 0</inkml:trace>
  <inkml:trace contextRef="#ctx0" brushRef="#br0" timeOffset="131401.82">9774 6464 396 0,'-2'-5'84'16,"1"1"-10"-16,-1-2-10 0,3 1-3 0,0 1-11 0,0 0-14 0,2 0-3 15,0-1-5-15,0 1-1 0,1 0 5 0,-1 0 3 0,1 1 11 0,0 1 10 16,1-1 9-16,0 2 8 0,1 0 3 0,1 1 0 0,0-1-6 16,1 1-3-16,0 0-6 0,-1 1-7 0,1 1-1 0,1 0-6 0,-1 0 1 15,0 1-4-15,0 1-2 0,0 1 0 0,-1 1-7 0,-1 1-1 0,0-1-4 16,0 3-4-16,-1 0-5 0,-1 1 0 0,0 1-11 0,-2 1-1 15,-1-1-2-15,-1 0-2 0,-1 1-3 0,-2-2 0 0,0 0 4 0,0 0-2 16,-1-2 0-16,0 1 2 0,-1-2-2 0,0 0-1 0,0-1 1 0,0-1 0 16,1-1 1-16,-1 0-4 0,2-2 1 0,0 0-1 0,1-1-2 15,0-1 3-15,2 0 0 0,0 0-2 0,1-1-2 0,0 0 0 0,1-1-1 16,0 0-2-16,2-1 7 0,0-1-1 0,0 1 1 0,2-1 2 16,-1 0-4-16,1 0-1 0,2 0 3 0,0 1 3 0,0 1-4 0,2 1 5 15,-1 0-5-15,-1 1-4 0,0 0 8 0,0 0-1 0,1 2 2 0,0 0 10 16,0 1 1-16,-1 0-3 0,0 1 14 0,-1 1 3 0,1-1 4 15,0 0 9-15,-1 1-10 0,-1-1 4 0,0 3-3 0,0-1-3 0,0 0-1 16,0 2-6-16,-1-1 0 0,-3 1-4 0,1-1-1 0,-1 1 1 0,-1 0-4 16,-2 0 3-16,-1-2-4 0,-1 3 1 0,-1-1-1 0,-3 2 0 15,0 0-3-15,-1 0-3 0,-2 0-2 0,-1-2-4 0,-1 2 4 0,1 0-7 16,-2 0 1-16,1 1-2 0,-1 0-2 0,1-1 6 0,2 3-6 0,-1 0-3 16,1 1-11-16,1 0-10 0,1 0-29 0,1 1-35 0,2 0-45 15,1-1-62-15,1-1-76 0,0 0-105 0,3-1-58 0,0-2-7 0,2 0-105 16</inkml:trace>
  <inkml:trace contextRef="#ctx0" brushRef="#br0" timeOffset="132051.82">9367 6466 614 0,'-8'-2'257'0,"1"1"-228"0,-1 1-26 0,5 1-10 16,3 1-1-16,0 1-1 0,1 0 5 0,0 2 1 0,-1 0 2 16,0-1 2-16,0 2-1 0,-2 0 4 0,-1-1-4 0,-1 3 5 0,-1 0 0 15,0 0 3-15,-1 2 4 0,-1 0 2 0,-2 0 6 0,0 2 9 0,-2 3 11 16,-1 3 8-16,-2 4 11 0,0 4 8 0,1 4 9 0,-2 2 11 15,-1 1 1-15,1-1 1 0,1 0-8 0,2 1-14 0,1-1-13 0,4 1-16 16,4-2-7-16,2 0-12 0,3-3-3 0,4 1 1 0,3-3 1 16,3 0 6-16,2-2-1 0,4-3 2 0,1-2-2 0,3-1 5 0,1-4 3 15,2 0 3-15,1-2 4 0,2-2 1 0,-1-1 3 0,2-2-7 0,0-2 5 16,1-1-1-16,-1-2-3 0,-1-1 4 0,0-3-9 0,-2 1 1 16,2-4-1-16,-1-2-6 0,1-3 4 0,-2-1-3 0,0-2-6 0,-1-2-1 15,-2-1-6-15,2-2 1 0,-3-2-1 0,2 1 0 0,-1-2-2 0,-3-2-9 16,1 0 10-16,-1-2 0 0,-2 0 2 0,-1-3 2 0,-2-2-11 15,0-3 5-15,-4 1-3 0,-1-3-1 0,-1 2 4 0,-2-1 0 0,-2-1 0 16,-2-2-1-16,-3 1 1 0,-2 1-3 0,-1 1-4 0,-3 2-3 16,-2 0 2-16,-3 3-4 0,-1-1-4 0,-2 2 6 0,-3 1 0 0,-1 3 4 15,-2-1 6-15,-1 4-5 0,-1 3-6 0,-1 2-4 0,-2 2 3 0,1 4-1 16,-2 1-2-16,0 4 3 0,1 2-6 0,-2 3-2 0,0 2 0 16,-1 3-1-16,1 2-1 0,-1 2 1 0,1 3-2 0,3 1-5 0,-2 0-3 15,2 3-13-15,-1 1-17 0,0 1-15 0,1 1-16 0,0 1-25 16,2 2-12-16,1-1-39 0,0 2-62 0,3 0-77 0,0-1-66 0,1 2-33 15,3-2 15-15,3 1 36 0</inkml:trace>
  <inkml:trace contextRef="#ctx0" brushRef="#br0" timeOffset="132418.82">10115 6898 1059 0,'-4'-2'139'15,"1"2"-87"-15,0-1-23 0,2 1-4 0,1 2 8 0,2 0 3 0,0 3 1 16,1 1-3-16,-1 3-4 0,-2 2-5 0,0 3 3 0,-3 3-8 16,0 1-1-16,-1 1-1 0,-2 3-1 0,1 1 2 0,-3 1 0 0,0 2-6 15,0 0-10-15,-1 0 1 0,0 0-6 0,1-2 2 0,1 0-3 0,1-2-7 16,0 1-12-16,1-1-23 0,0-2-46 0,2-1-99 0,0-2-62 15,1-3-43-15,1-3-7 0,0 0-75 0</inkml:trace>
  <inkml:trace contextRef="#ctx0" brushRef="#br0" timeOffset="133052.82">10479 6320 1206 0,'-10'-5'250'0,"1"0"-188"0,-1 0-42 0,1 2-4 0,4 2-4 16,0 0-4-16,2 1-2 0,-1 1-4 0,0 1-3 0,1 0-1 15,-2 0-2-15,-1 0 4 0,-1 1-1 0,1 0 0 0,-3 1 3 0,1-1-1 16,-1 1 2-16,0 2 4 0,2-1-1 0,0 1-2 0,1 0 0 0,3-2-5 16,0 0-4-16,2 0 2 0,1 1-2 0,2 1 5 0,0 2 1 15,1 0 6-15,1 2-5 0,1 0 1 0,2 1-1 0,0 1-2 0,1-1 1 16,1 3 1-16,1 0 0 0,0 1-2 0,2 1 1 0,1-2 1 0,1 1-1 16,1 0-1-16,-1-1 2 0,1-1 2 0,0 3-4 0,0-1 1 15,-1 1-1-15,0 0-3 0,0 1 4 0,-1 0-2 0,-1 0-3 0,-3-2 3 16,0-1-3-16,-3-1 6 0,-1 0 1 0,-1-2 2 0,-3 0 1 15,-2 0 1-15,-1-1 0 0,-2-1-1 0,-1 1 1 0,-2-3 0 0,-2 2 1 16,0-1-4-16,-2 0-2 0,-2 0-2 0,-2-1-2 0,0 0 2 0,0 0-3 16,-2-2 3-16,0-2-1 0,1 0 1 0,-2-1 5 0,2-1-5 15,0-1 7-15,3-1-2 0,0-1-2 0,2 0 4 0,0-2-2 0,0 1 0 16,1-2-1-16,3 0 0 0,-1 0-5 0,3-1-1 0,0 0 1 0,1 0 0 16,1-1 5-16,0-1-3 0,2 0 0 0,0 1 2 0,3-3-1 15,0 1 4-15,1-1 1 0,2-2 0 0,0 0-2 0,2-1 2 0,2-2-2 16,0 0 4-16,3-2-2 0,0-1-1 0,1-1 1 0,0-1 1 15,1 1-3-15,2-1 4 0,1 1-5 0,0 0-1 0,-1 0 2 0,1 0-1 16,-1 1 2-16,-1-1 0 0,-1 2 4 0,0 0 2 0,-1 2 1 0,-1 1-2 16,-3 0-4-16,1 2-2 0,-2 0 2 0,-1 2 8 0,-1 1 5 15,-1 1 3-15,-2 0-4 0,-1 0-2 0,0 1 2 0,-3-1-5 0,-1 2 3 16,-1 0-8-16,-3-1-8 0,0 2 0 0,-2-1-2 0,-1 2 1 0,0 1-6 16,-3 0 1-16,-2 1-8 0,-1 2-5 0,-1 1-3 0,-1 2-8 15,0 1 2-15,-1 1-8 0,0 2-11 0,-1 1-13 0,1 2-18 0,0 0-25 16,3 1-34-16,0 0-39 0,1 0-31 0,2 1-23 0,1-1 0 0,1 1 17 15,1 0 36-15,1-2-50 0</inkml:trace>
  <inkml:trace contextRef="#ctx0" brushRef="#br0" timeOffset="133402.82">10526 6363 945 0,'-1'-1'99'0,"1"-1"-67"0,1 0-14 0,2 2 3 0,2-1 9 0,0 0 10 15,3 1 0-15,0-1-6 0,1 0 2 0,1 1-15 0,-2 0 3 16,1 1 3-16,-1-1 6 0,-1 2 11 0,1-2 1 0,-1 3 9 0,0-1-6 16,-1 2 1-16,-1 1-2 0,-1 1-8 0,1 0-5 0,-1 1 0 15,0 2-7-15,-1 1-4 0,0 0-7 0,-1 1-7 0,-1 0 1 0,0-1-6 16,-1 1 5-16,0 0-2 0,0 0-4 0,-1-1 1 0,1-1-1 0,0 0-3 16,0 0 2-16,0-1-2 0,0 0-2 0,2-1-1 0,-1-1-1 15,2 1-3-15,0-1-1 0,0-1 1 0,0 1 3 0,1 0 0 0,0-1-3 16,1 1-2-16,0-1-2 0,0 1-1 0,0-1 4 0,0 0-3 0,1 0-1 15,0-1 4-15,1 0-2 0,0-2-2 0,-1 0 7 0,1 1-6 16,0-1 3-16,-2 0 6 0,1-1 2 0,0 0 1 0,-2 1 4 0,1-1-4 16,-1 0 3-16,-1 0 3 0,0 1-3 0,-1 1 6 0,-1 1-3 15,1 1 2-15,-1 2 3 0,-1 1-1 0,0 1 2 0,0 0-3 0,-1 1-2 16,-1 2-6-16,0 0 1 0,-1 0 0 0,0 1-3 0,-1 1 1 0,1 1 0 16,-1 0-3-16,1 0-2 0,-2 2-6 0,1 1-10 0,0 1-13 15,-1-2-56-15,1 1-111 0,-2 1-88 0,0-1-76 0,0 2-16 0,-1 0-21 16</inkml:trace>
  <inkml:trace contextRef="#ctx0" brushRef="#br0" timeOffset="142135.82">9888 3979 502 0,'-6'-12'46'0,"0"-3"-43"16,2-2-11-16,3 1 5 0,4 0 4 0,1 2 2 0,2-1 0 0,3-1-5 15,2-1-6-15,0 1-3 0,3 1-6 0,0 0 1 0,0 0 2 16,0-1-1-16,-2 2 4 0,0 0 3 0,-2 0 2 0,0 0 6 0,-4 0 2 15,-1 3 1-15,-2-2 3 0,-3 2-1 0,-2 1 2 0,-3 1-1 0,-2 2 0 16,-3 1 0-16,-1 1 0 0,-3 1 3 0,-2 0-2 0,-2 3 2 16,-4 0-2-16,0 1-3 0,-2 2 0 0,-2 0-5 0,-1 2 2 0,-1 0-2 15,0 1 0-15,-2 0 2 0,0 2-1 0,-2 1 1 0,1 0 1 16,-2 1-1-16,3 1 4 0,0 0 3 0,2-1 6 0,-1 1 3 0,2 1 5 16,1 1-1-16,2 1-1 0,-1 1-2 0,2 1-2 0,0 1-5 0,0 0-3 15,0 2-3-15,-1 2-3 0,0 3 0 0,0 1-1 0,-2 2 0 16,0 2-2-16,1 2 1 0,-2 0 2 0,2 3-1 0,-3 2 0 0,-1 2-2 15,0 1-1-15,0 0 0 0,0 1 0 0,2-1 0 0,-1 1 0 0,0 0 0 16,3 1-2-16,-1-1-1 0,3-1 1 0,1-1 3 0,0 1 2 16,4-1 4-16,0 0-2 0,2-2-2 0,2-1 1 0,2 2 0 0,1-1-3 15,2-1 2-15,2 1 3 0,2-3-1 0,2 0 1 16,1 0-3-16,2-1 0 0,1 0 0 0,2-2 0 0,2 0 2 0,2-2-3 0,1 2 1 16,3-3 1-16,1 1 3 0,0 0 3 0,3 0 3 0,0 0 1 0,2-2 0 15,0 0 5-15,2-2 0 0,1 0 3 0,0 0 4 0,3-3-1 16,2 0 3-16,0-1 3 0,3-2-2 0,1-1 1 0,4-2-6 0,1-2-5 15,2-2 0-15,1 0-6 0,0-2 0 0,3 0-2 0,-1-2-2 0,1-2 2 16,4-1 1-16,-3-1-3 0,2-1 1 0,1-1-2 0,0-2 3 16,-1-2-1-16,0-1-1 0,0-3 2 0,-1-1-1 0,0-2 4 0,0-2 2 15,-2-2 2-15,-2-3 3 0,1-1 0 0,-1-4-2 0,0-2 1 16,-1 1-5-16,-2-2-1 0,1 2-3 0,-3-2 0 0,1-1 0 0,-2 0-1 16,0-3-3-16,-1 0-8 0,-1 0 6 0,-1-1-2 0,1-2-2 0,-3 1 5 15,0-3-7-15,-6 1 1 0,-1 0 1 0,-4-2 0 0,-2 2-4 16,-4-3-4-16,-3 0-2 0,-2 0-6 0,-4-3 6 0,-4 3 2 0,-2-1 4 15,-4 1 2-15,-2 1-3 0,-4-2-2 0,-4 4 1 0,-2-2 2 0,-4 3 1 16,-5 0-2-16,0 2-3 0,-4-1-7 0,0 3-5 0,-3-1-6 16,-2 2-10-16,-1-1-5 0,-1 1-7 0,0-2-16 0,-1 2-22 0,-1 1-9 15,-1 1 9-15,2 1 14 0,2-1 25 0,0 0 17 0,2-2 3 16,1-1 9-16,2 0 5 0,4 2 2 0,4 0 1 0,3 2-5 0,1 0-12 16,2-2-51-16,3 0-13 0,4-3-2 0,4 0-17 0</inkml:trace>
  <inkml:trace contextRef="#ctx0" brushRef="#br0" timeOffset="145936.82">13846 3573 184 0,'-10'-5'29'0,"1"1"-15"0,-2-1-7 0,3 2-6 0,2 2 0 0,-1 1-1 16,0 1-1-16,2 2 0 0,-2 1-2 0,1 0-3 0,-1 1 0 0,-1 2-4 15,1 0-4-15,-2 1-1 0,1 0-2 0,-1 1 2 0,-1 1-2 16,-1 1-5-16,0-1-16 0,-2 0-25 0</inkml:trace>
  <inkml:trace contextRef="#ctx0" brushRef="#br0" timeOffset="146687.82">13055 3767 473 0,'-10'-5'49'0,"0"2"-26"16,0-1-17-16,6 3-7 0,3 2-3 0,0-1-4 0,1 0-3 0,0 2-6 16,1 0-5-16,-1 2-3 0,3-1-5 0,-1 1-3 0,1 1-2 15,1-1 0-15,0 1 8 0,1 0 6 0,0 0 8 0,0-1 6 0,0-1 3 16,-1 0 3-16,2 0 2 0,-1-1 0 0,1-1 1 0,-1 0 2 0,1 0 3 15,-1-1 0-15,2 1 0 0,-1-1 1 0,1 0 1 0,2 0 0 16,0 0 1-16,1-1 1 0,0-1 0 0,1 0-1 0,1 0 0 0,1-1-1 16,1 1 0-16,-1-1 1 0,2 1 1 0,2-1 1 0,-1 1 1 0,0 1 4 15,0-1 1-15,1 0 1 0,-1 1 3 0,2-1-2 0,2 1-2 16,1-1 1-16,0 0-4 0,1 0-4 0,-2 1 0 0,1 0-4 0,0 0-3 16,-1 1-1-16,1 0-1 0,1 0-1 0,-1 0 2 0,1 0-2 0,0 1 1 15,-1 0-1-15,0 1 1 0,0 1-2 0,-1 1 5 0,0 1-5 16,0 0 4-16,-2 2 1 0,1 1-7 0,-1-1 3 0,-2 1-2 0,2 1-2 15,0 1 2-15,0-1-2 0,0 0 3 0,1 1-3 0,-1-1 3 16,-1 1 0-16,1 0-1 0,0 0 1 0,2 0-3 0,0 0 2 0,1 0 1 16,-1 1-2-16,-2 0 1 0,-1 1 1 0,-1 0 0 0,-3 2 3 0,-1 1-1 15,-1 0 0-15,-1 2 2 0,-2-2-2 0,-2 4 1 0,-1 1 0 16,-2 2-1-16,-2 3 0 0,-1 2 0 0,-2 0-2 0,-3 4 1 0,-1-1-4 16,-3 1 0-16,-2 2-1 0,-2 1-1 0,-1 1-1 0,-3 1 0 15,-2 0-3-15,-3-2 1 0,0 1 3 0,-3-5 2 0,0 2 3 0,1-4 0 16,1-1 3-16,0-4 0 0,-2-1 0 0,2-1 2 0,-2-2-2 0,0 1 1 15,2 0 1-15,-2-1-2 0,1 1-3 0,-1 0-3 0,-2-2-2 16,0 3 1-16,-1-1 2 0,0-1 4 0,-2 1 0 0,2-1-3 0,-2 0 1 16,2-2-1-16,-1 0 2 0,-1-1 0 0,-1-3 2 0,1 0-2 0,0-1 1 15,3-1 1-15,-1-1-1 0,1-1-4 0,-2-2 2 0,0-1-2 16,2-1 4-16,-1-2 0 0,1-2 1 0,0-1-2 0,1-2 1 0,-1-3 1 16,3-2 3-16,0-1 1 0,1-3 4 0,3-4 0 0,0-3 4 0,2 0 1 15,2-5 3-15,2-2 2 0,0 0-1 0,0-5 1 0,2 0-3 16,2-4 6-16,1-2 2 0,1-2 5 0,0-3 2 0,2 1-3 0,1 1-6 15,1 1-6-15,3 3-7 0,0 1-7 0,1 5-4 0,1 3-11 0,1 3-19 16,0 2-47-16,1 0-87 0,0 1-89 0,0-3-125 0</inkml:trace>
  <inkml:trace contextRef="#ctx0" brushRef="#br0" timeOffset="165987.83">12014 5913 282 0,'-9'0'65'0,"0"1"-7"16,-1 0-14-16,3 2-8 0,1 0 1 0,1 1-5 0,2-1-6 16,-1 0-4-16,2 1-6 0,0 0-3 0,1 0-4 0,0 1 3 0,1 0-2 15,0 0 2-15,0 0 1 0,1 1 4 0,-1-1-1 0,2 1 6 16,0 0 6-16,1 1 5 0,0 1 8 0,1 1 8 0,1 1 11 0,1 2 2 16,0 1 4-16,3 0-3 0,1 0-5 0,0 0 0 0,2 2-10 0,-1-1 0 15,0 1-8-15,3-1-6 0,1 0-3 0,1 0-1 0,0-2 1 16,2 0-1-16,1-2 3 0,1-1 1 0,1-1 0 0,0-2 3 0,-2-2 2 15,1 0 4-15,-1-2 5 0,-1-1 1 0,0-2 3 0,-1-1-1 0,0-1 1 16,-1-2 1-16,0-1 3 0,-2-2-3 0,1-2-6 0,-2 1-6 16,1-4-8-16,1 1-4 0,0-2-4 0,-1-1-5 0,-1 0-1 0,1-1-4 15,-1-2-4-15,0 1 4 0,-1-2-4 0,0 0-2 0,-2 0 1 16,-1 1-1-16,-2 0-1 0,-2 1-1 0,-1 0 1 0,-2 1 0 0,-1-1-2 16,-3 2 4-16,-1 1 2 0,-1-1-7 0,-2 1 0 0,-3 0 3 0,-1 2-5 15,-1 0 0-15,-1 1 5 0,-3 1-6 0,0 2-1 0,-3-1 4 16,2 1-10-16,-2 3-1 0,-1-2-1 0,2 2 1 0,1 1 5 0,1 1 4 15,0 0-3-15,3 2-3 0,0 2-2 0,2 1-5 0,0 1 2 0,2 0-4 16,1 2-2-16,0 1 6 0,1 0-9 0,1 3-5 0,-1 1-7 16,1 1-14-16,1 0-18 0,0 1-18 0,0-1-21 0,1 1-21 0,1 2-20 15,1-1-26-15,1 1-32 0,1-3-49 0,1 2-16 0,1 0-3 16,1-1 30-16,0 0 36 0,3-3-37 0</inkml:trace>
  <inkml:trace contextRef="#ctx0" brushRef="#br0" timeOffset="166304.83">13081 5997 2361 0,'-11'-11'99'0,"2"3"-67"0,0 1-27 0,5 7-16 15,6 4-6-15,1 2-3 0,3 1 11 0,2 3-5 0,0 1 1 16,1 0 3-16,0 3-10 0,-1 0 8 0,0 2-8 0,-1-1 3 0,-1 0 5 16,0 1-3-16,-2 0 2 0,-1-2 2 0,-1 1-4 0,0 1 3 0,-1-1 5 15,0-1-5-15,0-1 2 0,-1 0-8 0,0-1-2 0,1 0-13 16,0-3-11-16,1 1-18 0,1-1-26 0,0-1-32 0,1 0-37 0,0-2-36 15,1-1-41-15,0-1-26 0,0-2 7 0,0-1 15 0,1-1 29 0,-1-3-56 16</inkml:trace>
  <inkml:trace contextRef="#ctx0" brushRef="#br0" timeOffset="166687.83">13515 5526 2524 0,'-6'-14'33'0,"3"2"-11"0,-1 1-24 0,6 6-9 0,4 6-6 16,3 1 4-16,6 2 2 0,1 1-5 0,2 1 2 0,0 1-1 0,0 1-1 16,1 1 2-16,-2-1 2 0,0 2 3 0,-1 1 3 0,-2-1 1 0,-1 0 0 15,0 1-1-15,0-2 2 0,-2 1-1 0,-1 0 2 0,-1 1 3 16,-1-1 6-16,0 0-1 0,-1 0-7 0,0 1-1 0,-1-1-9 0,1 1 1 15,-2 0 5-15,0-1-2 0,-2 3 1 0,-2 1 7 0,-1 0-6 0,-1 1-2 16,-2-2 7-16,-2 3-8 0,-3-1 1 0,-2 0 1 0,-1-1 1 16,-3 1 0-16,0-2 4 0,-3-1 2 0,-1 0 5 0,1-3-1 0,0 2 1 15,0 0 1-15,0 0-3 0,2 0 0 0,0-1 3 0,2 1-2 16,3 1 1-16,2-1 1 0,2 0-3 0,2-1 4 0,3-1 3 0,2 1 12 16,4 0 15-16,3-1 13 0,5 0 14 0,5 1 0 0,6 0-3 0,9 0-13 15,5 0-12-15,8-1-11 0,7 1-5 0,7-2-10 0,4 2-4 16,6-1-9-16,3 3-12 0,2 1-8 0,1 1-28 0,-2 0-22 0,-1-2-37 15,-2 0-48-15,-4-3-32 0,-6-2-32 0,-5-2-64 0,-4-2-118 0,-6-1-64 16,-3 1-141-16</inkml:trace>
  <inkml:trace contextRef="#ctx0" brushRef="#br0" timeOffset="167820.84">4459 9593 2096 0,'-19'5'74'0,"0"6"0"0,-3 5-14 0,4 9-18 0,5 4-14 15,2 6-18-15,2 4-5 0,0 5-4 0,2 1-5 0,1 3 1 0,1-1-3 16,0 1-7-16,0 3-3 0,1-1-13 0,0 1 7 0,1-3-11 0,2-2-9 15,-1-4 4-15,0-4-10 0,0-2 8 0,1-4 14 0,-1-2 5 16,1-6 12-16,-1-2 8 0,0-6 4 0,0-5 12 0,-1-1 5 0,1-3 8 16,0-1 12-16,0-3 4 0,1-1 8 0,0-1 5 0,0-1-1 0,1 0-1 15,0-2-1-15,1 0-1 0,1-2-11 0,0-1-5 0,2-1-13 16,3-1-5-16,0-2-5 0,2 0-4 0,5-1 1 0,1-3-1 0,2 0-3 16,2-2-3-16,3 1 0 0,3 0-8 0,0 0 4 0,3 0-1 15,0 1-1-15,1-2 10 0,0 0-6 0,3 0 4 0,-1 0-1 0,1-2-8 16,-2-2 1-16,0 0 6 0,-3-2 2 0,3-3-9 0,-3-1 5 0,2-2 6 15,-2-3 6-15,1-1 13 0,-3-3-4 0,-1-4-8 16,0 1-4-16,-2-4 6 0,0 1-1 0,-3-3 1 0,-2-3-5 0,-2-1-5 0,0 0 1 16,-3 0-1-16,-3-1-19 0,-2-2 12 0,-3 0-7 0,-3-1 0 0,-1 1 16 15,-2 1-16-15,-3 4 4 0,-4 1-4 16,-1 4 4-16,-3 2-2 0,-3 3-2 0,0 3-3 0,-4 3 0 0,-4 5-2 0,-2 6 3 0,-4 2 4 16,-2 5-5-16,-3 4 6 0,-2 3-6 0,-1 6 2 0,-1 4 2 15,1 4 1-15,-2 4-2 0,0 4 4 0,1 1 1 0,1 6-1 0,5 2-7 16,2 4 0-16,2 1-3 0,4 3-6 0,3-1-10 0,2 4-23 0,4-1-40 15,4 2-45-15,2 2-46 0,3-1-63 0,4 1-74 0,2 0-48 16,4-2-13-16,3-1 38 0,4-1-97 0</inkml:trace>
  <inkml:trace contextRef="#ctx0" brushRef="#br0" timeOffset="168020.84">5571 9295 1947 0,'-6'-4'162'0,"1"3"-30"0,1 0-75 0,3 5-33 0,2 3-10 0,2 4 1 16,2 3-6-16,0 7-9 0,2 3-3 0,0 4-3 0,2 3-5 0,1 2 7 15,-1 3 5-15,2 2 1 0,-2-1-1 0,1 1-8 0,-1-3-11 16,-1 0-9-16,1-1-8 0,-1 0 0 0,-1 1-12 0,0-2-11 0,0 0-10 16,-1-2-12-16,-2-1-12 0,0-1-7 0,-1-2-7 0,1-3-17 0,0-2-37 15,-1-3-39-15,0-4-35 0,-1 0-18 0,0-3 9 0,-1-2 17 16,-1-4 8-16</inkml:trace>
  <inkml:trace contextRef="#ctx0" brushRef="#br0" timeOffset="168187.84">5203 9282 2698 0,'-7'-19'73'16,"4"2"13"-16,6-4-23 0,15 5-36 0,11 0-19 0,13 0-4 0,9-3 1 15,9 0-9-15,5 3-3 0,6 0-20 0,5 1-32 0,1 4-56 16,0 1-87-16,2 4-99 0,-1 2-189 0,1 2-134 0,-2 1-226 0</inkml:trace>
  <inkml:trace contextRef="#ctx0" brushRef="#br0" timeOffset="169154.85">9441 8322 550 0,'-16'-11'369'0,"2"3"-281"0,-4-1 17 0,8 6-23 15,6 3-25-15,3 2-39 0,1 2-17 0,2 3-4 0,3 3 1 0,1 4-1 16,2 1 4-16,3 5 2 0,0 2-3 0,-1 0 1 0,3 1-1 16,-1 0 1-16,1 0-1 0,1 1 0 0,-1-1 2 0,1 0-2 0,-2-1 5 15,-1-2-3-15,0-3 0 0,1-1 7 0,1-2 2 0,0-3 5 16,0 1 5-16,-1-3 1 0,3-1 5 0,1-1-1 0,0-2 2 0,-1 0 3 16,2-2 3-16,-1-1 1 0,0-2 2 0,-2-2 2 0,0-2 3 0,-1-1 2 15,0-3-1-15,-1-1-2 0,-2-2-6 0,2-3-2 0,-2 1-3 16,0-4-2-16,-2-2-6 0,-2 0-8 0,0-3-3 0,-3-1-4 0,-2 0-3 15,-2-2 0-15,-1 0-2 0,-4 1-4 0,-2-1-3 0,-4-2-2 0,-4-1 0 16,-1-1-1-16,-3-3-3 0,-3 3 6 0,-1-3 1 0,-3 2 4 16,-2-1 7-16,-1 0-3 0,0 2 2 0,-1 3-1 0,4 4 2 0,0 3-3 15,1 5 5-15,3 5-4 0,0 2-1 0,1 4-1 0,3 3-6 16,0 4-2-16,0 3-1 0,2 3-1 0,-1 4-1 0,1 4-2 0,1 4-1 16,2 3-5-16,0 7-2 0,0 1-17 0,3 3-13 0,2 3-22 0,3-1-40 15,2 2-82-15,3-2-73 0,4 0-46 0,1-1-4 0,2-1 53 16,5 2-3-16</inkml:trace>
  <inkml:trace contextRef="#ctx0" brushRef="#br0" timeOffset="169371.84">9895 8503 2126 0,'-22'-7'73'0,"2"4"-19"0,1 1-30 16,7 10-16-16,9 5-13 0,2 2-2 0,3 5-1 0,2 4-4 0,3 1-4 15,1 2-5-15,1 1-5 0,0 1-12 0,1-1-14 0,2 0-26 16,0-1-40-16,1 1-52 0,-1-2-63 0,2-2-49 0,0 0-13 0,0-3 6 16,-1 0 30-16,1-3-14 0</inkml:trace>
  <inkml:trace contextRef="#ctx0" brushRef="#br0" timeOffset="169972.84">10168 8080 2174 0,'-22'-16'53'0,"1"2"35"0,-3-1-26 0,12 10-16 0,6 4-26 16,3 2-16-16,2 2-8 0,1 1-3 0,0 4 0 0,1 2-1 16,0 4 3-16,3 2 1 0,0 1-1 0,0 3 2 0,1 0-1 0,-1 0 4 15,2 1 0-15,0 1-11 0,2-2-3 0,0 2 7 0,0-1-4 16,0-1 11-16,0 0 1 0,-1-2-7 0,1-1 2 0,1-1 2 0,-1-1 1 16,1-1-2-16,0-2 0 0,1-1-2 0,-1-2 4 0,1 0 1 0,0-1 1 15,-1-2 2-15,0 0-1 0,1-1 1 0,-2-1 0 0,3 0 0 16,-1 1-2-16,0-1 1 0,0-1-2 0,0 1-2 0,-2 0 4 0,2 1-4 15,-2 0 1-15,2 0 1 0,-1 1-2 0,-1 0 2 0,2 0-1 0,-3-1-2 16,2 1 0-16,0 0 0 0,-2 1 3 0,0-1 1 0,-1-1 1 16,0 1-1-16,-1 0-5 0,0-1-1 0,-1 0 1 0,-3 0-2 0,1 0 1 15,-1 0-2-15,-2 0 4 0,1 1-2 0,-2-1 5 0,1-1-1 16,-3 1-4-16,-1 0 1 0,-1 0-2 0,-1 0-8 0,-1 1-1 0,-3-1-7 16,-1 0-4-16,-1 0 4 0,-3 0-3 0,0 0 0 0,-3 0 4 0,0 0 1 15,-4 0 5-15,0 0 8 0,1-2 7 0,-1-1 4 0,3-2 2 16,0-1 0-16,2-3 0 0,2 0 1 0,3-2 3 0,0-2 0 0,2 0-2 15,2-2-2-15,2-1-4 0,2-2-2 0,2-3-8 0,2-1-3 0,2-2 2 16,2-2-2-16,3-3-1 0,2 0 8 0,2-1-3 0,3 1 3 16,1 0 2-16,0 0-2 0,2 1 4 0,-1-1 0 15,1 2 0-15,-1 1 0 0,1-1-6 0,0 4-1 0,-1-2 3 0,-1 2 4 0,2 1 7 16,-2 2 4-16,0-1 2 0,-3 0-4 0,-1 0-3 0,-1 1-1 0,0 0 1 16,-1 0 0-16,-1 1-2 0,-2 0 0 0,0 0-2 0,-2 0 1 0,-1 0 2 15,-1 1-2-15,-1-2 2 0,-1-1-4 0,-2 0 1 0,-1 1-4 16,-1-1 5-16,-1 1 0 0,-1 1-5 0,-2 0-3 0,0 2-3 0,0 0 0 15,0 3 1-15,0 2-1 0,-3 2 0 0,0 1-6 0,-1 1-6 0,-1 3 0 16,1 2 0-16,-1 2-4 0,0 4 3 0,1 1-5 0,0 5-4 16,-2 1 4-16,2 1-6 0,-1 3-4 0,2 0-12 0,2 0-27 0,0 3-55 15,2 0-62-15,2-1-48 0,2 2-27 0,5 0 7 0,1 0 27 16,5-1 7-16</inkml:trace>
  <inkml:trace contextRef="#ctx0" brushRef="#br0" timeOffset="170220.84">10623 7973 1237 0,'-11'-5'117'0,"2"1"-4"0,-1-1-46 15,5 5-27-15,4 2-24 0,0 1-7 0,1 1-3 0,1 2-1 16,0 3-3-16,2 0 0 0,0 2 0 0,1-1 1 0,0 2-1 0,0-1 1 16,0 1-3-16,0 2-2 0,2 0 5 0,-1 1 0 0,2 1 0 15,0 1 1-15,-1-1 2 0,2 0 2 0,0 1-2 0,0-1 6 0,-1 0-8 16,0-2 6-16,0 1 5 0,-1-1 7 0,0 0 7 0,-1-1-3 0,1 0-1 15,-2 0-6-15,1-1-2 0,-1 0 1 0,-1-2-6 0,2 1-5 0,-2 0-3 16,2-1 0-16,-2 0-3 0,0-2 0 0,0 1-1 0,-2-3-2 16,0 1-2-16,0-1-3 0,-2-1-1 0,-1 0-16 0,-1 0-36 0,-1-1-66 15,-1 0-80-15,-2 0-81 0,-1-1-45 0,-3-1-7 0,-2-1-75 16</inkml:trace>
  <inkml:trace contextRef="#ctx0" brushRef="#br0" timeOffset="170354.84">10617 7903 1592 0,'-9'-24'154'0,"1"3"24"16,0-3-47-16,5 9-40 0,3 6-47 0,2 1-28 0,4 3-13 16,2 1-12-16,3 1-11 0,5 1-12 0,1 1-9 0,6 2-18 0,2 1-32 15,1 1-72-15,4 1-111 0,0 0-93 0,3-1-28 0,1-1 23 0,3-1 26 16</inkml:trace>
  <inkml:trace contextRef="#ctx0" brushRef="#br0" timeOffset="170956.84">12728 7098 1638 0,'-16'-16'83'0,"-3"1"20"15,-2 0-39-15,5 7-19 0,7 4-27 0,2 4-16 0,1 1-5 0,1 3-4 16,0 2-4-16,-1 1 3 0,1 5 2 0,-2 1 6 0,-1 3 4 16,1 0 3-16,-2 2 0 0,0 1 3 0,0 1 12 0,-1 2 6 0,0 4 9 15,0 0 10-15,3 3-2 0,-1 0-2 0,2 1 0 0,0 0-2 16,2 3-7-16,2-2-1 0,2 4 3 0,1-1-11 0,2-1-5 0,3-1-7 16,1-1 6-16,3-3-1 0,1 1 10 0,3-4-1 0,3 0-7 0,1-3 1 15,1-3 1-15,3-2 2 0,2-2 4 0,0-3 1 0,2-2 0 16,0-1-4-16,1-2-6 0,-1-2-1 0,2-2 0 0,-1-3-3 0,-1-2 5 15,2-2 0-15,-4-2-2 0,0-3 2 0,0-2-4 0,-1 0-2 0,0-4 1 16,-2 0-5-16,0-3 0 0,-1 1 0 0,-3-3-1 0,0-1-1 16,-2 1-1-16,-2-1-7 0,-3 0 0 0,-1 1 12 0,-3-1-2 0,-1-1 11 15,-3-1-2-15,-2-1-13 0,-2 0 1 0,-2-3-8 0,-1 1 1 0,-3 0 0 16,-2-1-2-16,-2 2 2 0,-2 0-2 0,-2-1 2 0,0-2 0 16,-4 1 0-16,0 1 0 0,-1 1-2 0,-3 2 1 0,0 1-4 0,0 1 1 15,-1 2-3-15,1 1 2 0,-3 2 2 0,1 3-4 0,1 3 2 16,0 2-4-16,2 2 2 0,1 3-5 0,0 1 1 0,3 4-5 0,-1 2-2 15,-1 3 1-15,3 4-2 0,-1 2 1 0,1 3-5 0,2 4-5 0,2 0-17 16,1 2-19-16,2 2-24 0,2 1-30 0,1 3-30 0,3 1-37 16,2 2-60-16,3-1-78 0,1 2-62 0,5 1-15 0,2 2 43 0,5-1-31 15</inkml:trace>
  <inkml:trace contextRef="#ctx0" brushRef="#br0" timeOffset="171171.84">13413 7461 2854 0,'-17'-16'149'0,"3"1"-77"0,-2 2-51 16,5 8-36-16,8 5-8 0,0 3-18 0,3 1-17 0,0 4-13 16,1 3-19-16,2 1-4 0,-1 2 1 0,1 0-1 0,0-2-5 0,-2 0-10 15,2-1-17-15,-2-1-12 0,1-1-15 0,-1 0-10 0,0-4-14 0,0 1-27 16,0-1-18-16,0-3-13 0,-1 0 7 0,1-1 21 0,0-2 26 15,1-2 9-15</inkml:trace>
  <inkml:trace contextRef="#ctx0" brushRef="#br0" timeOffset="171571.84">13747 6869 2733 0,'-12'-18'104'0,"2"1"2"0,0-1-68 0,5 10-28 0,5 6-17 16,2 2-12-16,3 1-3 0,4 2 4 0,3 4 2 0,3 1 5 15,2 3 2-15,0 2 4 0,0 0 0 0,0 1-2 0,0 2-1 0,1 1 0 16,-1 0-7-16,-2 0-2 0,-1 1 4 0,-1 0 8 0,0 1 8 16,-3 1 1-16,1 0-4 0,-2 0-9 0,-1 0-1 0,-1 2 4 0,-1-2-4 15,-2 0-5-15,0 0-1 0,-1-2-2 0,-2 0-2 0,-1-1 5 0,-1-2 4 16,1-2 3-16,-2-1 2 0,0-3-1 0,1-1 5 0,-1-2 2 15,0-2 4-15,1-2-1 0,0-2-1 0,0 1-2 0,0-1 0 0,0-1-4 16,1 1-5-16,1-1-9 0,0 0-14 0,-1-1-14 0,2 0-12 16,1-1-9-16,0-1 3 0,2 0 5 0,0 0 11 0,2 0 12 0,1 1 11 15,1 1 11-15,0 2 9 0,0 1 2 0,0 1 3 0,0 3 6 16,-1 1-2-16,2 2 4 0,-1 2 4 0,2 0 2 0,-1 2 5 0,0 3 14 16,-1 1 9-16,0 2 5 0,-1 1 5 0,0 3-6 0,-2 0-4 0,-1 3-1 15,-1 1-6-15,-2 1-6 0,-2 1-10 0,-1-2-17 0,-2 2-7 0,-3-1 3 16,-3 0-1-16,-2 2 6 0,-3 0 0 0,-3 1-9 0,-2-2-15 15,-3-1-28-15,0-3-42 0,-2-1-39 0,-1-2-37 0,-3 0-67 0,-1-2-90 16,0-1-89-16,-2-2-61 0,0-2-115 0</inkml:trace>
  <inkml:trace contextRef="#ctx0" brushRef="#br0" timeOffset="-212073.12">5184 7388 1092 0,'-1'0'311'0,"1"0"-291"0,1 0-36 0,3 0-5 0,1-1 11 16,1 0 18-16,0-1 8 0,1-1-3 0,-2-1-13 0,1-1-24 0,0-2-21 15,3-1-19-15,0 0-8 0,-1-2 10 0,0 0 21 0,-3 0 20 0,-2 0 18 16,-1 0 12-16,-3 1-2 0,-3-1 1 0,-3 0-2 0,-3 1-3 15,-4 0 6-15,-2 0-4 0,-2 1 2 0,-4-2-5 0,-2 1-1 0,-3 0-2 16,-5 2 1-16,0 1 2 0,-5-1-1 0,-1 1 4 0,-1-1-2 16,-4 1-1-16,-1-2 1 0,-1-1-3 0,0 0 1 0,-1-1-1 0,-1-1 1 15,-1 0 4-15,1-1 5 0,0 1 9 0,1 1 8 0,2 0 14 0,1 0 10 16,-1 1 12-16,3 0 7 0,0 1 0 0,1 0-10 0,1 2-6 16,2 1-16-16,0 1-6 0,1 1-2 0,0 2-9 0,-1 1-2 0,0 3-7 15,1 0-3-15,0 2-2 0,0 2 0 0,1 2-3 0,-1 3-2 0,-1 1-4 16,2 2-8-16,-1 4 4 0,1 1-2 0,-1 2 0 0,-1 2-1 15,2 1 2-15,-1 3 1 0,3 1-4 0,0 3 8 0,2 0-5 0,1 1 3 16,2-2 0-16,2-2 2 0,3 0-1 0,2 1-1 0,5-2 4 16,3 2-2-16,1-1 1 0,2-2-10 0,3 1 1 0,0-2 10 0,2 2-3 15,0-1 14-15,1 3-1 0,0-2-10 0,1 1 4 0,2-2-3 0,0 1 2 16,2-1 2-16,-1 0 1 0,2 2 3 0,1-2 2 0,2 2 6 16,0-1 1-16,1 0 1 0,1 0-2 15,0 2-1-15,1-1 2 0,1 3-2 0,-1-1-1 0,2 1-7 0,1-2 0 0,2 2 0 0,0-2 2 0,1 2-1 16,4-1 0-16,0 1-12 0,2-3 0 0,-1 1 6 0,2-2-3 15,0 2 3-15,1 0-2 0,2-1-2 0,-2-3-2 0,3 0 1 0,1-2 2 16,-1-2 2-16,2 0-2 0,-1-1 0 0,0-2 1 0,0 1-4 16,1-1 8-16,1-3 3 0,0 2 7 0,2-2 9 0,0-2 1 0,1-1 6 15,-1-1-6-15,3-3 5 0,1 0-1 0,1-3-5 0,2 1 4 16,-1-1-9-16,1-2-1 0,1 0-7 0,0-2 7 0,3 0-15 0,-2-1 4 16,1-1-8-16,1 0-12 0,-2 0 5 0,1-1-12 0,0 0-2 0,-1-1-9 15,0 0-7-15,0-1-2 0,-1-1 2 0,1 1 4 0,-1-3 12 0,-4 2 12 16,2-2 10-16,-2 0 9 0,1-1-2 0,0-3-3 0,-1 0-3 15,0-1 1-15,-1 0 7 0,0-2 3 0,-1-1 6 0,1-1 2 0,-2-1-3 16,2-1 1-16,0-2-2 0,0 1-5 0,0-1 0 0,2-1-9 16,-1 1 6-16,0-2-7 0,-2 0 3 0,0 2-4 0,0-3-1 0,0 1 4 15,1 0-3-15,-3-1-4 0,0 0-4 0,0 1 0 0,0-2 0 0,-2-1 6 16,3 0-3-16,-3-1 5 0,0 0-8 0,-1-2-4 0,-4 1 11 16,0 1-1-16,0-1 5 0,0 0 3 0,-1-2-9 0,-2-1 2 0,-2-1-1 15,-1 2 4-15,-2-1-1 0,-3 0-1 0,0 0 0 0,-2-3 3 0,-2-2 3 16,-1 0-2-16,-3-2 2 0,-1 2-6 0,-3-1 1 0,-2 1-1 15,-1 0 3-15,-4 0-7 0,0 1 1 0,-3 2 11 0,-2 2 1 0,1 0 11 16,-2 3 6-16,-1 1-9 0,-3 2 0 0,-1 2-2 0,-2 0-3 0,-2 2-2 16,1 3 0-16,-3-2-1 0,-2 1-3 0,-2 1-1 0,-4 2-5 15,0 0-6-15,-5 1 1 0,0 0 2 0,-3 1-3 0,-4 1 2 0,-2 1-4 16,0 0-2-16,-3 1 6 0,-1 2-5 0,-3 2 4 0,0 1 3 16,-1 1-6-16,-2 2 10 0,2 1-5 0,-2 3 4 0,0 2 7 0,1 2-1 15,0 3 8-15,2 3-4 0,0 2 0 0,1 1-5 0,2 3-5 0,3 2-2 16,1 0-7-16,2 2-15 0,2 2-23 0,0 0-26 0,0 2-83 15,3 1-145-15,0 0-205 0,0 0-326 0</inkml:trace>
  <inkml:trace contextRef="#ctx0" brushRef="#br0" timeOffset="-208439.12">9426 7340 14 0,'4'-2'21'0,"0"1"1"0,2 0 0 0,-2 1-1 15,-1 2 1-15,1 0 0 0,-1 1 4 0,1 0 2 0,1 1 2 0,0-1 3 16,2 1-6-16,1-1 2 0,3 2-3 0,1 0-1 0,2 0 5 16,2 0 0-16,2 1 5 0,4-1-1 0,4-1-1 0,4-1 3 0,3 0-3 15,4-2 0-15,3 0 0 0,4-2-4 0,2-1-4 0,3-2-2 0,2 0-3 16,2-1-3-16,0-1-1 0,2-1 1 0,-2 0-1 0,-1-1 0 15,-1 2-2-15,-2-2 2 0,-4 1 0 0,-1-1 5 0,-4-1 8 0,-2 0 4 16,0 0 6-16,-3 0 4 0,-1-2-2 0,0-2-1 0,0-1-1 16,-2-1-6-16,1 1-5 0,0-1-5 0,-1-1-4 0,2-2-5 0,-2 1-3 15,2-1-2-15,1-3-6 0,1 0-4 0,-2-4 2 0,-1 1-3 0,-1-1-3 16,-1-1 1-16,-1 0 0 0,-2-2 3 0,-2-1 0 0,-3-2 2 16,-4 1-6-16,-2-2 2 0,-5 2 2 0,-4-2 5 0,-5 1-1 0,-4-2 1 15,-3-2 4-15,-4-1-3 0,-3 0 3 0,-3 1-5 0,-2 0 1 0,-4 1-2 16,-3 0-4-16,-1 1-7 0,-4-1-2 0,0 4 6 0,-3-1 1 15,0 2 10-15,-4 1 1 0,-2 2-7 0,-1 2 2 0,0 2-2 0,0 3 1 16,-2 2 1-16,2 1-3 0,-1 4 2 0,-1 1 4 0,1 1-3 16,0 2 3-16,0 1-2 0,1 3-5 0,-2 1 3 0,2 1-2 0,0 3-1 15,-2 0-1-15,2 3 1 0,-2 0 2 0,-1 1-1 0,0 2 1 0,0 1 0 16,-2 1-1-16,-1 0 2 0,1 1 5 0,-1 3-3 0,-2 2 2 16,0 1 2-16,-1 2-5 0,0 2 6 0,-2 1 5 0,1 1 6 0,-1 2 2 15,1 1 2-15,1 2-4 0,1 1 0 0,2 0 4 0,2 4-7 0,2-1-1 16,0 4-9-16,3-1-1 0,0 2-1 0,3 6-1 0,1-1-3 15,3 3-7-15,2 1-5 0,5-1-20 0,2 1-25 0,5 1-77 0,5 0-108 16,7-1-111-16,4-1-197 0</inkml:trace>
  <inkml:trace contextRef="#ctx0" brushRef="#br0" timeOffset="-188554.5">12433 5898 333 0,'-10'-4'17'0,"2"1"3"0,1 0-3 15,3 3-8-15,4 2-5 0,1 0-2 0,1 4-3 0,1 1 1 0,1 2 4 16,1 1-2-16,0 2-2 0,2 2 1 0,0-1 0 0,0 3 2 0,1 1 0 16,1 0 4-16,0 0 2 0,2 1 3 0,1 0 2 0,2-1 4 15,0 0 1-15,0-1-1 0,2 0 1 0,2-1 0 0,3 0-2 0,0 0 1 16,4-1-2-16,1-2-2 0,2 1-4 0,2-1 3 0,2-1-1 0,2 0-1 15,5-2 2-15,2 2 2 0,3-3-1 0,2 0-2 0,1-1 5 16,4-1-2-16,4 0 3 0,2-2 2 0,2 0-5 0,1 1 5 0,1-2-4 16,2 2 5-16,0-1-3 0,0-1-1 0,1 1-1 0,-3 0-4 15,0-1 4-15,-1-2-3 0,-1-1 1 0,0-2-2 0,-3 0 2 16,-3-2-1-16,0-1 1 0,-1-2 1 0,-3 1 4 0,0-1-7 0,-4-1 8 0,-1-2-4 16,1-2-5-16,-3-2 7 0,-2 0-8 0,0-3 6 0,-5 1-4 15,-1-1-1-15,-3-1 2 0,-3-1-7 0,-2-2 4 0,0 0-2 0,-4-1 1 16,-1-2 1-16,-3 2-1 0,-4-4 3 0,-3 0 0 0,-1-2-2 0,-4 0 3 15,-2 0-4-15,-4 0-1 0,-4 0-1 0,-3-3-4 0,-5 1-1 16,-2-3 2-16,-4 1 0 0,-2 1 8 0,-2-1 5 0,-5 0 1 0,-1-2-3 16,-5 1 1-16,-1-1-4 0,-3 2-1 0,-1 0-1 0,-2 2-5 15,-2 0 4-15,-2 0 0 0,-1 1 5 0,-3 1 2 0,-1 1 0 0,-2 3-3 16,-3 3 5-16,-3 1-2 0,-3 0-3 0,-1 2-1 0,-3 1-4 0,-2 1 1 16,-3 3 1-16,1 1 2 0,-3 2 3 0,1 2 3 0,0 2 6 15,-1 3-1-15,2 2 2 0,3 3-6 0,2 3 0 0,4 4-7 0,2 3-2 16,2 4-3-16,0 5-2 0,2 4-4 0,2 3-2 0,3 5-7 0,2 2-13 15,4 5-10-15,4 2-24 0,3 3-38 0,6 1-78 0,2 4-90 16,4 1-83-16,2 2-258 0</inkml:trace>
  <inkml:trace contextRef="#ctx0" brushRef="#br0" timeOffset="-108283.83">5902 4278 521 0,'-29'-10'15'0,"-6"2"-1"0,-8-1-19 0,3 4-22 0,1 3-14 16,1 2-12-16,-1 0-21 0,-3 3-41 0,-2 0-88 0</inkml:trace>
  <inkml:trace contextRef="#ctx0" brushRef="#br0" timeOffset="-107766.82">4454 4450 182 0,'-45'6'37'0,"-4"3"2"0,-13 2 1 0,6-1 5 15,9-3 8-15,4 0 4 0,1 0-7 0,1-1-11 0,1 1-13 16,3-2-9-16,1 1-4 0,4-2-6 0,2 0-2 0,3 0-1 0,1 0 0 15,0-1-1-15,4 0 0 0,1-1 2 0,2-1 2 0,3 0 9 0,1-1 1 16,3 0 2-16,3-1 2 0,3 0 0 0,3-1 0 0,1-1-1 16,2 1-5-16,1-2-7 0,3-1-3 0,3-2-4 0,5-1 0 0,3-2-2 15,5-3 1-15,2 0 3 0,6-2 0 0,3-2 12 0,4-1 0 16,3-1 3-16,4-3 0 0,6-1-5 0,2-2-1 0,3-1-2 0,3 1-2 16,2-3-3-16,4 2-2 0,3-2 0 0,4 2 4 0,-1 0-3 0,2-2-2 15,3 3-1-15,0-1-2 0,3 3 2 0,0 4 0 0,-1 0 1 16,3 2-2-16,-1 1 4 0,1 1-1 0,-1 3 5 0,0 0 4 0,0 2 3 15,-1 3 2-15,0-1-4 0,2 2-2 0,0 3-1 0,-1 1-4 0,2 1 0 16,-2 3-2-16,2 0-1 0,-2 1-2 16,-1 0-3-16,2 1 2 0,-2 2-2 0,-1-1-1 0,3 2 4 0,-1 1 0 0,-1 1-1 0,-1 0 0 15,-3 1-1-15,-2 0-5 0,-2 0-1 0,-2 3 1 0,-4 2-1 16,0 1 1-16,-3 2-2 0,-3 3 3 0,-3 2 2 0,-3 1-1 0,-4 2 5 16,-1 0-4-16,-5 1 2 0,-2 2-2 0,-3 1-2 0,-4 3-1 0,-4 1-4 15,-4 2-2-15,-6 2-7 0,-3 2 2 0,-4 1-1 0,-7 1 5 16,-6 2 2-16,-4 1 2 0,-6 2 0 0,-3 2-1 0,-1 0-1 0,-5 0-3 15,-3 1-2-15,-2-2-9 0,-2 2-7 0,-1-1-9 0,-4-1-6 0,0 1 2 16,-2-2 5-16,-2 2 2 0,-1-1 0 0,-2-2 1 0,-4-1 5 16,0 1 8-16,-1-4 11 0,-1-3 4 0,-3 0 6 0,-1-3 3 0,-1 0 4 15,-2-1 2-15,0-3 3 0,0-1 5 0,-2-2 8 0,0 0 8 16,-2-2 15-16,2-2 7 0,1 0 9 0,1-3 4 0,2-1-2 0,1-3-6 16,2-2-2-16,1-1-6 0,4 0-3 0,-1-2 0 0,4-1-3 0,1-3-4 15,3-1-4-15,0-1-4 0,2-1-4 0,1-3 0 0,1 0-5 16,3-3-2-16,1 0-3 0,2-3-3 0,-1-2 4 0,2 0-3 0,3-3-4 15,0 0-1-15,2 0-7 0,1-2 2 0,0-1-2 0,3-1-2 0,1 0 1 16,0 0-9-16,1 1 0 0,0-1-2 0,2-1-6 0,0-1-2 16,0 1-10-16,2-1-9 0,-1-1-15 0,4-1-22 0,-1 1-17 0,2-2-22 15,1-1-25-15,3 0-15 0,1-1-14 0,4-2-186 0</inkml:trace>
  <inkml:trace contextRef="#ctx0" brushRef="#br0" timeOffset="-107399.82">8801 3615 1177 0,'-1'-6'-17'0,"2"4"-46"0,1-1-62 0,3 4-24 0,2 1-6 0,4 1 32 16,2-1 15-16,0-1 0 0,1 0-62 0</inkml:trace>
  <inkml:trace contextRef="#ctx0" brushRef="#br0" timeOffset="-107115.82">9118 3572 337 0,'28'-12'166'16,"5"-2"-38"-16,10-4-24 0,-2 1-18 0,0 2-15 0,3-2-15 0,2-1-3 16,4 3-5-16,3-1-10 0,1 1-2 0,1 2-11 0,3 1-11 15,-2 2-2-15,0 2-7 0,0 2-1 0,0 1-1 0,0 2-8 0,-2 2 3 16,0 1 0-16,-2 1 0 0,-2 1 11 0,0 2 2 0,-2 1 9 0,-3 2 6 15,0 3 0-15,-1 0-2 0,-3 4-5 0,-3 3-5 0,-1 2-7 0,-3 4-2 16,-3 4-5-16,-3 3-12 0,-3 3-5 0,-3 2-10 0,-5 4-2 16,-4 1 4-16,-3 2 2 0,-5 1 0 0,-4 1 1 0,-3 0 5 0,-4 0 1 15,-4 2 5-15,-3-1 2 0,-2 1-1 0,-5 1 2 0,-4 1 1 16,-2 1-2-16,-3-2 4 0,-3 0 1 0,-2 0-1 0,-1 1-3 0,-3 0 3 16,-1 2 0-16,-4 0-1 0,-3 1-1 0,-1 1-3 0,-1 1-5 0,-1-2 4 15,0-1 11-15,-2-3 6 0,3-2 11 0,-1-2 6 0,3-2-7 16,1-1-2-16,1-2-5 0,3-1 0 0,-1-2 1 0,-1-3 2 0,2 1 0 15,1-4 0-15,1-1-1 0,2-4 1 0,0-1 3 0,0-3-2 0,3-4 1 16,0 0 2-16,3-3 0 0,2-2 2 0,2-3-1 0,2-2 3 16,1-2-3-16,3-4-4 0,0-3 3 0,3-1-3 0,3-2 0 0,1-2-2 15,1-2-5-15,1-2-6 0,3-2-6 0,1-2-4 0,2 0-11 16,0-3-4-16,2-3-8 0,2 1-12 0,2-4-3 0,1-1-14 0,1-1-13 16,1 0-11-16,0-2-11 0,2 0-17 0,0-1-28 0,1-1-45 0,-1-1-153 15</inkml:trace>
  <inkml:trace contextRef="#ctx0" brushRef="#br0" timeOffset="-106832.82">12166 3419 2288 0,'44'-32'30'0,"4"0"15"0,17-2-66 0,-1 12-50 0,1 8-46 16,5 5-51-16,3 2-40 0,2 5-34 0,2 0-25 0,-2 2-19 0,-1 2-2 15,0 3 24-15,-1 2-93 0</inkml:trace>
  <inkml:trace contextRef="#ctx0" brushRef="#br0" timeOffset="-106599.82">13659 3363 164 0,'59'11'100'0,"7"0"-15"0,16 4-3 0,-9 2-18 0,-9-1-12 0,0 2 2 15,-3 1-4-15,-1 1 2 0,-2 1 1 0,-2 0-4 0,0 1 4 16,-3 0-1-16,-2 1-2 0,-3 0-1 0,-2 1-3 0,-3 2 3 0,-5 1 1 16,-4 2 2-16,-2 1-6 0,-5 2 2 0,-4-1-4 0,-6 2-1 0,-8-1 13 15,-6 1-4-15,-7-1 5 0,-6 2 1 0,-6 0 1 0,-7 2 1 16,-4 1-1-16,-5 0-9 0,-5 3-7 0,-4-1-6 0,-7 0-8 0,-8 3-17 15,-6 1 0-15,-6 0-11 0,-6 2-1 0,-8-2 8 0,-4 1-5 0,-5 1 10 16,-3-1-4-16,-2 0-4 0,0 0 0 0,-1 0-2 0,2-3 7 16,1 0 2-16,2-2 0 0,1-3-2 0,4-1-7 0,2-2-1 0,5-3 0 15,5-3 4-15,6-5-8 0,5-4 2 0,3-3-1 0,6-3 1 16,3-3 4-16,3-2-1 0,2-2-3 0,4-5-2 0,2-1 4 0,1-4-8 16,4-3-1-16,1-4 3 0,3-3-18 0,1-3-4 0,0-4-20 0,1-6-30 15,-1-3-23-15,1-5-34 0,5-2-62 0,0-5-57 0,3-7-69 16,2-8-332-16</inkml:trace>
  <inkml:trace contextRef="#ctx0" brushRef="#br0" timeOffset="-84614.95">3593 9445 1194 0,'36'21'185'0,"3"2"-102"0,11 4-8 0,-4-2-32 0,-4-7-13 16,0-2 0-16,0-1 11 0,2-4 9 0,0-1 1 0,1-4-7 16,1-2-12-16,1-1-13 0,2-3-8 0,0-3-4 0,4-2-6 0,0-3 2 15,1-3 0-15,1-4-1 0,0-2 3 0,1-3-1 0,0-4-10 0,-2-1-1 16,1-1 7-16,-1-3 2 0,-2-3 7 0,-1-2 1 0,0-3-13 16,-1-1 2-16,0-3-2 0,-1-2 3 0,-1-2 1 0,-2-2 4 0,0-3 0 15,-2-2-2-15,-1-1 2 0,-2-2-8 0,-3-1 5 0,-2-1 6 0,0-1-2 16,-3-1 13-16,-1-1-2 0,-3-2-5 0,0-1 1 0,-4-1-1 15,1-1-5-15,-2 0 3 0,-3 1 3 0,0-1-2 0,-3 0 1 0,-1 2 5 16,-1-1-7-16,-4 0-3 0,-1 0-1 0,-2 1-2 0,-3 1-1 16,-2 1-6-16,0 3 9 0,-3 0-2 0,-2 1 0 0,-2 3 8 0,-1 1-11 15,-3 2-2-15,0 1 1 0,-4-1-7 0,-2 2-3 0,-1 2 0 0,-2 2-6 16,-1 1 3-16,-2 3-7 0,-2 0 3 0,0 2 3 0,-2 1 0 16,-1 1 5-16,-3 0-3 0,-2 3-1 0,0 1-3 0,-3 2 3 0,-1 0-4 15,0 4-2-15,-2-1 3 0,-2 2-1 0,-3 1 7 0,-1 3 2 0,-2 1-2 16,-2 3 2-16,0 2 1 0,-2 4 1 0,-1 2 11 0,-2 2 0 15,-2 3-3-15,-1 3 2 0,-1 2-8 0,-2 3 0 0,-3 2 5 0,0 5-2 16,0 2-2-16,-2 3 4 0,0 6-1 0,1 3 2 0,-3 3 3 16,1 3-6-16,1 2 1 0,0 2-2 0,1 0 0 0,2 3 2 0,1 2 0 15,1 1 0-15,4-1-8 0,0 2-2 0,3-2 9 0,3 0-14 0,1 2-13 16,4-3-31-16,1 1-35 0,5-2-14 0,2-1-10 0,4 0-10 16,2-3-9-16,5-1-16 0,1-6-6 0,2-1-9 0,4-3-31 0,-2-1-159 15</inkml:trace>
  <inkml:trace contextRef="#ctx0" brushRef="#br0" timeOffset="-84079.93">3846 8448 928 0,'32'-7'168'0,"5"0"-34"0,12-2-7 0,-3-1-34 0,-4-1-3 0,-2 1-10 16,0-2-5-16,1-1 2 0,3 0-13 0,3-2-4 0,2 0-12 16,2-1-13-16,3-1-16 0,-2 1-9 0,2 1-11 0,3-1-2 0,0 0 0 15,1 0 5-15,1 1 0 0,-1 0 7 0,2 1-8 0,0 1-2 0,-1 1 8 16,0 0-10-16,-1 2 11 0,0 2 4 0,0 1 0 0,0 2 4 16,-2 2 0-16,2 0-2 0,-4 3-1 0,-1 1 1 0,0 3-5 0,-1 1 2 15,0 2-9-15,-1 3 2 0,-1 0-1 0,-1 3 0 0,-1 0-2 0,-1 3-2 16,1 3 1-16,-2 0-1 0,-3 5 11 0,-1 2-2 0,1 1 0 15,-3 2-4-15,-1 3-10 0,-1 3 3 0,-5 2-1 0,-1 5 3 0,-3 4-1 16,-3 0 1-16,-3 3-2 0,-2 2 0 0,-4 3 1 0,-4 4-8 0,-2 1 10 16,-4 4-1-16,-2 2 1 0,-3 3 6 0,-2 3-9 0,-3 1-3 15,-3 2-1-15,-2 0-2 0,-4 4 5 0,0 2 4 0,-4 0 1 0,-2 0 2 16,-2 1-7-16,-1-3 2 0,-2-1-2 0,0-2 1 0,-1-1-8 16,-1-2 19-16,-1-2 1 0,-2-4-2 0,1-1 9 0,-3-2-20 0,0-3 4 15,0-3 2-15,0-2 0 0,-2-5 5 0,2-2-7 0,-3-4 2 0,0-2 9 16,-1-5 4-16,0-4 10 0,2 0 6 0,1-5 0 0,-1-2 0 15,-1-4 8-15,0-3-4 0,-1-2-4 0,2-3 2 0,-1-3 0 0,-1-3 0 16,0-3-8-16,-1-1-8 0,0-1-4 0,0-3-7 0,-1-2 5 0,-1-3-6 16,0-1-2-16,-1-3 2 0,0-3-7 0,0-2 4 0,1-3-1 15,1-1 1-15,-1-4 0 0,-1-2-1 0,2-4 6 0,0-2-4 0,2-2-3 16,0-3 3-16,0-1-1 0,2-2 4 0,1-3 2 0,2-2 0 0,2 0-6 16,0-2 1-16,2-3 0 0,-1-2 0 0,2-2-1 0,1 0-5 15,1-2-5-15,3 0-4 0,1-2 4 0,2 1-6 0,2-2-10 0,2 0-22 16,3-1-38-16,1-3-33 0,2-1-38 0,4-2-37 0,2-2-61 15,3-2-67-15,4-2-76 0,3-2-326 0</inkml:trace>
  <inkml:trace contextRef="#ctx0" brushRef="#br0" timeOffset="-83565.93">9300 6361 2742 0,'33'-28'72'0,"2"0"-32"0,10-4-11 0,-8 10-13 0,-5 5-17 15,1 3-9-15,1 1-16 0,4 2-30 0,3 0-39 0,4 1-50 16,6 1-49-16,0 1-29 0,4 2-28 0,0 2-12 0,2 2 6 0,1 1 34 16,0 0 62-16,1 1 62 0,-1-1 60 0,-1 0 48 0,0 0 34 15,-3 0 31-15,-1 0 27 0,-3 1 6 0,-2 1-3 0,-2 1-8 0,-1 2-13 16,0 0-13-16,-1 3-6 0,-1 0-5 0,0 2-8 0,-3 1-3 0,-1 1-7 16,0 2-6-16,-3 2-8 0,0 2-3 0,0 2-12 0,-4 1-5 15,-1 4-3-15,-5 1-4 0,-2 3 7 0,-2 2 3 0,-4 3-2 0,-1 2 2 16,-3 2-5-16,-2 1-5 0,-5 2 4 0,-4 3-1 0,-2 1 0 0,-2 1 1 15,-3 2-2-15,-4 1-2 0,-3 2 0 0,-4 1-2 0,-3 1 2 16,-2 1 4-16,-4 0-1 0,-3 2 4 0,-4 1-1 0,-3-1-5 0,-4-1 0 16,-1 0 1-16,-2-3-6 0,-4 0 2 0,0-1-9 0,-3-1 1 15,-2-2 9-15,-1-2 0 0,-2-3 8 0,1 0 1 0,0-4-10 0,0-2 7 16,2-3-4-16,0-1-1 0,0-5 1 0,4-2 1 0,0-5 1 0,4-3-1 16,0-4 1-16,4-2-1 0,2-5 0 0,2-3 1 0,3-3-3 15,1-5 2-15,2-2-4 0,4-5-1 0,1-1-1 0,4-4-14 0,2-3-25 16,3-3-26-16,1-3-31 0,3-4-26 0,3 1-24 0,1-4-29 0,2-1-28 15,2-3-31-15,0 0-46 0,2-2-170 0</inkml:trace>
  <inkml:trace contextRef="#ctx0" brushRef="#br0" timeOffset="-83165.93">10031 7953 1829 0,'34'-5'176'0,"4"-1"-58"16,11-1-20-16,-4 2-43 0,-5 2-21 0,3 0-17 0,0 2-10 0,2 0-2 16,0 1-4-16,2 0-2 0,3 1-2 0,0 0-2 0,1 1-4 15,1 1-3-15,-1 1-3 0,0 2 0 0,-1 1-4 0,-1 0 4 0,-2 1 3 16,1 0 5-16,-3 2 4 0,-3 1 1 0,-3 1 2 0,-3 3 2 0,-2 0-1 15,-2 2-1-15,-3 2-1 0,-2 1 1 0,-3 1 1 0,0 2-2 16,-4 0 1-16,-1 1-5 0,-2 2 8 0,-2 1 2 0,-1 2 4 0,-2 1 2 16,-2 2-5-16,-2 0 0 0,-1 3 3 0,-3 1-1 0,-3 2-2 0,-2 2 0 15,-2-1-3-15,-3 1 0 0,-3 0 1 0,-3 1-2 0,-2 0-2 16,-4 1-6-16,-2-1 1 0,-3-1 11 0,-2 1 0 0,-2-2 9 0,-3-1-3 16,-2 1-7-16,-3-2-1 0,-2-1-2 0,-1-2-4 0,-2-1-2 0,-1-3 2 15,-3-3-1-15,0-3 5 0,1-3 1 0,-1-3-3 0,1-4 0 16,0-2 0-16,0-4 1 0,-2-2 2 0,3-5 3 0,0-3-1 0,-1-4-1 15,4-3-4-15,0-5-4 0,1-3-11 0,2-5-9 0,0-5-20 16,3-4-24-16,1-5-24 0,6-6-33 0,2-3-19 0,5-6-32 0,1-5-26 16,3-5-22-16,4-5-30 0,2-5-12 0,6-3-15 0,2-5-83 0</inkml:trace>
  <inkml:trace contextRef="#ctx0" brushRef="#br0" timeOffset="-82664.93">13230 5207 2095 0,'40'-12'111'0,"6"2"-19"0,8-1-27 15,-5 7-33-15,-6 5-17 0,1 3-7 0,1 4-6 0,0 3-2 0,1 3 1 16,4 1-4-16,3 3 6 0,1 2-3 0,1 1 0 0,0 4-3 16,0 2-2-16,1-1 1 0,0 3-1 0,-2-2 1 0,-1 1 0 0,0 1-2 15,-4 1 3-15,-2 0 2 0,-1 2 4 0,-3 0 0 0,-3 1-8 16,-3 0 1-16,-1 2-7 0,-5-1 3 0,-2 3 8 0,-4-1 2 0,-2 2 1 16,-2 1-1-16,-3 1 1 0,-2 1-3 0,-2 1 1 0,-2-1 1 0,-4 0-2 15,-2 1 4-15,-3 0-4 0,-3 1 3 0,-3 1-6 0,-3-1 8 16,-2 0-1-16,-4 0 2 0,-2 1 10 0,-2-1-15 0,-1-1 9 0,-2 2-6 15,-4-2 1-15,-1 0-1 0,-5-1 1 0,-1-2 0 0,-4-1-2 0,-1 1 0 16,-4-2-5-16,-2-1-5 0,-2 0-1 0,-3-2 11 0,-1-1 2 16,-1-1 2-16,-1-1 4 0,-1-3-15 0,0-1 2 0,-3-3 2 15,3-1 2-15,-1-2-1 0,0-3-1 0,-1-1-6 16,2-3 6-16,-1-1 3 0,1-4-3 0,2-4 3 0,0-3-6 0,2-3 0 0,0-4 1 0,2-3 1 16,3-5-2-16,1-3 4 0,2-2-2 0,1-1-4 0,1-3 0 0,2-4 1 15,1 0-7-15,3-4 0 0,0-2-4 0,2-2-6 0,0 1 7 16,3-2-4-16,1-3 1 0,2 1-5 0,2-3-10 0,0-1-3 0,2 1-8 15,3-1-7-15,1-3-8 0,2-1-13 0,2-1-10 0,2-2-8 0,1 2-4 16,3-1-17-16,2-1-6 0,3-2-12 0,3-1-20 0,3-1-1 16,1 1-11-16,2 0-4 0,1 0-5 0,0 0-11 0,1-1-162 0</inkml:trace>
  <inkml:trace contextRef="#ctx0" brushRef="#br0" timeOffset="-82315.42">13794 6066 315 0,'33'42'314'0,"6"6"-153"0,6 12-20 0,-5-3-42 0,-6-4-39 0,-2 1-21 16,2 5-3-16,-1-1-15 0,0 5-2 0,-2-1-6 0,-1 2-5 0,-1 0 1 16,-1 0 2-16,-1 1-2 0,-1-1 12 0,-2 2 3 0,-1-1 5 0,-2 2 9 15,-2 0 0-15,0-3 6 0,-3 1-1 0,-3-3-1 0,0-1-3 16,-2-1-7-16,-3-2-3 0,-2 0-1 0,-2-2 1 0,-3-1 3 0,-2 0-2 15,-2-1-1-15,-2-3-5 0,-2-2-2 0,-1-3 2 0,-3-2-3 16,-2-1 5-16,-1-3-7 0,-3-2 6 0,-2-2-2 0,-1-3 0 0,-4 1 5 16,0-3-6-16,-3 0 4 0,-3-3-5 0,-1-2-2 0,-2-3-2 15,-2 0 0-15,-2-1-1 0,-3-1 0 0,-1-1 0 0,-1-2-1 0,-1-3-2 16,-2-1 0-16,-2-1 0 0,-2-3 1 0,-2-1-4 0,-3-2 2 0,0-1-4 16,-2-2-2-16,-2-1-2 0,-2-2-4 0,0-2 0 0,-1-3-6 0,0-1-7 15,-1-2-7-15,-1-4-12 0,0-1-14 0,0-3-15 0,0-2-8 16,2-2-13-16,0-4-7 0,2-1-10 0,2-1-12 0,0-2-11 0,4 0-9 15,1-3-16-15,2-1-20 0,0-3-37 0,3-1-52 0,1-1-236 16</inkml:trace>
  <inkml:trace contextRef="#ctx0" brushRef="#br0" timeOffset="-79915.42">3501 5609 358 0,'-14'-29'-13'0,"-1"-3"44"0,-3-7-15 0,5 1 4 16,4 3-1-16,1-2 5 0,2-5 3 0,1 0 2 0,0-1 2 0,3-3 2 16,0 0-1-16,3-1 5 0,2-1 4 0,2-1 7 15,3-3 8-15,2 1 1 0,1 0 0 0,1 0-4 0,4-2-2 0,1-1-3 0,3 0-3 16,1 0-1-16,3 1-10 0,3 2-2 0,5-1-1 0,1 0-4 0,5 0 0 16,1 0-6-16,6-1-6 0,4 0-6 0,4 0 0 0,7-1-8 15,2 0-1-15,3 1-1 0,5 1-9 0,2 0 7 0,5 2-2 0,3 0 2 16,-1 3 5-16,4 2-7 0,2 2 2 0,-1 5-2 0,3 3 0 15,-2 2-2-15,0 3 0 0,-1 2-1 0,0 4 3 0,3 4 0 0,-2 4 1 16,2 5 0-16,-3 5 2 0,-4 5 1 0,0 5-2 0,-3 4-1 0,-3 5-1 16,0 5 0-16,-4 3 3 0,-1 4-1 0,-2 1 1 0,-2 2 4 15,-2-2-1-15,-1 2 2 0,-2 1 1 0,-2 0-3 0,-2 1-1 16,0 1-1-16,-3 3-1 0,-1 1-6 0,-4 3 1 0,-3 4-2 0,-3 2-2 0,-6 4 4 16,-4 2-9-16,-6 5 0 0,-9 3-8 0,-5 4-4 0,-8 3 0 15,-9 2-1-15,-8 2 0 0,-7 3 6 0,-10 2 4 0,-6 1 3 0,-7 3 7 16,-5 1-6-16,-5 1-4 0,-2-2 2 0,-2-3 1 0,0-3 9 15,2-2 9-15,3-4 1 0,1-3 6 0,5-3-3 0,5-3-1 0,3-4-6 16,5-4-4-16,3-4-18 0,5-2-38 0,3-5-44 0,7-3-55 0,2-5-30 16,5-4-126-16</inkml:trace>
  <inkml:trace contextRef="#ctx0" brushRef="#br0" timeOffset="-79580.42">8734 4060 1071 0,'17'-16'76'0,"3"2"-71"0,10-2-3 0,5 10-9 0,6 4 2 0,10 2-1 16,9 2-2-16,3 0 1 0,4 3-13 0,3 1-12 0,1 1-17 15,0 3-30-15,0 1-20 0,-1 0-3 0,-3 2 10 0,-1 0 28 0,-4 2 25 16,-6-1 20-16,-4-2 13 0,-6 0 8 0,-5-1 8 0,-2-1 7 15,-3 2 6-15,-1-1 3 0,-3 1 4 0,-2 3 1 0,-1-1-2 0,0 3 0 16,-2 0-2-16,-1 3-5 0,-3 1-3 0,0 1-6 0,-4 3-5 0,-2 1-7 16,0 3-7-16,-4 1 2 0,-1 2 0 0,-4 1 4 0,-1 5 1 15,-4-2-3-15,-3 3-4 0,-3-1-1 0,-4 0 2 0,-1 1 1 0,-5 0 0 16,-3-1 1-16,-1-3 2 0,-2-2-5 0,-3-1 0 0,-2-4-1 0,-1 1 0 16,-3-3 3-16,-2 0-3 0,-1-1 1 0,-4-4-4 0,-2 1 0 15,-4-2 0-15,-2 0 2 0,-2 0 2 0,-3-2-1 0,-4 0-2 0,-3 0-11 16,-1 0-10-16,-2-3-9 0,2-1-9 0,0-3-10 0,3-1-15 15,2-2-12-15,2-3-35 0,5-3-52 0</inkml:trace>
  <inkml:trace contextRef="#ctx0" brushRef="#br0" timeOffset="-79115.42">13607 3516 1712 0,'31'-9'-18'0,"4"4"29"15,10 4-18-15,0 13-6 0,1 11-1 0,4 7 0 0,3 6-10 0,0 7-17 16,-3 6-13-16,-2 5-22 0,-4 3-13 0,-6 4-28 0,-4 1-23 16,-7 4-2-16,-3 1-4 0,-5 0 14 0,-5 1 22 0,-4-3 19 0,-6-2 24 15,-4-4 23-15,-5-3 13 0,-2-5 12 0,-4-3 10 0,-1-7 8 0,-1-3 6 16,-2-2 9-16,-2-7 7 0,-1 0 9 0,-4-5 13 0,-2-1 10 0,-1-3 8 16,-2-4 6-16,2-2 3 0,1-3-1 0,1-1-1 0,3-2-2 15,0-1-5-15,-1-3-7 0,2-1-9 0,0-1-6 0,1-1-9 0,1-1-7 16,2 0-9-16,-1-1-5 0,-1 0-3 0,1-1-4 0,-1 1-4 15,0 0-2-15,-1-1-1 0,3 2-3 0,-2 0 3 0,1 0 1 0,1 0-2 16,2 1 0-16,-2 0-1 0,-1-1-2 0,0 2-3 0,1-1 1 0,0 1-6 16,0-1 0-16,1 1-3 0,1 0-4 0,-1 0-17 0,1-1-22 15,1-1-12-15,1 0-4 0,2-1 5 0,0 0 12 0,1-1 11 0,-1-1 11 16,2 0 8-16,1-2 7 0,0-3 5 0,2 0-6 0,-1-1-10 0,1-2-22 16,0-1-67-16,0 0-64 0</inkml:trace>
  <inkml:trace contextRef="#ctx0" brushRef="#br0" timeOffset="-78565.42">1115 5924 353 0,'0'0'-53'0,"0"0"73"0,1 0-8 0,-1 0 2 0,1 0 3 16,1 0 2-16,0 0-18 0,0 0-4 0,0-1-4 0,1 1-3 0,3-1 12 15,3 1-1-15,0 0-1 0,2 0-2 0,0 1 3 0,-1 1-3 16,-2 2-3-16,2 0-2 0,-2 2-9 0,1 0-16 0,0 2-63 0,-2-1-81 15</inkml:trace>
  <inkml:trace contextRef="#ctx0" brushRef="#br0" timeOffset="-77231.42">753 5018 684 0,'-9'0'-33'15,"1"-1"76"-15,-1 0 7 0,-1 0 5 0,-1 0 2 0,1 1 17 0,-2-1-11 16,0 1-11-16,0 0-7 0,-1 1-36 0,2 1-3 0,-1 0 0 16,1 2-3-16,-1 1 5 0,3 2 7 0,3 1-3 0,3 3-22 0,3 2 2 15,1 2-9-15,2 2-3 0,2 1 22 0,0 3 2 0,2 1-3 0,0 3 2 16,2 1-2-16,-1 1-3 0,0 1 3 0,0 1 0 0,0 0-2 16,1 0 3-16,-2 0 0 0,0-1 1 0,0 0 1 0,-1-2 0 0,0-2 2 15,-2 0 3-15,-1-3 0 0,1-1 5 0,0-2 3 0,-1-3 1 16,0-2 5-16,-1-1 2 0,1-2 3 0,0-2 2 0,1-2 2 0,-1-1 1 15,2-3-4-15,-1-1-1 0,1-1-4 0,1-2-3 0,0 0 1 0,0-2-2 16,0-1-2-16,1 0-1 0,1-1-3 0,0-1-1 0,1 1 2 16,-1-1-2-16,2-1-1 0,-2 2-1 0,2-1-3 0,-1 0-3 15,1 1 1-15,0 0-2 0,-1 1 1 0,1 1 0 0,-1 0-3 0,1 1 3 0,0 0-1 16,0 2 0-16,0 0-4 0,1 2 3 0,-1 0-1 0,1 1 0 16,0 2 1-16,0 0-3 0,1 1 0 0,-1 2 3 0,0 0-1 0,1 2-3 15,-1 0-4-15,1 0-31 0,-1 1 1 0,0 2 3 0,11 10 5 16,-3 0 28-16,-3-1 6 0,-1-2-3 0,-2-3 2 0,-1-2-1 0,-2-2-2 15,-4-4 0-15,-1-1-3 0,2-2 3 0,-2 0-5 0,0-2 1 0,-2 0 5 16,0-1-3-16,-1-1 5 0,0 0 1 0,0-1-2 0,-2-1 1 16,1 0-2-16,-1-2 1 0,-1 0-4 0,0-1-2 0,1-1-4 0,0-2-2 15,0 0 1-15,-1 0 0 0,1-1 5 0,1 1-2 0,0 0 3 0,0 2 0 16,0 1 1-16,1 0 1 0,0 1-1 0,-1 2-1 0,1 0-1 16,0 2-2-16,1 0 2 0,0 1 1 0,1 1 0 0,0 0 2 0,0 1-3 15,2 1 0-15,2 1 6 0,-1-1-1 0,2 0 1 0,1 0 2 16,1-1-7-16,0-1-1 0,2-2 1 0,1-1-1 0,1-1-8 0,0-3 1 15,2-1 0-15,1-3-1 0,1-1 9 0,-2-3 4 0,1-1 1 0,1-2-3 16,-2-4 1-16,0 0-5 0,-1-2 2 0,-2-2 2 0,0 0-2 16,-1-2 2-16,-1 0 2 0,-2 0-2 0,0 0 0 0,-2 1-4 0,-1-1 1 15,-2 2-3-15,0-1 4 0,-2 0 0 0,-1 3-1 0,-1-1-1 0,-2 2-2 16,0 2-1-16,0 1-1 0,-2 3 1 0,-1 1-3 0,0 2 1 16,0 2-4-16,1 1 0 0,-2 2-1 0,-1 2-5 0,1 2 1 0,-1 2-1 15,0 2 1-15,-1 3 0 0,0 1 6 0,0 3 1 0,0 1 3 0,0 2 2 16,0 3 0-16,0 1 2 0,0 1 1 0,1 2 1 0,1 2-3 15,1 0 5-15,1 1 1 0,2 0-3 0,-1-1 4 0,3 1-4 0,1 0-3 16,0-1 2-16,1-1 0 0,2 1 0 0,1-2 1 0,1 0 0 16,1-1-8-16,-1-2 4 0,1 0 1 0,2-1 0 0,-1-2 6 0,1-1-8 15,0-2 1-15,0 0-1 0,0-2 0 0,1 0 4 0,0-2-4 0,1-1 6 16,-1-1-1-16,0-1 0 0,-1 0 5 0,1-2-3 0,0-1 2 16,-1-1-1-16,0 0-2 0,-1-1 3 0,-1-1-2 0,0-1 4 0,0 0 6 15,-1-1 1-15,0-1-10 0,-1 0-1 0,-1-1-5 0,0-1 1 0,1 1 5 16,-1-2 3-16,-1 0-2 0,1 0 3 15,0 1-1-15,0 0-1 0,0 1 0 0,1 1-2 0,-1 1 1 0,4-4-1 0,1 2 3 0,-1 2-5 16,0 1-1-16,2 1 0 0,1 1-1 0,1 0 0 0,0 1 1 16,0 0-4-16,2 0 2 0,1 1-1 0,-1 0 1 0,-1-1 2 0,0-1 0 15,1 1-3-15,-1 0 0 0,-2 0-1 0,1-1 1 0,0 0 0 0,-1-1 3 16,0 0-1-16,-3 0 2 0,0 0-1 0,-1 0 3 0,-2 0 0 16,0-2 1-16,-2 1-1 0,-2-2 1 0,0 1 0 0,-1-2-2 0,-1-1 2 15,-1 0-1-15,0-2 0 0,-2 0-2 0,-1-1-1 0,-2-1 2 0,-1 0 1 16,-2 1-1-16,-2 0 0 0,0 1-2 0,-1-2 4 0,0 1-2 15,-1 0-2-15,0 1 0 0,0 3-3 0,1 0 2 0,1 2-1 0,2 2-1 16,0 1 0-16,3 2-4 0,-1 1-1 0,1 1-1 0,1 3 0 16,-1 2 2-16,2 2-3 0,-1 3 2 0,0 2-1 0,0 1-3 0,1 0 4 15,1 1 0-15,1 0-1 0,1 0-5 0,1-2-5 0,1 0-1 0,2-1-11 16,-1-1-20-16,3-1-31 0,1-2-19 0,0-3-12 0,1 0 6 16,2-3 15-16,0-1 7 0,-1-3 11 0,1-3 12 0,-2-3 16 0,1-1 17 15,0-4 14-15,-1 0 8 0,-1 0 7 0,-2 0 2 0,-1 1 8 0,0-2 4 16,-1 0 8-16,-1 0 6 0,-1 2 3 0,1 1 5 0,1 1 2 15,2 1 3-15,0 2-1 0,0 1-2 0,0 1-5 16,1 0-8-16,2 1-3 0,1 0-2 0,2 1-1 0,1 3-3 0,1 1-1 0,4 1-5 16,0 0-2-16,2 0-3 0,-3 1-2 0,2 0-2 15,0 0-3-15,0 0 2 0,0 0-1 0,1-1 0 0,0-2 0 0,0-1-2 0,1 0-1 0,1-2-2 16,-1-1-1-16,0-1 0 0,0-2-1 0,-3 0 3 0,0-1-1 16,-2 0 2-16,-1-1 1 0,-2 0 2 0,-2 1 3 0,-1-2 2 0,-2 0 1 15,-1 0 2-15,0 0 1 0,-2-2 1 0,1 1 0 0,-1-3-3 0,1 0 3 16,-1-2-2-16,-1 0 0 0,-1 0 3 0,0-3-2 0,-3 0 2 15,0 1-1-15,-2-3 2 0,-3-2 0 0,-1-1-1 0,-3-2 6 0,-2-3-2 16,-1 0 5-16,-3-1-1 0,-2-1-5 0,-3 0 0 0,-3 2-2 0,-5 0-2 16,-1 1-2-16,-1 2 1 0,-3 1 0 0,1 2 0 0,-4 3 6 15,0 2 4-15,0 5 4 0,1 3 4 0,5 4 0 0,5 5-2 0,6 4-5 16,6 4 0-16,3 4-10 0,4 2-4 0,1 7-3 0,4 5-5 16,3 4 0-16,5 6-3 0,6 7-6 0,6 7-10 0,6 7-28 0,9 4-83 15,9 6-140-15,9 2-300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0T12:20:52.3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1211 444 9226 0 0,'54'5'-8'0'0,"-1"2"1"0"0,105 29-1 0 0,-145-30 64 0 0,0-1 0 0 0,0 2-1 0 0,-1 0 1 0 0,0 0 0 0 0,0 1 0 0 0,-1 0-1 0 0,0 1 1 0 0,0 1 0 0 0,-1 0-1 0 0,16 19 1 0 0,-6-4 506 0 0,-2 1 0 0 0,-1 1 0 0 0,24 49 0 0 0,-40-74-486 0 0,1 0 0 0 0,-1 0 0 0 0,-1 0 0 0 0,1-1 1 0 0,0 1-1 0 0,0 0 0 0 0,-1 0 0 0 0,1 0 0 0 0,-1 0 0 0 0,0 0 1 0 0,1 1-1 0 0,-1-1 0 0 0,0 0 0 0 0,0 0 0 0 0,0 0 0 0 0,-1 0 0 0 0,1 0 1 0 0,0 0-1 0 0,-2 3 0 0 0,0-3 0 0 0,1 0 0 0 0,-1-1-1 0 0,0 1 1 0 0,1-1 0 0 0,-1 1 0 0 0,0-1 0 0 0,0 0 0 0 0,0 0 0 0 0,0 0 0 0 0,-1 0-1 0 0,1 0 1 0 0,0 0 0 0 0,0 0 0 0 0,0-1 0 0 0,-1 1 0 0 0,1-1 0 0 0,-3 1 0 0 0,-60 8 2 0 0,0-2 0 0 0,0-2 0 0 0,0-4 0 0 0,-73-8 0 0 0,-259-47-1689 0 0,68-13 1027 0 0,258 47 849 0 0,2-2-1 0 0,-106-49 1 0 0,148 57 64 0 0,-1-1 0 0 0,2-1 0 0 0,0-1 1 0 0,-30-27-1 0 0,47 35-148 0 0,0 0 0 0 0,1 0-1 0 0,0 0 1 0 0,1-1 0 0 0,-13-20 0 0 0,17 23-114 0 0,0 1 1 0 0,0-1-1 0 0,1 1 1 0 0,0-1-1 0 0,0 0 1 0 0,1 0-1 0 0,-1 0 1 0 0,2 0-1 0 0,-1 0 0 0 0,1 0 1 0 0,0-9-1 0 0,1 10-58 0 0,0 0 0 0 0,0 0-1 0 0,1 0 1 0 0,-1 1-1 0 0,1-1 1 0 0,0 0 0 0 0,1 1-1 0 0,0-1 1 0 0,0 1-1 0 0,0 0 1 0 0,0 0 0 0 0,5-5-1 0 0,-1 1-5 0 0,1 2 1 0 0,0-1-1 0 0,1 1 0 0 0,-1 0 0 0 0,1 1 1 0 0,11-6-1 0 0,10-4 11 0 0,0 3 0 0 0,1 0 0 0 0,45-11 0 0 0,40-5-41 0 0,232-30 1 0 0,124 28-232 0 0,-231 26 147 0 0,298 32-1 0 0,-390-9 176 0 0,-1 7 1 0 0,-1 6-1 0 0,169 58 0 0 0,-57 11-69 0 0,-200-73-45 0 0,0 2 0 0 0,66 46 0 0 0,-110-64 67 0 0,0-1 0 0 0,-1 2-1 0 0,0 0 1 0 0,-1 1 0 0 0,0 0 0 0 0,-1 1-1 0 0,14 21 1 0 0,-19-23 0 0 0,-1 0 0 0 0,0 0 0 0 0,-1 0 0 0 0,0 1 0 0 0,-1 0 0 0 0,0 0-1 0 0,-1 0 1 0 0,-1 0 0 0 0,0 0 0 0 0,0 26 0 0 0,-3-1-13 0 0,-2 1 0 0 0,-2-1 1 0 0,-1 1-1 0 0,-2-2 0 0 0,-2 1 0 0 0,-2-1 0 0 0,-1-1 1 0 0,-29 59-1 0 0,-20 20-244 0 0,-92 127 0 0 0,151-237 234 0 0,-54 79-144 0 0,-3-3-1 0 0,-4-2 1 0 0,-3-3-1 0 0,-3-3 1 0 0,-130 104-1 0 0,-137 50 224 0 0,251-178-17 0 0,-2-4 0 0 0,-104 37 1 0 0,178-77-176 0 0,0 1-70 0 0,0-1 0 0 0,-1 0 0 0 0,1-1 0 0 0,-29 3 1 0 0,41-6-19 0 0,-1-1 0 0 0,1 0 1 0 0,-1 0-1 0 0,1 0 1 0 0,-1 0-1 0 0,1 0 1 0 0,-1-1-1 0 0,1 1 0 0 0,-1-1 1 0 0,1 0-1 0 0,-1 1 1 0 0,1-1-1 0 0,0 0 1 0 0,0 0-1 0 0,-1-1 1 0 0,1 1-1 0 0,0 0 0 0 0,0-1 1 0 0,0 1-1 0 0,0-1 1 0 0,1 0-1 0 0,-1 0 1 0 0,0 0-1 0 0,1 0 0 0 0,-1 0 1 0 0,1 0-1 0 0,-1 0 1 0 0,1 0-1 0 0,0 0 1 0 0,0-1-1 0 0,0 1 0 0 0,0 0 1 0 0,1-1-1 0 0,-1 1 1 0 0,1-1-1 0 0,-1-2 1 0 0,-3-27-5115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10T12:20:54.5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7252 1584 15235 0 0,'-85'-113'732'0'0,"-163"-203"-1836"0"0,189 249 304 0 0,-2 3-1 0 0,-107-86 0 0 0,59 70 783 0 0,-4 5 0 0 0,-147-73 0 0 0,-256-94 1014 0 0,352 173-791 0 0,-3 7 1 0 0,-325-75-1 0 0,367 114-41 0 0,-1 5 1 0 0,-1 6-1 0 0,0 5 0 0 0,-231 17 1 0 0,214 7-154 0 0,1 6 1 0 0,1 6 0 0 0,2 6-1 0 0,1 7 1 0 0,3 5 0 0 0,1 7 0 0 0,3 5-1 0 0,3 6 1 0 0,-158 105 0 0 0,61-10-78 0 0,7 9 0 0 0,-276 277-1 0 0,232-172-139 0 0,-275 372-1 0 0,437-510 0 0 0,6 4-1 0 0,7 4 1 0 0,-82 183 0 0 0,127-230 71 0 0,4 3 1 0 0,5 2-1 0 0,5 0 0 0 0,4 2 0 0 0,4 1 0 0 0,-8 125 1 0 0,24-86 1 0 0,6 1 0 0 0,7-1 0 0 0,5 0 0 0 0,7-1 0 0 0,7-1 0 0 0,5-1-1 0 0,58 153 1 0 0,-56-199 119 0 0,4-2-1 0 0,4-1 0 0 0,4-3 1 0 0,4-2-1 0 0,4-1 0 0 0,3-4 1 0 0,115 128-1 0 0,-31-68-417 0 0,302 234 0 0 0,-235-226-107 0 0,239 126-1 0 0,251 56 409 0 0,30-70 391 0 0,221-10 295 0 0,-695-206 270 0 0,468 23 0 0 0,-494-68-215 0 0,-1-11 0 0 0,243-41 0 0 0,438-144 429 0 0,-518 76-692 0 0,552-246-1 0 0,-565 185-349 0 0,485-311-1 0 0,277-338-494 0 0,-930 658 428 0 0,589-496 380 0 0,-708 587 273 0 0,-3-4 0 0 0,149-187 1 0 0,-199 221-268 0 0,-3-2 0 0 0,-2-1 0 0 0,-2-1 1 0 0,-3-2-1 0 0,-2-1 0 0 0,-3 0 0 0 0,25-104 0 0 0,-33 85-233 0 0,-4 1-1 0 0,-4-2 0 0 0,-2 1 1 0 0,-4 0-1 0 0,-4-1 0 0 0,-2 1 0 0 0,-30-131 1 0 0,5 81-84 0 0,-6 2-1 0 0,-5 1 1 0 0,-102-207 0 0 0,71 195-55 0 0,-6 2 0 0 0,-6 5 0 0 0,-6 3-1 0 0,-121-129 1 0 0,65 99-224 0 0,-6 7 1 0 0,-250-184-1 0 0,251 223 95 0 0,-6 6 0 0 0,-3 8 0 0 0,-5 7 0 0 0,-3 7 1 0 0,-353-116-1 0 0,243 121 56 0 0,-3 11 1 0 0,-2 13 0 0 0,-3 12-1 0 0,-1 13 1 0 0,-438 14 0 0 0,526 24-286 0 0,-285 52 0 0 0,344-34-1922 0 0,0 6-1 0 0,-238 95 1 0 0,204-52-3852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7-10T12:21:54.10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1705 3715 507 0,'-6'-3'56'0,"2"1"-1"15,0 0-18-15,-1-1-3 0,0 0-1 0,1 0-2 0,0 1 0 16,1 0-10-16,3 1-8 0,-1-2-7 0,2 1-3 0,0-1-6 0,3 0-1 16,0-1-2-16,2 1-1 0,2-1 0 0,1-1-2 0,1 0 1 0,2 0 2 15,1 0 1-15,8-4 4 0,0 1-1 0,-2 4 3 0,-7 1 0 16,0 1 4-16,1 2 6 0,-1 0 2 0,2 1 5 0,-2 1 6 0,1 2-2 16,0 0 8-16,1 2 3 0,-2 2 0 0,1 1 1 0,2 1-2 15,-1 2-8-15,1 1-1 0,2 2-1 0,1 3-1 0,2 0-1 0,1 0-1 16,0 2-5-16,1 0-5 0,-1-1 0 0,3 0-7 0,0-2 1 0,2-1-3 15,2-2 2-15,0 1 7 0,2-2-1 0,0 0-1 0,2-2-10 16,-1 0-5-16,0-2 0 0,0 0-2 0,0-2 11 0,0 0 0 0,-1-1 0 16,-1-1 0-16,1-1 0 0,-1-1-2 0,2-1 3 0,0-2 2 0,2-1-3 15,-2-2 2-15,0-1-1 0,-2-2 1 0,4-1 3 0,-1-1-2 16,1-1 4-16,3-1-2 0,-1-1-7 0,2 1 0 0,0-1-3 0,-1 0 2 16,1 2 6-16,0 0 0 0,1 1 5 0,-1 1-2 0,2 4 7 15,1 0-5-15,-1 2 0 0,2 1-2 0,0 1-4 0,-1 2 6 0,1 2-2 16,2 4 4-16,-2 1 1 0,1 3 1 0,0 2-1 0,-2-1-1 0,2 4-5 15,0 1-2-15,-2 0-2 0,1 1-2 0,2 0 3 0,1-1-3 16,0-2 2-16,2 0-2 0,0-2-3 0,2-1 7 0,1-4 0 0,2-1 1 16,0-2 2-16,2-3-1 0,1-3-3 0,0-2 1 0,2-2 1 0,1-2-3 15,1-2 2-15,2-2 1 0,0 0-1 0,2-2 2 0,1-1 2 16,-1 0 7-16,2-2 11 0,0 0 12 0,3-1 7 0,-1 1-4 0,0 0 0 16,0 1-4-16,1 2-5 0,1 1-2 0,1 2-9 0,0 2-3 15,-1 2-4-15,1 2 2 0,0 3 0 0,-1 3-7 0,2 3 0 0,0 3-5 16,0 3 0-16,0 2-1 0,0 2-3 0,-2 2 0 0,1-1 1 0,0 2 1 15,0-1 1-15,3 1-1 0,2-1-3 0,-1 1 2 0,1-1 1 16,0-1-2-16,-1-1 1 0,1-2-4 0,1-1-1 0,-2-3 4 0,0 1-3 16,0 0 3-16,-1-2 2 0,1 0-2 0,-2-3 1 0,1 1-1 0,1-1 3 15,1-1-6-15,3 1 7 0,1-2 0 0,0 0-5 0,2-1 8 16,0-1-5-16,3-1 2 0,3 0 3 0,-1 0-3 0,2 0 2 0,0-1-3 16,-1 0-3-16,0-2 1 0,-3-1 0 0,2 1 3 0,-1-2 3 15,1 0-4-15,1-1 2 0,-1-1-3 0,1-1-2 0,-2 0 5 0,1-1-3 16,3 0 5-16,-2-1 2 0,3 2 0 0,-1-2-4 0,1 0-1 0,-1 1 0 15,3 0 2-15,-1 1 4 0,2 1-2 0,-1 0 3 0,1 2-9 16,1-1-1-16,-1 1-1 0,1 1-1 0,0 1 6 0,-2-1-5 0,3 1 5 16,-2 0-10-16,1 0 5 0,-3 0 3 0,2 1-6 0,-1-1 10 15,3 1-1-15,1 0 0 0,-2-1 8 0,1 0 0 0,-1 0 5 0,2-1 5 16,3-1 0-16,2 0 5 0,0-1-1 0,1-1 4 0,-2 1 1 0,2-1-5 16,2-1-1-16,0-1-7 0,4 0 11 0,1 0 1 0,2-3-1 15,2 1 3-15,1-1-11 0,0 1-7 0,0 2 4 0,-3-1-6 0,-1 2-6 16,-4-1 5-16,-2 0-5 0,-2 2-3 0,0 1 10 0,-3 2-5 0,-1 1-2 15,-2 0 2-15,0 2-6 0,-1-1 4 0,1 2 2 0,-3 2-4 16,-2 1-2-16,-4 3-1 0,0 0-8 0,-3 2 2 0,0 0-18 0,-2 1-41 16,-4 1-54-16,-2 2-83 0,-2-1-113 0,-2 1-103 0,-1-1-64 0,-1-1-266 15</inkml:trace>
  <inkml:trace contextRef="#ctx0" brushRef="#br0" timeOffset="2265">14632 4812 1726 0,'10'-19'180'0,"1"-4"44"0,-2-5 17 0,-2-1 12 0,-9 17-241 0,2 2-104 16,5 5-57-16,7 5-5 0,6 4 22 0,4 5 47 0,0 5 11 0,1 5-34 15,-3 2-16-15,-2 4-4 0,-1 2 23 0,-2 5 37 0,-3 2 20 0,-1 5 21 16,-1 1 17-16,-2 3 0 0,-1 1 9 0,-1 2 6 0,-2 1 5 16,-2 1 9-16,0 1 1 0,-2 4 2 0,0 1 1 0,-1 3 2 0,-1 3 6 15,-1 3 0-15,0 2-1 0,-2 3-3 0,-1 2-4 0,0 3 1 0,-2 3 5 16,0 3 3-16,0 2 5 0,-1 4 1 0,-1 2-4 0,-1 5 7 15,0 3-2-15,1 6-2 0,0 2-3 0,3 1-11 0,-1 4-19 0,3 1 5 16,0 4-1-16,2 3-2 0,0 5 6 0,1 0-8 0,-1 4-11 16,2 0 0-16,-1 5 2 0,0 3 1 0,0 3-2 0,0 4 6 0,0 2 3 15,0 1 1-15,0 2 11 0,-1 1-10 0,-1 1-3 0,2 3 3 0,0 0-5 16,0 2 7-16,-1 0-9 0,0 3 4 0,0 0-5 0,0 2 0 16,0 1 3-16,-1 1 1 0,0 2 8 0,0 1-1 0,-1 2-1 0,-1 0 0 15,1 1-4-15,-1 3 8 0,1-1 11 0,0-1 2 0,1 0 9 0,0 1 2 16,0-1 3-16,1 1 0 0,0-1 5 0,1 0-4 0,0-3-1 15,2-3 0-15,1 0-6 0,0-4 2 0,2 1-3 0,0-2-7 0,1-1-1 16,0 0 3-16,0 0-1 0,1-1 6 0,1-1-6 0,1-1-2 16,1 0 3-16,0-3 0 0,2 2-3 0,1-3 8 0,0-2-6 0,1 0 4 15,1 0 10-15,0 0-7 0,-1-1 0 0,1 1-3 0,2-3 5 0,0-3-7 16,1 1 11-16,-1-6-3 0,1 0-4 0,1-3-6 0,-9-67-13 16,2 14 4-16,0 0 2 0,2 16-1 0,1-4-2 0,1 15 4 0,-7-54 6 15,2 6 4-15,-1 6-9 0,2 6-8 0,0 1 19 0,2 7-22 16,0-1 11-16,0 4-42 0,0 1-25 0,2 4 6 0,0-2-9 0,0 6-5 15,-1-2-60-15,2 7-59 0,-2 2-67 0,1 1 241 0,-2-8 0 0,0-4 0 16,-1-8 0-16,-1-6 0 0,-2-8 0 0,0-7 0 0,-2-6 0 0,-1-5 0 0,-1-43 0 0,-1-2 0 0,-1 0 0 0,0 0 0 0,-1 0 0 0,0 0 0 0,-1 0 0 0</inkml:trace>
  <inkml:trace contextRef="#ctx0" brushRef="#br0" timeOffset="3915.02">914 7345 1092 0,'-5'-2'83'0,"1"0"-57"0,-1-1-11 16,0 0 15-16,-1-1 14 0,1 0 10 0,-1-1-4 0,-1-1-20 0,0-1-17 15,0 0-18-15,0 0-10 0,0-1-8 0,0-1-9 0,1-1-1 16,1 1-2-16,3-1 0 0,0-1-1 0,2 2-2 0,0-2 1 0,2 0 5 16,0-1 10-16,1 0 6 0,2 0 7 0,0-1 6 0,2-1 2 0,0 0 3 15,1-1-13-15,1 1-2 0,0-2 2 0,-1 0 7 16,2-1 17-16,0 0 3 0,1 0 2 0,0-2 1 0,0 2-5 0,0-2 3 0,2 0 0 16,0 1 0-16,0-1 1 0,2-1-27 0,12-15-1 0,2 3-2 15,-1 4-1-15,0 3 26 0,-2 5 1 0,0 2-4 0,-2 6 1 0,-3 3-2 16,2 2-1-16,-1 2 0 0,1 1 1 0,1 2-4 0,0 2 2 0,2 2-2 15,0 1-1-15,2 2 0 0,-1 2 1 0,2 1-2 0,1 1 1 16,1 2-3-16,0 0 1 0,1 1-1 0,1 2-2 0,1 0-13 0,1 1-4 16,30 13-3-16,-5-1-2 0,-8-6 12 0,-8-2-1 0,-6-3 1 0,0 0 4 15,3-3-4-15,0 0 3 0,1-1 4 0,1-1 2 0,-2 0 3 16,-1-2 11-16,4 0-1 0,-3-1-2 0,1-1-3 0,2 2-9 0,-2-1 2 16,1 0 6-16,-1-1 7 0,0 2 8 0,-1 0 5 0,1 2 1 15,3 1-2-15,-1-1 4 0,1 0-4 0,-1 1 2 0,2-2-4 0,1 1-7 16,1-1-3-16,1-1-3 0,1-1 0 0,1 1-3 0,1-1 0 0,0 1-3 15,4-2-2-15,-1 0 1 0,0 0 0 0,1-1 0 0,-1 0 1 16,1-1 0-16,1-1-2 0,-1 1 2 0,1-2-1 0,0-1 2 0,-1 0-3 16,1-1 1-16,2 0 3 0,-1-1 2 0,1 0 3 0,0-1 1 0,-1 0 2 15,1 0-1-15,0-1 0 0,1 0 1 0,0-2-2 0,-1 1 2 16,1-1-5-16,1 0 2 0,0 2-1 0,1-2-2 0,-1 0 5 0,0-1-6 16,0 0 1-16,-1-1 0 0,1 0-2 0,1 0 4 0,0 0-1 15,1-1 3-15,-1 0 0 0,1 1-1 0,1-1 3 0,-1-1-4 0,2 0-3 16,0-1-3-16,1-1 0 0,0-1 4 0,1 0-5 0,1-1 7 0,-1 0-4 15,2-1-1-15,-1-1 1 0,0 1-6 0,2 0-8 0,-1-2-2 16,0 0 2-16,1 0 3 0,-1 0 12 0,-1 0 2 0,1 0 1 0,-1 1-1 16,1-1-4-16,-1-1-2 0,1 1 1 0,-1 2 1 0,0-1-1 0,1 0-1 15,-1 1-1-15,2 0 5 0,-2 2-5 0,1 0 0 0,0 1-1 16,1 1-1-16,-1 1 0 0,3-1 2 0,1 1-1 0,-1 0-1 0,4-1 5 16,-1-1-4-16,1 0-2 0,2-1 1 0,0 0-3 0,-1 1 3 15,1-2-1-15,1 1 2 0,-2-1 0 0,1 0-1 0,1 2 4 0,-1-2-6 16,0 0 4-16,0 1-2 0,1 0 2 0,-1 1 2 0,-1-1-2 0,3 0 2 15,-2 1-2-15,-1 0-2 0,3-1-2 0,-2 1 2 0,1-1-2 16,1 1 3-16,-1-1 0 0,1 0 0 0,-2 2-2 0,2 0 3 0,-1 1-3 16,-3 1-1-16,2 0 6 0,-1 1-3 0,0 1 2 0,-1 2 2 0,0 0 0 15,1 2 3-15,0 1 2 0,-2 0 1 0,3 2 2 0,-1 0-5 16,-1 0-2-16,1 1-2 0,0 1 0 0,0 0-3 0,1 0-2 0,-2 1 4 16,2-1-2-16,0 2 4 0,-2-1 1 0,1 1-4 0,-2-1 2 15,0 1-2-15,-1-1-3 0,-1-1 3 0,0 1-2 0,1-1-1 0,-2-1 4 16,2 1 2-16,-2-1 0 0,1-1-4 0,-1 2-2 0,-1-1-2 0,-1 1 7 15,2-1 4-15,-1 1 2 0,-1 1 3 0,1-1-1 0,-1 3 2 16,-1-1-2-16,0 0-3 0,-1 2 1 0,0 0-4 0,-1 2-1 0,1-2-2 16,-1 2-2-16,0 1 2 0,-1 0 1 0,-1 0-2 0,0 1 1 0,-2 1-2 15,2 0-2-15,-2 1 5 0,1-1-1 0,0-2-2 0,-2 2-2 16,0-1 4-16,1 0-5 0,0 0 6 0,0-1-2 0,0 0-1 0,0-1 1 16,-1 0-3-16,0 0 3 0,1-2 2 0,-3 2-2 0,2-4-2 15,-2 2-1-15,2 0 1 0,-1-2 2 0,-2 1 6 0,2-2-1 0,-1 0-1 16,0 0 1-16,1-1-5 0,-1 0-2 0,0-1 4 0,0 0-8 0,0 1 5 15,-1 1 6-15,1-1-6 0,0 0 6 0,0 0-1 0,0 0-6 16,0-1 1-16,1 1-2 0,0-1 2 0,0 1 2 0,0-1-1 0,0 1 2 16,0 0 1-16,0 0 3 0,-1 0-4 0,-1-2-3 0,0 2-3 0,1-1 0 15,0 0 3-15,0 0-1 0,0 0 2 0,0 0 2 0,0-1-10 16,1 0 7-16,2 0-11 0,-1-1-2 0,-1 1 12 0,1-1-7 0,0 0 9 16,0 0 2-16,1 0-4 0,-1-1 5 0,1 0-6 0,0-1-2 15,1 0 1-15,-1 0-1 0,0 0 4 0,2 0 4 0,1 0-2 0,-1 0 5 16,1 0-2-16,0-1-2 0,-1 0 1 0,1-1-4 0,1 0 3 0,-1 0-2 15,0 0-1-15,1 1 2 0,0-1-2 0,2-1 0 0,1 1 2 16,0-1-7-16,0-1 2 0,1 0 0 0,-2 0-2 0,0 0 3 0,3 0 4 16,-2 0-1-16,2 0 2 0,0 0 1 0,0 0-4 0,-1-1 2 0,1 1-1 15,-1-1-2-15,1 0 3 0,1-1 2 0,-1 1-2 0,2-1 2 16,1 0-3-16,1 1 1 0,-1-2 2 0,2 1 2 0,0 1 1 0,2-2 0 16,1 0-3-16,1 0-1 0,-1 0-3 0,-3 1-5 0,0 0 4 15,-1 1 2-15,-1 1 1 0,1 0-1 0,0 0 5 0,1 1-6 0,1 1 1 16,-2 0 2-16,0 1-4 0,-1 0 1 0,0 1 1 0,-1 1-2 0,0 0-1 15,2 1 2-15,1-1-1 0,-1 1-2 0,-1 0 7 0,0 1-5 16,-3 0 1-16,-1 1 3 0,-1 0-5 0,-2 2 6 0,-1 0-2 0,1-1-4 16,-1 1 4-16,-2 1-4 0,-2-1 5 0,-2 2-1 0,-1-1 3 0,-2 1-1 15,0 0-4-15,-3 1 0 0,-2 0-4 0,0 0-4 0,-4 1-8 16,-4 0-21-16,-1 0-44 0,-3 0-44 0,-3 0-58 0,-3 0-59 0,-2-2-39 16,-3 0-27-16,-2-1-11 0,-3-2-53 0</inkml:trace>
  <inkml:trace contextRef="#ctx0" brushRef="#br0" timeOffset="4799.02">2741 5745 1548 0,'-29'-23'77'16,"-2"-2"-67"-16,-4-6-12 0,7 5-1 0,8 4 7 0,2 2 5 0,1 3 2 15,1 2-5-15,0 1-18 0,3 3-22 0,0 2-37 0,4 3-28 16,1 3-23-16,0 2-5 0,2 1 20 0,2 1 24 0,-1 0 28 0,2 1 25 16,1 0 13-16,-1-1 7 0,1 1 4 0,0-2 0 0,1 0 4 15,1-1 1-15,0-1 6 0,2 0 5 0,2-2 3 0,2-2 2 0,1 0 4 16,4-2 0-16,2-2 1 0,2-3 0 0,2-1 0 0,3-1-2 0,3-2-1 15,1-1-1-15,4 1-2 0,1-2 3 0,1 0 2 0,4 0 2 16,4 0 6-16,2 1-1 0,3 1 2 0,0 1 1 0,3 0-1 0,2 0-4 16,3 1 1-16,3 2-5 0,1 0 0 0,-1 1-5 0,1 3 0 0,1 1-2 15,0 3-3-15,0 2 7 0,-1 4-4 0,-1 2 1 0,-1 3 1 16,1 3-8-16,-1 2 1 0,-2 2 3 0,-1 1-2 0,-1 0 2 0,-3 4-3 16,1 1-4-16,-1 1-4 0,-1 3 5 0,-1 3-3 0,0 2 1 15,-4 4 1-15,-2 0-3 0,-1 2-1 0,-3 1 3 0,-1 3 1 0,-5 3-1 16,-3 1 0-16,-2 1-4 0,-5 2 7 0,-1 1 5 0,-3 0 3 0,-4 3 7 15,-4 0-5-15,-4 5-3 0,-2-1-4 0,-4 2 3 0,-3 0-4 16,-6 0-1-16,-2 2 1 0,-4 0-8 0,-2-2 11 0,-3 0-4 0,-2-3 2 16,-2-1 5-16,-3-2-6 0,2-2 1 0,-2-3-5 0,1-3 5 0,-1-3-2 15,0-5 2-15,-1-1 4 0,-4-3-1 0,1-2 7 0,-2-2 5 16,1-3 6-16,-3-2 5 0,-3-4-4 0,0-4-1 0,-1-2-5 0,-1-3-3 16,-2 0 3-16,0-2-5 0,-2-1 0 0,-1-1-1 0,-1-2-4 15,0-1 3-15,-1 0-2 0,2-1 4 0,0-2-5 0,1-1 1 0,2-2 6 16,2-1 3-16,1-2 5 0,4 0-3 0,1-4-6 0,0-1-6 0,4-3-11 15,1 0 4-15,4-1 1 0,1-1 0 0,3-2 0 0,-1 1-3 16,2-3 0-16,1 1-3 0,2-2 5 0,4 0-8 0,1-1 2 0,1-2 1 16,1 0 0-16,3-2-5 0,1 2-1 0,2 0 3 0,0 0-4 0,2 1-1 15,0-2-6-15,1 2-12 0,3-1-11 0,-1 1-16 0,4 1-14 16,0-1-19-16,3 2-24 0,2-1-28 0,1 0-38 0,1-1-35 0,2 1-23 16,3 1-28-16,2-1-39 0,4 1-233 0</inkml:trace>
  <inkml:trace contextRef="#ctx0" brushRef="#br0" timeOffset="5632.53">18251 6006 1439 0,'-10'-35'491'0,"-3"-5"-299"0,-5-11-133 0,-1 2-68 16,0 8-40-16,-2 0-11 0,2 5 1 0,-1 3 20 0,0 3 14 0,1 4 14 16,-1 0 4-16,-2 3 2 0,2-1 2 0,-1 0-7 0,-1 2-2 15,1-1 0-15,-1 3 0 0,0-1-3 0,2 1 6 0,-1 0 1 0,1-2 1 16,4 0-1-16,0 1 0 0,3 0-3 0,1 0 1 0,2 1 7 0,2 0 0 16,1 0 6-16,2 2-3 0,2-3-7 0,1 1-3 0,2-1-10 15,1-1-10-15,3-2-2 0,3 2 6 0,2-2 2 0,2-1 13 0,4 0 4 16,5-1 1-16,3 1 7 0,6-2 1 0,2 2 4 0,5-2 4 0,2 1-5 15,5 2 3-15,2 0 1 0,3 1 0 0,4-1-8 0,2 1-2 16,4 1-2-16,1 1-3 0,1 4 6 0,4 2 2 0,1 2-1 0,2 2 1 16,1 2 3-16,1 3-5 0,2 2-1 0,2 1 2 0,-1 4-4 0,1 1 6 15,3 2 2-15,-1 2-1 0,0 2-2 0,1 2 1 0,-1 3-11 16,-1 0 1-16,0 3 1 0,-2 4 0 0,2 2 7 0,-3 0-1 0,0 2 2 16,-2 0-4-16,-1 2 2 0,-3 2-1 0,-1 3-4 0,-2 2 2 0,-2 3 1 15,0 1-6-15,-3 4 8 0,-2 3 4 0,-2 2-1 0,-4 2 9 16,-2 2-3-16,-2 3-2 0,-3 1-2 0,-4 2-3 0,-1 2-2 0,-5 0-2 15,0 1 2-15,-4 2-9 0,-2 0 8 0,-3 2-3 0,-2-3 2 0,-3 0 8 16,-4 3-6-16,-1-3 0 0,-4 1 2 0,-3 0-2 0,-1-3 4 16,-5 0-8-16,-2-1-1 0,-4-2 10 0,-5 0 5 0,-3-2 12 0,-4 0-2 15,-7-1-2-15,-3-3-1 0,-6-1-3 0,-2-3 7 0,-5-5 1 16,-2-4-1-16,-4-1 3 0,-3-5-4 0,-1 0 2 0,-8-3-1 0,-2-3-9 16,-1-3 3-16,-6-2-4 0,1-3 7 0,-3-1 9 0,0-4-4 0,-2 0 4 15,1-2-3-15,1-3 1 0,-1-1 3 0,2-3 1 0,1-2 5 16,2-2 3-16,2-2 6 0,2-2-3 0,1-1-2 0,4-2-14 0,1-1-10 15,3 0-8-15,2-2-1 0,1-2 4 0,3 1 2 0,3 0-1 16,2-1-10-16,1-3-23 0,0-1-30 0,1-1-21 0,-1-2-32 0,2-2-19 16,0 0-18-16,-1-2-27 0,3-1-33 0,-2-2-42 0,2-2-37 0,-1-8-69 15,-4-3-166-15</inkml:trace>
  <inkml:trace contextRef="#ctx0" brushRef="#br0" timeOffset="35235.12">6174 7411 192 0,'0'6'109'0,"2"0"-48"0,1 4-11 0,3-1-15 0,0 0-8 0,2 0-4 16,1-1-2-16,2 1-4 0,0-2-4 0,2 0 4 0,1 2-5 16,2-1-1-16,0 2 0 0,2 0-4 0,0 0 0 0,1 1 0 0,1 0-1 15,-2 0 0-15,1-1 3 0,1 1 4 0,-1-1 3 0,1 2 4 0,1 1-2 16,-2-1 0-16,3 0 0 0,-1-2 2 0,-2-1 3 0,1-1 2 15,0-1 3-15,-1-1 0 0,3-1 1 0,0-1-3 0,1-1-6 0,1-1 2 16,1-1-6-16,0-1-4 0,2-1 4 0,0-1-7 0,0-1-1 16,-1 0 0-16,1-2-2 0,0 0 1 0,3-1 2 0,-1 0 0 0,0-2-2 15,1 1 1-15,-2-2-3 0,4-1-1 0,-3-2 2 0,2-1 0 0,-2-1 10 16,-1 0 3-16,-1-3 4 0,0-1 4 0,0-2-9 0,0-1 2 16,0-2-1-16,0 1-1 0,0-2 0 0,-2 0-7 0,0 0-4 0,-1-2 1 15,-1 2-1-15,0-2 4 0,-3-1 0 0,0-1-1 0,-2-1-1 0,-1 2-5 16,0 0 0-16,-2 1-1 0,-2-2-2 0,-2 0-1 0,0-2 0 15,-1 1-9-15,-1-2 0 0,-2 4 4 0,-1-2-1 0,-1 2 4 0,-2-1 2 16,-2 0-6-16,-2 1 2 0,-1 1-2 0,-3 1 2 0,-2-1 2 16,-3 3 0-16,0 0 2 0,-3 2 2 0,-2 2-2 0,-2 0 0 0,-4 1 2 15,-1 1-2-15,-2 3 3 0,-2 0-2 0,-1 2 1 0,-3 2 3 0,0 0-4 16,-3 2 6-16,0 0-6 0,-2 1-1 0,-2 1 4 0,0 1-9 16,-2 1 4-16,-1 0-1 0,-1 1-2 0,-3 0 4 0,2 1 0 0,-1 1 2 15,0 1-2-15,1 1-2 0,-1 1 6 0,2 2-1 0,-3 2 4 0,3 1 2 16,1 2 0-16,0 2 0 0,3 0-3 0,-1 3 3 0,3 1-1 15,0 4 6-15,1 1 0 0,1 2-2 0,0 1 2 0,4 1-2 0,-1 1-4 16,1 0-2-16,1 3 0 0,1 0 0 0,1 2-1 0,1 1 3 0,2 1-2 16,0-1-6-16,2 1 5 0,0 0-2 0,0 1-3 0,1 1 7 15,1 0-3-15,0-3-1 0,2 1 0 0,2-3-3 0,0 1-1 0,1-3 1 16,2-1 1-16,4-3-1 0,0-3 1 0,1-2-1 0,2-2-1 16,1-2 1-16,0-1 1 0,1 0-1 0,1-3 2 0,1 0-2 0,0-2 3 15,1 1-3-15,1-1-1 0,1-1 1 0,1-1-2 0,1-1 2 0,-2 1 2 16,2-2-4-16,1 0 2 0,-1 0 0 0,2 0-4 0,0-1-1 15,0-1-5-15,1 1-7 0,0 0-8 0,0 1-17 0,2-2-23 0,1 0-25 16,1 1-26-16,-2 0-26 0,2 0-29 0,1 0-39 0,1-2-56 16,2 0-48-16</inkml:trace>
  <inkml:trace contextRef="#ctx0" brushRef="#br0" timeOffset="36570.12">3406 8774 356 0,'-7'-2'79'0,"3"0"4"0,-1 0-3 0,2 1-10 0,2 1-7 0,1-1-8 16,-1 0-8-16,1 1-11 0,1 0-11 0,-1 1-10 0,2 0-2 0,0 0 3 15,1 0-1-15,0 1 2 0,1 0 3 0,-1 1 0 0,2 0 1 16,0 1-1-16,-1-1 1 0,1 1 2 0,0 0 4 0,0-1 0 0,0 1 3 16,0-1 4-16,0 1-4 0,1 0 0 0,0 0 2 0,1-1-3 0,1 1 2 15,0-1 1-15,1 0-8 0,2 1 0 0,-3-1-2 0,3 0-1 16,0 0-2-16,1 0-1 0,0 0-3 0,0 1-2 0,1 0 0 0,0 0 0 15,1-1-7-15,1 1 8 0,-1-1-8 0,2-1-1 0,1 1 2 16,0-1-7-16,-1 1 12 0,2-1-1 0,1 0 1 0,0-2 2 0,2 1-3 16,1 0-2-16,-1 0 1 0,1-2-2 0,0 0 2 0,-1 0 2 0,3 0 0 15,-1 0-2-15,3 0-2 0,1 0-3 0,-2-1 2 0,1 1-3 16,-1-1-3-16,1 1 7 0,0 0-7 0,0 0 10 0,1 0-3 0,0 1-1 16,0 0-5-16,0 0 1 0,1 1-3 0,-2 0-5 0,1 2 9 0,0 0-8 15,-1 1 4-15,0 0 5 0,0 2-4 0,0 0 3 0,-1 0 0 16,3 0 0-16,0-1-5 0,2 0 2 0,0-2 9 0,1 1-4 0,0-1 5 15,-1 0-6-15,1-1-5 0,2-2 3 0,-1-1 1 0,4-1-5 0,-2 0 6 16,2-1-10-16,-1-1-1 0,1 1 14 0,0-2-8 0,-1 1 14 16,1-1-2-16,-1-1-4 0,1 2 3 0,-1-1 0 0,1 0 3 0,1 2-2 15,-2-1-1-15,0 1 3 0,-2 0 7 0,2 0-5 0,-1 1 3 0,1 1 0 16,1 0-18-16,-2 1 12 0,1 0-16 0,-3 1 6 0,2 1 4 16,-2-1-3-16,0 3 6 0,1-1-3 0,-1 2 3 0,0-1 0 0,1 1-3 15,2 1 1-15,-1-1-1 0,1 1 4 0,-2-2 2 0,1 0 1 16,-1-1-3-16,3-1-3 0,0 1 11 0,-1-1-12 0,3-1 11 0,-1-2-7 15,-1 1-9-15,0-2 10 0,-1 0-14 0,2 0 14 0,0-1-3 16,1-1 2-16,1 0 4 0,0-1-3 0,2 0-2 0,-3-1-4 0,0 1 2 16,2 0-4-16,0 1 4 0,0-1 5 0,2 2-3 0,-2-1-1 0,-1 0-2 15,1 0-7-15,-2-1 5 0,0 1-2 0,-1 0 0 0,0 0 2 16,1 1 1-16,-1 0-2 0,0 0 1 0,-1 0 0 0,-1 1-4 0,1-1 4 16,-1 1 1-16,2 1-1 0,-2-1-4 0,1 0 2 0,1 0-1 0,-2 0 2 15,2-1 7-15,-1 1-3 0,-1 0-3 0,1 0 1 0,-2 0-1 16,3 1-2-16,0 1 5 0,-1-1-2 0,2 0 0 0,-4 0-3 0,2 0-1 15,-2 1-1-15,2-1 1 0,-1 0-2 0,-1 0 0 0,1 0-2 0,-1-1 1 16,0 0 2-16,-1 0 1 0,1-1-1 0,-2 1 4 0,1 0-5 16,-1-1 0-16,0 1 0 0,1-2 0 0,0 1 0 0,1-2 3 0,-2 2 0 15,0-2-1-15,1 0 1 0,-1-1-1 0,0 0-4 0,1 0 4 0,-1-1-2 16,1 0 3-16,-2 0-2 0,1-2-1 0,-2 2 0 0,2-2-3 16,-1 0 0-16,0 0-3 0,-1 0-4 0,-1 0-4 0,0 0-17 0,2 1-29 15,-2-2-42-15,0 0-52 0,-2-1-48 0,0 0-55 0,-1-1-61 16,3-2-30-16,-1-4-55 0,4-4-110 0</inkml:trace>
  <inkml:trace contextRef="#ctx0" brushRef="#br0" timeOffset="59101.43">3517 9903 495 0,'-13'-2'54'16,"-1"-1"22"-16,-2-1-3 0,5 2-1 0,3-1-11 0,1 2-5 0,2-1-10 15,0 1-10-15,1 0-8 0,1 1-6 0,1 0-9 0,1 0-8 16,1 0-5-16,1 0-2 0,1 1-1 0,1 0 2 0,1 1 0 0,2 1 3 15,-1 1-3-15,1 0 4 0,2 1-4 0,-1 1-3 0,2 0 7 0,0 0-3 16,0 1 2-16,1 1 0 0,0-1-3 0,1 0 2 0,-1-1 1 16,0 1-1-16,1-1-2 0,-1-1 0 0,2 0 1 0,2-2 1 0,0 0 2 15,1-1 0-15,-1-2 0 0,1 0 0 0,1-2 2 0,0 0 3 0,0 0-1 16,2-2 4-16,0 0 0 0,-1-1 2 0,3 0 0 0,0 0 2 16,-2 0-1-16,1 0-1 0,0 0 1 0,0 0-5 0,0 1-2 0,0 0 1 15,2 0-2-15,-1 1-2 0,0 1 2 0,0 2-4 0,-1 1 4 16,0 0-1-16,0 2-1 0,-1 1 0 0,0 0-2 0,2 1 1 0,-1 0 0 15,2 1-1-15,1 1-4 0,-1 0 2 0,3-2-3 0,0 0 0 0,1-1-2 16,2-2-1-16,0 0-2 0,3-2 0 0,2-2-8 0,1-3-6 16,0-2-6-16,3-1 1 0,-1-2 5 0,4 0 1 0,2 0 6 0,-2-1 2 15,0 0 4-15,0-2 4 0,-2 1 0 0,0-1 3 0,0 2-2 0,-1-1 1 16,0 2 2-16,-1 0-1 0,-2 3 1 0,-2 0 1 0,1 1 1 16,-3 2 0-16,2 0 2 0,-4 3 2 0,1 0 2 0,-3 2 0 0,2 0 2 15,-1 1 4-15,0 3 0 0,0 0 0 0,-3 0 1 0,1 3-3 16,-1 0 0-16,2 1 3 0,1 0-7 0,-1-1 5 15,2 0-3-15,0 1-3 0,1 0-2 0,1-1-3 0,1 0-3 0,0-1-1 0,3 1 6 0,-1-1-3 16,2 1 2-16,0 0 3 0,2-1-4 0,-1 0-1 0,2 1 5 16,1-1-4-16,-2 0-2 0,2 1 4 0,-2-1-3 0,1 1-1 0,0 1 2 15,-1-1-2-15,1 0-4 0,-1 1 0 0,0-1 0 0,1 0 0 0,0-1 3 16,0 0 2-16,-1 0 0 0,1-1 0 0,-1-1 0 0,1 0 3 16,2-1-3-16,-1-2 4 0,-1 0-2 0,2 0-1 0,-2-2 6 0,2 1-4 15,-1-1 3-15,1 0-3 0,0 0 2 0,-1 1 1 0,0-1 3 16,1 2 3-16,-2-1 2 0,0 1 0 0,-1 0-4 0,0 0 3 0,2 1-3 15,-1 1 0-15,0 0 0 0,-1 0-3 0,0 0 0 0,0 1-3 0,1-1 4 16,1 2 0-16,-1-1-3 0,1 1-3 0,1-3-4 0,0 2 7 16,1-2-8-16,0-1 6 0,0 0-1 0,1 0-7 0,1 1 8 0,1-1-3 15,0-1-2-15,1 0 7 0,-2-2-3 0,0 0-1 0,2-1 4 0,1 0-6 16,-2-1 0-16,0 2 5 0,-1-2-5 0,0 0 8 0,0 0 2 16,0 0-5-16,-1 2 6 0,0-2-6 0,0 1-1 0,-1 1 4 0,-3 0 0 15,0 2 3-15,-2-2 2 0,0 2 1 0,1-1 2 0,-2 1 3 16,1 0 2-16,-2 0 0 0,1 0-3 0,-1 0 2 0,1-1-4 0,0 0-4 15,0-1 0-15,2 0-3 0,-1-1-2 0,3-1 1 0,0 1 0 0,-1-1 2 16,2-1-6-16,-1 0 0 0,1-1-2 0,0 0-1 0,0-1 0 16,1-1 0-16,-2 0 4 0,-2 0-4 0,1-1 1 0,-2 1 3 0,1 0-4 15,-2 0 3-15,-1 0-3 0,-1 0-3 0,-1 1 3 0,0 0 1 0,0-1 1 16,-3 1-1-16,0 0-1 0,-2 1-3 0,1 0 2 0,-1-1 2 16,1 1-6-16,-2 0-2 0,1 0-2 0,0 0-9 0,-1 2-2 0,1-1-5 15,-2-1-9-15,2 2-1 0,-2 0-6 0,1-1-5 0,1 2-9 16,-3 1-11-16,2 0-16 0,-1 0-13 0,0 1-10 0,1 0-17 0,2 0-15 15,1 1-11-15,1-1-15 0,0 2-6 0,-2-1-72 0</inkml:trace>
  <inkml:trace contextRef="#ctx0" brushRef="#br0" timeOffset="66035.83">3688 10872 435 0,'-8'1'66'16,"1"1"-40"-16,0 1-21 0,4 2-6 0,3 0 1 0,2-1 1 0,1 0 1 15,2-2 0-15,1-1 2 0,1 1-3 0,1 0 3 0,2 1-2 0,1-1-2 16,2-1 2-16,1-1-3 0,-2 1 0 0,3-1-1 0,1 0 2 16,2-1-1-16,0-1 2 0,2 0 1 0,-1 0-1 0,-1 1 1 0,2 0-1 15,1 0 2-15,0 0 2 0,3 1 1 0,1-1-1 0,-1 2 4 0,1-1 4 16,-1 0-2-16,1 0 8 0,2 1-1 0,0 1 4 0,3-1 5 16,0-1 2-16,4 0 6 0,-1 0 4 0,1-2 6 0,3 0 6 0,0 0-2 15,6-1-1-15,-1-1-6 0,3 0-7 0,3-1-6 0,2-1-6 16,0-1-3-16,0 0-2 0,1-2-2 0,0 0-4 0,1 0-6 0,2-2-1 15,0 0 4-15,1 0-1 0,0-3 3 0,1 3-4 0,2-1 1 0,-2 0 4 16,0 0 1-16,0 0-1 0,-1-1-5 0,2-1-3 0,-1 0-4 16,0 0 0-16,1 1-1 0,0 1-3 0,1 0 6 0,1-1 2 0,0 1 1 15,-2 1-3-15,1 2-2 0,-2 0 5 0,1 1-1 0,0 2-5 0,-1 1 3 16,-1 2-5-16,0 0 5 0,-1 2 6 0,2 0-1 0,-1 1 2 16,1 2-4-16,0-1 0 0,-1 0 1 0,1 1-3 0,-1 0-5 0,1-1 0 15,-1 1 1-15,0-1-2 0,-1 0 7 0,0 0-3 0,-2 0-1 0,-1-1-3 16,-1 0 3-16,-1 0 1 0,-2 0-1 0,1-1 5 0,-2-1-7 15,0 0-1-15,-1-1 4 0,0-1-3 0,-1 0 7 0,-2-1-1 0,0 0-3 16,0-2 5-16,-1 1-4 0,0-2 2 0,-2 0 3 0,-1-1-2 16,-1-1 0-16,-2-1-1 0,1-1 0 0,-1-1 3 0,-2-2 0 0,0-1 2 15,-2 0-2-15,-1 0 0 0,-3-1 5 0,-1-1-6 0,1 2 2 0,-4-2 2 16,0 1-3-16,-2-2 0 0,-2 1 4 0,-3-2-3 0,-1 1 1 16,-3 0 3-16,-1-1-15 0,-2 0 5 0,-1 1 4 0,-2-1-1 0,-3-1 11 15,-2 1 2-15,-3-3-7 0,-3 0-1 0,-2 0 1 0,-2 0-5 0,-3 1-3 16,-1-1 6-16,-4 1-6 0,-1 2 2 0,-2-1 2 0,-4 0-2 15,-1 1-1-15,-3-1-3 0,-2 0-2 0,-2 0-1 0,-3 1 2 0,-3 1 2 16,-1 1 0-16,-4 1-2 0,1 0 0 0,-4 2-1 0,-2 1 1 16,-4 0-1-16,-2 0-3 0,-2 1 5 0,-1 3-4 0,-4 3 3 0,-2 2 9 15,-1 1-4-15,-3 1 4 0,1 0-1 0,-2 1-4 0,-2 1-2 0,0-1-3 16,-2 1 3-16,0 1-4 0,0-1 6 0,-2 3-2 0,-1 0 3 16,0 2-2-16,-3 1-4 0,2 3-4 0,-6 1 1 0,0 1 2 15,1 2 5-15,-1 1 5 0,1 0-2 0,1 0 0 0,-1 0-2 0,2 1-4 0,1-1 2 16,1 0-1-16,3-2 8 0,2 1 1 0,2 0-1 0,4-1-1 15,0 1-7-15,3-2-3 0,2 1 4 0,0-1 0 0,3 0 0 0,1-2-4 16,2 1 0-16,2-1-2 0,1-1-1 0,1 2-1 0,0 0-7 16,1 1-3-16,1-1-4 0,2 0-2 0,0 0-10 0,1-2-6 0,0 1-8 15,2 0-11-15,2 1-8 0,0 0-10 0,3-1-12 0,2 1-8 0,-1-1-14 16,3 1-18-16,0 0-18 0,4-1-28 0,2 1-22 0,3-1-103 16</inkml:trace>
  <inkml:trace contextRef="#ctx0" brushRef="#br0" timeOffset="135589.89">3814 11838 714 0,'-7'4'246'0,"0"0"-205"16,-2 2-32-16,4 1-8 0,3 0 0 0,0 2 11 0,1-2 1 0,1 2-1 16,-1 0-1-16,3 0-10 0,1 1-3 0,1 0-2 0,2 0 0 15,0 0-2-15,3 1-1 0,1-1-1 0,1 0 1 0,2 0 3 0,2-2-2 16,0-1 3-16,3 0-4 0,1-1 2 0,2 0 3 0,0 0-2 0,3-1 2 15,0 0 0-15,1 0 1 0,2 2 5 0,1-1 2 0,3-1 2 16,1-1 0-16,3 1-1 0,4-1 5 0,1 0 1 0,3-1 1 0,3 0 2 16,1 0-3-16,2 0-3 0,1 1 0 0,5 0 3 0,1 0 3 15,4 0 4-15,1 1 2 0,1-1 2 0,1-1 2 0,4-1 5 0,2 0 1 16,2 0-2-16,3-2 1 0,2 1-4 0,1-2-1 0,3 1 5 0,1-2-9 16,0 0 2-16,2 1-1 0,1 0-8 0,0-1 1 0,0 1-8 15,-1 1-4-15,1 0 1 0,0 1-3 0,0 0 1 0,1 0-2 0,0 1 2 16,-1 0 4-16,-1 0-3 0,1 0 6 0,-2 0-8 0,0 0-2 15,-2 1-2-15,1 1-3 0,0 1 6 0,0 1 3 0,-2 0-4 0,0 2 2 16,-1-1-1-16,-3 1-4 0,0-1 8 0,-2 1-5 0,-2 0 1 0,-1-1 1 16,-4-1-4-16,0 0 3 0,-2 0-3 0,-1-1 4 0,-2 0 2 15,-4-1 0-15,1-1 7 0,-5 0-6 0,-1-1 4 0,1-1 3 0,-3-2-3 16,0-1 9-16,-1-2-3 0,-2 0 2 0,-1-4 4 0,0-1-3 0,-1-2 0 16,-1-2-1-16,-2-2-2 0,-2 0-5 0,-1-1 2 0,-2-2-4 15,-2 1 0-15,-3-2-2 0,-1 0-9 0,-2 0 8 0,0 2-1 0,-4-2 2 16,-2 1 7-16,-3 0-5 0,-3 0 2 0,-2-1 3 0,-3 2 3 0,-2-2 2 15,-3 1 3-15,-2 0-2 0,-1 0 0 0,-2 1-2 0,-2-2-1 16,-3 1-5-16,-2-1 1 0,-1-1-6 0,-1 0-7 0,-3-2-2 0,0-1-8 16,-3 0 6-16,-1 0 4 0,-1-1 1 0,-3 3 4 0,-1-2-4 15,0 2 0-15,-3-1 6 0,0-1-1 0,-1 1 2 0,-1-1 2 0,-2 1-13 16,-2 2 1-16,-2 1 1 0,-3-1 2 0,0 3 9 0,-5-2-8 0,-2 1-2 16,-2 1-2-16,-4 2 6 0,0 0-3 0,-1 1 3 0,-5 1-2 15,0 1-2-15,-2 0 6 0,-1 1 5 0,1 1-1 0,-2 1-6 0,-1 1 0 16,-3 1-2-16,-2-1-2 0,-2 1 2 0,0-1 1 0,-3 2-2 0,1 1 8 15,0 0-4-15,-1 1 2 0,2 0 6 0,-3 0-1 0,0 1-1 16,0 0 2-16,-1 1-6 0,-2 0 1 0,0 1-1 0,0 1-5 0,-3 1 8 16,0 1-6-16,-4 0 3 0,-1 2-1 0,-1 1-3 0,-4 1 1 0,1 1 0 15,-1 1-2-15,-1 1 2 0,0 0 3 0,-3 2 0 0,0-2 4 16,-4 1-7-16,1 1-3 0,-1 2-4 0,0 1-1 0,-1 0 10 0,0 4-4 16,-1 0 8-16,-1 2-7 0,2 2-8 0,0 0 0 0,-1 0-3 15,3 2 3-15,-4 1-3 0,4 1 0 0,-1 1-5 0,4 0-7 0,2 0-7 16,2-1-37-16,2 1-37 0,3-1-34 0,2-2-45 0,4 2-36 0,0-1-53 15,1 1-79-15,3 0-255 0</inkml:trace>
  <inkml:trace contextRef="#ctx0" brushRef="#br0" timeOffset="160341.32">6109 12016 1136 0,'-25'-4'82'0,"-1"1"3"0,-9-2-28 0,4 2-20 16,3 0 3-16,1 0 3 0,-2 0-9 0,-1 0-1 0,0 1-10 16,0 1-16-16,-2 1-2 0,0 0-7 0,-4 1-7 0,-1 1-3 0,-3 2 0 15,0 0 8-15,-2 1 3 0,-3 0-2 0,0 2-2 0,0 1 0 16,0-1 5-16,-2 2 9 0,-3 1 0 0,-3 1-2 0,0 0 0 0,-2 2-4 16,-1 1 6-16,1 0 7 0,-1-2 1 0,-1 2 10 0,2 1-2 0,-1-1-3 15,1-1 1-15,-1-1-4 0,0-1-1 0,1 0-2 0,-2 0-1 16,3 1 2-16,1 1-1 0,-1 0-3 0,2-1 3 0,-2 1-3 0,3 0-5 15,-1 0 4-15,1 1-2 0,0 0-5 0,-1 0 5 0,1-1-5 0,-2 1-1 16,3 0 0-16,-2 2 1 0,0-1 0 0,0 3 2 0,1 1-2 16,-1 2-2-16,1 0 0 0,2 3-3 0,0-1 5 0,0 2 5 0,1 0-9 15,-1-2-6-15,4 1 6 0,2 0-1 0,0 2 7 0,3-1 14 16,2 1-13-16,-1 0-2 0,3-2-1 0,2 0-7 0,-1 0 4 0,4-1-4 16,1 1-3-16,3 0 3 0,1 0-3 0,2-1 4 0,3-2 0 0,0 0-3 15,2-2 1-15,3-2-3 0,2 1 2 0,4-1-1 0,3 0-2 16,3-1 0-16,2 1-4 0,2 0 4 0,2-1-4 0,2 0 4 0,2 0-1 15,3 0-2-15,1 0 8 0,3 0 0 0,1-1 0 0,2-1 0 0,1 0 4 16,1 0 0-16,2 2 8 0,0 0 1 0,3-2-7 0,2 2 3 16,3-2 0-16,2 1-1 0,3-2 5 0,3 1-8 0,1-1-3 0,4-1 3 15,1-2-5-15,3-1 8 0,1-1 0 0,2 0-2 0,3 0-3 16,0 1 2-16,3-1 1 0,1-1 2 0,0 1 2 0,1-2 0 0,2-2 2 16,0 1-2-16,3-1 2 0,-1 1-1 0,3-2 0 0,1 0 3 0,1 0 0 15,0-1 1-15,2-2-1 0,1 0-4 0,1-2-1 0,1 0-4 16,1-1 3-16,-2 0 0 0,4-2-1 0,0-1 1 0,0-1-1 0,1 0-3 15,-1-1 0-15,2-1 2 0,0 1-4 0,-1-1 5 0,2 0-1 0,0 1-1 16,0-1 0-16,3-2-3 0,-2-1 0 0,0-1 1 0,2-1-2 16,-1 0-1-16,1 0-1 0,0 0 2 0,-3-1-1 0,2 2 1 0,-3-1-2 15,1 0-13-15,-1 2 9 0,-1 0-3 0,-2 1 4 0,1-2 11 0,0 0-7 16,-1 0 2-16,0-1-3 0,-2 2-1 0,-1-2 3 0,0 0-4 16,-1 0 1-16,-2-1 3 0,0-1 1 0,-2-1 0 0,-1-1 1 0,0 1 0 15,-2-2-1-15,-2 0 3 0,-2 0-1 0,-1-1-1 0,-2-2 1 0,-1 1 2 16,-2-2-1-16,-1 0 0 0,-4 1 1 0,-1-1-7 0,-4 1 7 15,-2 0-1-15,-3-1 1 0,-2 0 7 0,-3-1-6 0,-2-1 5 0,-5 2-1 16,0-1-7-16,-3 1 5 0,-5-1 3 0,0 1 0 0,-3 0 9 16,-3-1 0-16,-1 0-1 0,-6 1-3 0,0-1-3 0,-4 2 0 0,-1-1 0 15,-2 0 1-15,-4 1 1 0,-2-1-5 0,-3 0-5 0,-3 0-4 0,-1-1-7 16,-4 0-11-16,-4 0-17 0,-2 0-3 0,-5 1 2 0,-1-1 6 16,-4 0 11-16,-2-1-1 0,-4 1-8 0,-4 1-3 0,-5-1-16 0,-3 2 1 15,-4 0-1-15,-4 1-4 0,-6 2 8 0,-1-1-9 0,-3 2-1 0,-4 2-6 16,-2 3-9-16,-1 0-23 0,-4 1-12 0,-1 2-3 0,0 2-9 15,-2 2-4-15,3 3-27 0,-2 1-33 0,1 1-60 0,0 2-167 0</inkml:trace>
  <inkml:trace contextRef="#ctx0" brushRef="#br0" timeOffset="174325.33">1985 13281 1276 0,'-17'-7'52'0,"0"0"7"0,-2-2-6 0,8 2-5 0,3 0-3 0,2-1-8 16,-1-2-8-16,-1-2-9 0,1-3-6 0,1-3-3 0,-1 0-1 15,0-2-2-15,2 0-4 0,1-1-7 0,-1 1-1 0,1-2 3 0,-2-2 0 16,0-1-2-16,-1-2 1 0,0 1-2 0,-3-1 1 0,5 14 3 0,-2-2-4 16,-1-2-3-16,-2-2-2 0,-1 0 28 0,-2-4 3 0,-1 0-6 15,-1-3 0-15,-3-1-23 0,0 1 6 0,0-2 3 0,0 1 6 0,-1-2-7 16,-1 0 1-16,3 0 0 0,-2-1 0 0,2 1 2 0,1-2-4 15,0 0 1-15,1-1 4 0,1 1-1 0,2-1 1 0,0 2 2 0,2-1 2 16,1 2 2-16,2 0 0 0,1 3 3 0,1-1 4 0,3 3-4 0,0 1 0 16,1 1 0-16,2 2 1 0,0 3 1 0,1 1 7 0,2 2-4 15,1 1-1-15,0 2-1 0,1 0-6 0,1 1-2 0,0 0 0 0,1 2-4 16,1-2 5-16,-1 0-3 0,1 0-4 0,1 0 1 0,0 0-4 0,1 1 1 16,-1 0-2-16,0-1-2 0,1 0-4 0,0 0-8 0,0 1-5 15,0 0-13-15,1 1-28 0,-1-1-44 0,1 0-54 0,-1 0-55 0,2 0-46 16,-1 1-73-16,0-2-257 0</inkml:trace>
  <inkml:trace contextRef="#ctx0" brushRef="#br0" timeOffset="174627.33">1394 11513 1830 0,'-8'-1'16'16,"4"0"10"-16,-1 0-15 0,2 1-11 0,1-1-8 0,2 1 8 0,5 0 1 16,4 1 3-16,3-1 3 0,3 0-7 0,4-1-2 0,2 1-6 15,3-1-1-15,1-1 1 0,3 0-3 0,1-1 0 0,4 0-3 0,-2 1-18 16,2-1 7-16,3 0 1 0,25-1 3 0,-12 0 21 0,-10 2-4 0,-14 0 6 16,-2 1-1-16,-2 1-1 0,-3-1 0 0,1 1 2 0,-3-1 1 15,1 0 6-15,-4-1-2 0,0 1 1 0,0 0 6 16,-3 0-1-16,-1 0 14 0,-3 0-6 0,0 2-1 0,-1-1 11 0,-1 1 0 0,-2 1 15 15,-1 0 1-15,-2 1-2 0,0 2-8 0,-2 4-17 0,-5 2 0 0,2 4-10 16,-4 4-6-16,-1 3-4 0,-1 1-11 0,0 5-11 0,-1 1-9 0,1 3-24 16,-1 3-41-16,-2 2-39 0,1 2-50 0,-1 2-60 0,-2 3-83 15,-1 2-400-15</inkml:trace>
  <inkml:trace contextRef="#ctx0" brushRef="#br0" timeOffset="179459.05">5747 13123 928 0,'-21'-2'45'0,"0"0"-14"0,-4 0-26 0,5 1-7 0,3 1-3 0,2-1-10 15,0 1-15-15,-1-1-25 0,-1 2-18 0,0-1-7 0,-3 0-5 0,0 1 8 16,-1-1 12-16,-1 0 18 0,-1 0 23 0,0-2 20 0,-2-2 19 15,2 0 16-15,-1-1 16 0,0-1 16 0,0-1 13 0,-3-1 3 0,0-1 2 16,-1-1-1-16,1 0-5 0,0 0-5 0,0 2-9 0,0-2-6 16,-1 1-8-16,0 0-5 0,-1 1-2 0,1 0-8 0,-1 0-5 0,1 2-8 15,-2-2-2-15,0 0-3 0,-1 1-1 0,0 1-5 0,-1 0-3 0,0 1-3 16,-2 0 1-16,1 1 3 0,-3 1-4 0,-1-1 4 0,-1 2 0 16,-2-1-2-16,1 2 0 0,-1 0 1 0,-3 1-4 0,0 1 2 0,0 1 0 15,-2 2 3-15,-1 1 3 0,0 1 3 0,0 0 6 0,1 1-4 0,-1 2 6 16,1-1-3-16,-1 0-6 0,3-1 2 0,-2 0-6 0,3 2-2 15,1 1 7-15,-1 0-7 0,3 0-2 0,2 1 4 0,-1-1-3 0,3 0-1 16,0 1 4-16,2-1-2 0,2 0 4 0,1 0 2 0,1-1 3 0,3 2-2 16,-1 1-4-16,2 0 1 0,-1 0-6 0,2-1 3 0,1 2 3 15,1 1-5-15,1 1 4 0,2 2-4 0,0 1-7 0,0 0 2 0,1 2 5 16,0-1 1-16,1 4 0 0,2 1 3 0,-1 1-6 0,0 1-1 16,0 0 6-16,3 1-6 0,0-1 4 0,2 2 1 0,0-1-1 0,2 3-1 15,0-1-3-15,3 0 3 0,1-1-1 0,0-1 0 0,3-1-1 0,1 1 0 16,0 0 2-16,3 0-2 0,1 1 5 0,2 0-2 0,0 0-6 15,2 0 1-15,1-2 0 0,1 0 3 0,1-1 2 0,2 0-1 0,0 0 0 16,2 0 1-16,1 0 4 0,1-1 0 0,3 0-5 0,-1-1-1 0,3 1-2 16,1 2-1-16,0-2 3 0,3 0-3 0,-1-1 4 0,1-1-1 15,1-1-3-15,3-2 4 0,1 0-3 0,1-2 1 0,0 0 2 0,-1-2-4 16,2 0 2-16,2 0 1 0,2-1 4 0,2-2 0 0,1-1-2 16,0-1 9-16,4-1-6 0,0-1 4 0,1-1-4 0,2-2-4 0,1-1 7 15,1 0 3-15,2-4 4 0,1 0 4 0,1-1-1 0,1-4 0 0,1-1 1 16,0-1 5-16,0-1-7 0,3-3 7 0,-2 0-4 0,2-1-7 15,2-1 5-15,-2-1-8 0,1 1-2 0,0-2 4 0,-2 1-11 0,2 0 2 16,-1-2 3-16,-2 0-7 0,0 1 1 0,0-2 1 0,-1 0-2 0,2 0 1 16,0 0 0-16,-2-1-3 0,1-1 1 0,-1 1 1 0,1-2 1 15,-1 0-5-15,-2 2 1 0,0-2 4 0,-1 2-5 0,-2 0 4 0,0-1 1 16,-1 0-6-16,-2-2 7 0,0 0-2 0,-1 0-1 0,-3 0-7 16,-2-1 8-16,1 1 1 0,-2-1-2 0,-2-1 17 0,-1-1-15 0,-1 1-3 15,0-2 6-15,-3 0-4 0,-1-1 6 0,-2 1 2 0,-2 0-7 0,-2 0 2 16,-2 0-1-16,-1-3 4 0,-3 1 3 0,-2-3-3 0,0 1 2 15,-4 1 0-15,0 0 3 0,-3 0-3 0,-4 0-4 16,-3 0 2-16,-3-2-5 0,-5 1-9 0,-3 0 9 0,-4 0-8 0,-3-1 0 0,-1 1 7 0,-4-2-14 16,-4 1-1-16,-1 1 1 0,-5 3-10 0,-4-1-4 0,-2 1-10 15,-5 2-2-15,-2-1 7 0,-3 1 2 0,-4-1 0 0,-2 2 2 0,-2 2-3 16,-2 2 2-16,-3 2 5 0,-1 4 3 0,-3 0 0 0,-2 4 4 0,0 2 5 16,-3 3-2-16,-2 3-2 0,2 3-5 0,-3 4-7 0,-4 5-4 15,-1 7-5-15,-2 6-14 0,-3 8-16 0,2 4-31 0,-2 7-36 0,2 5-46 16,-2 6-58-16,-1 6-98 0,2 6-272 0</inkml:trace>
  <inkml:trace contextRef="#ctx0" brushRef="#br0" timeOffset="-211802.55">5041 14374 464 0,'-11'-2'125'0,"0"-1"-16"0,-2 0-31 16,3 0-11-16,2 1-4 0,0 0-8 0,1-1-6 0,-1-1-12 0,0 0-9 16,1 0-6-16,-1-1-6 0,0 0-3 0,1 0-4 0,0-1-5 15,0 1 1-15,2-1-2 0,-2 1 2 0,-1-1-1 0,-1 1-4 0,1 0 4 16,-1 0-3-16,0 2 2 0,-1 0 3 0,1 0-4 0,-2 1 0 0,-1 0-3 15,0 0 3-15,0 1 3 0,-1 0-2 0,-2 0 1 0,0-1-4 16,-1 1 4-16,1-1 3 0,1 0 1 0,-3 0 2 0,0 0-1 0,2 0 3 16,-2-1 2-16,0-1 1 0,0 0 0 0,-2-1-4 0,1 1 0 15,0-2-1-15,2 1 0 0,-1 0 3 0,-1 1 0 0,2-1 3 0,-3 2-1 16,0 0 5-16,0-1-3 0,0 2-2 0,-1-1 2 0,1 1-3 0,1-1 2 16,-2 0-1-16,0 1 0 0,1 0-2 0,0 1 1 0,-1 0-3 15,1 0 2-15,-2 0-2 0,0 0-1 0,1 2 1 0,-1 0-2 0,-1 1 1 16,0 0-4-16,-1 1 1 0,-1 0-3 0,0 0 1 0,-2 0 2 0,-1 2-3 15,0 0 1-15,0 1 0 0,0-1-1 0,1 1 4 0,0 0-1 16,0-1 2-16,0 1 0 0,-1-1 4 0,2 1 1 0,0-1 1 0,0 1-2 16,1 1-3-16,-2 0-1 0,1 2 0 0,0 0 3 0,0 0 3 0,0 1-3 15,0 0 5-15,0 0-1 0,1 1 0 0,0-1 3 0,3 0-1 16,-2 0-3-16,2 0-1 0,0 1 1 0,-1 1-1 0,1 0-6 0,-1 0-1 16,1-1-3-16,2 1 0 0,-1 1 7 0,1 1 1 0,1 0-5 0,-2-1 1 15,1 1-4-15,1-1 0 0,2 1 2 0,1 0-3 0,0 1 15 16,0 0-4-16,3-1 6 0,0 0-2 0,0-1-18 0,2 0 12 0,0 0-7 15,3 1-4-15,0-2 4 0,-1 2-10 0,2-1 5 0,0 0-3 16,0 1 8-16,1-1-10 0,0 1 10 0,1 2-2 0,1-1-6 0,0 0 6 16,0 3-8-16,1 0 4 0,1 1-2 0,0-1 1 0,1-1 1 0,0 1 2 15,0 0 2-15,1 0-3 0,1 1-3 0,2-2 3 0,0 3-4 16,2-1 4-16,0 0 0 0,2 2-6 0,0-2 6 0,2 0-2 0,1-1 3 16,0-1-10-16,4-1-1 0,-2 0-2 0,4-1 10 0,-1 1 11 0,2-1-1 15,2-2 2-15,-2 0-8 0,4-1-7 0,-1-1 5 0,0-2 6 16,3 1-6-16,0-4 2 0,1 1-4 0,3 0 1 0,-1-2 4 0,3 0 1 15,0-2-1-15,-1 0-2 0,1-2 3 0,1 1-2 0,0-2 1 16,3 0-2-16,-1 0 1 0,3 0-1 0,-1 0 2 0,1 0-2 0,3-2-1 16,-1 0 0-16,1-1 0 0,1 0 5 0,0-1 1 0,4 0-4 0,0 0 4 15,0-1-7-15,1 1 1 0,0 0 4 0,-1 0-4 0,2 0 3 16,0-1-3-16,3 1-1 0,-1-1-1 0,1 0 2 0,0 1-1 0,0 0 2 16,2-2 2-16,0 1-2 0,1-2-1 0,0-1 3 0,-2 1-8 0,3-2-4 15,-2 0 3-15,3 0-1 0,-1-2 5 0,-1 1 11 0,2 1 0 16,-1-1-1-16,0-1 1 0,0-1-3 0,0 1-3 0,-1-1 6 0,-1 1-1 15,-1-1-2-15,2 0 0 0,-1 1-4 0,1 0 1 0,0 1 4 16,0 0-3-16,-2 0 4 0,0 0-4 0,1 1-2 0,-2 1 2 0,2 0 2 16,-3 1-5-16,1 0 1 0,-1 0-4 0,0 0-2 0,3 0 3 0,-4 0 1 15,1 0 2-15,-2-1 0 0,1 1-1 0,0-1-1 0,-1 0 0 16,-1-1 5-16,0 0-5 0,-3 0 0 0,-1 0 1 0,0 1-1 0,-2-3 8 16,-1 1-8-16,0-1 1 0,-3 1 1 0,-1 0-2 0,0 0 9 0,-2 0-2 15,0 0 1-15,-3-1 1 0,0 0-3 0,-2 0 3 0,-1 2 0 16,0-2-2-16,-3 2-1 0,-1-1-1 0,-1 1-2 0,-5-1 4 0,0 0 1 15,-2 3-1-15,-1-2-4 0,-3 1 5 0,-1 0 4 0,-1 1-1 0,-2-1 7 16,1 0-5-16,-1 0-1 0,-2-2 5 0,1-1-12 0,-2-1 1 16,-1-1-1-16,0 0-4 0,-2 0 15 0,-1-2 2 0,-1 1-4 0,-2-3 2 15,0 1-5-15,-3-2-8 0,-1-1 5 0,0 3-3 0,-2-3 1 16,-2 0 2-16,0 1 0 0,-4 0 2 0,-2 0-4 0,-1 0-3 0,-3 0-3 16,-2-1 4-16,-1 0 0 0,-3 0 1 0,0 0 0 0,-1 0-2 0,-2 1-4 15,-3 0-1-15,0 0 5 0,-5 1-1 0,2 2 1 0,-3 0 5 16,-3 0-5-16,0-1 2 0,-2 0 0 0,-1 0-4 0,0 0-1 0,-1 2 2 15,-2 0 3-15,1 0 0 0,-2-1-4 0,0 0-1 0,1 1-5 16,-3 1 17-16,-1 0 2 0,0 0 1 0,-2 0 1 0,0 1-16 0,0-1 7 16,-2 2-2-16,-1 1-2 0,0 0 2 0,-1 2-2 0,0 3 2 0,-2 0 0 15,-4 1-2-15,-1 3-3 0,-1 2-5 0,0 2 2 0,-2 2-2 16,0 2 0-16,-3 3 3 0,0 5-6 0,-2 3-3 0,-2 3-15 0,-2 6 7 16,-3 4-4-16,-1 5-7 0,-2 5 1 0,-1 3-16 0,0 3-8 0,0 4-9 15,-1 4-19-15,1 2-15 0,-2 2-21 0,4 2-25 0,2 1-33 16,0 2-60-16,8 0-109 0,0 1-418 0</inkml:trace>
  <inkml:trace contextRef="#ctx0" brushRef="#br0" timeOffset="-207751.53">6197 15040 550 0,'-22'16'14'0,"0"3"-2"0,-5 4-8 0,4-3-3 0,5-3-5 15,2-1-5-15,5-1 2 0,0-4-1 0,0-1 2 0,2-1 3 0,-1-1-3 16,1-1 0-16,1-2-1 0,0-1-1 0,-2-2 3 0,1 0 0 16,0 0 4-16,-2-1 6 0,2 1 1 0,-3-1 4 0,-2 1 5 0,1 1-4 15,-3 0 3-15,3 2 1 0,-3 1 3 0,-2-1 4 0,0 4 6 0,0-2 0 16,1 1-1-16,0 1-2 0,1-1-3 0,0 0-3 0,0 2-4 15,-2-1 2-15,1 1-3 0,-3 0 4 0,1 0 4 0,1-1-1 0,-2-1 4 16,-1-1-4-16,0 0-2 0,0-1 7 0,-3 0 3 0,2-2 7 16,-3-1-1-16,1-2-2 0,-2-1 0 0,-1-1-6 0,0-1 3 0,-1 0 2 15,1-2 7-15,-1 0 2 0,-1-2 2 0,-1 0-1 0,0 0-10 0,-2 0 4 16,3-1-6-16,-1 1-3 0,0-2-1 0,0 1-6 0,1-1-1 16,-2 2-3-16,3-1-1 0,-2 1-3 0,0 0 5 0,-1 1-7 0,0 2-4 15,-1 1 3-15,-1-1-6 0,0 2 1 0,1-1 0 0,-3 1-2 0,2 2 1 16,-3 0-2-16,0 0 0 0,0 1-3 0,-1 0 0 0,2 0 0 15,-2 2-2-15,0 1-2 0,-1 0 0 0,-1 2 4 0,1-1 1 0,1 2 6 16,-2 0-8-16,1-1 1 0,-1 2-6 0,2-2 2 0,0 2 3 16,0-1-2-16,-1 0 6 0,1 0-1 0,1-1 2 0,3 1-1 0,0-2-2 15,1-1-2-15,1 1 1 0,1 0-2 0,-1 0 1 0,3-2 2 0,-2 0-3 16,2 1 3-16,0-1-2 0,1 2 5 0,2 0 4 0,0 0-5 16,2-1-3-16,-1 2 0 0,2 2-4 0,0 0 6 0,1 0-1 0,0 2-4 15,-1 1 4-15,0-1-1 0,2 4 1 0,-1 0 2 0,1 0-1 16,1 1-1-16,1 1 2 0,1 1-2 0,0 0 1 0,2 3 0 0,-1 0-2 15,2 1-5-15,0 1 4 0,1 1-1 0,2-4-7 0,0 2 5 0,2-1-4 16,1 0 5-16,1 2 2 0,0-1 1 0,3-1-4 0,0 0-2 0,0 0 3 16,2-1 2-16,1-1 1 0,1 0-5 0,2-3 2 0,1 1-2 15,2-1 4-15,-1 1 2 0,3-2-5 0,1 1 7 0,1-1-3 0,2 0 3 16,3-1 5-16,0 0 0 0,4-2 4 0,0-1 0 0,2 0 5 16,1 0-3-16,2-2 2 0,1 0-5 0,3-1 3 0,1-1 4 0,2-1 0 15,0-1-1-15,2 0-4 0,1-2-6 0,3 2 0 0,0-1 2 0,4 0 1 16,-1-1-4-16,1-1-3 0,2 0 3 0,-1-1 0 0,2 0 5 15,1 1-4-15,2-2-2 0,1 0 1 0,2 0-2 0,0-1 3 0,3 0-2 16,-2-1-6-16,3-1-2 0,1-1 0 0,1 0 6 0,0-1 3 16,0-1-3-16,0 0-7 0,0-2-1 0,2-1 1 0,-2-2 10 0,0-2-3 15,-1 0-5-15,0 0 4 0,0-1-9 0,-1-1 7 0,-1-1 2 0,-2 1-7 16,0-3 9-16,0 1-2 0,-2 1 2 0,-1 1 1 0,1-2-1 16,-2 0 1-16,-2 1-7 0,0 0 7 0,1-2-3 0,-3 1-3 0,0 0 7 15,-1-1-9-15,-2-1 6 0,0 1 5 0,-2-2-4 0,-1 2-7 0,-2-1 1 16,-2 3-8-16,-2-2 3 0,-1 0 2 0,1 1-12 0,-4 0-7 15,-1 1-7-15,-2 1-9 0,-2 1-9 0,-1-2-12 0,-3 1-5 0,0 1-8 16,-3 2-6-16,0 1-6 0,-3 0-18 0,0 0-23 0,-2 2-34 0,-2-1-47 16,-2 0-190-16</inkml:trace>
  <inkml:trace contextRef="#ctx0" brushRef="#br0" timeOffset="-190501.56">5496 16324 1407 0,'-28'-1'198'0,"-1"-2"-139"0,-7 0-32 0,9-1-14 0,5 0-4 0,4 0 1 15,2 1-10-15,0-1 4 0,0 0 0 0,1-1-8 0,-1 0 2 0,0-1-5 16,-1 0-3-16,1-2 5 0,-1-1 1 0,-1 0-4 0,2 0 4 16,1 0 8-16,-1-2 1 0,-1 2 2 0,0-3-3 0,-1 1 0 0,-4 0-4 15,0 0 3-15,-2 1 3 0,1 1-5 0,1-1 9 0,-2 1-5 0,0 2 6 16,0 2 5-16,-1 0-7 0,0 1 5 0,-1 0-3 0,0 1-4 16,-1 0 7-16,0 1 0 0,0 0-4 0,-1 1 2 0,1-2 0 0,-3 1 9 15,0 0 5-15,0 0-7 0,-1 0 2 0,0 0-5 0,1 0-3 0,-1-1 5 16,0 0-11-16,-2 0 3 0,2 0-2 0,-2 0 3 0,2 2 3 15,-2 1-7-15,1 0 3 0,-1 0-5 0,-1 2 2 0,-1 0 3 0,-1 1-6 16,1 2 0-16,-1 0-11 0,-1 1 6 0,1 2 1 0,-1 1 0 16,1 2-2-16,-1 2-2 0,2 1-3 0,-1 1 1 0,-2 2 9 0,3 1-4 15,-2 0-6-15,-1-1 1 0,1 3-4 0,-3-1 9 0,3 1-2 0,-1 2-2 16,1 1 3-16,2 0-7 0,-2 1 5 0,3-1 4 0,0 0-6 16,2-2-3-16,3-1 10 0,1 0-2 0,1 0 8 0,3-1 0 0,-1 0-9 15,2 1-8-15,3-1 6 0,-1 0-1 0,1 2 0 0,4-2 3 0,-1 1-11 16,2 1 5-16,1 1-3 0,2 0-2 0,1 3 1 0,0-1 5 15,3 1-3-15,0 1 6 0,2-2 0 0,2 2-8 0,0-1 8 0,2 2-5 16,1 0 4-16,1 1 0 0,1 0-5 0,2 2 3 0,-1-16-5 16,2 3 0-16,0 1 6 0,2 4 3 0,1-2-2 0,1 3 5 0,2 0-3 15,2 2-8-15,-1 0 2 0,3 0-2 0,2-3-2 0,0 0 10 0,1-1 7 16,2-1-1-16,1 0 0 0,1-1-1 0,2-2 1 0,2 0 2 16,-1-1 2-16,3-2-4 0,0 2-1 0,4-2 2 0,-1-1 3 0,3 0 8 15,0-2-10-15,2 0 7 0,0 1-9 0,3 0-7 0,1-2 13 0,-1 1-10 16,3 0 5-16,-1 0 2 0,3 0-7 0,-1-1 9 0,3-1-6 15,0-1-1-15,1 1 0 0,1-2-3 0,1 1 3 0,2-2-2 0,0 0-1 16,2 0 1-16,0-2-2 0,0-1 5 0,2-1-1 0,-1-2-5 0,1 0 0 16,1-2 5-16,-2-2-6 0,1-1 10 0,-1-1 2 0,0-2-4 15,1-2 6-15,-1 0-6 0,-1-3 6 0,-2-1 1 0,-2-2-2 0,0-1 2 16,-1 0-2-16,-2-3 7 0,-2-1 3 0,-1 0 4 0,-2-2 1 16,-1-1-1-16,-1-2-1 0,-3-1 3 0,-1-1-4 0,-1-2-1 0,-3 0 3 15,-1-3-4-15,-2 0 6 0,-3-7-5 0,17-27-6 0,-12 4 3 0,-10 6-10 16,-12 14 1-16,-4 0 1 0,-4-1-5 0,-5-6-3 0,-4 1-15 15,-5-3-4-15,-6 0-9 0,-4 2-16 0,-8-1-9 0,-1 0-35 0,-6 3-26 16,-6-1-25-16,-4 4-34 0,-5 1-38 0,-4 2-67 0,-5 6-171 0,-5 1-69 16</inkml:trace>
  <inkml:trace contextRef="#ctx0" brushRef="#br0" timeOffset="-162966.72">5172 17463 1242 0,'-7'6'113'0,"1"-2"-57"0,0 1-31 0,-1 0-20 16,-1-1-1-16,0 1-5 0,2-2-4 0,2-1 2 0,1-1-8 16,0-1 6-16,2-1 3 0,0 0-5 0,1-1 1 0,1 1-2 0,-1-2 2 15,1 0 5-15,0-1 3 0,0 0-1 0,0 1 6 0,-1-1 3 0,1 1 3 16,-2 0 1-16,1 1-7 0,-2 0 5 0,0 0-9 0,1 0 6 16,-2 0-2-16,-1 1-7 0,1-1 10 0,-1 0-7 0,0 0 1 0,1 0 4 15,-2-1-2-15,0 0 9 0,0 0 4 0,-1-2 4 0,-1 2 6 16,-2-2 1-16,0-1 3 0,-3 0 6 0,1 0-2 0,-4-2 10 0,0-1-1 15,-3 0-12-15,0 1 7 0,-2-1-10 0,0-1 7 0,0 0-10 0,-3 0-13 16,0 1 2-16,1 0 0 0,-1 1 4 0,0-1 2 0,-1 0-7 16,1 1 1-16,0 0-4 0,0 0-3 0,1 0 0 0,-1-1-7 0,0 2 3 15,1 0-6-15,-1-1 1 0,0 0 5 0,1 1-5 0,0 0 7 0,-2 0-8 16,2 2-3-16,-1 0 6 0,0 1-6 0,-2 0-2 0,0 2-5 16,0 0-1-16,-2 1 2 0,0 1-3 0,-3 1-2 0,1 2-3 0,-3 0-3 15,1 1 4-15,-2 1 6 0,0 2-3 0,-1 0-1 0,-1 2 7 0,-1 1-2 16,0 1 4-16,0 1 11 0,-1-1-3 0,0 1 4 0,0 1-2 15,0 0 8-15,2 1 0 0,0-1-2 0,1 1 1 0,-1 0-2 0,3 0 4 16,0-1 6-16,1 2-3 0,1-2-4 0,1 1 3 0,0-2-4 16,3 1-2-16,-1 0 3 0,2 0-7 0,-1 0 1 0,2-1 1 0,1 2-1 15,0 1-7-15,2 0-3 0,-1 0 8 0,1 1-7 0,3 1 1 0,-1 1 2 16,1 0-10-16,0 1 23 0,2-1-3 0,1 1 3 0,8-9-10 16,-2 2-19-16,2 0 1 0,-1 2 2 0,1-1 6 0,-1 2 7 0,1 1-4 15,0 1-7-15,1 0 9 0,-1 2-14 0,2 1 8 0,-1 0 1 0,1 2-9 16,2 1 14-16,-1-1-3 0,1 3-4 0,0 0 3 0,2 0-1 15,1 0 1-15,0-1 7 0,1 0 12 0,1 0-2 0,1 0 1 0,1 0 0 16,-1-2-17-16,2 1-8 0,1-1 3 0,1-1 2 0,0-1 7 16,2 0-3-16,0-2-3 0,0 0 2 0,0-1 1 0,2-1 5 0,1 0 1 15,1-1-11-15,1 0 3 0,-1-1 2 0,3-2-3 0,1 2 4 0,1-2 2 16,0-1-15-16,2 1 9 0,1-3-8 0,1 1-1 0,2 0 18 16,-1-1-16-16,4 0 12 0,1-1-3 0,0-1-5 0,3 1 6 0,0-1-11 15,3 0 3-15,-1-1 0 0,2-1 10 0,3 1-6 0,-1-2-7 0,3 0 1 16,0 0-8-16,2 0 16 0,2-1-3 0,0-1 2 0,1 0 5 15,2-1-1-15,0 0 2 0,2 0-1 0,0-2 5 0,0-1-3 0,1 0 2 16,2 0 0-16,0-2 1 0,0-1 7 0,0-1-3 0,1 0 8 0,0-2-12 16,0 0-3-16,0-2 10 0,0 0-5 0,1 0 8 0,-1-2-1 15,0-1-11-15,1 1 8 0,-1-1-7 0,1 0-6 0,-1 0 20 0,1-2-7 16,0 1 3-16,-1 0 13 0,0-2-15 0,0 0 12 0,0 0-42 16,-1 2-5-16,0-3 0 0,1 0-6 0,-1 1 33 0,-1-1 3 0,-1-1-1 15,0-1 1-15,0 1 0 0,0-2 4 0,-3 0 4 0,0 0-4 0,-1-2-7 16,0 0-2-16,-2 1 3 0,-1-1 1 0,-2-1 16 0,1 1-13 15,-2-2-1-15,-2 1 0 0,-1-2 3 0,-1-1 8 0,29-21-14 0,-8 4-5 16,-9 1-1-16,-6 5 2 0,-8 2 10 0,-5 3 17 0,-9 3-4 0,-5 4 4 16,-2 0 0-16,-2 1 2 0,-1 0-1 0,-3 2 3 0,-3-2-1 15,-1 0-14-15,0 1 4 0,-3 1 0 0,-3 0-4 0,-1-1 10 0,-1 0-13 16,-3 2 1-16,-4-1 2 0,-2 0-5 0,-1 2-2 0,-3-1-6 0,-2 1-3 16,-4 2 2-16,-2-1-5 0,-4 1-8 0,-1 2 4 0,-4 0-5 15,-2 1 2-15,-3 1-1 0,-12 1-15 0,-35-6 16 0,7 6-4 0,5 5 10 16,19 4 8-16,-3 2-8 0,-3 1-6 0,-2 2-4 0,-2 1 2 15,-1 1-6-15,-1 1 8 0,32-1-2 0,-8 2-2 0,0 1 11 0,-9 2-3 16,-2 1 0-16,-8 2-9 0,-1 3-8 0,-8 3 7 0,1 2-1 0,1 1 8 16,0 3-15-16,1 2 0 0,3 2 1 0,1 1-1 0,2 0 5 15,1 2-14-15,1-2-20 0,3 0-31 0,2-1-23 0,4-3-31 0,2-3-42 16,4-2-67-16,3-4-100 0,2-2-340 0</inkml:trace>
  <inkml:trace contextRef="#ctx0" brushRef="#br0" timeOffset="-119730.71">18435 7869 74 0,'0'-3'63'0,"0"0"-30"0,-1-1-16 0,1 2-8 0,0 0-4 0,1 1-2 15,-1 0 1-15,1 2 3 0,-1 0 1 0,1 0 3 0,0 1 6 16,0 1 1-16,0 0-1 0,-2 1 3 0,1 1-5 0,0 0-2 0,-1 0 2 16,1 1-3-16,-1 0-2 0,0 0 0 0,0 0 2 0,0 1 2 0,-1 0 1 15,1 0 0-15,-1 0 1 0,2 0-2 0,-1 0 1 0,1 1 3 16,0-1 3-16,0 0 4 0,0 0 2 0,2 0 1 0,-1 0 0 0,1 0-2 16,1 1 1-16,1-1 4 0,0 0 5 0,0 0 5 0,4-1 4 15,0 1 2-15,2 1-2 0,2-2-1 0,0 1-4 0,1 0-9 0,1-1-5 16,1 2-3-16,2-1-8 0,-1-2 2 0,4 2-4 0,0-2-5 0,1 1 3 15,1-1-6-15,1 1-2 0,-1-1 2 0,2 0-1 0,0-1-1 16,-1 0 0-16,1 0-1 0,-1-1-1 0,2-1 4 0,0-1-1 0,0 1 4 16,2-1-1-16,0 0 2 0,1 0 1 0,0-1 3 0,1-1 0 0,1 0 2 15,4 0 1-15,0 0-2 0,2-1 5 0,-2 1-5 0,3-1 2 16,0-1 0-16,3 0-7 0,1-1 0 0,0 0-1 0,2 0-1 0,1 0 0 16,1-1 1-16,0 0-4 0,-1 0 3 0,3 1-2 0,0 0-1 15,0 0 2-15,1 1-2 0,-1 0-2 0,1 0 2 0,0 1-2 0,1 0-3 16,0 1 1-16,0-1 1 0,1 1-3 0,-1 0 4 0,0 0 1 0,0 0-1 15,-1 1 0-15,1 0 2 0,-2 0 0 0,1 0 2 0,-1 1 3 16,1 0 1-16,-1-1-4 0,-1 1-4 0,1 0 3 0,0-1-3 0,1 1 7 16,-1 0 1-16,-1 0-4 0,3 0 1 0,-1 0 0 0,1-1-3 0,1-1 2 15,-1-1 0-15,1 0-2 0,1-2 6 0,1 0 0 0,-1 0-1 16,1-1 3-16,-1 1-2 0,-1 0 0 0,1-2 2 0,0 0 1 0,-1-1 3 16,1 0-2-16,-2 1-1 0,0-2-4 0,1 0-3 0,-1 0 3 15,-2 0 0-15,0-1-2 0,1-1-2 0,-1 1 1 0,-1-1-6 0,0 0 6 16,-1-1 0-16,2 0-2 0,-3-1 5 0,-1 2-1 0,-2-1 1 0,0 1 5 15,-2 0-2-15,-1-1 4 0,0 0 0 0,-2 1 1 0,-1 0 1 16,-2-1-2-16,0 1 0 0,-3 0-2 0,0 0 1 0,-2 1-1 0,-1-2-3 16,0 0 0-16,0-1-3 0,-1 0 1 0,-3 1 5 0,0-2-2 0,-3 0 5 15,-2-1-1-15,-1 0-1 0,-2-1-2 0,-3 0 0 0,-1-1 13 16,-1 0-2-16,-4 0 5 0,-2-2 0 0,-2-2-8 0,-4 1-2 0,-4-3-3 16,-3-1-1-16,-3 1-1 0,-1-3 2 0,-2 2 1 0,-2-2-2 15,-3 0 4-15,-2 0-2 0,-4-2 0 0,-1 0 0 0,-4-1-2 0,0 2-6 16,-2 1-1-16,-2 0-2 0,-2 2-1 0,-2-1-4 0,-1 0 1 0,-3 0 2 15,-1-1-1-15,-1 2-7 0,-2-1 1 0,-1 1 4 0,0 2-1 16,-2 0 11-16,-2 0-2 0,0 1-10 0,-2-1 4 0,0 1-5 0,-2 2 2 16,-2-1 4-16,-2 0-3 0,-3 2-1 0,0 0 3 0,-2 0 0 0,-2 1-3 15,-3 2 3-15,-2-1-1 0,-2 1-2 0,-1 1 2 0,1 0 1 16,-4-1-8-16,-1 2 7 0,-3 1-2 0,-3 2-7 0,-4 2 14 0,1 2-3 16,-1 1 2-16,3 3 4 0,-1 2-4 0,-2 1-4 0,1 2-1 15,-2 0 2-15,2 2-1 0,0 1-2 0,1 3 1 0,2 1-1 0,0 2 0 16,1 0 4-16,1 2-6 0,0 1 4 0,2 2 2 0,0 0-2 0,2 2 3 15,1 2-5-15,0 1-4 0,3 3 4 0,2-1-4 0,1 3-3 16,0 2 0-16,3-2-9 0,2 3 7 0,2 0-15 0,4 2-8 0,3 2-16 16,1 0-33-16,3 0-22 0,3 0-30 0,4 1-30 0,4 1-28 0,4 0-35 15,2 2-45-15,2-1-28 0,3 0-32 0,3 1-146 0</inkml:trace>
  <inkml:trace contextRef="#ctx0" brushRef="#br0" timeOffset="-118171.71">18977 9399 82 0,'-3'-1'2'0,"0"0"-17"15,-1-1-8-15,1 1-4 0</inkml:trace>
  <inkml:trace contextRef="#ctx0" brushRef="#br0" timeOffset="-117547.71">18960 9405 23 0,'-2'0'21'0,"0"0"7"0,-2 0 7 0,-1-1 6 16,2 1 7-16,-1-2 6 0,1 1 2 0,2-1 3 0,-2 0-2 0,2 1-6 15,-1-2-3-15,1 1-5 0,0 1-4 0,0-1-2 0,1 0-3 16,1 2 1-16,-1-1-3 0,1-1-6 0,1 1-1 0,0 0-9 0,1 0 0 16,1 0-2-16,2 0-2 0,2 0 2 0,1 0-1 0,1 1 3 15,2 0 1-15,0-1-2 0,5 1-3 0,0 0-4 0,4-1-3 0,1 0-2 16,3-1-1-16,1 0 0 0,2-1 0 0,-1 0 0 0,2-1 0 0,2 0 1 15,0-1 2-15,2 1-5 0,3 1 6 0,-1-1-1 0,4 0 1 16,0 1 4-16,1 0 0 0,3 1 0 0,-2 0 7 0,0 1-3 0,3 0 0 16,-1 1 4-16,1 0-5 0,1 1 4 0,2-1-2 0,-2 1 3 0,1 0-4 15,1 1 0-15,1 0-2 0,0 0-1 0,2 1 0 0,1 0 2 16,0 1 5-16,2 1-4 0,1 0 6 0,-1 2-1 0,1 0 0 0,2 1 5 16,0 1-8-16,2 0-5 0,0 1-3 0,0-2-8 0,0 1 1 15,1-1-1-15,2-2-5 0,0-1-2 0,-1-1-3 0,3-1-1 0,-3-3 0 16,1 0 3-16,0-3 8 0,-1-1-3 0,0-1 1 0,-3-2 2 0,0-1-5 15,1-1 5-15,-2-2-2 0,-2-2 1 0,-2 0 0 0,-2 1 1 16,0-2 1-16,-1-1 4 0,1 0 3 0,-2-1 3 0,-2-1 0 0,0-1-3 16,-1-1 0-16,0-2-3 0,-1 0-2 0,0 0 2 0,-1 0-2 0,-2-1 3 15,-2 1-1-15,0 0-3 0,-2 0 1 0,-1 1-1 0,0 0 1 16,-4 1-5-16,1 2-1 0,-3-1 1 0,-2 0 0 0,-2 1 3 0,-1 1 1 16,-2-1-1-16,-2 1 3 0,-2 2-4 0,-3 0-1 0,-4-2 1 15,0 0-5-15,-3 0 2 0,-1-1 0 0,-4 0 3 0,-2 0-1 0,-2 1 8 16,-4-1-1-16,-1 0 1 0,-3 1 5 0,-2 1 1 0,-1 0 4 0,-3-1 5 15,-2 1 2-15,-3 2 0 0,-2-1 2 0,-2 0-2 0,-2 0 0 16,-1 1-3-16,-1 0-5 0,-2-1-2 0,-2 2 0 0,-1 1-4 0,-3 1 0 16,-1 0 2-16,-1 0-3 0,-2 1 2 0,-1 1 4 0,-1 1 0 0,-3 0 4 15,-1 1-4-15,-1 2 5 0,-1 0 0 0,-2 1 3 0,-1 0-2 16,-2 1-2-16,-2 0 1 0,0 1-2 0,-2 0-2 0,0 1 2 0,-3 1 0 16,-1-1 1-16,-1 1 5 0,-2 0-1 0,0-1-1 0,-1 1-5 15,-1 0-4-15,-1 0 3 0,-1 1-2 0,0-1 9 0,-2-1-1 0,2 2 1 16,-2-2 0-16,2 1-1 0,-2 0 9 0,0-1-1 0,-1 1 0 0,1-1-1 15,2 0-7-15,-1 1 0 0,1 0-1 0,-1 2-4 0,-1 0-2 16,1 0 4-16,-1 2-5 0,1 0 0 0,0 2 0 0,1 0-3 0,-1 1-2 16,0 1 2-16,2 1-4 0,-1 0-4 0,1 2 0 0,0 2 0 0,1 1 0 15,0 0 2-15,2 1-3 0,3 0-2 0,1 0-7 0,3-1 1 16,3 1-4-16,3 0 1 0,3-1 0 0,2 0-12 0,3 0-5 0,2 0-13 16,2 1-17-16,4-2-15 0,1 1-20 0,4 0-21 0,1 0-24 15,2-1-28-15,3 1-26 0,1 0-13 0,3-1-13 0,1 0-3 0,2-1-8 16,0 2-15-16,2 1-42 0</inkml:trace>
  <inkml:trace contextRef="#ctx0" brushRef="#br0" timeOffset="-107129.65">19059 10578 943 0,'-6'14'172'0,"-2"-1"-107"0,-2 5-39 15,2-3-15-15,1-4-10 0,1 0-4 0,1 0-5 0,2 0-4 16,2 0 5-16,0-1 2 0,2 0 2 0,0-2 6 0,1 1-6 0,2 0 7 15,1-2-8-15,1-2 0 0,2-1 4 0,3-1-4 0,1-3 11 16,1-1 8-16,5-1 3 0,1-2 7 0,1-2-4 0,1-1 0 0,2-1-4 16,0-1-3-16,2 1-1 0,2-2-4 0,1-1 4 0,2 0-5 0,1 1 3 15,1 0 7-15,2 2-1 0,-1-1 7 0,1 0-3 0,1 0-1 16,3 0 3-16,0 2 2 0,1-1 3 0,3 1 5 0,0 1 0 0,2 0 1 16,2-1 7-16,-1 0 0 0,0 1 4 0,2-2 1 0,1 1-6 0,3 1 2 15,1-1-4-15,0 2 0 0,1 0-8 0,1 1 1 0,1 0-1 16,1 1-5-16,0 0 3 0,3 0-8 0,0 1-3 0,2 1 6 0,3-1-2 15,-1-1-5-15,1 1-9 0,0-1-5 0,1 0-7 0,0 0 2 16,-1 1 2-16,2 0-2 0,0 1 6 0,0 1-9 0,3 1 6 0,-1-1-3 16,0 1-3-16,-1-1 8 0,0 1-4 0,-1 1 1 0,-1-1 1 0,0 2 3 15,-3 0-3-15,-2-2 1 0,-2 1 4 0,-2 0-7 0,-2-2 2 16,-1 1 0-16,-2-2-1 0,-1 1-1 0,-3-2 4 0,-1 0 1 0,-1 0-3 16,-5-2 4-16,0-1-5 0,-1 0-5 0,-3-3 4 0,-1 1-8 0,-2-2 4 15,-3-2-1-15,-1-1 2 0,-3-2 4 0,-2 2 7 0,-1-3 1 16,-3 1 3-16,0-2 4 0,-3 1 0 0,-2-1 5 0,-2-1-1 0,-1-1 3 15,-1-1-4-15,-3-1-1 0,-1-2-1 0,-3 1-4 0,-1-2 1 16,-2 0-3-16,-2 1-5 0,-1-1 1 0,-3 0-8 0,-1-2 6 0,-1 1-6 16,-4 1 8-16,0-2 7 0,-3 2-2 0,-2-1 6 0,-2 0-2 0,-3 2-4 15,-2 0 6-15,-2-1-1 0,-2 0-7 0,-4 0-2 0,0 1-3 16,-4 1-7-16,-1 1 4 0,-2 1 1 0,-1 2-4 0,-1 0 8 0,-2 2-4 16,-2 2 6-16,-2 0 5 0,-1 1-3 0,-1 1 7 0,-3 1-2 0,1 2 1 15,-3 2 2-15,-3 0-3 0,-2 0 2 0,-2 2-3 0,-3 1 1 16,-1 1 2-16,-3 1 2 0,-1 3 0 0,-3 0-4 0,0 3-1 0,-2 1-1 15,-3 1-2-15,0 2-6 0,0 2 6 0,-1 2 5 0,0 1 3 0,-1 0 10 16,1 0-1-16,1 0 3 0,-2 0 0 0,0 0 0 0,3 0 1 16,-4 2-9-16,3 0-2 0,-1 2-2 0,2 0-8 0,1 1 5 0,0 0-1 15,2-2 0-15,0 0 0 0,2-1-4 0,2 0 1 0,2-3 3 16,0 1-9-16,3 0 2 0,2-1-2 0,2-2-3 0,2 1 5 0,2-1-4 16,2-1-1-16,1 0-4 0,4 0 4 0,2-1 0 0,1 2-2 0,0-1-2 15,5 0-1-15,4-1 3 0,1-1 0 0,4 0-6 0,0-1 1 16,5 0-9-16,0-1-2 0,3 0-3 0,3-1-15 0,2-2-9 0,3 1-10 15,2 0-13-15,1-1-3 0,2 2-6 0,1-1-21 0,2 0-20 0,1 1-25 16,0-1-32-16,2 1-21 0,1 1-20 0,1 1-38 0,1 0-49 16,2 1-62-16,0 1-48 0,2 0-15 0</inkml:trace>
  <inkml:trace contextRef="#ctx0" brushRef="#br0" timeOffset="-97295.85">18289 12406 1116 0,'16'8'125'0,"1"0"-32"16,2-1-29-16,-1 0-32 0,-2-2-32 0,1-2-29 0,3 0-14 0,4-1-7 16,1-1 2-16,4 0 12 0,1-1 4 0,2 1 16 0,0-2 11 0,3 0 0 15,0-2 7-15,3 0-2 0,-1-1-3 0,1 0 6 0,2 0 1 16,-1 0 3-16,2 1 3 0,0 1-4 0,0-1 5 0,0 2 2 0,1 1-1 16,0-1 0-16,1 2 2 0,0-1-4 0,0 1 4 0,0 0 3 0,0 0-3 15,2 0 3-15,-1 0 0 0,0 0 1 0,0 0 3 0,2 0-2 16,-1 0 0-16,-1-1-1 0,2 0-1 0,-1 0 2 0,-1-1-3 0,1 0-4 15,1-1 4-15,-2-2-4 0,1-1 3 0,0 0 2 0,0-1-3 16,0-1 1-16,0 0-7 0,0-2 7 0,0-1-3 0,-2 1 0 0,1-3 1 16,1 0-4-16,-2 0 1 0,0-1-1 0,-1 0 3 0,0-3-5 0,-1-1-3 15,-1-1 0-15,0 0 1 0,0-4 2 0,-1-1-3 0,0-1-2 16,-1-1 1-16,-1 1-2 0,-2-2 6 0,-2 0-1 0,0 1-2 0,0-1-1 16,1 1-3-16,-2-1 1 0,-1 2 3 0,-3 0 0 0,0 1 1 0,-2 1 2 15,1 0-1-15,-1 0 2 0,-3 2 2 0,0 0 0 0,-2-1 4 16,0 1 4-16,-2 0 1 0,-1-2 1 0,-1 3-8 0,1-2-5 0,-1 0-1 15,-2 0 1-15,0-1 1 0,-3 0 4 0,-1 0 6 0,-1-1 4 16,-3 1 7-16,-2-3 1 0,-1 0-6 0,-2 1-3 0,-2-1-1 0,-1 0 2 16,-3-1 2-16,-1-2-1 0,-2 0 1 0,-3-1-4 0,-1 1-4 0,-3-1-2 15,-1 0-3-15,-1-1-2 0,-3-1-3 0,-2-1 2 0,-1 1-1 16,-3-1-1-16,-1 3 3 0,-3-1-1 0,-2 2 4 0,-2 0-2 0,-2 1 1 16,-3 1 2-16,-1 1-10 0,-3 0 17 0,-5 1-5 0,1 2 2 0,-3-2 3 15,-3 0-8-15,-1 2 2 0,-5-1-11 0,-2 1 5 0,-2-1-11 16,-3 1 1-16,-2 0 6 0,-2 0-1 0,-1-1 4 0,-3 1-5 0,-1-2 1 15,-1 1-1-15,-3-1-2 0,0 1 3 0,-1 3 0 0,-1 1 3 16,1 1 5-16,-3 2-5 0,2 0 5 0,-1 2-3 0,0 1-2 0,1 2 5 16,-1 3 2-16,0 1 11 0,2 3-2 0,0 1 2 0,1 2-6 0,3 3-6 15,-1 2 5-15,1 3-3 0,2 1-3 0,1 4 1 0,2 3-7 16,0 3-4-16,0 2-1 0,2 3-1 0,1 3-1 0,1 3-8 0,1 3-6 16,1 2-15-16,-2 2-17 0,2 2-9 0,0 1-13 0,-1 3-15 0,2 4-22 15,-1 1-32-15,-2 3-16 0,1 2-32 0,1 1-51 0,1 3-40 16,0 2-69-16,1 1-82 0,-2 1-17 0</inkml:trace>
  <inkml:trace contextRef="#ctx0" brushRef="#br0" timeOffset="39828.27">16748 7408 800 0,'-11'-9'177'15,"0"-1"-193"-15,-2-4-47 0,6-1-3 0,4 0 17 0,1-3 20 0,3-2 22 16,1 0 5-16,1-3 3 0,1 1 1 0,0 1 6 0,0 1 6 0,-1 2 3 15,2 2 5-15,-1 0 2 0,1 1 7 0,-1 0 5 0,0 3 2 16,1-1 10-16,-1 2 4 0,0 0 8 0,1 1 11 0,0 2-2 0,-2 3-3 16,1 0-8-16,-1 2-6 0,0 1-4 0,0 1-6 0,-1 2 2 15,1 2-3-15,-1 1-2 0,0 1 4 0,1 5-2 0,0 2-2 0,0 5 0 16,-1 4-1-16,1 2-2 0,0 6-5 0,-1 3 0 0,1 4 0 16,-1 3-5-16,0 5 8 0,-1 2-9 0,1 4-2 0,-1 0-1 0,0 3-7 15,0 3-10-15,0 2-3 0,0 3-1 0,-1 2-1 0,1 3 7 0,0 3 2 16,1 3-5-16,-1 4 1 0,1 4-1 0,-1 1-8 0,0 0 1 15,-1 2-1-15,-1 0-2 0,1 0 12 0,-2 3-2 0,-1-1 3 0,0 0-1 16,-1 0 4-16,1 2 0 0,-2 2 11 0,-1 2 1 0,0 0 3 0,0 1 0 16,-2 0 0-16,-1-1 2 0,1 2-1 0,-1-4-2 0,1 2-4 15,0-1-5-15,0 1-1 0,1-1-3 0,-1 3-2 0,2-1 2 0,0 1-4 16,2 1 4-16,0-1 2 0,2-2-3 0,-1 0-8 0,1-1 3 0,1 1-5 16,-1-2 0-16,2 1 7 0,0-1 6 0,0-2-2 0,1-1-6 15,0-3-2-15,0 1-6 0,1-4 6 0,1-2 1 0,0-2 3 0,0-5-3 16,0-1 4-16,1-3-1 0,0-3 1 0,1-1 3 0,1-5-10 0,0-3 9 15,0-4-5-15,0-3-2 0,2-2 5 0,0 0-5 0,1-4 3 16,0-2-1-16,1-3-5 0,0-4-1 0,2 0 1 0,1-3 1 0,0 0 4 16,3-2-10-16,-1-1 8 0,2-2-3 0,2 0 0 0,-1-1 12 15,3-1-14-15,-1-1 4 0,0-2-2 0,2-1-7 0,2 0 9 0,-1-2-4 16,3-2-3-16,0 0 4 0,3-2-7 0,2 0-2 0,1-2 4 0,2-1-5 16,1-1-2-16,0-2 2 0,3-2 1 0,0 0-1 0,4-2 2 15,2-2-4-15,1-2 2 0,1-1 2 0,3-2 0 0,2-1-1 0,2-1 3 16,2-2 2-16,2 0 0 0,2 0 4 0,4-2 1 0,0-1-3 0,3 0-1 15,1 0 3-15,2 0-4 0,2 0 7 0,2 0 1 0,2 1-5 16,2 0 1-16,1 2-2 0,4 1 1 0,1 0 4 0,2 3-5 0,3 0 4 16,1 1-2-16,5 0 1 0,2 0 3 0,5 0-8 0,2 0 5 15,1 0-6-15,3-1 3 0,3-1 6 0,1 0-9 0,2-1 7 0,0-1-2 16,2 0 1-16,0 1 1 0,1-1 4 0,1 0 1 0,2 1 2 0,-2 1 9 16,2-1 0-16,1 2 6 0,-1 0 12 0,2 2-5 0,0 0 2 15,1 0-3-15,-1 3-10 0,1 0-3 0,-2 2 5 0,-1 1 0 0,0 1 2 16,-3 2 5-16,0 1-5 0,0 2 7 0,-1-1 1 0,-3 2 4 0,1 0 2 15,-4 1-3-15,-1 0-3 0,-1 0-9 0,-2 0 0 0,-6 1 2 16,-1 1-3-16,-4 0-2 0,-5-1 0 0,0 0-3 0,-3 1 3 0,-5 0 4 16,0 1-4-16,-3 0 1 0,-2 2-1 0,-3 0 1 0,-3-1-2 15,-5 1-4-15,-5-1-3 0,-3-1-2 0,-4-1 0 0,-4 0-7 0,-2-1 5 16,-5 0-5-16,-3-1 1 0,-3-2-1 0,-4 0-4 0,-1 0 0 0,-4-1-12 16,-3-1-8-16,-4-3-27 0,-5 0-15 0,-4-3-27 0,-3-1-38 15,-4-2-38-15,-3-2-51 0,-3-2-48 0,-4-3-35 0,-6-4-28 0,-5-7-13 16,-7-8-11-16,-10-12-21 0,-6-9-27 0</inkml:trace>
  <inkml:trace contextRef="#ctx0" brushRef="#br0" timeOffset="40152.27">17000 6719 2218 0,'-9'-9'-356'16,"4"-4"-207"-16,4-5 10 0,12-4 169 0,12-1 190 0,7 0 112 0,7 1 31 15,5 2 17-15</inkml:trace>
  <inkml:trace contextRef="#ctx0" brushRef="#br0" timeOffset="40613.27">18151 6492 92 0,'76'2'51'0,"13"1"-3"0,22 0 2 0,-7 0-1 0,-7-1-4 16,0 0-2-16,3 0 3 0,5 0 3 0,1-1 2 0,3 0 0 0,1 0-6 15,2-2-1-15,2 0 1 0,2-1 4 0,1-1 3 0,1 0 8 0,2 1 6 16,-1-3 3-16,2 1 6 0,-1-2-5 0,2 0-3 0,0 0 5 16,2-2 11-16,5-1 20 0,1-2 1 0,2 0-17 0,-2-1-31 0,-2-1-35 15,0 1-20-15,-4 0 2 0,0 2 1 0,-1 0 0 0,-3 1 6 0,-1 1-2 16,-2 0-1-16,-4 1-2 0,0 1 0 0,-4 2 1 0,-3 1 0 16,-2 1 1-16,-2 1 2 0,-5 1-1 0,-3 1-1 0,-3 1-2 0,-3 2 1 15,-5 2 0-15,-3 1-2 0,-3 1 2 0,-5 2-1 0,-4 0-4 0,-3 2 6 16,-6 0 3-16,-3 2 6 0,-3 3 6 0,-3 1 7 0,-5 0 5 15,-3 2 1-15,-4 0 5 0,-3 2-9 0,-1 1-6 16,-3-1-2-16,-1 3-2 0,0 0 3 0,-4 2 1 0,-2 4-2 0,-2 1 2 0,-2 4 1 0,-1-1-4 16,-1 1-2-16,-2 3-7 0,-2 0 1 0,-1 4-10 0,-2 1-2 15,-1 2-1-15,-2 1-1 0,-1 2 5 0,-1 3 1 0,-3 0 0 0,0 3 6 16,0 1-6-16,-1 3 1 0,-2 0 2 0,0 2-3 0,-1 3 2 16,-1 2-2-16,1 3 0 0,-1 1 0 0,0 2 5 0,-1 3 0 0,1 1 1 15,-1 3-1-15,-1 0-3 0,0 3 1 0,0 2 4 0,1 1-2 0,-2 3 4 16,2 0 3-16,-1 4 1 0,0 2-3 0,1 2 5 0,-1 2-2 15,0 5 3-15,2 2 6 0,-1 3-6 0,1 2 1 0,0 3 0 0,-1 4 2 16,2 3 3-16,0 3 0 0,0 1-5 0,0 3 6 0,0 0 3 0,0 4 0 16,-1 1 4-16,1 3-5 0,0 1-4 0,0 3 3 0,-1-1 3 15,1-2 9-15,0-4 2 0,0-4-4 0,1-1-2 0,-1-3-4 0,2 0 4 16,-1-1 0-16,1-4 2 0,0 0-4 0,-1-4 1 0,1-3-3 16,0-3 7-16,0-2-11 0,0-2 0 0,0 1 0 0,1-1-13 0,-1 0 2 15,1-1 2-15,0-3 0 0,-1-6 0 0,1-5 4 0,1-4-4 0,0-5-10 16,1-4 5-16,0-3-8 0,1-6-20 0,-1-2 24 0,2-4-7 15,-1-4-3-15,2-6 4 0,-1-6-29 0,1-6-14 0,-1-2-20 0,0-6-40 16,0-4-54-16,0-5-78 0,-1-5-128 0,0-6-226 0,-1-7-271 0,-3-5-231 16</inkml:trace>
  <inkml:trace contextRef="#ctx0" brushRef="#br0" timeOffset="190853.81">28605 4013 668 0,'1'-2'60'0,"1"-1"-107"0,1-1-5 0,1 2 15 0,1 0 21 16,0 1 14-16,2 0-1 0,-2 0-9 0,1 0-15 0,2 0-21 16,1 1-16-16,1 0-5 0,0 1 9 0,1 0 17 0,-1-1 19 0,1 0 18 15,-1 0 12-15,1 0 7 0,0 0 9 0,0-1 3 0,1 1 5 16,1-1 2-16,0 1 1 0,0 0 1 0,0 0 3 0,2 0 0 0,1 0 0 15,1 0-4-15,-1-1-4 0,3-1-5 0,-1 1-5 0,1-1-7 0,2 0-6 16,1 1-3-16,0-1-3 0,3 1 2 0,-1 0-2 0,1 1 1 16,0 1 2-16,0 1-1 0,1 1-1 0,1 2 1 0,2 0 1 0,-1 1 1 15,-1 1 0-15,0 2 0 0,-2 1-2 0,1 1 1 0,-1 1-2 0,2 0 2 16,0 1 0-16,-1 1-1 0,1 1 1 0,-2 0 3 0,2 2-1 16,-1-1 0-16,1 1 1 0,0-1-6 0,-3 2 1 0,3 1-1 0,-5 0 0 15,2-1 0-15,-2 3-2 0,-4-1 0 0,2 0 0 0,-2 2 2 16,-1-1 3-16,-2 3 0 0,0 0-3 0,-2-1 2 0,-2 1 3 0,0 2 0 15,-4 1 6-15,-1 1 1 0,-2 0-2 0,-3 0 0 0,-2 0-3 0,-3 2-4 16,-2-2-4-16,-1 1 0 0,-4-1 0 0,0 0-1 0,-2-3 0 16,-2 1-1-16,-3-2-3 0,1-2 0 0,-4 0 0 0,0-1 4 0,-2-1 4 15,-3 0 4-15,-1 0 5 0,-2-3 5 0,0 0 6 0,-1 0 3 0,0-2 1 16,-2-1 2-16,1-2-6 0,-1-2 4 0,0-1 2 0,0-1 1 16,2-1 6-16,-1-2 1 0,2-1-4 0,-3-1 4 0,1-4-2 0,0-1 1 15,0-1-3-15,1-1-6 0,2-2-2 0,-1 0 1 0,2-1 4 0,0-1 0 16,-1-1 2-16,3-3-2 0,-1 0-4 0,3-1-13 0,0-2-3 15,1-1-1-15,2 0-8 0,0 0 4 0,0-3-5 0,3 0-6 0,1-1 5 16,0-2 2-16,2 0 6 0,1-1 1 0,1-1 0 0,2-2-2 16,1-1 2-16,2-1 5 0,2-2 2 0,1 0-1 0,1 2-2 15,1-3-8-15,3 1-2 0,2-2-2 0,2-1-10 0,1 1 9 0,2-2-4 0,2 0 1 16,2-1 4-16,1 1-6 0,2 0-3 0,1 3 4 0,0 1-3 16,1 3 5-16,0 1 5 0,1 3 4 0,0 0 2 0,0 2 6 0,0 1 0 15,1 1-7-15,0 2-4 0,1 2-12 0,0 3-10 0,-1 0-6 16,0 1-5-16,1 3-6 0,-1 0-6 0,1 2-18 0,-1 1-27 0,-1 1-42 15,-1 0-42-15,1 1-24 0,0 2-13 0,-2-1 16 0,1 1-85 0</inkml:trace>
  <inkml:trace contextRef="#ctx0" brushRef="#br0" timeOffset="191820.81">26344 16063 2132 0,'-2'-7'192'0,"-1"-3"-75"0,1-4-14 0,1-2-47 16,-1-3 1-16,2-2-15 0,-1-2-17 0,3-5 1 0,2-2-15 16,0-2-2-16,3-5 0 0,1-4-4 0,1-4 0 0,2-5-3 0,3-3-7 15,2-6-2-15,2-5 4 0,0-5-3 0,2-3 6 0,0 0-12 0,0-3 7 16,0-2 0-16,0-2 0 0,-1-3 9 0,1-3-11 0,1-4 4 16,0-5-2-16,4-4-2 0,0-4 7 0,1-3-5 0,1-3 2 0,-2-3 0 15,2-3-2-15,-1 0-1 0,3 2-3 0,-2-1 1 0,1 1 2 0,1 0 6 16,-1-2-3-16,1 2 1 0,-1 0 4 0,1-1-6 0,-2 0 8 15,3-2-3-15,0-2 1 0,-1 0 3 0,0-2-4 0,0 1 6 0,-1-2-1 16,4 1 1-16,-1 0 6 0,2-3-2 0,-1 0 4 0,1-4 1 16,0-3-1-16,2 4 5 0,0-3-8 0,1 3-4 0,2 0-3 0,0 0 3 15,3 0 0-15,0 0-1 0,1 0 3 0,1-1-17 0,1-1 9 0,1 3 5 16,1 0-6-16,1 3 3 0,-2 1-4 0,1-1-5 0,0 1 0 16,1 0 6-16,2 0-4 0,-2 2 10 0,1 3-1 0,-2 1 1 0,1 4-5 15,-1 1-11-15,-1 1-1 0,1 2 0 0,0 0 7 0,-3 7 10 0,-3 3-4 16,-1 5 4-16,-3 2-11 0,0 3 1 0,0 2 0 0,-1 2-9 15,-1 4 17-15,-2 2-5 0,0 4 3 0,-4 5 7 0,-1 2-16 0,-1 3-1 16,-3 2-10-16,-1 1-24 0,-2 0-5 0,0 4 2 0,-1 3 13 16,-3 4 25-16,-2 5-8 0,-2 4-10 0,-2 4-27 0,-2 1-14 0,-1 4-3 15,-2 1-4-15,0 4 6 0,-2-1-3 0,-1 2 3 0,-1 0-3 0,-2 1-2 16,0 1-5-16,0 1-7 0,-2 1-9 0,1 2-10 0,-1 1-9 16,0-1-14-16,0 3-16 0,-1-2-13 0,0 0-13 0,1 0-1 0,0 3 6 15,0-1 12-15,-1 1 12 0,1-1 19 0,-2 0 33 0,1-1-51 0</inkml:trace>
  <inkml:trace contextRef="#ctx0" brushRef="#br0" timeOffset="192237.81">29017 6352 622 0,'-3'-14'222'0,"1"-2"-161"0,-1-2-3 0,2 1-22 15,1 2-4-15,1 0 2 0,2 0 2 0,0-1-4 0,1 0-12 0,2 2-16 16,1 0-14-16,2 1-12 0,1 2-7 0,0 1-3 0,1 1 1 16,2 2 3-16,1 0 3 0,0-1 3 0,1 2 6 0,1 0 5 0,1 0 1 15,1 1 4-15,-1 0-2 0,3 1 2 0,0-1-2 0,-1 1 0 0,3 2 0 16,1-1 2-16,1 0 2 0,1 0 3 0,0 1 1 0,2 0 1 15,-3 1-3-15,1 1 4 0,-1 1 4 0,-2 0 3 0,1 3 4 0,0 0 2 16,-2 1 1-16,0 0 1 0,-1 2 2 0,-2 1 0 0,0 2 5 16,0 0 6-16,-2 2 8 0,-1 1 10 0,0 1 3 0,-2 2 4 0,0 1-3 15,-1 0-10-15,-1 3 0 0,0 1-4 0,-2 2-3 0,0 3-2 0,0-1-7 16,-1 4-4-16,1 3-1 0,-1-2-6 0,0 5 5 0,-1 2 1 16,-1-1-6-16,-1 4 1 0,-1 2-1 0,0 1-7 0,-2 2-2 0,-2 3-1 15,3-2-4-15,-3 2 1 0,1 1-2 0,-2 2-8 0,0 0-3 0,-1 1-6 16,1 1-2-16,-3 1-7 0,1 1-22 0,-2 0-53 0,1 1-62 15,-1-1-33-15,-1 2-22 0,0-1 20 0,-1 0 27 0,0 2 28 0,-1 0 33 16,1 2 30-16,-2 2 29 0,1 2 7 0,-2 3-13 0</inkml:trace>
  <inkml:trace contextRef="#ctx0" brushRef="#br0" timeOffset="193203.81">29239 17391 103 0,'3'-4'70'0,"1"0"0"15,0-1 1-15,2-2 1 0,1 0 5 0,1-2 5 0,0 0-6 0,0 0-7 16,0-1-8-16,0 1-9 0,-1 0-5 0,1-1-5 0,0 1-8 16,0-1-5-16,0 0-4 0,-1 0-2 0,1-1 2 0,-1 2-7 0,0-1 0 15,0 0-7-15,0 0 2 0,-1 0 0 0,1 0 0 0,-1 2-1 0,-1-1-9 16,1-1-7-16,-1 1 4 0,0 0-2 0,-1 1 7 0,1 0-3 15,3-6-1-15,-5 9-2 0,2-3 8 0,1-1 1 0,-1 0-1 0,0 2 0 16,-2-1-6-16,1 1-1 0,1-1-2 0,0 1-3 0,-1-2 0 16,2 0-1-16,0-2 2 0,0-1 2 0,0 2-6 0,1-1 3 0,1-1-1 15,0 0-3-15,2-1 4 0,-1 0-1 0,1 1 2 0,2-2 0 0,-1 1 2 16,2-1 10-16,0-1 2 0,1-1 13 0,1-1 6 0,1 0 6 16,-1-3 11-16,2 0 4 0,0-1 9 0,0-2 8 0,-1 1 11 0,2-1 12 15,1-2 3-15,0 0-7 0,2-1 5 0,0-2-14 0,-1-1-1 0,-1-3-2 16,1 0-21-16,-1-3 9 0,1 0-6 0,-1-2 0 0,1-3 9 15,-1 0-9-15,2-1-3 0,-1-2-9 0,-1-3-7 0,1-2 3 0,1-1 2 16,-2-2-4-16,2-1-5 0,0-2-12 0,-2 0 0 0,3-2 2 16,0 0-3-16,-2-2 5 0,3-2-8 0,-1-2-2 0,1-2-4 0,0-2 3 15,-2-2-6-15,3-2-13 0,0-2 2 0,1 0 1 0,2-3 4 0,-3 0 10 16,2-1-6-16,-1 2-9 0,-2-3 6 0,3 1-3 0,-3 0 0 16,2 0 2-16,0-1-9 0,0 0 7 0,2-1 2 0,-2 1 0 0,2-2-1 15,-2-2-2-15,2 0-9 0,-1-1 5 0,2-1 0 0,-2 2-2 0,1-3 2 16,-2 2-2-16,0 1 0 0,0-1 2 0,-2 4 2 0,1 1 5 15,3-1-6-15,-3 1 6 0,1-4 0 0,0-1-1 0,-2-3 3 0,2-2-11 16,-3-4 2-16,4-2-2 0,-3-3 1 0,1 1 1 0,1 1 1 16,-3 2-2-16,2 0-2 0,-2 3 13 0,0-2-5 0,0 1 0 0,0-2 3 15,1 0-11-15,-1-3-2 0,1 1 6 0,0-5 1 0,0-1 1 0,0-2 2 16,-1 1-8-16,0 5 3 0,-2 2 4 0,-1 5-4 0,0 1 6 16,-3 3-1-16,1 0-3 0,0 2 3 0,0 2-3 0,-2 1-1 0,-1 2 6 15,-2 0-2-15,0-2-3 0,-1 1 0 0,0-2-7 0,0 1 3 0,-1-1 4 16,-1 0-5-16,2-1-2 0,-4-3 2 0,0 2 0 0,2-2 3 15,-1 0-3-15,1 0 3 0,-1-1-2 0,-1 3 4 0,-1-1 2 0,0 1 1 16,-4 2-2-16,2-2-5 0,-2 2 1 0,-1 2-4 0,1-2 4 16,-2 2 6-16,0 1-3 0,0-2 0 0,-2 2-4 0,-1-2-4 0,-1 4 3 15,1 0 0-15,-1 1 2 0,-1 4-6 0,-1 2 16 0,-1 0-6 0,2 2 5 16,-2 0-4-16,-1 2-18 0,-1 1-4 0,1 2-13 0,-1 0-12 16,-1 1-4-16,1 2-17 0,-1-2 5 0,0 1-4 0,0 0-11 0,1-1-5 15,-1 0-21-15,0-1-16 0,-2 0-22 0,-1-1-26 0,1-2-41 0,-2-2-37 16,-2-7-20-16,-3-11-15 0,-1-22 7 0,-5-26 65 0</inkml:trace>
  <inkml:trace contextRef="#ctx0" brushRef="#br0" timeOffset="194254.32">13028 17321 1237 0,'-33'-14'163'0,"2"-1"-64"0,-7-7-4 0,-7-4-7 0,-60-43-15 0,11-7-20 15,15 0-21-15,19 5-4 0,8 1-2 0,2-7 2 0,1-4 8 16,1-4-4-16,1 1-12 0,3-4-8 0,2-2-1 0,0-6-4 0,2-4 2 16,1-3-9-16,0-4-9 0,4 0 9 0,1 0 0 0,0-5 3 0,3-2 3 15,-1-3-6-15,4-3 1 0,0 0 2 0,0-3 3 0,5 1-3 16,-1-6-8-16,4-2-2 0,0-2-1 0,3-2-1 0,1 0 5 0,3 0-1 15,0 0-1-15,0-1 0 0,2-2 5 0,2 0 2 0,1-1-3 16,0-3 2-16,2-2-6 0,0-1 2 0,2-4 2 0,1-2 0 0,3-1-4 16,0-1 0-16,2 1-3 0,2 1 10 0,1 2 2 0,3-4 1 0,0 0 4 15,2-2-6-15,3-1 2 0,2 0-1 0,2 1 1 0,1-1 6 16,3 2-2-16,2 0 1 0,1 1 5 0,3-2-10 0,3 0-3 0,2 1 5 16,1 0-3-16,2 3 0 0,3 0 11 0,3-2-3 0,3-2 11 15,5-3 2-15,3-2 1 0,2 0 0 0,4-2-12 0,2 4 4 0,1 1-3 16,3 3-5-16,2 1-4 0,3 2 1 0,4-2 0 0,3 1 2 0,3 0 1 15,2 2-6-15,2 1-2 0,2 4 2 0,4-2 2 0,1 1-2 16,2 4 3-16,0 2-3 0,1 5-3 0,0 4 4 0,2 3-5 0,0 3 5 16,1 5 2-16,3 2 0 0,0 3 5 0,2 2-10 0,2 2 5 0,0 3 2 15,1 5-2-15,3 3 7 0,1-1-3 0,1 4 5 0,3 0-8 16,1 2-1-16,4 5 1 0,-1 2-9 0,1 5 8 0,2-1 5 0,1 2 0 16,5 1-5-16,-1 2 0 0,1 3-6 0,3 1-1 0,-1 4 1 15,6 1 3-15,0 3-3 0,2 0 3 0,1 3-6 0,-2 1 0 0,6 0 1 16,0 3 0-16,3 1 1 0,0 3-1 0,2 4-1 0,-4 3-1 0,0 3 7 15,-1 3-3-15,1 2 3 0,1 2 1 0,2 0 3 0,0 4-3 16,2 0 4-16,1 4 3 0,-1 3-5 0,0 3 7 0,1 1-4 0,-1 3-4 16,2 3 2-16,-2 2 0 0,3 3-6 0,-3 2 2 0,1 3-3 0,-1 1 8 15,-2 3-2-15,2 0-1 0,0 1 0 0,0 3 1 0,-1 0 7 16,0 2-4-16,1 1-1 0,0 1 0 0,1 3-1 0,0-1 4 0,-2 2 0 16,2-1 0-16,-2 1-3 0,-1 3 3 0,-1-1-1 0,0 4 3 15,-4 0-3-15,0 1-6 0,-1 0 5 0,-4 2-3 0,0 1 2 0,-1 2 2 16,-2 2 0-16,-1 2 4 0,-3 1 0 0,-3 0 4 0,-2 0-5 0,-2 0 2 15,-3 2 1-15,-2 0-4 0,-1 3 1 0,-4 0-3 0,-1 1-5 16,0 0-5-16,-6 0-8 0,-2 3 3 0,-1-1 3 0,-3 4 4 0,-2-1 4 16,-1 0-1-16,-4 2-3 0,-3-1 0 0,-2 4 1 0,-3-1 2 0,-1-1 2 15,-4 0 1-15,-1-1 1 0,-3 1-1 0,-2 1 2 0,-2 0-7 16,-3 1-3-16,-4 1 4 0,-3-1-4 0,-1 1 5 0,-2-2 0 0,-2 2-3 16,-2-1-1-16,-2 1 1 0,-2 1-2 0,-2-2 5 0,-1-1-3 0,-2 0 5 15,-3-1-6-15,-2 0-6 0,-3 2-7 0,-2-3-8 0,-3-1 8 16,-3 1-3-16,0-3-3 0,-5 1-6 0,1-4-15 0,-2-1-7 0,-5-1-20 15,0-3-27-15,-4 0-23 0,-2-1-43 0,-2-5-30 0,-3-2-41 16,-3-4-55-16,-2-3-23 0,-3-3-13 0,-4-1 35 0,-3-3 61 0,-4-2 59 16,-3-2 58-16,-3-3 42 0,-5-2 22 0,1-3-8 0</inkml:trace>
  <inkml:trace contextRef="#ctx0" brushRef="#br0" timeOffset="194520.32">27154 4763 101 0,'-19'-14'74'16,"-2"-1"-6"-16,-4-3-20 0,3 3-18 0,3 1-10 0,1 2-12 0,1 1-8 16,-1 0-8-16,2 1-11 0,-3 2-7 0,1 0-17 0,0 3-4 0,-2 0-3 15,0 2 6-15,0 2 13 0,0 2 8 0,1 1 4 0,0 2 2 16,3 1 5-16,0 1 9 0,3 0 5 0,4 1 6 0,1 0 8 0,4-1 5 15,0 1 5-15,0 0 1 0,1 0-1 0,1 3-4 0,1 1 1 16,1 2 3-16,3 2 6 0,1 0-1 0,0 3-1 0,1 0-6 0,0-2-8 16,1 3-4-16,2 0-5 0,0 0-1 0,1-1 0 0,2 1-4 0,0-1 0 15,-1-2-2-15,2-1-1 0,-1-1 2 0,0-3-2 0,-1-1 5 16,0-3 4-16,-1-1 12 0,-1-3 24 0,0-3 31 0,0-1 37 0,0-3 30 16,-1-2 16-16,2-1 3 0,-2-3-7 0,3-3-10 0,0-2-11 0,1-1-13 15,1-2-11-15,0-1-16 0,0-2-12 0,0 0-10 0,1-3-11 16,0 1-4-16,1-2-11 0,1-1-13 0,1 2-3 0,-1-2-10 0,1 2-4 15,0 0 0-15,1 1-4 0,0 1-5 0,-1 1-8 0,1 0-4 16,-1 2-1-16,0 0-7 0,-2 1-2 0,2 1-8 0,-1 1-5 0,0 1-5 16,0 0-30-16,2 2-45 0,0 0-66 0,-1-2-107 0,-2 0-98 0,2-1-37 15,0-4 47-15,1-4 47 0</inkml:trace>
  <inkml:trace contextRef="#ctx0" brushRef="#br0" timeOffset="195220.83">27968 13151 2170 0,'4'-28'487'0,"3"-5"-378"0,1-15-61 0,1-3-33 0,1-2-5 0,2-6 5 16,0-3-5-16,3-4 0 0,2-5 4 0,2-4-13 0,1-5-2 16,2-7-3-16,0-2-9 0,4-5-1 0,1-4-2 0,1-5-3 0,3-5 1 15,-1-4-2-15,1-3 2 0,-1-2-1 0,0-2 5 0,-2 2 6 16,-1-3-10-16,-1 1-11 0,2-4-17 0,-1-2-18 0,4-2-5 0,-1-2-4 16,3 0 16-16,-2 0 15 0,1 2 18 0,-1 2 21 0,0-1 3 0,-1 3 4 15,0-1 5-15,-1 3-3 0,-1 2 3 0,-2 2 11 0,0 1-2 0,0-1 6 16,0-4 2-16,2-4 1 0,-1 1 5 0,3-4 9 0,-1 2 6 15,0 4 12-15,-1 2 10 0,0 5-8 0,0 3-7 0,-1 4-16 0,1-4-18 16,1-2-3-16,1-2-7 0,-1 2 2 0,0 4 3 0,-3 4-5 16,1 3-5-16,-2 1 9 0,0 3-8 0,0 1 0 0,-1 0 9 0,1 1-19 15,-1 0 4-15,0 1 9 0,1 3-7 0,-2 3 3 0,0 4-7 0,-2 2-18 16,1 1-4-16,-2 3-3 0,-2 2 3 0,-2 6 14 0,1 3-7 16,-1 3-8-16,-2 2-9 0,1 2-24 0,-1 1-6 0,0 1-8 0,-1 2-6 15,-1 1-10-15,0 3-16 0,-2 2-23 0,-1 4-26 0,-2 4-40 0,-2 1-37 16,-2 3-42-16,-2 1-36 0,-1 4 10 0,-4 3 21 0,-2 2 54 15,-3 1-9-15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7-10T12:29:28.89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5322 7096 1 0,'3'1'1'0,"-1"2"0"0,1 1 1 0,-1 0-1 0,0 0 0 0,0 0-1 16,-1 0 1-16,1 1-1 0,0 0 0 0,0-1 1 0,0 0 0 15,1 0-1-15,0-1 1 0,1 0-1 0,0 0 1 0,0-1 0 0,0 1 0 16,2-1 1-16,0-1-2 0,1 0 1 0,1 0 0 0,0-1 0 0,3-1 2 16,0 0-1-16,3-2 0 0,0 1 1 0,1-1 1 0,1 1-1 15,1-1 2-15,1 0 0 0,-1 0 2 0,1 1 3 0,0-1 2 0,0 1 4 16,0-1-2-16,1 2 4 0,-1-1 1 0,1 1 0 0,1 1 3 0,0-1 0 15,2 0-1-15,0 1-1 0,0 0-3 0,1 0 1 0,1 1-3 16,0 0 0-16,2 1-4 0,0-1 1 0,1 1-1 0,0-1-1 0,0 1-2 16,-1-1-1-16,0 1-3 0,1 0 1 0,-1-1-1 0,2 1-1 15,-2-1 0-15,2 1 1 0,-1 0-5 0,-2 0 1 0,0 0-1 0,-1 0 0 16,0 0 3-16,-1 0-1 0,-1 0 1 0,1 0-1 0,-1 0 1 0,0 0 1 16,-1-1-2-16,-1 0 4 0,2-1-1 0,2 1 2 0,-1-1 2 15,2-1 0-15,-1 1 0 0,-3-1 0 0,2 1 0 0,-2-1 0 0,2-1 0 16,1 0 1-16,-2 0 0 0,2-1 0 0,-1 0 3 0,-1 0 0 0,1 0 0 15,-2 0-1-15,0-1 0 0,0 0 0 0,-2 0 0 0,1-2 4 16,-1 1 1-16,-2-2 1 0,0 1 0 0,-1-1 0 0,1-2-1 0,0 0 2 16,-1-1-1-16,-1 0 0 0,0 0-1 0,-2 0-3 0,1 0-2 15,-1-1-2-15,0 1 0 0,0-1-1 0,-2 1 3 0,2 0 0 0,0-1 3 16,-1 1-3-16,0-1 0 0,-1 0-1 0,1-1 0 0,-1 0-3 0,0-1-4 16,0 0 2-16,-1 1-5 0,-2 1 4 0,0-1 1 0,-1 0-3 15,-1 0 1-15,0-1 2 0,-2 1-1 0,1-1 3 0,-3 0-3 0,0 0 1 16,-1 0 1-16,-2 1-1 0,-1-3-1 0,-1 1 1 0,-1-2 3 0,-1 1-3 15,-1-1 1-15,-2-2-2 0,-1 0-1 0,-1 0 3 0,-2 0-2 16,-2 0 0-16,-2 1-2 0,-2-1-1 0,-1 1 2 0,-2-1 0 0,-1 2-1 16,0-1 0-16,-1-1 0 0,0 2 1 0,-2-1-4 0,0 1 0 15,0-1 3-15,0 1-2 0,0 0 6 0,0 0 4 0,-1 1-2 0,1 1 2 16,-2-2-3-16,3 1-3 0,-3 0-2 0,2 2 1 0,-1-2 0 0,1 1 3 16,2-1-3-16,-2 2-1 0,2-3-1 0,-1 2-2 0,-1 0 4 15,0 0-1-15,-3 1-1 0,0 0 0 0,-2 0-3 0,2 0 1 0,-2 2 2 16,0-1-1-16,-2 0 0 0,0 1 1 0,-2-1-1 0,2 1 1 0,-1 1 3 15,0 0-4-15,-1 1 2 0,1 3-3 0,-2 0 1 0,1 2-1 16,0 1 0-16,-2 2 2 0,0 2-5 0,-3 0 5 0,1 2-4 0,-1 2 1 16,0 0 0-16,-1 2 1 0,1 1-2 0,-3 1 0 0,2 0 3 15,0 1 0-15,-2 1 0 0,2 0 0 0,-1 0 0 0,0 1-2 0,1-1 4 16,2 2-4-16,-3 1 1 0,1 1 1 0,0-1-1 0,0 2 4 0,0 3-4 16,0 0 0-16,0 2 0 0,-1 2 0 0,1 0 5 0,-1 0-3 15,1 1-4-15,2-1 0 0,0 0-3 0,4 0 8 0,1-1 4 0,5 0 0 16,1 0 0-16,3-3-8 0,1 1-2 0,4-1 2 0,3-3-1 0,2 1-1 15,4-1 3-15,2 1-4 0,3-2 1 0,3 2 4 0,1 1-2 16,3-1 2-16,2 2-1 0,2-1-2 0,2 0 1 0,3-2 1 0,2 2 0 16,4 0 2-16,2-2 3 0,2 2 1 0,0 0-1 0,4 0-2 0,1 0 0 15,3 1-1-15,2 0-1 0,3-1-1 0,0 3-1 0,1 0-12 16,0 0 1-16,1 1-2 0,-1 2-14 0,0 1-53 0,-1 4-78 0,-3 3-78 16,-1 2-164-16</inkml:trace>
  <inkml:trace contextRef="#ctx0" brushRef="#br0" timeOffset="10584.03">6439 8095 215 0,'-1'-1'15'0,"2"2"-10"16,1 0-1-16,3 1-1 0,-1 1 2 0,2 0 0 0,1 0 3 0,1 1-1 16,1 0-2-16,1 0 0 0,-1 0-1 0,3-2-2 0,2 1 0 15,1-1-1-15,1 0 1 0,1-1-2 0,1-1-1 0,1-1 1 0,1 2-2 16,1-1 2-16,1 0 1 0,-1 0-1 0,1 0 2 0,1 0-1 0,0 1-2 15,1-1 2-15,-2 1 6 0,2 1 8 0,0 0 8 0,0 0 4 16,1 1 3-16,-1 0-1 0,1 1 0 0,1-1-2 0,-2 1 1 0,3 0-1 16,0 0-2-16,3 1 1 0,-1 0-3 0,2 1-1 0,-1 0 0 0,1 1 0 15,2 0-1-15,2 1 0 0,0 0-4 0,2 1-1 0,1-1-4 16,-1 1-2-16,3 0 0 0,-1-1-2 0,1-1-4 0,1-2 1 0,-1-1-1 16,1 0-4-16,1 0 4 0,0 0 1 0,-1-1-1 0,-1-1 4 15,0-1-1-15,-1 0-1 0,2-1 1 0,-1-1-4 0,0 0 0 0,-1-2-2 16,0 0 3-16,-1 0-1 0,0 0 2 0,-1 0 0 0,1 0 3 0,-3 0-3 15,2 0 5-15,2-1-1 0,-2-2-4 0,1 0 2 0,-2-3-5 16,1 0 1-16,0-2 1 0,0-1-4 0,0 0 2 0,1-1-2 0,-3-2-1 16,2 1 3-16,-2-1-1 0,0-1 0 0,-1 0 2 0,-1 0-1 0,-1 0 0 15,-1 0 0-15,0-1 0 0,-1 1-1 0,-1 0 2 0,-2 0 0 16,-4-2-3-16,0 2 4 0,-3-2 0 0,0 1-1 0,0 1 1 0,-3 2 1 16,-2-1 0-16,-1 0 1 0,-2 1 3 0,-2 2-2 0,-1-1 2 15,-3 1 0-15,0-1 2 0,-2 0 1 0,-3 0-1 0,0-1-1 0,-2 0-2 16,-2-1-1-16,-1 1-4 0,-3-2 0 0,-1-1-3 0,-2 0 0 0,-2 0 0 15,0 0 2-15,-3-1 1 0,0-1 2 0,-2 0-2 0,-2 0-2 16,1-1-4-16,-2 1 2 0,-2-2-4 0,0 0 2 0,-3 1 0 0,-2 0-2 16,-1 0 0-16,-4 1 2 0,1-1-1 0,-3 1 0 0,-1 1 4 0,-2-1-1 15,-4 0 0-15,0 2 2 0,-2 1-1 0,-3 0 2 0,-1 1 2 16,-1 1 4-16,0-1 3 0,-2 2 2 0,-3-1 1 0,0 0-1 0,0 1 1 16,-2-1-5-16,1 1 2 0,0-1 1 0,-2 3-4 0,1-1 11 15,-1 1 1-15,-1 1 9 0,0 1 6 0,0 1-3 0,1 0 0 0,1 2 0 16,-1 0-5-16,2 1-2 0,1 0-5 0,-2 1-6 0,1 0-4 0,-1 1 0 15,-1 2-4-15,-1-1-1 0,-2 2 0 0,-2 0-11 0,0 0 4 16,-3 1-6-16,1 2 2 0,-1 1 3 0,-2 1 4 0,-2 2 1 0,0 1 2 16,-1 0 1-16,-3 1-2 0,0 0 2 0,0 0-2 0,-2 0 1 0,1-1 4 15,0-1-2-15,-1 0 2 0,2-1 3 0,-1 1-7 0,0 0 2 16,4 0 5-16,0 1 1 0,2-2 7 0,2 0 2 0,3-2 0 0,2 0 4 16,4-1 0-16,2-1-5 0,3-1-3 0,1 0-3 0,2 0-5 15,1 0-2-15,3-1-4 0,4 1 4 0,0 1-6 0,3-1 3 0,2 1-2 16,1-1 0-16,4 1 1 0,-1 1-1 0,2-1 1 0,1 2-10 0,2-1 2 15,0 1-9-15,2 2-12 0,3 0-24 0,0 1-43 0,0 2-40 16,2-1-36-16,-1 3-11 0,2 0 3 0,1 2-3 0,1 1 8 0,1 0 4 16,0 4-4-16,5 1-23 0</inkml:trace>
  <inkml:trace contextRef="#ctx0" brushRef="#br0" timeOffset="20868.56">7295 8277 1173 0,'-19'-4'37'0,"-1"1"-75"0,-4-3-33 0,9 1 0 0,2 1 20 0,1 0 16 15,2 1 9-15,0 0-20 0,1-1-39 0,-1 0-28 0,0-1-13 0,-1-1 16 16,0 1 31-16,0 0 35 0,1 1 23 0,-2 0 20 0,-1 0 12 0,-1 1 10 16,-2 0 13-16,1 0 12 0,-3 0 14 0,-2 1 8 0,-1 0 0 15,-2 0-1-15,0 1-5 0,0 0-7 0,-1-1-6 0,0 1-1 0,-1-1-4 16,-1 1-2-16,1-1-1 0,-2-1-9 0,0-1-3 0,-1-1-5 16,1 0-4-16,0 0 0 0,0 0-6 0,-1-2-1 0,0 0-1 0,-2-2-2 15,-2 1 0-15,0-2-2 0,0 0-1 0,0 0-1 0,-1 0-2 0,0-1 4 16,0 0-3-16,-2 2 1 0,1-1 0 0,-3 1-4 0,0 0-5 15,-2 0 3-15,-2 3-8 0,1-1 2 0,-1 3 3 0,-2 1-4 0,-2 2 4 16,-4 0-2-16,0 2-1 0,-2 2 4 0,0 0 1 0,1 2 1 16,-3 1 2-16,0 1 2 0,-1 0 2 0,1 2-3 0,0-1 4 0,-1 3-2 15,2 0 4-15,-1 2 4 0,2 2 3 0,0-1-2 0,4 2 2 0,2-1-5 16,3 0-5-16,3 0 2 0,2 0-6 0,2 2-7 0,2 0-4 16,4-1-17-16,0 2-4 0,3 1 2 0,1 0 1 0,2 4 5 0,1 1 5 15,1 0-1-15,1 2 3 0,1 0 4 0,-1 1 1 0,1-1 6 0,1 2-1 16,0 1 2-16,2 1 0 0,3 0-1 0,-1 1 1 0,1 1-2 15,2-2 2-15,2 2-5 0,1 0-1 0,2 0-6 0,2 1-2 0,1 0 2 16,3-1-1-16,1-1 3 0,2 2 2 0,2-2-1 0,2 3 0 16,2-2 0-16,2 0 0 0,2 0 4 0,3-2 3 0,1 0 5 0,4 0-3 15,3-3 3-15,2-1 0 0,2-2 6 0,0-2 4 0,1 0 7 0,3-2 2 16,1 1 2-16,2-2 5 0,3-1 1 0,0-1 0 0,3-1 1 16,2 0 2-16,1 0-5 0,4 0 4 0,0-1-2 0,3 0-7 0,3-2 0 15,-1 1 7-15,2 0-4 0,2 0 3 0,1-1-2 0,3 0-18 0,1 0-3 16,3 0-2-16,0-1-1 0,1-1 3 0,2 1-1 0,-1 0-3 15,1-1 0-15,1-1-1 0,-2-1-4 0,0-3 1 0,1 0 0 0,-3-2 2 16,1-2 4-16,0-2 4 0,-1-3 2 0,0-1 3 0,-1-1 4 16,-1-3 1-16,-1-2-4 0,1-1 3 0,-3-1-1 0,1-1 3 0,-3 0 2 15,0-1 1-15,-1-2 0 0,-3 0 0 0,0 2-8 0,-2-2 3 0,-2-1 4 16,0 2-3-16,-1 0 7 0,0-1-4 0,-4-2-6 0,-1 0 4 16,0 0 1-16,-4-1 3 0,-1-1 0 0,0 0-2 0,-2-1 2 0,-2 0-2 15,0 1-4-15,-6-2 1 0,-1-1-5 0,-2-1 2 0,-3-1-2 0,-2-1-2 16,-2-2-6-16,-2 1-2 0,-3-1-8 0,-3 0-6 0,-3-3-6 15,-3-2-14-15,-4-2-3 0,-1 0 0 0,-4-1-2 0,-4 0 3 0,-3-1 0 16,-3 1 2-16,-2 0 0 0,-3 1 5 0,-4 2-5 0,-3 1-4 16,-3 1-1-16,-3 0-7 0,-4 2-1 0,-3 0-5 0,-3 3 4 0,0 0 0 15,-2 3 6-15,-2 1 10 0,-1 1-5 0,-1 1-1 0,1 0-18 0,-1 1-36 16,-2 1-37-16,0 1-38 0,1-1-35 0,-3-1-78 0</inkml:trace>
  <inkml:trace contextRef="#ctx0" brushRef="#br0" timeOffset="56070.22">5081 9962 1146 0,'-11'-11'415'15,"-1"-1"-336"-15,-3-2-93 0,3 2-23 0,4 1 6 0,-1-2 17 0,2 0 13 16,1-1-5-16,-1 2-20 0,1-2-36 0,0-1-31 0,1 0-31 16,0 1-15-16,2-1 7 0,-1 2 17 0,1 0 32 0,0 1 34 0,0-1 29 15,0-1 19-15,-1 1 12 0,1 0 6 0,-2 1 0 0,0-2 3 0,-1 0-3 16,0-1 3-16,0 0 2 0,0 0 7 0,3-1 6 0,0 0 1 16,1 1-4-16,1-3-3 0,0-1-6 0,2 1 2 0,0 0-1 0,1-1-4 15,1-1 3-15,2 1-10 0,1-1 0 0,2-1 5 0,0 2 1 0,2-1 4 16,0 0 8-16,2 3-1 0,0-1 2 0,4-1 4 0,2 1-5 15,0 0-5-15,3 0-2 0,3-1-6 0,2 1-4 0,2 0 2 0,3 1-4 16,1 1-3-16,1 1 0 0,4 1-1 0,0 0-6 0,2 1 3 16,2 2-2-16,0-1-8 0,1 0 6 0,1 1-3 0,-2 1-4 0,0 2 1 15,2 2-4-15,-2 0 1 0,1 2 6 0,0 1 0 0,-1 3-1 0,0 2 4 16,0 1 1-16,-1 1-2 0,-1 2 6 0,-1 0-3 0,-1 4-1 16,-2 1 2-16,2 1-2 0,-2 1 1 0,0 1-5 0,-2 3-1 0,1 2 2 15,-3 1-1-15,3 2 6 0,-3 4 1 0,0-1 1 0,-2 4 0 0,0-2-1 16,-2 3 3-16,0 0 3 0,-1 2 2 0,0 0 2 0,-2 3 1 15,0-2-3-15,-3 3 13 0,-2-1 3 0,0 1 0 0,-1-1 1 0,-1-1-11 16,-1 1-4-16,-1-1 3 0,-1 1-1 0,-2 0-4 0,-3 1 3 16,-1-1-3-16,-2-1 6 0,-1-1 0 0,-3-1 1 0,-1 0 1 0,-3-2-6 15,-2 2 7-15,-2-2 1 0,-2-1-9 0,-1-1 0 0,-3-1 8 0,-3 0-4 16,-2-3 14-16,0 0 2 0,-3-2-16 0,-2 0 7 0,0-1-7 16,-4-1-2-16,-3-2 0 0,-4 0-10 0,-1 0 1 0,-1-1 3 0,-2 1-5 15,-3-1 2-15,1-2 0 0,-3 0 2 0,1-2 10 0,1-2 2 0,0-1 3 16,1-4 4-16,2-1-5 0,3-2 2 0,0-2 3 0,3 0-4 15,-1-2-1-15,1-2-8 0,-2-1-4 0,2-2-2 0,-2 0 1 0,2-1-1 16,1-2-4-16,0-1-5 0,1 0 0 0,0-2 4 0,-1 1 0 16,2-2 2-16,0-1 5 0,2 0-4 0,-1 0 6 0,1 0 0 0,2 0-7 15,0 0-1-15,2-1-1 0,0 0 3 0,1-2-6 0,3 1 9 0,0-1-12 16,3 2-1-16,1-1 6 0,2 0-1 0,0 0-4 0,0 1-1 16,2 1 3-16,0 2-2 0,1 0 14 0,1 2 0 0,0-1-9 0,0 0-3 15,1 1-3-15,1 1 2 0,1 1-1 0,1 0-3 0,0 3-3 0,2 0-3 16,-1 1-12-16,1 0-4 0,1 2-14 0,-1 0-20 0,2 0-27 15,-1 1-44-15,1 0-56 0,0 1-55 0,0 0-42 0,0 1-16 0,0 2-9 16,2 0 7-16,-1 2 33 0,1 2 7 0</inkml:trace>
  <inkml:trace contextRef="#ctx0" brushRef="#br0" timeOffset="59053.22">16415 11823 495 0,'-5'0'161'16,"1"0"-67"-16,-2-1-33 0,0 0-33 0,1 0-30 0,1 0-23 0,1-1-11 16,1 0-4-16,0 2-2 0,1-1 9 0,0-1 3 0,0 2 0 15,0-1-1-15,1-1-5 0,-1 1-3 0,0-1 1 0,0 1 2 0,-1 0 8 16,1 1 8-16,0 0 11 0,-1 0 6 0,-1-1 6 0,0 0 1 0,0 0 2 16,-1 1 4-16,0 0 0 0,-1-1 6 0,0 1 5 0,1 0 5 15,-1 0 7-15,0 0 4 0,1 0 8 0,0 0 5 0,0-1 3 0,1 1 0 16,0 0-3-16,-1 0 0 0,2 0-5 0,-2-1 0 0,2 0-7 0,-1 0-3 15,1 0-5-15,1 0-9 0,0 0-4 0,-1-1-9 0,1 1-1 16,0 0-5-16,1 0 2 0,0 0 0 0,0 0-6 0,0-1 0 0,1 0-3 16,0 0 2-16,0 1-1 0,0-1 4 0,1 0-4 0,0 0 3 15,1 0 3-15,1-1 2 0,0 1 2 0,1 0 2 0,1 1 2 0,-1-1-1 16,3 0 5-16,0 1-4 0,2 0-1 0,0 0-3 0,1 0 0 0,0 1 1 16,1 0-2-16,2 0 4 0,1 1-4 0,2 0 2 0,-1-1 1 15,2 1-2-15,1-1 5 0,-1-1 0 0,4 1-3 0,1-1 2 0,1 0-3 16,2 0 1-16,0-1 2 0,2 0-3 0,-1-1 2 0,2 1-1 0,1-1 3 15,1 1 0-15,0-1-4 0,2 0 3 0,-2 0-2 0,1 0 6 16,-1 0 0-16,3-1-1 0,-3 1 0 0,4 0-1 0,-1 0-3 0,1 1 4 16,-1 0-4-16,1-1-3 0,1 1 4 0,0-1-7 0,2 0 4 15,-1 1 3-15,-1-1-4 0,2 2-1 0,-2-2 0 0,2 1-3 0,-2 0-2 16,0 0 0-16,0 1-1 0,-1-2-2 0,2 1 6 0,0 0 3 0,-1-1-4 16,0 1 5-16,-1-1-2 0,1 1 2 0,-1-2 4 0,1 1-2 15,-1-2 2-15,-3 0 3 0,1 0 0 0,-1-2 4 0,0 2 2 0,-1-2 1 16,0-1 3-16,-1 0 3 0,0-1 4 0,-1 0 2 0,0-1-4 0,-1 0-2 15,0-2-2-15,0-1-2 0,0 0-2 0,-1-1-5 0,-2 1-2 16,2-2 1-16,-2-1-5 0,1-1 2 0,0 1-4 0,-2-1-5 0,0 1 5 16,-3-1-1-16,-1 0 4 0,-2-2 2 0,0-1-2 0,-3 1 3 15,-1-2 0-15,-1 0 1 0,-2 0 5 0,-3-1 0 0,-1 0 1 0,-2-1 1 16,-1-1 0-16,-2 0 1 0,-2-3 6 0,-2-1 0 0,-2-1 1 0,-1 0 1 16,-1 0 2-16,-2-2 2 0,-2 1-2 0,-2-2 1 0,0 0-8 15,-1 0-6-15,0-1 7 0,0 1-2 0,-1-1 1 0,-1 1 5 0,0 0-11 16,-2 0 3-16,0 2-7 0,-1 1 0 0,0-1-5 0,-2 2 0 0,-3-4 2 15,1 0-6-15,-3-1 2 0,1 1-4 0,-1 2-5 0,-1 3 10 16,0-1 3-16,-2 3-8 0,0-1 1 0,-2 0-2 0,-2 1-8 0,-3 1-4 16,0 1 11-16,-4 0-6 0,-2 1 0 0,-1 2 5 0,-4-2-12 15,-5 2 2-15,-2 1-4 0,-3 1 7 0,-1 1-1 0,1 1-2 0,-2 2 5 16,-1 0 1-16,0 1 0 0,-1 2 2 0,1 0 0 0,1 2 2 0,0-1 3 16,1 2-4-16,2 2 1 0,1 1 3 0,2 3 0 0,0 1 0 15,2 2 1-15,0 1-3 0,2 2-1 0,0 2 3 0,1 2-5 0,0 3 0 16,0 1 0-16,1 2 0 0,-1 3-3 0,1 2 1 0,1 1-1 0,-2 3 0 15,0 2 1-15,0 3 0 0,1 1-12 0,1 1 4 0,-1 3 4 16,3 0-4-16,1 3 15 0,1 2-2 0,1 0-5 0,0 2-1 0,1 2-5 16,1 1 3-16,2 0 4 0,0 1-4 0,3-1 0 0,0-1-1 15,1 2-2-15,2-1 1 0,3-1-9 0,0 0 7 0,4 0-1 0,0-1 2 16,1 0 11-16,4-1-7 0,1-2-1 0,1 1 6 0,1-2-2 0,2 0 2 16,0-1-2-16,3-4-4 0,1-3 2 0,3-1 0 0,1-2 1 15,1-1-6-15,2 1 8 0,2-2-6 0,1-1 0 0,2 1-1 0,3-3-22 16,1 1-6-16,3 0-17 0,3-1-23 0,3 2-9 0,2 0-24 0,5-1-25 15,2 1-58-15,5 1-92 0,5-1-83 0,4 1-41 0,4-3 35 16,7 2 14-16</inkml:trace>
  <inkml:trace contextRef="#ctx0" brushRef="#br0" timeOffset="87755.13">3654 12477 795 0,'-14'-3'96'0,"3"0"-15"16,-2 0-28-16,5 0-3 0,4 2-2 0,2-2-6 0,1 1-9 0,1-1-11 15,1 0-5-15,2-1-13 0,2 1-3 0,1-2-2 0,3-1-1 0,0-1 0 16,3 0-1-16,2 0-2 0,0-2 1 0,1 0 1 0,0-1 3 15,1-1 0-15,2 0 3 0,-1 0-1 0,1-1 2 0,2-2 2 0,-1 1-2 16,2 1 3-16,1-2 3 0,1-1 8 0,3 0 4 0,3-1 6 16,2 0 0-16,2-2 2 0,1 0-1 0,0-1-1 0,4 1 0 0,-1-2-4 15,3 3 0-15,2-2-4 0,0 1 1 0,0 1 6 0,4 0-6 0,-1 0-2 16,-1 0 1-16,2 1-12 0,0-1 2 0,0 2 2 0,0 1-9 16,1 2-1-16,0 1 0 0,-2 2-2 0,0 1 1 0,-1 1-2 0,0 2-3 15,-2 2 3-15,-1 2-1 0,1 4 4 0,-3 3-1 0,-2 2-1 0,1 3 2 16,-2 1-2-16,-1 2-3 0,-1 4 3 0,-2 2-2 0,-2 1 4 15,0 3-7-15,-2 1 4 0,0 0 5 0,-2 3-7 0,0 1 12 0,-3 2-7 16,-1 0 2-16,-1-1-2 0,-3-2-4 0,-2 1 5 0,-1-2-3 0,-2 2 5 16,-2-2 1-16,-2-1 2 0,-1 0 3 0,-3-3 2 0,-2 1-2 15,-3-2 4-15,-2 2-3 0,-4 1-1 0,-2-1 7 0,-3 4-2 0,-4-2 0 16,-3 0 5-16,-4 1 1 0,-2 0 1 0,-5 0 1 0,-1 0-6 16,-3 0-3-16,-1-2-2 0,-3 0-5 0,-3 0 3 0,0-3 2 0,-3 1-1 15,-2-3 4-15,0 1-1 0,-1-3 5 0,0-1 13 0,-2-2 4 0,3-2 14 16,0-3 2-16,1-3-1 0,2-3 1 0,1-1-5 0,2-2 2 15,1-1-2-15,3-3-3 0,1-1-1 0,1-2-7 0,2-2-5 0,3-2-3 16,2-1-6-16,5-1-5 0,1-1-4 0,3-1-2 16,2-1-9-16,2 0-3 0,2 1-5 0,2-1-6 0,2-1-2 0,3 1-7 0,2 0-16 15,1-2-10-15,3 1-11 0,2 0-20 0,2 2-23 0,2-1-25 0,3 1-43 16,1 0-36-16,2 1-29 0,3-1-35 0,3 0-6 0,1 2 14 16,6-1 14-16,5-1 34 0,3-1 24 0,3-1-3 0</inkml:trace>
  <inkml:trace contextRef="#ctx0" brushRef="#br0" timeOffset="88972.18">16189 13363 915 0,'-2'6'556'0,"1"0"-428"0,1 2-56 0,2-2-14 15,1-2-19-15,2 1-21 0,4-1-16 0,4-1-9 0,4 2 4 0,4 0 3 16,4-1-1-16,1 0-2 0,2-2-4 0,2-1-3 0,2-2 4 15,3-1-2-15,2-3-4 0,5-1 1 0,3-4-5 0,3 0 7 0,1-3 4 16,2-1 0-16,0 0-2 0,2-1 4 0,1 0-5 0,1-2 3 16,2 0-2-16,0 2-2 0,-2-2 4 0,3 1 2 0,-1 2 3 0,-1 4 1 15,0-1 0-15,-1 4-1 0,-1 1-1 0,-1 2 6 0,1 3 5 0,-2 0 2 16,-1 4 5-16,-1 1-8 0,1 1 4 0,0 3 2 0,1 0-5 16,-1 1 8-16,2 1-5 0,1 2 2 0,1 0-5 0,4 0-10 0,0 0-1 15,3-2-6-15,0-1 7 0,0-3 7 0,3 0-3 0,0-2 3 0,2 1-11 16,1-2 2-16,2-1 4 0,-1-1-2 0,1-1 0 0,0-2-3 15,-1-2 4-15,2 0-3 0,-1 0-2 0,1-1 4 0,-3 0-3 0,0 0 8 16,0-3 10-16,-2 1 1 0,-1 0-1 0,-2 0-3 0,1 1 2 0,0 0-4 16,-1 1 7-16,0 0 5 0,0 1-1 0,-1 1-1 0,2 0 3 15,0 2 2-15,0-1 1 0,0 1 5 0,0 2-2 0,1-1-2 0,-1 2-6 16,1-1 3-16,0 0-4 0,1 0-4 0,0 1-4 0,-1 0-5 16,1 1 0-16,1 1-1 0,0 0 0 0,1-1 0 0,0 1 1 0,-2-1-4 15,0 1 9-15,1 0-6 0,-3 0 2 0,0-1-7 0,-1 0-7 0,-1 1 3 16,1 0-3-16,-1 1 8 0,0-1-1 0,0-1 2 0,0 1 3 15,-1-2 15-15,0 0-12 0,-2-1 9 0,-2 0 3 0,-1 0-10 0,1-1 16 16,-1 1-2-16,-1 0-5 0,0 0 6 0,-2 0 0 0,0 0-3 0,0 1 4 16,-1-1-3-16,0 0-9 0,-1 2 9 0,1-1-6 0,-2 1-2 15,2 1 5-15,-1-1-4 0,1 2 3 0,-1-2-3 0,1 2 1 0,-2 1 0 16,0-1 0-16,0 1-3 0,-1-1 0 0,1 1-7 0,0 0 5 0,-2-1-6 16,-1 1-4-16,1-1 5 0,0 0-3 0,1 0 4 0,-2 0-4 15,0 0-4-15,2-1 1 0,2-1 1 0,0 0 1 0,1-1 1 0,1-2 0 16,2-1-9-16,0-1 4 0,1-2-3 0,1-1-5 0,1-1 8 15,0-2-4-15,1 0-1 0,1-2 2 0,0-2 0 0,0 0-2 0,-1-1 1 16,0 0-4-16,-1 0-12 0,1-1 2 0,0-1 0 0,0 1-2 0,0 0 11 16,-1-1-4-16,1 0 1 0,1 0 6 0,1 2-1 0,1 0 4 15,-2 0 0-15,1-1-5 0,-1 2 1 0,-1-1-2 0,3 0 5 0,-2 0 1 16,2 1 2-16,0 0-3 0,0-2-2 0,-1 1 3 0,0-1-2 0,0 1 2 16,0 1 3-16,0-1-3 0,-1 0-1 0,0 1 0 0,-1 1 0 15,1 3 6-15,-2 1-2 0,0 0 2 0,0 1-1 0,-2 2-2 0,1 2 2 16,-2 0-2-16,0 2-1 0,-1 1 2 0,0 0-3 0,-3 1 4 15,0 0 1-15,-1 1-4 0,-1 0 2 0,0 1-3 0,-2-1-5 0,-1 0-5 16,-2 1-14-16,1-1-17 0,-1 0-15 0,-2-1-15 0,0 0-10 0,-2-1-20 16,-2-2-22-16,1-1-31 0,-1-1-34 0,-1-3-40 0,1-2-23 15,-3-3-28-15,0-3-26 0,-1-4 27 0,-1-2-44 0</inkml:trace>
  <inkml:trace contextRef="#ctx0" brushRef="#br0" timeOffset="111925.75">3769 14303 373 0,'-12'1'68'15,"2"0"-9"-15,-1 0 14 0,5 0 2 0,3-1 4 0,0 0 2 0,1 0-5 0,0 1-12 16,1-1-13-16,1 0-17 0,0 0-14 0,1 1-8 0,0 0-9 16,1 0-1-16,1 1 0 0,0 1 2 0,1-1-2 0,1 2-2 0,-1 1 3 15,1 0-4-15,1 0 5 0,0 1 1 0,1 0 0 0,0 1-1 16,1 0 1-16,-1 1-2 0,1 0 4 0,1-2 0 0,-2 3-3 0,2-1 1 15,1-1 3-15,-1 0 0 0,2-1-1 0,0-1-2 0,1 0-2 0,2-1 2 16,2 0 8-16,1-1 4 0,0-1 2 0,2 0 8 0,0-1 2 16,0 0 5-16,2 0 12 0,0-1 1 0,0-1-1 0,2 0 0 0,1 0-1 15,0-1-4-15,1 0 3 0,1 0 0 0,1 0-4 0,1-1 4 0,0 0-1 16,2 0-1-16,-2-1-2 0,4 0-6 0,0 0-3 0,1 1-6 16,1-1-3-16,-1 1-5 0,3 1 0 0,0-1-3 0,2 0 0 0,1 1-3 15,-2 1 1-15,1 0-5 0,1 1 2 0,0-1-2 0,5-1 0 16,-3-1 3-16,1-1-9 0,2-1 5 0,0-1-5 0,1-2-1 0,3-1 8 15,4-2-7-15,-2-1-5 0,1-2 8 0,1 1-4 0,0-2 0 0,2-1 4 16,0 1-2-16,1-1 2 0,1 0 1 0,-1 0-1 0,0 0 3 16,0 2 5-16,1-1 1 0,0 2 4 0,0 0 5 0,-1 3 3 0,0-1-2 15,-1 0 4-15,3 0-11 0,-2 1-2 0,0 0 4 0,-2 1-2 0,1 0 9 16,1 0-2-16,-2 0-2 0,0 2-5 0,0 1-10 0,-3 0 3 16,0 1-1-16,0 0 4 0,0 1 1 0,-1 1-9 15,1 1-1-15,-2 1-3 0,-1 2 2 0,-2-1-2 0,3 2 0 0,-2 0-5 0,0 0-6 16,-1-1-3-16,0 0-10 0,-2 0-18 0,2-1-17 0,0-2-46 0,3 1-89 15,-2-5-127-15,1-2-100 0,1-3-14 0,0-4 52 0,2-2-31 0</inkml:trace>
  <inkml:trace contextRef="#ctx0" brushRef="#br0" timeOffset="115806.75">6945 15177 3 0,'-6'2'5'0,"1"-1"0"0,-2 1 1 0,2-2 0 16,2 0-3-16,-1 1 0 0,1 0-1 0,0 0 0 0,2-1-2 0,-2 1 1 0,1-1 0 15,-1 0 0-15,1 0 1 0,0 0 0 0,1 1 0 16,0-1-2-16,-1-1 1 0,1 1-1 0,-1 0 1 0,1 1 1 0,-1-1-1 0,0-1 1 0,1 1-1 15,-1-1 0-15,1 2 1 0,0-1 1 0,1 0 1 0,-1 1 0 16,0 0 3-16,0-1 1 0,0 2 1 0,0-1 1 0,-1 1 2 0,1-1 2 16,-1-1 1-16,1 2 1 0,0-1 0 0,0 1 0 0,1 0-3 0,0 0-2 15,0-1-3-15,1 2-2 0,2 0 0 0,-1-1 1 0,2 1 1 16,-1-1 0-16,2 0 2 0,0 1 2 0,2-1 1 0,-1 0 1 0,2 0-2 16,1 0 1-16,-2-2-2 0,3 1 0 0,-2-1-2 0,2 0-2 15,0 0 3-15,1 1 0 0,0-1 3 0,2 1 1 0,-1-1-1 0,1 0-2 16,2 0-1-16,0 1-2 0,1-1 1 0,1 0-1 0,1 1 1 0,-3-1 0 15,3 0 0-15,0-1 2 0,0 0 1 0,1-1-3 0,1-2 2 16,-1 0 1-16,2-1-1 0,1 0 6 0,-1-1-1 0,2-1-2 0,1 2-1 16,-1-1-5-16,1 1 5 0,-1 0 0 0,1-1 2 0,-1 2 2 0,0-1-2 15,1 0 1-15,1 1 2 0,-1 1 1 0,1 0-2 0,0 2-2 16,0 0 2-16,-1 1 1 0,3 1-2 0,0 0 4 0,0 1-2 0,0 1 3 16,-1 0-4-16,0 1-2 0,-1 1 3 0,2 0-3 0,0 0-4 0,0 1 3 15,1 0-4-15,-1 0 2 0,0 0 1 0,0 2-3 0,0-1 2 16,-1 1-1-16,1 0 1 0,0-3 4 0,0 1-3 0,0-1 1 0,-1-1 4 15,0-1-2-15,-1 0 6 0,2-1 0 0,1 0 3 0,-2 0 1 0,2-2 4 16,-2 0-5-16,0 0 3 0,-2 0 2 0,1 1-3 0,1-1 2 16,-1 0 1-16,1-1 0 0,-1 2-3 0,2 1 3 0,-2 0-3 0,1 1-6 15,-1 0 7-15,-1 0 0 0,2 1 3 0,-2 0 1 0,3 0-3 16,0-1-1-16,-1 0-6 0,3 0 7 0,-3 0-7 0,4-2-1 0,1 1-1 16,2-2-10-16,-1-1 5 0,1 0 0 0,0 0 1 0,0-1 2 0,3-2-4 15,-1 0 0-15,2-1 5 0,-2-1 2 0,0-1-7 0,-1 1 0 16,-1-1-4-16,1 1-6 0,-1 1 16 0,-1 0-7 0,-1 1-2 0,-1 1 2 15,-1 0-11-15,1 1 8 0,-2 0 7 0,1 0-1 0,-2 1-1 0,-2 1-2 16,0 0-6-16,-1 1 3 0,0-1 3 0,-1 1 2 0,-1-1-4 16,1 0-1-16,-3 2 0 0,3-1 1 0,-3 1-11 0,-2-1 0 0,1 1-6 15,-1 0 1-15,0 0 10 0,-2 0-2 0,0 0 1 0,-1 0-1 16,0 1 0-16,0 0-1 0,-1 0 1 0,0 0-3 0,-1-1 4 0,-2 1-4 16,1 1-1-16,-1-2 2 0,0 2-4 0,-2-1 2 0,0-1-5 0,0 1 0 15,-1 1-3-15,1 0-8 0,-1 0 0 0,1-1-14 0,0 1-11 16,1 0-22-16,-1 1-29 0,2 1-38 0,1-1-39 0,-2 0-32 0,1 1-50 15,0 0-25-15,-1 1 0 0,2 1 18 0,1-2 51 0,-1 1-2 16</inkml:trace>
  <inkml:trace contextRef="#ctx0" brushRef="#br0" timeOffset="117140.75">6718 16636 32 0,'-4'5'34'0,"-1"2"-3"0,-1 1 6 0,0 0 5 0,0-2-2 16,1-1 0-16,-1 1-3 0,2-1 1 0,-2 1-2 0,1 0 2 15,0-1-4-15,0 0-3 0,0 1 0 0,0-2-6 0,1 0 0 0,0 1 0 16,0-2-4-16,2 1 1 0,0 0-4 0,1-1-3 0,0 0 2 16,0 0-5-16,2-1-3 0,0 0 1 0,2 0 4 0,1 1 9 0,1 0 10 15,2-1 6-15,1 2 5 0,1 0 5 0,2 0 4 0,1 2 0 0,2 0-5 16,3 0 1-16,2 1-8 0,1 0 0 0,3 0-2 0,-1 1-7 15,3-1-2-15,2 2-8 0,1 0-2 0,2-1-4 0,1-1-5 0,3-1-3 16,1 0 2-16,2-1-6 0,2-1 2 0,1-2-1 0,1 0-8 0,1-2 7 16,1-1-1-16,1-1 0 0,3-2 1 0,-2-2-2 0,1-1 1 15,0-1-5-15,1-2 3 0,1 0-3 0,-1-4 0 0,1 1 9 0,0-4-8 16,0 0-1-16,-2 0 4 0,-1-3-3 0,0 1 0 0,2 0 1 16,-2 1-5-16,-1-2 4 0,0 1 1 0,1 0-3 0,-3 0-3 0,1 1 1 15,0 1 6-15,-2-2 0 0,-1 0 3 0,0 2 1 0,-3-3-5 0,-1 2 2 16,0-2 7-16,-3 3-9 0,1-2 7 0,-3 0 4 0,1 0-6 15,-4-3 16-15,2-2-3 0,-3-1 1 0,-1-2 3 0,-2 2-10 0,0-2 4 16,0 0 2-16,-3 0 1 0,0-2 0 0,-1 1-1 0,-3-1 0 0,1 1 6 16,-1 0 0-16,-2 2-6 0,-1-2 4 0,0 1-1 0,-1-1 0 15,-2-1 1-15,-2-1-11 0,-3 1 8 0,1-1-9 0,-2 1 1 0,-2-2 9 16,-2 1-12-16,-2-4 6 0,-2 3-4 0,-1 0-4 0,-2 3 3 16,0-1-3-16,-3 0-2 0,-2 2 1 0,-1 0-3 0,-1 2 1 0,0 0 1 15,-1 2-4-15,-2 1-2 0,-2 2 8 0,1 2 1 0,-4-1 2 0,-1 1 2 16,0-2-4-16,-2 2 2 0,-1-2-1 0,1 1 0 0,-1 2-2 15,-1-2 4-15,-3 3-9 0,0 2 7 0,-2-1 8 0,1 2-2 0,-1-1 7 16,0 0-5-16,-1 2-2 0,1 0 3 0,-2 1 5 0,-1 2-5 0,-1 0-1 16,0 2-3-16,-1 1 3 0,2 0-4 0,-2 1-3 0,-1 3-5 15,-1 0-5-15,0 2 7 0,-1 2 0 0,0 1 1 0,-2 2 3 0,0 1-8 16,1 1-7-16,-2 3 2 0,0 1-7 0,-1 4-3 0,-2 1 3 16,-1 1-8-16,-2 3-1 0,1 0 3 0,0 2-1 0,-2 2 7 0,-1 1-1 15,1 3 9-15,-2 0 0 0,1-2 1 0,3 2 4 0,0-2-6 0,1 0 4 16,1-1 3-16,1 1 2 0,1-1 1 0,2-2 1 0,1 1-11 15,0-3 4-15,1 1 2 0,1 1-6 0,1-1 5 0,-1 2-4 0,-1 2 1 16,3-3 4-16,0 3-3 0,0 0 1 0,3 0-5 0,-1 0-3 0,0 2 8 16,1 0-5-16,0 2-2 0,2 2-6 0,1 3 0 0,1-1 2 15,2 2-6-15,0 0-3 0,3 3-9 0,1 0-1 0,1 0-5 0,1 3-14 16,3-2-14-16,0 1-22 0,4 3-17 0,1-2-19 0,2 1-30 16,3 1-24-16,3 0-29 0,3-1-11 0,3-3 8 0,3 0 12 0,4-3 23 15,4 0-41-15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BF956-520D-02F6-B860-85F909444B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FBE095-1D60-74A2-7DF8-C3F7D6722E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9EE1E0-B0CC-E711-CF80-CC868750A0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D7FCA-A529-4EC6-933E-16061A28B4E1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662A82-825D-2ACA-7090-788FDAAE2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7DA693-6A8D-21AF-EB82-B341A021D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E8402-55EC-49F2-98DD-74D7F25D86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3745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9E231-9F5B-E5FE-5E42-6A1819E6B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093BDD-6E14-87B1-959B-70A6A263B4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971D5C-AD86-A2F5-66DC-A89D4364BF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D7FCA-A529-4EC6-933E-16061A28B4E1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7B2513-4450-5230-B85D-B1722CB37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471AFF-64C3-B4AC-C14D-6BBF00CA2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E8402-55EC-49F2-98DD-74D7F25D86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807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F27BC-07E8-4BE0-7C51-D896D718C8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49891B-D431-0074-6150-3632B6AFE8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6CCEB-EB14-573C-F30B-A147D6CE7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D7FCA-A529-4EC6-933E-16061A28B4E1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74A634-F5B4-AE80-846E-F55225DA7A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3E22FF-20B4-F6C2-2293-1A2B2D9F8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E8402-55EC-49F2-98DD-74D7F25D86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0508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F782B-B385-B5FC-6EF8-CB66D0E36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1FFDE5-3845-C1E7-70BA-D24C586B9F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6028C1-AD5B-8BA4-3DEA-B07403624A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444AB5-0F2D-08A1-586E-230E85ADD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D7FCA-A529-4EC6-933E-16061A28B4E1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29FEED-A71D-4FFD-A5BA-84FC13E9E6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60E343-E0EE-8F02-9226-22745945C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E8402-55EC-49F2-98DD-74D7F25D86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628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98651-2BD0-3BE9-06A5-14C9F9BA7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620E82-90DD-608B-0B65-3B11633D1C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A5261C-A3AC-793C-085F-F1230D04F2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298D5B9-1DDD-BBD7-FEA1-F25EB6F286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612F31-E74B-62B1-CD40-193B147379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C9EFF4-FE6A-461C-AF08-59E7BED55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D7FCA-A529-4EC6-933E-16061A28B4E1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174D126-DB1E-D757-1D59-8750798156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71AF78-645F-00E3-31D2-581FDD410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E8402-55EC-49F2-98DD-74D7F25D86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0051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B5374-E6B1-7CE0-8D18-D8421D48D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9B3DE6-5016-D4F3-4A3D-88905F28D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D7FCA-A529-4EC6-933E-16061A28B4E1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73FC43-0403-93E1-9DDF-477FB24E6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D19070-259C-89A5-33DA-82A5C788B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E8402-55EC-49F2-98DD-74D7F25D86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4178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692CC7-4562-4A41-E282-6BB49AFFF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D7FCA-A529-4EC6-933E-16061A28B4E1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B87598-570F-20A5-6A89-358C3545D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6C6581-FD45-CB8A-39F2-3169242C0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E8402-55EC-49F2-98DD-74D7F25D86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9569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552C6-EF5A-1AD3-9035-48577C1F1C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6422DB-F134-655B-937F-AF4DFBAE1D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E755F1-5CC7-3737-9796-5469E7A100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5984EC-3FAA-7E3C-E0A5-18DE0E3A1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D7FCA-A529-4EC6-933E-16061A28B4E1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24E0ED-444C-8B7B-8CA6-40EBE90E7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0413CF-F16F-FE76-3883-4669F020F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E8402-55EC-49F2-98DD-74D7F25D86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5227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3AB67-4FBC-0986-2A41-40F8D7D4CC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E31F6C4-BE07-3784-BA17-701EEF20C1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3758F4-1414-0969-AF65-04F3F46915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89A6AB-B25C-5894-A3CC-2FA3C9EDA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D7FCA-A529-4EC6-933E-16061A28B4E1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909144-6A3D-2761-A341-FC5937015F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12C332-0889-0D0B-4CD9-D2B46DDCE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E8402-55EC-49F2-98DD-74D7F25D86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3286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B355A-D7DF-A0EA-509F-54531CAC0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4D680B-8DBF-F7C5-3CB8-A5F85A72B0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C6931C-8A38-4588-C45E-E7B793FDA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D7FCA-A529-4EC6-933E-16061A28B4E1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F4E8CA-15A7-01C0-C240-5214EC936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23875B-23B7-39DE-0170-295BC17EF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E8402-55EC-49F2-98DD-74D7F25D86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4989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8943FC7-B5B3-1746-95DC-07ABB0360E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9CE350-ED42-BB62-BE0F-BD9DFF9C5B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9F0685-11BB-A19D-7C25-E0111899E5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D7FCA-A529-4EC6-933E-16061A28B4E1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7216DE-4376-1985-D2B3-DA661F253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FF37C3-DAFA-DF80-92A2-70115EFD9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E8402-55EC-49F2-98DD-74D7F25D86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5549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745EAB-7947-58AC-FCF0-8B7D2273E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9E443E-7C01-FEA7-963A-6F928202DC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E085B2-FB6E-9984-0950-91D7FA6EB8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BD7FCA-A529-4EC6-933E-16061A28B4E1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29F6EB-66EC-D5E4-F463-6E0DDB38DD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B65598-2371-7A91-4050-9C4C441A3A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1E8402-55EC-49F2-98DD-74D7F25D86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582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customXml" Target="../ink/ink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7.png"/><Relationship Id="rId7" Type="http://schemas.openxmlformats.org/officeDocument/2006/relationships/customXml" Target="../ink/ink8.xml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png"/><Relationship Id="rId5" Type="http://schemas.openxmlformats.org/officeDocument/2006/relationships/customXml" Target="../ink/ink7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25DC7-04DA-341D-E24B-C2F26F95C1B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12-dars(oy </a:t>
            </a:r>
            <a:r>
              <a:rPr lang="en-US" dirty="0" err="1"/>
              <a:t>yakuni</a:t>
            </a:r>
            <a:r>
              <a:rPr lang="en-US" dirty="0"/>
              <a:t>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3A06A5-84A7-FC4B-6C20-3E86FF9122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64996"/>
            <a:ext cx="9144000" cy="792804"/>
          </a:xfrm>
        </p:spPr>
        <p:txBody>
          <a:bodyPr/>
          <a:lstStyle/>
          <a:p>
            <a:r>
              <a:rPr lang="en-US" dirty="0"/>
              <a:t>Davronbek Malikov</a:t>
            </a:r>
          </a:p>
        </p:txBody>
      </p:sp>
    </p:spTree>
    <p:extLst>
      <p:ext uri="{BB962C8B-B14F-4D97-AF65-F5344CB8AC3E}">
        <p14:creationId xmlns:p14="http://schemas.microsoft.com/office/powerpoint/2010/main" val="30613081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B533A-00D2-7F0C-776F-76E664757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Bugun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FFF594-8FB3-34A9-4DDE-71ACB9045F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Takrorlash</a:t>
            </a:r>
            <a:endParaRPr lang="en-US" dirty="0"/>
          </a:p>
          <a:p>
            <a:r>
              <a:rPr lang="en-US" dirty="0"/>
              <a:t>ML algorithm </a:t>
            </a:r>
            <a:r>
              <a:rPr lang="en-US" dirty="0" err="1"/>
              <a:t>oilalari</a:t>
            </a:r>
            <a:endParaRPr lang="en-US" dirty="0"/>
          </a:p>
          <a:p>
            <a:r>
              <a:rPr lang="en-US" dirty="0"/>
              <a:t>ML algorithm </a:t>
            </a:r>
            <a:r>
              <a:rPr lang="en-US" dirty="0" err="1"/>
              <a:t>ni</a:t>
            </a:r>
            <a:r>
              <a:rPr lang="en-US" dirty="0"/>
              <a:t> </a:t>
            </a:r>
            <a:r>
              <a:rPr lang="en-US" dirty="0" err="1"/>
              <a:t>qanday</a:t>
            </a:r>
            <a:r>
              <a:rPr lang="en-US" dirty="0"/>
              <a:t> </a:t>
            </a:r>
            <a:r>
              <a:rPr lang="en-US" dirty="0" err="1"/>
              <a:t>tanlaymiz</a:t>
            </a:r>
            <a:r>
              <a:rPr lang="en-US" dirty="0"/>
              <a:t>?</a:t>
            </a:r>
          </a:p>
          <a:p>
            <a:r>
              <a:rPr lang="en-US" dirty="0"/>
              <a:t>Tabulate</a:t>
            </a:r>
          </a:p>
          <a:p>
            <a:r>
              <a:rPr lang="en-US" dirty="0" err="1"/>
              <a:t>Nimalar</a:t>
            </a:r>
            <a:r>
              <a:rPr lang="en-US" dirty="0"/>
              <a:t> </a:t>
            </a:r>
            <a:r>
              <a:rPr lang="en-US" dirty="0" err="1"/>
              <a:t>o’rgandik</a:t>
            </a:r>
            <a:r>
              <a:rPr lang="en-US" dirty="0"/>
              <a:t>?</a:t>
            </a:r>
          </a:p>
          <a:p>
            <a:r>
              <a:rPr lang="en-US" dirty="0"/>
              <a:t>Final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BFEC016F-2B8E-19CF-5659-101913BE5106}"/>
                  </a:ext>
                </a:extLst>
              </p14:cNvPr>
              <p14:cNvContentPartPr/>
              <p14:nvPr/>
            </p14:nvContentPartPr>
            <p14:xfrm>
              <a:off x="915120" y="1574640"/>
              <a:ext cx="3623400" cy="35190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BFEC016F-2B8E-19CF-5659-101913BE510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05760" y="1565280"/>
                <a:ext cx="3642120" cy="353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CD3A6594-6D1D-9AC0-868A-439BB1C6CE6C}"/>
                  </a:ext>
                </a:extLst>
              </p14:cNvPr>
              <p14:cNvContentPartPr/>
              <p14:nvPr/>
            </p14:nvContentPartPr>
            <p14:xfrm>
              <a:off x="1656720" y="2086920"/>
              <a:ext cx="3325680" cy="145620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CD3A6594-6D1D-9AC0-868A-439BB1C6CE6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647360" y="2077560"/>
                <a:ext cx="3344400" cy="1474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39178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AC1FD-B1DF-5EFB-CFEB-5D48429EB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E6206-4EF3-EB52-78EB-8626B8C9C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59411"/>
          </a:xfrm>
        </p:spPr>
        <p:txBody>
          <a:bodyPr/>
          <a:lstStyle/>
          <a:p>
            <a:pPr algn="ctr"/>
            <a:r>
              <a:rPr lang="en-US" b="1" dirty="0"/>
              <a:t>Savol </a:t>
            </a:r>
            <a:r>
              <a:rPr lang="en-US" b="1" dirty="0" err="1"/>
              <a:t>Javob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5769529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9B3AB8-9F76-F2CA-C445-471C3ACC0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92791-0122-F9BC-B208-4F0CFED7DC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59411"/>
          </a:xfrm>
        </p:spPr>
        <p:txBody>
          <a:bodyPr/>
          <a:lstStyle/>
          <a:p>
            <a:pPr algn="ctr"/>
            <a:r>
              <a:rPr lang="en-US" b="1" dirty="0" err="1"/>
              <a:t>Takrorlash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5150267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6926DB-E193-7EE2-ED5D-74F8429A8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C2F85-D010-1890-A79C-4F00AF297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Takrorlash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FEA80B-A135-5759-ED1E-E329D01B1E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Savol </a:t>
            </a:r>
            <a:r>
              <a:rPr lang="en-US" dirty="0" err="1"/>
              <a:t>Javob</a:t>
            </a:r>
            <a:endParaRPr lang="en-US" dirty="0"/>
          </a:p>
          <a:p>
            <a:r>
              <a:rPr lang="en-US" dirty="0" err="1"/>
              <a:t>Takrorlash</a:t>
            </a:r>
            <a:endParaRPr lang="en-US" dirty="0"/>
          </a:p>
          <a:p>
            <a:r>
              <a:rPr lang="en-US" dirty="0"/>
              <a:t>Algorithm vs Model</a:t>
            </a:r>
          </a:p>
          <a:p>
            <a:r>
              <a:rPr lang="en-US" dirty="0"/>
              <a:t>Model training </a:t>
            </a:r>
            <a:r>
              <a:rPr lang="en-US" dirty="0" err="1"/>
              <a:t>bosqichi</a:t>
            </a:r>
            <a:endParaRPr lang="en-US" dirty="0"/>
          </a:p>
          <a:p>
            <a:r>
              <a:rPr lang="en-US" dirty="0" err="1"/>
              <a:t>Metriklar</a:t>
            </a:r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B84BC6CA-ED31-F8A9-8E2B-4E5427047E2F}"/>
                  </a:ext>
                </a:extLst>
              </p14:cNvPr>
              <p14:cNvContentPartPr/>
              <p14:nvPr/>
            </p14:nvContentPartPr>
            <p14:xfrm>
              <a:off x="855720" y="1257480"/>
              <a:ext cx="9128880" cy="50187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B84BC6CA-ED31-F8A9-8E2B-4E5427047E2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46360" y="1248120"/>
                <a:ext cx="9147600" cy="5037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057076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BA6B95-4316-042F-AB26-959271707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F8907-B9B1-66FC-0C2F-BACF702D8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59411"/>
          </a:xfrm>
        </p:spPr>
        <p:txBody>
          <a:bodyPr/>
          <a:lstStyle/>
          <a:p>
            <a:pPr algn="ctr"/>
            <a:r>
              <a:rPr lang="en-US" b="1" dirty="0"/>
              <a:t>ML algorithm </a:t>
            </a:r>
            <a:r>
              <a:rPr lang="en-US" b="1" dirty="0" err="1"/>
              <a:t>oilalari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9489249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1A004-4529-5998-9742-4C0390796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ML algorithm </a:t>
            </a:r>
            <a:r>
              <a:rPr lang="en-US" b="1" dirty="0" err="1"/>
              <a:t>oilalari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54096D-EDD0-6173-6305-BCB5459F01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Qanday</a:t>
            </a:r>
            <a:r>
              <a:rPr lang="en-US" dirty="0"/>
              <a:t> </a:t>
            </a:r>
            <a:r>
              <a:rPr lang="en-US" dirty="0" err="1"/>
              <a:t>qilib</a:t>
            </a:r>
            <a:r>
              <a:rPr lang="en-US" dirty="0"/>
              <a:t> </a:t>
            </a:r>
            <a:r>
              <a:rPr lang="en-US" dirty="0" err="1"/>
              <a:t>Algorithmlarni</a:t>
            </a:r>
            <a:r>
              <a:rPr lang="en-US" dirty="0"/>
              <a:t> </a:t>
            </a:r>
            <a:r>
              <a:rPr lang="en-US" dirty="0" err="1"/>
              <a:t>oson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eslab</a:t>
            </a:r>
            <a:r>
              <a:rPr lang="en-US" dirty="0"/>
              <a:t> </a:t>
            </a:r>
            <a:r>
              <a:rPr lang="en-US" dirty="0" err="1"/>
              <a:t>qolamiz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C5562A-16EA-7D2B-3473-273CF03E1C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320006"/>
            <a:ext cx="5562600" cy="536257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4A3A74A4-573C-D090-9E86-90F71F6FE30C}"/>
                  </a:ext>
                </a:extLst>
              </p14:cNvPr>
              <p14:cNvContentPartPr/>
              <p14:nvPr/>
            </p14:nvContentPartPr>
            <p14:xfrm>
              <a:off x="795240" y="794520"/>
              <a:ext cx="10933560" cy="603900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4A3A74A4-573C-D090-9E86-90F71F6FE30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85880" y="785160"/>
                <a:ext cx="10952280" cy="6057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371543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EF4E5B-663B-01B4-B28E-6C88D0EF7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4EFAA-8FBB-C987-CC07-03F2F69FF6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59411"/>
          </a:xfrm>
        </p:spPr>
        <p:txBody>
          <a:bodyPr/>
          <a:lstStyle/>
          <a:p>
            <a:pPr algn="ctr"/>
            <a:r>
              <a:rPr lang="en-US" b="1" dirty="0"/>
              <a:t>ML algorithm </a:t>
            </a:r>
            <a:r>
              <a:rPr lang="en-US" b="1" dirty="0" err="1"/>
              <a:t>ni</a:t>
            </a:r>
            <a:r>
              <a:rPr lang="en-US" b="1" dirty="0"/>
              <a:t> </a:t>
            </a:r>
            <a:r>
              <a:rPr lang="en-US" b="1" dirty="0" err="1"/>
              <a:t>qanday</a:t>
            </a:r>
            <a:r>
              <a:rPr lang="en-US" b="1" dirty="0"/>
              <a:t> </a:t>
            </a:r>
            <a:r>
              <a:rPr lang="en-US" b="1" dirty="0" err="1"/>
              <a:t>tanlaymiz</a:t>
            </a:r>
            <a:r>
              <a:rPr lang="en-US" b="1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9246922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25890-8A69-DFFE-46A4-4ACBA89AF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ML algorithm </a:t>
            </a:r>
            <a:r>
              <a:rPr lang="en-US" dirty="0" err="1"/>
              <a:t>ni</a:t>
            </a:r>
            <a:r>
              <a:rPr lang="en-US" dirty="0"/>
              <a:t> </a:t>
            </a:r>
            <a:r>
              <a:rPr lang="en-US" dirty="0" err="1"/>
              <a:t>qanday</a:t>
            </a:r>
            <a:r>
              <a:rPr lang="en-US" dirty="0"/>
              <a:t> </a:t>
            </a:r>
            <a:r>
              <a:rPr lang="en-US" dirty="0" err="1"/>
              <a:t>tanlaymiz</a:t>
            </a:r>
            <a:r>
              <a:rPr lang="en-US" dirty="0"/>
              <a:t>?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4E5A3-A039-18EC-A1F2-DD2AFABAD7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Classification // Regression</a:t>
            </a:r>
          </a:p>
          <a:p>
            <a:r>
              <a:rPr lang="en-US" dirty="0"/>
              <a:t>Linear // Non-Linear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97609BD-BC73-23D2-921E-8E52FED45537}"/>
                  </a:ext>
                </a:extLst>
              </p14:cNvPr>
              <p14:cNvContentPartPr/>
              <p14:nvPr/>
            </p14:nvContentPartPr>
            <p14:xfrm>
              <a:off x="920160" y="1291680"/>
              <a:ext cx="9371160" cy="50137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97609BD-BC73-23D2-921E-8E52FED4553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10800" y="1282320"/>
                <a:ext cx="9389880" cy="5032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754518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08BDCC-4D69-7D09-1CF7-BF181599B2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B270A-C6A1-5857-FA5C-B07F952E2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59411"/>
          </a:xfrm>
        </p:spPr>
        <p:txBody>
          <a:bodyPr/>
          <a:lstStyle/>
          <a:p>
            <a:pPr algn="ctr"/>
            <a:r>
              <a:rPr lang="en-US" b="1" dirty="0"/>
              <a:t>Tabulate </a:t>
            </a:r>
            <a:r>
              <a:rPr lang="en-US" b="1" dirty="0" err="1"/>
              <a:t>amaliy</a:t>
            </a:r>
            <a:endParaRPr lang="en-US" b="1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3495128-03C7-CCA5-BE65-5D767D168933}"/>
                  </a:ext>
                </a:extLst>
              </p14:cNvPr>
              <p14:cNvContentPartPr/>
              <p14:nvPr/>
            </p14:nvContentPartPr>
            <p14:xfrm>
              <a:off x="209880" y="1118520"/>
              <a:ext cx="9544680" cy="53157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3495128-03C7-CCA5-BE65-5D767D16893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00520" y="1109160"/>
                <a:ext cx="9563400" cy="5334480"/>
              </a:xfrm>
              <a:prstGeom prst="rect">
                <a:avLst/>
              </a:prstGeom>
            </p:spPr>
          </p:pic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6E18D16A-AA2F-0839-6C62-339FCB5461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2045" y="1015122"/>
            <a:ext cx="4410075" cy="260985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50EFD209-5EAE-0AAD-38DB-8F8FD507BFE5}"/>
                  </a:ext>
                </a:extLst>
              </p14:cNvPr>
              <p14:cNvContentPartPr/>
              <p14:nvPr/>
            </p14:nvContentPartPr>
            <p14:xfrm>
              <a:off x="8292324" y="1053965"/>
              <a:ext cx="1230120" cy="88992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50EFD209-5EAE-0AAD-38DB-8F8FD507BFE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286204" y="1047845"/>
                <a:ext cx="1242360" cy="90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0765981B-37AD-6BEB-F822-E16616208C24}"/>
                  </a:ext>
                </a:extLst>
              </p14:cNvPr>
              <p14:cNvContentPartPr/>
              <p14:nvPr/>
            </p14:nvContentPartPr>
            <p14:xfrm>
              <a:off x="7043124" y="773165"/>
              <a:ext cx="4509360" cy="28335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0765981B-37AD-6BEB-F822-E16616208C2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037004" y="767045"/>
                <a:ext cx="4521600" cy="2845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109651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3013C6-6711-F7DF-329A-EFAB607377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785EE-7BAC-2F7E-0AC8-1AF9B7C09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59411"/>
          </a:xfrm>
        </p:spPr>
        <p:txBody>
          <a:bodyPr/>
          <a:lstStyle/>
          <a:p>
            <a:pPr algn="ctr"/>
            <a:r>
              <a:rPr lang="en-US" b="1" dirty="0" err="1"/>
              <a:t>Nimalar</a:t>
            </a:r>
            <a:r>
              <a:rPr lang="en-US" b="1" dirty="0"/>
              <a:t> </a:t>
            </a:r>
            <a:r>
              <a:rPr lang="en-US" b="1" dirty="0" err="1"/>
              <a:t>o’rgandik</a:t>
            </a:r>
            <a:r>
              <a:rPr lang="en-US" b="1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6774808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08CB5-9F2B-CB6E-C512-856A2C4C0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Nimalarni</a:t>
            </a:r>
            <a:r>
              <a:rPr lang="en-US" dirty="0"/>
              <a:t> </a:t>
            </a:r>
            <a:r>
              <a:rPr lang="en-US" dirty="0" err="1"/>
              <a:t>o’rgandik</a:t>
            </a:r>
            <a:r>
              <a:rPr lang="en-US" dirty="0"/>
              <a:t>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7778E7-864A-B22D-69A2-A4BC2D61CF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ML	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B3C1A7-633D-9644-81E6-EFB6C25BD7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4100006"/>
          </a:xfrm>
        </p:spPr>
        <p:txBody>
          <a:bodyPr>
            <a:normAutofit lnSpcReduction="10000"/>
          </a:bodyPr>
          <a:lstStyle/>
          <a:p>
            <a:r>
              <a:rPr lang="en-US" sz="2000" dirty="0"/>
              <a:t>AI-&gt;ML-&gt; SML</a:t>
            </a:r>
          </a:p>
          <a:p>
            <a:r>
              <a:rPr lang="en-US" sz="2000" dirty="0"/>
              <a:t>SML </a:t>
            </a:r>
            <a:r>
              <a:rPr lang="en-US" sz="2000" dirty="0" err="1"/>
              <a:t>va</a:t>
            </a:r>
            <a:r>
              <a:rPr lang="en-US" sz="2000" dirty="0"/>
              <a:t> </a:t>
            </a:r>
            <a:r>
              <a:rPr lang="en-US" sz="2000" dirty="0" err="1"/>
              <a:t>uning</a:t>
            </a:r>
            <a:r>
              <a:rPr lang="en-US" sz="2000" dirty="0"/>
              <a:t> </a:t>
            </a:r>
            <a:r>
              <a:rPr lang="en-US" sz="2000" dirty="0" err="1"/>
              <a:t>turlari</a:t>
            </a:r>
            <a:endParaRPr lang="en-US" sz="2000" dirty="0"/>
          </a:p>
          <a:p>
            <a:r>
              <a:rPr lang="en-US" sz="2000" dirty="0"/>
              <a:t>Project </a:t>
            </a:r>
            <a:r>
              <a:rPr lang="en-US" sz="2000" dirty="0" err="1"/>
              <a:t>qilish</a:t>
            </a:r>
            <a:r>
              <a:rPr lang="en-US" sz="2000" dirty="0"/>
              <a:t> </a:t>
            </a:r>
            <a:r>
              <a:rPr lang="en-US" sz="2000" dirty="0" err="1"/>
              <a:t>uchun</a:t>
            </a:r>
            <a:r>
              <a:rPr lang="en-US" sz="2000" dirty="0"/>
              <a:t> </a:t>
            </a:r>
            <a:r>
              <a:rPr lang="en-US" sz="2000" dirty="0" err="1"/>
              <a:t>ketma</a:t>
            </a:r>
            <a:r>
              <a:rPr lang="en-US" sz="2000" dirty="0"/>
              <a:t> </a:t>
            </a:r>
            <a:r>
              <a:rPr lang="en-US" sz="2000" dirty="0" err="1"/>
              <a:t>ketliklar</a:t>
            </a:r>
            <a:endParaRPr lang="en-US" sz="2000" dirty="0"/>
          </a:p>
          <a:p>
            <a:r>
              <a:rPr lang="en-US" sz="2000" dirty="0"/>
              <a:t>Data collection</a:t>
            </a:r>
          </a:p>
          <a:p>
            <a:r>
              <a:rPr lang="en-US" sz="2000" dirty="0"/>
              <a:t>Data Preprocessing</a:t>
            </a:r>
          </a:p>
          <a:p>
            <a:r>
              <a:rPr lang="en-US" sz="2000" dirty="0"/>
              <a:t>Model training</a:t>
            </a:r>
          </a:p>
          <a:p>
            <a:r>
              <a:rPr lang="en-US" sz="2000" dirty="0" err="1"/>
              <a:t>Predicton</a:t>
            </a:r>
            <a:endParaRPr lang="en-US" sz="2000" dirty="0"/>
          </a:p>
          <a:p>
            <a:r>
              <a:rPr lang="en-US" sz="2000" dirty="0"/>
              <a:t>Evaluation</a:t>
            </a:r>
          </a:p>
          <a:p>
            <a:r>
              <a:rPr lang="en-US" sz="2000" dirty="0"/>
              <a:t>Algorithm </a:t>
            </a:r>
          </a:p>
          <a:p>
            <a:r>
              <a:rPr lang="en-US" sz="2000" dirty="0"/>
              <a:t>Library</a:t>
            </a:r>
          </a:p>
          <a:p>
            <a:r>
              <a:rPr lang="en-US" sz="2000" dirty="0"/>
              <a:t>Project 1</a:t>
            </a:r>
          </a:p>
          <a:p>
            <a:endParaRPr lang="en-US" sz="2000" dirty="0"/>
          </a:p>
          <a:p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D622D6-37F0-695F-9B4C-1FAAC1DA59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Python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2ECCED-37E7-AA27-66A6-E078A69E2C85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Data Types</a:t>
            </a:r>
          </a:p>
          <a:p>
            <a:r>
              <a:rPr lang="en-US" dirty="0"/>
              <a:t>Operations</a:t>
            </a:r>
          </a:p>
          <a:p>
            <a:r>
              <a:rPr lang="en-US" dirty="0"/>
              <a:t>Conditions</a:t>
            </a:r>
          </a:p>
          <a:p>
            <a:r>
              <a:rPr lang="en-US" dirty="0"/>
              <a:t>For loop</a:t>
            </a:r>
          </a:p>
          <a:p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D4DA1E4E-0296-BBC3-60BB-129A319D0CDE}"/>
                  </a:ext>
                </a:extLst>
              </p14:cNvPr>
              <p14:cNvContentPartPr/>
              <p14:nvPr/>
            </p14:nvContentPartPr>
            <p14:xfrm>
              <a:off x="295560" y="951840"/>
              <a:ext cx="11201400" cy="590724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D4DA1E4E-0296-BBC3-60BB-129A319D0CD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86200" y="942480"/>
                <a:ext cx="11220120" cy="5925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023927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01DCCC-A22E-A9A0-1C5A-7323355B7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350B2-D344-473F-C314-0C83EC2FB9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59411"/>
          </a:xfrm>
        </p:spPr>
        <p:txBody>
          <a:bodyPr/>
          <a:lstStyle/>
          <a:p>
            <a:pPr algn="ctr"/>
            <a:r>
              <a:rPr lang="en-US" b="1" dirty="0"/>
              <a:t>Final</a:t>
            </a:r>
          </a:p>
        </p:txBody>
      </p:sp>
    </p:spTree>
    <p:extLst>
      <p:ext uri="{BB962C8B-B14F-4D97-AF65-F5344CB8AC3E}">
        <p14:creationId xmlns:p14="http://schemas.microsoft.com/office/powerpoint/2010/main" val="16135382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D48C1-801A-C7FA-EC75-404686889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211C57-7BFD-45F5-512E-D33787D2AF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/>
              <a:t>Tartibi</a:t>
            </a:r>
            <a:endParaRPr lang="en-US" dirty="0"/>
          </a:p>
          <a:p>
            <a:pPr lvl="1"/>
            <a:r>
              <a:rPr lang="en-US" dirty="0" err="1"/>
              <a:t>Og’zaki</a:t>
            </a:r>
            <a:endParaRPr lang="en-US" dirty="0"/>
          </a:p>
          <a:p>
            <a:pPr lvl="1"/>
            <a:r>
              <a:rPr lang="en-US" dirty="0"/>
              <a:t>Python coding</a:t>
            </a:r>
          </a:p>
          <a:p>
            <a:pPr lvl="1"/>
            <a:r>
              <a:rPr lang="en-US" dirty="0"/>
              <a:t>ML coding</a:t>
            </a:r>
          </a:p>
          <a:p>
            <a:r>
              <a:rPr lang="en-US" dirty="0"/>
              <a:t>Ball: 50</a:t>
            </a:r>
          </a:p>
          <a:p>
            <a:r>
              <a:rPr lang="en-US" dirty="0" err="1"/>
              <a:t>Keyingi</a:t>
            </a:r>
            <a:r>
              <a:rPr lang="en-US" dirty="0"/>
              <a:t> </a:t>
            </a:r>
            <a:r>
              <a:rPr lang="en-US" dirty="0" err="1"/>
              <a:t>bosqichga</a:t>
            </a:r>
            <a:r>
              <a:rPr lang="en-US" dirty="0"/>
              <a:t> </a:t>
            </a:r>
            <a:r>
              <a:rPr lang="en-US" dirty="0" err="1"/>
              <a:t>o’tish</a:t>
            </a:r>
            <a:r>
              <a:rPr lang="en-US" dirty="0"/>
              <a:t> </a:t>
            </a:r>
            <a:r>
              <a:rPr lang="en-US" dirty="0" err="1"/>
              <a:t>uchun</a:t>
            </a:r>
            <a:r>
              <a:rPr lang="en-US" dirty="0"/>
              <a:t>: 70%</a:t>
            </a:r>
          </a:p>
          <a:p>
            <a:r>
              <a:rPr lang="en-US" dirty="0" err="1"/>
              <a:t>Kimlar</a:t>
            </a:r>
            <a:r>
              <a:rPr lang="en-US" dirty="0"/>
              <a:t> </a:t>
            </a:r>
            <a:r>
              <a:rPr lang="en-US" dirty="0" err="1"/>
              <a:t>imtixon</a:t>
            </a:r>
            <a:r>
              <a:rPr lang="en-US" dirty="0"/>
              <a:t> </a:t>
            </a:r>
            <a:r>
              <a:rPr lang="en-US" dirty="0" err="1"/>
              <a:t>topshira</a:t>
            </a:r>
            <a:r>
              <a:rPr lang="en-US" dirty="0"/>
              <a:t> </a:t>
            </a:r>
            <a:r>
              <a:rPr lang="en-US" dirty="0" err="1"/>
              <a:t>oladi</a:t>
            </a:r>
            <a:r>
              <a:rPr lang="en-US" dirty="0"/>
              <a:t>: </a:t>
            </a:r>
            <a:r>
              <a:rPr lang="en-US" b="1" dirty="0" err="1"/>
              <a:t>Vazifani</a:t>
            </a:r>
            <a:r>
              <a:rPr lang="en-US" b="1" dirty="0"/>
              <a:t> </a:t>
            </a:r>
            <a:r>
              <a:rPr lang="en-US" b="1" dirty="0" err="1"/>
              <a:t>to’liq</a:t>
            </a:r>
            <a:r>
              <a:rPr lang="en-US" b="1" dirty="0"/>
              <a:t> </a:t>
            </a:r>
            <a:r>
              <a:rPr lang="en-US" b="1" dirty="0" err="1"/>
              <a:t>topshirganlar</a:t>
            </a:r>
            <a:endParaRPr lang="en-US" b="1" dirty="0"/>
          </a:p>
          <a:p>
            <a:r>
              <a:rPr lang="en-US" b="1" dirty="0" err="1"/>
              <a:t>Imtixon</a:t>
            </a:r>
            <a:r>
              <a:rPr lang="en-US" b="1" dirty="0"/>
              <a:t> </a:t>
            </a:r>
            <a:r>
              <a:rPr lang="en-US" b="1" dirty="0" err="1"/>
              <a:t>kuni</a:t>
            </a:r>
            <a:r>
              <a:rPr lang="en-US" b="1" dirty="0"/>
              <a:t>:</a:t>
            </a:r>
          </a:p>
          <a:p>
            <a:pPr lvl="1"/>
            <a:r>
              <a:rPr lang="en-US" dirty="0"/>
              <a:t>sana:12.07.2025 </a:t>
            </a:r>
          </a:p>
          <a:p>
            <a:pPr lvl="1"/>
            <a:r>
              <a:rPr lang="en-US" dirty="0" err="1"/>
              <a:t>soat</a:t>
            </a:r>
            <a:r>
              <a:rPr lang="en-US" dirty="0"/>
              <a:t>: 08:15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AE4D29E-77A8-6EE2-3898-9B928DC94A25}"/>
                  </a:ext>
                </a:extLst>
              </p14:cNvPr>
              <p14:cNvContentPartPr/>
              <p14:nvPr/>
            </p14:nvContentPartPr>
            <p14:xfrm>
              <a:off x="1296360" y="2147760"/>
              <a:ext cx="8684640" cy="39312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AE4D29E-77A8-6EE2-3898-9B928DC94A2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87000" y="2138400"/>
                <a:ext cx="8703360" cy="3949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849389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387</TotalTime>
  <Words>146</Words>
  <Application>Microsoft Office PowerPoint</Application>
  <PresentationFormat>Widescreen</PresentationFormat>
  <Paragraphs>59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12-dars(oy yakuni)</vt:lpstr>
      <vt:lpstr>Bugun</vt:lpstr>
      <vt:lpstr>Savol Javob</vt:lpstr>
      <vt:lpstr>Takrorlash</vt:lpstr>
      <vt:lpstr>Takrorlash</vt:lpstr>
      <vt:lpstr>ML algorithm oilalari</vt:lpstr>
      <vt:lpstr>ML algorithm oilalari</vt:lpstr>
      <vt:lpstr>ML algorithm ni qanday tanlaymiz?</vt:lpstr>
      <vt:lpstr>ML algorithm ni qanday tanlaymiz? </vt:lpstr>
      <vt:lpstr>Tabulate amaliy</vt:lpstr>
      <vt:lpstr>Nimalar o’rgandik?</vt:lpstr>
      <vt:lpstr>Nimalarni o’rgandik?</vt:lpstr>
      <vt:lpstr>Final</vt:lpstr>
      <vt:lpstr>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Davronbek Malikov</dc:creator>
  <cp:lastModifiedBy>Davronbek Malikov</cp:lastModifiedBy>
  <cp:revision>1</cp:revision>
  <dcterms:created xsi:type="dcterms:W3CDTF">2025-07-10T08:22:50Z</dcterms:created>
  <dcterms:modified xsi:type="dcterms:W3CDTF">2025-07-10T14:49:50Z</dcterms:modified>
</cp:coreProperties>
</file>