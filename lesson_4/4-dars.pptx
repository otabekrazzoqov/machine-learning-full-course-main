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0" r:id="rId5"/>
    <p:sldId id="277" r:id="rId6"/>
    <p:sldId id="261" r:id="rId7"/>
    <p:sldId id="283" r:id="rId8"/>
    <p:sldId id="291" r:id="rId9"/>
    <p:sldId id="294" r:id="rId10"/>
    <p:sldId id="293" r:id="rId11"/>
    <p:sldId id="303" r:id="rId12"/>
    <p:sldId id="304" r:id="rId13"/>
    <p:sldId id="305" r:id="rId14"/>
    <p:sldId id="306" r:id="rId15"/>
    <p:sldId id="307" r:id="rId16"/>
    <p:sldId id="292" r:id="rId17"/>
    <p:sldId id="295" r:id="rId18"/>
    <p:sldId id="278" r:id="rId19"/>
    <p:sldId id="282" r:id="rId20"/>
    <p:sldId id="279" r:id="rId21"/>
    <p:sldId id="296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7" r:id="rId30"/>
    <p:sldId id="298" r:id="rId31"/>
    <p:sldId id="299" r:id="rId32"/>
    <p:sldId id="30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custSel modSld">
      <pc:chgData name="Davronbek Malikov" userId="8ee0eb9faaf3663e" providerId="LiveId" clId="{E168BBCB-B3F2-46CC-B5CA-AAD8B95135CA}" dt="2025-09-10T08:47:14.477" v="0" actId="478"/>
      <pc:docMkLst>
        <pc:docMk/>
      </pc:docMkLst>
      <pc:sldChg chg="delSp mod">
        <pc:chgData name="Davronbek Malikov" userId="8ee0eb9faaf3663e" providerId="LiveId" clId="{E168BBCB-B3F2-46CC-B5CA-AAD8B95135CA}" dt="2025-09-10T08:47:14.477" v="0" actId="478"/>
        <pc:sldMkLst>
          <pc:docMk/>
          <pc:sldMk cId="1528354102" sldId="257"/>
        </pc:sldMkLst>
        <pc:inkChg chg="del">
          <ac:chgData name="Davronbek Malikov" userId="8ee0eb9faaf3663e" providerId="LiveId" clId="{E168BBCB-B3F2-46CC-B5CA-AAD8B95135CA}" dt="2025-09-10T08:47:14.477" v="0" actId="478"/>
          <ac:inkMkLst>
            <pc:docMk/>
            <pc:sldMk cId="1528354102" sldId="257"/>
            <ac:inkMk id="6" creationId="{6E6C3BEE-2C50-C780-64A7-C9C12604E0E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0:05:02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4574 7225 521 0,'-12'-7'34'16,"-1"1"18"-16,0 0 4 0,4 1 3 0,3 2-8 0,1-1-12 15,1 1-13-15,0 0-8 0,1 1-4 0,2 0-8 0,0 2-6 0,0 0-7 16,1 0-4-16,0 2 3 0,1 0 1 0,0 1 4 0,0 1 0 0,1 0 0 16,-1 1 2-16,2-2-1 0,-1 1 1 0,3 0 0 0,0-2 1 15,1 2 2-15,0-2 0 0,1 1-1 0,1 0 2 0,1-1 3 0,1-1-2 16,1 1 3-16,1-1 3 0,0 1 6 0,3 1 9 0,1 0 10 0,0 1 9 16,1 1 5-16,-1 0 6 0,2 1 6 0,2 1 5 0,-1 0 7 15,5 1 0-15,0-1 2 0,4 0 3 0,3 1-1 0,4 1 0 0,2-1-10 16,4 0-9-16,0-1-13 0,6 0-8 0,1-1-5 0,4-1-7 15,2 1-4-15,1-1-6 0,2 0-3 0,2 0-8 0,0-1 6 0,0 0-6 16,2 1-2-16,0-1 3 0,0 0-3 0,0 1 3 0,-1-1 5 0,3 1-3 16,-2-1 0-16,1 0 2 0,-2 2-5 0,0 0 2 0,1 0-2 15,-1 1-1-15,2-1 0 0,-2 0 4 0,1 0 0 0,0-1 0 0,1 1 0 16,-2-1 0-16,1-2-1 0,-2 1 1 0,-1-2-4 0,1 1-2 0,-1-1 4 16,-1 0-1-16,0-2 8 0,-3-1-4 0,2 0 0 0,-2-3 3 15,0-1-4-15,-1 0 7 0,-1-4 2 0,1-2 1 0,-1-2-3 0,0-2-3 16,1-1 3-16,-2-3-4 0,1-1 8 0,-1-1 3 0,2-3-1 15,-1-3 1-15,1-2-3 0,1-1 0 0,-3-2 2 0,1 0-3 0,0 0-2 16,1-2-4-16,-2 1 3 0,-1-1-6 0,0-2 3 0,-3 2 4 0,0-1-1 16,-1 0 8-16,-2 0-6 0,-1 0-3 0,-3 0 0 0,-2 1-6 15,-2 2 11-15,-1-1-8 0,-1 1 6 0,-4-1 0 0,-1 0-7 0,-3 0 9 16,-3 3-10-16,-3-1 2 0,-2 1 6 0,-4-2-8 0,-2 1-3 0,-2-2-2 16,-2 1 5-16,-2-2 4 0,-2 1 3 0,-4 0-1 0,-1-4-1 15,-2 3-4-15,-2-1 4 0,-2 0-5 0,-3-1-3 0,-2-1 2 0,-3-1-2 16,-1-2 0-16,-4 2 3 0,0 1 4 0,-2-1-9 0,-3 1 0 15,0-2-9-15,-4 1 2 0,0 0 9 0,-2 0-1 0,0 0 6 0,-2-1-5 16,0 0-2-16,-4 2 1 0,-1-2-4 0,-1 0-6 0,-2-1 6 0,-1-1 4 16,0 1-2-16,-5 1 3 0,1 0-2 0,-2-1-5 0,-2 0-3 15,-2 0 9-15,-1 1-3 0,0 0 3 0,-2-1 11 0,-1 1-9 0,-2 1 3 16,-1-1-4-16,-1 3-5 0,0-1 2 0,-2 1-2 0,-2 0-4 0,0 0 8 16,-2 3-4-16,-2 0 1 0,-1 2 4 0,0 2-8 0,-3 0-4 15,0 2-3-15,-2 1 2 0,0 1 8 0,2-3 5 0,3-1 7 0,2-2-2 16,3 1-9-16,1 1 1 0,-2 4-5 0,1 3-4 0,-3 4-1 15,-4 3-3-15,-1 4-2 0,-1 2 5 0,-4 3-3 0,-1 2 5 0,-2 1 2 16,0 3-4-16,-2 2 5 0,0 2-2 0,2 1 0 0,0 2 1 0,0-1 1 16,3 2 1-16,-1 1 1 0,1 1 1 0,2 2 0 0,0 3-4 15,1 1 1-15,1 1-4 0,0 3-1 0,2 0 3 0,1 2-3 0,-1 2-5 16,2 1 5-16,0 1-6 0,2 1 14 0,1 1 10 0,3 3-8 0,1-1 3 16,2 3-13-16,1-1-4 0,2 2 1 0,1 2 2 0,2 2 1 15,1 1-6-15,2 0 4 0,0-1-5 0,3 2 5 0,0-1 4 0,1 4-4 16,1 2-6-16,0 0 2 0,3-1 11 0,3 1-1 0,4-4 14 15,4-1-5-15,3-1-5 0,2 0 0 0,3 2-2 0,0 0 1 0,3 0-1 16,2 0 0-16,2-1-4 0,3 0 6 0,2 1-5 0,1-1-4 0,2 1 1 16,2 0 6-16,2 2 2 0,3 0 8 0,1-1-2 0,3 0-4 15,2 0-2-15,1 1 3 0,2 1 0 0,1 0 1 0,2-3-1 0,1-1 0 16,0 2 0-16,3-1 0 0,1-1-4 0,2 1 1 0,0-1 9 0,2 0 3 16,1 2 1-16,-1-2-2 0,0-1-8 0,2 2-3 0,-1-2 3 15,3 1-3-15,2 0 0 0,-2-4-1 0,2-1 2 0,-1-4-2 0,0 1 1 16,2-3 5-16,-1-1-7 0,4-3 0 0,1-2-1 0,3-3-10 15,2-4 7-15,1-2 3 0,1-2 1 0,3-2 4 0,2-3-4 0,2-4 0 16,2-2 1-16,3-3-1 0,3-1 5 0,1-4-8 0,0-2-1 0,0 0 9 16,2-2 0-16,1 0-1 0,2 0 0 0,1-2-9 0,1-2-7 15,1 0-1-15,3 1-17 0,-1 0-20 0,2-1-40 0,1 0-95 0,1-1-88 16,1 1-75-16,3-2-45 0,0 1 14 0,2-1-222 0</inkml:trace>
  <inkml:trace contextRef="#ctx0" brushRef="#br0" timeOffset="5016.51">3657 9006 604 0,'-19'-5'93'0,"-1"1"11"15,-6 1-11-15,4 3-13 0,4 1-9 0,-1 2-10 0,0 1-6 0,2 0-12 16,-1-1-12-16,2 3-8 0,0 0-10 0,1 1-5 0,0 1-4 15,-1 1-2-15,0 1-6 0,0 0-1 0,1-2-1 0,1 1-3 0,3-2 0 16,1-2-1-16,2-1-2 0,0-1 2 0,2-1 5 0,1-1-3 0,1-1 1 16,1 0-3-16,1-2-2 0,0 1 5 0,0-1-1 0,2 0 6 15,0-2 6-15,0 0 0 0,2-2 5 0,0-1-1 0,2-1-3 0,0 0 3 16,2-2-3-16,2 0 3 0,0 0 6 0,1-1 2 0,0-2 4 16,2 0 5-16,3-1 3 0,1-1 2 0,-1 1 7 0,1 0 0 0,0 0-10 15,2 1 3-15,-1-1-9 0,2 3-3 0,1-1 4 0,0 0 1 0,2 2-1 16,1-1 0-16,1 1-2 0,4 1-8 0,0 0 4 0,1 1-4 15,2 1-5-15,0 1 0 0,0 0-4 0,2 1 2 0,1 0-1 0,-1 1 2 16,2 1-2-16,0-1 0 0,0 2-1 0,3-1-5 0,-1 1 5 0,2-1 0 16,-1 0-2-16,-1-1 1 0,2 0-4 0,0 0 2 0,1-1 0 15,1 0 0-15,-1 0 0 0,1-1-1 0,-1 0 1 0,0 0 0 0,0 2 2 16,-2 0-3-16,-1 1 2 0,0 1-1 0,-1 1 1 0,-1 1 2 16,-1 1-2-16,-3 2 3 0,-3 1 1 0,1 0 3 0,-2 2 1 0,1 1 4 15,-1 0-1-15,2 1 3 0,0 0-9 0,-1 0 1 0,1 0-2 0,-3-1-3 16,3 1 4-16,-1-1-3 0,2 1 1 0,-1-1-4 0,2 0-1 15,-3 0 3-15,2-1-3 0,0 0 4 0,2-1 1 0,-1-1-6 0,0 0 5 16,0 0-3-16,-1-2 1 0,3-1 2 0,-1 0-2 0,1-2 1 0,2 0-2 16,-1-1-7-16,3-1 0 0,-1-1 3 0,1 0-1 0,0 0 8 15,2-1-3-15,0 0 0 0,-1 0 1 0,1 0-2 0,-1 1 3 0,1 2-2 16,0-1 0-16,-2 2 2 0,-1 0-4 0,0 0 4 0,-1 2-1 0,2 0-1 16,-1 1 1-16,0 0-7 0,-1 2-1 0,2 0 2 0,-2 1-2 15,3 0 10-15,0-1-3 0,1 1 1 0,1-2-2 0,2 1 2 0,0 0-1 16,0 0-3-16,2-1 2 0,-1 0 1 0,0-1-5 0,2 0 7 0,-1-1-7 15,0 0-3-15,0 1 7 0,-3-1-7 0,0 1 8 0,1 1-1 16,-4 1 3-16,0 0-3 0,0 0 4 0,-1 2 2 0,0 0 3 0,-1-1 4 16,-2 1 6-16,-1-1 4 0,-1 0 2 0,2 0 0 0,-1 0-4 15,1-1 0-15,-1 1-12 0,2-1 4 0,-2 0-3 0,0-1-3 0,-1 0 8 16,3-1-4-16,-2 0 1 0,2 0-1 0,-1-1 0 0,0 0 0 0,3-1-3 16,-1 1-2-16,2-1-3 0,-1-1 3 0,0 0 1 0,2-2-3 15,0-1 4-15,2 0-3 0,0-1-1 0,0 0 0 0,1-1-3 0,-2 0-6 16,2 0 2-16,0 0 2 0,-1-1 4 0,0 1 2 0,1-1 2 15,0 0 1-15,0 1-3 0,1 0 12 0,-3-1-5 0,0 1 2 0,3 0 5 16,0-1-10-16,-1 0 4 0,1 1-3 0,-2-1 1 0,1 0-1 0,2 1-4 16,-3-1 4-16,2 1-4 0,0 1 1 0,0 1 2 0,0-1 0 15,0 1-1-15,1-1-1 0,-2 1-3 0,2-1 0 0,1 0 0 0,-1 0 1 16,0 1 1-16,0-1-5 0,0 2 0 0,0-1 1 0,0 1 1 0,2 0 1 16,-1-1-2-16,-1 0 1 0,2 1-2 0,-2-1 0 0,-1 1 3 15,1 0-2-15,1-1 2 0,0 0 2 0,0-1-4 0,1 1 2 0,0-1-1 16,-1 1 1-16,0-1 3 0,1 0-6 0,0 0 4 0,0-1 1 0,0 1 1 15,-1-1 0-15,-1 1 1 0,1-1 2 0,-1 0 0 0,-1 1-4 16,-1 0-2-16,1-1 0 0,-3 1 0 0,1-2 7 0,0 1-3 0,-1 0 0 16,-1 0 1-16,2 2-2 0,-2-1 0 0,-2 1-3 0,0-1-3 15,-4 1 5-15,0 1-4 0,-1-1-1 0,-1 0 0 0,-1 0-3 0,-1 1 0 16,-3-1 2-16,-1 0-6 0,-1 1-8 0,-3 0-20 0,-2 0-40 0,0 0-64 16,-3 0-64-16,-4-2-75 0,0 0-83 0,-3-3-62 0,-1-1-215 15</inkml:trace>
  <inkml:trace contextRef="#ctx0" brushRef="#br0" timeOffset="12133.51">4342 10340 1235 0,'15'5'56'0,"3"2"13"15,10 4-19-15,0 2-15 0,2-1 0 0,1-1-9 0,2 0-4 16,1-2-3-16,3 1-6 0,1 1-3 0,1 0-3 0,4-2-5 0,-1-1-5 16,4-3 0-16,2 0-5 0,2-1 2 0,1-2-1 0,2 0-3 15,-1-2 8-15,1 0-4 0,1 1 8 0,-1 0-2 0,1-1-3 0,-1 1 4 16,-2 0-4-16,1-1 4 0,1 2-1 0,-1 0 2 0,1 0 11 0,2 0 3 15,-1-1 11-15,-1 0 5 0,2 1 1 0,0-1 1 0,0 1 3 16,2 0-3-16,-1 0 0 0,0 0 0 0,2 0-17 0,1 1-1 0,-1-1-4 16,-1 0-1-16,2 0 7 0,-1 0-3 0,1 1 1 0,0-1 1 0,2 0 1 15,-1-1-3-15,0 1-8 0,2 0-3 0,-1-1-1 0,1 0 4 16,1 0 7-16,2-1 4 0,-1 1-8 0,1 0-1 0,2-1-1 0,-1 1 2 16,1-2-4-16,1 1 0 0,1-1 1 0,0 0-3 0,2-1 3 15,-1 0 6-15,0 0-9 0,2 1-2 0,-2-2 2 0,1 1-4 0,-1-1 4 16,0-1-1-16,-1 1 2 0,1 0 2 0,0-1-7 0,-2 1 1 0,0 0 4 15,-1-1-4-15,-1 1 5 0,0 0 0 0,-1-1 1 0,0 0 5 16,-2 0-6-16,0-1 2 0,-1 0-2 0,-1 2-1 0,0-2 0 0,-2 0 1 16,-1 1 0-16,0 0 5 0,-2 0-1 0,0 1 0 0,-4 0-2 15,0 0-4-15,1 0 1 0,-2 0-1 0,1 0 5 0,0 0 0 0,-2 0-4 16,1-1 2-16,0 0-4 0,1 0 0 0,-1 0-1 0,1 0-4 0,-2 0 7 16,-2-1-1-16,1 0 1 0,0 1 4 0,-1-1-3 0,1 0-2 15,-3 1 1-15,-2 0 1 0,0 1 1 0,-1 0 1 0,-2 0-14 0,-2 0-3 16,0 0 6-16,-3 1-6 0,1 1 16 0,-3-1-1 0,-1 1 2 0,-3-1 6 15,-1 1-2-15,1 0 5 0,-1 0-5 0,-2 0-3 0,2 1 4 16,-4-1 1-16,-1-1-4 0,0 1 6 0,-2 0-5 0,0 0-8 0,-1 1 5 16,0-2-8-16,0 1 0 0,-2 0-2 0,1-1-2 0,-1 1 4 0,-1 0-5 15,-2-1 6-15,-1 1-4 0,-1 0-4 0,0-1 8 0,-2 1-6 16,-1-2 10-16,-1 1-6 0,-1-2-9 0,-2 1 6 0,0-1-4 0,-1 0 2 16,-1 0-1-16,0 0-2 0,0 0-3 0,-1-1-1 0,0-1 0 15,0 1-7-15,-1 0 5 0,0-1-7 0,1 1-2 0,-1-1-4 0,0 0-2 16,1-1-1-16,-1 0-2 0,0 1 5 0,1-2-2 0,-1 0 10 0,-1-2 5 15,2 0 3-15,0-1 0 0,-1 1 8 0,1 0 8 0,-1-3 6 16,0 0 12-16,-1-3-5 0,0 2 3 0,0-2 2 0,-2-2 0 0,-1 0-3 16,0 1 3-16,-1-2-1 0,-1 0-3 0,-1 0 4 0,-1-2-7 0,-1 0 0 15,-1 0 0-15,-1-1-9 0,-1-2 0 0,-1 0-4 0,-1-1-5 16,-1 1 3-16,-1-1-6 0,-1 2 0 0,-3 2 3 0,0-1-3 0,-1 1 7 16,-2 0 10-16,-1 0 2 0,0 0 1 0,0 1-2 0,-2 0-3 0,1 0-9 15,-1 2 10-15,0-1 0 0,0 2-5 0,0 0 10 0,0-1-5 16,-2 0-1-16,-2 1 0 0,-1-1 1 0,-3 0-4 0,1 1-3 0,-4 0-2 15,1 0 1-15,-3 0 0 0,-2 1 1 0,-2 1-3 0,-3-1 1 16,-3 0 2-16,-2 0 0 0,-3 0-1 0,-1 0-2 0,-3-2 0 0,-2 2-2 16,-3-2 2-16,-3 0-3 0,-3 0-4 0,-3 0-3 0,-4 0 7 0,-1-1 5 15,0 0 4-15,-1-1 0 0,-2-2 0 0,1 1-1 0,-2-2-2 16,-1 1-6-16,0 0 3 0,-2-1 3 0,1 2-1 0,-1-2 10 0,-1-1-9 16,1 2-1-16,-2-1 4 0,0 1-3 0,0 1-1 0,-3 1-1 0,0 1-1 15,-4 3-3-15,2 1 0 0,-3 1-2 0,1 3 4 0,-3 2-1 16,-1 2 5-16,-3 1 1 0,-1 2-3 0,-1 1-2 0,0 2-1 0,-1 2 4 15,-2 0 4-15,1 3-5 0,-1 0 3 0,-1 2-8 0,3-1-2 16,1 2 8-16,0 0-1 0,2 1 2 0,0-1 2 0,2 0-5 0,3 0 0 16,-1-1-1-16,3 1 8 0,0-2 0 0,0 1-2 0,1 1 1 0,-1 0-8 15,1 1 1-15,0 0 2 0,0 1 12 0,0 0-2 0,1-1 5 16,0 1 0-16,1 1-5 0,-2 0 4 0,1 1 1 0,3 0 9 0,1-1 0 16,2 1-1-16,1 1 2 0,0 1-11 0,2-1-8 0,2 0 1 0,1 1-5 15,3 1 12-15,2 0 7 0,1 1-1 0,1 0-4 0,2 1-12 16,2 0 0-16,3 0 0 0,3 1 4 0,1 0-3 0,5 1-1 0,2-2-1 15,2 1 1-15,5 0 3 0,3 0-4 0,2-1-4 0,4 2-2 16,2 1-1-16,5-2 1 0,1 3-2 0,4 0 1 0,2-2-7 0,1 2 0 16,5 0 2-16,-1 1-6 0,0 2 2 0,2 1-4 0,3 0-6 0,1 2-8 15,2 0-7-15,3 3-14 0,1-1-29 0,3 3-19 0,3-1-31 16,2 0-42-16,3 2-67 0,1 1-87 0,3 0-56 0,2 3-26 0,3-1-212 16</inkml:trace>
  <inkml:trace contextRef="#ctx0" brushRef="#br0" timeOffset="40449.3">3746 11680 422 0,'-7'-5'74'0,"0"0"-71"15,-1-1-13-15,5 1-2 0,2 0 4 0,1-2 1 0,3 0-2 0,0-1-1 16,2-1-3-16,0-1 0 0,0 0-1 0,2-2-3 0,-2 1-1 0,1 0 3 16,0-1 4-16,-1 1 7 0,-1 2 2 0,-1 0 6 0,-1 2 0 15,-1-1 5-15,0 2 3 0,-1-2 0 0,0 1 4 0,0-1-1 0,-1-1-1 16,2 1 5-16,-1-1-3 0,2 0 5 0,0 0 0 0,0-1-2 0,2 1 2 16,0 0-1-16,1-1-4 0,2 0-3 0,1 0-1 0,2-2-4 15,1-1 3-15,0 1 0 0,2 1 2 0,0 2 0 0,1 0 5 0,1 3 2 16,0 0 3-16,1 3 6 0,1 0 2 0,1 2 6 0,0 1 4 15,-1 2 4-15,0 1-1 0,1 2 2 0,-1 1-4 0,2 0-7 0,0 1-5 16,1 3-7-16,0 1-5 0,2 2-6 0,0 1-3 0,1-1-2 0,1 0-8 16,-1 1-5-16,0-1 3 0,1-1-5 0,-2 1 5 0,2 0 1 15,-2 0-2-15,2-1 2 0,-1 0 2 0,1-3 2 0,0 2 2 0,0-1-3 16,-1-2 0-16,3-1 1 0,0-1-1 0,3-1 5 0,-1-2-1 16,1 0 1-16,-1-2 1 0,1 0 4 0,0-1-3 0,1 0-2 0,0-1 3 15,1 0-7-15,-1-1 2 0,2 0 2 0,-1-1 0 0,0 0-1 0,-2 0 2 16,2 0 4-16,-1 0 1 0,1 0 5 0,0 1-1 0,0-1-2 15,-1 1 0-15,3 0-2 0,-1 0 2 0,1 1-3 0,-1 0 0 0,0 1-3 16,0 1-1-16,1-1 1 0,-1 1 0 0,0 2-3 0,0 1 3 0,1 1-2 16,-1 3 1-16,1 1 7 0,-3 1-6 0,1 0 4 0,0 1-3 15,-1 1-2-15,1 2 0 0,0 0-3 0,-2 0-3 0,5 1 0 0,-2 0 0 16,2-1-1-16,1 1-3 0,-1 0 4 0,2-1-6 0,0-2 3 0,1-3-2 16,3 0-4-16,-2-1 1 0,4-3-3 0,-2-1 6 0,0-2 0 15,3-1 2-15,-2-2 4 0,2-1 1 0,0-2 6 0,3 0-1 0,-1-2 0 16,0-1 2-16,0 0-2 0,1-1 6 0,0-1 4 0,0-2 3 15,0 0 2-15,1 1 6 0,0 1-3 0,-2 2 7 0,0 0 4 0,1 2 0 16,-1 2 7-16,-1 1-2 0,0 1-1 0,0 1-1 0,-1 0-8 0,0 1-1 16,1 0-8-16,-1 1-3 0,-1 1-3 0,1 0-9 0,-1 1-2 15,0-1-2-15,0-1-4 0,2 0 0 0,1 0 0 0,-1-2 0 0,3 0 0 16,-1-1-4-16,-1 0-1 0,-1-3 0 0,2 1 2 0,-1-1 3 0,-1 0-3 16,0-1 0-16,-1-1 2 0,-1 1 0 0,0-2 2 0,0 1 2 15,-2-1 2-15,1-1-2 0,0 1-1 0,0-1-1 0,-1 1 0 0,0-1 5 16,-1 0 0-16,-1 0-2 0,2 0 0 0,-1 0-5 0,0 1 2 15,0-1 5-15,-1 2-5 0,0 1 8 0,-3 0-2 0,1 2 3 0,-2 1 1 16,-2 1 1-16,2 1-8 0,-2 0 3 0,-1 2 0 0,-1 1 5 0,-2 0 1 16,0 2-3-16,2 0-6 0,-3 0-4 0,3 0-1 0,-1-1 2 15,1 1 4-15,1-2-4 0,2 1-1 0,-2 0 0 0,3-2-3 0,0 0 0 16,0 0 2-16,-1-1-1 0,3-1 1 0,-1 1 5 0,3-2-5 0,1-1-3 16,0 0 5-16,0 0-5 0,1-1 7 0,-1 0 1 0,1 0-1 15,1 0-3-15,-1 0 0 0,0 2 1 0,0-1-1 0,0 0 2 0,0 0-1 16,-2 0 1-16,0 1-5 0,2 1 7 0,-1 0-4 0,-1 0-6 0,-1 0 3 15,-3 0-8-15,-1 2-8 0,-1-1-18 0,0 1-33 0,-1 0-67 16,0-1-172-16,-1-1-123 0,1-1-14 0,1-3-116 0</inkml:trace>
  <inkml:trace contextRef="#ctx0" brushRef="#br0" timeOffset="70291.61">3653 11999 633 0,'-19'-9'18'0,"2"-2"2"0,-4-2-4 15,7 0 1-15,3 3-6 0,3 0-3 0,0-1-2 0,0 1-5 0,1-1 0 16,1-1 0-16,0 0 1 0,0 1-3 0,2-1 3 0,0 1-2 0,1 0 0 16,0 1 2-16,1 1-2 0,0 0 3 0,-1-1-2 0,1 1-1 15,1 1 1-15,-1-1 4 0,1 1 4 0,0 0 1 0,1 1 2 0,0-1 0 16,2 1-1-16,0-1 0 0,3-1-4 0,1-2-2 0,3 0 1 15,2-3-4-15,4-2 1 0,1 0 3 0,2-1-2 0,4-2 1 0,4-2-1 16,2 1 3-16,2-2 4 0,2-2 1 0,2 1 5 0,3-2 1 0,0 0 5 16,3 0 6-16,0 1 12 0,2 0-1 0,2 1 6 0,0 1 1 15,2 0-4-15,0-1 5 0,5 0-8 0,2-2-2 0,3 0-4 0,2 2-6 16,2 1 1-16,0 2-1 0,2 3-3 0,0 1-7 0,0 3-6 0,1 3-5 16,-2 4-1-16,-1 2-1 0,0 4-7 0,0 0 1 0,0 1-5 15,-1 2 1-15,1 3 2 0,1 0 0 0,-2 1-1 0,-1 1 1 0,-1 2 3 16,-2 2-2-16,-2 2 2 0,-2 2-7 0,-2 2 2 0,-3 3-3 0,-3 2 3 15,-4 2 3-15,-3 3-2 0,-3 2 4 0,-2-1-6 0,-4 4 0 16,-1-1 8-16,-4 2-4 0,-4-1 9 0,-2 1 3 0,-4-2-6 0,-2 0 3 16,-2-3-7-16,-4 2 3 0,-2 1 2 0,-2 0 4 0,-3 1 3 0,-3 0-3 15,-4-1 1-15,-4 1 3 0,-5 2 0 0,-3 0 3 0,-4 2-3 16,-4-2-4-16,-2 0 1 0,-3 0 5 0,-2-3 3 0,-1 1 4 0,-3-3-1 16,-2 1-1-16,0-4 0 0,-2 1-3 0,-4-3 4 0,0-1-6 15,-2 1-3-15,-2-3-1 0,-2 1-1 0,-2-1 2 0,-2-4-5 0,-1 0 2 16,0 0-3-16,-3-1 0 0,-1 0 2 0,-1 2-1 0,-1-1 2 15,-1-2-2-15,0 1 4 0,1-2 6 0,0-2 18 0,3-2 16 0,4-1 7 16,1-2 3-16,3-3-10 0,2-1-9 0,2-2-12 0,3-3-9 0,1 0-6 16,0-1-5-16,2-2 1 0,3 0-4 0,1-3-2 0,3 1-1 0,1-1 1 15,2 0 2-15,3-1 1 0,3 0-4 0,4 0 2 0,1 0-3 16,3 0 0-16,3 1-7 0,0 0-2 0,3 2-3 0,3-1-3 0,3 2-3 16,1 1-8-16,2 2-19 0,2 1-54 0,3 2-58 0,1 1-57 15,2 2-58-15,2 0-11 0,3 3 3 0,3 0 12 0,3 1 31 0,4 0-100 16</inkml:trace>
  <inkml:trace contextRef="#ctx0" brushRef="#br0" timeOffset="71258.61">5316 14048 1 0,'10'-6'0'0,"2"1"0"0,4-1 0 0,1 0 0 16,-1 0 0-16,0 0 0 0,1 1 3 0,1-2 7 0,0 0 11 15,-1 0 17-15,1 1 7 0,0 0 7 0,-1 1 4 0,0 0-2 0,0 1 4 16,-1 0-2-16,0 1 4 0,-1 1 0 0,1 0-5 0,0 0 1 0,-1 1-2 15,1 0 2-15,1 1-3 0,-1 0-6 0,1 0-2 0,1 0-4 16,0-2 0-16,0 1-3 0,3 0-4 0,2 0-3 0,0 0 0 0,1-1-1 16,0-1 2-16,0 0-3 0,2 0 1 0,-2 0 4 0,3 0 5 0,0-2 1 15,1 0 3-15,0-1-1 0,2-1-2 0,0-1 0 0,0 0-3 16,1-2-4-16,0 0-4 0,0 0-2 0,4-1-2 0,-2 1-2 0,0 1-2 16,0-1-4-16,1 2-7 0,0-1 0 0,3 2-1 0,-2 0 2 15,0 0-5-15,2 2 2 0,1 2-1 0,0 1 2 0,1-1-2 0,0 2-1 16,1 0-2-16,-1 2-5 0,1 0-2 0,2 3 2 0,-1-2 1 0,0 2-3 15,1 1 5-15,-1 0-6 0,2-1 5 0,-1 1-1 0,2-1 0 16,-2 0 3-16,0 0-6 0,2-2 4 0,-2 0-2 0,1-2 2 0,-1-2-1 16,0 1 3-16,1-2 4 0,-1 0 2 0,2-1 2 0,0-1 1 0,0 0 0 15,3-1 2-15,-1 1 9 0,2 0 2 0,0 1 6 0,1-1 0 16,1 1-8-16,-3 1-2 0,1 1-10 0,1 0-1 0,-1 1 4 0,1 0-5 16,-1 0-1-16,0 1-9 0,0 0 1 0,0 0 1 0,-1 1 4 15,-1 1-1-15,0 0-3 0,0 1 5 0,-1 1-5 0,-1 0 4 0,-2 1-2 16,1-1-3-16,-2 2 0 0,-2 0 1 0,0 1-2 0,-1 0 1 0,0-1 1 15,1 0 0-15,-2 0 1 0,1-1-2 0,-1 0 3 0,-1 0-3 16,1-2 7-16,-1 2-10 0,0 0 4 0,-1 0 5 0,-1-1-7 0,-1 0 9 16,0 0-5-16,0-1 0 0,-1 0 3 0,2-1-2 0,-3 0 8 0,4 0-1 15,-2 0-1-15,3 0 1 0,-3-1-7 0,-1 0 6 0,1 0-4 16,-1-1 0-16,2 0-6 0,-1 0 0 0,2-1-9 0,-3 2 2 0,0-2 2 16,-1 1-3-16,-1 1 8 0,-2-2 5 0,2 1 0 0,-2-1-4 0,0-1 4 15,-1-1-2-15,-1 0 4 0,0 0 3 0,2-2 5 0,1-1-5 16,-1-2 3-16,1 0-2 0,-2-1-4 0,2 1 5 0,-1 0-7 0,1 0 2 15,-1 0 1-15,1 1-5 0,-3 0 6 0,-1 1-9 0,-1 2 1 16,-2-1 4-16,0 3-2 0,0-1 6 0,-3 0 1 0,1 1 2 0,-1 0 5 16,-2 0 3-16,2 2-5 0,-3-1 0 0,1 1-7 0,-2 0-2 0,1 0-1 15,0 0-5-15,-3 1 1 0,2 0-1 0,-1 1 3 0,2-1 2 16,-2 0-3-16,0 1 4 0,-1-1 3 0,-2 1 0 0,1 0 4 0,-1-1-2 16,-1-1-4-16,0 0-2 0,-1 0 4 0,0 0-2 0,-1 0 7 0,0 1 5 15,-1-1-11-15,-2 1 6 0,1-2-8 0,0 1 2 0,-1 0 7 16,0 0-11-16,-1 1 0 0,0-1-4 0,0 0-5 0,0 0 5 0,0 1 1 15,-1 0-4-15,-1 0-3 0,0-1-2 0,-2 0-2 0,0 1-1 16,0 0-1-16,-1 0-11 0,1 0 0 0,-1 0-2 0,0 1-5 0,-2 0-2 16,1 0-14-16,-2-1-17 0,-1 2-19 0,-1 0-25 0,-1 0-20 0,-1 2-21 15,-2 0-27-15,0 2-21 0,-4 0-20 0,-1 0-2 0,-1 0 9 16,0 1 24-16,-1-1 21 0,1 0 24 0,-1-1 23 0,1-2-85 0</inkml:trace>
  <inkml:trace contextRef="#ctx0" brushRef="#br0" timeOffset="73265.61">7965 13548 369 0,'-63'-4'105'0,"-5"-3"-17"0,-16-3-14 16,9 0-12-16,11-4-9 0,2-2-5 0,1-2-1 0,2 0-4 16,1-3-7-16,2-2-6 0,1-1-3 0,1-2 5 0,2 0-1 0,3-3 8 15,1 2 12-15,4-2 4 0,2 0 6 0,1-1-3 0,4 0-4 0,2-3-10 16,2 2 0-16,2-1 5 0,3 0-11 0,4-1 10 0,3 0-3 15,2-2-8-15,4 2 2 0,3 0-8 0,3 1-4 0,4 0-4 0,2 0-9 16,4-3-8-16,5-1-13 0,5-2-1 0,7-5-4 0,7-1 0 0,5-2 6 16,7-1-2-16,6-1 1 0,5 0 3 0,6-2-2 15,5-1 1-15,3 1 1 0,4 0 0 0,0 2 0 0,4 3-8 0,2 1 1 0,1 2 3 16,2 3 0-16,3 1 9 0,2 0 1 0,0 4-2 0,2-1-4 16,3 3 1-16,1 1 3 0,2 0-2 0,3 0 1 0,2 0-2 0,2 0-2 15,3 0 4-15,1 2-2 0,2 2 0 0,2 0 2 0,-4 4-1 16,0 1 0-16,-3 3 2 0,-5 5-5 0,1 2-2 0,-3 2-1 0,-1 4-2 15,-2 3 4-15,-1 2 2 0,0 4 0 0,-2 1 8 0,-2 3-3 0,-1 3-3 16,-2 1-5-16,-3 4-1 0,-1 3 3 0,-2 4-2 0,-2 4 6 16,-3 4-5-16,-3 3-3 0,-3 6 1 0,-6 2 0 0,-4 2-4 0,-5 4-3 15,-4 4 5-15,-2 2-4 0,-6 2 2 0,0 3 9 0,-6 3 0 0,-2 1-1 16,-5 4 8-16,-3 3-8 0,-3 2 2 0,-2 0-1 0,-4 4-3 16,-4-1-4-16,-4 2 7 0,-1 2 4 0,-4 0-1 0,-3 1 8 0,-3-2-11 15,-1-3 1-15,-2-1 2 0,0-2-4 0,-1-3-2 0,-2-2 9 0,-2 0-2 16,-2-3 1-16,-2-1 7 0,-1 0-9 0,-3-3 0 0,-2-1 10 15,-3 0 0-15,-4-4 0 0,-2 0-4 0,-5-1-6 0,-3-2 1 0,-2 0 4 16,-5-1 8-16,-3-1-1 0,-4-3 3 0,-2 0-1 0,-3 1 0 0,-3-3 3 16,-4-1 1-16,-3 0 0 0,-2-1-2 0,-5-1-4 0,-2 0-7 15,-4-2 1-15,-3-1 8 0,-1-1 10 0,-2-3 11 0,2-1 11 0,-1-3 6 16,2-4 8-16,-1-5 11 0,2-3 1 0,0-4-6 0,0-3-13 16,2-3-7-16,-3-3-10 0,5-3-1 0,-2-3-10 0,2-3 5 0,0-5-1 15,0-1-3-15,3-6 11 0,-1-4-6 0,3-2 3 0,4-7 2 0,0-3 0 16,3-7-19-16,3-4-1 0,-1-7-8 0,4-5-3 0,2-5 24 15,4-3-5-15,4-6-5 0,3-3-17 0,2-6-12 0,0-5-17 0,2-3 6 16,2-3 2-16,3-2-3 0,3-1 11 0,4 0-15 0,2 0 9 16,5 2-28-16,1 0-34 0,0 3-5 0,0 1-10 0,0 2 30 0,-1 4 33 15,1 2 17-15,0 3-30 0,-1 4-3 0,0 2 2 0,2 3 8 0,0 4 34 16,5 4 6-16,0 5-5 0,0 1-2 0,1 3-8 0,0 2-1 0,2 2-7 16,2 3-9-16,1 2-7 0,1 4-6 0,2 1 1 0,-1 4-3 15,3 1-4-15,1 3-5 0,1 3-7 0,1 2-1 0,0 2-1 0,1 4 0 16,0 2 0-16,1 4 5 0,0 1 10 0,1 3 11 0,1 2 8 15,-1 2 3-15,1 0-5 0,2 2-2 0,0 1-6 0,1 1 2 0,0 1 3 16,1 1 5-16,1 1 5 0,1 0 3 0,1 0 2 0,0 2 3 0,2 0 5 16,1 0 3-16,0 0 1 0,1 0 0 0,2 0 1 0,1-1 0 15,1 1 3-15,3-1 2 0,1-2-3 0,1 1-7 0,2-1-11 0,-1 1-14 16,3-2-11-16,1 1-12 0,0 0-1 0,1 0-2 0,0 1 3 0,-2 0 8 16,0-1-1-16,1 0-32 0,-3 0-115 0</inkml:trace>
  <inkml:trace contextRef="#ctx0" brushRef="#br0" timeOffset="75115.61">4482 16110 333 0,'-20'-7'205'0,"-4"-2"-142"15,-5-1-19-15,3-2 10 0,3 2 4 0,2-2 9 0,-1 0-5 16,1 1-15-16,-1-1-4 0,1-1-10 0,1 0-3 0,0 0 4 0,-1 0 5 15,2-2 4-15,0 1-1 0,-1-1-11 0,2 1-6 0,-1 0-5 0,1-1 1 16,2-2 0-16,2 2 1 0,-2-1-2 0,0 0 5 0,1 0 7 16,1 0 1-16,-1-2 2 0,1 1-1 0,1-1 4 0,3 1-5 0,2-2 0 15,1 0-7-15,4 0-1 0,1-1-5 0,4-2-4 0,4 0 0 0,4-3 0 16,3-2 2-16,6-4 11 0,5-1 10 0,3-2 1 0,6 0 8 16,3-1-11-16,4 0-8 0,7 1-1 0,3 1-20 0,5 0 10 0,6 3-9 15,2-1-6-15,6 3 7 0,3 0-16 0,0 4 6 0,5 2-4 16,1 2 1-16,2 5 3 0,4 1-6 0,2 6 1 0,0 2-5 0,1 5-3 15,0 5-2-15,1 4-6 0,-1 6 3 0,-1 4-3 0,-1 7-5 0,-1 6-2 16,1 3-18-16,-3 5-2 0,-3 6-8 0,-1 5-11 0,-4 4-4 16,-3 2-9-16,-3 5 3 0,-5-1 11 0,-3-1 14 0,-2 1 12 0,-3-4 12 15,-2-1 4-15,-4-4 11 0,-5-5 10 0,-5-4 3 0,-4-5 10 0,-4-1 4 16,-4-4 9-16,-4-3 16 0,-5-4 14 0,-3-1 21 0,-4-2 22 16,-2-2 18-16,-5-1 12 0,-4 0 8 0,-3-1-10 0,-5-1-13 0,-3 1-13 15,-5 1-15-15,-4 1-15 0,-9 3-25 0,-4 0-18 0,-9 1-21 0,-3 1-5 16,-5 1-1-16,-7 1-2 0,-3-2-10 0,-7-1-14 0,-3 1 14 15,-3-3 1-15,-3 2 3 0,-5-2 9 0,-3 0-11 0,-4-1 1 0,-4-2 7 16,-2 0 1-16,-5-2 4 0,-2-2-4 0,-3-2-4 0,-3-2 5 16,-2-2-2-16,2-2-1 0,-1-4-1 0,1-3-6 0,-1-4 20 0,3-5 22 15,7-3 4-15,2-4 6 0,6-4 9 0,8-3 23 0,3-2 19 0,10-1 7 16,6-1-24-16,5-1-11 0,1-1-8 0,7 1-4 0,3 1 14 16,6 1-20-16,4 1 5 0,5 3-8 0,5 2-8 0,5 2-11 0,4 2-7 15,3 2-8-15,4 2-11 0,3 1-10 0,4 1-1 0,2 0-3 0,4 1-12 16,3 0 5-16,2-3-8 0,7 0 3 0,2-3 6 0,6 0-9 15,2-2 2-15,4-1 1 0,1 0-5 0,3 3 2 0,2-1-11 0,3 1 0 16,2 2-9-16,-1 2-3 0,1 0-7 0,1 2-19 0,-2 0 4 16,4 1 4-16,-1 1-3 0,0 1 0 0,1 1-17 0,-2 1-6 0,1 1-4 15,-2 1 1-15,-1 0 14 0,1 0 3 0,-1 2 5 0,0 0 3 0,-1 0-5 16,-2 1 5-16,-3-1 1 0,-2 1 4 0,-2-1 10 0,0 0 12 16,-3-1 15-16,0 0 15 0,-2-1 7 0,-2-1 3 0,-2 0 5 0,-1-1 2 15,-2-1 4-15,-2 1 1 0,0-1-3 0,-1-1 5 0,-1 0 0 16,-1-1 4-16,-2 0-3 0,0 0-3 0,-1 0 2 0,0 0-8 0,-2 1 6 15,1 0 0-15,-2 1-3 0,-1 2 1 0,0 0-7 0,-2 0 0 0,0 1-1 16,-1 2-9-16,0 0-2 0,-1 1-9 0,0 0 4 0,-2 0 3 0,0 0 1 16,0 2-3-16,-1 0-4 0,-2 2-1 0,1-1-1 0,-1 1-3 15,-1 1-10-15,0 0-4 0,0 0-11 0,0 0-15 0,0-2-13 0,0 1-13 16,2-1 5-16,0 1-132 0</inkml:trace>
  <inkml:trace contextRef="#ctx0" brushRef="#br0" timeOffset="75898.61">5729 14932 706 0,'-13'-3'118'0,"1"0"-82"0,-2 0-22 16,4 1 1-16,4 1 10 0,1 1-1 0,2 1-9 0,1 0-13 16,0 1-11-16,1 0-2 0,1 1-1 0,0 0-1 0,1 3 4 0,1 2 3 15,2 0 0-15,-1 2 4 0,2-1 1 0,1 1 1 0,0-2-1 0,1 1 3 16,1 0 1-16,0-1 4 0,0 0 6 0,2 0 1 0,0-1 2 0,2 0 7 16,0-3 5-16,1 1 6 0,2-1 4 0,2-2 3 0,1 1 9 15,2-1-4-15,3 0-1 0,-2-1-3 0,3-1-7 0,1 0 5 16,1-1-3-16,3 0 0 0,1 0-3 0,2-2-4 0,1 2 1 0,2 0-4 15,1-1 2-15,2 1-1 0,1-1-4 0,2-1 1 0,0 0-2 0,1 0-2 16,2-1 1-16,1 0 3 0,2-1-2 0,3 0 13 0,0-1 7 0,1 1 4 16,2-2 13-16,2 0 7 0,2-1-1 0,2 0 4 0,2-2-16 15,2-1-17-15,2 1-3 0,1-1-11 0,2 1-4 0,1 1-2 0,2-1-8 16,0 0 0-16,2 1-4 0,2 1 1 0,2-2-3 0,3 2-2 0,-1 0-1 16,3-1-1-16,-1 4 2 0,-1-1-2 0,0 1-5 0,-2 2 3 15,-1-1-2-15,1 3 2 0,-4 0 5 0,1 0-6 0,-3 1 3 0,-3 0-5 16,-1 0 4-16,-3-1 2 0,-3 0 2 0,-3 0 2 0,1 0 1 15,-2-1 1-15,-2 0 0 0,0 0 3 0,-4 1 4 0,-2-1-6 0,-1 1 2 16,-4-1-1-16,-1 1-5 0,-3 0 2 0,-2 1-1 0,-3 0-2 0,-2 0 3 16,-2 1 1-16,-4-1-2 0,1 1 4 0,-3 1-2 0,0-1-1 15,-4 0 1-15,-1 0-6 0,-2 0 3 0,-3 0 4 0,0 1-4 0,-1 0 6 16,-1 0-1-16,-2 0-7 0,-1 0 7 0,-1 0-5 0,-2 0 5 0,0 1-5 16,-2-1-3-16,-1 0 10 0,0 0-2 0,-2 0-2 0,0 0 4 15,-1 0-9-15,-1 1 2 0,0-2 4 0,-1 1-4 0,0-2 3 0,0 0-4 16,0 2 3-16,-1-2-5 0,0 1 1 0,-1 1 4 0,0-2-5 15,-1 2-6-15,1 0 2 0,-1-1-4 0,0 1 4 0,0-1 4 0,-1 0-3 16,1 1 1-16,-1-1 5 0,1 0 0 0,-1 0-1 0,1 1 1 0,1-2-6 16,-1 1 1-16,0 0 4 0,0 0-1 0,0 0 1 0,-1 0-10 15,1-1-6-15,-1 1-7 0,0-1-5 0,-1 0-2 0,1 1-14 0,1-1-9 16,-2 1-17-16,1-1-17 0,-1-1-28 0,1 0-41 0,-1 0-51 0,1-1-73 16,-2 0-56-16,-1 0-24 0,-2 0 17 0,-4-1-42 0</inkml:trace>
  <inkml:trace contextRef="#ctx0" brushRef="#br0" timeOffset="76634.12">5017 14947 1909 0,'-3'-3'74'0,"2"-1"-66"16,3 0-24-16,9 1-1 0,6 0 9 0,6 2 8 0,4-2-6 0,6 1 1 16,4 0-5-16,5 0-1 0,6 0 3 0,4 0 0 0,5 1 5 15,5 0 4-15,6 0 2 0,5 0-7 0,5 0 4 0,5 0-3 0,7 1 3 16,1 1-1-16,5 1-6 0,0 2 0 0,2 3-3 0,3 1 5 15,0 3-3-15,-1 4 0 0,0 2-2 0,-2 2-1 0,1 3 2 0,-2 3-7 16,-2 0-2-16,-1 2-16 0,-3-1-2 0,-3-1-5 0,-5-1 4 0,-3-3 0 16,-2-1-5-16,-5 0 0 0,-3-3-5 0,-3-1 2 0,-7-2-3 15,-3-1-13-15,-6-4-18 0,-4-1-18 0,-5 0-33 0,-1-1-33 0,-6 1-19 16,-2-1-13-16,-3 0-49 0,-3-1 37 0</inkml:trace>
  <inkml:trace contextRef="#ctx0" brushRef="#br0" timeOffset="76932.13">8035 14275 2604 0,'-28'-15'134'0,"-8"-4"-86"0,-11-5-45 0,-1 2-26 16,3 3-19-16,-3 4-26 0,-1 4-27 0,0 6-9 0,-3 4 5 0,0 4 27 16,0 3 29-16,-2 5 18 0,4 1 12 0,-1 3-1 0,2 2-2 15,-1 2 2-15,2 2-5 0,-3 1 5 0,1 2 1 0,0 1 1 0,-3 2 4 16,-1 3-7-16,-2 1 8 0,-4 4-3 0,-2 3-5 0,-2 2 10 0,-3 2-2 16,-2 3-1-16,0 1 8 0,-1-2-17 0,0 1-11 0,1-3-26 15,3-1-42-15,1-1-54 0,1-3-34 0,4-4-15 0,3-2 1 0,2-2 27 16,2-2 19-16,3-1 21 0,4-3 22 0,3-2 15 0,3-3 8 0,3-2 2 15,1-1-140-15</inkml:trace>
  <inkml:trace contextRef="#ctx0" brushRef="#br0" timeOffset="77132.12">5349 14772 1357 0,'0'-7'222'0,"3"0"-110"0,3-2-65 0,5 3-12 15,4 0 22-15,4 1 13 0,4 0 3 0,4 1-7 0,1 0-23 16,5 2-23-16,2 1-12 0,3 2-6 0,4 1-4 0,4 2 8 0,2 2-5 16,7 2 2-16,4 0-3 0,3 3 0 0,3 3 0 0,1 1-3 0,4 3-7 15,1 3-4-15,3 5-9 0,0 1-7 0,3 5-2 0,2 2-19 16,0 5-31-16,-1 3-71 0,1 5-66 0,0 3-91 0,0 5-55 0,1 6 28 16,2 4-67-16</inkml:trace>
  <inkml:trace contextRef="#ctx0" brushRef="#br0" timeOffset="81522.12">9330 5758 1655 0,'3'4'420'0,"-1"1"-213"0,2 1-1 0,-2 0 9 0,1 0-15 0,2 1-31 16,-1-2-38-16,1 2-31 0,-2 0-11 0,1-1-14 0,0 1-5 16,1-1-10-16,1 0-11 0,0 1 2 0,1 0-11 0,0 1-6 0,1 0 7 15,0 1-12-15,0 0 0 0,1 0 0 0,1 2-8 0,2 0 1 16,0 0-2-16,0 1-11 0,0 0-1 0,0 0 2 0,1 2-8 0,-1 1 0 15,3 0 4-15,-2-2-2 0,1 0 0 0,1 1 8 0,-2 0-6 0,1 0-6 16,0-3 4-16,0 0 0 0,-1 0 0 0,-2 0 6 0,-2 0-6 16,0-1-2-16,1 0 2 0,-2 1-6 0,1-2 10 0,-1 1-6 0,-2-2 2 15,-1 1-4-15,0-2 2 0,-2 1-2 0,0-1-8 0,-2 0-2 16,0 0-12-16,-1-2-14 0,-1 1-17 0,-1-2-25 0,-1 0-24 0,-2-1-30 16,1-1-48-16,-4-1-56 0,0-1-84 0,-2-1-114 0,-1-2-122 0,0-1-69 15,-1-1 70-15,0-2-27 0</inkml:trace>
  <inkml:trace contextRef="#ctx0" brushRef="#br0" timeOffset="81837.13">9095 6057 1078 0,'-1'-1'367'0,"1"1"-107"0,-1 0-21 0,2-1-2 16,0-1-12-16,2-1-27 0,0 0-34 0,1-1-21 0,1 0-22 0,0-1-15 15,0-1-9-15,2 0-15 0,0 0-9 0,0 1-11 0,1-2-12 0,1 1-10 16,0-1-4-16,1-1 0 0,-1 1-6 0,2 0 0 0,-1 0-5 16,0 1-3-16,1 1-2 0,-1-1-9 0,0 1 0 0,2-1 1 0,0 1 0 15,0-1-7-15,1 1-5 0,-2-1 4 0,1 1-4 0,-1-1 2 0,1 1 8 16,0 1-12-16,-1 0 0 0,0-1 4 0,1 0-8 0,0-1 6 16,-1 1-4-16,-1 0 6 0,1 1-6 0,1-1 0 0,-1 1 1 15,0 0-9-15,0 1 2 0,-3-1-1 0,1 1-8 0,0-1 2 0,-2 2-1 16,1 0-14-16,-1 1 8 0,0-1-16 0,-1 2-14 0,-1 1 0 0,0-1-14 15,0 2-5-15,-1-1-4 0,0 1-14 0,-1 0-9 0,-1 2-6 0,0 0-9 16,-1 0-27-16,-1 1-46 0,0 1-63 0,-1 2-94 0,-1 0-90 16,-1 1-15-16,0 1 48 0,-1 0-112 0</inkml:trace>
  <inkml:trace contextRef="#ctx0" brushRef="#br0" timeOffset="82070.12">9440 6358 734 0,'5'9'535'0,"2"-1"-178"0,1 0-50 0,0-1-12 0,0-2-17 16,-1-1-29-16,1 0-54 0,2-2-33 0,1-1-21 0,0-1-17 16,2-1-14-16,-1-1-17 0,2-1-14 0,1 0-22 0,0 0-4 0,0 0-3 15,1-1-9-15,0 0 17 0,-1 1-8 0,-2-2-7 0,0-1 1 0,-1 0-24 16,0 0-2-16,0 0-16 0,-1 0-2 0,-3 0 0 0,2-1 0 16,-1-1 0-16,0 1 0 0,-1-1 0 0,0-1 0 0,-1 1 0 0,-2-1 0 15,1 0 0-15,-1 0 0 0,0 0 0 0,0-2 0 0,-1 0 0 0,0 0 0 16,0-1-48-16,-1 1-33 0,0 1-23 0,-1-2-21 0,0 0-38 15,0 0-47-15,0-1-61 0,0 1-121 0,0-3-122 0,0 0-126 0,0-3 9 16,0 1-77-16</inkml:trace>
  <inkml:trace contextRef="#ctx0" brushRef="#br0" timeOffset="82754.12">9288 5505 479 0,'-20'20'141'0,"-1"1"-8"16,-4 8 35-16,1-2 24 0,4-2 0 0,0 0-20 0,0 1-32 16,2 0-26-16,3 0-16 0,-2 1 3 0,2 0 0 0,-1 1-3 0,3 0 4 15,1 1-8-15,0-1 1 0,-1-1-6 0,2 0-3 0,1 0-4 0,1 1-6 16,2 0-8-16,0 0-17 0,1-2 0 0,3 1-12 0,0-3-5 15,2 1 11-15,1 1-11 0,1-3-2 0,1 2 1 0,1-1-7 0,0 0 4 16,2 0 2-16,1-2-4 0,2 0-8 0,1 0-6 0,-1-2 12 0,2 1 1 16,1 0 5-16,1-1 5 0,0 0-14 0,1-1-4 0,1-2 1 15,1 2-2-15,1-2 6 0,1-1 1 0,0 0 1 0,3-1-4 0,1 1-1 16,0-3-2-16,1 2 1 0,1-2 3 0,2 0 2 0,2-1 1 16,-1-1 5-16,3-1-4 0,0-1-2 0,5-2 6 0,-1-1-2 0,2-2 0 15,1-2 0-15,0-1-5 0,4-2-1 0,0-1-1 0,1-2-2 0,1-2-6 16,-3-2 0-16,1-2 0 0,0-1-4 0,-1-1-4 0,0-1-4 15,-2 0 0-15,-1-1 0 0,0 1 0 0,-2-1 2 0,-1-1 2 0,-2 1 0 16,0-1-6-16,-1-1 0 0,1-2 0 0,-1-1 0 0,-1 1 0 0,0-3 0 16,-1 0 0-16,-2 0 0 0,1 0 0 0,-3-1 0 0,2 0 0 15,-1-1 0-15,-2 0 0 0,1-1 0 0,-2-1 0 0,1 2 0 0,-2-2 0 16,-2 0 0-16,-1 1 0 0,-2-1 0 0,0 0 0 0,-3-2 0 16,1 0 0-16,-2-1 0 0,-2 1 0 0,-1 1 0 0,-1-1 0 0,-3 2 0 15,-1 0 0-15,0 0 0 0,-3 0 0 0,-1-1 0 0,-1 2 0 0,-3-1 0 16,0 2 0-16,-1 0 0 0,-3 0 0 0,-1 2 0 0,-3-1 0 15,-1 1 0-15,-3 0 0 0,0 1 0 0,-2 0 0 0,-2 1 0 0,-1 0 0 16,-2 2 0-16,-2 0 0 0,-2 0 0 0,-1 1 0 0,0-1 0 0,-2 2 0 16,0 0 0-16,-2 0 0 0,1 2 0 0,-4 1 0 0,0 1 0 15,-1 1 0-15,0 1 0 0,1 1 0 0,-1 2 0 0,0 1 0 0,-1 1 0 16,0 1 0-16,0 2 0 0,-1 1 0 0,2 0 0 0,0 1 0 16,1 1 0-16,2 1 0 0,0 2 0 0,3 1 0 0,-1 0 0 0,1 2 0 15,-1 1 0-15,1 0 0 0,1 2 0 0,2-1 0 0,1 3 0 0,0 0 0 16,0 2 0-16,-1-1 0 0,2 2 0 0,0 2 0 0,2 0 0 15,-1-1 0-15,1 2 0 0,1 1 0 0,-1 1 0 0,1 1 0 0,2 1 0 16,-1 0 0-16,1 1 0 0,2-1 0 0,0 1 0 0,1 1 0 0,2-2 0 16,1 3 0-16,0-1 0 0,1 2-44 0,0 0-30 0,2-2-10 15,1 2-19-15,0-1-19 0,2 1-22 0,1 1-27 0,1 0-32 0,2-1-56 16,2 0-91-16,2-1-151 0,2-3-129 0,2 0 9 0,1-1-9 16</inkml:trace>
  <inkml:trace contextRef="#ctx0" brushRef="#br0" timeOffset="83770.17">11773 7937 317 0,'-1'1'187'0,"0"0"-19"0,-1 1 35 0,1 0 29 0,0-1 16 15,0 0-21-15,1 0-29 0,-1 0-24 0,1 0-12 0,0 0-5 0,-1 0-12 16,1 2-9-16,0-2-10 0,0 1-12 0,0 0-7 0,1 0-12 0,-1 0-4 16,1 1-7-16,0 0-2 0,0-1-9 0,0 1-11 0,1 1 6 15,-1 0-11-15,1 0-3 0,0 0-4 0,0 0-8 0,1 0 1 0,-1 1-4 16,1-1-5-16,0 0-7 0,0 1-4 0,0 1-2 0,0 0 1 16,0-1-3-16,0 1-1 0,1 1-1 0,0 0-3 0,0 1 0 0,2 1 0 15,-1 0-9-15,0 1-1 0,0 0-8 0,0 2 1 0,0 0 1 0,1-1 4 16,0 1 3-16,-1-2-1 0,1 0 0 0,1 1-4 0,-1-1-2 15,-1-1-4-15,2 0 4 0,-1-1-1 0,0-1 5 0,0 0-2 0,-1-1 0 16,-1 0 3-16,1 0-5 0,0-1 6 0,-1-1-21 0,0-1-7 0,0 0 3 16,0 0-5-16,-1 0 11 0,1-1-3 0,-1 0-7 0,-1-1-10 15,0 0-7-15,-1 0-9 0,-1 0-10 0,1-1-10 0,-1-1-15 0,0 1-11 16,-1-2-18-16,1 0-18 0,0-1-17 0,-1 0-28 0,1 0-24 16,-1-1-36-16,0-1-51 0,1-2-48 0,-1 0-33 0,0-2 1 0,2 0 38 15,0 0 79-15,0 0-97 0</inkml:trace>
  <inkml:trace contextRef="#ctx0" brushRef="#br0" timeOffset="84123.17">11936 7946 689 0,'-1'-2'257'0,"1"0"-11"0,1-1-4 0,0 1-8 16,0 1-25-16,0-1-10 0,0 1-13 0,1-1-13 0,0 1-15 15,1-1-16-15,0 1-15 0,-1-1-15 0,1 1-12 0,0 0-10 0,0 0-5 16,0-1-4-16,0 1-10 0,0-1-5 0,0 0-11 0,-1 1-3 15,1 0 1-15,-1-1-10 0,1 1-1 0,-1 0-2 0,0 0-2 0,0 0-3 16,0 1-4-16,-1 0-6 0,1 0-5 0,0 0 1 0,-1 1-1 0,1 1-4 16,0 1 1-16,0-1-9 0,1 2 2 0,0 0-6 0,0 1-2 15,0 1 8-15,1 0-2 0,-1 1 0 0,1-1-4 0,0 0-4 0,0 0 0 16,0-1-2-16,1 1 4 0,-1 1-2 0,2-1 0 0,-1 1 0 0,1-1-2 16,0 0 0-16,-1 0 2 0,1 1 2 0,-1-1 0 0,0-1 0 15,0 1-2-15,-1-1-2 0,1 0-2 0,-2 1 4 0,1-1-2 0,1 1 4 16,-1-1 0-16,-1 0-4 0,1 1-4 0,-1-1 0 0,0 0-4 15,0 0 6-15,-1 0-2 0,0-1-8 0,0 0 6 0,0 0-5 0,0-1-5 16,0 0-2-16,-1 0-7 0,0-1-8 0,-1 0-10 0,0-1-10 0,0 0-10 16,-1 0-5-16,0-1-12 0,-1 0-13 0,1-1-19 0,-1-1-25 15,-1 0-27-15,0-1-37 0,0 0-34 0,-1-1-59 0,0-1-62 0,-2 0-54 16,1-1-23-16,-2-1 29 0,2 0 48 0,-1-1 67 0</inkml:trace>
  <inkml:trace contextRef="#ctx0" brushRef="#br0" timeOffset="84437.17">11713 7907 706 0,'-2'0'288'0,"-1"1"-17"0,-1 1-13 0,1-1-7 0,1-1-18 16,1 1-25-16,-1-2-10 0,1 0-15 0,0 0-19 0,0 0-15 0,1 0-16 15,0 0-25-15,2-2-9 0,-1 0-14 0,1-1-15 0,2-1 0 16,-1 0-9-16,3-1-7 0,-1 0-5 0,1 0-6 0,1-1-4 0,-1-1-9 16,-1 1-5-16,2 1-2 0,1 0-8 0,0-1-1 0,0 1-4 15,0-1-3-15,-1 1 1 0,0 0-4 0,0 0-4 0,0 0-2 0,0 1 2 16,0 0 2-16,0 0 4 0,0 0-6 0,-1 0-8 0,-1 1 0 0,0 0-3 16,-1 0 7-16,0 1 0 0,-1 0-4 0,0 0-3 0,1 1-12 15,-1 0-8-15,1 0-9 0,-1 1-17 0,0 0-18 0,0 1-29 0,-2 0-30 16,1 1-39-16,-1 1-38 0,0 1-51 0,0 1-78 0,-1 1-107 0,1 0-97 15,-1 3 12-15,0 1-120 0</inkml:trace>
  <inkml:trace contextRef="#ctx0" brushRef="#br0" timeOffset="84670.17">11900 8276 985 0,'9'5'468'0,"0"0"-199"0,2 0-25 15,0-2-10-15,-1-1-7 0,1 0-29 0,1-1-35 0,-1-1-33 16,2 0-21-16,-1 0-12 0,0 0-13 0,-1 0-7 0,-1-1-18 0,-2 1-6 16,1-1-11-16,0 0-11 0,-1 1-3 0,0 0-11 0,-1-1-3 0,-1 1 3 15,-1 0-2-15,0 0-2 0,-1-2-5 0,0 1-3 0,0 0-5 16,-1-1-2-16,0 0 6 0,-1-1-4 0,0 0 2 0,0 0 2 0,-1 0-17 16,0-1 3-16,-1-1-10 0,0-1-14 0,-2 1-3 0,0-1-34 15,-1-1-40-15,-2-1-45 0,1-1-84 0,-2-2-92 0,0 1-150 0,0-2-163 16,-3-2 20-16,-1-1-36 0</inkml:trace>
  <inkml:trace contextRef="#ctx0" brushRef="#br0" timeOffset="85287.68">11256 7619 1929 0,'-3'0'299'0,"2"1"-111"0,-2 0-27 16,2-2-8-16,0 0 5 0,1-1-9 0,1 0-8 0,1-2-18 0,0 0-14 16,1-1-12-16,2 0-17 0,0-2-14 0,2-1-5 0,0-1-13 0,2-2-8 15,0 0-1-15,1 0-12 0,0-1-2 0,1-1 2 0,2 0-5 16,1 0-4-16,0 0-1 0,-1-1-7 0,1 0-2 0,0 1 0 0,0-2-6 16,2 1 2-16,1 0 4 0,1-1-2 0,0 1-2 0,1 2 6 0,0-2-6 15,0-1-4-15,-1 2 4 0,0 0 0 0,-1 1-2 0,0 1 2 16,0 0 2-16,1 0-6 0,0 1 0 0,-1 1 4 0,1-1-4 0,0 2 2 15,-1 0 0-15,1 1-2 0,1 1 6 0,-1 0-8 0,0 1 2 16,0-1-6-16,0 3-2 0,0 0 6 0,0 1 2 0,1 0 2 0,-1 2-2 16,0 1 4-16,1 0 2 0,0 2-4 0,-2 1 2 0,2 1-6 0,-1 1-4 15,-1 1 8-15,1 1 0 0,1 2 2 0,-1 1 0 0,2 2 2 16,2 0-6-16,-2 2 2 0,1 0 4 0,0 1-4 0,-1 1-2 0,0 2 0 16,1 1 0-16,0-2 0 0,0 2 0 0,2 0 0 0,-2-1 0 0,1 1 0 15,1 2 0-15,-2-1 0 0,0 1 0 0,0 0 0 0,-2-1 0 16,1 3 0-16,0-1 0 0,-3 2-4 0,0 0-4 0,-2-1-6 0,0 2 20 15,0-1-8-15,-1 1-4 0,-1 0 4 0,-1-1 0 0,-2 1-6 16,-2-1 4-16,-1 1 2 0,-1 2 0 0,-1 0-6 0,-2 0 6 0,-1-1-2 16,-1-1 0-16,-2-1-2 0,-2 1 0 0,-1-2 0 0,-2 2-6 0,-1-2 6 15,-2 0-6-15,-1 0 2 0,-3-2 5 0,-3 2-17 0,-3-2 8 16,1-1 0-16,-4 0-1 0,-1 0 9 0,-1-2-4 0,-3 0 2 0,0-1 1 16,-2-1 5-16,-1-2 4 0,-2-1 2 0,2-2-1 0,-1-2 3 0,1-1-2 15,0-3 0-15,0 1 0 0,-3-3-4 0,2-1 0 0,-1-1 4 16,1-3-2-16,1-2 2 0,1-2 2 0,-2-2-1 0,2 0 3 0,-1-3 4 15,2-3 0-15,-1-1 6 0,1-4-1 0,0 0 3 0,2-2 0 16,-2-1-2-16,3 0 2 0,1-1-14 0,0-1 14 0,4 2-12 0,0-1-8 16,3 1 0-16,1-1 0 0,3 0 0 0,-1 3 0 0,2-2 0 0,1 0 0 15,1 2 0-15,2-2 0 0,1 1 0 0,1 1 0 0,1-2 0 16,1 1 0-16,1 0 0 0,1 0 0 0,0 0-14 0,2 2-14 0,0 0-8 16,0 1-17-16,2 1-18 0,-1 2-16 0,2 0-34 0,0 1-35 0,0 1-54 15,2 0-85-15,0 1-153 0,0-1-164 0,0 1-129 0,3 0-165 16</inkml:trace>
  <inkml:trace contextRef="#ctx0" brushRef="#br0" timeOffset="86036.68">11614 9192 775 0,'-1'3'308'15,"0"-1"-43"-15,0 1-21 0,-1 0-4 0,1-1-9 0,1 2-32 16,0 0-23-16,0 1-22 0,0 0-19 0,0 0-13 0,1 0-12 0,0 0-18 16,0 1-10-16,0 1-8 0,1 1-10 0,0 0-10 0,0 2-6 0,0 1-4 15,1 1-5-15,1-1 1 0,1 3-10 0,0 0-2 0,1 1-4 16,1 1-5-16,0 0 1 0,2 2-1 0,0-1 0 0,1-2-2 0,0 2-4 15,1 1-1-15,-1-1 1 0,1-2-13 0,-1 0 2 0,-1 0-2 16,1-1 13-16,0-1 18 0,-1 1-14 0,0-1 0 0,0 0-13 0,-1-1-8 16,-1-2 8-16,0-1-4 0,-1 1-9 0,0-2 1 0,-2-1 4 0,-1 0-11 15,0-1 13-15,-1 0-4 0,1-3-5 0,-2 1-3 0,1-1-11 16,-1-1-22-16,0 0-11 0,0-1-21 0,0-1-22 0,0 0-9 0,-1-1-25 16,1-2-30-16,-1 0-32 0,1-1-59 0,-1-1-77 0,0-2-46 0,0-2-47 15,0-1 2-15,-1-1 50 0,0-1 86 0,1 0-5 0</inkml:trace>
  <inkml:trace contextRef="#ctx0" brushRef="#br0" timeOffset="86470.21">11939 9224 680 0,'-2'1'279'0,"0"-1"-4"15,-1 0-17-15,0 0-20 0,1-1-31 0,0 0-24 0,0 1-6 16,1 0-11-16,-1 1-17 0,1-1-16 0,0 1-17 0,0-1-10 0,0 0-8 15,0 0-6-15,1 1-7 0,-1 0-10 0,1 0-2 0,0 0-6 0,0 0-8 16,0 1-3-16,0 0-7 0,1 0-4 0,0 1-7 0,0 0-3 16,1 1-9-16,1 0-1 0,-1 0-3 0,1 1-7 0,1 1-1 0,0 0-3 15,1 1-5-15,0 0 4 0,0 1-6 0,0 0-2 0,1 1 5 0,0-1-5 16,1 1 2-16,0 0 2 0,-1 1-6 0,2 0 2 0,-1 0-6 16,0-1 0-16,-1 1 4 0,1-1 0 0,-1 0 0 0,-1 0-2 0,1-1 2 15,-1 0 0-15,0-2-6 0,0 1 3 0,0 0-3 0,-1 0-4 0,0 0 2 16,1-1-1-16,-1 0-7 0,-1 0-3 0,1-1-12 0,-1 0-15 15,0-1-17-15,0-1-8 0,0 1-15 0,0-1-15 0,0-1-20 0,0 0-33 16,-1-2-46-16,2 0-68 0,-1-1-101 0,0-1-99 0,0 0-56 16,0-2 22-16,1-1 71 0,-1 1 93 0</inkml:trace>
  <inkml:trace contextRef="#ctx0" brushRef="#br0" timeOffset="86754.21">12163 9128 1253 0,'-2'-2'387'0,"0"-2"-84"0,-2 0-43 0,2 2-27 16,-1 0-34-16,2 1-30 0,0 0-21 0,1 1-16 0,-1 0-13 0,1 1-19 15,0-1-11-15,0 1-13 0,1 0-9 0,0 0-5 0,0 1-8 0,1 0-1 16,0 1-5-16,1 0-8 0,-1 0-5 0,2 1-6 0,-1 1-8 16,0 1-3-16,2-1-8 0,-1 2-8 0,1 1 4 0,1 0-4 0,0 2-1 15,0-1 1-15,-1 3-4 0,1-1 10 0,0 0-8 0,1 0 0 0,-2 0 0 16,1-2-8-16,0 2 1 0,-1 0-5 0,0-1 0 0,0-1-1 15,0 1-9-15,0-1-1 0,-1 0-12 0,1 0-5 0,-1 0-15 0,1 1-10 16,-2 0 0-16,1-1-4 0,-1 2 8 0,1-1-1 0,0-1-5 16,0-1-4-16,-1-1 4 0,1 1 0 0,-1 0-7 0,1-2-17 0,-2 2-18 15,1-1-22-15,-2-1-31 0,1 0-49 0,-1 0-65 0,-1-2-77 0,1-1-48 16,-1-1 2-16,-1 0 46 0,0-1-93 0</inkml:trace>
  <inkml:trace contextRef="#ctx0" brushRef="#br0" timeOffset="87170.21">11532 9106 803 0,'-4'-1'281'16,"0"0"-48"-16,-2 0-17 0,2-1-18 0,1 0-4 0,1 0-20 16,-1 0-14-16,2 0-9 0,0-1-19 0,0 1-5 0,2-1-10 0,-1 1-7 15,1-2-6-15,1 1-10 0,1-1-10 0,1 0-6 0,1 1-13 0,2-3-7 16,0 1-7-16,2-1-3 0,0 0-8 0,0 0 3 0,3-1-4 16,1 0-7-16,2-1-1 0,0 0-9 0,1 1-3 0,1-2-2 0,1 1-1 15,1-1-7-15,1 1-3 0,2-1 2 0,-1 0-3 0,1 1 1 0,0-1-12 16,-2 1-11-16,1 0 2 0,0 1-2 0,-1 1 15 0,0-1 17 15,0 2-2-15,-3 0 5 0,1 0-7 0,0 0-11 0,-2 0 2 0,1 0-4 16,-1 1 6-16,-3 1-6 0,0 0 2 0,-3 1 4 0,1-1-6 16,0 1 4-16,-2 1 2 0,0-1-2 0,-1 2 3 0,-2-1 1 0,1 1-4 15,0 1 2-15,-1-1-2 0,0 1-2 0,-1 0-2 0,0 1-4 0,0 0 4 16,-1 0-3-16,0 0-5 0,0 0 0 0,-2 0-11 0,1 0-13 16,-1 1-17-16,-2-1-28 0,1 2-29 0,-1-1-27 0,-1 2-29 0,1-1-49 15,-1 0-48-15,0 1-72 0,0 2-95 0,0 1-82 0,-1 2-12 0,0 0-45 16</inkml:trace>
  <inkml:trace contextRef="#ctx0" brushRef="#br0" timeOffset="87487.21">11961 9885 1322 0,'7'0'389'0,"3"1"-123"0,1 1-27 0,1-2-6 0,-1 0-31 16,0-1-40-16,-1 0-27 0,1-1-25 0,-2 0-5 0,1 0-13 0,1-1-13 15,-1 1-12-15,-1-1-11 0,2-1 0 0,-2 0-6 0,2 1-3 0,0-2-4 16,1 0-9-16,1-3 0 0,-3 1 1 0,2-3-4 0,-1 1-3 16,-1 0-6-16,2 0-1 0,-1-2-2 0,0 0 1 0,0-1 3 0,0-1-5 15,0 0-4-15,-1 1-4 0,0-2-6 0,1 1 3 0,0-1-5 0,0 0 2 16,1 0-4-16,-1-1 2 0,-2 2 0 0,2 1 6 0,0 1-6 15,0-1-2-15,-1 1 0 0,0 0-6 0,-2 2 12 0,1 1-24 0,-1-1-5 16,0 2 3-16,-1 1-17 0,-1 0 29 0,0 0 0 0,-1 2-21 16,-2 0-11-16,0-1-47 0,-1 1-32 0,-2 0-48 0,1 0-56 0,-2 1-88 15,0-2-140-15,0 0-160 0,-1-1-95 0,-1-1-124 0</inkml:trace>
  <inkml:trace contextRef="#ctx0" brushRef="#br0" timeOffset="88287.21">12415 8513 596 0,'-14'-7'138'0,"-4"0"2"0,-4-1 16 15,1 3 9-15,1 1-7 0,-1 0-16 0,0 2-7 0,-1 0-13 0,0 1-9 16,0 1-6-16,-2 1-19 0,-1 0-10 0,-1 1-5 0,1 1-11 15,2 1 2-15,0 0-3 0,1 1-6 0,2 1-3 0,-3 0-7 0,3 1-3 16,-1-1-4-16,-1 1-4 0,4 2 0 0,-3 0-7 0,1 2-4 16,2 0 0-16,-2 1-6 0,2-1-1 0,-1 1-3 0,1 0-1 0,0 2-2 15,1 0-2-15,3-1 1 0,-1 2-1 0,1 0 2 0,1 1 0 0,0 0-1 16,2 1 1-16,0 2 0 0,0-1-2 0,1 3-1 0,1 0-4 16,0-1 9-16,1 2 0 0,-1 0-5 0,1 0 15 0,0 1 0 0,2 0 4 15,0-1 17-15,0 1-10 0,2-1 1 0,0 1 4 0,1 0-4 0,1-2 3 16,1 1 2-16,1 0-1 0,-1 0 2 0,1 1-4 0,0 0-3 15,1 0-5-15,0 0-2 0,2-2-1 0,0 1-2 0,1-1-5 0,1 0-1 16,0 0 0-16,1 1 0 0,0-2 4 0,1 2-10 0,1-1 6 16,-1-2-4-16,0 2-2 0,1-1-11 0,0-2-3 0,1 1 18 0,1 1 2 15,1-3 17-15,1 2-1 0,0-1-16 0,1-1 2 0,2-1-3 16,1 0 3-16,0-1-3 0,3 0 7 0,0-4-1 0,2 0 3 0,0-1-7 16,2-3-1-16,1 0 3 0,1-1-6 0,0-1 10 0,3-1-4 0,1-2 0 15,0-2-2-15,2 0-8 0,0-2-10 0,1 0 0 0,2-2 0 0,1-1 0 16,1 0 0-16,-1-2 0 0,0 1 0 0,1-2 0 0,0-1 0 15,2-2 0-15,-1 0 0 0,1-2 0 0,-1-1 0 0,0 0 0 0,1-1 0 16,-2-1 0-16,1-1 0 0,-1-1 0 0,-1-1 0 0,2-2 0 0,0-1 0 16,1 0 0-16,-2-2 0 0,-2 0 0 0,2-2 0 0,-2-1 0 15,1 0 0-15,-2-1 0 0,0 1 0 0,-2-3 0 0,0 0 0 0,-2-2 0 16,1 0 0-16,-2-2 0 0,-1 3 0 0,-1-2 0 0,-1 1 0 16,-2-1 0-16,-2 1 0 0,1-1 0 0,-1 1 0 0,0-1 0 0,-2 0 0 15,-2 1 0-15,-3-1 0 0,-2 3 0 0,-1-1 0 0,-2 1 0 0,-2 0 0 16,-2 1 0-16,-2-1 0 0,-2 1 0 0,-2-1 0 0,-2 1 0 15,-2 1 0-15,0 1 0 0,-3 0 0 0,-1 1 0 0,-1 2 0 0,-2-1 0 16,0 2 0-16,-4 0 0 0,-1 2 0 0,-1 2 0 0,-1 1 0 0,-1 1 0 16,-1 1 0-16,0 2 0 0,-2 1 0 0,0 1 0 0,-3 1 0 15,-2 2 0-15,0 1 0 0,-2 0 0 0,1 2 0 0,-3 0 0 0,1 1 0 16,-3 2 0-16,1 0 0 0,-1 2 0 0,0 1 0 0,1 0 0 16,-3 2 0-16,0 0 0 0,-2 2 0 0,0 0 0 0,1 1 0 0,-1 1 0 15,1 1 0-15,-1-1 0 0,-1 3 0 0,0 1 0 0,-1 0 0 0,-1 3 0 16,0 0 0-16,-2 1 0 0,2 1 0 0,0 0 0 0,0 2 0 15,1-1 0-15,0 3 0 0,-1 1 0 0,2-2 0 0,2 2 0 0,0 0 0 16,2 1 0-16,1-1 0 0,2 1 0 0,1-1 0 0,1 1 0 0,1 1 0 16,2 0 0-16,1 2 0 0,1 0 0 0,0-1 0 0,3 1 0 15,1-2 0-15,1 1 0 0,1 1 0 0,2-2 0 0,1 2 0 0,1-2 0 16,2 1 0-16,0-1 0 0,1-1 0 0,1 1 0 0,1-1-64 16,1-2-39-16,3-2-6 0,0 1-29 0,2-1-21 0,1-2-62 0,1 0-80 15,1-1-103-15,2 0-163 0,2-2-121 0,1 0 38 0,2 0 69 0</inkml:trace>
  <inkml:trace contextRef="#ctx0" brushRef="#br0" timeOffset="88821.21">12172 10106 1475 0,'-1'5'363'0,"1"1"-78"0,1 2-48 0,-1-1-17 0,1 0-34 15,1-1-32-15,1 2-23 0,1 0-25 0,0 0 11 0,1 2-14 0,0 1-13 16,0-1-7-16,2 1-27 0,-1 1-9 0,1-1-5 0,-1 2-12 0,1-1-3 16,1 1 0-16,0 2-14 0,-1-2 1 0,2 2-5 0,-1 1-1 15,2-1 0-15,-2-1 0 0,2 2-10 0,-1 1 2 0,1-1 0 0,1-1-4 16,-2 1 10-16,0 0-6 0,0-1 0 0,-1-2-12 0,0 0 0 0,1-1 5 16,-2-3-9-16,0-1-5 0,0-1-21 0,-2-1-23 0,-1 0-23 15,0-2-29-15,-1-1-26 0,1-1-42 0,-1-2-58 0,0-1-93 0,-1-1-154 16,0-2-134-16,-1-2 3 0,0-3-40 0</inkml:trace>
  <inkml:trace contextRef="#ctx0" brushRef="#br0" timeOffset="89139.21">12546 10022 924 0,'0'4'342'0,"1"3"-68"16,0 2-37-16,1-1-9 0,-1 1-15 0,2 2-31 0,0 0-24 0,-1 2-18 15,2-1-25-15,-2 2-20 0,2 0-26 0,0 0-19 0,0 1-2 16,1-1-4-16,1 2 0 0,-1 1-9 0,0 0-12 0,2 1-5 0,1 0 1 16,0 0-6-16,1-1 6 0,-1 0-2 0,1 0-8 0,-2-2 10 0,0-2-8 15,1 1 0-15,0-2 2 0,1 0-10 0,0-2 8 0,-1-2-2 16,0-1-1-16,-1-1 3 0,0-2-4 0,1-1 2 0,-1-1 4 0,-1-2 3 16,0 0 1-16,-1-2 3 0,0 0 2 0,-1-2 4 0,-1 0-1 15,0-2-7-15,-2-1 3 0,0 0-10 0,0-3 2 0,-1 0-1 0,-1-2-7 16,0-1-3-16,0 0-5 0,0-1-3 0,-1-2 4 0,0-1 4 0,0 1 4 15,0-2-6-15,-1-1 3 0,0-1 1 0,-1 2-6 0,1-3-9 16,-1 3 17-16,1 1-10 0,0 0 11 0,1 1 7 0,0 1-16 0,1 3 2 16,0 2-4-16,1 2 6 0,0 3-6 0,-1 2-2 0,1 1 1 0,-1 2-7 15,0 0 1-15,0 2-6 0,0 0-11 0,0 2-9 0,0 1-21 16,-1 2-19-16,0 1-17 0,-1 1-27 0,1-2-34 0,-1 2-43 0,0 0-75 16,0 0-109-16,-1-1-127 0,0 0-66 0,0-1 58 0,-1 0 22 15</inkml:trace>
  <inkml:trace contextRef="#ctx0" brushRef="#br0" timeOffset="89471.21">12155 10170 986 0,'-4'-3'231'0,"-1"1"-11"16,-1-1-14-16,2 0-11 0,1 1-16 0,2-1-28 0,1 0-7 0,0-1-7 16,0 0-2-16,2 1 6 0,0-1-9 0,1-1-15 0,0-1-10 0,2-2-25 15,0 0-10-15,2 1-6 0,1-2-6 0,1 1-13 0,2-1-10 16,-1 0-6-16,1 0-3 0,1 0-4 0,0 2 2 0,1-1-6 0,1 0-9 16,0 0 10-16,0 0-12 0,-1 0-3 0,1 1 2 0,1 1-12 0,0 0 8 15,-1 2-1-15,1-1-3 0,-2 0 2 0,1 1-6 0,-1 1 6 16,-1 1-4-16,0-2 2 0,0 1-1 0,-2 1-13 0,0-1 5 0,-3 2-10 15,0-1-3-15,0 1-8 0,-2 0-20 0,1 0-14 0,-1 0-20 16,-1 1-21-16,0 1-26 0,0 0-39 0,-1 0-57 0,0 0-87 0,-1 2-146 16,-1 1-121-16,0 1 10 0,0 2-60 0</inkml:trace>
  <inkml:trace contextRef="#ctx0" brushRef="#br0" timeOffset="89821.21">12398 10906 972 0,'4'0'299'0,"2"-2"-66"0,0-1-33 0,1 1-8 0,-1-2-16 16,0 0-35-16,1-1-18 0,0-1-12 0,1 1-14 0,-1-1-8 0,1 0-18 15,-1-1-17-15,1 0-4 0,1 1-14 0,1 0-6 0,-1 1 4 0,0 0-5 16,1 1-1-16,-2-1 5 0,1 1-13 0,0-1 4 0,0 1-3 16,1-1-3-16,-1 1-1 0,-1-1-5 0,2 1-1 0,-1 1 10 0,0 0 0 15,1 0-7-15,-2 1 5 0,0-3-14 0,-2 0 1 0,1 0 1 16,-1 0-9-16,0-1 9 0,0 1 0 0,0-1-1 0,0 0-1 0,0 0-7 16,-1 1 2-16,1 0 2 0,-1 1 0 0,-1-1-2 0,1 1 3 0,0 0-5 15,-1 0-5-15,0 1 4 0,0 1-8 0,-1-1-5 0,-1 1-12 16,1 1-14-16,-2 0-30 0,0 0-37 0,-1-1-57 0,0 1-87 0,-2 0-91 15,0-1-105-15,-1 1-92 0,0-2 21 0,-2 0-40 0</inkml:trace>
  <inkml:trace contextRef="#ctx0" brushRef="#br0" timeOffset="90487.21">11891 10265 1764 0,'-8'0'193'0,"0"-2"11"0,-1 0-29 15,2 0-11-15,1-1-21 0,2 0-21 0,1-1-6 0,1 1-3 0,2-1-4 16,1-1-5-16,1 0-8 0,1 0-11 0,1-3-16 0,1 0-13 16,0-1-4-16,3 0-24 0,0-2-4 0,2 0-1 0,0 0 1 0,1-1 16 15,1 1-3-15,2-2-3 0,0 0-15 0,3-1 0 0,-1 0 3 16,2 0 3-16,0-1-6 0,0 2-7 0,0-1 0 0,1-1-6 0,2 1-2 15,0 1 5-15,2 1-7 0,2-1 4 0,-2 2 0 0,0-1-10 0,-1 1 10 16,1 1-2-16,-1-1-2 0,-1 1 4 0,2 1-6 0,0 0 2 16,0 0 0-16,0 2 0 0,-1 2-4 0,2-1-2 0,-2 1-6 0,0 1 10 15,1 1-6-15,1 2 4 0,-3 0 8 0,2 2-12 0,-2 0 6 0,2 0-2 16,-1 1 0-16,-1 0 6 0,0 1 0 0,0 1-2 0,-1 2-2 16,1-1-2-16,1 2 2 0,-1 0 2 0,1 1 0 0,-1 0 0 0,-2 0-4 15,1 2-4-15,0 0 4 0,-2 0 0 0,2 2 4 0,0 0 6 0,-1 1-8 16,3 1 2-16,-1 0-4 0,-1 3 4 0,1 0-2 0,0-1-8 15,-2 1 10-15,1 2-10 0,-1 0 6 0,-1-1 6 0,0 1-23 0,0 0 1 16,-1-1 12-16,-2 1 6 0,1 2 18 0,0-3-3 0,0 2-13 16,-2 0 0-16,-1-1-10 0,0 1 10 0,-1-1 2 0,-1 1-15 0,-1-1 5 15,0 2-6-15,-1 0 2 0,-2 2 6 0,0 0-5 0,-3 1 1 0,-1 1-6 16,-1-1-3-16,-4 1 7 0,0 1-7 0,-4 0 1 0,-1 1 3 16,-2 1-4-16,-2 0 9 0,-2-1-1 0,0 1-12 0,-2-1 15 0,-1-1-8 15,-2 1 13-15,0-1 12 0,-2 1-9 0,-1-2 6 0,1-1-12 0,-1 0 6 16,-1-3 1-16,-1 0 1 0,-1-1 0 0,0-1 0 0,-2 0-4 15,0 0 9-15,-2-2 7 0,0-2-9 0,1 0 3 0,-1-2-4 0,0-2 1 16,-1-2 5-16,-1 0-8 0,-2-2 2 0,2-1-3 0,-2 0 7 16,3-2 2-16,-1-1-3 0,0-1 5 0,0-2-8 0,0-2 0 0,0-1 3 15,1-1 5-15,-2-2 11 0,2-2-5 0,-1-2-4 0,2 0-1 16,-1-4-7-16,2-2 4 0,-1-1 4 0,2-2-6 0,1 0 2 0,0-1 2 16,2 1-6-16,-1-1-2 0,0 0 4 0,3 1-2 0,0 3 0 0,2-2 0 15,3 1-8-15,0 2 0 0,1-2 4 0,2 2-2 0,2-1-4 0,0 2 4 16,1-2-16-16,0 1 18 0,2 1 6 0,0 1-10 0,1-1 0 15,2 0 0-15,0 0 0 0,2-1 0 0,-1 2 0 0,3 0 0 0,-1-1-12 16,2 1-12-16,0 1 0 0,1 0-10 0,0 0-25 0,2 0-15 16,-1 2-29-16,1 0-16 0,1 3-22 0,0-1-30 0,-1 0-56 0,2 2-104 15,-1-1-162-15,2 1-136 0,0 1-53 0,0 0-77 0</inkml:trace>
  <inkml:trace contextRef="#ctx0" brushRef="#br0" timeOffset="93104.21">11343 11521 1387 0,'-12'-4'150'0,"2"1"2"0,-1-1-33 16,4 3-17-16,3-1-28 0,1 0-25 0,1 1-23 0,0 0-13 0,1 0-15 16,1 0 5-16,-1 1-6 0,0 0 5 0,0 0-2 0,-1 1-9 0,0 0 8 15,-1 1-4-15,0 0 3 0,-1 0 3 0,0 2-4 0,-1 1 7 0,0 0 1 16,1 1 2-16,0 1 6 0,0 1 1 0,0 2 7 0,0 1 7 16,1 2-3-16,-1 3 10 0,1 3-1 0,0 4 3 0,-1 4 3 0,2 2-10 15,-1 4 2-15,1-1 0 0,1 0-4 0,1-2 1 0,1 0 3 0,2-3-11 16,2 1 5-16,0-2-7 0,3-4 8 0,0-2 9 0,2-3 5 15,2-4-6-15,1-3 4 0,0-1 6 0,0-3 4 0,-1-2 20 16,0-1-3-16,0-2-4 0,0-2 0 0,-1-2-8 0,-1-2-6 0,1 1 9 16,-1-3-5-16,0 0-11 0,-1-3-1 0,0-1-18 0,0-2-9 0,-1-2 5 15,0 0-11-15,0 1 1 0,-1-2 3 0,0 1-6 0,-1-1 3 0,-1 1-1 16,0-2-3-16,0-2 5 0,-1 1-2 0,2-4 1 0,-1-1-3 16,1 0-3-16,0-5 0 0,0 1 2 0,1-3-4 0,0 0 1 0,2 1 1 15,-1 1-7-15,1 3-1 0,0 1-1 0,0 3-1 0,0 2 8 0,-2 5-7 16,0 2 0-16,-3 4-4 0,-1 3-13 0,-1 1-2 0,-1 2-14 15,-1 2-11-15,-1 2-16 0,-1 1-14 0,0 2-14 0,-2 4-24 0,-1 3-7 16,-1 3-24-16,-1 3-20 0,-1 0-16 0,0 2-43 0,-1-2-51 16,2-2-71-16,0-1-35 0,1-2 10 0,1-2 76 0,0-3-58 0</inkml:trace>
  <inkml:trace contextRef="#ctx0" brushRef="#br0" timeOffset="93587.21">11103 11408 843 0,'-22'-6'159'0,"-1"-2"28"0,-5-1-28 0,6 0-27 0,4-1-35 15,0 1-19-15,1 1-7 0,0-1-4 0,0 1-2 0,-1 0 6 0,1 1 10 16,3 0 2-16,0 1 2 0,1 0-7 0,2 2-10 0,2 0-8 16,1 0-9-16,1 1-11 0,2 1-1 0,1-1-6 0,2 0-12 0,1 1-4 15,1 0-7-15,2-1-2 0,1-1 3 0,3-1-3 0,2-1-3 0,2-1 6 16,4 0 2-16,2-2-4 0,5 0-4 0,1 2-8 0,4-2-3 15,0 3 9-15,4-1 0 0,-1-1-1 0,4 0 3 0,0 0-5 0,1 0 3 16,1 1-5-16,1 0-6 0,-1 1 3 0,0 1 2 0,0 0 3 16,1 2 2-16,1 1-1 0,-2 0-2 0,3 1-1 0,-3 2 4 0,2 0-2 15,2 1 4-15,-1 1-7 0,1 2 3 0,0 1-5 0,0 1 1 0,1 2 2 16,-1 1-8-16,0 2 1 0,1 1-1 0,-2 0 4 0,-1 4 3 16,1 2 1-16,-4 3-8 0,-1 1 4 0,-2 3-4 0,-1 1 3 0,-2 2-11 15,1 2 9-15,-3 3-1 0,-2 1 5 0,-2 3 5 0,-3-1-6 0,0 0 0 16,-2 0 1-16,-3 1 5 0,0 0 3 0,-2-1 0 0,-2-2-3 15,-1-1 0-15,-3-1-3 0,-3 0 3 0,-3 0 2 0,-3 2-2 0,-6 0-14 16,-4 0 8-16,-4 2 2 0,-3-2 6 0,-5 2 10 0,-5-1-10 16,-3-2 3-16,-3 1-1 0,-3-3 4 0,-2 1 6 0,-2-1-4 0,-3-1 6 15,-2-2 1-15,-1-4 7 0,0-2 11 0,-2-4 4 0,-2-3-2 0,1-3-2 16,0-3 1-16,-1-3 2 0,1-4 0 0,1-3 3 0,1-2-9 16,1-1-5-16,2-4 0 0,1-2 11 0,1-2 2 0,-1-2 3 0,2-3 5 15,0-2-15-15,1-4-1 0,3-3-2 0,3-5 4 0,0-1-5 0,3-3-6 16,0-1-8-16,5-1-19 0,4-1-5 0,4-2-11 0,4 0-21 15,4 2 11-15,3-2-9 0,3 3 1 0,3 0 9 0,3 0-34 0,2 4-1 16,2-2-33-16,4 3-57 0,2 0-40 0,2-1-70 0,2 0-102 16,4 2-126-16,1-2-56 0,5 3-148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0:16:00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19936 14386 184 0,'-3'-2'100'0,"1"2"-44"15,-1-1-3-15,2 1-20 0,1 0-22 0,1 1-15 0,0-1-15 0,2 2-8 16,0 0-23-16,0 1-21 0,1 0-19 0,-1 0-35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08T11:30:22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6 5265 0 0,'-15'-4'2238'0'0,"8"3"-1259"0"0,14 14-1414 0 0,-5-7 388 0 0,0 0 0 0 0,0 0 1 0 0,0-1-1 0 0,-1 1 0 0 0,0 1 0 0 0,0-1 0 0 0,0 0 1 0 0,-1 0-1 0 0,0 0 0 0 0,-1 9 0 0 0,1-5 383 0 0,-1 0 1 0 0,-1 0-1 0 0,0 0 0 0 0,-1-1 1 0 0,-5 16-1 0 0,-32 58 4646 0 0,34-68-4568 0 0,1 1 0 0 0,1 0 0 0 0,0 0 0 0 0,1 0 0 0 0,1 0 0 0 0,0 0 0 0 0,2 32 0 0 0,-5 33-95 0 0,-1-37-155 0 0,0-9 744 0 0,-1 55 0 0 0,8-80-779 0 0,0 1 0 0 0,1 0 1 0 0,1-1-1 0 0,0 1 0 0 0,0-1 0 0 0,10 18 1 0 0,9 32-83 0 0,-22-54-50 0 0,2 0 0 0 0,-1 0 0 0 0,0-1-1 0 0,1 1 1 0 0,0-1 0 0 0,1 0 0 0 0,-1 1 0 0 0,1-1-1 0 0,0 0 1 0 0,0 0 0 0 0,0-1 0 0 0,1 1 0 0 0,0-1 0 0 0,0 0-1 0 0,0 0 1 0 0,0 0 0 0 0,8 5 0 0 0,8 2-302 0 0,2 2-3414 0 0,-20-11 2996 0 0,0-1-1 0 0,-1 1 0 0 0,1 0 1 0 0,-1-1-1 0 0,1 1 1 0 0,-1 0-1 0 0,0 0 1 0 0,0 0-1 0 0,0 0 1 0 0,1 3-1 0 0,2 8-5362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0:19:21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19494 6325 64 0,'2'-2'46'0,"-1"-1"-14"0,2 1-10 0,0-1-8 0,0 1-3 0,0 1-2 15,1-1-4-15,0 2-1 0,-1-1-5 0,1 1 0 0,-1 0-3 0,0 0 1 16,1 1 0-16,-2 0-2 0,0 0 1 0,-1 0-4 0,0 0 2 15,0-1 1-15,-1 1 4 0,1-1 3 0,-2 0 1 0,1 0 2 0,-1 0 1 16,1 0 1-16,-1 0 2 0,0 1 3 0,-1-1 8 0,1 1 7 0,-2 0 7 16,1 0 6-16,-1-1-4 0,0 3 5 0,0-1 4 0,1-1 4 15,-1 2 5-15,1-1-4 0,0 1 4 0,1 1 1 0,0 0 2 0,-1-1 1 16,1 1-5-16,0-1-1 0,0 1-5 0,0 1-2 0,0 0-1 0,0 1-8 16,1 1 2-16,-1-2 2 0,1 4-7 0,0 0-3 0,1 1-2 15,-1 2-6-15,0 2 1 0,1 0 3 0,0 3 0 0,0 2-5 0,1 0-1 16,-1 3-2-16,1 1 0 0,-1 3 6 0,-1 3-7 0,1 1 3 15,0 2-3-15,-1 0 0 0,1 1 2 0,-1 0-1 0,-1 4 5 0,2 1-3 16,0 2 0-16,1 2 1 0,1-1-1 0,0 0 5 0,1 1 3 0,1-2 4 16,0-3 3-16,2 0 0 0,-1-3 4 0,2 0 5 0,3-1-2 15,0 0-4-15,1-2 0 0,0 0-8 0,-1-3-9 0,0 1 1 0,0-1-14 16,0 0 4-16,0 0-5 0,-1 0-3 0,0-3-5 0,0 1-2 16,-1-3 7-16,-1-1 1 0,0 2 3 0,-1-2 3 0,0 2-4 0,-2-2-4 15,0-2 1-15,-1-1-2 0,0-1-7 0,0-3 8 0,-2 0-3 0,-1 1-1 16,0-2 2-16,-1 0-4 0,0-2 3 0,-1-1 0 0,0 1 0 15,0-2 2-15,-1-1-2 0,0-2 1 0,0-2-4 0,-1 0 0 0,1-1 0 16,-1-1 0-16,1-1 2 0,0-1 2 0,0-1 1 0,1 0-4 0,-1-1-3 16,2-1-4-16,-1-1-6 0,0-1-12 0,1-1-13 0,0-1-18 15,2-1-16-15,-1-2-16 0,3-1-24 0,1-1-30 0,3 0-32 0,2 0-17 16,1 2-26-16,2-2-24 0,-1 0-55 0,1-1-84 0</inkml:trace>
  <inkml:trace contextRef="#ctx0" brushRef="#br0" timeOffset="949.99">19936 7229 711 0,'-14'-10'118'15,"3"3"-82"-15,-2-2-2 0,4 4-1 0,5 3 0 0,1 0-9 0,1 0-8 16,1 1-9-16,0 1-2 0,0 0-5 0,0 0-1 0,0 0 3 0,1 0-4 15,0 0 0-15,0 0 1 0,0 0 0 0,0 0 3 0,0 1-1 16,-1-2 2-16,1 1 0 0,-1 0-2 0,1-1 2 0,-1 1-1 0,1-1 2 16,0 1 1-16,-1-1 6 0,1 0 6 0,0 0 3 0,0 0 5 0,0-1 3 15,0 0 4-15,1 0 4 0,1-1 1 0,-1 1 9 0,2-2-2 16,2 0 3-16,0-1 5 0,2-1-2 0,2 0 5 0,0 0 4 0,4-1 1 16,2-1 2-16,2-1-6 0,1 0-1 0,4-1-11 0,3 0 1 0,2 0-5 15,5 1-11-15,1 1 0 0,5 0-6 0,1 2-2 0,2-1 3 16,3 0-4-16,4 0-1 0,1 0 2 0,3 1-3 0,2 0-2 0,1 0 0 15,2-1-7-15,2 0 2 0,4-2-3 0,1 1 2 0,2 0 0 16,2 1 10-16,1 0 2 0,0-1-5 0,3 0-2 0,1 1-8 0,2-1 1 16,2-1 5-16,3 0 2 0,0-1-2 0,3 0-3 0,2-2-2 15,1 2 6-15,3-1 1 0,0 0 8 0,4 0-6 0,1-1-4 0,2 1 2 16,-1 0-1-16,3 0 2 0,2 0 1 0,0 0-1 0,1-1-5 0,-1 2 5 16,1 0 0-16,1-1 1 0,2 1-4 0,2-1-2 0,-1 0-3 0,4 0 7 15,0-2 4-15,2 1-3 0,2-2 0 0,2 1-4 0,1-1-1 16,2-1 1-16,0 1 1 0,2 0-3 0,-1 0-4 0,-1 0 1 0,1 0 3 15,0 0-4-15,0 2 8 0,1-3-3 0,-1 0-4 0,-1-1 1 16,1 2-3-16,0-1 0 0,0-1 7 0,0 0-9 0,2 1 0 0,-1 0 1 16,1 0-9-16,1 1 20 0,-2 0 3 0,2 0 1 0,1 0-1 0,-1 0-14 15,1 0 6-15,-1 1-5 0,-3 0 7 0,0 1-5 0,-2 1-6 16,0-1 8-16,1 3-4 0,-2-1 5 0,0 0-4 0,-1 1-6 0,0 0 1 16,-1 2 8-16,-2 0-2 0,0 2 1 0,0 0-4 0,-1-1-8 15,-1 2 4-15,1 0 4 0,-3 0 1 0,-1-1-2 0,-2 1-1 0,-2 0-4 16,0-1 2-16,0 2 4 0,-3-1 1 0,-2 0-5 0,-2 0 0 0,-1 1-5 15,0-1 0-15,0 0 10 0,-1 1-5 0,-2 0 1 0,-1 0-1 16,-1 0-5-16,0 0 4 0,0 0-3 0,-1 1 8 0,-4 0 2 0,-1 0 1 16,-2 1 2-16,-1 0-9 0,-3 0-2 0,0 0 4 0,-2 0 0 0,-4 0-7 15,0 0 3-15,-5 0-3 0,-1 1-4 0,-2 1 6 0,-3-1-3 16,0 0 5-16,-1 0 1 0,-2 0-2 0,-1 1-1 0,-3-1 1 0,-27 0-2 16,5 0 15-16,0 0-6 0,3 0-2 0,0 1 4 0,4-1-10 0,-2 0-1 15,5 1 1-15,-3-1-1 0,-2 0 1 0,0 1 0 0,-2-1-3 16,-1 1 5-16,-3-1-6 0,1 1 7 0,-3-1-7 0,0 1 2 0,-3-1 0 15,-1 1 0-15,-2-1 1 0,0 0 1 0,-2 1-1 0,-3-1 1 16,0 0-1-16,-2-1 39 0,-1 1-1 0,-3 0-5 0,1 0 1 0,-2-1-35 16,-6 1-2-16,0 0 3 0,0 0 4 0,0 0-7 0,0 0 4 0,0 0-2 15,0 0-1-15,-1 0 5 0,0 0-3 0,1-1-1 0,0 1-2 16,-1 0 5-16,0 0-3 0,0-1 0 0,-1 1 0 0,0 0-2 0,1-1 4 16,-1 1 3-16,0 0-9 0,-1 0 1 0,-1-1 4 0,2 1-8 0,-2 0 5 15,0 0-5-15,0-1-6 0,0 1 1 0,0 0-5 0,-1 0 0 16,1 0-2-16,-1-1-6 0,0 1-8 0,0 0-11 0,0 0-16 0,0-1-7 15,0 0-16-15,-1 1-14 0,0-2-25 0,-1 1-49 0,0-1-29 16,0-1-25-16,-1 0-17 0,-3-3-12 0,-2-2-51 0,-3-4-279 0</inkml:trace>
  <inkml:trace contextRef="#ctx0" brushRef="#br0" timeOffset="1317">32541 5647 1677 0,'2'-2'10'0,"0"1"3"0,0 0-21 0,1 1 6 0,2-1 3 16,0 1-2-16,2 2-7 0,2 1-11 0,1 0-3 0,1 1 7 0,3 1 5 15,1 1 13-15,2 1 3 0,-1 0-5 0,1 0 27 0,1 0 0 16,0 0-1-16,-2 1 3 0,0-2-26 0,-7-2-1 0,0 1 8 0,0-1 0 15,0 1 1-15,1 0 0 0,1 2-6 0,0-1 2 0,0 2 0 16,0 0-1-16,0 0 2 0,1 1 1 0,0 1-2 0,1 1-2 0,0 1-3 16,0 0 0-16,1 1-5 0,0 2 0 0,-1 1-2 0,0 0 2 0,-1 1 0 15,1 0 3-15,-2 1 2 0,1 0 1 0,-1 1 5 0,-1 0-2 16,-1 0 5-16,0 1 0 0,-1-1 2 0,-1 1 4 0,-1-2 2 0,-1 1 3 16,-1 0 2-16,-2-3 1 0,-1 2-5 0,-3-1-2 0,0-1-1 0,-3-2-2 15,-1 1-3-15,-3 0 13 0,-2-1-9 0,-2-3-2 0,-1 2-4 16,-3-2-18-16,-2 1-6 0,-23 6-13 0,-2-2-64 0,-4-3-22 0,-1-2-28 15,-1-4-31-15,2-1-14 0,0-3-64 0,0-1-65 0,0-2-295 16</inkml:trace>
  <inkml:trace contextRef="#ctx0" brushRef="#br0" timeOffset="2618.51">20063 8083 427 0,'-15'-5'68'0,"1"1"-49"0,-2 1 1 0,3 3 1 16,3 1 0-16,0 2-8 0,2 0-1 0,0 0 0 0,0 1-3 0,0 0 1 15,0 0-2-15,1 0-4 0,-1 0 0 0,0 1 0 0,0-1-1 0,2 0 3 16,-2-2 1-16,0 0 5 0,1-1 3 0,0 0 4 0,1-1 2 15,1 0 3-15,-1-1 4 0,2 0 5 0,-1 0 7 0,1-1 5 0,0 1 4 16,0 0-3-16,1 0-3 0,0 0-1 0,0 1 1 0,0 0 3 0,-1 0 3 16,0 1 0-16,1 1-3 0,-1 0 3 0,0 1-5 0,0 0 0 15,0 1-5-15,-1 2 1 0,2 0 0 0,0 2 2 0,-1 0-3 0,1 2 1 16,0 2-2-16,0-1-4 0,1 2-1 0,0-1-13 0,1 0 1 16,0 1-2-16,0 2-2 0,0 2 8 0,1 1-6 0,0 2-3 0,0 1 4 15,1 0-4-15,-1 2 1 0,1 0 3 0,1 2-8 0,0 0 1 0,2 1-3 16,-1 2-2-16,1-1 6 0,0 1 2 0,1-1 3 0,0-1 4 15,1-1 3-15,-1-3 4 0,1 1 1 0,0-2-3 0,1 0-1 0,1 1-2 16,-1-1-1-16,0-1-1 0,1-1 6 0,1 0-5 0,0-4-13 0,1 1-1 16,1-2-2-16,0-1 0 0,0-1 18 0,2 1-3 0,1-2-2 15,2 0-1-15,-2-2-3 0,2-1 2 0,1-2-5 0,-1 1 2 0,-1-3-1 16,1 1-3-16,0-2 1 0,0-1 0 0,0-1-2 0,-1-1-1 16,0-1 1-16,-1 0-1 0,-1-1-2 0,1-2 0 0,1 1 0 0,0-2 0 15,-2 0-1-15,1-1 6 0,-1-2-2 0,0-2 2 0,1 0-1 0,-2 0-7 16,2 0 0-16,0-1 1 0,0 1 3 0,-1 0 11 0,2-1 1 15,-1 1 1-15,0-1-2 0,0 0-12 0,-2-1-3 0,3-1 5 0,-2 1-6 16,0 0 2-16,-2 1 0 0,0 0-3 0,0 0 4 0,-1 1-2 0,-2 0 2 16,-1 0-2-16,-1 1 1 0,0-1 3 0,-2 1-1 0,0-1-3 15,-1 0 2-15,-1 0 0 0,-1-1 0 0,-1-2 2 0,0 0-3 0,-1 0 1 16,-2-1-2-16,0 0 1 0,0-1-3 0,-1-1 0 0,0-1 1 16,-2 2-2-16,0-2 1 0,-1 1 0 0,0 0 1 0,-1 1-2 0,0 0-1 15,-1-1 3-15,1 0 1 0,-1 1 0 0,-1-2 2 0,0 0-3 0,-1 2 4 16,0 0 1-16,1-1-2 0,-1 0-11 0,-1 0 1 0,0-1 10 15,-1 1-2-15,0-1 11 0,0 3-4 0,1-2-10 0,0 0 1 0,0 2-3 16,0 2 4-16,-1 0 1 0,1 1-3 0,0 1 3 0,0 1-3 0,0 1 1 16,-2 1 1-16,-1 1-4 0,-1 1 2 0,1 0-6 0,-1 0 4 15,0 1 0-15,-2 1 2 0,0 1-2 0,-1 0 3 0,0 1-1 0,0 0 0 16,0 1 3-16,-1 0-1 0,1 1-4 0,0 0 1 0,0 1-1 16,2-1 0-16,1 2 4 0,1 0-1 0,0 1-3 0,1 0 4 0,3 1-4 15,-1 0-2-15,1 0 4 0,2 3-4 0,-1 1 4 0,1 2-2 0,1 1-4 16,0 3 4-16,2 1-3 0,-1 3 3 0,2 1-12 0,0 1 1 15,1 1 1-15,1 1 3 0,1 0 8 0,1-1-1 0,0-1-1 0,2-1-3 16,1 0 4-16,1-1-2 0,0-4 4 0,2 0-5 0,0-2-1 0,0 0 4 16,0-2-5-16,0 1-2 0,1-2-7 0,-1-1-10 0,1-1-16 15,0-2-32-15,1-1-43 0,0-1-53 0,1-2-51 0,1-2-48 0,2-4-62 16,1-2-101-16,3-5-419 0</inkml:trace>
  <inkml:trace contextRef="#ctx0" brushRef="#br0" timeOffset="4278.51">32670 7229 70 0,'0'-1'40'0,"0"-1"-9"15,0 0 14-15,0-1 13 0,0 0 2 0,1 0-12 0,-1 0-13 0,0 0-1 16,1 0 0-16,-2 1-1 0,1 0-2 0,-1 0 1 0,-1-1 2 15,-1 2-1-15,1-1 4 0,-3 1 2 0,1 0 1 0,-1 0-1 0,0 0-1 16,-2 1-2-16,0 0-3 0,-1 0-4 0,1 0-1 0,0 0-4 0,0 1-3 16,2 0 0-16,-2 0-4 0,2 0-4 0,1-1-2 0,-1 1-2 15,2 0-1-15,1-1-2 0,0 1-1 0,0 0-1 0,2-1 0 0,0 0 1 16,1 1 0-16,0-1 0 0,-1 0 2 0,1 1 2 0,1-1-1 16,1 0 3-16,-2 1 4 0,0-1 0 0,1 1 6 0,0 0 5 0,0 0 3 15,-1 0 0-15,0 0-2 0,0 0-2 0,0 1-3 0,-1-1-3 0,0 1-1 16,1 0-4-16,-1 0-1 0,0 0-3 0,1 1-2 0,-1-1 2 15,1 0-2-15,0 0 0 0,-1 1 2 0,1-1 1 0,0 1 1 0,0-2 3 16,0 2 2-16,0-1 2 0,0 1 2 0,-1-1-2 0,2 0 2 16,-1 1-1-16,0-2-2 0,1 2 0 0,-1-1-3 0,0 0 2 0,0 1-2 15,1 0 2-15,-1 0-2 0,0 0-3 0,-1 2-1 0,0-1-1 0,1 1-1 16,-1 1 0-16,0-1 1 0,0 1-4 0,0 1 2 0,-1 0 2 16,1 1-6-16,-1 1 1 0,0 0 2 0,0 1-3 0,1 0 4 0,-1 3-2 15,-1 0 1-15,2 1 1 0,-1 2-4 0,0 0 0 0,1 1 2 0,1 2-4 16,0 0-13-16,1 1-2 0,-1 1 0 0,1 0 9 15,1 1 9-15,1 2 6 0,-2-1-6 0,2 0-6 0,0 1-2 0,-1 1-1 0,1-1 1 16,0-2-2-16,0 1 2 0,1 0-3 0,-1-3 2 0,0 1 0 16,-1-1 0-16,0-2 1 0,1-1 0 0,-1-1 2 0,0-2-2 0,-1-1 1 15,1-1-1-15,-1-1 0 0,0-2-2 0,1-1-2 0,-1-1-1 0,1-1-3 16,-1 1-5-16,0-2-8 0,0 0-12 0,0-1-18 0,1-1-19 16,-1 0-32-16,0 0 20 0,1-2-47 0,1 0 43 0,-1 0 2 0,1-2-45 15,1-1-6-15,1-1-115 0,2-2-146 0</inkml:trace>
  <inkml:trace contextRef="#ctx0" brushRef="#br0" timeOffset="4693.51">32618 7307 523 0,'-6'-2'165'0,"0"0"-129"0,-1-1-1 0,0 0 6 0,-3 1 7 15,0-1 1-15,0 1-4 0,1-1-11 0,0 0-7 0,1 1-8 0,1 0-4 16,0 0 1-16,0 0-2 0,1-1 1 0,0 1-2 0,0-1 0 16,1 1 3-16,0-1 1 0,0-1 5 0,1 1 4 0,1 0 5 0,1 0 8 15,0 0 2-15,1 0 4 0,2 0-1 0,1 0-6 0,1 0-7 16,1 2-4-16,2-2-7 0,1 0-2 0,2 0 3 0,-1 0-5 0,2 0 4 15,2 0-4-15,-1 0-3 0,2 1-1 0,0-1 0 0,2 1 0 0,0 1 1 16,2-1-5-16,0 1-6 0,2 0 50 0,-2 0-4 0,3 0-2 0,0 1-3 16,-2 0-55-16,3-1 1 0,-1 1-1 0,-11 0 2 0,1 0-2 15,0 0-3-15,2 0 3 0,-1 0-4 0,1 0 2 0,-1 0 1 0,2 0-3 16,-1 0 1-16,1 1-2 0,0-1 1 0,-1 1 0 0,1-1-1 16,1 1-1-16,-1 0-1 0,1 0 2 0,-1 0-1 0,0 0 2 0,-1 0 3 15,0 1-2-15,-1-1-2 0,-2 0 2 0,0 1-2 0,0 0-2 0,-1-1-2 16,0 1-1-16,-2-1-7 0,0 1-7 0,-1 0-20 0,-2 0-25 15,0 0-15-15,-1 0-11 0,0 1-8 0,-1 0-7 0,-1-1-13 0,0 2-14 16,-1 0-9-16,-1 0-32 0</inkml:trace>
  <inkml:trace contextRef="#ctx0" brushRef="#br0" timeOffset="5043.51">32578 7602 664 0,'-1'1'49'0,"-1"0"-25"0,1 0 4 0,0 0 4 0,0 0 13 15,0 1 9-15,1-1-1 0,2 0 2 0,0 1-10 0,2-1-9 0,0 0-4 16,2 0-4-16,1-1-1 0,0 0-2 0,1 0 3 0,1-1-1 16,2 1 0-16,0-2 6 0,0 1 44 0,0-1 5 0,1 1 3 0,2-1 0 15,-1 0-54-15,1-1-2 0,-1 2-1 0,2-1-2 0,0 0-3 0,-1 0-7 16,-8 1-1-16,2 0-6 0,-1 1-1 0,0-1-1 0,0 0-3 15,1 1-1-15,0 0-1 0,0 0 0 0,-1 0 0 0,0 0-2 0,0 0-1 16,1 1 0-16,-1 0-1 0,0 0 1 0,1 0 0 0,0 0-1 0,0 1 1 16,-2-1 0-16,1 1-2 0,0-1 2 0,0 0 1 0,-1 1 0 15,0 0 4-15,1-1-3 0,-1 1 0 0,-1 0 1 0,0-1 0 0,-1 1 0 16,1-1 0-16,-1 0 2 0,0 0 0 0,-1 0 2 0,0 0-2 16,-1 0-2-16,0-1 0 0,0 1-4 0,-1-1-3 0,0 0-10 0,-2 0-9 15,1-1-20-15,-1 1-34 0,0-2-41 0,0 1-26 0,-2-1-28 0,1 0-16 16,0 0-15-16,-1 0-37 0,0-1-215 0</inkml:trace>
  <inkml:trace contextRef="#ctx0" brushRef="#br0" timeOffset="5810.54">32860 6964 203 0,'-8'0'42'0,"-2"0"5"16,-1 0 2-16,-3 1-3 0,-3 0 0 0,-2 0-6 0,0 1-20 0,0 0-11 15,0 2-7-15,2 0-6 0,-3 1 13 0,1 1 4 0,0 0 1 0,-1 2 0 16,-1 2-1-16,0 1-3 0,0 0-2 0,-1 2 0 0,1-1-2 15,-1 3 3-15,1 1-1 0,1 0 2 0,-1 0 0 0,0 2-1 0,2 1-2 16,-1-1-1-16,2 3-1 0,1 0 1 0,0 1 1 0,1 1-2 16,2 1 2-16,2 0-1 0,-1 1-2 0,2-1 6 0,0 2-3 0,2 0 1 15,0-1 0-15,3 1-1 0,1 0-1 0,0 1-5 0,1 0 3 0,2 0 7 16,1 0 3-16,1 0 3 0,2 0 0 0,1 0-3 0,2 0 1 16,1-1 4-16,1 1 3 0,2-2 3 0,1 1 3 0,2 0 2 0,1-2 0 15,1 0 2-15,0-1-2 0,3 0-1 0,2-2 1 0,0-1 1 0,2 0 4 16,2-1-6-16,-1-2 0 0,3 0-1 0,-1-2-5 0,0 0 7 15,2-2 2-15,-2-2 1 0,1-1-1 0,-1-2 2 0,0 0 49 0,0-2-4 16,-2-1 1-16,0 0-2 0,-1-1-61 0,-1-1-1 0,1-1 1 16,-11-2-1-16,1 1-1 0,-1-1 1 0,3 0-6 0,-1-1-4 0,3 1 0 15,-1-2-5-15,2-1-4 0,0 0-6 0,3-1-7 0,-2 0-4 0,4-1-6 16,0-1-2-16,0 0-3 0,2-1-3 0,1 0-2 0,0-1-1 16,1 0-1-16,-2-1 1 0,1 0 1 0,-1-1 62 0,0 0 5 0,0 0 3 15,0-1 5-15,-1 2-58 0,-1-2 0 0,-1-1 5 0,-1 1 3 0,0-1 0 16,-2 1 1-16,-1-1 1 0,-1 0 2 0,0-1 2 0,-2 0 0 15,0 1 1-15,-1-1 2 0,1-1-3 0,-2 0 2 0,-1 0 2 0,-2 0 3 16,0 0 1-16,-1-1 1 0,-1-1 2 0,0 2-1 0,-1-2 5 0,0 0-4 16,-1 0 4-16,0 1 3 0,0-1-18 0,-2 0 7 0,-1 1-2 15,1-1 13-15,-1 0 20 0,-1 0 2 0,-1 1 1 0,0-2-14 0,-2 1-2 16,0 0 0-16,0 0 3 0,-1-1-1 0,-1 0 5 0,0 0 0 16,-1 1 3-16,-1-2-2 0,-1 1 0 0,0 0 5 0,0-1-2 0,-2 0 4 15,-1-1 3-15,-1 1-4 0,0 0 5 0,1-1-62 0,-2 2 0 0,1-2 3 16,-2 1 3-16,0 1 58 0,0 0 4 0,-1 0-3 0,-2 1 1 15,0 1 1-15,-1-1 2 0,0 2 0 0,-2-1-5 0,1 3 4 0,-3 0-6 16,1 0 1-16,1 1-4 0,-3 2-4 0,0 0 0 0,-1 1-6 16,-1 2 2-16,-1 0-4 0,-22-2-1 0,3 3-3 0,5 4-4 0,2 2-4 15,3 3-66-15,5 2 1 0,2 1-3 0,5 0 1 0,1 0 59 0,-2 1-3 16,2 0 1-16,0 0-2 0,0 0-2 0,1 1 2 0,-1-1-1 16,1 0-1-16,1 0 2 0,1 1-8 0,0-1 2 0,1 1-5 0,-1 1-2 15,1-1-6-15,-1 0-11 0,2 1-13 0,0 1-17 0,1 1-13 0,0 0-20 16,0 1-15-16,1 0-10 0,3 1-10 0,0 1-1 0,2 0-17 15,0 0-23-15,1 2-35 0,2 1-63 0,-1 0-370 0</inkml:trace>
  <inkml:trace contextRef="#ctx0" brushRef="#br0" timeOffset="14699.55">21725 6698 586 0,'-7'-6'66'0,"-1"2"3"16,-1 0 10-16,3 2-7 0,2 0-15 0,2 1-11 0,0 0-5 0,0-1-5 16,2 1-7-16,0 0-8 0,1 0-7 0,0 1-5 0,0-1-3 15,1 0 0-15,-1 0-1 0,0 0-1 0,0 1 2 0,0-1 1 0,-1 1-1 16,1-2 5-16,-1 1 2 0,0-1 1 0,0-1 5 0,-1 1-4 15,0-1 4-15,1 1-3 0,-1-1 0 0,0 0-1 0,1 1-3 0,0-1 5 16,1 1 0-16,-1 0 3 0,1 0 0 0,0 0 1 0,1 0 2 0,-1-1 2 16,2-1 5-16,1 2 0 0,1-3 4 0,1 1 1 0,0 0 6 15,2-1-3-15,1 1-1 0,0-2-5 0,3 2-6 0,0-1-6 0,2 1-4 16,0 0-3-16,1 0 1 0,2 2-5 0,0-1 2 0,0 1-3 0,2 1-4 16,-1 0 4-16,2 1-7 0,-2-1 2 0,1 2-2 0,1-1 1 15,-3 0-1-15,2 2-1 0,0 1 0 0,-1 0 1 0,1 1 2 0,0 2-2 16,-1-1 1-16,0 2-2 0,1 0 0 0,-2 1 0 0,-2 0-2 0,0 0 0 15,0 1 0-15,0-1 2 0,-2 0 0 0,2-1 3 0,0 0 0 16,-1 1-2-16,-1-1 3 0,0-1-4 0,-1 2 0 0,-1-1 0 0,0 1-3 16,0 1 5-16,-2 0-2 0,1 0-4 0,-1 2 5 0,0-1-4 15,-2 2 1-15,-1 1 3 0,-1 1-2 0,-1-1 1 0,-1 3 2 0,-2 0-2 16,-1 0 4-16,-1-1-2 0,-2 2-2 0,-1 1 0 0,-1-1-6 0,-3 1 1 16,-1 0-2-16,-2 1 6 0,-2 0 2 0,1-1 2 0,-4 0-2 15,-3-1-4-15,-1-1 2 0,-1 0 1 0,-1-1 1 0,1-3 4 0,-2-2-4 16,0-1 3-16,1-1-1 0,-2 0-3 0,0-1 2 0,1 0 1 0,-1-1-2 15,2-2 3-15,-2 1-2 0,0-3 1 0,1 1-2 0,-1-2 2 16,1-1 3-16,1-1 0 0,0-2-1 0,1-1-3 0,-1-1 1 0,1-2-1 16,2-1 4-16,0 0-4 0,0-1 5 0,1-1 2 0,2 0-5 15,-1 0 3-15,1-3-2 0,1-1 1 0,-1-1 1 0,0 1 1 0,1-2-2 16,2-1-5-16,1 0-1 0,0 0-7 0,1-1 6 0,1 0 5 0,1 0 4 16,2-1 3-16,-1 0-6 0,2-1-4 0,1 2 0 0,2 0-5 15,1 0 3-15,1 3-5 0,1 0 1 0,1 1 2 0,0 2-6 0,2 0 0 16,-1 2 2-16,1-1-4 0,0 1-3 0,1 0-3 0,1 1-9 0,-1 1-10 15,2 2-15-15,2 0-22 0,1 1-34 0,0 2-37 0,1 0-55 16,2 1-64-16,1 1-82 0,3 0-173 0</inkml:trace>
  <inkml:trace contextRef="#ctx0" brushRef="#br0" timeOffset="15749.54">24608 6537 1277 0,'-18'-17'13'0,"-1"0"29"0,-5-1 8 0,6 6-19 0,3 2-11 0,1 2-6 16,1 0-3-16,0 2-7 0,0-1-5 0,0 1-5 0,1 1-15 16,0 0-13-16,2 1-18 0,-1 0-17 0,0 1-11 0,0 0 0 0,0 0 5 15,0 0 6-15,-2 0 11 0,1-1 8 0,0 0 12 0,0 0 14 0,2 0 8 16,0 0 8-16,-1-1 8 0,1 0 4 0,1 1 11 0,0 0 3 15,2 0 9-15,1-2 6 0,0 1 6 0,2-1 2 0,0 2 2 0,2-1 2 16,1 0-4-16,1 1-1 0,2 0-3 0,0 0-3 0,3 0 7 16,1 1 5-16,0-1 1 0,3 0 1 0,0 1-5 0,4 0-2 0,0 1-4 15,2 1-1-15,1 0-5 0,2 2-5 0,2 0-3 0,1 1 1 0,3 1-2 16,0 0-3-16,2 1-6 0,0 0-9 0,1 0-3 0,1 0 0 16,-1 0 2-16,3 0 2 0,-1 1-2 0,1 0-3 0,-2 1 0 0,1 1 1 15,-3 0 0-15,1 0 3 0,1 1-5 0,-1 0 0 0,0 0 2 0,-2 0-2 16,-1 2 2-16,-2 1 2 0,-2-1-3 0,0 1-2 0,-1 0 4 15,-2 0-2-15,-1 1 0 0,-1-1 1 0,-2 1-1 0,-4 0 1 0,0-1 2 16,-2 1-3-16,-2 2 1 0,-2 0-1 0,-2 0-1 0,-3-1 1 0,-2 1 1 16,-2 0 0-16,-3 1-2 0,-2-1 0 0,-4 0-2 0,-3-2 4 15,-1 0 2-15,0-3-2 0,-3-2 5 0,-1 0-3 0,0-2 0 0,-4 0 4 16,1-1-1-16,-2 0 3 0,-1 0 4 0,1-1-3 0,2 1-4 16,-1-2 2-16,0 0-2 0,2 0-2 0,0-2 0 0,1 0 0 0,0-1-2 15,2 0-2-15,1-1 3 0,1-2-4 0,1-1 6 0,1-1 2 0,1-2-3 16,1 0 0-16,2-1-6 0,1-1-2 0,1-1 0 0,0-1 0 15,1-1 0-15,1-2-2 0,1 0-1 0,1-3 2 0,0 0 1 0,2 1 1 16,0-2 3-16,1 0-7 0,2 2-3 0,2-2-5 0,1 2-6 0,0 1 3 16,3 2 0-16,-1 1 1 0,2 2-1 0,2 0-7 0,0 1-12 15,3 0-15-15,0 2-28 0,1 1-34 0,2 1-28 0,1 1-31 0,1 2-40 16,0 0-49-16,3 1-177 0</inkml:trace>
  <inkml:trace contextRef="#ctx0" brushRef="#br0" timeOffset="16316.54">27116 6139 1828 0,'-3'-18'-31'0,"0"1"63"0,1-1 23 0,3 10-43 0,1 5-9 0,3 1 0 16,2 0-5-16,2 1-9 0,3 0-7 0,4 0-12 0,0 1-19 16,4 0-13-16,0 0-9 0,-1-2-4 0,2 0 1 0,-1 0 8 0,-1-2 4 15,-2-1 12-15,-1-1 14 0,-1 0 10 0,-2 0 14 0,-1-2 4 0,0-1 7 16,-1 1 0-16,0-2 3 0,-1 0 6 0,1 0 7 0,0-1 11 15,0 1 9-15,0 1 8 0,1-1 3 0,-1 2-2 0,3 0-8 0,2 0-5 16,-1 1-10-16,1 1-1 0,2 1-5 0,1 2-3 0,1 2 1 16,1 0 3-16,1 1 5 0,-1 2-1 0,2 1 6 0,0 1-11 0,-2 2 1 15,1 1-1-15,1 2-2 0,-2 1 2 0,1 2 1 0,-1 1 1 0,-2 4-4 16,1 1 3-16,-1 1-6 0,-1-1-1 0,1 3 0 0,0 1-5 16,-2 0 3-16,1 3-7 0,-2 0 3 0,-2 2-3 0,-1 2 1 0,-1 1 1 15,0-1-8-15,-1 1 4 0,-1-2 0 0,-1-1 1 0,-2 1 6 0,-1-5-2 16,1 1 0-16,-2-3-1 0,-1-3 0 0,-1-1 4 0,-1-2-3 15,-2-4 8-15,-2 0 0 0,-1-1 4 0,-3-1 3 0,-2-1 1 0,-1-2-1 16,-3-1 3-16,-5-2-5 0,-3-1-5 0,-3-2-3 0,-5 0 0 0,0-3-1 16,-1-1 1-16,-1-1-1 0,3-3-1 0,-2-1 0 0,0-1-5 15,-1-2 6-15,1 1-2 0,0-2-1 0,1 0 0 0,0-2-1 0,2 0-4 16,0 0-4-16,1-2 5 0,3 1 0 0,0 2-4 0,1-1 3 16,2 1-5-16,0-1 0 0,2 1 10 0,4 2-6 0,-1-1-1 0,2 1-12 15,1 1-13-15,1 0-6 0,3 2-9 0,1 0-4 0,1 1-6 0,1 1-15 16,3 1-14-16,0 1-23 0,2 1-19 0,1 0-22 0,1 2-25 15,2-1-26-15,2 1-13 0,1 0-33 0,4 1-151 0</inkml:trace>
  <inkml:trace contextRef="#ctx0" brushRef="#br0" timeOffset="16849.55">29547 5999 1586 0,'0'-30'227'0,"-1"3"-238"16,0-6 116-16,1 13-55 0,1 6-6 0,1 4-3 0,2 1-10 15,1 2-14-15,1 0-10 0,2 1-8 0,1 1-10 0,3 2-12 0,1 1-11 16,0 1-11-16,2 1-13 0,1 2-6 0,1 1-8 0,0-1-3 16,0 2 2-16,0 0 3 0,-1 1 5 0,2-1 6 0,0 0 5 0,0 0 7 15,2 2 10-15,1 0 8 0,2 0 12 0,0 1 7 0,1 0 5 0,-1-1 7 16,1 1 6-16,-1-1 11 0,0-1 7 0,2 0 2 0,-2-1 4 16,2 1 1-16,-1 1 3 0,-2 1 2 0,2 1 2 0,-1 0-3 0,-1 3 1 15,1 2 1-15,-2-1-3 0,2 1 2 0,-3 0-7 0,-1 0-5 0,1 1-1 16,-1 0-4-16,-3 1-6 0,0-1-2 0,-1 1-2 0,-1 1-3 15,0 1-2-15,-4 0 0 0,2 3 0 0,-1 0 1 0,-1-1 0 0,0 2 1 16,-2 1-5-16,-1-3-2 0,0 2-1 0,-1 0 2 0,-1-2-4 0,-3 3 2 16,0-2 2-16,-2-1-4 0,-2 1 5 0,-3-1-3 0,-3-1-1 15,-2-1 1-15,-1 0-3 0,-2-3-1 0,-2-2 0 0,-2 0-3 0,-2-2 8 16,-5-2-2-16,-1-4 2 0,-4-1 3 0,-1-3-6 0,-2-3 4 16,1-1 4-16,-2-3-2 0,1-2 9 0,0-2 1 0,0-2 3 0,0 0-1 15,1-4 2-15,-1-2-4 0,1 0 3 0,-1-3-6 0,0-1 2 0,-2 2 3 16,3-2 0-16,-1 0 10 0,4 2-5 0,2-2-4 0,0 1-1 15,1-1-9-15,0 1-2 0,2 1 2 0,1 1-6 0,2 1 1 0,0 2-4 16,2 2-2-16,3 1-6 0,3 1-6 0,2 1-3 0,2 2-12 16,0-1-16-16,1 1-29 0,0-1-47 0,1 0-55 0,1 1-95 0,0 1-122 15,1 0-293-15</inkml:trace>
  <inkml:trace contextRef="#ctx0" brushRef="#br0" timeOffset="27159.71">3812 5465 35 0,'0'-3'32'0,"-1"-1"6"16,0-1-4-16,2-1-5 0,2 1-11 0,3 0-5 0,2-2-2 0,3-1 1 15,2 0 1-15,3-2 4 0,0-2-1 0,3-1-2 0,2-1 1 16,1-1-1-16,3 4-1 0,-1-3-1 0,2 2 0 0,1-1-1 0,-1 0 4 16,1 2 5-16,0-2-1 0,2-1 4 0,-1 1-2 0,2-2 1 0,1 1 1 15,2-1-3-15,1-1 3 0,2 0-7 0,-1 1-1 0,3-2 0 16,1 0-3-16,1 1 9 0,2-2-2 0,4-1 3 0,1-1 3 0,2-1-3 16,2-1 4-16,0 0-1 0,4-2 3 0,3 0-3 0,3-1 5 0,4-1 6 15,2-1 0-15,6-2 5 0,4-2 1 0,3-3-5 0,2 1 1 16,2-2-1-16,3 4-8 0,2-2 4 0,2 1-8 0,3 0-6 0,2 0 1 15,0 0-7-15,1 4 5 0,-1-1 4 0,-1 2-4 0,1 1 3 16,1 0-2-16,0-1-2 0,4 1 5 0,1-1-1 0,2 1-4 0,5 1 1 16,0-1-4-16,4 1 1 0,3-2 3 0,1 0 0 0,3 0-1 0,0 1 1 15,2 2-4-15,1 1 2 0,3 0 0 0,3 0-2 0,1 0-2 16,1 2 1-16,1 1-3 0,-3 1-1 0,3 3-3 0,-1 0 1 0,0 0-1 16,2 2 2-16,-2 1-2 0,1 2 3 0,-1-1 0 0,1 1-4 0,0 0-2 15,-1 0-2-15,2 3-2 0,-1-1 4 0,-1 0-3 0,1 2-2 16,-2-1 7-16,1 0-2 0,-1 1 5 0,0-1-2 0,1 2 1 0,-3-1 1 15,0 0 1-15,2 1 5 0,-2 1-2 0,2 0 1 0,1 0 1 16,-2 1-5-16,0 2-2 0,-1 0 1 0,-4 3-3 0,1 1-1 0,-2 1 3 16,1 1-5-16,0 1 5 0,-2 1-2 0,0 1 1 0,0 1-1 0,-1 1-5 15,0-1 4-15,-1 3 0 0,-4 1-1 0,0 1 2 0,-5 0-5 16,-3-1-1-16,-1 2 8 0,-1 1-3 0,-4 0-3 0,2-1 1 0,-1 2-8 16,0 0 6-16,0 1 7 0,-1 0 1 0,1 2-1 0,-1 1 0 0,-1 0-4 15,2 2-3-15,-1 1 8 0,-1-2-1 0,0 2 1 0,-3-1-4 16,-3 0-2-16,-3 3-2 0,-3-2-3 0,-4 2 6 0,-2-1-3 0,-5-1 0 15,-3-1 1-15,-2 2-1 0,-2-1-1 0,-3 1-2 0,0 2 2 0,-3 1 1 16,-2-1 0-16,-2 3-7 0,-3-1-3 0,-3 0 3 0,-3 3 0 16,-4-2 10-16,-2 2 1 0,-2-1-1 0,-5 0-5 0,-2 0 2 0,-3 0-2 15,-3 1-1-15,-1 1 3 0,-4 0-3 0,0 0 3 0,-3 0-1 16,-4-2 1-16,1 2 0 0,-2-2 1 0,-3 1-6 0,-1-1-3 0,-1 1-1 16,-2-3-3-16,-3 0 4 0,-1 0 4 0,-3-4 4 0,-2 1 3 0,-1-3-2 15,-2 0 4-15,-1-1-1 0,-1-2 1 0,-3 1 3 0,-1-2 3 16,-1-1 9-16,-2-1 6 0,-3 0 4 0,-1 0 5 0,-1 0-6 0,-4 3 3 15,-1-1-5-15,-2 0-1 0,-5-1-6 0,-2-2 2 0,-4 1-3 0,-2 0-6 16,-7 0-3-16,-2 1-4 0,-4-1-1 0,-4-1 1 0,-2 1-4 16,-3 0 1-16,-4 1 3 0,-3-2 0 0,-2 0-1 0,-1 1-1 0,-2-1-7 15,-2-1 2-15,1 2 1 0,-2-1-5 0,0 0 1 0,-3-1-4 16,-1 0 3-16,-1 2 2 0,1-1 4 0,-2-1 3 0,2 0-1 0,-2 0 3 16,1 0 0-16,-1-1-9 0,-3 0 2 0,-1 2-1 0,-3-1-1 0,-1-1 6 15,-2 0 0-15,-2 0 0 0,-3 1-3 0,-3-1 2 0,-6 1-2 16,-3-1 1-16,0 0-1 0,-5 2 5 0,-1 0-2 0,-1-1-5 0,-6 0 7 15,0-1-5-15,0-1 1 0,1-2 4 0,1-2-8 0,-2 0 1 0,-1-2 1 16,-1-2-1-16,0 0 4 0,-1-4-2 0,-2 1 0 0,-2-2 1 16,-2-3 1-16,0 0 1 0,-2-3 4 0,-2-1-5 0,-2-1-2 0,-2-2 1 15,-1-1-2-15,-2-2 4 0,-2 0-3 0,0-1-2 0,-2 0 4 0,0 0-2 16,1 1 4-16,-1 1 2 0,0-2-1 0,3 1 2 0,1 0-2 16,1 2 1-16,2-2-2 0,1 1 1 0,2 0-2 0,2-1 0 0,-1 2 3 15,2-1-5-15,2 1 1 0,-1 0-1 0,4 2-5 0,0 1 4 16,4 1 0-16,3 1-2 0,1 0 4 0,1 3-2 0,-2 0 0 0,-1 3 0 15,-1 2-2-15,0 1 1 0,-1 1-1 0,0 2 2 0,-2 1-3 0,1 1 3 16,2 0 8-16,-1-2-1 0,0 2 2 0,-1 2-1 0,2 0-11 16,0 0 4-16,1-1 1 0,1 1 0 0,2-1 1 0,0-1-2 0,5 1-2 15,1-2 7-15,3-1-2 0,5 0-1 0,1-1 2 0,2 0-7 0,4-1 2 16,0 1 0-16,2-2 3 0,0-1 0 0,2 0-1 0,0-1 1 16,0 1-3-16,2-1 2 0,2 0-1 0,1-1 8 0,1 0-4 0,0 0 3 15,1 0-4-15,0 0-5 0,3 0 2 0,3 0 1 0,-1 1 1 16,3 1 5-16,0 1-1 0,-2 1 1 0,3 0-2 0,-3 0-7 0,2 1-1 15,2-1 4-15,1 0 1 0,5 0 1 0,5-2-5 0,2 2-1 0,2-2-2 16,3 1 1-16,2 0 4 0,4 0-4 0,1-2 3 0,4 1 3 16,2-1-6-16,2 0 3 0,0-1-3 0,4-1 0 0,0-1 0 0,3 0-3 15,0-2-1-15,4 1 0 0,0-1 5 0,1 0 1 0,2-2-1 0,2-1 7 16,1-1-5-16,2 0-5 0,3 0 0 0,1 0-11 0,0-2-13 16,3-1-9-16,2-1-19 0,1 1-19 0,1-1-9 0,2 1-8 0,1-1-5 15,2 0 0-15,2 1-17 0,0 2-23 0,3 1-41 0,1 1-39 16,2 1-43-16,1 0-259 0</inkml:trace>
  <inkml:trace contextRef="#ctx0" brushRef="#br0" timeOffset="36642.24">13046 8430 141 0,'-17'6'72'0,"1"2"-24"0,-4 3-23 0,3 0-8 15,4 1-3-15,2 0-5 0,-1 2-3 0,1-1-5 0,0-2-5 16,1 0-7-16,2-1-2 0,2 0-4 0,0-2-3 0,1-1-3 0,1-2-5 16,2-1 2-16,1 0 5 0,1-2 6 0,1-1 10 0,0-2 4 15,1 0 4-15,0-1 2 0,1 1 2 0,0-1 2 0,0 1 4 0,1-1 2 16,-1 1 6-16,-1-1 5 0,2 0 1 0,1 1 0 0,-1-1-2 0,2 1-3 16,1-1-4-16,-1 0-1 0,2 1-4 0,-1-1-2 0,1-1 0 15,0 1 1-15,1 0 2 0,1 0 6 0,1 0 1 0,2 0 8 0,1 1 3 16,0 0 1-16,3 1 2 0,0 1 1 0,-1-1 1 0,4 1 4 0,0 1 9 15,2 0 15-15,2 1 8 0,2 0 10 0,0 1 1 0,5-1-6 16,3 0-5-16,2 1-9 0,4 0-6 0,4-1-7 0,3 2-4 0,4 0-9 16,2 0 0-16,2 1-4 0,2-1-5 0,3 0-2 0,2 0 2 15,2-1-2-15,0-1 1 0,2 0 3 0,2-1-3 0,-1-1 4 0,1-1 8 16,1-1 0-16,-1 0 5 0,1-2-1 0,1 0-2 0,0-2 0 0,1 0-8 16,3-1-1-16,0-1-6 0,2 0-8 0,0-1 2 0,-1 0-2 15,3-1-9-15,0 0-1 0,-1-1-3 0,0 0-2 0,0 1 5 0,-2 0-2 16,-1 1 1-16,-4 1-4 0,-1 0 4 0,-1 2-5 0,-3 0 1 0,-4 2 4 15,-2 2-5-15,-3 0 6 0,-4 3-3 0,0-1 0 0,-5 1 3 16,-2 2-3-16,-2-1 4 0,-1 0 7 0,-5-1 4 0,-1 0 3 0,-2-2 6 16,-4-1-6-16,1 0 1 0,-2-1 3 0,-1-1-6 0,-3 0 0 15,0 1-1-15,-3-1-9 0,-1 0-1 0,1-1-4 0,-1-1-4 0,-1 1 2 16,-1-1-8-16,-2 1-1 0,-2 0-2 0,-2 0-8 0,0-1-12 0,-1 0-10 16,-2-1-31-16,-2 1-41 0,-1-1-47 0,-1-1-68 0,-1-1-80 15,-1-1-128-15,-2-2-419 0</inkml:trace>
  <inkml:trace contextRef="#ctx0" brushRef="#br0" timeOffset="53522.02">6193 6735 547 0,'-1'-1'22'0,"1"2"-13"0,0 0-5 0,2 1 2 16,2 0 4-16,0 1-4 0,1 1-2 0,1-1-1 0,1 0-2 0,1 1 4 15,2-1-2-15,1 0-1 0,-1 0 0 0,2-2-1 0,2 1 0 0,2-1 1 16,1-1-2-16,1 0 1 0,1 0 2 0,-1 0-2 0,-1-1 1 15,1 1 0-15,1 0-2 0,-1 0 11 0,2 0 8 0,0 1 4 0,0 0 9 16,3 1 1-16,-2 1 4 0,-1 0 4 0,1 1 1 0,0 0 0 0,0-1-2 16,2 1 0-16,1 1 2 0,1-1 1 0,1 2-1 0,-1 0-1 15,2 1-3-15,0 1-4 0,1 0-1 0,-1 0-5 0,1 1-1 0,1-1 4 16,1 0 2-16,2 1 2 0,1-1 3 0,2 0-6 0,1-1-5 16,3-1-4-16,1-1-7 0,2 0 1 0,0-1-2 0,1-1-2 0,2 0-2 15,1-2 1-15,0-1-6 0,-1 0 0 0,1-1-2 0,-1 1-2 0,-1-1 6 16,0 0-2-16,-2 0 0 0,1 0 4 0,-1-1 0 15,1 1 4-15,-3-2 3 0,-1 1 5 0,1-1 2 0,-1 0 2 0,0 0-3 0,0 0-3 16,0-1 1-16,-1 0 1 0,1 0-2 0,-1 0-1 0,0 1-4 0,-2 0-3 16,0-1-2-16,0-1-4 0,-1 1-4 0,1 0 1 0,-3-1 0 15,-1 0 3-15,-2 0 0 0,-1-1 0 0,-1-1 1 0,0 0-3 0,-3 0 3 16,1-1 3-16,-1 0 1 0,-2-1 2 0,0-1 1 0,-3 1 0 16,0-1-1-16,-1-1 4 0,-2 1 0 0,-2 0 2 0,2 0 0 0,-3-2 0 15,0 1 3-15,-3 0 1 0,-1 0-1 0,-1 0 0 0,-2-1 1 0,-2 0-8 16,-1-1-2-16,-1 1-1 0,-2 0-1 0,-1-1-1 0,-1 0-1 15,-1 1 0-15,-2 0-3 0,-1-2 1 0,-3 0-4 0,-2 0-2 0,-1-2-1 16,-2 1 2-16,-3-3-1 0,-1 1 1 0,-2-1-1 0,-1 0-5 0,-3-2-1 16,0 1-1-16,-5 0 9 0,-1 0 6 0,-1 0-1 0,-2 1 2 15,-3-3-8-15,0 1 1 0,-4 0-1 0,0 1-1 0,-2 1-1 0,-4 2 0 16,1 1 0-16,-2 1 3 0,-2 1-1 0,-2 1-2 0,0 3 1 16,-3 0-1-16,0 2 3 0,-4 1-3 0,-1 1 2 0,-1 1-4 0,-2 2 1 15,0 1-4-15,-1 0-1 0,-1 2 6 0,1 2-1 0,-1 0 1 0,-2 1-2 16,2 1-3-16,-2 1 2 0,0 1 0 0,-1 1-3 0,0-1-1 15,-1 1 1-15,2 0-1 0,0 1 4 0,1-2 8 0,2 1-4 0,1 0-2 16,3-1-2-16,3-1-2 0,-1 0-2 0,4-1 2 0,1 1-1 0,1-1-4 16,5-1-1-16,-1 1 1 0,2 0-2 0,2-1 4 0,1 1 1 15,2-2-2-15,4 1 1 0,-1-1-4 0,4 0-1 0,1 0 0 0,2-2-15 16,2 3-10-16,4-1-18 0,-1 0-22 0,0 1-13 0,3 1-21 0,-1 1-33 16,2 0-45-16,2 3-84 0,-1 2-185 0,-1-1-102 0</inkml:trace>
  <inkml:trace contextRef="#ctx0" brushRef="#br0" timeOffset="57321.28">11413 7834 311 0,'-9'0'44'15,"2"-1"3"-15,-2 0-7 0,6 1-15 0,2 0-12 0,0-1-11 0,2 1-2 16,2-1-1-16,1 0 2 0,1-1 1 0,3-1-1 0,1 0-1 15,2-1 0-15,0 1-1 0,2 0-1 0,1 0 1 0,2 0 0 0,2 0 1 16,-1 0 2-16,1 0-2 0,0 0 4 0,0 1 3 0,2-1 4 16,1 0 2-16,0 2 4 0,2-2-1 0,1 1 1 0,-1-1 2 0,3 1 3 15,0-1 3-15,1 0 2 0,0 1 0 0,2 0 5 0,-1 1-4 16,0-1 2-16,2 0 4 0,0 0-2 0,2 1 5 0,-1-1 3 0,0 1-6 16,1 0 1-16,2 0-6 0,1-1 2 0,0 0 4 0,2-1 0 0,-2 1 4 15,2-1-2-15,3 0 3 0,0-1-4 0,2-1-4 0,2 1-3 0,-1-1-3 16,2 0-2-16,3-1 1 0,-1 0-2 0,4 0-7 0,1-2 2 15,1 0-5-15,1 1 1 0,1-1-2 0,2 1-1 0,2 0 1 0,1-1-1 16,-1 0 0-16,0-2-4 0,0 0 1 0,1 0-3 0,0 1 2 16,-2-1-1-16,0 1-1 0,-3 0 4 0,0 0 5 0,-1 0 3 0,0 1 6 15,-1 1 6-15,0-1 0 0,0-1 3 0,-2 1-3 0,1 0-3 0,-1 1 2 16,-1 1-6-16,-1 0 7 0,-1 3-3 0,-1 0-1 0,0 0 1 16,-1 1-7-16,0 1 2 0,-3 1-4 0,0 0-6 0,-1 1-4 0,0 0-3 15,0 2 0-15,-1 0 1 0,0 0-1 0,-1 2 0 0,-1 0-2 0,-1 2-1 16,-2-1-2-16,0 2-2 0,0 1 1 0,0 1-3 0,-3-1 2 15,-1 0-20-15,0 1-31 0,-2 0-52 0,1 1-65 0,0-1-64 0,1 0-86 16,0-3-163-16,1-1-30 0</inkml:trace>
  <inkml:trace contextRef="#ctx0" brushRef="#br0" timeOffset="64081.8">5231 9277 1305 0,'13'5'116'0,"1"2"-43"0,3 3-31 0,3 0-15 16,-1-2 7-16,3 2 17 0,1 0 4 0,4-1-1 0,0-1-6 16,4 0-16-16,0 0-16 0,3 0-13 0,1 0-5 0,1-1 2 0,3 1 2 15,0-2 2-15,1 1-2 0,1-1 0 0,0-1-1 0,3-1 2 16,-1-2 1-16,-1-1 0 0,0-1 4 0,-1-2 2 0,1-1 3 0,-2-1 8 15,2-1-1-15,-2-2 0 0,-1 0 2 0,1-1-1 0,-5 0 4 0,-1-1 2 16,-2 0 2-16,0-1-2 0,-3-1-3 0,-1 0 3 0,-2-1 2 16,1-1-3-16,-3 1 5 0,-1-2 2 0,0-1-1 0,-4-1-1 0,1 0 1 15,-2-2-3-15,-2-2-2 0,0 2 0 0,0-3-3 0,-2-1-6 16,-2 2 3-16,0-2-4 0,-2-1-4 0,-1 2 4 0,-2-2-4 0,0 0-2 16,-1 0 0-16,-2-1-3 0,-1 0-12 0,-2 0-3 0,-1 1 12 0,-1 1-5 15,-3-1 11-15,-1 1 0 0,-2-1-9 0,-2 0-2 0,0 1 3 0,-5-1-1 16,0 0-2-16,-2 2 0 0,-3-1-3 0,0 0 1 0,-2 2 0 15,-2-2 1-15,-1 0-4 0,-3 2 3 0,-3-2 2 0,-1 2-3 0,-2 2 3 16,-2 0 0-16,-1 2 2 0,-3 2-2 0,1 1 0 0,-2 1-3 16,-2 1 7-16,0 0 1 0,-2 1 0 0,0 2 1 0,1-1-7 0,1 0 4 15,1 0-1-15,-4 2-2 0,3 0 1 0,0 2-1 0,0 1-3 16,2 2 3-16,-1 2-3 0,0 1 0 0,0 2-2 0,0 2 8 0,-3 2 3 16,1 2-1-16,-2 3 0 0,0 3-7 0,-2 0-1 0,-2 4 0 0,-1 2 1 15,-1 1-1-15,-1 3 3 0,0 3 2 0,1 0-2 0,-1 2 9 16,1-1-4-16,1 0-3 0,-2 1-1 0,2 1-5 0,-1 2 4 0,4 1-2 15,0 1-1-15,1-1-8 0,3 1-7 0,3-2 4 0,5-1-6 0,4-3 0 16,4-1-10-16,4-4-31 0,3-2-44 0,5-2-61 0,5-5-75 16,3-1-79-16,4-3-93 0,3-2-414 0</inkml:trace>
  <inkml:trace contextRef="#ctx0" brushRef="#br0" timeOffset="74493.45">4865 10631 699 0,'16'-6'60'0,"1"0"-17"16,5 0-15-16,1 1 5 0,-1 0 11 0,2 0 16 0,2 0-3 0,1-1-14 16,2-1-16-16,1 0-15 0,3 1-4 0,0 0-3 0,4 1-2 15,0-1-1-15,2-1-4 0,-1 0-1 0,0 0 2 0,0-2 1 0,0 1 0 16,1-1 0-16,1-1-6 0,-2 2 0 0,0-1 9 0,2 2 8 16,0-1 16-16,0 0 11 0,0-1 9 0,-2 0 3 0,1 1 1 0,3-1 0 15,-2 1-2-15,0 2-3 0,1-1-4 0,-2 1 0 0,3 1-9 0,0-1 11 16,0 0-9-16,1-1-6 0,1 1 6 0,1 0-7 0,0 1 1 15,3 1 0-15,2-1-5 0,0 0-4 0,1 1 3 0,1 0-2 0,0 0-4 16,2 1 0-16,0-1-3 0,2 1-2 0,-1 0 2 0,1 1-1 0,0 0 2 16,0 0 1-16,1 1-2 0,-1 0 0 0,0 0 3 0,0 0-3 15,-1 0 3-15,-1 0 1 0,2-1-4 0,-4 2 5 0,1 0 0 0,-1-1 4 16,0 2 4-16,2-1-2 0,-1 1 2 0,2 1-6 0,0-1 6 16,0 0-3-16,1 0-3 0,1-1 0 0,2 0-11 0,-1 0 2 0,1 1-4 15,-1-1-5-15,3 1 1 0,0-1-4 0,0 1-3 0,1 1 2 0,-1-1-2 16,1 2 4-16,-1-1 2 0,-1 2-1 0,0 0 1 0,-2 1-5 15,-1 0 1-15,0-1 4 0,0 0 3 0,-1 0-3 0,0-1 9 0,0-1 4 16,0 0-2-16,-1-1 16 0,-1-1-8 0,0 0 4 0,-2-1 5 16,-1 0-6-16,-1 0 1 0,0 1-4 0,1-1-2 0,-3 0-2 0,-1-1 4 15,-3-1-10-15,0 0 7 0,-1-1-2 0,0-1-11 0,-1 1 4 0,-1-3-8 16,0 1 0-16,-2-2 8 0,-4-1-5 0,0-1-2 0,-3-1-1 16,1 0-4-16,-2-2 2 0,-2 1 6 0,-1 0 1 0,-4-2 0 0,-2 0-11 15,-1-2-4-15,-2 0 0 0,-1 1 10 0,-2-2 12 0,-1 0 1 0,-3-1 0 16,-4-2-6-16,-1-1 1 0,-2 0 0 0,-2-2-3 0,-2 0 3 15,-3 0-2-15,-1-1 1 0,-3 1-1 0,-3-2-5 0,-1-1 3 0,-4-1-3 16,-2-2-3-16,-2 1 3 0,-1-2-3 0,-3 2 2 0,-3-1 0 0,-3 0-6 16,-4 0-1-16,-1 1 4 0,-3-1-18 0,-1 0 0 0,-2 2 8 15,-3-2-5-15,-4 1 16 0,-3 2 2 0,-4 0-5 0,-3 1-1 0,-2 1-2 16,-2-1 2-16,-2 2-2 0,-4 1-4 0,-1-1 6 0,-2 2-6 16,-1 0 0-16,-2-1 2 0,-2 1 0 0,-3 0 0 0,-2 0 1 0,1 1 0 15,-3 2 4-15,-1 0-2 0,1 1-5 0,-2 2 4 0,-1 0-1 0,2 0 4 16,-3 1 5-16,2 1 3 0,2 1-7 0,-2 1 0 0,-1 2 4 15,0 1-2-15,-2 1 0 0,-1 1 2 0,-3 1-9 0,1 2 0 0,-3 3 1 16,1 0 1-16,-1 2 3 0,-2 2-1 0,-1 2 1 0,1 1-4 0,-2 1-2 16,3 1 1-16,-3 2 4 0,1 1 0 0,0 1 0 0,-4 2-1 15,3 0-4-15,-2 2-1 0,0-2 7 0,1 2 2 0,-3 0 3 0,2 0 0 16,1 2 1-16,4 0-3 0,1-2 4 0,4-1 5 0,2-1-4 16,3-2 4-16,1 1-2 0,1-3-5 0,2 1 1 0,0 0-3 0,2-1-2 15,2 1 7-15,2 0 2 0,0 1 2 0,3 1 2 0,0 1-1 0,2 1-6 16,4 0 0-16,0 3 5 0,4 1-3 0,1 0 3 0,0 3-5 15,3 1-7-15,0 1 15 0,2 5-3 0,1 0 0 0,0 4 7 0,0 0-14 16,1 2-1-16,1 3-1 0,3 1-2 0,3 1-1 0,1 1 2 0,4-1 0 16,4-3-3-16,0 2-6 0,5-2-4 0,1 2-7 0,3 0-20 15,2 1-9-15,2 0-35 0,2-2-38 0,3 2-33 16,1-2-46-16,4-1-58 0,-1-2-89 0,1 2-136 0,2-3-273 0</inkml:trace>
  <inkml:trace contextRef="#ctx0" brushRef="#br0" timeOffset="78882.74">20288 10716 699 0,'1'-2'42'0,"0"-1"-20"0,2 0-7 0,-1 2-2 0,2 0-6 15,1 1-2-15,0 1-4 0,1 0 1 0,0 1 0 0,1 1 0 16,0 0 5-16,-1 1 0 0,2 2 5 0,1 1 8 0,0 2 6 0,0 0 17 15,0 2 13-15,0 1 10 0,-2 1 13 0,2 4 7 0,-1 2 0 0,0-1 5 16,2 4 2-16,0 2 2 0,2-1 5 0,-2 1 1 0,2 0-2 16,1-2-10-16,0 0-6 0,2-2-13 0,0 0-3 0,2-1-4 0,1-4-6 15,-1-2-3-15,3-2-5 0,0-2 0 0,0-2-2 0,1-2 9 16,-1-2-1-16,0 0 1 0,1-3 4 0,0-2 2 0,-1-1 5 0,2-2 2 16,0-2-8-16,0-1-15 0,1-2 1 0,1-2-9 0,-2-1-1 0,4-3-9 15,2 0-3-15,2-1-7 0,2-2-8 0,2-1 3 0,-2 0-4 16,3-2-6-16,0 0-1 0,1-1-4 0,3-1 6 0,-2-1-11 0,0 1-4 15,0 0 9-15,-2 1-5 0,2-1 4 0,-2 1 10 0,-2 0-9 0,0 1 0 16,-2 0 4-16,0 2-4 0,0-1 0 0,-1 2 1 0,-1 2-3 16,-1 0 4-16,-2 0 4 0,-2 2-4 0,2-1-4 0,-1 2-5 0,-1-1-1 15,0 3-8-15,-2 0-2 0,1-1-18 0,-1 0-21 0,-1-1-28 16,1 1-26-16,0 2-33 0,-1-2-37 0,0 0-44 0,-1 1-65 0,0 0-119 16,2-1-203-16,-1-1-151 0</inkml:trace>
  <inkml:trace contextRef="#ctx0" brushRef="#br0" timeOffset="174883.67">4790 10825 317 0,'-20'-13'53'0,"-2"0"46"0,-5-2 28 16,2 5 12-16,3 1-16 0,0 2-51 0,-3 0-12 0,1-1-8 0,0 1-6 16,0-1 2-16,3 1-9 0,-1 2-10 0,1 0-10 0,1 0-5 15,-2 2-3-15,0 1-2 0,3 1-8 0,-1 1 1 0,3 0-3 0,1 0 0 16,0 1 3-16,0 0-6 0,1 1 0 0,1 1 3 0,-1 0-2 15,1 1 4-15,-1-1 3 0,2 3-6 0,-1 0 1 0,0-1 0 0,1 1-6 16,1-1 8-16,0 0-1 0,0 0-6 0,0 0 7 0,2 0-2 0,2 0 2 16,2-1 3-16,1-1-1 0,2-2-2 0,3 0 0 0,0-1 4 15,2 0 10-15,3-1 4 0,3 0 4 0,5-3 6 0,5-4-2 0,4 0 8 16,6-3-3-16,2-1-3 0,3-1-3 0,3 1-1 0,1-2 3 0,1 2-2 16,1 0 3-16,1 0 6 0,2 2 4 0,3-1 9 0,2 0 2 15,2 0-9-15,1 2-12 0,0 0-8 0,2 2-4 0,3 0-8 0,2 0-2 16,1 2-2-16,3 1-6 0,-2 1 5 0,3 0 1 0,0 0-7 15,-2 0 4-15,1 0-6 0,-3 1 0 0,-1 1 4 0,-1-1-7 0,-1 1-1 16,-2 0-1-16,-2 0-2 0,-2 1 8 0,-2 2 3 0,-3 1 0 16,-2 2-1-16,-3 3-4 0,-2 2 2 0,-4 3 0 0,-5 1 1 0,-2 3 2 15,-3 3 0-15,-1 3-2 0,-3 3 8 0,-3 1-9 0,-2 2 6 0,-5 0 7 16,-3 0 1-16,-4 3 14 0,-5-1-5 0,-3 1-1 0,-4-1-2 0,-5 1-8 16,-4 0 7-16,-6 2-5 0,-4 0 3 0,-4-1 3 0,-3 0-6 15,-6-5-1-15,-4-1 1 0,-1-2-1 0,-1-2 1 0,-2-1 2 0,2-3-3 16,0-1 10-16,1-1-4 0,-1-2-2 0,4-2 8 0,0 0-12 15,2-2 5-15,2-1-5 0,3-2-10 0,0-2 8 0,4-1-3 0,2-1 4 16,2 1 3-16,3 0-7 0,6-1 2 0,0-1-3 0,2 0-5 0,6 0-1 16,0-1-4-16,3 0-5 0,2-1 3 0,2 1-11 0,4 0-7 15,1 1-5-15,2 1-16 0,3 1-4 0,2 0-14 0,4-1-16 0,2 1-23 16,6-2-27-16,3-1-44 0,5 0-59 0,9-2-76 0,5-2-345 0</inkml:trace>
  <inkml:trace contextRef="#ctx0" brushRef="#br0" timeOffset="176134.67">20256 10888 1024 0,'-1'-11'119'0,"-1"0"-89"0,1-3-39 0,3 1-13 0,2 1-7 15,1-1-1-15,2 0 0 0,0 0 9 0,1 1 9 0,-1 1 16 16,0 1 10-16,-1 1 6 0,-1-1 0 0,0 0-3 0,1 2-8 0,-1 0 1 15,0 1 1-15,1 1 1 0,-2-1 6 0,1 1 1 0,1 1 0 0,0 1 3 16,0 0 3-16,0 0 6 0,-1 0 4 0,1 1 7 0,-1 1 7 16,2-1 0-16,-1 2 4 0,1 1-2 0,1-1-7 0,-1 1-4 0,1 1-3 15,-1-1-10-15,2 2 2 0,1 2-3 0,0 1 3 0,3 2 3 16,0 3-4-16,1 1 1 0,2 3-2 0,-2 0-3 0,3 1 0 0,1 2-5 16,-1 1 6-16,1-1 3 0,2 2 3 0,-2-1 9 0,2 0-4 0,2 1-5 15,-2 0 3-15,2-1-6 0,1 0-2 0,0-1 4 0,1 0-6 16,2-3-1-16,-1 2-1 0,2-2-7 0,1-1 7 0,0-2-2 0,1-3 3 15,4 0 1-15,0-2-4 0,3-3 5 0,-2-1-1 0,0-3 1 0,0-1-1 16,-2-1-2-16,2-2 5 0,-1-2 0 0,-1 0 9 0,-1-2-7 16,1-2-2-16,-1-1 0 0,1-1-11 0,-1-1 1 0,0 1-12 0,-1-3-2 15,1 0-3-15,-2-1-2 0,3 1-3 0,-2-2-10 0,1 0-4 16,0 1-19-16,1-3-28 0,-1 1-33 0,0 1-49 0,-1 0-74 0,1-2-136 16,2-2-310-16,4-9-190 0</inkml:trace>
  <inkml:trace contextRef="#ctx0" brushRef="#br0" timeOffset="178522.19">9000 11326 1177 0,'-11'-6'120'0,"0"-1"-35"0,-1 0-2 0,4 2-14 0,3 3-11 16,1 0-10-16,1 1-5 0,1-1-1 0,1 1-11 0,1-1-6 0,0 2-12 16,1 0-7-16,0 1-1 0,2 0-2 0,1 2 5 0,0 2 4 0,1 1 4 15,0 1 4-15,0 1-1 0,0 2 4 0,0 1 4 0,1 1-1 16,0 0 8-16,0 2 1 0,1-1 7 0,2 3 14 0,0 1-4 0,1 0-2 16,1-1-7-16,0 3-7 0,1-1-1 0,0 0-6 0,1 0 0 0,2-1-2 15,0 1 4-15,1-2 2 0,2 1-5 0,0 0 3 0,1-3-1 16,3 0-1-16,0-1 6 0,1-2 4 0,1-2 10 0,-1-2 0 0,1-3 6 15,0-2-2-15,0-4 5 0,1-3 1 0,0-6-4 0,2-4-1 16,0-4-5-16,2-3-12 0,2-6 1 0,2-3-10 0,2-4-12 0,4-2 0 16,2-3-16-16,0 0 6 0,1-2-1 0,0 0-1 0,1-2 5 0,4 0-18 15,0 0 2-15,1 0 3 0,2-2-3 0,1-2 5 0,1-1-12 16,5-1-18-16,1 0-18 0,1 0-34 0,1 1-27 0,0-1-36 0,2 1-49 16,3-2-41-16,1 0-61 0,3 0-105 0,4-4-299 0,4-5-64 0</inkml:trace>
  <inkml:trace contextRef="#ctx0" brushRef="#br0" timeOffset="180321.54">9820 12671 498 0,'-6'-1'58'0,"0"0"-8"0,-1 0-12 16,3-1-10-16,2-1-7 0,-1-1-5 0,1 0-1 0,0 0 0 15,1 0-1-15,-1 0-1 0,0 1 0 0,0-3-1 0,1 1 4 0,-1 0-2 16,0-1 7-16,0 1 4 0,0 0 7 0,0 0 8 0,0-2 11 16,0 1 9-16,-1-1 6 0,1 0 7 0,-1 1 5 0,2-1 11 0,-1 0 10 15,0-1 2-15,1 2 3 0,0-1-4 0,0 0 1 0,-1 0 0 0,2-1-4 16,1 1-10-16,0 1-6 0,2 0-14 0,-1 1-6 0,2 1-1 15,0 0-15-15,2 0 0 0,0 2-8 0,1 0-3 0,1 1 6 0,3 2-8 16,1 0 0-16,3 3-3 0,0 0 0 0,1 1-1 0,4 2 2 0,2 1-4 16,1 2-9-16,3 0 0 0,0 1-1 0,3 0-2 0,-1 0 3 15,4 1 0-15,-1 0-4 0,3-1-1 0,-1 0 2 0,3-2-3 0,1 0 5 16,1-3 4-16,1-1 6 0,-2-5-2 0,1-1-1 0,1-4 1 16,0-4-3-16,2-1 2 0,0-5-11 0,-1-3-10 0,2-1 1 0,0-2-4 15,0-3 9-15,2 0 3 0,-3-3-4 0,2 0-5 0,1-1-6 0,-1-2 2 16,0-1 2-16,0-1 0 0,1-2-10 0,0 1-18 0,1-2-28 15,0-1-25-15,2-2-35 0,0-3-35 0,2-1-18 0,3-4-41 0,4-2-26 16,3-1-42-16,3-4-83 0,4-2-185 0,2-4-159 0</inkml:trace>
  <inkml:trace contextRef="#ctx0" brushRef="#br0" timeOffset="185605.64">13400 13323 104 0,'-7'-6'81'0,"0"1"-19"0,-1 0-15 0,0 0-7 0,1 1 6 16,1 0 9-16,1-1 12 0,1 2 2 0,0-1 4 0,-1 2-3 16,1-1-4-16,0 0 0 0,1 1 2 0,0 0 1 0,0 0 1 0,0 0 6 15,-1 0 0-15,1 0 5 0,-1 0 0 0,1-1-5 0,-1 0-4 0,1 0-2 16,1 1-2-16,-1-1-10 0,1 1-8 0,1 0-6 0,0 0-1 15,0 1-7-15,1 0-2 0,-1 0-8 0,2 1-8 0,-1 0 0 0,1 1 0 16,1 2-4-16,0 0 2 0,2 3 4 0,2 1-2 0,1 2 11 16,1 3 1-16,0 2 3 0,3 3 11 0,0 3-6 0,2 0 7 0,1 2-2 15,0 1-5-15,2-1 0 0,2 0-4 0,1-1 3 0,0-1 5 0,1 0 4 16,0-2 5-16,0-2 0 0,2-1 8 0,0-2 1 0,1-2 10 16,1-4-9-16,0-1 1 0,2-5 3 0,1-3-2 0,1-4 9 0,1-4-10 15,1-4-5-15,2-2 0 0,1-3-9 0,1-3-6 0,2-3-11 0,0-3-9 16,2-2 0-16,1-2-7 0,2-2-7 0,2 0 1 0,0 0 0 15,1-2-7-15,1 1 9 0,1-1-13 0,0 0 2 0,0-1 2 0,2 1-4 16,2-1 2-16,-2-2-3 0,-2 0 1 0,-1 1-6 0,0-1-8 16,0 2-20-16,-1-1-19 0,0 1-27 0,1 0-54 0,-1 1-31 0,1 1-29 15,2-1-45-15,3 2-41 0,2-1-111 0,4 1-244 0,4-1-307 0</inkml:trace>
  <inkml:trace contextRef="#ctx0" brushRef="#br0" timeOffset="191406.86">4865 14321 128 0,'-6'-9'83'0,"1"-2"-11"0,-1-1-9 0,3 2-9 16,0 0-3-16,2 0-10 0,1 0-8 0,0-2-2 0,0-1-2 0,1 2-12 16,1-1-1-16,1 3-8 0,-1-2-7 0,1 2 2 0,-1 0-1 0,0 1 2 15,0 1 2-15,-1 0-3 0,-1 2 1 0,1 0-1 0,-2 0 1 16,0 0 5-16,1-1 3 0,-2 2 15 0,2-2 12 0,-2 0 6 0,1 0 17 16,2-1-5-16,0-1-1 0,2 1-4 0,0-2-8 0,1-1-4 0,2-1-3 15,3 0 1-15,1-2-4 0,2 0 5 0,1-1-6 0,3-2-5 16,3 1 0-16,1 1 0 0,2 0 7 0,4-1 4 0,1 0 2 0,4 0-4 15,1-2-5-15,4 0-1 0,3-1-3 0,3 1 4 0,3-1 2 16,2-2 1-16,2 1-4 0,2-1-7 0,4 0-1 0,2 0 0 0,1-1 0 16,2-1-2-16,1 1-1 0,2-2-1 0,2 1-7 0,0 2-1 15,2 1-5-15,0 1-2 0,1 2 1 0,1 0-5 0,2 2 5 0,0-1-7 16,1 2 2-16,2-1 6 0,-2 1-5 0,2 2 2 0,-1 2-3 0,0 1 0 16,0 2 0-16,-1 1-3 0,-3 1-1 0,0 1-2 0,-1 2 1 0,-2-1 1 15,0 1 3-15,0 0 1 0,-2 0-3 0,-1 1-1 0,-1 2-2 16,-4 2 2-16,-2 3 4 0,-2 1-1 0,-2 2 2 0,-1 4-1 0,-3 2 6 15,-3 3 0-15,-2 0 0 0,-4 3-1 0,-3 0 2 0,-1 4 8 16,-4 2 9-16,-4 0 7 0,-2 2-1 0,-4-2-1 0,-3 1-4 0,-2-1 0 16,-3 1 1-16,-2-2-6 0,-3 2-1 0,-1-2-6 0,-3 1 0 0,-3 0 0 15,-2-3 2-15,-2 1 4 0,-3-1-4 0,-2 2 8 0,-3-1-2 16,-4 2-3-16,-2-2-2 0,-6-2-5 0,-4 2-1 0,-7-2 0 0,-3 3-3 16,-6 1-2-16,-4 0-1 0,-3 0-2 0,-5-2-2 0,-5 0 6 0,-1-2-3 15,-6 1 0-15,-1-2 0 0,-4-1-7 0,-2 1 7 0,-1-4 1 16,-2 1 2-16,0-2 4 0,1-2-4 0,1-2 12 0,-1-1-4 0,2-2-1 15,0-2-2-15,2-2-5 0,-1 0 8 0,3-3 17 0,1 1 6 16,3-3 4-16,2-2 6 0,1-2-10 0,4-1-3 0,2-1-3 0,3 1 1 16,3-2-4-16,3 0-7 0,1 0-4 0,3-3-15 0,1 0-7 0,-1 0 3 15,2-1-3-15,2 0 0 0,3 1 8 0,5-1-1 0,1 1-4 16,2 0 1-16,1 1-8 0,4 0 1 0,-1 1-5 0,3 1-9 0,1 1-4 16,1 0-5-16,2 1-8 0,1 0-12 0,1 1-22 0,2 1-34 0,4 0-40 15,-1 2-49-15,2-1-69 0,2 2-108 0,1 0-178 0,1 1-139 16</inkml:trace>
  <inkml:trace contextRef="#ctx0" brushRef="#br0" timeOffset="-174627.43">7195 15146 9 0,'13'-3'-3'16,"3"1"-2"-16</inkml:trace>
  <inkml:trace contextRef="#ctx0" brushRef="#br0" timeOffset="-173037.43">5061 15262 123 0,'-8'0'82'0,"-1"0"-32"0,-2 2-14 15,3-1-2-15,2 1-4 0,-2 0 2 0,2 1-3 0,-2 1-1 16,1 1-4-16,1 0-6 0,-1 1-4 0,1-2-2 0,1 1-4 0,0 1-1 16,0-1 0-16,1 1-4 0,0 0 2 0,0-1 0 0,1 1 2 0,0-1 3 15,0 0 0-15,1 0 7 0,0 0 3 0,0-2 6 0,0 0 9 16,1 0 1-16,0 1 5 0,1 0 2 0,0 0 1 0,1-1 2 0,-1 1 0 16,1 0 3-16,0 1-3 0,1 1-4 0,0 1 0 0,1-1-3 0,0 0-6 15,1-1-2-15,1 0-4 0,0 1 1 0,2-1-1 0,1 1 1 16,-1-2-4-16,4 1 1 0,0-1-2 0,0 0 3 0,1-1-6 0,1 0-3 15,2 0 2-15,3 1-6 0,0 0-1 0,1-1-6 0,-1 2 0 16,1 1 0-16,-1 0-5 0,2-1 6 0,2 1-4 0,0-1-3 0,1 1 5 16,0 0-5-16,1-1 3 0,0-1 3 0,-1 0 2 0,2-1 3 0,1 0-3 15,0-1 2-15,2-1 3 0,0 0 4 0,2-1 5 0,-1 1 1 16,2-2-1-16,0 1 5 0,0 0-1 0,-1 0 4 0,2 1 3 0,-2 1-4 16,1 0-1-16,-2 1 2 0,-1 2-5 0,1 1 6 0,1 2-1 0,-2 0-5 15,-1 0 2-15,-1 0-6 0,-2 2-4 0,1-1 0 0,0 2-4 16,-1 0-8-16,1-1 2 0,1 0-2 0,2 0-4 0,-1-1 2 0,2 0-3 15,-2-1 1-15,1 0-6 0,0-2 3 0,2-1 4 0,1 0 1 0,1-3 2 16,-1 2 0-16,2-2-3 0,-1 0-4 0,3 1 2 0,-1-3 4 16,1 0 0-16,-3-2-1 0,1 0 1 0,2 0-4 0,-2-2 3 0,3 1 7 15,-2-2-2-15,1-1 0 0,0 0 1 0,0 1 3 0,-1-2 1 16,1 2-4-16,-1-2-3 0,-1 0 2 0,1 0 6 0,-2 2 2 0,1-2 2 16,0 1-3-16,1 0 0 0,-3 0-5 0,0 0 7 0,-2 1-5 0,2-1-5 15,-1 0 5-15,1 1-10 0,0 0 2 0,1 1 2 0,0-2-7 16,0 1 6-16,0-2-9 0,-1 1 9 0,2 0 0 0,-1-1-2 0,3 1 3 15,-2-1-6-15,0 0 0 0,2 2 6 0,0-2-8 0,0 2 4 0,-2-1 1 16,-1 1-8-16,0 1 11 0,0-1-6 0,-2 2-1 0,1-1 4 16,-3 2-3-16,0 0-2 0,-1 0 4 0,-2 0-1 0,0 1-1 0,-1 1 0 15,0 1 0-15,1 0 0 0,-3 0 5 0,2 1 0 0,-2 1-4 0,-1 0 1 16,1 0-2-16,-2 1 4 0,2 0-4 0,2-1 2 0,-3 2 6 16,2-1-10-16,-2-1 11 0,-1 2-7 0,2 0-2 0,-1-2 6 0,2 2-6 15,-1 0 6-15,-1-1-6 0,0 0 5 0,0 1 1 0,-1 0-3 16,0 1 6-16,1-1-5 0,-3 0 0 0,2 1 9 0,-2-1-7 0,0 0 5 15,-2-1 1-15,1 0 1 0,0 1 1 0,-3 0-3 0,2-1 2 0,1 0 1 16,-1 0-4-16,-2 1 2 0,2-1-4 0,-2 1-3 0,-1-2 6 16,1-1-4-16,-1 1-2 0,1-1 3 0,0 0 1 0,2-1 1 0,-1 0 0 15,2-1-4-15,0-1 1 0,-3 0 2 0,-1-1 4 0,-1 0 2 0,2-1 1 16,-1-1 2-16,-1 0-3 0,0 0 7 0,1 0-1 0,-2-1 1 16,0-2 1-16,0 0-11 0,-2-1 6 0,1-1 11 0,-1-1-7 0,0 0 7 15,0-2-15-15,-1 0-9 0,-1 0 7 0,-1-1-4 0,1-3 8 16,-2-2-1-16,0 1-1 0,-2-2-4 0,0 0 1 0,0 0-8 0,-2-1 6 15,-1 0-6-15,-1 0 4 0,-1 0-1 0,0-2-5 0,-1 0 8 0,-2 1-7 16,-1-1-4-16,-1 1-3 0,-2-1 5 0,-1 1 3 0,-2 0 1 16,-1 0 8-16,-1-2-14 0,-1 1 2 0,-3 1-1 0,0-2-1 0,-1 2 4 15,-2-1-4-15,-1 0 4 0,-2 1-4 0,0-1 2 0,-2 0 5 0,1-1 2 16,0 0 0-16,2 1-3 0,-2-1-3 0,-2-1-1 0,1 2 0 16,-2 0 4-16,-1 0-4 0,0 1 2 0,2 0 1 0,-4 1 1 0,1 0-1 15,-2 1 8-15,-1 0-8 0,-3 2-6 0,2-1-8 0,-2 1 9 0,-2 2 2 16,0 0 7-16,-4 1 6 0,0 1-10 0,-2-1 3 0,-1 3-1 15,-3-1-9-15,0 2 3 0,-2 2-3 0,-1 0 2 0,-1 3 8 0,-4 0-6 16,0 1-2-16,-2 4 2 0,-3-1-4 0,1 2 4 0,-1 1-2 16,1 1 1-16,-1 1 2 0,0 1-4 0,-2 2 3 0,-1 0 0 0,-1 2-2 15,1 0 2-15,0 0-3 0,0 0 3 0,-1 2 1 0,0 1 3 0,1-1-9 16,-3 2-9-16,0-1 1 0,1 1 17 0,-2 2 6 0,1 0 6 16,1 1 2-16,-3-2-18 0,1 2 2 0,-2-1-1 0,2 1 1 0,-1-2 3 15,2 1 3-15,1-1 0 0,0-1-6 0,2 0-5 0,0 2 8 0,0 2-10 16,3 0 1-16,0-1 8 0,2 2-11 0,1 1 7 0,0-1-2 15,2 1-5-15,2-1-6 0,1 0-8 0,3 0-14 0,1 1-24 0,2 0-31 16,1 0-43-16,4 0-54 0,0 2-76 0,0-1-74 0,3 3-91 0,3 1-42 16,-1 0 31-16,4 1-122 0</inkml:trace>
  <inkml:trace contextRef="#ctx0" brushRef="#br0" timeOffset="16107.49">5512 16939 260 0,'-18'-2'195'0,"1"1"-166"0,-4 0-46 0,1 1-26 15,2 2-9-15,0 1 5 0,2 0 13 0,-2 2 10 0,1 0 4 0,2 1 3 16,-3 0 0-16,2 0 2 0,-1 1-2 0,1-2-16 0,-1 0-16 15,-1 0 12-15,0-1 11 0,1 0 20 0,-1-1 19 0,0-1 15 0,2 0 24 16,0 0 20-16,1 0 21 0,0-3 14 0,2 0 6 0,0-2 2 0,0-1-4 16,1 0-12-16,-1-2-9 0,2-1-6 0,0-1-9 0,2-1-9 15,1-1-1-15,1-1-10 0,0 0-1 0,-1-2-5 0,1-1 1 0,-1-2-1 16,1 1-2-16,0-1 9 0,2-1 1 0,0 0 7 0,0 1 5 16,1-1-4-16,-1 0-6 0,1 0-11 0,1 2 0 0,2 0-3 0,1 2-7 15,1 0 2-15,1 3-7 0,1-2-5 0,3 0-1 0,2 1-3 0,3-1-3 16,2 1-5-16,1 0-7 0,2-1-3 0,3 1-2 0,1 2-5 15,1 1 2-15,2 2-5 0,0 2-8 0,0 3 12 0,0 0-3 0,0 1-3 16,2 2 1-16,-1 1-2 0,-1 2 4 0,0 0 0 0,-2 0 3 0,0-1 0 16,0 1 0-16,1-1 3 0,2-1 2 0,0 0-4 0,-1 0-1 15,2-1 1-15,-1 0-1 0,2-1 6 0,-1-1-4 0,1 0-1 0,0-2 5 16,0 0 0-16,2-1 2 0,-2-1 1 0,4 0-6 0,-3-1-2 0,1 0 1 16,-1-1 10-16,-1 1-8 0,1-2 2 0,0 2-1 0,0-2-5 15,0 0 7-15,0 1-2 0,-1 1-1 0,2-1-5 0,0 0-4 16,-1 0 5-16,1 1 5 0,-1-1-5 0,3 3-6 0,-3 0-2 0,2 2-4 15,-1 1 6-15,-2 2 8 0,1 0-2 0,-1 3 4 0,0 2-5 0,-1 1-1 16,0 1 5-16,-2 3 3 0,1 0 2 0,-1 2-1 0,0 1-5 0,0 0 4 16,-1 1 1-16,0-3-4 0,1 1 5 0,-1-1-10 0,1-2 5 15,1-1 5-15,1-2-11 0,1-1 4 0,1-1 1 0,2-2 4 0,0-2 2 16,-1-1-5-16,2-3 3 0,0-1-2 0,1-3 5 0,-1-1 1 0,2 0-7 16,-1-2 4-16,0 0 3 0,0-2-3 0,0 1 6 0,1 1-13 15,-1 1 4-15,1 1-1 0,-4 2-1 0,0 1 13 0,0 3-10 0,-2 1 4 16,0 1 5-16,-1 2-6 0,0 2 19 0,-1 2 1 0,2 0-7 15,-2 3-4-15,-1 2-5 0,1 1-4 0,1 1 8 0,-2 0-7 0,2 1-4 16,-2-1-3-16,2 1-2 0,1-1 4 0,-1-1 1 0,2-1-3 0,1-2-5 16,4-3 1-16,-1-1 5 0,2-2 0 0,-1-2 6 0,1-1-3 15,0-2-8-15,2-3 2 0,1-1 5 0,0-2-3 0,1-2-4 16,0-2-7-16,1-1 4 0,0 0 1 0,-1-2 6 0,3 0 5 0,-2 2-7 0,2-1 3 16,2 2 5-16,-2-1-5 0,1 1-3 0,0 1 3 0,-1 1-3 15,-1 3 5-15,1 2 2 0,-1 3-14 0,-1 2 7 0,1 2-3 0,-1 4-2 16,-2 1 10-16,2 4-15 0,-3 0 15 0,-1 2-7 0,-1 1 4 15,1 1 11-15,0 1-10 0,1-1 4 0,0 1-7 0,-1-2 0 0,0-1 0 16,1-2 6-16,2-1-1 0,1 0 0 0,1-2 2 0,2-3 2 0,0-1-2 16,-1-3-4-16,2-1 4 0,-1-1-2 0,0-3 5 0,3-2-1 15,0-2 0-15,0-1-3 0,0-2 1 0,3-1 3 0,-3-1-2 0,2-1-3 16,-1-2 2-16,1 0-16 0,-2 1 0 0,-2-1 2 0,1 3 0 0,-1 1 11 16,-1 2 1-16,1 2-5 0,-1 0 8 0,-1 2-3 0,0 1 3 15,-1 3 10-15,-2 1-1 0,0 1 10 0,0 3 0 0,0 2-8 0,0 0-9 16,-2 1-10-16,1 2-2 0,-1 0 4 0,1 3-4 0,-2 0 2 0,0 0 0 15,0 1-5-15,0 0 8 0,1-1 6 0,1 0-6 0,2-1 11 16,-2-1-18-16,1-1 6 0,0 0-2 0,0-1-3 0,2-2 11 0,0 0-13 16,0-1 3-16,2-1 4 0,0 0-10 0,0-3 8 0,0 0-2 15,-1-2 5-15,-1 0 6 0,1 0-4 0,-2-3 3 0,1 0-4 0,-1 0 6 16,-2-2 4-16,0 1-4 0,-1-1-1 0,-2 0-2 0,2 1-6 16,-1 0 3-16,0 2-8 0,0 2-6 0,0 1 13 0,-1 2-9 0,0 1 7 15,-1 1 8-15,-1 3-7 0,0 0 3 0,-3 2-5 0,1 2 3 0,0-1 2 16,-2 3 1-16,2 2 0 0,-2 1-4 0,0 1 2 0,-3 1 6 15,2-1-1-15,0 1-9 0,-2-2 3 0,3 0-5 0,0-1 8 0,2-1 1 16,0-2-21-16,3 0 10 0,-1-1-8 0,-14-7 12 0,4 2 14 0,0-2 0 16,6 1 9-16,-1-2-22 0,7 0 8 0,0-1 0 0,10-2-18 15,30-2 14-15,-7-5-10 0,-9-1-5 0,-15-1 29 0,0 0 0 0,-1-1-8 16,1 0-3-16,-1 0-9 0,-1-2 1 0,1 1 5 0,-1 0-2 0,-1 1-6 16,0 1-1-16,0-1 4 0,0 2 4 0,2 2-4 0,-2-1 0 15,0 2 2-15,-2 2-2 0,-1 1 9 0,1 2-11 0,-3 4 4 0,0-2-8 16,-2 3-6-16,0 1 7 0,-2-2-1 0,1 1 10 0,-1 1 1 0,0 0-10 15,1-1 8-15,0 1-1 0,1-1-2 0,2 0 2 0,3-1-4 16,0-1 4-16,1 0 0 0,-1 0-1 0,0-1-6 0,2-1 2 0,0-1 6 16,-1 0 6-16,3-1 2 0,-2 0-11 0,1 2 5 0,-1-2-9 15,-1 1 6-15,2 1 3 0,-1-1-5 0,1 2 7 0,1-1-7 0,0 1-5 16,1 0 10-16,-1 0-3 0,-1 2 0 0,0-1-2 0,2-1-12 0,-1 0 12 16,-1 0-2-16,2 1 2 0,-2-1 0 0,0 0 0 0,1-1 5 15,-2-1-3-15,1 0-2 0,1 0-2 0,0-1 6 0,0 1 6 0,1-1 5 16,-2-1-3-16,0 1 0 0,1-2 10 0,-1 1 7 0,-1-2 1 0,1 1-6 15,-3-2 3-15,1 2-12 0,0-2 3 0,-3 0 7 0,2 2-15 16,-3-2 10-16,1 2-9 0,2 0-6 0,-2-3 19 0,1 2-11 0,-2 0 2 16,1-2-3-16,-1 1-9 0,0-1 8 0,1 1 1 0,-1-2 1 15,0-1-13-15,0 0 2 0,2-2 1 0,-1 2 3 0,1-2 2 0,0-1-8 16,-2 0 5-16,2-1-1 0,0 0 5 0,1 0-3 0,-2-1 0 0,0 0-3 16,0-1-8-16,-1 1 10 0,0 0 1 0,-1-1 0 0,1-1 3 15,-2 0-13-15,1 1 1 0,-1-2 14 0,0 1-3 0,0-1-1 0,-1 1-5 16,-1-1 0-16,-1 0 7 0,0 1-1 0,-2 0 4 0,0-3-11 0,1 0 7 15,-1 0-2-15,0 0 1 0,-1-1-8 0,0 0 12 0,-2-2-28 16,0 1 21-16,0 0-1 0,-2-1-10 0,0-1 34 0,-2 0-24 0,-2-1 5 16,1-2 11-16,-2 2-13 0,-1-2 15 0,-2 1-13 0,-1-1 0 15,-2-1 9-15,-3-1-3 0,-1-3-3 0,-4 0-1 0,-3-2-8 0,-2 1 12 16,-4-2-6-16,1 0-10 0,-2-3 6 0,-1 1-8 0,-1 0-4 0,-3 0 14 16,0 1-4-16,-3-3-2 0,-2 2 13 0,-2-1-15 0,0-1-2 15,-3 2-1-15,0-2-3 0,-1 0 8 0,-3 1-2 0,0-2 2 0,-2 1 4 16,-1 0-4-16,-2 2 0 0,0 0 0 0,-2-1 4 0,3 1 2 0,-3-1-3 15,-1 2 3-15,-4-3-8 0,-2 3-2 0,-3-2-1 0,-3 0-7 16,-4 2 0-16,-3 1-3 0,-3 1 7 0,-3-1-4 0,-4 1-5 0,-1-2 11 16,-2 1-8-16,-1 1 3 0,-1 2 1 0,-5-1 2 0,-1 3-3 15,0-1 3-15,-2 2-1 0,2 2-5 0,-1 0-3 0,0 0 9 0,0 1-3 16,0 2-6-16,-1 1 13 0,1 1-11 0,3 2 11 0,1 1 0 0,1 0-3 16,-1 2 5-16,1 0 0 0,1 2-4 0,0 0 3 0,0 1-3 15,1 3-2-15,-1-1 8 0,-1 1-5 0,0 0 1 0,-3 1 2 0,-1 1 2 16,0 0 0-16,-1 2 0 0,-4 1 0 0,0 3-6 0,-4 1 6 0,-2 0-1 15,-2 3-9-15,-2 0 12 0,-2 1 6 0,-3 4-8 0,-1 1 7 16,0 2-5-16,3 0-10 0,2 1 7 0,3 1 4 0,3 1-6 0,2 1 3 16,4 1 1-16,6 0-10 0,3 0 2 0,5 2 3 0,4 1-4 15,3 0 5-15,4 1-18 0,0 1-3 0,3 0 18 0,0 2-3 0,1 2 16 16,2 2-5-16,0 0-15 0,2 0 8 0,1 2-5 0,0-1 9 0,1 1-1 16,3 1-6-16,3 0 6 0,0 0 1 0,1 1-1 0,1-1 5 15,1 1-4-15,0 0 4 0,1 2-1 0,0 1 0 0,2 1 7 0,0 1-20 16,0 2 13-16,2 3-2 0,0-1 2 0,0 2 5 0,3 0-10 0,-1-1-3 15,3 0 6-15,-1 2-2 0,3-2 2 0,1 0-2 0,0-1-7 16,3-1 4-16,2-1-1 0,1 3 2 0,2-3 4 0,2-1-14 0,1 1 17 16,1-2-3-16,1 2-2 0,1-2 19 0,2-1-11 0,3 1-1 15,1-1-12-15,3 2 12 0,2-1-7 0,2 0 6 0,3 1 11 0,3-3-11 16,0 2 5-16,3-1 4 0,3 2-8 0,2-1-10 0,2-2-6 0,5 1-2 16,1-2 22-16,5 2 0 0,0-2 4 0,3 0 4 0,-1-3-17 15,3 0 6-15,2-2-5 0,1 0-8 0,1-2 9 0,3 2-13 0,-1-3 5 16,3-2 13-16,-1 0-5 0,3-5 11 0,1-2-11 0,-1-1 0 0,1-3 9 15,0-3 1-15,-1-1-3 0,2 0-5 0,1-2-6 0,-1-2 0 16,0 0 2-16,0-1-6 0,-1 0 3 0,0 0-5 0,0-1 2 0,-1 1-22 16,0 0-23-16,-1 0-27 0,0 2-50 0,-3-1-50 0,1 0-77 15,0 1-125-15,2 0-196 0,0 0-144 0,2 0 59 0,-1-4 196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0:33:09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2497 6432 1250 0,'-23'-4'25'0,"1"0"10"0,-5 0-11 0,8 3-1 15,5 0 4-15,0-1 2 0,2 0 3 0,0 1-6 0,3 1-6 0,1 1-7 16,1 0-8-16,0 2-5 0,3 2-4 0,0 2 0 0,0 3 3 0,2 0 4 16,-2 5-2-16,1 3 0 0,0 2-1 0,-1 2 1 0,0 4 0 15,0 2 3-15,2 5 1 0,-3 1 1 0,1 4-2 0,0 2 2 0,1 0-1 16,1 4 2-16,0 3 3 0,2 1-5 0,0 5 17 0,0 2 3 16,3 3-1-16,0 4 8 0,1 2-17 0,1 3-5 0,2 1 3 0,0 3 1 15,2 2-1-15,1 0 3 0,0 4-4 0,1 2-2 0,1 0 7 0,-1 5 9 16,1 3 11-16,-1 4 9 0,1 4-9 0,-1 1-7 0,-1 3-9 15,1 2-4-15,0 2 8 0,0 4 3 0,-2 4 2 0,-1 1 0 0,0 3-9 16,1 1-3-16,-1 2-12 0,0 0 1 0,-1 2 0 0,-1 0-1 0,0 0 4 16,0 1-11-16,1-1-7 0,-3 2 7 0,1 0-1 0,-2 2 0 15,0 1 4-15,-2 2-3 0,0-1-12 0,-2-2 3 0,-2 1 7 0,-1 0-1 16,-2 2 6-16,0 0 3 0,-3-2-7 0,1-1 4 0,0-2 2 16,1-1 0-16,1-2-1 0,0-4 6 0,0-1 1 0,1-1 2 0,1-3 9 15,-1 1-13-15,1-2 16 0,1-1 1 0,-2 1-2 0,1-1 11 0,1 1-10 16,-1-5-2-16,0-1 10 0,1-1-2 0,-1-2 4 0,3-1 8 15,1 1-12-15,-1-1-1 0,2-2-5 0,-1-1-7 0,1-2 2 0,2-1-4 16,-1-1-2-16,1 0 0 0,-1-2-13 0,0 1 8 0,1-1-2 0,-1-2 2 16,1-1 7-16,-1-4-9 0,2-3-6 0,-1-1-3 0,2-5-5 15,-1-1 8-15,1-2 0 0,-1-3-2 0,1-3 10 0,0 0-12 0,1-3 4 16,-1-2-2-16,1-2-8 0,-1-2 5 0,0-2-1 0,1 0 6 0,0-4 1 16,0-2-2-16,-1-1 2 0,0-5-2 0,1-2 4 0,0-1-1 15,0-3-1-15,0 1 6 0,2-3-10 0,-1-2 7 0,1-2 5 0,-1-3-8 16,1-3 6-16,2 0-6 0,0-2 3 0,0-1 7 0,1-1 0 15,0-1-1-15,1-1-2 0,2-1-1 0,0 0-2 0,2-4-5 0,-1 1 13 16,1-1-1-16,2 0 3 0,-1-1 6 0,3 0-13 0,0-1-3 0,2-1 4 16,2-1-6-16,1-1-1 0,2-1 3 0,2-2 5 0,0 1-3 15,3 0-11-15,1-2 1 0,1 1-4 0,1-1 4 0,2 1 1 0,2-1 4 16,1 0-1-16,2 0 6 0,2 0-5 0,1 0-9 0,1 0 0 0,2 0 4 16,0-1 6-16,2 1-3 0,3 1-3 0,1-1-4 0,2 0-1 15,1 0 5-15,1 1-1 0,2 0-6 0,3 0 7 16,0 0-2-16,4 1 7 0,2-1 3 0,0 1-7 0,3-2 7 0,3 2-5 0,1-1 0 15,5 0 10-15,1-1-7 0,-2-2-1 0,1 0-2 0,0 0-12 0,0-2 14 16,4 1 0-16,0 0-2 0,1-1 5 0,1 2-9 0,0-1 1 0,3 1 6 16,0-1-4-16,3 1-1 0,0-1 7 0,4 0-3 0,1 1 1 15,0 1 4-15,2 0-7 0,0 0 8 0,1 2-5 0,4 0 9 0,-1 2 2 16,1 1-4-16,3 3 0 0,-1 1-7 0,1 1 7 0,2-2-3 0,1 3 3 16,4 0-3-16,1 2-5 0,1 0 6 0,5-1 1 0,0 2-4 15,3 0-10-15,2-2-2 0,0 1-2 0,2 0 11 0,0-1-2 0,1-1-3 16,1 1 1-16,1-1-7 0,2-1 13 0,-2 0-2 0,2-2-8 15,1 1 10-15,-68-6-18 0,17 2 9 0,-1-1 7 0,19 2-16 0,-2 0 9 16,18 1-6-16,0 2-5 0,16 1 16 0,1 0-6 0,-3 0 1 0,3 0-2 16,0 1-5-16,-1 0 12 0,-1 1-10 0,0-2-3 0,1 0 8 15,0 1 7-15,0 0 1 0,1-1 2 0,-2-1-10 0,2-1 5 0,0-1 7 16,1 1 9-16,0-3 8 0,0 0-11 0,1-2 7 0,-1-1-3 0,0-2-7 16,-1-1 9-16,1-2-7 0,1-2 7 0,-1 0-9 0,-1-2 4 15,0-2 3-15,0-1-5 0,1-1 5 0,-2-1-3 0,-1-1-9 0,-1-1 14 16,-2-2-2-16,0 1-3 0,-2-1 2 0,-2-2-7 0,0-1 5 15,-2 0 3-15,0-2-8 0,-2-2 2 0,15-4-4 0,90-19-7 0,-31 2 10 16,-32 1-8-16,-44 6 0 0,-2-2 7 0,1-3-6 0,-2-1 5 0,0-4-1 16,1-4-2-16,-1-3 0 0,-2 0-10 0,0-2 10 0,-3-2-1 15,-2-2-9-15,0-3 1 0,-3-1-12 0,-1-3 7 0,-2-3 20 0,-1-2-8 16,0-1 6-16,0-2-2 0,-4-2-1 0,-1 1 1 0,-2-2-5 0,-2-2-8 16,-3 0 13-16,0-3-1 0,-3 0 3 0,-3 1 3 0,-2-2-14 15,-3-1 17-15,-1-2-4 0,-3-1-2 0,-1-1 3 0,-1-5-10 0,-2-1 3 16,-2-3 3-16,0-1-7 0,-4-3 3 0,-2-3-4 0,-2-1-5 0,-1-2 1 15,-3 0-5-15,-1-1 11 0,-3-1-8 0,-3-1 1 0,-1 1-4 16,-5-1-4-16,-2 2 4 0,-4-2-1 0,-3 1 4 0,-2 1-3 0,-4-2 6 16,-1 0 3-16,-3 0-9 0,0-1 9 0,-1 1-7 0,-2-3 0 15,-1 0 5-15,-3-2-14 0,0 0-4 0,-3 0-8 0,-2 1-4 0,-2-2 4 16,-3 1 11-16,-1 3 8 0,-1 1 4 0,-4 2-4 0,0 0 2 0,-3-1 0 16,-3 1 9-16,-1 0 2 0,-3 2-10 0,-2 0 6 0,1 5 0 15,-5 1 4-15,-1 3 3 0,-3 2-5 0,-2-2-2 0,-4 2-4 0,-3 0-3 16,0 2-5-16,-3 0-2 0,1 5 0 0,-2 1 2 0,-2 1-6 15,-3 3 11-15,-2-2-5 0,-2 5-5 0,-3 1 5 0,-2 1-10 0,-2 3 5 16,-2 1 7-16,-1 4 1 0,-1 2 3 0,-3 2 2 0,0 4 3 0,0 1 1 16,-2 3-4-16,-1 3 1 0,-2 0 6 0,-2 3 2 0,-1 3-3 15,0 1 1-15,-1 3-6 0,-3 1-4 0,-2 1 0 0,1 2 7 0,0 0-1 16,0 3 1-16,0 0 0 0,-3 0-12 0,-1 1-5 0,0-1 1 16,-1 2-2-16,-1-1 3 0,1 1 5 0,-1 0-3 0,1-2 8 0,0 3 10 15,1-1-2-15,-2 1 2 0,1-1 5 0,-1 1-9 0,0-1-1 0,0 0 12 16,1 1-4-16,-1 0 2 0,0 1 3 0,0-1-9 0,-1 0 1 0,0 0-2 15,-2 1 4-15,1 0-4 0,0-1 0 0,0 0 7 0,1 0-5 16,-2 3 9-16,-1 1-6 0,0 3 2 0,1 0 4 0,0 2-4 0,1 0 0 16,-1 0-1-16,-1 2-8 0,-4 1-4 0,-3 1 10 0,0 2-9 15,-2 2 9-15,1 1-4 0,0 1-8 0,-1 1 2 0,1 0-6 0,-1-1 6 16,0 1-2-16,0 1 0 0,-3-1 1 0,2 1 1 0,0-2 0 0,-1 2-1 16,1-2 1-16,-2 1-2 0,1-1 5 0,-2 1 0 0,0-1 3 15,-1 0 2-15,-1 0-5 0,1-1 4 0,-1 1-4 0,2-3 0 0,-2 1 1 16,0 2 3-16,-1-1-1 0,-1 1 0 0,-1 2-1 0,1 0 0 15,-2 1 0-15,0 1 3 0,-1 0-5 0,-3 1 0 0,2 1 1 0,-3 1-1 16,-1 1 0-16,0 0-1 0,1 0-1 0,-2 1 4 0,-1 1 1 0,0 0 2 16,-3 0-2-16,-1 2-1 0,0 0-4 0,-1 1 1 0,-3 1 1 15,1 0 0-15,0 0 0 0,0 1-2 0,1 0 0 0,0 0 2 0,-2 2 0 16,-1 0 4-16,-1 0-3 0,1 1-2 0,0 0 1 0,-2-1 1 0,1 2 3 16,-1 0-2-16,-2 1-6 0,-1 0-1 0,-2 1 2 0,-1 0 1 15,1 0 5-15,-1-1 1 0,1 0-4 0,1 1-2 0,-2 0 2 0,1 0-2 16,-3 0-1-16,0 1 1 0,-1 0-3 0,-3 2 0 0,0-1 0 0,-2 3 2 15,0-1-1-15,-1 1 3 0,-1 1 1 0,1 1 0 0,-3 0-2 16,0 3 2-16,-1 0 0 0,0 1-7 0,1-1 5 0,1 0-3 0,1 1 0 16,3-2 5-16,0 2 4 0,2 0-6 0,0 1 4 0,1 0-6 0,1 0 8 15,0 1-4-15,4-1 1 0,-1 0 3 0,1 2-8 0,3-1 8 16,0-3-9-16,3 2 1 0,1 0 1 0,-1-1 8 0,3 2 5 0,3 0 5 16,-1-3 2-16,4 0-10 0,2 0 0 0,0 0-5 0,4-2-4 15,3 0 5-15,1-1 2 0,4-2 2 0,2 0 0 0,3-1 0 0,2 0-2 16,3 1-2-16,4-2 4 0,3 0-3 0,3-1-1 0,0 1-3 0,2-1 0 15,3 1 4-15,2 0 1 0,4-1 0 0,4 1 0 0,3-2-2 16,5 0-1-16,2 0 2 0,5-3-1 0,3 1-1 0,1 1-2 0,4-1 0 16,2 0 0-16,2 1-4 0,1 0 3 0,0 1-1 0,2 1 0 0,-1 1-1 15,4-2-2-15,0 1 1 0,2 0 1 0,3 0-2 0,0-1 1 16,1 1-4-16,1 0-1 0,1-1-3 0,0-1-5 0,1 0-5 0,-1 0-12 16,1 0-30-16,1-1-28 0,-2-1-38 0,2-1-47 0,0-2-61 0,0-1-118 15,-1-3-186-15,-1-4-338 0</inkml:trace>
  <inkml:trace contextRef="#ctx0" brushRef="#br0" timeOffset="1464">2272 4761 2871 0,'4'9'-4'0,"3"4"3"0,2 4-3 0,7 7 1 0,0-3 6 16,4 3-6-16,0 4-12 0,2 6-16 0,1 7-17 0,-2 5-32 15,2 6 7-15,-4 6 5 0,2 4 5 0,-2 3 25 0,-1 3 1 0,-2-1 9 16,-2 1 11-16,-1 0 5 0,-3-3 9 0,-2-1-1 0,-3-2 4 16,1-1 7-16,-1-2-4 0,-1-2 9 0,0 1-7 0,-2-4 1 0,1-2 5 15,-1-4-2-15,0-5 2 0,0-3 1 0,1-5 5 0,0-1 6 0,1-3-1 16,1-2-2-16,-1-4-3 0,3 0-4 0,-1-6 7 0,1-1 6 16,0-1-1-16,1-4 9 0,1-1-2 0,1 0 7 0,1-2 2 0,1 1-7 15,0-1-6-15,1-1-5 0,-1-2 1 0,1 0-2 0,0 0-1 0,4 0-2 16,0-2-2-16,0 1-5 0,3-2 1 0,2 0 1 0,0 0-7 15,4-1-2-15,2 0-3 0,1-1-1 0,3-1 1 0,1 0 0 0,0-1-1 16,3-1-1-16,2 0-1 0,0 0 2 0,2-2-4 0,1-1 3 16,4 0-2-16,3-1-3 0,1-1 2 0,2-1 1 0,2-1 0 0,0-1 2 15,3 1-3-15,0 0 3 0,0-1 0 0,2 0 3 0,0-1-1 0,3 2-2 16,2 0 2-16,2 0-2 0,3 0 1 0,1-1 3 0,1 1-2 16,2 0-13-16,1 1-4 0,1 0 0 0,2 1-1 0,4-1 18 0,3 2-2 15,2-1 5-15,1 1-10 0,2 0 0 0,0 1 2 0,2 0 1 0,1 1 12 16,3 1-6-16,2 0-3 0,0 1-9 0,2 1 3 0,1 1 3 15,3-1 2-15,-1 2 3 0,3-1-13 0,-2 2 0 0,2-1 0 0,1 1 2 16,0 0 3-16,3 0 3 0,2 1-1 0,0-1-4 0,-1 1 10 0,3 0-6 16,0 0 3-16,3 2 0 0,2-1-2 0,-1 0 2 0,3-2 2 15,0-1 6-15,3 0-3 0,0-1-1 0,3-1-3 0,-1 0 1 0,1-1-4 16,1 1 4-16,0-1 1 0,3 0-4 0,-2 0 6 0,1 0 3 16,0 0-6-16,0 1 3 0,3 0-3 0,1 0-1 0,1 1 3 0,2-2 11 15,1 1-5-15,-2 1 0 0,1 1-1 0,-3 0-4 0,1 1 3 16,1 0-6-16,-2 0-2 0,2 2-3 0,-1-1 3 0,1 1 1 0,3-1-1 15,1 0 2-15,-1-1-2 0,1-1 3 0,2 1 3 0,-2 0-6 0,2 0 3 16,-4-1-3-16,1-1-5 0,1 0 8 0,-6 0-6 0,2-1 3 0,0 0 7 16,2-1-7-16,0 0 3 0,0 0 2 0,-3 0 0 0,-1 1 4 15,1-1 0-15,0 1-4 0,1-1 3 0,-2 1-3 0,-1 1 6 0,0-1-6 16,-3 0 0-16,3 1 2 0,-1-1-2 0,0 0 4 0,1 0-2 16,-4 0 2-16,-2 1-2 0,1-1-2 0,3 1 0 0,1 0 0 0,-2-1 1 15,0 1 1-15,-2 0-6 0,0 0 5 0,0 1 1 0,-4 0-4 0,1 0 4 16,-1-1-2-16,0 0-8 0,2 0 3 0,-3 0-2 0,0 1-5 15,-1-1 12-15,-1 1-1 0,1 0-6 0,-2 0 0 0,-2-1 1 0,-1 0-1 16,-2 0 5-16,-1 0-3 0,-1 0 0 0,-5 1 0 0,-1-1 0 0,-1 0 4 16,0 1-1-16,1 1-8 0,-3-1 2 0,-1 0-1 0,-3-1 2 15,-1 0 8-15,-4 1-3 0,-1-1 4 0,-2 0-7 0,-2 0 0 0,-3 0 2 16,-1 0 0-16,0 0 5 0,-1 0 0 0,0 0-2 0,-3 0 4 16,-2-1-2-16,-3 0 0 0,-3 1 2 0,-3-1-2 0,-2-1 5 0,-1 1-1 15,0-2-2-15,0 0 0 0,0 0-2 0,-2 0-5 0,-1-2 1 0,-2 0-1 16,-3-1 0-16,-3-1 7 0,-3 0-2 0,1-1 4 0,0-1-4 15,-3-1-1-15,-1 0 3 0,-4-3-4 0,-1 0-7 0,-2-2 0 0,-2-1 2 16,-2 0 4-16,-2-3 10 0,-3-2 3 0,0 1-1 0,-3-3-7 0,-2-1-5 16,-3 0 1-16,-1-2 4 0,-2-2-1 0,-3 1-1 0,-1-3 2 15,0 1-5-15,-3-3 1 0,-2-2 3 0,-2-2-3 0,-2 1-1 0,-3-1 1 16,-2-1-1-16,-3 0 2 0,-2-1 1 0,-2-1-3 0,-4 0 5 16,-2-2-3-16,-3 0-3 0,-3-2 3 0,-3-1-6 0,-2 2-6 0,-1-1 4 15,-3-1 2-15,-2 0 0 0,-3-1 0 0,-4 0 0 0,-3 0-1 0,-2 2 1 16,-5-1-6-16,-2-1-12 0,-4 1 16 0,-3 1-4 0,-4 0 10 15,-3 1 9-15,-4 2-19 0,-1 1 1 0,-3 1-1 0,-1 3 4 0,-3-1-3 16,-5 2 5-16,-3 0-8 0,-5 1 7 0,-3 3-3 0,0 3 0 0,-6 0 1 16,-3 1 1-16,-5 1 4 0,-7 1-2 0,0 2-4 0,0 0-2 15,-2 3-5-15,-3 2 21 0,-5 0 2 0,-6 1-1 0,-3 1 4 0,-2 2-17 16,-1 1 4-16,-2 1 0 0,-1 2 2 0,-1 0-6 0,1 2 9 16,-3 1 1-16,-3 1-1 0,-1 1 4 0,-1 1-13 0,-3 2 11 0,-2 0-3 15,-2 2 1-15,-2 0 1 0,0 3-1 0,-2 0-1 0,-1 1-2 0,-1 0-2 16,2 1-8-16,1 0 2 0,0 1 2 0,0 0 2 0,-1 1-7 15,-1 0-1-15,-1-1-6 0,-1 0-1 0,1 0 0 0,-2 0 2 0,1 0 8 16,0 2-6-16,-1-1 12 0,1 0-1 0,-1-1 6 0,-1-2-2 0,-2 1-12 16,1 0 5-16,0-2-7 0,1 1 7 0,3-1 1 0,0-1 0 15,2-1 4-15,0 0-4 0,2-1 8 0,-2-1-6 0,3 0-6 0,-2-1 4 16,1-1 0-16,1 0 1 0,0 0 4 0,-1-1-1 0,0 0-2 16,2 1 11-16,0-1-4 0,2 1 1 0,2-1-1 0,0 0 8 0,1 1-4 15,-1-1 0-15,-1 1-4 0,0 0-10 0,-1 1 10 0,1 1 4 0,-1 0-1 16,0 1 3-16,2 0-6 0,-1 0-1 0,0 1-1 0,-1 0-1 15,0 1-4-15,0 0 2 0,0 0 2 0,1 0-2 0,2 1-4 0,1-1 2 16,1 1 2-16,1 0-4 0,2 0 4 0,0-1-2 0,3 2 5 0,4-1-1 16,0 2-2-16,2-1 0 0,1 1-2 0,1 0 0 0,3 0 0 15,-1 0 2-15,4 0-1 0,2 2 5 0,1 0 2 0,4 1-3 0,-1 0-3 16,2 1-2-16,2 1 0 0,1-1-4 0,3 1 6 0,2 2-2 16,0 0 0-16,5 0 2 0,3 1-2 0,0-1 4 0,2 3 3 0,-1-1 1 15,5 1-2-15,1 1-3 0,7 0-3 0,1 1-2 0,1 2 4 16,2 2-2-16,-1-1 2 0,4 3 0 0,4-1-6 0,1 2-7 0,4 1-4 15,2 2 21-15,2 0-5 0,2 0 15 0,5 2-5 0,0 0-19 0,1 2-1 16,3 1 1-16,2 0 1 0,1 4 1 0,2 0-7 0,0 1-13 0,2-1-15 16,1 2-44-16,0 2-48 0,0 3-43 0,0 3-71 0,-3 2-64 15,-1 3-109-15,-2 1-207 0,-1 5-394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0:34:54.3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5461 5098 1 0,'-37'-11'44'0,"2"3"229"0,-5-1 178 0,17 8-440 0,9-1-20 0,1 2-17 0,1-1 0 16,1 0 7-16,1 0-7 0,1 0-23 0,-1-1-34 0,0 1-65 0,0-1-72 15</inkml:trace>
  <inkml:trace contextRef="#ctx0" brushRef="#br0" timeOffset="571">5123 5046 219 0,'-13'2'112'0,"-2"1"-13"0,-3 2-16 0,1 0-12 0,1 1-23 0,1 2-7 15,-2 2-9-15,-1 1 4 0,0 1-6 0,1 2 0 0,-1 1-2 0,1-1-11 16,2 1-9-16,1 2-5 0,0 0-3 0,2 0-2 0,-1-2 2 15,4 0 1-15,-1-1 1 0,1-1 0 0,1-2 1 0,-1 1 0 0,1-1 2 16,0-2 3-16,0-1 4 0,2 0 8 0,-1-3 10 0,0 0 14 16,0-2 11-16,2 0 7 0,-1 0 1 0,0-1 0 0,0-1-1 0,-1 1-6 15,2-1-2-15,-1-1-2 0,-2 0-10 0,1 0 0 0,0-1-7 0,0 1-4 16,2-2-4-16,1 1-2 0,-1-1-4 0,0 0-5 0,2 0 5 16,0 0-4-16,0-1 1 0,0 0 2 0,1-3-2 0,1 1 1 0,1-1-6 15,1-1 2-15,1-1-1 0,2-1 0 0,-1-3 2 0,2 1-3 0,2-2-2 16,-1 0-1-16,2-3 0 0,2 1-2 0,2-3 1 0,0-2 1 15,1 1 2-15,2-2-5 0,1 0 3 0,0-1 10 0,2 2 1 0,2-2 14 16,1 1-2-16,1-3-8 0,3 0 3 0,1 1-15 0,2 0 0 16,0 0-6-16,4 2-1 0,1-2 1 0,3 2-2 0,0-2-1 0,5-1-4 15,0 1 3-15,4-3 1 0,1 2-4 0,3 1 5 0,0 0-2 0,2 3-5 16,2 0 7-16,1 1-5 0,1 1-3 0,-1 3 3 0,0-1 0 16,2 3 1-16,-3 1-4 0,0 3 5 0,-2 2-1 0,-2 2-5 0,0 1 8 15,0 2 0-15,-2 3-1 0,0 2 0 0,-1 1-1 0,-1 3-2 0,-3 1-3 16,-1 3 4-16,-1 3-1 0,-2 3 2 0,0 1-2 0,-1 0 1 15,-1 3 2-15,-1 1-3 0,-4 3 3 0,-1 3-1 0,-3 0-2 0,0 3-2 16,-3-1 4-16,1 0-1 0,-4 1-1 0,0 1 5 0,-1 1-5 16,-3 2-2-16,-2 1 5 0,-3-1-13 0,-1 2 7 0,-2 0 1 0,-2 1 1 15,-2 1 8-15,-3-1-2 0,-2 3 3 0,-4 0 0 0,-1 0-2 0,-3 4 4 16,-4-3-4-16,-2-1 6 0,-3 0-1 0,-5 1-5 0,-3-1 3 16,-2 0-8-16,-5 1 7 0,-2-1 1 0,-4-1 3 0,-4 1 4 0,-4-4 0 15,-3-1-1-15,-3-1-3 0,-2 0-4 0,-2 0 4 0,-4-1-3 0,-2 0 7 16,-4-3-7-16,0 0-3 0,-5-3-1 0,-2-1-7 0,-2-1 8 15,-1 0-1-15,-2-2 0 0,-2-2 3 0,-1-1-5 0,1-2 1 0,2-4 3 16,2-2-3-16,2-2 10 0,2-3 4 0,4-3 4 0,3-3 9 0,4-5 5 16,4-3 2-16,3-3 1 0,6-2 2 0,5-1-7 0,5-2 1 15,3-2-7-15,3-2-13 0,4-2 2 0,4 1-12 0,2-3-2 0,5 1-8 16,2 1-5-16,5-2 0 0,2 2-2 0,1 1 4 0,3-1-2 16,1 1-5-16,2 0-3 0,4-1-8 0,1 0-17 0,1 1-15 0,3-1-21 15,1 0-20-15,2 3-21 0,2 0-30 0,4-1-31 0,3 2-34 0,1 0-42 16,4 0-29-16,1 1-49 0,2-1-279 0</inkml:trace>
  <inkml:trace contextRef="#ctx0" brushRef="#br0" timeOffset="1457">9011 6379 2239 0,'26'-17'386'0,"7"2"-387"0,14-1-27 0,2 7 3 0,2 4 4 0,1-1 12 16,3 1-4-16,0 0-18 0,3 1-33 0,-1 1-21 0,0 2-10 15,0 2 14-15,-3 2 26 0,-2 2 25 0,-2 1 13 0,-2 1 6 0,0 0-3 16,1 0 2-16,-1 1 1 0,2-1 6 0,1 1 6 0,1 0 0 0,0-1 9 16,2 0-1-16,2-1-2 0,-1-1-2 0,2 1-2 0,-1 0 0 15,1-1 0-15,-1 1-3 0,2-1 3 0,0-1-2 0,0-1 6 0,1 0 3 16,1-2 0-16,2 1-1 0,-1-1-1 0,3-1 4 0,0 0-2 0,0-1 2 16,3-1-2-16,0 0-2 0,0-1 5 0,0-1 1 0,0 0 5 15,-1-1 0-15,0 0 0 0,1 1 5 0,0-2-2 0,0 2 2 0,0-1-6 16,1 1 0-16,-3 0 2 0,1 0-3 0,0 0 6 0,0 0-3 15,-1 0-5-15,-1 1 1 0,1 0-4 0,0 0-1 0,-2 1 0 0,1 1-2 16,-1-1-1-16,0 2 0 0,1-1 1 0,-2 1-4 0,2 1 6 0,-1-1-1 16,0 0-4-16,1 0 5 0,-2 1-8 0,0 1-1 0,-1 0 1 15,1 0-3-15,2-1 6 0,1 1-3 0,0-1 2 0,0 0-3 0,1 0 7 16,1 0-2-16,1-1-1 0,0-1 2 0,0-1-6 0,0 1 1 0,0 0 2 16,0 0 0-16,0 0 1 0,-1-1-1 0,0 1-2 0,0-1-3 15,1-1 3-15,0 0 0 0,1-1 4 0,2 1 1 0,-1 0-5 0,-1 1 15 16,0 1-2-16,-1-1-3 0,0 0 4 0,-1 1-16 0,-1-1 1 15,1 1 5-15,-1 1 1 0,0 0-2 0,0 0-2 0,1 0-4 0,-2 2 6 16,3 0 2-16,-1 0-8 0,0 0 9 0,1-1-18 0,1 0 3 16,0 0 9-16,1 0-6 0,0 0 11 0,0 0-3 0,0 1 2 0,1-1-2 15,-1 2-5-15,0-2 1 0,1 0-2 0,-2-1-1 0,2 0 2 0,1 0 3 16,-2 0-4-16,0 1 1 0,1 0-2 0,-3 0-3 0,0 1 7 0,1 0 1 16,-1 1 0-16,1 0-3 0,0 0 2 0,-2-1-9 0,2 1 1 15,-2 0 1-15,-1-1-2 0,1 1 10 0,1-1-4 0,0 1 2 0,-1-1 6 16,0 0-4-16,0 0 6 0,0 1-8 0,1 0-4 0,0 0 6 15,-3 1-4-15,3 0 9 0,-1 0-2 0,1 0-4 0,0 0 1 16,0 1-1-16,0-1-9 0,-1 0 6 0,-1 0 1 0,-1 1-5 0,-2-1 10 16,1 1 0-16,-1 0-4 0,0-1 4 0,-1 1 0 0,-2 0-3 0,0 0-2 15,1 0 2-15,-1 1 1 0,-1 0-1 0,-1-1 4 0,0 1 1 0,-2-1-4 16,-1 0 4-16,-1 0-2 0,-1 1-2 0,-1-1 3 0,-1 0-3 16,1 0 0-16,0 0 1 0,-2-1-1 0,-1 1 2 0,0-1 0 0,-2 0 0 15,1-1 2-15,-1-1-4 0,-1 1 2 0,-1-1 0 0,-1-1 0 0,-1 0 2 16,-1-2 3-16,0 0-6 0,-2-1 6 0,0 0 0 0,-2-1 2 0,-1 0 7 15,-2-2-5-15,-2 0 1 0,-2 0-3 0,0-1 0 0,-3 0 6 16,0 0-6-16,-1 0 2 0,-1 0-2 0,-2 0-9 0,-3-2 6 0,-1 0-2 16,-2 1 4-16,-3-1-1 0,-1 0-3 0,0 0 0 0,-1-1-3 15,-2 1 1-15,-2 0 4 0,-2-2-2 0,0-1 3 0,-1-1-15 0,-2-1-2 16,0-1 0-16,-1-2 5 0,-2-1 9 0,0-1-3 0,-1-3-4 0,-1-2-11 16,-2 0 1-16,-1-3 1 0,-1-1-2 0,-2 1 3 0,-1-2-3 15,-1 0 2-15,-1-1 1 0,-4-1-5 0,0-2-1 0,-2 2-6 0,-2-2-6 16,-2 3-5-16,-2-1-19 0,-5 2-14 0,-3-1-24 0,-3 3-35 0,-5-1-31 15,0 3-40-15,-5 1-46 0,-5 0-75 0,-6 3-123 0,-5 0-455 16</inkml:trace>
  <inkml:trace contextRef="#ctx0" brushRef="#br0" timeOffset="184215.62">20757 5159 2798 0,'2'2'34'0,"1"0"22"0,0 0 20 0,2 0 18 0,1-4-17 0,1 0-9 0,1-2-9 0,2-1 0 0,0-1-17 0,1-2-12 16,-1 0 20-16,3-1-8 0,1-2 8 0,0-1-3 0,1-1-25 15,2-1-1-15,0 0-4 0,1-1 2 0,-1 2-2 0,1-2-6 0,0 0 0 16,-2-1-3-16,1 0-4 0,0 1-4 0,1 1 2 0,-3-1-2 16,2 2 2-16,-1-2 2 0,0 0-10 0,-1 1-8 0,0 0-29 0,0-1-34 15,-1-1-38-15,-1-2-51 0,2 1-54 0,0-3-96 0,1 0-137 0,-2 0-167 16,2-2-382-16</inkml:trace>
  <inkml:trace contextRef="#ctx0" brushRef="#br0" timeOffset="184515.14">21081 4533 1580 0,'-10'-1'206'0,"1"0"-2"0,-3-1-17 16,4-1-12-16,3-2-11 0,2 0-28 0,1 0-12 15,2-1-11-15,2 0-9 0,2-2-4 0,2-1-23 0,2-2-8 0,3 0-3 0,-1-1-10 16,4 0-5-16,2 1-6 0,2-1-4 0,1 1-6 0,3 1-1 0,2 0-4 16,0 0-2-16,2 3 2 0,1-1-2 0,1 2-5 0,0 0 4 15,1 1-10-15,1 2-2 0,0 1 7 0,-2 1-3 0,2 1-2 0,0 2 6 16,-1 0-9-16,2 3-4 0,-2 0 5 0,0 2-5 0,-3 1 6 0,-1 1-3 16,-1 2-7-16,-1 2 0 0,1 2-6 0,-1 2 0 0,-2 2 2 15,0 3-4-15,-3 0-8 0,0 2 10 0,-1 1 4 0,-4-1-2 0,0 2 30 16,-1-1-13-16,-3 3-7 0,0 0 6 0,-2-1-22 0,-1 0 0 0,-2 0 6 15,0 2 2-15,-1-1-4 0,-1 0 2 0,-2 0-6 0,0-1 4 16,-1-4-2-16,-1 2-4 0,0-3-4 0,-1-1-6 0,0-1-9 0,1-2-7 16,-2-2-10-16,1-3-28 0,0-2-16 0,0-3-34 0,1-2-26 0,1-4-37 15,-1-2-82-15,1-3-130 0,0-4-198 0,0-3-179 0,0-5-122 16</inkml:trace>
  <inkml:trace contextRef="#ctx0" brushRef="#br0" timeOffset="184768.65">22258 3638 2085 0,'-2'10'245'0,"0"1"7"0,-1 4-31 0,2 2-19 0,0-1-20 0,1 3-34 16,1 3-24-16,0 1-22 0,2 3-14 0,0 2-8 0,0 3-28 15,1 1 6-15,1 5-16 0,1 1-1 0,0 3 10 0,2 2-25 0,-2 2 0 16,1 2-4-16,2 2-6 0,0 3 0 0,1-1-6 0,2-1-4 0,-1 1-6 15,3-1-12-15,1 1 10 0,0-1-4 0,0-2 4 0,2 0 12 16,0-2-16-16,0-1-2 0,-2-3-10 0,1-4-12 0,-2-1-12 0,-1-5 5 16,-1-3-12-16,-2-4 6 0,-1-2-1 0,-1-3-14 0,-2-4-10 15,-3-1-17-15,0-3-12 0,-2-4-20 0,0-1-27 0,-2-4-40 0,-1-3-65 16,-1-2-89-16,-4-4-127 0,-1-3-126 0,-2-5-67 0,-3-5 60 0</inkml:trace>
  <inkml:trace contextRef="#ctx0" brushRef="#br0" timeOffset="185248.68">21870 3860 1200 0,'-7'-6'322'0,"1"-2"-52"0,-2-2 13 16,2-1-45-16,4 2-24 0,1 0-29 0,2-1-28 0,2 0-28 0,2-1-15 16,3-1-16-16,0 0-16 0,4-2 1 0,2-1-12 0,1 1-10 15,3-1-3-15,1 2-13 0,2-2-6 0,1 2-5 0,1-1-5 0,1 3-4 16,-1 0-8-16,2 2-2 0,0 1 1 0,-1 2-11 0,3 1-1 0,-1 3 4 15,1 2-6-15,0 1 7 0,-1 2-3 0,-1 2-6 0,-2 0 2 16,1 2-6-16,-3 2 0 0,0 2 4 0,-2-1-1 0,-2 3-1 0,-1 1 0 16,-1 0-4-16,-3 1 0 0,-2 2 0 0,-3 2-1 0,-1 1-7 0,-2 0 5 15,-2 3-14-15,-2 0 0 0,-2 0-13 0,-2 2 4 0,-2 1 1 16,-1 1-2-16,-1-1 14 0,-2 2-7 0,0-1 0 0,0-2 6 0,-1 1 1 16,2-2 10-16,-3 0 2 0,0-1 1 0,1-2 2 0,0 1 3 15,2-2 1-15,2-2 0 0,0-2 1 0,2-4-2 0,1-3 1 0,3-3 0 16,0-3-2-16,2-1-2 0,1-2-5 0,2-2 7 0,1-1 2 0,2-3 2 15,1-1 3-15,3-1 1 0,1-2-6 0,1-1 0 0,2-2 4 16,-2 1-4-16,3 0 3 0,0 0 1 0,1 1-6 0,-1 1 6 0,3 1 1 16,-2 1 3-16,0 0 1 0,1 2-7 0,-1 1 3 0,2 2 1 0,-3 1-4 15,2 3 3-15,-1 1-1 0,-1 1 1 0,1 3 6 0,-2 2 1 16,0 1 8-16,-3 2 1 0,1 2-1 0,-2 3-3 0,0 1-2 0,-1-1 4 16,-2 2-2-16,-1 0-4 0,-4 0 0 0,-1 1-7 0,-1 1 4 0,-1 0-3 15,-2 2-1-15,-1 0-2 0,-1 1-4 0,-2 1 0 0,-2 1 2 16,0-1-2-16,-1 0-12 0,-1-1 6 0,0 0-1 0,1 0-1 0,-1-1 10 15,-2 0-4-15,1-1-7 0,0-2-3 0,0-1-6 0,4-1-16 16,-3-4-2-16,1 0-22 0,2-2-10 0,0-2-23 0,1-1-26 0,1-4-32 16,1-2-66-16,1-3-89 0,1-3-125 0,3-3-134 0,0-3-64 0,1-4-85 15</inkml:trace>
  <inkml:trace contextRef="#ctx0" brushRef="#br0" timeOffset="186014.75">22881 3926 1773 0,'-2'11'290'0,"1"1"-26"0,-1 5-52 0,1 0-22 0,0-1-25 0,2 1-32 16,0 1-25-16,1 0-20 0,0-1-19 0,2 2-4 0,-1 0-14 0,2-1-5 15,1 2-8-15,-1-1-4 0,2-1-8 0,1-1-8 0,0-2-3 16,1-1-3-16,1-2-5 0,1-3 1 0,-1 0-1 0,2-3 3 0,2-2-1 16,-1-1 0-16,1-2-3 0,-2-2-2 0,2-2 3 0,-1-1 1 0,-1-2-4 15,0-2 5-15,-1 0-1 0,0-3 3 0,0-1 1 0,-1-2-5 16,-2-2 7-16,-1-1-1 0,-3-3 2 0,0 0 8 0,-2 1-7 0,0-1-5 15,-2-1 5-15,-1 1-8 0,-1 0 1 0,-2-1-5 0,0 1-2 16,-2-1 2-16,-2 1 4 0,-2 1-4 0,-1 0 2 0,-2 0-14 0,-1 2 8 16,-2 0 4-16,0 1-6 0,-2 2 8 0,1 1-14 0,-1 3-8 0,1 2-1 15,1 4-5-15,1 1-3 0,0 4-3 0,1 3-3 0,0 2 2 16,2 3-10-16,1 0 1 0,-1 4-7 0,2 1-15 0,0 1 3 0,0 2-9 16,1 3-12-16,0 1-4 0,3 0-20 0,1 1-11 0,2-2-14 0,2-1-10 15,2 0-11-15,4-2-11 0,1-2-4 0,5-4-13 0,0-1-2 16,1-2-2-16,3-1 7 0,-1-3 25 0,2 0 31 0,0-3 40 0,1-2 32 15,0-1 26-15,0-1 20 0,2-1 13 0,0-2 21 0,1 0 25 16,-1 0 24-16,0-1 23 0,1 1 11 0,-2 0 8 0,1-1 2 0,1 0-6 16,-1 1-5-16,1-1-5 0,-1 1-9 0,-1-1-8 0,1 1-13 0,-1 1-15 15,-1-1-18-15,0 0-10 0,1 0-11 0,-2 0-10 0,-1 0 0 16,0 0-7-16,-2 0-4 0,0-1-2 0,1-1 0 0,-2 1-4 0,1-2 1 16,0-1 3-16,-1-2-4 0,0 1 6 0,1-2-9 0,-1 2 9 0,-1-2 1 15,-1-2 0-15,-2 1 10 0,0-1-9 0,-1-1 1 0,1-1-2 16,-1 0-1-16,-1-1 6 0,0 0 2 0,-2-2 3 0,-1 2 4 0,-1-2-5 15,-1 1-2-15,0 1-2 0,-1-2-4 0,0 1 4 0,-1 1-4 0,0 2 1 16,-1 1-1-16,-1 1-6 0,1 3 4 0,-1 4 1 0,0 2 10 16,0 2 7-16,0 2 8 0,0 1 7 0,-1 2-5 0,2 2-7 0,-1 0-3 15,1 2-9-15,1 2-2 0,0 2 6 0,1 1-1 0,1 0 3 16,1-1-1-16,1 1 1 0,2 0-6 0,1 1-5 0,0 0-2 0,2 1-4 16,1-2-1-16,0 1 3 0,1 1-5 0,2-1 2 0,0 0 1 0,1 0-7 15,2 1 2-15,-1 0-1 0,1 0-5 0,2 0 6 0,-1-1 2 16,-1 1-6-16,1 0 2 0,-1 1-21 0,0 0-2 0,-2 2 3 0,-1 0 2 15,-2 0 22-15,-2-2-2 0,0 1 4 0,-3 1-3 0,-1 0-2 0,-3-1 1 16,-1 2-4-16,-1 0 2 0,-2-1 2 0,-1-1-2 0,0 0 1 16,-1-1 1-16,-1-2 0 0,-1-2 3 0,1-2 4 0,-2 0-5 0,1-1 4 15,0-3 3-15,1-1-2 0,1-1 7 0,0-2 2 0,2-2 3 16,0-2-3-16,0-3-1 0,2-1-8 0,1-1-4 0,1-1 1 0,2-3 0 16,1-2 1-16,1-1 4 0,3-2 2 0,-1-1-3 0,3-1 1 0,1 0 0 15,0 0-1-15,1 0-5 0,0 2 10 0,0 0-2 0,1 2 0 16,0 0 4-16,1 3-13 0,-2 1 5 0,2 2-3 0,0 1 2 0,0 2 3 15,1 2-5-15,-3 2 3 0,1 2-1 0,-2 1-6 0,0 1 2 0,-1 2-4 16,-1 1 0-16,0 1 0 0,1 2 0 0,-2 0 2 0,0 0-5 16,-2 1-5-16,-1-1-8 0,1 0-23 0,-3 0-31 0,-1 1-40 0,0-1-67 15,-1-1-94-15,-2-1-148 0,0-2-203 0,0-1-110 0,-2-2-67 0</inkml:trace>
  <inkml:trace contextRef="#ctx0" brushRef="#br0" timeOffset="186148.75">23983 3384 2322 0,'-2'-3'282'0,"-1"0"-93"16,1 1 12-16,0 3-27 0,0 2-41 0,2 0-33 0,-1 2-40 16,1 0-25-16,-1 1-13 0,1 2-12 0,-1 0-1 0,1 0-5 0,0 1-6 15,0-1-6-15,1 0-21 0,-1-1-34 0,1-1-44 0,0-1-54 0,0-1-65 16,1-1-86-16,1-3-122 0,2 0-149 0,0-3-98 0,1-1-20 16</inkml:trace>
  <inkml:trace contextRef="#ctx0" brushRef="#br0" timeOffset="186433.79">24488 3280 1739 0,'15'-10'301'0,"1"-1"-14"15,5-3-19-15,-4 2-22 0,-2 0-34 0,0 1-28 0,-1 0-37 0,-3-1-22 16,-1 1-19-16,-2 1-19 0,-1 0-10 0,-2 1-12 0,-2 2-8 16,-1 0-4-16,-2 0-8 0,-2 1-1 0,-1 0-8 0,-2 2-20 0,-2 2-16 15,-2 1 0-15,-3 1 0 0,-2 3 0 0,-3 2 0 0,-3 4 0 0,0 4-18 16,-4 3 14-16,-1 4-4 0,1 3-12 0,-2 2 10 0,-1 4-10 15,-1 2 4-15,0 4 18 0,1 3-6 0,1 3 8 0,3 3-2 0,2 3-2 16,3 0 2-16,5 2 0 0,4 0 8 0,4-4 4 0,3-3 2 16,3-3 8-16,4-2-6 0,3-5-12 0,2-2-6 0,4-4 0 0,4-2 0 15,3 0 0-15,3-2 0 0,4-1 0 0,1 0 0 0,2-4 0 0,2-2 0 16,2-2 0-16,-1-5 0 0,4-1 0 0,-2-1 0 0,0-1 0 16,1 1 0-16,0-1 0 0,0-1 0 0,0-1 0 0,-3-1 0 0,0-1-32 15,-3 0-50-15,1-2-33 0,-2-1-62 0,2 0-84 0,-2-3-145 0,0-1-303 16,-1-1-295-16,0-2 39 0</inkml:trace>
  <inkml:trace contextRef="#ctx0" brushRef="#br0" timeOffset="189964.67">4990 6769 61 0,'0'-5'53'0,"0"0"-7"0,0-1-7 0,2 0-13 0,-1 1-5 0,2 0-5 16,1 0-7-16,2-1 1 0,1 0 1 0,0 1-2 0,1 1 3 0,0-1-4 15,0 2 2-15,0-1-1 0,0 0 0 0,-1 1 2 0,0 0-3 16,-1 1-1-16,-2 0 1 0,1 1-1 0,-3-1 2 0,0 0 4 0,0 0-2 16,0 0 4-16,1-1 2 0,-1 1-1 0,1-1 6 0,-1 0 3 0,1-1 4 15,0 0 0-15,1-1-1 0,1-1 0 0,0 0-3 0,1-2 1 16,1 1 5-16,1 0 3 0,-1-2 3 0,2 1 6 0,1-2 0 0,2 1-1 15,2-1 5-15,0 2-4 0,1-2-1 0,4 0-4 0,1 1-6 0,0 0-6 16,2 1-2-16,-1-1-2 0,-1 2-6 0,2 0 4 0,-1 1-7 16,0 0-1-16,-1 2-4 0,1 1-2 0,-1 1 1 0,0 0-5 0,0 2 3 15,-1 0 0-15,1 2-4 0,1 1 0 0,-2 1-1 0,3 0-1 16,-2 1 2-16,0 0 1 0,2 0 0 0,0 0 0 0,0 1-1 0,2-1-1 16,-1 1 0-16,1-1-2 0,0 0 4 0,0 0-2 0,2 0-2 0,2-1 2 15,1 1-2-15,0-1 2 0,0 0 0 0,-2 0 0 0,3-2 0 16,-2 2 1-16,0 1 0 0,0-1-2 0,-2 0 3 0,1 1-3 0,-2-1-4 15,-1 1 1-15,0 0-2 0,-2 0 0 0,-1 0 5 0,-1 1 1 16,0 1-1-16,-1-1 1 0,-1 3 0 0,-2 0-3 0,-1 0 3 0,-1 0-1 16,-3-1 1-16,-2 1 0 0,-1-1-2 0,-1 2 2 0,-2 0-1 0,-2 1 3 15,-1 0 3-15,-2 2 0 0,-2-2 4 0,-2 4 1 0,-3-1 0 16,-1 2 1-16,0 0-1 0,-3 2-2 0,-1 0-2 0,-2-1 0 0,-1 2-2 16,0 0-2-16,-1 1-1 0,0-2-3 0,0 1-2 0,1 0 2 0,-2-1 1 15,-2 2 2-15,3-1 8 0,-2-2 1 0,1 1-1 0,-1 0 2 16,2 0-6-16,-3-1-4 0,1 0 1 0,0-1 3 0,-2 0-4 0,0 2 3 15,0 0-1-15,-1 0-1 0,-2-1 0 0,1 1 5 0,-3 0-4 16,0-1 4-16,0 1 3 0,-2-2-3 0,1 0 0 0,1-2-2 0,1 0 1 16,1-1-2-16,-1-2 0 0,1 0 0 0,-2-1-1 0,2 0 2 0,1-1-1 15,-1-1 3-15,2-2-5 0,-1 0 7 0,-1-1 0 0,2-2 0 16,-2-1 3-16,0-1-3 0,3 0-1 0,-2-1 3 0,0-1-2 0,1-1 0 16,-1 0 0-16,1-2 1 0,2 0 0 0,-2 0 3 0,0-2-2 15,2 1-1-15,0-2 2 0,-1-1-2 0,3 0-2 0,-1 0 2 0,2 0-4 16,2-1-1-16,1-1 2 0,-1 0-3 0,2 0 1 0,0-1 0 0,2 0-2 15,-2-1 2-15,1-1-1 0,2 0-2 0,-1-1 1 0,2 1-1 16,1-2 1-16,0-1 1 0,2 1 1 0,0 1-2 0,1 0-1 0,1 0 2 16,0 0 0-16,1 3 1 0,1 0-1 0,-2 1 2 0,2 0-2 0,-2 1-4 15,1 0 2-15,1 1 1 0,-1 2-3 0,1 0 2 0,0 1 1 16,0 1-2-16,1 1 1 0,-1 0 2 0,2 1-7 0,-1 0 0 0,1 1 1 16,0 1-1-16,2-1 6 0,0 0-2 0,1 0 2 0,-1 1-3 15,0-1-3-15,1-1 3 0,0 0-1 0,1 0 1 0,1 0 0 0,-1 0-2 16,2 0 4-16,-1 0-8 0,0 0 0 0,0 1 2 0,-1-1-4 15,-1 0 9-15,0-1 2 0,0 1-4 0,0 0 3 0,-1 0 0 0,0 0-1 16,-2 0 0-16,1 1-2 0,-1-1 1 0,-1 1 0 0,2-1 0 0,-1 1 0 16,-1 0-1-16,0-1-1 0,0 1 2 0,-1 0 3 0,1 0-4 0,-1 1 2 15,1-1-2-15,0 0-2 0,-1 0 2 0,1 0-1 0,0 0 2 16,0-1-1-16,0 2 1 0,0-1 0 0,1 0-1 0,-1 1 1 0,1-2-2 16,-1 1 2-16,1 0-2 0,-1-1-1 0,1 1 5 0,-1 0-4 0,0 0 1 15,1 0-3-15,0-1-1 0,1 1-4 0,-2 0-9 0,2 0-15 16,-1 0-17-16,0 0-14 0,1-1 0 0,1 0-4 0,1-1-10 0,1 1-16 15,1 0-17-15,1-1-17 0,0 1-2 0,0-2 2 0,1-1 2 0,-1 1 1 16,2-1-54-16,-1 2-68 0</inkml:trace>
  <inkml:trace contextRef="#ctx0" brushRef="#br0" timeOffset="191181.67">5089 8085 301 0,'-11'-10'35'0,"1"0"6"0,-3-1 8 0,2 1-2 0,2 3-3 16,1 1-5-16,-1 1-10 0,0-1-9 0,1 1-6 0,0 1-4 0,1 0-1 15,0 0 2-15,0 2-6 0,1-1-7 0,-2 0-6 0,0 1-10 0,0-1-1 16,1 1-3-16,-1 0 0 0,1 0 1 0,0 0 5 0,1 0 3 16,-1 0 8-16,0 0-1 0,1 0 1 0,1 0 3 0,1 0-3 0,1 0 3 15,1-1 1-15,0 0 0 0,2-2 0 0,2 0 2 0,1-1-1 0,3-2 1 16,3-1 1-16,2-3 0 0,1-1-3 0,4-3 1 0,2 0-2 16,0-1 2-16,1 1 5 0,0-1 4 0,1 0 6 0,0-1 8 0,1 1 5 15,1-2 11-15,-1 0 2 0,3 0 0 0,-2 0 2 0,2-1-1 0,0 1 4 16,0 0-2-16,3-1-1 0,0 2 5 0,2 0 0 0,0 1 0 15,0 0-1-15,0 0-15 0,-1 1-3 0,2 1-7 0,0 1-3 16,2 2-3-16,-1 0-4 0,1 1-6 0,0 0-4 0,0 1 0 0,1 2-3 16,1 1 3-16,0 0 0 0,-1 1 0 0,2 0 0 0,-1 2 1 0,3 0-2 15,0 0 0-15,0 1-1 0,-1 1-1 0,0 0 3 0,1 1-2 16,-1 0 4-16,1 1-2 0,1-1-3 0,0 2-3 0,0-1 0 0,0 0-1 16,-2 1 1-16,1-1 5 0,-4 2 0 0,1 0 0 0,-3 1-1 0,0 0 3 15,-1 3-3-15,-2-1-2 0,-3 2 4 0,-2 1-4 0,-3 0 4 0,-3 0 1 16,-1 1-1-16,-2 2 3 0,-4 1-1 0,0 0 2 0,-1 0-1 15,-2 1 2-15,1 1 1 0,-2 0-3 0,0 2 2 0,-2-1 0 0,-1 2-10 16,-1 0 2-16,0 0 0 0,-2 2 1 0,-1 1 9 0,0-1-1 16,-2 2-2-16,0 0 0 0,-1-1-2 0,-1 0 1 0,-1 1 0 0,1-2 1 15,0 1-1-15,-1 1-1 0,0 0 1 0,-1 2-2 0,-1 0 0 0,-1-2 0 16,0 0-1-16,-1-2 2 0,-1-1 2 0,-1 1-4 0,-1-1 3 16,-2 1-1-16,0-2-1 0,-1 1 0 0,0 1 1 0,-2-2-2 0,0 2 0 15,2 0 1-15,-2-2-3 0,2 2 2 0,-1-2-5 0,1 0-1 16,0-1 2-16,-2 1-3 0,0 1 10 0,1-2-3 0,-1 2 5 0,0-2 0 15,1 0-1-15,-2 0 1 0,-1 0-7 0,1 1 11 0,-1-2-5 0,-1-1 0 16,2 0 5-16,-1 0-8 0,0-1 2 0,1 0 1 0,1-3-2 16,-2 1-2-16,2-1 0 0,1-1 1 0,-1-1 3 0,0 0 0 0,0-1 0 15,-1 0 0-15,-2 0 0 0,1-2-1 0,-3 0 2 0,0-2-2 0,0 0 0 16,0 1 0-16,0-1 0 0,2 0 1 0,-2 0 0 0,-1-1-1 16,-1-1-1-16,-1 1 2 0,1 0-3 0,-2-1 2 0,1 1 7 0,-3-1-3 15,1 0 1-15,-1 0 0 0,0-1-9 0,-1 0 1 0,0 0 0 0,1-1-1 16,0 0 3-16,-2 0-1 0,1 0 0 0,-3-1 3 0,1 0-4 15,-1-1-1-15,1 0 2 0,1-1-1 0,-1-1 2 0,0 0-1 0,1 0-2 16,-1-1 0-16,3-2 7 0,-1 0 1 0,1 0 1 0,1-1-2 0,0-1-5 16,2 0-1-16,0-1 2 0,4 0 0 0,0 0 2 0,2-2-2 15,4 0-2-15,1 0-2 0,1 0 1 0,3 0 2 0,3-2-1 0,2-1 2 16,0 0-1-16,4 1-6 0,3 0 2 0,2-2-1 0,4 0 2 16,0-1 2-16,4 0 7 0,1 0-3 0,2 2 2 0,0 0 3 0,-3-1-9 15,4 1 1-15,-1 4 1 0,-1-1-3 0,0 2 3 0,-2 1-1 0,1 1-4 16,-2 2 2-16,1 1 2 0,0 0-3 0,-2 1 0 0,0 1 1 15,-1 1-1-15,-1 1 0 0,0 1 1 0,-1 1-2 0,0 0 0 0,-1 0 2 16,0 1-1-16,1 0 0 0,-2 1-7 0,0-1-2 0,1 1 1 16,-1 0 0-16,1 0 8 0,0 0-1 0,0 0 0 0,0 0 1 0,1 1-2 15,0-1 1-15,-1 0 0 0,0-1-2 0,0 1 2 0,0 1-2 0,1 0 1 16,0-1 0-16,1 1-2 0,-1 0 2 0,0 0-7 0,0 0-8 16,0-1-28-16,0 1-23 0,0-1-30 0,0 1-27 0,1-1-24 0,1-1-18 15,0 0-11-15,1 0-1 0,-1 0-17 0,1 0-85 0</inkml:trace>
  <inkml:trace contextRef="#ctx0" brushRef="#br0" timeOffset="191498.67">5869 8993 95 0,'-4'-9'13'0,"0"1"-3"0,0-3 1 16,1 4-5-16,0 1 1 0,0 0 0 0,-1 2-6 0,0-1-5 0,-1 0-11 16,1 0-5-16,-1 0-5 0,3 0-18 0,-1 0 11 0</inkml:trace>
  <inkml:trace contextRef="#ctx0" brushRef="#br0" timeOffset="192315.24">5800 8813 111 0,'0'-10'101'0,"-1"0"15"15,0-3-9-15,1 0-3 0,-1 3-17 0,0-1-7 0,1-1 2 0,-1-1-14 16,1 1-1-16,1 0-7 0,0-1-4 0,0 1 2 0,1 0-7 15,1-1-2-15,1 2-7 0,0-1-8 0,1 0-3 0,2-1-3 0,-1 1-4 16,2 0-3-16,1 0-5 0,2-1-1 0,3 0-2 0,0 0 2 0,2 2-1 16,2-1-3-16,0 2-1 0,0-1 1 0,2 0-4 0,0 2 3 15,1 0-2-15,2 1-1 0,2-1 2 0,0 1-4 0,4 1 0 0,1-1 0 16,5 1-9-16,0 0 3 0,0 0-3 0,2 0 0 0,-1 0 6 16,1 0-1-16,-2 1-1 0,1 2 3 0,-2 0-3 0,0 1 1 0,-1 1 1 15,-2 0 0-15,0 1-2 0,-3 2 0 0,-1 0 2 0,-1 1 2 0,0 1-1 16,0 1 0-16,-2 0 1 0,0 2-1 0,0 0 1 0,-1 0-2 15,0 0 2-15,-2 1 1 0,1-1-5 0,-1 3 6 0,-1 0-3 0,-1 0-1 16,-1 1 1-16,-1 0-1 0,0 1 2 0,0 2-2 0,-3 0 1 0,-1 1 3 16,-1 0-2-16,0 1 0 0,0 1-2 0,-2 0-2 0,0 0 3 15,-1-2-3-15,1 2 2 0,-1-1-1 0,0 0-1 0,-1-1 2 0,0 1-2 16,-1 1 0-16,-2-1 3 0,0 0-3 0,-1 1 2 0,0-1-1 16,-2 1 0-16,0-1 1 0,0 2-1 0,-1 0-1 0,-1 0 0 0,0-1-7 15,-1 1 4-15,0 0-2 0,-2 0 2 0,1 3 6 0,-2-1 3 0,-1 0 2 16,1 2 0-16,0-1-3 0,-1 0 2 0,-1 0-6 0,1 0 2 15,-1-1-1-15,1 2 1 0,-1 0 0 0,0 0 0 0,0 1 0 0,-1 0-3 16,0-2 0-16,1 0-3 0,-1-1 3 0,-2-1 3 0,0 1-1 0,0-1-2 16,-2 0 1-16,1-2 2 0,0 1-3 0,-2 0 5 0,-1-1-4 15,-1 0-1-15,0 1 2 0,-1-1-2 0,-2 0 0 0,1 0 2 0,-1 0-4 16,-1-2-1-16,0-1 7 0,0 0-3 0,0 1 8 0,-1 1 1 16,-2-2-10-16,1-2 10 0,0-1 0 0,0 0 3 0,0-1 0 0,-1 0-8 15,0-1-2-15,-1 0-2 0,-1-2 2 0,-2 2-1 0,-2-1-2 0,-2-1 2 16,-3 0 0-16,-1-1 0 0,-2 1 3 0,1 0-4 0,-5-1 2 15,0 0 2-15,-3 0 0 0,-3 1 7 0,-2 0-4 0,-1 0 0 0,-1-1 0 16,0 1-5-16,0-1 1 0,1-1 0 0,0 0-3 0,0 0 2 0,-1 0-2 16,2-1 2-16,1 0 2 0,0-1-2 0,2-1 12 0,1 0-4 15,3-1-1-15,2-1 0 0,-1 0-7 0,3 1 1 0,-1-1 0 0,1 0 1 16,0 0 1-16,-1-1-2 0,2 0-1 0,0-1-2 0,3 0 0 16,0 0 1-16,1 0 0 0,-1 0 3 0,2 0-3 0,-1-1-2 0,3 0 3 15,1 0 1-15,1-1 3 0,-1 0-1 0,1 0-2 0,0-1-1 0,1 1-2 16,3-2 0-16,-1 0 1 0,3-1 1 0,1-1-1 0,1-1 2 15,1-1-4-15,2 0 3 0,1 0-1 0,1-1-11 0,1 0 5 0,2-2-8 16,2 0 3-16,0-2 11 0,1-3-4 0,2 2 12 0,1 1 1 0,1-1-1 16,1-1-2-16,2 0-2 0,0-2-5 0,2-1 2 0,1 1 4 15,0-2-4-15,1 0 1 0,1 0-1 0,2-1 2 0,0 0-2 0,1 0 0 16,-1-1 1-16,1 1-2 0,0-2 3 0,1 1-1 0,0 0 2 16,1 0-4-16,-1 2-2 0,0 0 1 0,0 1-1 0,0 1 4 0,0-2-2 15,1 2-4-15,-2 2-3 0,0-1-3 0,1 1 4 0,-2-1 6 0,0 4 5 16,-1 0 3-16,-1 2-2 0,1 1-1 0,-2 1 0 0,0-1-2 0,-1 2 0 15,-1 1 0-15,-1 1-1 0,1 1-1 0,-1 1 1 0,-1 1 3 16,1 1-4-16,-2 0-1 0,1 1 0 0,0 0-2 0,0 1 5 0,1 1-5 16,-1-1 0-16,0 2 0 0,-1-1 0 0,1 1 1 0,0 1-2 15,1-1 1-15,0 1-2 0,0 0 2 0,1 1 3 0,-1 0-4 0,0 0 1 16,2 1 0-16,-1 0-2 0,1 0 1 0,0 1-1 0,1 0-3 0,0 1 2 16,2 0-3-16,1 1-4 0,0 0 0 0,3 0-7 0,-1 1-7 15,4-1-11-15,2 0-57 0,0-1-52 0,3-1-37 0,1 0-51 0,2 1-13 16,0-2-7-16,1 1-90 0,2-1-41 0</inkml:trace>
  <inkml:trace contextRef="#ctx0" brushRef="#br0" timeOffset="193514.76">5179 9944 71 0,'3'2'81'0,"2"1"2"0,0-1 4 0,0-1-9 0,0-1 1 16,1-1-2-16,1 0-6 0,0-1 0 0,2-1-3 0,0 0-1 0,2-2 1 15,2 0-9-15,0-1-10 0,3 0-3 0,0-2-10 0,2 0-4 16,0-2 2-16,1 0-5 0,2-1-1 0,0-1-3 0,2 1-4 0,3-2-1 16,1-1-1-16,2-1-4 0,2-1 0 0,2 0-11 0,1-1 1 0,1-1 1 15,3 2-3-15,0-1 11 0,2 0-5 0,1 1-3 0,1 0 1 16,1 0 0-16,2-1-4 0,0 2 2 0,0 1-9 0,-1-1-1 0,0 1 3 16,2 1-2-16,2-3 1 0,1-1 0 0,3 2 4 0,-2 1 4 15,2-1 2-15,3 0 1 0,1-1-5 0,2 2 2 0,1 0-3 0,1-1 2 16,2 0-1-16,1 0-7 0,2 2 3 0,1-1-1 0,0 0 2 0,4 1 4 15,0 1-1-15,0 0 1 0,2 1-2 0,0 0 4 0,0 1-5 16,2 1 2-16,-2 0-1 0,-3 1-2 0,2 1 6 0,-3 1-2 0,-2 1-1 16,0 1 1-16,-4 2-1 0,0 0-3 0,-2 1 0 0,1 1 0 0,-3 0 0 15,-1 0 3-15,1 1-1 0,-1 2 2 0,0 0 1 0,0 1-1 16,-4 0 2-16,1 1-2 0,-2 0 4 0,-1 0 1 0,-2 0-2 0,-1 0 0 16,0 1-1-16,-3 0-1 0,0 1 0 0,0 0-1 0,0 0-2 15,-2 0 0-15,0 1 1 0,-3 0 0 0,-1 1-2 0,-1 0 0 0,2 0-2 16,-3 1 1-16,0 0-3 0,0-1 1 0,-3 0 0 0,1 0 3 0,-4 0-2 15,1 0 4-15,-4 0-3 0,-1-1-1 0,-2 0 2 0,1 1-1 16,-1-2-2-16,-1 2 3 0,0 0-3 0,-2 0 3 0,-2-1-4 0,1-1-4 16,-2 1 5-16,0-2-5 0,0 3 9 0,-1 0 0 0,1 3-1 0,-1-1 1 15,0 1-1-15,-1-1 6 0,0 1 0 0,-1 1 3 0,0 0-1 16,-1 1-9-16,0 1-4 0,-1 1 4 0,-1-1-2 0,0 1 2 0,-1-2 3 16,0 2-5-16,-2 0 3 0,0 1-2 0,-2-1 2 0,0 0 0 15,-1 2-1-15,-2-1 2 0,-1 1-4 0,-1-1 4 0,-1-1-2 0,-2-1 1 16,-1 0 3-16,0 1-6 0,-2-1 4 0,-1-2-1 0,-1 1-2 0,0 1 3 15,-1-1 1-15,-1 1-1 0,0 0-2 0,-1 0 0 0,-2-1 1 16,-1 0 4-16,-1 1 0 0,-2 0-1 0,1 0 5 0,-3 0-9 0,-1-3 3 16,-2 2 2-16,-2 1-2 0,-3 0 6 0,0 0 10 0,-2 1-3 0,0-1 1 15,-3 0 3-15,0 0-12 0,0 0 1 0,-4 1-3 0,-2-1-1 16,-1-2 2-16,-2 2-1 0,1-2 1 0,-2 2-2 0,-3-2-2 0,-1 1 1 16,-1 0-4-16,-1 0 0 0,0 0-3 0,-2-2 2 0,0 1 1 15,-3-1 0-15,0 0 1 0,0 0 0 0,-1-2 3 0,2 0-1 0,2-1 1 16,0 0-3-16,0-1 2 0,0 1 2 0,-3-1-2 0,-1-1-1 0,-3 2 5 15,-1-1-2-15,-2 1 2 0,-3-1-2 0,-2 2 2 0,-4 0-2 16,-3 1 0-16,-3 1 1 0,-5-1-2 0,-2 2 1 0,-2 0 0 0,-4-1 1 16,-1 2-5-16,-3 1 2 0,-3 1 1 0,0 0-7 0,-3 1 6 0,0 1-2 15,0-1 2-15,3 2 5 0,3-1 5 0,5 0 6 0,3-3 0 16,2 1 2-16,7 0-5 0,5-2 4 0,4-3-1 0,6 0 8 0,3-2-5 16,1 0-5-16,4 0 1 0,4-2 1 0,0 0-2 0,0-3 3 15,1 1-5-15,-2 1-2 0,0 0-3 0,-1 1-3 0,0-1-3 0,-1-1 1 16,-2-1 1-16,0 0-3 0,0-2 2 0,2 1 1 0,1-2-1 0,0-2-1 15,0-1 3-15,0-1-1 0,3-1 2 0,0-1 4 0,2-2-10 16,4-1 4-16,2-2 0 0,2 0-1 0,2-3 1 0,1 1-2 0,4-3 4 16,2-1-4-16,3-1 4 0,5-2 1 0,1 0-8 0,2-1 5 15,2-1 0-15,3-3-6 0,1 1 8 0,1-2 1 0,2 1 0 0,1-1-2 16,1-1-2-16,1 1-1 0,0 0-1 0,1 2 6 0,0 0-1 0,1 2-3 16,-1 2-1-16,0 0-1 0,-1 2 2 0,1 1 1 0,-1 4-1 15,1 0-1-15,0 1-2 0,0 2 2 0,-1 1-1 0,1 1-3 0,-1 3 3 16,2 1-3-16,0 1-3 0,-1 2 0 0,1 0-4 0,0 2 4 0,1 1-2 15,0 1-1-15,1 2 4 0,0 1-5 0,0 1 2 0,0 1 2 16,0 0-8-16,0 1 7 0,-1 0-8 0,1 1-6 0,0 2 3 0,1-1-11 16,1 1 2-16,1-2-14 0,0 1-16 0,2 0-40 0,2-1-46 0,-1 0-24 15,4-1-14-15,3-2 5 0,1 0 0 0,4-1-17 0,2-1-12 16,3-1-9-16,0-1-227 0</inkml:trace>
  <inkml:trace contextRef="#ctx0" brushRef="#br0" timeOffset="194315.29">5262 11543 1215 0,'-16'-17'310'0,"2"0"-292"0,-2-5 2 0,10 3 6 0,2 4-5 16,4 0 4-16,3-1-3 0,2-2 1 0,3 0-4 0,3 1 2 0,3-1 1 16,3 0-8-16,0 1 6 0,2-1-7 0,1 2-4 0,-1 0 3 0,2 3-1 15,2-2-3-15,-1 1 0 0,3 0 3 0,2 0-9 0,0 1 4 16,5-1 3-16,0 0-8 0,3 2 2 0,1 1-3 0,2-1-4 0,2 2 3 16,0-1 1-16,4 0 1 0,1 1-1 0,5-1 0 0,2 0-3 15,1 0-1-15,3 0 7 0,1-1 0 0,2 2-6 0,3-1 0 0,2 0-2 16,1 0 4-16,1 0 3 0,2 2 4 0,1 0-1 0,1 0 1 0,2 0-1 15,0 0 0-15,1 0 3 0,3 0 5 0,-2 0-2 0,3 0 0 16,-2 0-2-16,-3 2-2 0,0 2 1 0,-2 0 2 0,1 1-6 0,0 0 6 16,0 1 5-16,1 0 5 0,0 1 8 0,2 1-1 0,-2 0 0 0,2 1 1 15,0 0 3-15,-1 1-4 0,1 1-2 0,0 2 0 0,-1 0-6 16,1 2 4-16,1 0 1 0,-2 1-6 0,3 2 1 0,-3-1-1 0,-1 1-6 16,-1 1 5-16,-1-1-6 0,0 1-1 0,1 0 3 0,0 1 1 15,1-1 3-15,0-1-4 0,-1 2 0 0,2-1-1 0,1 0 4 0,1 1 1 16,0 0-3-16,1-1 0 0,-2 1-6 0,-1 0-1 0,0 1-1 15,-1-1-3-15,0-1 3 0,1 2 4 0,1-2 6 0,3 1 1 0,-2 0-2 16,2 1-4-16,-4 0 0 0,-2 1-8 0,-1 0-1 0,-2 1 1 0,-4 0-1 16,0 2 8-16,-1 2-2 0,-2 0-2 0,-1-1 2 0,-1 2 2 0,-3 0-4 15,-2 1-4-15,-4 0-13 0,-3 2-4 0,-2-2-1 0,-3 2 14 16,-5 2 7-16,-3-3 2 0,-3 2 7 0,-4-1-15 0,-5 0-3 0,-2-1 4 16,-4 0-3-16,-4 0 8 0,-2-1 1 0,-3 1-7 0,-5 1 4 15,-3 0-1-15,-4 0-4 0,-3 0 9 0,-3-1-6 0,-3-2 2 0,-4 0 6 16,-3 1-3-16,-2-2 1 0,-3 1 4 0,-3 0-8 0,-3-1 4 0,-2 0 3 15,-3-1 5-15,-2 0 6 0,-3 0-3 0,-4-1-6 0,-1 0-9 16,-2-1-8-16,-2-2 5 0,-3 2 2 0,-3 1 4 0,-2-1 14 0,-4 0-3 16,-2 0-5-16,-3 0 8 0,-4 0-13 0,-3-2 5 0,-3 2 1 0,-5-1-9 15,-3-1-1-15,-2 1 4 0,-3-2 1 0,2 0 6 0,-2 0-1 16,1 0-4-16,-2-3-4 0,2 1-5 0,1-1-2 0,2-2 4 0,4 0 5 16,4-2-4-16,3-1 1 0,3 0-2 0,1-1-6 0,1-1 11 15,1 0 2-15,3-3-8 0,4-2 6 0,0-1 0 0,1-2-5 0,-1 1 5 16,-1-2 0-16,-1 0-6 0,-2-1 4 0,1 0-3 0,-3-1 0 0,1 0 1 15,-1-1-3-15,-3 0 4 0,0-1-2 0,0 0 1 0,-2 0-1 16,-2-1 3-16,1-2-5 0,0 0 7 0,4-1 0 0,2-2-16 0,1 0 4 16,2-2-7-16,3 0 1 0,2-2 20 0,3 0 3 0,3 1-3 0,4-1 1 15,2-2-4-15,6 0-3 0,1-1-1 0,3 1-2 0,2 0 3 16,3 0-3-16,1 1 0 0,3 0-1 0,2 0-13 0,2 1 3 0,2-1-6 16,3 1-4-16,3-1-5 0,2 1-13 0,2 2-16 0,2 0-20 15,1 1-21-15,3 3-39 0,0 1-27 0,1 1-37 0,2 1-20 0,0 3-16 16,2 1-27-16,1 2-50 0,1 3-35 0,2 2-254 0</inkml:trace>
  <inkml:trace contextRef="#ctx0" brushRef="#br0" timeOffset="-212280.41">4053 6905 221 0,'2'2'13'16,"0"1"21"-16,1 0-2 0,-1-1-12 0,-2-1 7 0,2 0 3 0,-1 0 4 15,1 0-5-15,-2 0-9 0,0-1-9 0,-2 1-5 0,1-1 1 0,-1 1-2 16,-1 0-1-16,0-1-2 0,1 2-1 0,-2-1 0 0,0 1-1 16,1 0 0-16,-1 0 0 0,1 0 1 0,1 1 1 0,-2 0 0 0,2 1 0 15,-1-1 0-15,0 1 1 0,0-1 4 0,0 0 3 0,1 0 4 0,-1 0 5 16,1 0 1-16,-1 0 2 0,1-1 0 0,-1 0-1 0,0 0 3 15,1 0 0-15,0-1 0 0,0 0-1 0,-1 0-2 0,0 1-4 0,-1-2 0 16,0 1 3-16,0 0-2 0,0-1 4 0,-1 0 2 0,0-1-1 16,-1 1 3-16,-1 0 2 0,0-1-1 0,1 1 1 0,-1 0-1 0,0 0-2 15,-1 0 2-15,2-1-1 0,-1 1 0 0,1 0-4 0,1 0-2 0,-1 0-3 16,0 0-3-16,1 0-1 0,-1 0 0 0,-1 1 0 0,1 0 0 16,-2-1-3-16,0 1-3 0,0 0 0 0,-2-1 0 0,2 0-1 0,-1 0-2 15,0 0-1-15,0 0-4 0,-2-1 0 0,0 1 0 0,1-1 2 0,-2 0 4 16,2-1-2-16,0 1 1 0,0 0-1 0,1 0-2 0,0 0 5 15,1-1-3-15,0 1 3 0,0-1 2 0,1 1 2 0,1 1-2 0,1 0-2 16,-1 0 1-16,2 0-1 0,1 0 1 0,-1 1 0 0,1-1 0 16,2 1-1-16,-2 0 1 0,1 0-1 0,0 1 0 0,-1-1-3 0,0 1 2 15,0-1-2-15,1 1 1 0,-1 0-2 0,0 0 1 0,0 0-3 0,-1 1 1 16,0-2-1-16,-1 1 2 0,-1 0 0 0,1 1 0 0,0 0 0 16,0-1 1-16,-1 1-1 0,0 0 1 0,0 0 1 0,-1 1 0 0,1-1 1 15,1-1-5-15,-1 1 6 0,1-1-7 0,0-1 1 0,0 2 4 0,1-1-5 16,-2 2 6-16,0-1 0 0,0 0 0 0,-1 0-3 0,2 0 2 15,-1-1-4-15,1 0 2 0,0 0 2 0,1 1-1 0,1-1 4 0,-2 0-6 16,2 0 2-16,-1 0-1 0,0 0 0 0,2-1 1 0,-1 1 0 16,0-1 2-16,1 0-1 0,-1 0-3 0,1 0 4 0,0 0-3 0,0 0 2 15,0 0 2-15,0 0-1 0,0-1 1 0,0 1 2 0,1 1-3 0,-1-1 0 16,0 0 1-16,0 0-1 0,0 0-1 0,0 1 11 0,-1-1 0 16,1 1-1-16,-1 0 1 0,1 0-9 0,-1 0-3 0,0 1 1 0,0 0 4 15,-1 0-4-15,1 1 3 0,-1-1 1 0,-1 0-5 0,2 0 1 0,-1 0 0 16,-1 1 1-16,0 0 3 0,1 0-2 0,-1 0 3 0,1 0-2 15,-1 0 1-15,0 0-3 0,2 1-2 0,-2-1 3 0,0 0-1 0,0 0 1 16,1 0 2-16,0-1-3 0,0 0-1 0,1 0 3 0,-1 0-3 16,1 0 1-16,0 0 2 0,-1 0-3 0,1 0 2 0,0 0-3 0,0-1 2 15,1 1 1-15,-1-1-1 0,1 1-1 0,0-1 0 0,-2 1 0 0,1-1-1 16,-1 1 2-16,1-1-3 0,0 1 3 0,-1 0 0 0,1 0 1 16,-1 0 1-16,0 0-5 0,-1-1 3 0,1 2-4 0,0 0 2 0,-1 0 1 15,0 0 1-15,1 0-1 0,-2 1 2 0,1-1-2 0,0 1 1 16,0 0 5-16,0 0-4 0,-1 0-2 0,2 1 1 0,-1-2-2 0,2 2 4 15,0 0 0-15,-1 0 0 0,0-1-1 0,1 1-4 0,0-1 3 0,-1 1-1 16,0-1 0-16,-1 0-1 0,-1 0-2 0,2-2 1 0,-1-1-7 16,1-1 0-16,-1 0-4 0,0-1-3 0,1 1-2 0,0-2-3 0,0 1-3 15,1-1-6-15,1 1-4 0,-2-2-4 0,1 0-1 0,-2 0-1 0,1-1 0 16,0-1-2-16,0 0-2 0,0-1 4 0,0 1-1 0,1-1 2 16,-1 1 0-16,-1-1 0 0,0 0 2 0,0-1-2 0,0 1 3 0,2 0 4 15,-2 1-2-15,0-2 1 0,1 0-5 0,-1 0-11 0,0-1-7 0,1 0-12 16,-1 1-7-16,1 0 0 0,0-1 1 0,0 1 11 0,1 0 12 15,1-1 8-15,-1 1 0 0,0 0-17 0,0-1-87 0,1 0-170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0:38:53.6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20063 3999 1232 0,'-1'-3'311'0,"1"0"-242"0,-1-1-29 0,0 0 21 0,0 0 31 16,-1 1 33-16,1 0 4 0,-1 1-24 0,1-1-26 0,-1 0-21 15,0-1-11-15,1 0 3 0,-1 1 7 0,1-1 1 0,-1 1 6 0,1 0-3 16,1 1-9-16,0-1-2 0,-1 1-4 0,2 0-5 0,-1 0-1 16,0-1-4-16,0 0-9 0,0 0 0 0,1 0 0 0,1 0 1 0,-1-1-3 15,0 1 3-15,0-1-4 0,-1 0-5 0,1 1 4 0,0-1 0 0,-1 1-4 16,1 0 4-16,-2 1 5 0,1 0-4 0,0 0 6 0,0 1-1 15,0 0-11-15,-1-1 5 0,1 1-3 0,-1 0 4 0,1 0 1 0,-1 0-3 16,1 0-2-16,-1 1 4 0,1 0 2 0,-1 0 0 0,1 0-4 16,0 0-3-16,0 1 2 0,1 0-4 0,0 1 11 0,-1 1 0 0,1 1-1 15,0 2 5-15,1 2-11 0,0 0-2 0,0 2-1 0,0 0-1 0,1 2 2 16,0 3 2-16,1 2-1 0,-1 2-1 0,1 0-3 0,-1 3 0 16,1 0-5-16,-1 1 1 0,2 4 0 0,0 1 0 0,-1 2 1 0,2 1-1 15,0-1-4-15,1 1-2 0,0 2 2 0,1 0-8 0,0 4 4 0,0 0-2 16,-1 1-16-16,1 2 12 0,0-2-4 0,1-1-4 0,0-2 14 15,0-2-8-15,-1 1 0 0,0-3 4 0,-2 1 0 0,0 0 0 0,0 0-2 16,0-1-9-16,-1-1 1 0,0-2-2 0,-1 0 4 0,-1-5 4 16,-1-1-6-16,1-4 3 0,-1-3-3 0,-1-3 0 0,-1-1 6 0,0-3 2 15,-2-1 4-15,0-3 2 0,0-1-4 0,-2-3-8 0,0-2-7 0,-2-2 1 16,0-4 0-16,-1-2 5 0,-1-5-3 0,0-1-3 0,-1-5-5 16,0-3 5-16,0-2 0 0,-1-4 5 0,1-3 3 0,1-4-5 0,2-3 1 15,-1-1 3-15,0-2 2 0,2-1-1 16,0 0 1-16,1-1-4 0,0 0 9 0,1 2 8 0,0 1-1 0,0 3 5 0,-1 0-9 0,1 3 2 15,-1 2-2-15,-1 3 6 0,2 1-3 0,-1 1-3 0,1 1 2 0,0 1-2 16,1 2 0-16,0 2 4 0,2 4 1 0,-1-1-1 0,2 1 3 0,-1 3 3 16,2-1-2-16,-1 1 1 0,2 2 1 0,1 1-3 0,0 1 5 15,2 0-1-15,1 0-5 0,1 2 0 0,2 1-6 0,0 2 2 0,1 1 0 16,0 2 9-16,1 2 1 0,1 1-6 0,0 3-2 0,0 1 1 16,-1 3 5-16,2 2 2 0,0 1 0 0,0 4-4 0,0 1-7 0,-1 2-1 15,2 0 6-15,-1 3 0 0,2 2-6 0,-3 0 0 0,2 1-10 0,-2 2 4 16,0 1 6-16,-1 3 0 0,0 1 0 0,0 3-2 0,0-1-2 15,0 2-2-15,-1-1 4 0,-2 2 2 0,1-1-4 0,1 2 4 0,-1 0 0 16,1-1-18-16,0 1 9 0,-2-1-5 0,1-1 2 0,-1-1 14 0,0 0-6 16,-1-4 2-16,1 1-6 0,-2-4-2 0,0-1-7 0,0-1-28 15,0-2-25-15,-1 0 1 0,-1-2-19 0,-1-4-9 0,0-2-24 0,-1-3-60 16,0-3-48-16,-2-2-42 0,0-3-24 0,-2 0-29 0,-2-4-72 16,-2 0-112-16,-1-2-72 0,-2-2 36 0</inkml:trace>
  <inkml:trace contextRef="#ctx0" brushRef="#br0" timeOffset="183.99">20151 4513 1607 0,'-8'-3'231'0,"1"1"-52"0,-1-1-24 0,2 1 1 15,1 0 15-15,2 2-1 0,0-1-18 0,2 0-18 0,1 0-26 0,2 0-17 16,1-1-13-16,1 0-11 0,3-1 4 0,1 1 0 0,2-2-1 16,1 1-3-16,2-1-9 0,2 1-13 0,1 1-5 0,1 0-5 0,0 0-8 15,1 0 0-15,0 0-4 0,-1 1-8 0,1 1-5 0,2 0-2 0,-2 0-6 16,2 1-4-16,0 0-2 0,-3-1 0 0,0 1-19 0,0-1-25 15,-1 0-31-15,-1 0-57 0,-1-1-54 0,1 0-84 0,-1-1-107 0,1-1-113 16,1 0-244-16,1-1-288 0</inkml:trace>
  <inkml:trace contextRef="#ctx0" brushRef="#br0" timeOffset="1116">20839 4274 2072 0,'-3'9'252'0,"0"0"-49"15,-1 4-5-15,1 0 5 0,3 1-3 0,-1 1-32 0,1-1-41 0,1 0-24 16,0 0-23-16,2 1-12 0,1 0-5 0,1-1-8 0,1 0-16 0,0 0-10 16,2-1-10-16,0-1 1 0,1 0 9 0,2 0-5 0,-1 0-3 15,2-3-9-15,1 0-4 0,0-3-4 0,0-2 2 0,2-1 2 0,1-2-4 16,0-2 6-16,-1-1-2 0,0-2-6 0,1-3 6 0,-1-1 2 16,-1-2-10-16,1-1-4 0,-1-2-2 0,0 1 14 0,-1-4 8 0,-1 0 6 15,1-1-16-15,-1-1-6 0,0-2 0 0,-1 0 0 0,-2 1 0 0,0-1 0 16,-2 0 0-16,-1 2 0 0,-2 0 0 0,-1 1 0 0,-2-1 0 15,-1 3 0-15,-2-2 0 0,-2 2 0 0,-2 0 0 0,-3 1 0 0,-1 0 0 16,-1 1 0-16,-3 1 0 0,-2 2 0 0,0 3 0 0,-1 2 0 0,-1 1 0 16,-2 3 0-16,1 1 0 0,-3 3 0 0,-1 2 0 0,0 2 0 15,-2 2 0-15,3 2 0 0,-2 3 0 0,2 0 0 0,3 1 0 0,0 1 0 16,3 0 0-16,1 1 0 0,2 0-4 0,2 0-24 0,2 0 2 16,2 0-12-16,2-2-3 0,3 1-12 0,2-1-15 0,2-2-11 0,3-2-18 15,2 0-16-15,3-2-12 0,2-1-13 0,1-1-11 0,2-1-17 0,3-2-8 16,1-1-2-16,0-2 8 0,3-1 22 0,0 0 26 0,2-1 24 15,1-1 31-15,-2 0 29 0,1 0 23 0,-2 1 13 0,0 0 11 0,1 2 10 16,-2-1 10-16,2 3 16 0,0 0 10 0,-3 2 13 0,1 1 9 0,1 2 6 16,-2 1 4-16,0 1-8 0,1 2 4 0,-3 2-3 0,2 0-7 15,0 3-7-15,-2 2-5 0,0-2-18 0,0 2-5 0,0 2-6 0,-1-1-6 16,0 2-8-16,0 1-2 0,-2-2-6 0,0 1 2 0,0 2-3 16,0 2-11-16,-2 2 1 0,-1 0-1 0,0 2 6 0,-1-1 1 0,0 0 1 15,-2-2 3-15,-1 0 1 0,0 0 9 0,-1-1 8 0,-3 0 5 0,-2-1 3 16,-2-1-24-16,-3 0 9 0,-2-3-10 0,-1 1-1 0,-3-2 18 15,-2-1-16-15,-3-1 2 0,-1-2-8 0,-1-1 0 0,0-2-7 0,-2-2-3 16,-1-3-1-16,1-3 6 0,-2-3 5 0,0-2 4 0,0-3 0 0,-1-3 4 16,0-1-4-16,2-4 6 0,-1-2-1 0,0-1 3 0,1-3 3 15,1-3 4-15,0-1 4 0,1-3 14 0,3-2-3 0,0 0-8 0,3-2-8 16,2 1-16-16,2 0-5 0,3 1 0 0,2 0 0 0,1 1-4 16,2 1 6-16,1 0-8 0,1 1 0 0,2 0 0 0,0 0-6 0,2 1-7 15,1 1-4-15,0 0-10 0,1 3-13 0,0 0-3 0,1 0-19 0,0 3-8 16,1 1-12-16,0-1-9 0,-1 1-9 0,1 0-15 0,1 2-12 15,-1 0-25-15,1 1-16 0,0 2-5 0,-1 1 6 0,1 0 14 0,-1 3 17 16,0-1 14-16,1 2 14 0,-1 1 18 0,0 1 24 0,1 1 29 0,-2 1 21 16,0 2 23-16,-1 0 17 0,0 1 25 0,-1 1 20 0,1 0 19 15,-1 0 16-15,1 1 9 0,0 0 6 0,-1 0 12 0,1-1 1 0,-2 1 4 16,3 0-2-16,-1-1-9 0,2 0-9 0,0-1-16 0,0-1-14 16,0-1-16-16,0-1-10 0,1-1-11 0,0-2-2 0,1-1 0 0,-2-1-6 15,1-1 0-15,1-1-8 0,-1-1-6 0,0-1 3 0,0 0-10 0,1-2 4 16,-1-1 1-16,2 0-18 0,-1-1 10 0,-2 0 6 0,1 0-4 15,-1-2 13-15,-1 1-6 0,0-1-11 0,0-1 3 0,-3 0-7 0,2 0-3 16,-2 1 1-16,-1 0 3 0,-1 1-2 0,-2 0-1 0,-1 1 3 0,0 2-8 16,-2 0 7-16,-1 2 1 0,-2 1-1 0,-1 1 5 0,-2 1-5 15,-1 2-3-15,0 0 11 0,-2 2-9 0,0 1 2 0,-2 2-4 0,0 0-6 16,-1 3 4-16,0 1 1 0,0 2 3 0,-2 1-2 0,1 1 2 16,0 2-2-16,1 1 3 0,2 1 1 0,0 3 4 0,1 1 3 0,2 0-7 15,3 1 6-15,1 0-4 0,2 2-5 0,2-2 7 0,1 1-20 0,2 0 14 16,2-3-4-16,2 0-8 0,1 0 18 0,2-1-14 0,1-2 0 15,3 0 0-15,2-1-4 0,1-1-4 0,2 0 0 0,0-1 2 0,0-2-5 16,1 1 1-16,1-1 12 0,-2 0-2 0,3-1 0 0,-1 0 0 0,-2-2-24 16,0 0-3-16,-1-1-4 0,-1 0-2 0,1 0-10 0,-2 1-7 15,1-2-16-15,-3 0-32 0,0 1-19 0,1-2-18 0,-1 1-31 0,-1-1-34 16,0 0-65-16,0-1-77 0,0 0-86 0,-2 0-139 0,2-1-312 16</inkml:trace>
  <inkml:trace contextRef="#ctx0" brushRef="#br0" timeOffset="1832.52">22724 2634 987 0,'-5'18'248'0,"1"2"-84"0,-3 9-27 0,2-1-9 16,1 1 1-16,1 2-4 0,0 3-15 0,1 4-21 0,1 1-13 0,1 4-16 15,2 0-10-15,-1 1 1 0,1 5-5 0,1 0-8 0,1 4 2 16,0 2-1-16,2 4 4 0,0 1 1 0,2 4-5 0,0 3-2 0,0 1-3 16,0 4-5-16,2 1-2 0,0 3-4 0,2 3-5 0,2 1-3 15,-1 3-2-15,1 3-1 0,1 1-1 0,0 5-2 0,2 1 1 0,0 5-10 16,-1 2 3-16,0 3 1 0,1 5-1 0,0 3 5 0,0 2-6 0,1 3 0 16,1 4 6-16,-1 1-1 0,2 5 5 0,0 2-4 0,1 2 1 15,-1 3-3-15,2 1 3 0,-2 2 8 0,0 4-14 0,2-1-1 0,-2 2-2 16,2 3 0-16,0 1 0 0,-1 0 10 0,0 3 1 0,1 0-1 15,0 1 5-15,0 2 4 0,-1 0 7 0,-1 1 0 0,0-1 2 0,1 2-5 16,-1 0 2-16,2 1 1 0,0 0 10 0,-2 1-10 0,0 0 3 0,-2-2-2 16,-2-1 4-16,0-2 3 0,-1-1-5 0,0-1-3 0,0-1 0 15,1-1 5-15,-2-2 4 0,1 1 8 0,-2-3-2 0,1-3-5 0,0-2 8 16,-1-6-18-16,0-1-5 0,0-3-2 0,1-3-9 0,-1-1 2 16,0-6-1-16,-2-1-7 0,1-5 11 0,1-4 3 0,1-2 7 0,-1-9 4 0,-1-3-11 15,0-7-3-15,1-2-15 0,0-4 4 0,0-5 6 0,0-3-4 16,1-6 14-16,0-3-12 0,0-4-5 0,-2-5 5 0,0-4-14 0,1-5-5 15,-1-4-1-15,0-5-10 0,-2-2-13 0,1-4-12 0,0-4-24 16,0-4-26-16,-2-6-31 0,0-4-36 0,-1-4-54 0,-3-5-67 0,1-3-79 16,-2-4-80-16,-1-5-117 0,-2-5-113 0,-1-3 13 0</inkml:trace>
  <inkml:trace contextRef="#ctx0" brushRef="#br0" timeOffset="2465.52">16702 6586 1520 0,'17'6'671'0,"5"0"-671"0,8 0-17 16,1-1-6-16,5-3 7 0,3 0 13 0,5 0 1 0,4-2 5 16,1-2-1-16,3-1 1 0,4-2-5 0,2-2-1 0,3-1 6 0,5-2 3 15,3-2-3-15,6 0-3 0,3-3-3 0,6-1 0 0,4-2 2 16,2 0 1-16,5-2 3 0,3 0-3 0,1 0-3 0,5-2-3 0,2 2 9 15,2 1 3-15,2-2 5 0,4 0 11 0,3 0 0 0,2-1 6 0,4 0-2 16,3 1 6-16,2-1-10 0,6 0-1 0,2-1 0 0,4 1 2 16,1 1 6-16,4-1 0 0,1-1 2 0,4 2 6 0,3-1 3 0,1 0 5 15,3 3 5-15,1 1 1 0,1 0 1 0,4 2-4 0,1-1-7 0,0 0-11 16,3 1-1-16,0 2-2 0,1 0-4 0,1 2 5 0,1 2 1 16,-2 0 0-16,2 2 9 0,-2-1-2 0,1 1-1 0,-2 1 0 0,-1 0-7 15,1 0 0-15,-1 1-1 0,-3 0 0 0,-1 1 7 0,-1 1-4 0,-3 2 8 16,-3 1-3-16,-3 1-2 0,-3 0-7 0,-5 1 3 0,-3 0-3 15,-5 1-6-15,-5 0 1 0,-4 2-8 0,-3 0 4 0,-6 1 0 0,-4 0-4 16,-6 0-4-16,-6-1-7 0,-4 1-2 0,-6 0 2 0,-7-2-13 16,-5-1-32-16,-7-1-48 0,-6-1-72 0,-5-2-91 0,-6-1-111 0,-7-2-141 15,-5-1-216-15,-7-1-296 0</inkml:trace>
  <inkml:trace contextRef="#ctx0" brushRef="#br0" timeOffset="3518.04">20817 6808 945 0,'-1'0'199'0,"1"0"-48"0,0 0-1 0,1 0 12 0,0 0-5 0,1 0-26 16,1-2-36-16,-1 0-29 0,0-2-23 0,2 0-13 0,0 0-7 16,2-3-4-16,-1 1-4 0,0-2-1 0,1 0-2 0,-1-1-8 0,2-1 4 15,-1-1-4-15,-1-1-4 0,1 1 8 0,-1-1-3 0,0 0 0 0,0 1 2 16,-1-2-1-16,0-1 6 0,-2 1 3 0,1 1 12 0,-1 0 5 15,0 1 9-15,-1 0 16 0,-1 0 6 0,0 2 8 0,0 1 1 0,0 0 1 16,0 3-1-16,-1 0-7 0,1 2-1 0,-1 0-6 0,0 2-9 0,1 0 0 16,-1 2-13-16,0-1-2 0,0 2-5 0,0 1 1 0,-1 0 2 15,1 3 2-15,0 0 0 0,0 1-1 0,1 1-4 0,-1 1 2 0,0 2-2 16,1 0-5-16,0 2-8 0,1-1-5 0,-1 3 0 0,1 2 1 16,1 0 0-16,0-1 1 0,0 2-3 0,0-1 1 0,1 1-5 0,0-1-5 15,0 2 1-15,0 0 4 0,0 0-1 0,0 0 3 0,0 0-6 0,0 0-2 16,0 0 0-16,1 1-2 0,-2-1 4 0,2 0-12 0,0 0 1 15,0-1 9-15,0-1 2 0,0 1 9 0,1 0-3 0,0-2-8 0,-1 1-4 16,0-1 4-16,-1-2 0 0,1-1-2 0,0 0 4 0,0-2-2 0,0 0-2 16,-1-1 2-16,-1-1-2 0,1-1 4 0,-2 0 0 0,1 0 0 15,-1 0-4-15,0 0 2 0,-1-2 0 0,1-1 0 0,0-2-4 0,-1 0 2 16,1-1-9-16,0-1-9 0,-1 0-10 0,0-1-16 0,0-1-16 0,0 0-24 16,1-1-19-16,-1-1-28 0,0-1-28 0,0-2-30 0,1-2-48 15,0-1-62-15,0-2-92 0,1 0-103 0,0 0-42 0,2-1-60 0</inkml:trace>
  <inkml:trace contextRef="#ctx0" brushRef="#br0" timeOffset="3884.04">21311 6854 1449 0,'2'8'251'0,"-1"0"-40"0,2 4-6 0,0 0 10 0,0-1-2 15,-1 1-32-15,1 1-32 0,0-1-29 0,0 1-40 0,1 1-12 0,1 0-12 16,1-3 1-16,0 3 5 0,0-1-11 0,1-1-9 0,0 0-17 0,-1-2-6 15,3 0-5-15,-1-1-2 0,1-1-5 0,1 0 0 0,-1 0-3 16,1-1-2-16,0-1-2 0,0-2 4 0,1 0-3 0,1 0 3 0,-1-2 0 16,-1-1-2-16,0-1-1 0,0 0 9 0,0-1-5 0,0 0 6 0,1-2 6 15,-1-2-7-15,0 2 5 0,1-3-4 0,-2 0 2 0,2-1-4 16,-1-1 6-16,-1 0-5 0,1 0 5 0,0-1 9 0,0-1-5 16,0-1 6-16,0-2-6 0,-1 0-11 0,-1-2 5 0,1 2 9 0,0-1 1 15,-2-1 4-15,0 1 8 0,-1-1-14 0,-1 0 6 0,-1-2 5 0,-1 1-9 16,0 0 5-16,-3-1 2 0,0-1-8 0,-1 1 4 0,-1 1-12 0,-2-1-14 15,-1 0 0-15,-2 1 0 0,-1 0 0 0,-1 0 0 0,-2 0 0 16,0 1 0-16,-1-1 0 0,-3 1 0 0,-1 0 0 0,-1 3 0 0,1 0 0 16,0 1 0-16,0 2 0 0,0 1 0 0,0 1 0 0,1 2 0 0,0 1 0 15,-1 2 0-15,0 0 0 0,-1 3 0 0,0 1-22 0,0 1-12 16,0 1-4-16,-1 2-7 0,0 1-10 0,2 2-9 0,0 1-13 0,0 1-11 16,1 0-21-16,-1 3-17 0,1 0-37 0,1 1-43 0,1-1-64 15,3 0-85-15,-1 1-162 0,1-1-196 0,1 0-168 0</inkml:trace>
  <inkml:trace contextRef="#ctx0" brushRef="#br0" timeOffset="4683.05">17116 9056 942 0,'-5'3'303'0,"0"0"-178"0,2 1-28 0,0-2-6 16,2 1 14-16,2 1-3 0,2-2-6 0,0 1-11 0,4 0-10 0,1-1-6 15,2 0 0-15,1-1-3 0,4 0-11 0,2-1-5 0,3 0-11 0,3-2-5 16,1 0-2-16,3 0-3 0,1-1-2 0,5-1-5 0,1 0-2 16,5-1-4-16,1-1-4 0,3-1 1 0,4 0 1 0,1-1 4 0,2 0 1 15,3-1 0-15,4 0-1 0,2 0-2 0,2-1 2 0,3-1 2 16,2 0 1-16,2-1 3 0,3-1 6 0,4 1 3 0,-1-1 0 0,6 0 3 16,1 0 9-16,1 0-4 0,4 0 7 0,2-2-7 0,4 0-8 0,1-2-1 15,6 2-6-15,0-1 8 0,3-1-10 0,6 2-2 0,0-2 3 16,2 0-6-16,3 0 3 0,2 1 7 0,1-1-4 0,5 0 0 0,-2 1 1 15,3 1 1-15,1-1 4 0,2 0-3 0,1 0-2 0,1 1-4 16,2 0 3-16,1 0-1 0,0 1 12 0,2 2-2 0,0-2-4 0,2 0-5 16,1 1-16-16,1 1 5 0,2-2-3 0,-1 1 4 0,1 0 6 0,1-1 1 15,0 1-1-15,-3-1 2 0,2 1-7 0,-1-1 1 0,0 0-9 16,0 2 2-16,-2-2-8 0,1 1-2 0,-2 0 13 0,0 1 9 0,-3 0 11 16,-1 1-3-16,-2 1 0 0,-3-1-16 0,-2 1-4 0,-2 1 4 0,-3-1-6 15,-2 0 4-15,-4 2-10 0,-2 0-2 0,-3 1 0 0,-4 0 0 16,-3 1 0-16,-4 1 0 0,-3 0 0 0,-3 0 0 0,-3 1 0 0,-5 0 0 15,-3-1 0-15,-5 2 0 0,-5-1 0 0,-3 0 0 0,-5 0 0 0,-4 0 0 16,-4 0 0-16,-6 1 0 0,-3-1 0 0,-3 2 0 0,-6 0 0 16,-4 0 0-16,-2 0 0 0,-4 0 0 0,-3 1 0 0,-3 0 0 0,-3 0 0 15,-5 0 0-15,-2 1 0 0,-3-1 0 0,-2 1 0 0,-2 0 0 16,-1 0 0-16,-2 0 0 0,-2 1 0 0,-2-1 0 0,-1 0 0 0,-1 0 0 16,-2-1 0-16,-3 1 0 0,-3 0 0 0,-4 0-52 0,-1-1-25 0,-4 1-17 15,-2-1-11-15,-3 2-15 0,-3-1-3 0,-4 1-20 0,-1 1-30 16,-3 1-23-16,-2 2-38 0,-3 0-42 0,-4 3-52 0,-1 2-102 0,-4 0-102 15,0 2-312-15</inkml:trace>
  <inkml:trace contextRef="#ctx0" brushRef="#br0" timeOffset="5466.05">21221 9553 1308 0,'8'-3'296'16,"0"-1"-153"-16,2-1-32 0,-2 1 2 0,0 1 18 0,-1 1 7 0,0 0-14 15,0 2-11-15,-1-1-22 0,-1 1-11 0,-1 0-8 0,0 0-6 0,0 1-10 16,-1 0-5-16,1-1-9 0,-2 2-1 0,2-1-2 0,-1 1 14 16,0 0 3-16,0 0-7 0,0 1 6 0,-1 1-18 0,1 0-4 0,-1 1-1 15,-1 0-5-15,1 1-2 0,0 1-1 0,-2 1 5 0,1 0 3 0,-2 0-5 16,0 1 3-16,0 0-6 0,-1 0-3 0,-2 0 1 0,1 1 1 16,-1-1-5-16,-1-1-1 0,0 1 0 0,0-2 6 0,-1-2-8 0,0 1-1 15,-1-2-5-15,0-2-1 0,-1 1 5 0,0-2 2 0,-1 0-1 16,0-2-8-16,2-1 1 0,-2-1-3 0,0-2 10 0,2-2-10 0,0-1 1 15,0-3 1-15,2-1-4 0,0-2 6 0,0 0-2 0,4-1 1 0,-1-2 5 16,1 0-6-16,2-1-8 0,0 0 16 0,1-2-9 0,1 2 11 16,2 0 5-16,0-2-13 0,2 1 2 0,0 1-4 0,1 0 0 0,1 0-6 15,1 1 6-15,-2 2 0 0,3 0-4 0,-1 3 5 0,1 0 5 0,1 3-2 16,-1-1 0-16,-1 2 0 0,1 1-10 0,1 1 2 0,0 1 0 16,-1 3-4-16,0 0 2 0,0 2-4 0,-1 2-2 0,0 1 2 0,1 3-2 15,-1 1 8-15,-1 2-8 0,1 3 6 0,0 0-2 0,-2 3-4 0,0 1 4 16,0 3-2-16,-2 0-2 0,-2 2 1 0,0 2 7 0,-2-1 1 15,0 2-16-15,-1 0 13 0,-1 2-6 0,-1 1 0 0,-1-1 20 0,0 3-12 16,-2-2 0-16,-1 1-2 0,0-1-2 0,-2 1 0 0,-1-2 2 16,-2 1 0-16,-1 0 0 0,1-1 0 0,-3 1 0 0,0-3 8 0,0-1-5 15,-1-1-4-15,0-2-1 0,-1 1-2 0,0-1 6 0,0 0-2 0,1-1-2 16,0-2-8-16,0-2 2 0,0 1 8 0,0-1 0 0,2 0 6 16,-1-2-2-16,2 0-22 0,0-3 2 0,2 0 20 0,2-1 0 0,1-1 26 15,1-1 3-15,1-1-25 0,1 0 12 0,2-1 2 0,0-1-2 0,1 0 2 16,1-2-10-16,0 1-12 0,1 0 0 0,1-1 0 0,0-1 0 15,2 0 0-15,0-1 0 0,0 0 0 0,2 0 0 0,1-1 0 0,2-1 0 16,-1 0 0-16,2-1 0 0,-1 0 0 0,0 0 0 0,1 0 0 0,1-1 0 16,-1 1 0-16,0-1 0 0,-1 1 0 0,2-1 0 0,-1 0 0 15,0 1 0-15,0-1 0 0,0 1 0 0,-1-1 0 0,0 0 0 0,-1 1 0 16,1 0 0-16,0 1 0 0,-1 1 0 0,0-1 0 0,0 0 0 16,0 0 0-16,-1 1 0 0,0 0 0 0,-2 2 0 0,0 0 0 0,0 0 0 15,-1 0 0-15,-1-1 0 0,0 2 0 0,1-1 0 0,-2 0 0 0,1 1 0 16,-1-1 0-16,0 0 0 0,0 1 0 0,0 0 0 0,0-1 0 15,-1 1 0-15,0-2 0 0,-1 1 0 0,-1-1-54 0,0 0-16 0,0-1-10 16,0 0-15-16,0-1-16 0,0 0-33 0,1-1-22 0,-1-1-48 16,0-2-44-16,2-1-39 0,1-2-48 0,2 0-64 0,0-1-83 0,2-2-25 15,2 0-137-15</inkml:trace>
  <inkml:trace contextRef="#ctx0" brushRef="#br0" timeOffset="5832.14">21951 9741 1718 0,'2'1'241'0,"2"1"-67"0,0 2 6 0,-1 1 7 16,0 1 1-16,0 3-15 0,1 1-31 0,1 3-14 0,0 1-17 0,-1 2-16 16,2 1-9-16,0 0-18 0,1-1-13 0,0 1-12 0,0-1-11 15,1 0-6-15,-1-1-5 0,1-1-6 0,-1 0-3 0,1-2-3 0,1-1-7 16,-1-1 2-16,2-1-2 0,-1-2 2 0,0 0-2 0,0-2 1 16,0 0-1-16,-1-2-2 0,0-1 6 0,0-1 4 0,0 0-8 0,1-1 3 15,-1 0-1-15,1 0 4 0,0-1 9 0,-1-1 0 0,0-1 12 0,2-2 2 16,0-2 2-16,0 0 6 0,2-2-9 0,-1 0-3 0,0-1 3 15,1 1-6-15,-3-2 0 0,1-1 0 0,0 1-12 0,0-1-12 0,-1 1 0 16,1-2 0-16,0 0 0 0,-1 0 0 0,0 0 0 0,1 0 0 16,-1-3 0-16,0 0 0 0,0 0 0 0,-2 1 0 0,-2-1 0 0,1 0 0 15,-3-1 0-15,0 1 0 0,0-1 0 0,-4 0 0 0,-1 0 0 0,-1-2 0 16,-3-1 0-16,0 1 0 0,0-1 0 0,-3-1 0 0,-2 1 0 16,0-1 0-16,-1 0 0 0,-1 2 0 0,0 0 0 0,-1 2 0 0,-2-1 0 15,1 3 0-15,-1 2 0 0,-1 1 0 0,-1 2 0 0,1 2 0 0,0 1 0 16,0 3 0-16,0 2 0 0,1 1 0 0,-1 2 0 0,-1 2 0 15,-1 1 0-15,-1 2 0 0,-2 2 0 0,1 1 0 0,-1 2-6 0,0 2-90 16,0 0-31-16,2 2-31 0,-1 0-37 0,3-1-69 0,-2 0-82 16,2-2-119-16,1 0-222 0,0 1-55 0,1 0-45 0</inkml:trace>
  <inkml:trace contextRef="#ctx0" brushRef="#br0" timeOffset="6899.15">17313 12168 587 0,'29'-4'155'0,"1"-1"-19"0,11-2 7 0,-1 0 0 0,-3 1-2 15,3 0-15-15,1-1-9 0,2 1 3 0,2-2-2 0,1-1-4 0,3 0-14 16,0-1-15-16,3 0-15 0,2-1-17 0,2 1 0 0,1-1 1 16,3-1-1-16,1-1 8 0,3-2-10 0,0 1-4 0,1-2-8 0,3-1-2 15,1 1-2-15,2 0-1 0,3-2-2 0,0 0 1 0,1 1-5 0,3-1 3 16,1 1 2-16,2 0 0 0,1 0 8 0,1-1-7 0,2 0 8 15,0-1 3-15,2-1-2 0,0 0 5 0,3 1 0 0,-2 1-8 0,3-1 6 16,0 1-8-16,2 1 1 0,0-1-1 0,1 0-9 0,-1 1 2 16,1-2-3-16,0 1-6 0,1 0 0 0,1-1-2 0,1 0-3 0,1 0-8 15,0 3 18-15,1-2-9 0,2 0 1 0,-1 1 7 0,1-3-14 0,0 0-3 16,1 2 6-16,0-2-5 0,1 0-8 0,1 1 11 0,-1 0-2 16,2 0 5-16,-1 1-3 0,-1 1-5 0,1 0 5 0,0 0-4 0,-1 0-3 15,-1-1 2-15,1 0-4 0,-2-1 7 0,-2 2 3 0,2 1-10 0,-4-1-1 16,2 2 7-16,-1 0-4 0,-1-1 4 0,-1 1-6 0,-1 1-6 15,-1-2-2-15,-2 1 2 0,-1-1 6 0,-1 1 0 0,-2-1 7 0,-1 0 1 16,-1 1-4-16,-2 1-3 0,-4-1 7 0,1 0-8 0,-3 1 16 16,-2 0 3-16,-1 1-7 0,-4 0 11 0,0 0-13 0,-4 0 2 0,-2 2 2 15,-2-1-2-15,-3 1 4 0,-3 2-6 0,-3 0-8 0,-1 0 4 0,-3 2-10 16,-3 0 0-16,-1 1 0 0,-4-1 0 0,-3 0 0 0,-1 0 0 16,-4 1 0-16,0 1 0 0,-5 1 0 0,-1 0 0 0,-4 1 0 0,0-1 0 15,-2 1 0-15,-4 0 0 0,-1 0 0 0,-2 0 0 0,-3 0 0 0,-1 0 0 16,-1 1 0-16,-2-1 0 0,-2 1 0 0,-1 0 0 0,-1 1 0 15,-1-1 0-15,-2 1 0 0,-1-1 0 0,1 1 0 0,-2 0 0 0,0 0 0 16,0 0 0-16,0 0 0 0,0 0 0 0,-1 0 0 0,-1 0 0 16,1-1 0-16,-1 1 0 0,1-1 0 0,-1 0 0 0,0 1 0 0,-1 0 0 15,1 1 0-15,-1-1 0 0,2 0 0 0,-1 1 0 0,0 0 0 0,0 0 0 16,0 0 0-16,1 0 0 0,-1 0 0 0,0 0 0 0,0 0 0 16,1 0 0-16,0 1 0 0,-1-1 0 0,1 0 0 0,0 1 0 0,0-1 0 15,0 0 0-15,0 1 0 0,1 1 0 0,-1-1 0 0,1 0 0 0,0 0 0 16,-1 1 0-16,2-1 0 0,-2 1 0 0,1-1 0 0,0 0 0 15,-1 0 0-15,2 1 0 0,-2 0 0 0,1-1 0 0,1 1 0 0,-1-1 0 16,1 0 0-16,0 0 0 0,1 0 0 0,-1 1 0 0,0-1 0 0,0 1 0 16,1-1 0-16,-1 1 0 0,0 0 0 0,1-1 0 0,-1 1 0 15,0 0 0-15,0 0-10 0,0 0-16 0,1-1 4 0,-1 1-4 0,0 0 2 16,-1 0 3-16,1 0-5 0,-1-1 6 0,2 1 3 0,-1 0-16 16,0 0 7-16,0 0-1 0,0 0-3 0,0 1 10 0,0-1-3 0,1 0 6 15,-1 1 8-15,0-1-1 0,0 0 2 0,0 0 3 0,0 1 3 0,0-1 2 16,0 0-4-16,0 0 2 0,1-1-5 0,-1 1 8 0,0 0 1 15,2-1-2-15,-1 0 0 0,1 1-7 0,-1 0-1 0,1 0 8 0,-1-1 2 16,0 1-2-16,1-2 6 0,-1 0-10 0,1 1 6 0,0 0 2 0,-1-1-10 16,1 1 10-16,0-1-10 0,1 0 4 0,-1 1 4 0,0-1-2 15,-1 0-2-15,1 0 0 0,-1 0 0 0,0 0 4 0,0 0 0 0,0 0-2 16,0 0 6-16,0 0-10 0,-1 0-3 0,0-1-9 0,0 0-23 16,0 0-17-16,-1 0-37 0,0-1-27 0,-1-1-26 0,0 0-30 0,-1-2-32 15,0 1-49-15,1-2-58 0,-2 0-76 0,1 0-70 0,0-1-37 0,0-1-172 16</inkml:trace>
  <inkml:trace contextRef="#ctx0" brushRef="#br0" timeOffset="14250.75">26704 4933 1444 0,'-1'4'252'0,"0"1"-39"0,1 0-9 16,-1-1-5-16,1-1-33 0,0 0-20 0,0 0-27 0,-1-2-20 0,2 0-4 16,0 0-19-16,0-1-2 0,0 1-11 0,-1-1 1 0,0 1-6 15,1-1-4-15,-1 0 6 0,1 1-9 0,-1-1 1 0,0 0-4 0,0 1-5 16,-1-2 6-16,1 1-4 0,0-1 2 0,-1-1-6 0,0 1-9 0,0-1 3 16,-1-2-8-16,-1 0-2 0,0-2-3 0,-2-1-7 0,1 0-7 15,-1-3 0-15,-2 1 0 0,0-3-4 0,-1-1-2 0,-1-2-2 0,1-2 0 16,-1-2-2-16,1-2 2 0,1-2 2 0,-1-1-6 0,-1-1-2 0,1-1 4 15,0 0-2-15,1 0 0 0,1-2 8 0,-1 0-2 0,2 0-4 16,-1-2 4-16,0 1-14 0,2 1 14 0,0 1 2 0,0-1-4 0,1 3 16 16,1-3-18-16,0 3 4 0,2-1-2 0,0 2 0 0,0 0 0 15,2 0-2-15,1 1 8 0,2-2-8 0,1 1 4 0,0 0 0 0,2 0-4 16,0 1 4-16,1 0-6 0,2 2 4 0,1 4 0 0,0 0 0 0,0 1-2 16,0 2 2-16,1 2-2 0,1 1 2 0,-1 1 0 0,-1 2 0 15,0 2 4-15,-2 1-6 0,1 1 2 0,-2 2-2 0,0 1-6 0,-2 1 6 16,1 2 4-16,-1 1-2 0,0 0-2 0,0 0 0 0,-1 1-2 0,-2 1 2 15,1 1 0-15,0 0 4 0,-1 0 0 0,1 1-6 0,-3 0 6 16,1 0-6-16,1 1 0 0,-2-1 8 0,2 0-4 0,-1-1 0 0,0 1 0 16,0-2 0-16,-1 0 0 0,1-2 2 0,-1 0 0 0,1-1-2 15,-1 0 0-15,1-1-15 0,0-2-7 0,0 0-24 0,-1-2-18 0,1-1-14 16,-1-1-34-16,0-1-25 0,1-2-42 0,-2 0-39 0,1-3-57 0,0 0-45 16,0-1-46-16,0-1-88 0,1-2-89 0,-1-1-226 0</inkml:trace>
  <inkml:trace contextRef="#ctx0" brushRef="#br0" timeOffset="14566.75">26812 3657 705 0,'-3'-1'506'0,"0"-2"-247"0,0 1 22 0,1 0-21 15,2 0-28-15,1 1-22 0,0-1-35 0,3 1-14 0,2 0-15 0,1 0-25 16,2 0-9-16,3-1-15 0,1 1-12 0,2-2-9 0,3 2-8 0,1-2-1 16,2 0-9-16,1 1 1 0,1-1-8 0,0 0-7 0,1 1-4 15,1 1-9-15,-2 0 1 0,2 2-5 0,-2-1-8 0,1 1 1 0,0 0-10 16,-1 1-2-16,0 0 3 0,0 1-3 0,1 1 4 0,-1 0 2 0,-2-1-8 15,0 3 2-15,-1 0-6 0,-2 0-4 0,-1 1 8 0,-2 1 4 16,-1 1-2-16,-3 0 4 0,0 0-8 0,-2 2 10 0,-1 0-4 0,-1 0 0 16,-3 0-8-16,0 0-2 0,-3 0 0 0,-1 1 0 0,-2 1 0 15,-1 0 0-15,-2 0 0 0,-1-2 0 0,-1 2 0 0,-1-1 0 0,-1 1 0 16,1 0 0-16,-2-1 0 0,-1 1 0 0,-1 0 0 0,0-1 0 0,0-1 0 16,0-1 0-16,0 1 0 0,1-1 0 0,-1 1 0 0,1-1 0 15,0 0 0-15,0-1 0 0,0 0 0 0,1 0 0 0,1 0 0 0,0-1 0 16,2 0 0-16,1-1 0 0,0 0 0 0,0 0 0 0,1 0-14 0,0-2-26 15,1 0-10-15,1-3-13 0,1 0-15 0,1-2-22 0,2-1-36 16,0-1-33-16,1-1-50 0,2-3-69 0,1-2-74 0,0-1-109 0,2 0-179 16,1-3-331-16</inkml:trace>
  <inkml:trace contextRef="#ctx0" brushRef="#br0" timeOffset="14849.76">27836 3273 2337 0,'-2'-2'234'0,"1"0"32"0,-1 0-38 15,1 2-42-15,-1 0-34 0,1 0-31 0,1 1-20 0,-1 1-16 0,0 1-8 16,0 1-2-16,-1 1-15 0,1 0-9 0,1 1-11 0,-1 0-12 0,1 3 2 16,-1 1-8-16,1 2-20 0,0 2-2 0,0 1 0 0,0 2 0 15,0-1 0-15,1 2 0 0,0 1 0 0,0 2 0 0,1 0 0 0,0 1 0 16,1 1 0-16,0-1 0 0,0 0 0 0,0-2 0 0,0 0 0 0,2-1 0 15,1-2 0-15,-1 1 0 0,1 1 0 0,1-2 0 0,-2-1 0 16,2-2 0-16,0-1 0 0,-1-2 0 0,0 0 0 0,1-3 0 0,0 0 0 16,0-1 0-16,0-1-2 0,-1-2-48 0,-1-1-8 0,-1-1-32 0,0-1-34 15,0-1-39-15,-2 0-59 0,0-1-57 0,0-2-81 0,0-1-86 16,-1 0-128-16,0-2-191 0,0 0 41 0</inkml:trace>
  <inkml:trace contextRef="#ctx0" brushRef="#br0" timeOffset="15233.76">28114 3444 1456 0,'-1'4'447'0,"2"0"-159"0,-1 2-24 0,0 2-50 0,0-1-31 16,0 2-39-16,1 2-25 0,2 1-13 0,0-1-6 0,1 1-9 0,0 0-14 16,2 0-14-16,0 0-20 0,1-2-9 0,1 1-6 0,2-1-2 0,0 0-3 15,1-1-2-15,1-1-4 0,0-1-7 0,1-2-1 0,0 0 9 16,1-1-3-16,1-1 4 0,-2-1 1 0,2-1-14 0,0-2 3 0,-1 0 3 15,0-1-4-15,0 0 3 0,-1 0-5 0,0-1 0 0,-1-1 0 16,0 1 6-16,-1-3 3 0,0 0 11 0,-1-1 1 0,0-1 3 0,-2-1 4 16,1 1 0-16,-1 0-16 0,0 0-18 0,-1 0 0 0,-1-1 0 0,0 0 0 15,-2-1 0-15,0 0 0 0,-2-1 0 0,-2 1 0 0,0-2 0 16,-1 1 0-16,-2 0 0 0,-2 0 0 0,-1 0 0 0,-1 0 0 0,-1-1 0 16,0 0 0-16,-2 1 0 0,1 0 0 0,-1 2 0 0,-1-2 0 0,-1 1 0 15,0 0 0-15,-2 1 0 0,3 2 0 0,-2 0 0 0,2 1 0 16,0-1 0-16,-1 2 0 0,2 0 0 0,-1 1 0 0,0 1 0 0,1 0 0 15,0 2 0-15,0 0 0 0,2 2 0 0,0 2 0 0,0 1 0 16,0 3 0-16,0 2 0 0,0 0 0 0,0 1 0 0,0 1-26 0,2 1-18 16,-1 0-2-16,2 1-9 0,0-2-7 0,1 2-6 0,2-1-5 0,1 0-10 15,1 0-13-15,1-1-22 0,2-1-28 0,1 1-31 0,2-2-38 16,1 0-41-16,1-1-38 0,1-1-42 0,2-2-49 0,1 0-55 0,1-1-348 16</inkml:trace>
  <inkml:trace contextRef="#ctx0" brushRef="#br0" timeOffset="15500.75">28699 3537 1386 0,'6'2'354'0,"-1"-1"-42"0,2 0-25 16,1 0-38-16,-1 0-36 0,1 0-20 0,1-1-30 0,-1 0-13 15,2-1-22-15,0 0-26 0,1 1-16 0,1-2-16 0,-1 0-15 0,1 0-7 16,1 0-5-16,0-1-10 0,0 1 6 0,0-1-8 0,-1-1-4 0,1 1-3 15,0-1-16-15,0 0-2 0,-1 1 4 0,1-2-6 0,-2 1 2 0,0 0 2 16,0 0-8-16,-2-1 0 0,0 0 2 0,0 1-2 0,0-1 0 16,1 0-6-16,-2 1 2 0,1-2-8 0,-1 1-8 0,-2 0-6 0,2-2-7 15,0 1-10-15,-1-1-11 0,0 0-14 0,0 0-20 0,0 0-26 16,-1 1-29-16,1-1-35 0,-3 1-53 0,1 0-62 0,-1-1-76 0,-3-1-102 16,0 1-134-16,-1-1-269 0</inkml:trace>
  <inkml:trace contextRef="#ctx0" brushRef="#br0" timeOffset="15783.75">28938 3275 1932 0,'-1'4'341'0,"-1"2"-29"0,-1 1-53 0,2-1-48 16,1 0-43-16,0 0-16 0,1 1-3 0,1 1-10 0,0-1-10 0,-1 1-16 15,1 1-21-15,1 0-18 0,0 0-50 0,0 0-24 0,0 1 0 0,0 0 0 16,1 1 0-16,-1 1 0 0,1 0 0 0,0 0 0 0,0 1 0 15,1 1 0-15,-1 1 0 0,0 2 0 0,0 0 0 0,0 1 0 0,0 1 0 16,2-2 0-16,-1 1 0 0,0 0 0 0,0-1 0 0,0-1 0 16,0 1 0-16,0 0 0 0,0 0 0 0,-1-2 0 0,0 1 0 0,-1-1 0 15,1-1 0-15,-1-1 0 0,0-1 0 0,1-1 0 0,-1 0 0 16,0-2 0-16,-1-2 0 0,1-1 0 0,-1-1 0 0,1-2 0 0,-1 0-2 16,0-2-82-16,0-1-10 0,-1-2-15 0,0 0-38 0,1-3-7 0,-1 0-39 15,1-1-23-15,-1-2-24 0,1-2-42 0,1-2-30 0,0-1-39 16,0-1-54-16,2 0-33 0,-1-1-95 0,2 0 97 0</inkml:trace>
  <inkml:trace contextRef="#ctx0" brushRef="#br0" timeOffset="16316.76">29225 3398 952 0,'-1'-8'327'0,"1"0"-37"16,0-3-6-16,0 1-35 0,-1 1-24 0,1 2-39 0,-1 0-27 0,1 1-17 15,-1 1-13-15,2 0-7 0,-1 1-5 0,0 0-10 0,1 1-12 0,0 0-7 16,0 0-4-16,0 0-6 0,2 0-4 0,-1 1-5 0,1-1-5 15,1 0-10-15,0 0-1 0,0 0-4 0,1-1-5 0,1 1-2 0,2-1-30 16,-1 0-12-16,2 1 0 0,0-1 0 0,0 1 0 0,1-2 0 16,1 1 0-16,1 1 0 0,0 0 0 0,-1 0 0 0,0 1 0 0,0 0 0 15,0 1 0-15,0 1 0 0,1-1 0 0,-1 1 0 0,1 0 0 0,0 1 0 16,0-1 0-16,-1 1 0 0,0 0 0 0,-2 1 0 0,2 0 0 16,0 0 0-16,0 2 0 0,-1-1 0 0,1 1 0 0,-3 1 0 0,1 0 0 15,0-1 0-15,-1 2 0 0,0 0 0 0,-1 1 0 0,-1 0 0 16,-1 0 0-16,0-1 0 0,-1 1 0 0,-1 0 0 0,-1-1 0 0,-1 2 0 15,-1 0 0-15,0 1 0 0,-1 1 0 0,-2 0 0 0,0-1 0 0,-1 0 0 16,-1 0 0-16,-1 1 0 0,-1 0 0 0,0 0 0 0,-1 1 0 16,-1-1 0-16,0 1 0 0,0-1 0 0,0 1 0 0,0 0 0 0,0 0 0 15,1-1 0-15,0 1 0 0,1 0 0 0,0-1 0 0,1 0 0 0,1-1 0 16,0-2 0-16,0 0 0 0,1 0 0 0,1-2 0 0,1 0 0 16,0 0 0-16,1-1 0 0,1 0 0 0,2-1 0 0,-1-1 0 0,1 0 0 15,1-1 0-15,0 0 0 0,0 0 0 0,1-2 0 0,0 1 0 16,2-1 0-16,-2 0 0 0,3-1 0 0,1 1 0 0,0-1 0 0,1-1 0 15,1 1 0-15,1-1 0 0,0 0 0 0,1 0 0 0,0 0 0 0,0 0 0 16,0 0 0-16,0 0 0 0,1 0 0 0,-1 0 0 0,1 1 0 0,-2-1 0 16,-1 1 0-16,1 1 0 0,-1 0 0 0,-1-1 0 0,1 1 0 15,-1-1 0-15,-1 1 0 0,-2 0 0 0,1 0 0 0,0 0 0 0,-1-1 0 16,0 1 0-16,0 0 0 0,-1 0 0 0,-1 0 0 0,0 0 0 16,0 1 0-16,0-1 0 0,-1 0 0 0,-1 0 0 0,0 0 0 0,0 0 0 15,-1 1 0-15,0-1 0 0,0-1 0 0,-1 1 0 0,2-1 0 0,-2 1 0 16,2-2 0-16,-2 0 0 0,0-1 0 0,1-2 0 0,-1-1 0 15,-1 0 0-15,1 1-34 0,0-3-186 0,1 1-58 0,0-2-64 0,1 0-86 16,2 0-94-16,0-1-133 0,0 2-137 0,0-2 147 0</inkml:trace>
  <inkml:trace contextRef="#ctx0" brushRef="#br0" timeOffset="16783.75">29968 3317 1514 0,'-1'5'451'0,"0"-1"-134"0,0 1-34 15,1 1-47-15,0-1-31 0,0 0-26 0,1 1-18 0,0 0-13 0,0 1-13 16,1-1-20-16,-1 0-15 0,2 1-16 0,-1-2-15 0,1 1-7 0,0 0-26 16,1 0-36-16,0 0 0 0,1 0 0 0,0 1 0 0,1-2 0 15,-1 0 0-15,2 1 0 0,1-2 0 0,0 0 0 0,-1 0 0 0,2-1 0 16,-1 0 0-16,2-1 0 0,-1 0 0 0,0-1 0 0,1 0 0 0,-2 0 0 16,2-1 0-16,-1 0 0 0,0 0 0 0,1 0 0 0,-3 1 0 15,1-1 0-15,0 0 0 0,0 0 0 0,2-2 0 0,-2 0 0 0,2-1 0 16,-1 0 0-16,-1-1 0 0,-1 0 0 0,-1 1 0 0,0-2 0 15,0 1 0-15,0-1 0 0,-1-1 0 0,0 1 0 0,-1-1 0 0,0-1 0 16,-1 1 0-16,-1 0 0 0,2 0 0 0,-2-1 0 0,-2-1 0 0,1-1 0 16,-2-1 0-16,-1 0 0 0,0 0 0 0,-2 0 0 0,-1 0 0 15,1-1 0-15,-2 0 0 0,0-1 0 0,-2-1 0 0,1 1 0 0,0-1 0 16,-2 0 0-16,2-1 0 0,-1 1 0 0,-1 1 0 0,1-1 0 16,-3 1 0-16,1 0 0 0,2 0 0 0,-1 1 0 0,2-1 0 0,-3 1 0 15,0 1 0-15,1-1 0 0,-1 2 0 0,2 0 0 0,-2 0 0 0,0 1 0 16,1 0 0-16,-1 1 0 0,-1 1 0 0,1 1 0 0,-2 0 0 15,0 1 0-15,-1 1 0 0,1 0 0 0,1 0 0 0,-1 2 0 0,-1 1 0 16,-1 0 0-16,2 1 0 0,1 2 0 0,-2 1 0 0,0 0 0 0,1 3 0 16,-1 0 0-16,3 1 0 0,-1 1 0 0,0 2 0 0,1 0 0 15,0-1 0-15,0 2 0 0,2 0 0 0,2 1 0 0,0 0 0 0,1-2 0 16,2 2 0-16,1-2 0 0,0 0 0 0,2 0 0 0,0-2 0 16,1-2 0-16,2 1 0 0,1-1 0 0,1 0 0 0,1-1-24 0,0 0-74 15,4 0-23-15,-1 0-31 0,1-2-30 0,1 0-44 0,-1-1-37 16,0-1-52-16,0 0-50 0,1 0-59 0,1 0-56 0,0 0-40 0,2-1-146 15</inkml:trace>
  <inkml:trace contextRef="#ctx0" brushRef="#br0" timeOffset="17305.75">30492 3162 927 0,'-3'0'253'0,"-2"-1"6"0,-2 1-2 0,2-1-16 15,-1 1-10-15,2 1-21 0,4-1-15 0,-3 0-18 0,2 1-16 0,-1-1-16 16,0 1-16-16,2-1-6 0,0 1-7 0,0-1-11 0,1 1-7 0,0 0-7 15,2 0-13-15,1 0 2 0,1 0-12 0,3 0-7 0,-1 0-7 16,2 0-18-16,2 0-36 0,-1-1 0 0,0 0 0 0,2-1 0 0,-1 0 0 16,2 0 0-16,1-1 0 0,-3 0 0 0,2-1 0 0,-1 0 0 15,2-1 0-15,-1 0 0 0,-1 0 0 0,1 0 0 0,-2 1 0 0,0-2 0 16,-1 1 0-16,-1 0 0 0,0 0 0 0,-1-1 0 0,0 1 0 0,1 0 0 16,-2-2 0-16,1 1 0 0,-1-1 0 0,-2 0 0 0,1 1 0 15,1-2 0-15,-1 1 0 0,-1-1 0 0,-1 1 0 0,1-1 0 0,-1 1 0 16,-2-1-50-16,0-1-47 0,0 0-34 0,-2-1-42 0,0 0-45 0,-2 0-45 15,0-1-41-15,-2-1-22 0,-1 0-35 0,1 0-46 0,-4 0-46 16,2 1 32-16,-1 0-212 0</inkml:trace>
  <inkml:trace contextRef="#ctx0" brushRef="#br0" timeOffset="17567.75">30601 2800 910 0,'-2'-1'227'0,"1"2"20"15,-2 1 8-15,2 0-22 0,-1 0-23 0,1 1-15 0,2 0-11 0,-1 2-12 16,1 0-7-16,1 0-13 0,-1 1-20 0,0 0-6 0,1 1-11 0,0 1-8 15,1 0-2-15,0 1-13 0,-2-1-13 0,1 2-12 0,0 0-11 16,0 0-4-16,0 2-7 0,-1 0-2 0,2 1-3 0,-2 0-2 0,1-1-8 16,0 2-12-16,-2 0-18 0,1 1 0 0,-1-2 0 0,0 2 0 15,0 0 0-15,-1 0 0 0,2-1 0 0,-2 1 0 0,1 1 0 0,1-2 0 16,-1 0 0-16,1 0 0 0,0-1 0 0,0 1 0 0,1-1 0 0,0-2 0 16,0 2 0-16,0-2 0 0,0 0 0 0,1-1 0 0,0-1 0 15,-1-2 0-15,1 1 0 0,1 0 0 0,-1-1 0 0,2-1 0 0,-3 0-8 16,1-1-24-16,0 0-10 0,-1-2-2 0,1 0-3 0,-1-2-9 0,0 0-14 15,1-2-22-15,-1 0-34 0,0-2-28 0,2 0-33 0,-2-2-45 16,1-2-43-16,0 1-42 0,0-2-61 0,2-1-68 0,0-1-78 0,1 1-219 16</inkml:trace>
  <inkml:trace contextRef="#ctx0" brushRef="#br0" timeOffset="17832.75">31153 2838 1086 0,'3'-2'451'0,"1"1"-211"0,0 1 31 16,-2 0-28-16,0 1-23 0,-2 1-28 0,1-1-26 0,0 2-17 15,-1 0-17-15,1 1-15 0,-1 1-16 0,0 0-15 0,1-1-14 0,-1 0-9 16,-1 0-10-16,1 0-6 0,-2 1-3 0,1 1-2 0,1-1-5 0,-2 1-5 16,1-2-6-16,-1 2-5 0,-1 0-5 0,1 0-7 0,-1 1-1 15,0 1-2-15,1-1-2 0,-3 1 0 0,0-1-2 0,0 0-2 0,0 2 0 16,-2 0-4-16,-2 0 4 0,1 1 2 0,-1 0-8 0,0 2 0 0,0-1-9 15,-1 1-9-15,-1-1-5 0,0 2-16 0,0-1-8 0,-1 0-14 16,1 0-12-16,1-2-7 0,0 1-18 0,-1-2-19 0,1 0-21 0,2-2-32 16,-2 0-34-16,3-2-41 0,-2-1-38 0,1-2-58 0,1-1-68 15,0 0-52-15,0-1-232 0</inkml:trace>
  <inkml:trace contextRef="#ctx0" brushRef="#br0" timeOffset="18200.75">30935 2889 1678 0,'1'-10'258'16,"-1"0"25"-16,0-3-35 0,1 3-34 0,-2 4-38 0,2 2-27 0,-1 3-22 16,-1 0-21-16,1 2-17 0,-1 2-13 0,1 0-6 0,1 2-3 15,0 1-2-15,1 2-1 0,0 1-3 0,0-1-5 0,0 1-12 0,1 1-7 16,-1-1-4-16,2 3-4 0,0 1 3 0,1 0-5 0,0 1-3 0,1-1-2 16,0 1-4-16,0 1-4 0,1 1 0 0,0-2-2 0,1 2-10 15,-1 0-2-15,1-1 0 0,0-1 0 0,2 1 0 0,-1-1 0 0,0 0 0 16,0-2 0-16,-1 0 0 0,2-2-6 0,1 1-6 0,0-1-4 0,1 0 14 15,-1-2 0-15,0 0 18 0,0-1 2 0,0-1-14 0,1 0-4 16,-1-2 0-16,-1 1 0 0,1-1 0 0,-1-1 0 0,-1 1 0 0,-1-1 0 16,-1 0-4-16,2 0 4 0,-3-1 0 0,0 1 2 0,0-3 0 15,-2 2-2-15,0 0 0 0,0 1 0 0,-1-1 0 0,1 1 0 0,-2 0 0 16,1-1 0-16,-1 1 0 0,-1-1 0 0,0 1 0 0,-2 0 0 0,2-1 0 16,-3 2 0-16,1-1-6 0,-1 0 0 0,-1 1 4 0,1-1 0 15,-1 2-4-15,1-2 2 0,-1 1 2 0,0-1-6 0,-1-1 6 0,1 2 2 16,1-1-2-16,-1-1-10 0,0 1-8 0,-1-2-8 0,2 0-19 0,1 0-6 15,-1 0-15-15,-1-1-18 0,-1 1-25 0,1-2-23 0,0 1-28 16,-1-1-30-16,1 1-30 0,0-1-41 0,-2 0-43 0,1 1-65 0,-2 0-77 16,0 0-85-16,-1 0-173 0</inkml:trace>
  <inkml:trace contextRef="#ctx0" brushRef="#br0" timeOffset="18933.75">28191 4574 973 0,'-10'3'195'0,"0"0"8"15,-2 1 13-15,1 0-19 0,3 0-20 0,-1 1-18 0,0-1-15 16,2 1-5-16,0-1-11 0,0-1-2 0,3 1-13 0,-1-1-7 0,2 0-10 16,1 0-3-16,1 0-4 0,1 0-8 0,1 0 1 0,0 0-7 15,0-1-4-15,1 1-3 0,2-1-2 0,0 0-12 0,2 0 5 0,1 1-7 16,1-2-4-16,1 1-2 0,2-1-7 0,-1 1-4 0,3-1-1 0,1 0-7 16,2-1-1-16,0-2-2 0,3 1-6 0,0-2 10 0,0 0-20 15,3 0-8-15,1-1 0 0,0-2 0 0,2 1 0 0,1-1 0 0,0-1 0 16,1-1 0-16,1 1 0 0,3-3 0 0,0 0 0 0,5-2 0 0,0-1 0 15,2 1 0-15,1-2 0 0,0 0 0 0,3 0 0 0,3-3 0 16,0 1 0-16,3 0 0 0,1-1 0 0,3 1 0 0,0 0 0 0,2-2 0 16,2 0 0-16,0 1 0 0,1-1 0 0,2 0 0 0,0 1 0 15,1 0 0-15,1-1 0 0,1 0 0 0,0 2 0 0,1-1 0 0,0 0 0 16,0 0 0-16,1 2 0 0,0-1 0 0,-1 0 0 0,0 1 0 0,1-1 0 16,-1 0 0-16,-1 2 0 0,-1 1 0 0,-1 2 0 0,0 0 0 15,-2 1 0-15,-2 1 0 0,-4 1 0 0,-2 1 0 0,0 2 0 0,-1 1 0 16,-2 0 0-16,-3 1 0 0,-2 1 0 0,-1-1 0 0,-6 2 0 0,-1 0 0 15,-4 1 0-15,0 1 0 0,-2 0 0 0,-3 0 0 0,-4 1 0 16,0 0 0-16,-3-1 0 0,-3 2 0 0,-2 0 0 0,-2 0 0 0,0-1 0 16,-2 2 0-16,-1-1 0 0,-1 0 0 0,-4 1 0 0,2 0 0 0,-2-1 0 15,-1 1 0-15,0 0 0 0,-2-1 0 0,-1 1 0 0,0-1 0 16,-2 0 0-16,1 0 0 0,0-1 0 0,-2 0 0 0,1-1 0 0,-2 1 0 16,0-2 0-16,-1 1 0 0,-1-2 0 0,1 0 0 0,-1 0 0 15,0-1 0-15,-2-1 0 0,1-1 0 0,-2 0-2 0,0-2-92 0,0 0-10 16,0 1-14-16,0-2-17 0,-1 2-15 0,-1-2-16 0,0 3-11 0,0-1-27 15,2 0-27-15,0 0-33 0,2 0-51 0,-2 0-57 0,1 0-67 16,0 0-42-16,0 1-132 0</inkml:trace>
  <inkml:trace contextRef="#ctx0" brushRef="#br0" timeOffset="19801.27">30073 4441 767 0,'-2'1'405'0,"0"0"-231"15,0 1 14-15,0-1-11 0,0-1-9 0,1 1 1 0,-2 0-15 16,2 0-4-16,-1 1-10 0,0-1-13 0,1 0-13 0,0 0-13 0,1 0-14 16,0 0-5-16,0-1-8 0,0 1-8 0,1 0 1 0,1-1-3 0,0 1-1 15,-1-1-3-15,1 0-3 0,0 1-9 0,2-1-2 0,0 0-1 16,0 0-4-16,3-1 3 0,0 1-6 0,0-1-2 0,0 1-3 0,1-1-6 16,1 1-2-16,1-1-2 0,-1 1-2 0,1-1-1 0,-1 0 3 15,2 0-7-15,0 1 0 0,-1-1-4 0,2 1-3 0,0-1-3 0,-1 1 0 16,2 0-2-16,-1 0-8 0,0 2 6 0,-1 0-4 0,-2 0 2 0,1 2 6 15,0 0-12-15,-1 1 8 0,-1 0 10 0,-2 0-6 0,0 1 8 16,0-1-2-16,-2 1-16 0,-2 0 6 0,-1 1-10 0,-1 1 2 0,0 0 4 16,-2-1 2-16,0 0 0 0,-1-1 0 0,-2 0 2 0,1 2-4 0,-1-1 8 15,-1 1-4-15,0-1-4 0,-1 0 4 0,0 0-4 0,0 0 2 16,0 0 4-16,2-2-6 0,-2 1 8 0,0 0-4 0,1 0-2 0,-1-1 4 16,1 0-4-16,-1 0 2 0,1 0 4 0,2-1 2 0,-1 0-10 0,1-1 6 15,1 0-4-15,0 1 2 0,0-3 6 0,1 2-2 0,0-1 0 16,1-1 4-16,1 0-2 0,0 1-8 0,0-1 0 0,1-1 0 0,0 1 0 15,1-2 0-15,0 1 0 0,0 0 0 0,1 0 0 0,0 0 0 16,0-1 0-16,1 1 0 0,1-1 0 0,0 0 0 0,1 0 0 0,-1 0 0 16,0 0 0-16,1 0 0 0,1 1 0 0,-2-1 0 0,1 1 0 0,-1-1 0 15,2 1 0-15,2 0 0 0,-2 0 0 0,2 0 0 0,-1 0 0 16,0 1 0-16,1-1 0 0,-3 2 0 0,2-1 0 0,0 1 0 0,1 1 0 16,1 0 0-16,0 0 0 0,1 0 0 0,-2 2 0 0,2-1 0 0,0 2 0 15,-1-1 0-15,0 2 0 0,0-1 0 0,-1 0 0 0,2 0 0 16,-1 2 0-16,-1 2 0 0,-2-1 0 0,-1 0 0 0,1 0 0 0,0 0 0 15,-1-1 0-15,-1 0 0 0,1 1 0 0,-2 0 0 0,1 0 0 0,0 0 0 16,-1 0 0-16,0 0 0 0,-1 0 0 0,0 0 0 0,-1 0 0 16,0-1 0-16,1 1 0 0,-3-1 0 0,1 1 0 0,-1 0 0 0,0 0 0 15,-1 0 0-15,-1-1 0 0,0 0 0 0,-1 0 0 0,0-1 0 0,-1 2 0 16,0-1 0-16,-2 0 0 0,0-1 0 0,0-1 0 0,-3 1 0 16,2-1 0-16,-1 0 0 0,-1-2 0 0,0 1 0 0,-4-1 0 0,1 0 0 15,-1-1 0-15,-1 0 0 0,1-1 0 0,-1 1 0 0,1-1 0 16,-1-1 0-16,0 0 0 0,1-1 0 0,-2 1 0 0,3 0 0 0,-3 1 0 15,0-1 0-15,2 0 0 0,0 0 0 0,1-1 0 0,0 1 0 0,0 0 0 16,1-1 0-16,0 0 0 0,1 1 0 0,-1-1 0 0,1 0 0 16,1 0 0-16,0-1 0 0,0 1 0 0,2 0 0 0,1 0 0 0,-1 0 0 15,1-1 0-15,-1 1 0 0,0-1 0 0,0 2 0 0,0-1 0 0,0 0 0 16,1 1 0-16,1-1 0 0,-2 0 0 0,1 0 0 0,0 1 0 16,2-1 0-16,-2 0 0 0,1 1 0 0,0-1 0 0,0 1 0 0,1-1 0 15,-1 1 0-15,0 0 0 0,1-1 0 0,-1 0 0 0,1 0 0 16,-1-2 0-16,1 1 0 0,0 0 0 0,0-1-74 0,1-2-52 0,0-1-59 15,-1-1-101-15,0-1-85 0,1-1-117 0,-1-1-138 0,0-1-85 0,2-2-164 16</inkml:trace>
  <inkml:trace contextRef="#ctx0" brushRef="#br0" timeOffset="32650.29">21359 12921 605 0,'-7'0'83'15,"0"1"8"-15,0 1 5 0,0 0-15 0,2 0-20 0,1-1-16 0,-1 2-6 16,2-1-1-16,0-1-6 0,0 1-2 0,-1-1 1 0,1 0 2 16,1 0 1-16,0 0-7 0,1 1 9 0,-1-2-4 0,1 0 6 0,0-1 12 15,0 0-6-15,0-1 9 0,1 0-3 0,-1-1-2 0,1-1 0 0,1 1 1 16,-1-2-3-16,2 1 14 0,0-1 0 0,-1 0 3 0,1-1-3 16,1 0-13-16,1 0-8 0,0 0-1 0,2-2-1 0,0 0-5 0,1-2 4 15,1 1-9-15,2-3 0 0,0-1 1 0,1-2-2 0,0 0 0 16,0 0 1-16,1-3-5 0,0 0 0 0,0 1-13 0,0-3-7 0,0 2 6 15,-1-1-7-15,-1 0 12 0,-1-1-1 0,0 0-2 0,-2 1-5 0,-2 0-1 16,1 1 4-16,-2 1 2 0,-1 0 4 0,-1 1 1 0,-1 1-3 16,-1 3 3-16,1 0 2 0,-1 0 3 0,-1 2-1 0,1 1 1 0,-1 1-4 15,-1 2 2-15,1 1 3 0,-1 0-3 0,0 2-3 0,1 0 0 0,0 1-7 16,0 0 6-16,0 2-1 0,0 0-6 0,1 0 1 0,0 1-8 16,-1 0 5-16,1 1-2 0,1 1 4 0,-1 3-2 0,1 2-6 0,1 1 7 15,1 2-1-15,0 2 0 0,-1 2 2 0,0 2-7 0,1 1 7 16,0 3 0-16,0 1-1 0,-1 2 6 0,0 3-2 0,0 0-13 0,0 1 5 15,0 1 13-15,0 0-5 0,0 1 16 0,-1 2-6 0,1-1-11 0,0 0 0 16,0 1 1-16,1-1-7 0,0 0-1 0,-1 1 2 0,2-2-3 16,-1 1 4-16,0-3-3 0,1-1-4 0,-1-2-3 0,1-1 9 0,0-1 1 15,-1-1-5-15,0 0 3 0,-1-2-8 0,-1-2 2 0,1 1 4 0,-1 0 1 16,-1-3-9-16,0 1 16 0,-1-3 1 0,-1-2-3 0,1 0 18 16,-2-3-8-16,0 0-3 0,1-1 11 0,-1-3-4 0,0 0-2 0,0-1 8 15,0 0-11-15,0-1 3 0,0-2 1 0,1 1-7 0,0-2-3 16,0 1-1-16,0 0-3 0,1-1 5 0,-1 1-1 0,1-1-2 0,0 0-1 15,0 0-2-15,0 0 1 0,-1 0-1 0,1 0-5 0,1 0 2 0,0 0-2 16,0 0 7-16,0 0 2 0,0-1-3 0,0 1 3 0,0-2-4 16,1 1-3-16,1-1 2 0,0-1 5 0,2-1-2 0,-1-1-5 0,1 1 2 15,2-2-6-15,1 1 2 0,1-1 6 0,0 0-3 0,1-1-1 0,1 1 2 16,0-1-2-16,-1 0-12 0,2 0 3 0,-1 0 9 0,1 2 2 16,-1-1 12-16,1 1-3 0,0 0-11 0,0 0-2 0,1 1 2 0,-1 1 1 15,0-1 1-15,0 1-4 0,0 0 6 0,1 1-6 0,-1 0 1 16,-1 1 5-16,0 0-4 0,-2 0 5 0,0 0-7 0,0 0 0 0,0 1 4 15,0-1-6-15,0 1 8 0,0-1-6 0,-2 0-2 0,-1 1 5 0,0-1 3 16,-1 1-4-16,0 0 0 0,0 0 0 0,-1-1-4 0,0 2 11 16,-1-1-7-16,-1 0-6 0,1 1 6 0,-2-1-2 0,1 1 2 0,0 0-6 15,-1 0 8-15,0-1-2 0,0 1-2 0,0 0-2 0,-1 0-2 0,1 0 10 16,0 0-10-16,0 0 0 0,0 0-5 0,-1-1-9 0,0 1-1 16,0-1-12-16,0-1-13 0,0 1-23 0,1 0-27 0,-2-2-17 0,0 0-27 15,0-1-31-15,-2-1-22 0,1-2-34 0,-1-1-34 0,0-3-43 16,0 0-57-16,2-2-56 0,-1-2-12 0,2-2-94 0</inkml:trace>
  <inkml:trace contextRef="#ctx0" brushRef="#br0" timeOffset="33121.29">22058 12728 1704 0,'-3'1'165'15,"-1"1"-40"-15,0 2-3 0,2 2-29 0,1 0-11 0,0 1-9 16,1 2-8-16,1 1-2 0,1 2 5 0,0 0-1 0,1 3 4 0,2 1-1 15,0 1-2-15,0 0-8 0,2 2-8 0,0 1 0 0,1 0-11 0,-1 0-3 16,1 0-3-16,-1-1-7 0,2 1-4 0,1-1-1 0,1-3-2 16,3-1-3-16,0 0-9 0,1-1-2 0,2 0-5 0,1-1 3 0,1-1 8 15,2-1-8-15,0-1 6 0,-1-1-10 0,1-1 7 0,1-2 2 0,-2 0 1 16,2-1 4-16,-1-1 6 0,0-2-3 0,2-1 2 0,-1-1 2 16,-1-1 0-16,1-1 0 0,-2-1 0 0,-1-1 2 0,1 0-4 0,0-2 5 15,-1 1-1-15,-1-2-2 0,0-1 5 0,-1 0-3 0,0-1-5 0,1 0 2 16,-1-1-6-16,-2 0 8 0,2-3 2 0,-3 0-4 0,1-1-6 15,-2-2 6-15,1-1-6 0,0-1 1 0,0-2-2 0,-2 1-7 0,1-3 5 16,-1 1 3-16,-1 0-3 0,-2-2-8 0,-1 1 8 0,-3-1-10 16,-1-1 0-16,-1 1 13 0,-1-2-13 0,-3-1 4 0,0 3-8 0,-3-1-6 15,-1 1-1-15,0 0 5 0,-4-1 10 0,-1 3-12 0,-3-1 13 0,-1 0-7 16,0 3 0-16,-3 0 6 0,-2 1-8 0,0 2 6 0,-2 0-4 16,-2 1 2-16,-2 1 0 0,-3 2-6 0,-1 0 2 0,-3 2 2 0,0 0 2 15,-3 2 6-15,-1 1-2 0,-1 2-2 0,-1 2-2 0,0 1-6 16,-1 2-2-16,1 2 0 0,-1 1 2 0,-1 2 6 0,1 2-4 0,-1 2 8 15,3 2-6-15,1 2-4 0,1 2 2 0,1 2-6 0,0 2 7 0,2 1-9 16,0 4-2-16,2 1-2 0,0 1-5 0,2 4 7 0,1 0-17 16,3 2 14-16,2-2-4 0,2 1-22 0,4-3 11 0,2 1-42 0,3-3-14 15,1-1-3-15,3-2-12 0,3-3-7 0,2-1-17 0,1-1-15 0,3-3-14 16,1-1-7-16,2-2-6 0,2-3-17 0,0-2-18 0,2-1-32 16,0-3-43-16,1-2-59 0,0-2-58 0,2-2-201 0</inkml:trace>
  <inkml:trace contextRef="#ctx0" brushRef="#br0" timeOffset="33734.3">20451 12766 2040 0,'-44'-2'50'0,"-1"1"-33"0,-10 1 32 16,11 2 4-16,11 1-9 0,6-1 0 0,4-1-5 0,6-1 0 0,5-1 4 15,4-1-6-15,2-2-4 0,2-1-7 0,2-1-10 0,2-3-7 0,3-1-4 16,2-1 0-16,4-4 1 0,4-1 7 0,5-4-1 0,4-2 1 16,3-2 0-16,5-3-2 0,2-2-3 0,6-1-3 0,2-2 1 0,3 0-10 15,4-1 4-15,1 0 1 0,3-2-7 0,5 0 9 0,2 0-1 0,2 1-1 16,2 2-1-16,1-1-1 0,4 2 2 0,1-2-7 0,2 2-4 15,2 1 9-15,0 2 1 0,4 0 3 0,2 2 8 0,1 2-8 0,4 2-8 16,2 3 7-16,-1 3-7 0,3 2 0 0,1 3 2 0,0 4-3 16,1 3 3-16,0 5 1 0,-1 2-4 0,-3 2 1 0,1 3 2 0,-4 3-10 15,-3 2 2-15,-1 2 0 0,-4 2 3 0,-4 1 8 0,-3 0 3 0,-5 0 0 16,-2 1-11-16,-5 1 15 0,-2 1-7 0,-3 2 3 0,-1 1 13 16,-2 0-18-16,0 2 4 0,-4 0 1 0,-2 1-2 0,-1 2-1 0,-3 1-1 15,-1 2-4-15,-1 2 2 0,-3 0 1 0,-1 3-1 0,-4-2-3 16,-2 2-9-16,-2 3 0 0,-2 2-9 0,-2 1-7 0,-2 4 3 0,-5 1-3 15,-1 2-4-15,-3 3 5 0,-4 1-6 0,-2 2 7 0,-3-1 10 0,-2 0 11 16,-3-2 10-16,0-2 7 0,-2 0 3 0,-1-1-2 0,0-1 20 16,-4 0-1-16,0-2 7 0,0-1 4 0,-2 0-21 0,-1-1-2 0,-2-1-11 15,-2-1-1-15,-1 0-1 0,-3-2-7 0,-1-4-5 0,-4-1-6 0,0-3-6 16,-1-1 3-16,-1-2 2 0,-4-2-6 0,-1-3 18 0,-3-1 7 16,-3-4 5-16,-3 1 17 0,-2-2 2 0,-5-1 8 0,-1-3 6 0,-3-1 2 15,-5-2 4-15,-2-2-3 0,-2-1 2 0,-2-2-3 0,1 0 2 0,-2-2 0 16,-2-2 3-16,0-1 5 0,-2-1-2 0,0-2 2 0,1-2 3 15,0-1-1-15,-1-3 0 0,2-1-9 0,-2-4-1 0,0-2-6 0,2-2-4 16,-1-4 6-16,0-3-5 0,0-4 0 0,-2-2-4 0,1-6-14 16,0-3-19-16,0-6-26 0,-1-5-39 0,-1-5-10 0,-1-7-1 0,1-3 8 15,6-1 11-15,5 0-1 0,9 4-30 0,12 4-18 0,9 3-51 0,9 4-74 16,7 3-103-16,8 2-220 0,6-1-147 0,4 0-47 0</inkml:trace>
  <inkml:trace contextRef="#ctx0" brushRef="#br0" timeOffset="130065.82">4745 6388 1 0,'-7'-14'21'0,"-1"3"277"0,-2 1 366 0,1 5-362 0,0 3-236 0,2 0-22 0,3 3-25 16,0 0-6-16,2 1-5 0,-1 1-3 0,2 1-5 0,-1 2 2 0,1 3-1 15,0 1 5-15,0 1-1 0,0 2-3 0,-1 2 4 0,0 0-7 0,1 1 1 16,-1 2 1-16,1 1-1 0,1 0-1 0,0 2 3 0,0 0 1 16,0 1-1-16,0 2 4 0,1 4-1 0,-1 0 4 0,1 2 5 0,1 2 8 15,-1 1 7-15,0 0 4 0,1 3-1 0,-1 3 1 0,0 2-9 16,0 3-8-16,1 3 4 0,1 2-9 0,-1 2 2 0,1 2 4 0,1 2-6 15,0 3 2-15,2 2-2 0,2 1-7 0,0 2-2 0,0 0-2 0,2 0 3 16,2 1 0-16,1 2 1 0,2-1 1 0,0 2-4 0,2 1 2 16,1-1-2-16,1 1-1 0,-1-1 0 0,2-1-2 0,2 2-1 0,-1 0 7 15,3 0 4-15,-1 1 9 0,3 0 2 0,0 1-4 0,0-1-2 0,4 0-2 16,-2 0 2-16,2 1 8 0,-1 1 4 0,2-2 3 0,0 2 1 16,1-2-5-16,0-1-1 0,0-1-6 0,-1-2 2 0,3-1 2 0,-1-3 9 15,3 1 4-15,2 0 14 0,0-4-6 0,2 0-2 0,0-1 1 16,3-2-9-16,1-1 3 0,3-3 2 0,1-3-6 0,2-2-3 0,1-3-4 15,1-1-16-15,1-3 3 0,2-3 3 0,1-4-5 0,1-2 12 0,1-4 2 16,1-3-6-16,1-3 12 0,2-2 4 0,2-4-4 0,-1-3 2 16,2-1-6-16,-1-3-2 0,2-1-2 0,0-1 1 0,-1-2 3 0,2-2-3 15,-1-1 3-15,1 0 1 0,0-2-1 0,-2-1-2 0,1 0-3 0,-1-1 1 16,-1 0-9-16,0 0 3 0,-1 0-1 0,-1 0 0 0,-3-1-2 16,1 1-1-16,-2 0-1 0,-3 0-1 0,-1-1-4 0,-3 1 1 0,-3 1-6 15,-2 1 1-15,-2 0 1 0,-4 1 5 0,-2 1-5 0,-4 0-6 16,-2 2 4-16,-4 1-7 0,-2 0-7 0,-4 1-10 0,-3 1-25 15,-3 0-18-15,-2 0-25 0,-3 1-34 0,-2-1-51 0,-1 0-73 0,-2-1-63 0,-3 0-61 16,0-1-49-16,-3 0-53 0,0-3-111 0</inkml:trace>
  <inkml:trace contextRef="#ctx0" brushRef="#br0" timeOffset="130429.82">8152 9564 2095 0,'6'-8'203'0,"4"0"-144"15,7-3-36-15,4 4-13 0,6 2-5 0,3 0 0 0,4 1 2 0,3 1-10 16,6 2 2-16,1 1-2 0,2 1 3 0,0 2-11 0,0 0-1 16,-2 3 3-16,1 1 2 0,-2 2 21 0,1 3 3 0,-3 0-2 0,0 4-2 15,0 1-12-15,-3 2 2 0,0 0-3 0,-1 3 2 0,-3-1-1 16,1 3 2-16,-3 1 3 0,-3 0-2 0,-2 4 2 0,-1 1-2 0,-3 3 6 15,-4 0-1-15,0 3-3 0,-4-1 7 0,-4 2-10 0,-2 3 8 0,-2 1 1 16,-4 0-6-16,-2 3 24 0,-2-1 5 0,-3 1 12 0,-2 2 12 16,-1-1-12-16,-1 1-4 0,-2 1-2 0,-1 1-1 0,-2-2 1 0,0 0 3 15,-2-1-7-15,0 1 1 0,-1 1-2 0,0-4-8 0,1 0 8 0,-2-1-2 16,-1-2-6-16,1 1 4 0,0-1-15 0,-3 1-2 0,0-1-8 16,1 2 3-16,-2-1-6 0,2-1-1 0,1-1 1 0,-1-3-2 0,2 0-2 15,1 1-6-15,0-2-2 0,0 0-19 0,0-3-2 0,3 0-27 16,1-3-31-16,1 0-28 0,2-2-51 0,0-1-41 0,2-3-48 0,1-2-55 15,1-3-53-15,3-3-71 0,0-4-129 0,3-3 37 0</inkml:trace>
  <inkml:trace contextRef="#ctx0" brushRef="#br0" timeOffset="130747.82">10131 8972 2673 0,'-12'1'108'0,"1"3"-37"16,-1 4-29-16,7 4-28 0,3 5-13 0,4 7-2 0,3 5-3 0,4 9 3 15,4 5-1-15,2 7-5 0,1 3 6 0,-1 4-6 0,-1 1 0 16,0 2-1-16,0 3 9 0,-3 3 8 0,1-1 3 0,-1 5 11 0,0 2-11 15,0 2-3-15,-1 1-3 0,-2-1-4 0,1-2-10 0,-1 0 14 0,-1-1 1 16,-1-1 3-16,0-1 6 0,0-2-20 0,0-2 4 0,-1-4-5 16,0-2 3-16,-1-5-3 0,-1-4-27 0,0-3-10 0,-3-4-25 0,0-4-28 15,-1-4-15-15,-3-1-38 0,-1-6-32 0,-1-2-29 0,-3-4-26 0,-2-3-7 16,-2-4 10-16,-2-4 21 0,-1-6 22 0,-2-5 24 0,0-7 6 16,0-6-47-16,0-6-138 0</inkml:trace>
  <inkml:trace contextRef="#ctx0" brushRef="#br0" timeOffset="131096.82">9949 9677 665 0,'-5'-41'403'0,"0"1"-246"16,1-10-15-16,1 5-33 0,3 9-21 0,2-1-17 0,1 1-12 0,2 3-9 15,1 1-5-15,2 4-1 0,2 1-5 0,0 3 2 0,3 1 1 0,0 1 0 16,1 4 4-16,0 3 0 0,-1 3-2 0,3 3 3 0,2 5-3 16,0 1 3-16,3 4 3 0,1 4-2 0,1 2-4 0,2 3-2 0,5 5 0 15,3 2-11-15,1 5-4 0,2 3-8 0,1 1-9 0,2 4-2 0,1 2-8 16,3 4 1-16,2 4-6 0,2 3-14 0,-1 3 15 0,1 4-9 15,-1 1 7-15,-1 1 10 0,1 3-5 0,0 3-1 0,-1 0 2 0,0-2-1 16,-5-5-1-16,-4-5 4 0,-3-8-2 0,-5-5 6 0,-2-4 0 16,-2-6 9-16,-4-4-8 0,-1-2 8 0,-2-3 20 0,-4-3 5 0,-3-3 33 15,-2-3 11-15,-2-1 0 0,-2-4 5 0,-1-1-22 0,-1-3-3 0,-1-1-8 16,0-4 5-16,0-5 1 0,-2-6-9 0,-1-7-8 0,-1-10-19 16,0-6-6-16,-1-7-6 0,1-9 9 0,0-7-5 0,0-5 2 0,0-7-1 15,1-2-21-15,1-6 2 0,2-5-4 0,2 1-5 0,1-2-2 16,4 3-2-16,3 0 2 0,2 8 0 0,1 6 5 0,0 8 6 0,-1 10-3 15,0 7-3-15,-2 7 4 0,0 6-7 0,-1 7-2 0,1 2 0 0,-1 4-2 16,1 4-7-16,1 3-9 0,-3 4-13 0,3 4-19 0,-2 4-20 16,1 2-14-16,0 3-29 0,1 3-21 0,-2 1-33 0,0 6-55 0,2 2-59 15,-1 4-57-15,0 3-57 0,-1 3-58 0,1 3-206 0</inkml:trace>
  <inkml:trace contextRef="#ctx0" brushRef="#br0" timeOffset="131510.82">11692 9173 3087 0,'-6'1'102'0,"1"2"-49"0,1 4-30 0,4 4-24 0,3 5-8 0,6 5-7 15,6 5 0-15,4 6 0 0,5 3-2 0,4 6 4 0,0 1 5 0,1 1-14 16,-2 1 13-16,-1 1 3 0,0-1-9 0,-1 0 18 0,1 0-21 15,-1-2-2-15,1-2-2 0,0 0-8 0,-2-3-1 0,2-5-6 0,-1-4-4 16,2-5 0-16,0-4 0 0,1-4 8 0,1-4 2 0,-1-5 9 16,1-4 4-16,-1-3 4 0,1-4 6 0,-3-4 0 0,0-3 6 0,-2-3 5 15,0-2-1-15,-2-5 1 0,-2-4 5 0,-1-4 1 0,-1-2 3 0,-2-4 2 16,-2 0 2-16,0-2 1 0,-3-1-3 0,-1-1 5 0,-2-2-3 16,-2 2 0-16,-1-2 0 0,-1 2-3 0,-1 2-4 0,-1 3-3 0,-1 3 2 15,-1 5-2-15,1 5 1 0,-1 3 8 0,-1 4 3 0,1 5 3 0,-1 3 5 16,0 2-1-16,0 3 2 0,0 1-9 0,0 2-3 0,1 2-7 15,-1 1-2-15,2 1-2 0,-1 3-5 0,2 3 6 0,1 3-6 0,2 3 2 16,2 3-2-16,1 3-6 0,1 5 1 0,0 1 2 0,0 5 3 16,1 1-10-16,1 3 9 0,1 4-2 0,1 0-4 0,0 3 18 0,1 0-13 15,2 0-3-15,1-1 4 0,0 0-7 0,1 0-2 0,1-4-15 0,-1-2-22 16,0-1-35-16,2-3-48 0,-2 0-62 0,1-3-75 0,0-2-104 16,0-2-86-16,0-1-43 0,1-3-171 0</inkml:trace>
  <inkml:trace contextRef="#ctx0" brushRef="#br0" timeOffset="131983.86">13254 9327 2552 0,'-5'-3'616'0,"1"1"-542"0,0 1-20 0,3 2-36 16,4 3-18-16,3 3-11 0,3 2-5 0,4 5 1 0,6 2 8 0,3 4-2 15,0 2 4-15,0 1 2 0,-2 0-8 0,-2-1 4 0,0 0 9 16,-1 1-2-16,-1 0 3 0,-3-2 6 0,1 0-13 0,-2 0 1 0,-2-2-2 16,0-1-8-16,-2-1-5 0,1-4-1 0,-2-2 3 0,-1-2 6 15,0-2-1-15,-2-2 4 0,0-2-2 0,-1-1 1 0,0-3 2 0,-1 0-4 16,0-3-2-16,0-2 0 0,0-1-1 0,0-2 1 0,0-3 4 0,0-3-3 16,-1-2 3-16,1-2 6 0,1-1 0 0,0-1 4 0,0-1 3 15,1 1-13-15,0-2-1 0,1 4 11 0,2 2-6 0,-1 2 9 0,3 3-1 16,-1 2-11-16,0 3 0 0,2 2 0 0,-1 4 4 0,1 1-1 15,0 4 1-15,1 2 0 0,0 4 3 0,2 2 0 0,1 1-12 0,-1 3 6 16,1 2 1-16,-2 3-3 0,0 1 6 0,2-1-5 0,-1 0 1 16,1-1-1-16,0-3 3 0,0 0-2 0,-1-4-1 0,1-2 2 0,-2-3-5 15,2-1-4-15,-1-2 4 0,1-2-3 0,-1-2 6 0,-1-2 2 0,0-2 0 16,0-3 3-16,0-2 2 0,1-2 4 0,0-3-1 0,1-3 0 0,0-1 6 16,1 1 1-16,-1-3 2 0,2 0-1 0,-2 1 1 0,1-2-5 15,-3 1 1-15,2 3 1 0,0 2 4 0,0 1 4 0,1 2-1 0,-1 2 3 16,1 2-2-16,1 3 2 0,1 3-2 0,-2 2 0 0,2 4 0 15,0 1 1-15,0 4-2 0,1 2-13 0,1 3-6 0,-1 3 4 0,-1 5 1 16,1 2 5-16,-1 2-5 0,-2 4-11 0,0 0 2 0,-2 1-7 0,-1-1-15 16,-2 0-15-16,-2-1-29 0,-1-1-27 0,-1-2-27 0,0-3-49 15,-1-4-50-15,0-1-37 0,-1-3-34 0,0-3-10 0,-3-4-8 0,1-3 0 16,-2-2-2-16,-1-5-101 0</inkml:trace>
  <inkml:trace contextRef="#ctx0" brushRef="#br0" timeOffset="132677.86">13359 6701 2135 0,'-84'-35'51'15,"-13"1"-21"-15,-26-2-2 0,3 17-14 0,7 15-13 0,-5 10-4 0,-5 10 0 16,-2 8-1-16,-3 8-2 0,-4 7 0 0,-2 8 2 0,-4 5 2 0,2 7-1 15,-3 5-7-15,1 6 5 0,1 3 7 0,2 6 4 0,1 6 7 16,3 4-6-16,1 6-7 0,2 4-1 0,4 4 2 0,3 7 2 0,3 4 0 16,4 5 5-16,3 3-10 0,5 6 7 0,4 3 5 0,8 3 8 15,3 5 9-15,7 1-4 0,4 2-4 0,6 2 0 0,8 0-6 0,7-1-11 16,7 0 4-16,8-2-5 0,6-3 3 0,7-3 2 0,7-2-5 0,8-4 4 16,6-2-2-16,6-5 3 0,6-2-1 0,6-5-18 0,5-4 16 15,6-2-1-15,6-6-2 0,4-4 12 0,6-5-12 0,5-5 6 0,7-6 2 16,5-3 8-16,7-5 7 0,5-5 5 0,7-1 8 0,5-4 1 15,6-5-9-15,5-4-8 0,4-5-14 0,5-3-4 0,6-1-6 0,3-4-4 16,3-2 10-16,7-2-5 0,2-3-2 0,3-1 8 0,4-3-4 0,0-3 4 16,2-3-8-16,4-3-6 0,1-4-2 0,2-2 8 0,3-2 8 15,3-4-3-15,4-1-3 0,2-5 0 0,2-3 5 0,1-2-1 0,-2-5 7 16,3-3-3-16,-1-6 0 0,0-4 12 0,0-5 3 0,0-3 10 0,-2-7 6 16,-1-1 3-16,-3-7 11 0,-2-4 9 0,-2-2 4 0,-1-5 1 15,-2-3-7-15,-2-2-14 0,-4-2-3 0,-2-1-5 0,-4-3 4 0,-1 0-2 16,-3-2-6-16,-4 0-13 0,-2-1 9 0,-3-2-4 0,-2-1-1 0,0-1 5 15,-4-4-14-15,-4 0-8 0,-3-2 4 0,-4 0-3 0,-5 1-3 16,-4-2 5-16,-4-1-8 0,-4-1 5 0,-5 0 4 0,-5-2-3 0,-3-1 3 16,-6 0-11-16,-2 1-1 0,-6-2 8 0,-5 3 1 0,-4-2 1 0,-4-2 10 15,-5 2-12-15,-3-3 6 0,-7 1 2 0,-3-1-9 16,-6 0 5-16,-5 3-3 0,-5-1-4 0,-7 1 1 0,-5 1-1 0,-7-3-2 0,-4 2 4 16,-7 0 0-16,-4 1 1 0,-5 2-1 0,-5-1-6 0,-5 0 4 15,-5-2-8-15,-6-1-5 0,-4-1 9 0,-6 1-11 0,-5-2-2 0,-4-1-1 16,-4 2-14-16,-3-1 5 0,-3 1 1 0,-2 3 13 0,-4 1 4 0,0 1-4 15,-4 4 5-15,-1 0-5 0,-2 2 4 0,-3 3 7 0,0 2 0 16,-2 2-5-16,-2 5-10 0,-5 3 13 0,-1 4 4 0,-2 3 5 0,-4 5 10 16,1 3-17-16,-2 4 0 0,-2 4-2 0,-3 3 5 0,-3 5 6 0,-3 2-5 15,-2 5 2-15,-1 5-5 0,-2 6-1 0,-3 6 2 0,2 5-4 16,-1 8 4-16,0 5-4 0,-1 9 8 0,1 6-6 0,4 5 4 0,-2 6-3 16,0 7-4-16,0 11-1 0,1 6 0 0,-1 10 3 0,3 8-5 0,2 7 1 15,2 6-1-15,6 5-3 0,4 6-14 0,6 2-4 0,9 3-18 16,7-1-23-16,11 0-13 0,11-1-45 0,9 0-56 0,11-2-72 0,9 1-82 15,8 0-117-15,7 1-118 0,2 4-281 0</inkml:trace>
  <inkml:trace contextRef="#ctx0" brushRef="#br0" timeOffset="-186356.79">21636 3199 1889 0,'-24'-41'21'0,"-3"-1"-13"0,-4-7-24 15,5 6-24-15,3 9-24 0,0-1-11 0,-2-2 9 0,0 3 8 0,-2-1 13 16,-2 3 6-16,0 1-5 0,-3 1 7 0,-1 0 13 0,-2 2 10 16,-4 0 14-16,-1 4 4 0,-1 1 10 0,-3 2 11 0,-2 4 6 0,-1 1 5 15,-1 2 2-15,-3 1-3 0,2 4-4 0,0 1-2 0,-2 3-5 0,-1 3-1 16,0 4-6-16,-3 4-2 0,1 2-4 0,1 6-2 0,-4 2-7 15,1 4 5-15,0 3 6 0,-2 5 4 0,0 5 14 0,1 6 6 0,0 3 5 16,1 5 0-16,0 5-2 0,0 5-5 0,0 4-6 0,2 5-5 0,1 2-5 16,0 5-10-16,1 5-2 0,2 4 0 0,1 5 1 0,0 4 11 15,2 3 0-15,1 4 0 0,1 3-8 0,1 5 5 0,4 7-7 0,1 2 4 16,1 4 5-16,2 4-8 0,-1 1 5 0,2 8-1 0,1 2 4 16,1 3 7-16,4 5-5 0,0 5 5 0,4 3 0 0,1 6-2 0,2 3 9 15,5 5-1-15,1 3-1 0,3 4-5 0,4 3-8 0,3 2-4 16,3 4-6-16,4 3 5 0,2 4 2 0,3 1-5 0,4 3-2 0,3 1-2 15,3 1-4-15,2 2-2 0,3 2 4 0,3 2-3 0,3 3-8 0,2 2 8 16,3 4-2-16,2 0-4 0,4 0 3 0,1 1-2 0,1-2-2 0,2 3 11 16,0 2 7-16,4-1 0 0,3 3 10 0,1-3 6 0,3-1 12 15,1-3 18-15,3-1 10 0,1-4-6 0,4-4 6 0,3-1 1 0,2-5-11 16,4-3 15-16,3-4-11 0,3-7-9 0,5-6 0 0,2-5 2 0,2-8 2 16,2-8 8-16,1-4-1 0,4-9-8 0,1-7-10 0,4-7-6 15,3-6 1-15,2-11-3 0,2-6-7 0,0-9-3 0,2-9-13 0,2-7-4 16,2-10-1-16,1-7-15 0,1-7 5 0,0-8 6 0,0-5 1 15,0-10 4-15,1-10 0 0,-1-8 1 0,-1-7-5 0,-1-7 4 0,-4-6-6 16,3-6-4-16,-2-6 6 0,-2-5-2 0,-1-2-1 0,-3-3 3 0,2-5-4 16,-1-2 2-16,0-7 4 0,-1-6-2 0,-4-4 4 0,-1-6 7 15,-1-5-15-15,-3-5 2 0,-1-5 0 0,-5-4-8 0,-2-4 4 0,-2-8-6 16,-4-4 1-16,-1-6 8 0,-2-7 1 0,-5-3 0 0,-3-6-4 0,-4-4-13 16,-3-6-3-16,-1-6 6 0,-4-3-2 0,-3-7 10 0,-3-5-9 15,-1-4 1-15,-3-6-6 0,-3-6 3 0,-3-2 11 0,-3-2-6 0,-4-4 2 16,-3-3-2-16,-3-1 8 0,-3-1-2 0,-2-3 2 0,-2 1-7 15,-4-2-3-15,-3-1 6 0,-3 1-10 0,-4-1 11 0,-2 1-3 0,-3-1-4 16,-4-1 3-16,-3-3-1 0,-4-1 2 0,-3 0 0 0,-3-1 4 0,-2 2-1 16,-2 3 8-16,-1 0-3 0,-3 0 2 0,-2-1 6 0,-2 0-12 15,-2-1 8-15,-5 2-1 0,-1 4-14 0,-3 3 7 0,-2 1-4 0,-3 2-11 16,-4 2 22-16,-1-1 5 0,-3 4-6 0,-5 0 13 0,-3 3-21 0,-3 1-1 16,-5 1-9-16,-3 0 1 0,-3 3-6 0,-5 0-21 0,-4 3 19 15,-4 4 6-15,-4 1 7 0,-4 6 21 0,-5 4 2 0,-1 5-18 0,-4 6 6 16,-4 8 3-16,-3 7 0 0,-3 6 7 0,-2 7 0 0,1 6 7 0,-1 9 2 15,2 6-6-15,-2 7-8 0,-1 9-18 0,-2 5-5 0,-1 6 11 16,0 7 0-16,0 7 15 0,3 6-13 0,0 5-3 0,1 6 5 0,2 6-12 16,1 3 18-16,1 5-6 0,1 7-2 0,2 8-4 0,2 6-7 15,0 8 0-15,1 5-3 0,-1 7-3 0,-1 8-1 0,1 7-3 0,2 6-2 16,-1 7-8-16,-1 6-18 0,-2 8-39 0,-3 11-12 0,1 8-20 16,-3 4-23-16,0 4-7 0,-2 5-75 0,0 7-54 0,1 10-52 0,1 13-47 15,2 6-4-15,2 6-90 0,-1 5-140 0</inkml:trace>
  <inkml:trace contextRef="#ctx0" brushRef="#br0" timeOffset="-185608.77">30083 3281 539 0,'-24'-14'1'0,"0"-3"19"0,-8-7-5 0,5 1-4 0,5-4-5 0,-1-1 0 15,3 1-1-15,-1-1 0 0,1 0 1 0,2-1-6 0,-2 0-2 16,2-1-4-16,-2 0-8 0,1-2-31 0,-2 2-258 0</inkml:trace>
  <inkml:trace contextRef="#ctx0" brushRef="#br0" timeOffset="-184912.77">28584 2716 429 0,'-48'31'128'0,"-5"6"-42"0,-13 11-21 0,8-1-11 0,9-4 4 16,0 1-5-16,1 2-4 0,3 0-7 0,1 1-10 0,3 2-2 16,1 2-12-16,4 1-6 0,0 1-4 0,1 0-1 0,0 3 6 0,1 3-3 15,2 3-7-15,2 2-2 0,1 3-3 0,2 2-4 0,2 2-6 0,3 1 3 16,0 3 2-16,3 1-1 0,2 4 8 0,2 2-5 0,2 3-2 0,4 1-6 15,2 2 1-15,3 1 7 0,4-3 4 0,0 4 6 0,2-2-1 16,3 2-6-16,2 2-10 0,3-1 4 0,3 1 3 0,3 0-1 0,1 0 8 16,3 1-4-16,3-1-3 0,1 1-7 0,2-3 3 0,2 1 1 15,2-4 2-15,2 2 8 0,4-3 0 0,1 0 3 0,2 1 8 0,-1-4 9 16,2-2 18-16,3-4 12 0,2-4 10 0,3 0 17 0,2-3-4 0,2-1 2 16,3-4-9-16,3-2-12 0,2-5-8 0,3-2-2 0,-1-3 3 15,1-2-3-15,0-2 3 0,1-1-2 0,1 0-4 0,1-2-6 0,1 1 1 16,0-2-8-16,2-2 1 0,0-3-1 0,0-3-6 0,-1-3-6 0,1-4-2 15,0-6-16-15,2-5 0 0,1-5-3 0,1-6-3 0,1-4 8 16,1-4-1-16,1-5 2 0,-1-4 5 0,0-4 0 0,1-4-3 0,2-4 1 16,1-5-3-16,-1-1 0 0,0-4-2 0,-2-1 2 0,-2-1 0 0,-2-1 1 15,-3 0 3-15,1-2-4 0,-2-1 0 0,-2 0-2 0,0 1-2 16,-4 1 5-16,-1 0-2 0,-3-2 2 0,-3 0-3 0,-2-1 4 0,0-1 1 16,-2-1 1-16,2-1 3 0,-3-3-3 0,-1-1-1 0,-1-2 6 15,1-2-1-15,0-4 2 0,-2-1 4 0,-3-2-6 0,-1-2 7 0,-1-1-2 16,-2-3 2-16,-2-2 3 0,1-2 0 0,-3 0 6 0,1-4-2 0,-21 36-4 15,6-9-1-15,-2-1-14 0,2-9 0 0,-1 0 6 0,4-9-2 16,-4-1 2-16,5-8 0 0,-4-1-13 0,-2-1-1 0,-1-1 2 0,-3-1-1 16,1 1 13-16,-3-1 1 0,-2 0 1 0,-1-2 1 0,-3 1-10 15,0 1 1-15,-3-2-6 0,-1 1 0 0,-4 0 3 0,0 1 10 0,-4 0 6 16,-2-1-2-16,-2 2-1 0,-2 1-6 0,-3-1-5 0,-3-1-2 0,-1 1-11 16,-3-1 6-16,-3 2 1 0,-1-1 2 0,-32-66 15 0,3 20-3 0,2 20-2 15,4 18 4-15,1 10-20 0,-2 1 3 0,-1 2 2 0,-3 1 2 16,-2 0 22-16,-5 2-8 0,-4 1 1 0,-2 2-3 0,-1 4-1 0,0 2-1 15,-1 3-1-15,-3 3-11 0,1 2 9 0,-2 2 0 0,-2 1 0 16,-1 4 6-16,-2-1-7 0,1 6 0 0,-1 2-5 0,-1 2-1 0,1 3-2 16,1 2-3-16,-3 1 6 0,0 5 0 0,-1 0 1 0,-3 5-1 0,2 4-1 15,0 2 4-15,3 3 4 0,-1 3 0 0,-1 4-1 0,2 2 1 16,-1 4-2-16,-1 3 2 0,3 2-8 0,2 1 0 0,2 4-4 0,1 4 2 16,3 2 3-16,-1 1-1 0,2 3 5 0,0 1-5 0,2 2-1 0,4 1 3 15,1 2-9-15,4 1 5 0,1 3-6 0,2 0-10 0,4 4-1 16,2 1 3-16,0 1 6 0,1 3 6 0,2-1 2 0,2 1-5 0,2 2-3 15,4 1 3-15,1 1-5 0,3 0-1 0,2 1-6 0,3-1-16 0,0 2-13 16,5-2-33-16,0 0-40 0,2-1-31 0,4-1-60 0,0 1-49 16,3-2-68-16,1 1-137 0,1 1-259 0</inkml:trace>
  <inkml:trace contextRef="#ctx0" brushRef="#br0" timeOffset="-184373.79">29297 7859 1 0,'23'229'246'15,"-13"-63"550"-15,-8-58 506 0,-16-27-1247 0,4-7-34 0,2 0-2 0,0 1 5 16,-2 3 11-16,0 0 2 0,-1 1 1 0,1 5-6 0,1-1-10 16,1 4-6-16,2-3-9 0,1 0-6 0,2 1 1 0,1-1-5 0,0 2 3 15,1-1 0-15,-1-2-2 0,1 1 5 0,-2-4-1 0,0-1 0 16,-2-1-12-16,-1 1 7 0,-2 2 4 0,-1 1 1 0,-4 5 11 0,-3 1-7 16,-4 3-1-16,-1 2-3 0,-6 4-4 0,-1 1 7 0,-4 2-3 15,-3 4 4-15,-3-1 2 0,-4 1 0 0,-2 2-4 0,-3-2-4 0,-1 3 4 16,-4 0-4-16,-1 2 10 0,-3-2 2 0,-2-1-3 0,-3-2 3 0,-1 1-2 15,-2-3 8-15,-1-2 0 0,-3-1-6 0,-1-4 11 0,-3 0-5 0,0-2 5 16,-4 1 11-16,-2-3-5 0,-3 1 1 0,-2-1-7 0,-2-2 14 16,-2-1-2-16,-2-2 3 0,-1-3 11 0,-2 0-19 0,0-3 1 15,-4-2 1-15,2-4-23 0,-3-3 18 0,2-2-4 0,-3-3-3 0,2-5 20 16,2-2-15-16,-2-3-10 0,3-3-6 0,2-5-2 0,2-3 1 0,0-5 4 16,3-4-6-16,1-2 5 0,1-5-7 0,5-4-15 0,0-4 18 0,3-7-11 15,3-2 6-15,2-4 18 0,3-3-18 0,0-3 0 0,2-3-2 16,3-3-4-16,2-1-16 0,2-3 9 0,1 0 9 0,3-1 4 15,2-2 13-15,1-2-21 0,2 0-8 0,-1-2-1 0,3-1 8 0,0 0-2 0,4-2 1 16,4 0-5-16,1 0-1 0,2-2-4 0,1 0 2 0,3-1-8 16,2-3 1-16,1-1 1 0,4-3-4 0,1-1-1 0,5-3-19 0,1 0-1 15,3-2-16-15,3-1-19 0,2-2-9 0,4 0-17 0,1-2-19 16,2 0-7-16,2-1-17 0,1 0-34 0,3-3-46 0,3 1-56 0,2-2-57 16,2-2-88-16,2-1-200 0</inkml:trace>
  <inkml:trace contextRef="#ctx0" brushRef="#br0" timeOffset="-183991.79">25354 12797 1531 0,'-21'44'112'0,"-3"0"-69"0,-6 12-18 0,3-8-6 15,1-6-5-15,-3 2-8 0,-2-1-1 0,0 1 0 0,-4 1-8 0,0-4 7 16,-2 0-4-16,-3-1-2 0,0-1 0 0,-2 1-3 0,-2 0 3 16,0-1 2-16,-1-1 5 0,-2 3 1 0,-4-1 1 0,1 1 2 0,-1 0-5 15,-1 0 4-15,1 0-3 0,-1 2 3 0,-1 1-1 0,0-1 4 16,-1 2 1-16,1 0 0 0,-1 0 2 0,0 1-4 0,-1 2 2 0,2-2 6 16,-1 1-2-16,3 0 2 0,1 2-4 0,0 0 4 0,1 0 8 0,3 2 3 15,1 0 19-15,4 0 0 0,4 2 9 0,1-2 11 0,3 1 1 16,1 0 15-16,5 1 6 0,3 1 9 0,6-1 7 0,6 0-6 0,5-5-2 15,4-1-7-15,7-2-13 0,5-2-4 0,5-2-7 0,8-3-7 0,4-1-4 16,7-4-15-16,4-1-6 0,4-4-4 0,4-1-9 0,4-4 0 16,6 0-7-16,5-4-4 0,3-2-6 0,4 1-3 0,5-4 2 0,3-3-2 15,1-3-6-15,6-2 4 0,1-1-15 0,1 0-1 0,7-2-6 16,1 0-19-16,5-2-31 0,3 0-66 0,2 0-68 0,4 0-88 0,1-1-111 16,5 3-188-16,2 0-509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0:40:14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21262 4365 650 0,'-1'-1'279'0,"1"0"-80"0,0-1-9 15,-2 2-4-15,1-1-15 0,0 1-14 0,-1-1-24 0,1 1-16 0,0 0-13 16,1 0-8-16,-1 0-4 0,0 0-8 0,0 0-6 0,0 0-5 0,1 1-9 16,-1-1 1-16,1 1-9 0,-1 0-6 0,1 0-1 0,0-1-11 15,0 1 5-15,-1-1 0 0,1 1-7 0,0-1 5 0,0 0-4 0,0 1-4 16,0-1-4-16,0 0-6 0,0 0 0 0,1 0 3 0,-2 0 7 15,2 0-1-15,-1 0-1 0,0 0-2 0,0 0 2 0,0 0-6 0,0 0 1 16,-1 0-4-16,0 0 2 0,1 0 0 0,-2 0-1 0,1-1 1 0,0 1-3 16,0-1 1-16,0 0-1 0,-1-1-2 0,0 1-2 0,0-1-2 15,0 1-1-15,0 0-1 0,-1-1 0 0,1 0-1 0,-1 0 1 0,1 0 1 16,0 0-5-16,0 0-3 0,0 1 2 0,0-1-2 0,0 1-3 0,0 0 5 16,0-1 0-16,0 1-8 0,0 0 4 0,0 1-6 0,0-1-2 15,0 1 4-15,0-1 0 0,1 1 2 0,0-1 2 0,0 1 0 0,-1 0-8 16,1 0 8-16,1 0-2 0,-1 1-2 0,0-1 5 0,1 0-8 0,-1 1 1 15,1-1 0-15,0 0 2 0,-1 1 2 0,1-1-2 0,0 0 3 16,-1 1-3-16,1-1 0 0,1 0 2 0,-1 1-5 0,-1 0 6 0,1-1-1 16,0 1-2-16,-1-1 2 0,1 1-2 0,0-1-2 0,0 1 2 15,0 0 0-15,-1 0-2 0,1 0 6 0,0 0-2 0,0 0 0 0,0 0-2 16,1 1-2-16,-2 0-2 0,1-1 2 0,-1 1 4 0,1 0 2 0,0-1-4 16,0 1 2-16,0-1 2 0,0 1-10 0,0-1 8 0,0 1 0 15,1-1-2-15,-1-1 4 0,0 1-2 0,0 0 0 0,0-1-4 0,0 1 0 16,0-1 4-16,0 0-6 0,1 1 8 0,-1-1-2 0,0-1-4 15,0 1 4-15,0 0-6 0,1 0 2 0,-1 0 2 0,0 0 0 0,0 0 2 16,0 0-4-16,0 0 0 0,0 0 6 0,0 0-2 0,0-1 0 0,0 1 2 16,0 0-4-16,0-1 4 0,0 1-2 0,-1 0 3 0,1 0 1 15,0 0 0-15,0-1 2 0,-1 1-2 0,1 0 2 0,-1 0-1 0,0 0-1 16,1 0 2-16,-1 0-2 0,1 0 0 0,0 0 0 0,-1 1-2 0,1-1 2 16,-1 2-2-16,1-1 5 0,-1 1-3 0,1 2-6 0,0-1 4 15,0 3-8-15,0 0 8 0,0 1 2 0,1 3-4 0,-1 0 0 0,1 2-2 16,1 1-14-16,-1 1 6 0,1 2-3 0,0 1-1 0,0 3 28 0,0 1-5 15,0 0 1-15,0 0 4 0,0 2-16 0,0-2-2 0,1 1 6 16,1-1-4-16,-1-2 2 0,0 1 2 0,1 1-8 0,1-2-2 0,0 1 8 16,0-2-4-16,0-1 2 0,0-2 2 0,0-1-4 0,-1 0-2 15,0-1 2-15,-1-1 0 0,-1 0 2 0,0-2 0 0,1-1 0 0,0-1 0 16,1-1 0-16,-1-2-8 0,-1-1 6 0,1 0-4 0,-1-1-5 0,-1-1-3 16,1 0-14-16,-1-1-11 0,1-1-17 0,0-1-15 0,1-2-11 15,-1-1-24-15,1-1-21 0,0-1-33 0,1-1-41 0,0-2-42 0,1-3-60 16,0 0-70-16,3-3-111 0,-1 1-89 0,1-3-217 0</inkml:trace>
  <inkml:trace contextRef="#ctx0" brushRef="#br0" timeOffset="366.1">21554 4554 1125 0,'1'6'246'0,"1"3"-28"0,-1 3 1 16,0 0 12-16,1 0-8 0,-1-1-27 0,1 2-35 0,1 0-33 15,-1 0-13-15,2 2-13 0,-1-1-3 0,2 2-8 0,0 2-13 0,2-1-3 16,0 2-14-16,2-1-8 0,1-1-6 0,-1-2-8 0,3 1-11 0,0-2-2 15,0-1-7-15,0-2-4 0,-1-1 0 0,1-1 0 0,1-1-2 16,1-2 0-16,-1-1-5 0,0-1-6 0,1-1-2 0,0-1-2 0,2 0-2 16,-3-1 0-16,1 0 0 0,0-1 3 0,-1-2 1 0,0-1-4 0,0-2 0 15,1-1 2-15,0 0 2 0,-1-2 2 0,-1 0 15 0,-1-1-2 16,-2 0 0-16,0-1-1 0,-1-1-7 0,0 1-3 0,-1-1 4 0,-1-1 1 16,1 2-5-16,-1-3 6 0,1-1-1 0,-1 0-1 0,-1-1-1 15,0 3 5-15,-1-1-2 0,-1 1 7 0,1-1-6 0,-2 1 1 0,-2 0 2 16,0-1-5-16,-2 1 9 0,-1 0-3 0,-1 0 1 0,-1 2 1 0,-1-1-7 15,-1 1 4-15,-1 1-6 0,-1 0 0 0,0 2 5 0,-1 2-5 16,0-1-19-16,-1 1 1 0,-1 0-2 0,0 1 8 0,0 1 16 0,-2 2-8 16,0 0 2-16,1 1-6 0,0 0 2 0,-1 1 5 0,1 1-5 0,0 1-2 15,0 1-2-15,2 0 4 0,-1 0 4 0,1 1-4 0,1-1-2 16,0 2 0-16,0 0-4 0,3 1-2 0,-1-1 3 0,1 0-7 0,0-1-4 16,0 0-2-16,0-1-15 0,1 0-18 0,1-1-26 0,1-1-26 15,0 0-23-15,1 0-34 0,1-2-39 0,0 0-58 0,0-1-87 16,1-1-155-16,0 0-246 0,0-1-206 0</inkml:trace>
  <inkml:trace contextRef="#ctx0" brushRef="#br0" timeOffset="1500.54">19708 4079 1447 0,'16'3'976'0,"5"1"-956"0,12 1-6 0,6-2-2 0,8-1 0 0,9-2 2 16,8-3-1-16,7-2-2 0,6-5-5 0,7-2-1 0,5-4-4 15,5-2 1-15,8-3-2 0,4 1 2 0,7-1-4 0,4 1 7 0,3 1 3 16,4-1 1-16,5-2 7 0,4 1-3 0,5-3-2 0,5 0-6 0,6 1 1 15,3 0 0-15,6 0 1 0,1 1 1 0,3-1 3 0,1 2 2 16,2-1 5-16,3 0 4 0,1 2-7 0,2-2 6 0,2 0 8 0,1 1 11 16,0-1 11-16,2 1 3 0,2 2-2 0,-1 1-4 0,0 1-3 0,-1 2-12 15,-1 0-4-15,-2 0-6 0,-4 1-7 0,-1 1 1 0,-4 0-4 16,-5 1-5-16,-2 0-2 0,-7-1-8 0,-4 1 2 0,-5-2-14 0,-9-1-5 16,-5 0-20-16,-8 1-42 0,-6-1-57 0,-9 0-79 0,-8 0-124 15,-7 0-219-15,-10-1-567 0</inkml:trace>
  <inkml:trace contextRef="#ctx0" brushRef="#br0" timeOffset="2184.05">21261 2802 1322 0,'-2'6'211'0,"0"0"-201"0,1 1 0 0,3-3-3 0,3 1-4 15,1-1-1-15,1 1-3 0,0 0 3 0,0 0 2 0,0-2 0 0,-1-1 2 16,0-1-1-16,-3-1 7 0,-2 0 6 0,-1-1 2 0,-2-1 5 16,-2 0-2-16,0 0 7 0,-2 0 10 0,-2 0 16 0,0 0 26 0,-1 0 28 15,-1 0 22-15,1 0 18 0,-2-2-3 0,-1 0-4 0,-1 1-9 0,0-2-2 16,1 1-12-16,-1 1-2 0,0-2-6 0,0 2-9 16,-1-1-3-16,3 0-12 0,-1 0-9 0,2 1-8 0,0 0-2 0,1 1-12 15,-1 0-5-15,2 1-8 0,0 1-3 0,-1 0-4 0,1 2-5 0,1 1-3 0,-1 1-5 16,2 3-2-16,-1 1-4 0,1 3-8 0,2 2 2 0,-1 2-4 15,0 5 0-15,2 2-6 0,0 3-2 0,2 3 0 0,-1 3 0 0,0 4 0 16,0 4 0-16,-1 4 0 0,0 3 0 0,2-1 0 0,2 0 0 16,0-1 0-16,3 1 0 0,-1-2 0 0,0-1 0 0,0 0-2 0,-1 0-6 15,0-3 4-15,0-2-4 0,0-2 0 0,0-4 2 0,-1-3 0 0,1 0-2 16,-1-3 6-16,0-1-4 0,-1-3 2 0,0-3 0 0,-1-2-4 16,0-2 2-16,-1-3-6 0,0-4-4 0,0-1-3 0,-1-4-11 0,-1-1-5 15,0-3-12-15,-2-4 1 0,-1-1-4 0,-1-4 2 0,0-5 0 0,0-2 9 16,2-2 1-16,-2-5 8 0,1 0 10 0,0-3 7 0,-1-2 4 15,0-1 5-15,0-4 6 0,0-4 5 0,0-1 1 0,0-2 6 0,0-1 3 16,1-1-4-16,1-1 2 0,1-2 12 0,2 0 1 0,1 2 4 16,2 2 2-16,1 1-11 0,3 5-2 0,0 3-4 0,3 5 1 0,1 4-3 15,1 4-2-15,2 4-1 0,-1 2 4 0,1 2-3 0,1 3-1 0,0 1 1 16,0 3-3-16,1 3-2 0,1 2 4 0,0 2-5 0,0 4 5 16,-1 2 0-16,0 3-2 0,1 2 0 0,0 2-4 0,0 2 1 0,-2 1-1 15,1 2 4-15,0 2-4 0,1 1-4 0,-2 1 2 0,2 3-4 0,0 0 4 16,0 3-4-16,0-1 0 0,-2 2-14 0,2 1-4 0,-2 2 5 15,0-1-1-15,0 4 10 0,-2-1-8 0,1 0-4 0,-2 0-13 0,-1-1-4 16,0 2-4-16,-1-1-11 0,-1-1-7 0,0-1-15 0,-2-2-45 16,0-2 5-16,-1-1 3 0,-2-3 2 0,-3-2 22 0,2-3-41 0,-2-5-60 15,1-3-36-15,1-1-27 0,-2-4-16 0,0-1-59 0,-1-2-130 0,0-3-416 16</inkml:trace>
  <inkml:trace contextRef="#ctx0" brushRef="#br0" timeOffset="2353.57">21027 3406 1757 0,'-6'-6'131'0,"2"0"29"0,-2 1 14 16,4 1 4-16,1 3-13 0,1 1-32 0,0 1-30 0,1 1-20 0,1-1-15 0,2 1 0 16,1 2-2-16,1-1-7 0,3 0-4 0,1-1-4 0,1 0-6 15,2 0-7-15,-1-2-6 0,3 0-6 0,2-1-12 0,0-1-1 0,-1 0-6 16,2-2-5-16,-1-1-4 0,-1 1-7 0,2-2-7 0,-1 0-22 0,0-1-35 16,-2 0-51-16,0 0-53 0,-1 0-51 0,1 0-58 0,-1 0-82 15,1 1-124-15,1 1-183 0,0 0-27 0</inkml:trace>
  <inkml:trace contextRef="#ctx0" brushRef="#br0" timeOffset="2950.57">21676 3272 1098 0,'2'0'159'0,"0"1"12"0,1 1 11 16,2-2-6-16,-1 0-5 0,1-1-22 0,0-1-33 0,-1 0-17 0,1-2-13 16,1-1-13-16,-2-1-6 0,1-1-11 0,-1 0-7 0,-1-1-7 15,0-1-7-15,0-1-9 0,-2 0-10 0,-1-2-3 0,-1 0-3 0,-1-1 0 16,0 1-6-16,0 1-1 0,-2-1 0 0,-2 1-1 0,0 0-2 0,-1 2 5 15,-1 0-4-15,-1 1 4 0,0 3 4 0,0-1-4 0,-2 2 8 16,0 2 2-16,1 1 7 0,-1 2 3 0,0 1 4 0,0 2 2 0,-2 1-1 16,2 0 6-16,0 2-4 0,1 2-3 0,3 0-4 0,1 2-6 0,1 0-5 15,2 0-5-15,3 1-1 0,1 1-4 0,1 0-1 0,3 0 1 16,1 1-2-16,4-1-11 0,1 1-3 0,2 0 3 0,2-1-3 0,-1 1 13 16,1 0-4-16,1 0-2 0,1 0-1 0,-1-1-8 0,1 1-1 15,0 0-1-15,0 0-5 0,-2 0-8 0,1 0-28 0,-2 1-2 16,-2 0 5-16,-3 0 12 0,-3-2 35 0,-1 0 1 0,0-2-6 0,-2-1-1 15,-1 0-3-15,-2 0 2 0,-2-1 6 0,-2 1-8 0,-1 0-10 0,-3-1-5 16,1-1-8-16,-2-1 2 0,-2-2-2 0,0-1-12 0,-2 0-3 0,0-1 3 16,-1-1 13-16,-1-1 10 0,0-1 16 0,1-1 6 0,0-1 5 0,0-1 5 15,1 0 5-15,-1 0 0 0,3-3 14 0,-1 0 3 0,1-2 6 16,2-1 10-16,2-2-2 0,2 0 5 0,2 1 2 0,2-2-2 0,3 0 0 16,2 2-4-16,3-1 0 0,1 1-8 0,3 2-2 0,1 0-6 15,0 1-6-15,2 0 1 0,1 1-8 0,1-1 0 0,1 1 1 0,1-2-8 16,0 0 2-16,1 1-2 0,1-2-1 0,1 1-1 0,0-1 0 0,0-1-1 15,2 0-2-15,-1 0 2 0,0-2 6 0,1 1 6 0,-2 0-5 16,2-1 3-16,-1-1-7 0,-1 1 2 0,1-2 13 0,0-1 3 0,-3 0 3 16,0 2 5-16,-1-2-8 0,-2-1-2 0,0 0 2 0,-1 1-6 15,-2 0 1-15,-3 0-4 0,-1-1-3 0,0 2 3 0,-2-1-3 0,-2 0 0 16,-2 0 1-16,-1 3-1 0,-4-1-2 0,-2 1 2 0,-2 2-4 0,-2 2 4 16,-2 2-2-16,0 1 0 0,-4 3 0 0,-1 1 0 0,-1 3 2 15,0 2 0-15,0 2 6 0,-2 3-1 0,-1 2 6 0,1 2 9 0,-1 1 6 16,1 4 6-16,2 2 6 0,0 3-2 0,2 1 1 0,2 2-6 0,3 1-6 15,3 1-18-15,2-2-9 0,3 0 1 0,2 0-4 0,3-2 7 16,4 0-3-16,1-3-10 0,4 0-2 0,2-1 4 0,2-3 0 0,3-2-4 16,3-1-2-16,-1-3-6 0,3-1-7 0,2-2-2 0,0 0-12 0,3-2-11 15,2-3-29-15,2-2-36 0,0-1-124 0,-3-2-49 0,0 0-7 16,-1-2-58-16,1-3-68 0,-1-2-223 0,2-3-303 0</inkml:trace>
  <inkml:trace contextRef="#ctx0" brushRef="#br0" timeOffset="3400.08">23713 1607 1128 0,'-5'9'625'0,"0"-1"-514"0,-1 3 49 0,0 4 25 15,-2 3 6-15,-1 2-17 0,-1 3-39 0,2 3-10 0,-1 2-26 16,1 3-10-16,1 0-27 0,0 4-13 0,-6 37-12 0,3-3-6 0,2-6 12 16,2-6-4-16,2-1 12 0,-1 3 1 0,2 3-6 0,-1 5 0 0,2 2-6 15,1 7-16-15,0 4 1 0,0 4-1 0,2 5-5 0,0 3 11 16,1 4-2-16,1 3-7 0,0 2-4 0,0 3-5 0,2 5-3 0,-1 3 1 16,2 4 1-16,0 4 3 0,1 3-1 0,1 5-3 0,0 3-1 15,0 4-1-15,2 2 0 0,2 3-6 0,0 6-1 0,0 2-1 0,0 2-5 16,-1 0 5-16,2 1 0 0,3-2 4 0,1-2 1 0,1 1 3 0,3-1-6 15,0 0 0-15,1-1 6 0,0-1-8 0,1-2 9 0,-2-1 3 16,1-1 0-16,-2-1 3 0,0 0 3 0,-1-3-3 0,0-1-3 0,-2-1 4 16,1-2 4-16,0-4-7 0,-2-1 1 0,1-3-6 0,1-1-2 0,0-1 2 15,-1-5-6-15,0-1 6 0,-2-6-6 0,-1-3 6 0,-2-4 2 16,1-3-8-16,-1-4 4 0,-2-5-4 0,0-2 0 0,-2-3-2 0,0-5-2 16,-1-3 6-16,0-4-8 0,-1-4 6 0,1-3-6 0,-2-5-4 15,0-5 2-15,-1-4 6 0,0-4-4 0,0-5 0 0,-2-4-10 0,-1-5-10 16,-1-6-15-16,0-2-30 0,-1-7-22 0,-1-1-35 0,0-6-27 15,-2-4-39-15,0-4-61 0,-1-5-72 0,0-4-95 0,-1-4-136 0,0-8-125 16,-1-5-133-16</inkml:trace>
  <inkml:trace contextRef="#ctx0" brushRef="#br0" timeOffset="4317.63">20017 5999 1106 0,'-16'8'161'0,"0"2"-3"16,-2 2 16-16,5-1 9 0,4-2 3 0,2-1-26 0,3 0-30 15,2-1-27-15,3-2-18 0,2 1 0 0,3 0-5 0,3-1-3 0,4 1-5 16,3-2-8-16,5 0-5 0,4-1-2 0,3-1-3 0,6-2-2 0,4 0 2 15,5-2-2-15,7-3 4 0,7-1-4 0,4-2-5 0,6-3-6 16,8 0-7-16,7-5-10 0,5-3-6 0,9-2-5 0,6 0-7 0,4-2 5 16,7 0-6-16,5-1 3 0,4-2-5 0,6 0-3 0,2-1 0 0,5 0-5 15,3-2-1-15,4 1 3 0,7-1 14 0,3 0-2 0,5-1 7 16,3 1 8-16,2-1-12 0,3 1 4 0,1-1 3 0,2 2-2 0,0-1 0 16,-2 2-4-16,1 2-6 0,0-1 8 0,-4 1 0 0,-1 1 6 0,-2 1 0 15,-4 3-10-15,-3 1 5 0,-4 1-7 0,-5 4 5 0,-5 0-3 16,-5 3 2-16,-4 0 3 0,-5 2 3 0,-5 2 0 0,-7 2-9 0,-5 1 0 15,-8 0-8-15,-7 2 0 0,-6 2 0 0,-7 0 11 0,-7 1-5 16,-7 2 0-16,-6 0-4 0,-6 1-12 0,-8 0-14 0,-7 2-11 0,-5-1-22 16,-7 0-23-16,-4 0-9 0,-7-1-21 0,-7 2-16 0,-6-1-16 0,-5 1-25 15,-4 0-42-15,-7 0-44 0,-5-1-28 0,-5 2-37 0,-4-1-62 16,-4-1-83-16,-5 0-333 0</inkml:trace>
  <inkml:trace contextRef="#ctx0" brushRef="#br0" timeOffset="5101.68">21833 6517 942 0,'2'0'442'0,"0"0"-317"15,1 1 32-15,-2 0 30 0,-1 1 12 0,1-1-1 0,-1 2-16 16,0-1-26-16,-1 1-24 0,0 0-21 0,-2-1-12 0,0 1-12 0,0 1-4 16,-1-1-1-16,0 0-9 0,0 0-5 0,-1 0-9 0,0 0-7 0,-1-1-5 15,2 0-2-15,0 0-2 0,0-2-2 0,1 1-4 0,0-2-1 16,0 1-5-16,0-2-3 0,2 0 3 0,-1 0-8 0,2-1 8 0,-1-1-8 15,1 0-1-15,1-1 1 0,0-1-9 0,1 0 1 0,2 0-3 0,0-1-8 16,2 0 6-16,1 0-6 0,1-2 4 0,1 1 1 0,1-1-5 16,2 1 6-16,0 0-12 0,1 1 0 0,0 0 2 0,2 2-2 0,0-1-2 15,0 2 4-15,0 1 0 0,1 1-2 0,0 1 4 0,0 0-2 16,0 2-4-16,0 1-1 0,0 1 1 0,-2 1 2 0,0 0 6 0,-1 0-2 16,-1 3 0-16,-3 1-10 0,1 1-4 0,-5 2 6 0,-1 1-6 0,0 0 4 15,-3-1 2-15,0 2-7 0,-1 0 1 0,-2 2-2 0,-2-1-5 16,-1 3 11-16,0 1 1 0,-3 1 1 0,-1 0 0 0,-1 1 2 0,1 0 0 15,-1-1 0-15,2 1 0 0,0 0 2 0,-1-1 1 0,0 0 2 0,-1 0-1 16,1-1-1-16,0 1-1 0,1 0 5 0,2-2-1 0,-1-2 0 16,1-1 2-16,1-2-4 0,1-2 2 0,0-1 0 0,3-2 0 0,-1-1 0 15,3-2 6-15,-1-1 1 0,0-2 1 0,1-1 6 0,0 0-1 16,0-1 1-16,2-2 3 0,1-1 7 0,0-2-6 0,2-1-3 0,1-2-1 16,0-1-6-16,1-1 6 0,2-1 4 0,0-2-4 0,1 2-2 0,1-2-2 15,-1 1-6-15,0 0-6 0,2 0 0 0,0 0 0 0,1 1 0 16,-2 1 0-16,0 1 0 0,-1 1 0 0,1 2 0 0,0 0 0 0,0 1 0 15,0 1 0-15,0 1 0 0,0 1 0 0,1 1 0 0,-1 1 0 16,1 0 0-16,0 1 0 0,0 0 0 0,-2 1 0 0,-1 1 0 0,1 1 0 16,-2 2 0-16,-1 0 0 0,1 1 0 0,-1-2 0 0,1-1 0 0,-1-1 0 15,2 0 0-15,-1 0 0 0,-1 2 0 0,0-1 0 0,-1 2 0 16,-1-1 0-16,0 1 0 0,-2 1 0 0,0 1 0 0,0 1 0 0,-1 1 0 16,0-1 0-16,-1 1 0 0,0 0-4 0,-1 0 2 0,1 0-4 0,-2-1 2 15,1 0-6-15,-2-1-22 0,0 1 2 0,0 0 2 0,-1-1 7 0,1-1 19 16,-1-1-4-16,1-1-10 0,1-1 4 0,0-1-5 0,0 0 1 15,-1-1 4-15,1 0-5 0,0-1 0 0,0 0-7 0,0 0-1 0,1-1-9 16,-1 0-1-16,1 0 1 0,1 0 2 0,0-1 5 0,1 0 3 16,0-1 1-16,1 1-3 0,0-2-4 0,0 0-8 0,1 1 8 0,0-1-14 15,1-1-12-15,0 1-6 0,-1-1-16 0,2 0-8 0,1 1-3 16,0-2-10-16,0 0-2 0,0 0-8 0,0 0-25 0,1-1-26 0,-1 0-31 16,2-1-15-16,-1 0-18 0,1 0-18 0,1 0-23 0,-1-1-27 0,0 0-1 15,2 0-245-15</inkml:trace>
  <inkml:trace contextRef="#ctx0" brushRef="#br0" timeOffset="5600.76">22618 6489 1071 0,'-11'2'201'0,"-1"2"-70"0,-1 0 26 0,1 0 22 0,2 1 8 16,0 1-8-16,0 1-28 0,2 0-24 0,-1 0-8 0,0 1-13 16,0 1-11-16,1-1-5 0,1 1-11 0,1 2-4 0,1 1-2 0,1 1-7 15,1 2-7-15,0-1-8 0,1 3 1 0,2 1-1 0,1-1 2 0,2 0-1 16,0 0-8-16,3 0 4 0,2-1-3 0,1 0-2 0,2-1 2 15,2 0-11-15,1-2-2 0,2 0-4 0,0-2-3 0,2 0-8 0,1-2-3 16,2-1 1-16,1-2-1 0,0 0-1 0,1-2 3 0,1-1-9 16,0-1-3-16,0-2-2 0,-2-1-2 0,1-1-6 0,0-1 6 0,-1 0 2 15,1-1 2-15,-1-2 2 0,-2-3-4 0,0-2 2 0,1-4-2 0,-2 0 2 16,1-1 2-16,-1-1-3 0,-2-2 3 0,1 0 2 0,-1-2-2 16,-2-1 2-16,0 0 0 0,0-2 1 0,-1-1 9 0,-1 1-4 0,-3-1 3 15,-1 2 9-15,-1-2-2 0,-2 1 4 0,-2 0 0 0,-2-2-10 0,-2 2-18 16,-3-2 0-16,-3 1 0 0,-2 1 0 0,-3-2 0 0,-3 3 0 15,-4-2 0-15,-3 0 0 0,-1 3 0 0,-4 0 0 0,-2 2 0 0,-2 4 0 16,-2 1 0-16,-3 2 0 0,-1 3 0 0,-4 2 0 0,0 3 0 0,-1 1 0 16,-1 3 0-16,2 4 0 0,0 1 0 0,2 3 0 0,2 1 0 15,1 3 0-15,3 1 0 0,1 2 0 0,2 1 0 0,3 2 0 0,2 1-26 16,2 2-38-16,2-1-13 0,2 3-18 0,2 0-49 0,2-1-30 16,3 1-45-16,2 0-67 0,1 2-84 0,1-1-116 0,3-1-154 0,2 0-352 15</inkml:trace>
  <inkml:trace contextRef="#ctx0" brushRef="#br0" timeOffset="6234.76">19151 8228 1009 0,'5'5'134'0,"1"1"-30"0,3 1 11 0,1 0 22 16,2-2 17-16,4-1-10 0,2 1-19 0,1-2-21 0,4 0-13 15,2 0-5-15,3-1-6 0,3-1-15 0,3-2-4 0,3-1-9 0,4-1 0 16,2-2-4-16,3-1 3 0,4-3-3 0,3-1-4 0,4-2-1 15,3-3-6-15,4 0 1 0,4-3-4 0,4-2-4 0,6-1-1 0,4-2 1 16,2-2-5-16,4 0 6 0,3-3 0 0,6 1-3 0,1-4-6 16,6 0 1-16,3-3 0 0,2 1-6 0,3-1 8 0,5 1-1 0,2 0-1 15,3-2 0-15,4-1-8 0,2 0 13 0,2 0 3 0,3-1 8 0,3 2 12 16,2 0-10-16,2 0 1 0,2 2-11 0,0 0 5 0,2 2-1 0,3-2 1 16,1 2 7-16,3 0-7 0,-1 1-3 0,1 1 1 0,-1 1-7 15,2 1 10-15,-1 1-2 0,1 0-2 0,-2 0 2 0,1 2-7 0,-1-1-11 16,0 2-3-16,-2 1 28 0,-2 0-6 0,-4 2-16 0,-2 1-20 15,-4 0 0-15,-2 3 0 0,-2-1 0 0,-6 1 0 0,-2 1 0 0,-5 3 0 16,-4-1 0-16,-3 2 0 0,-5 0 0 0,-2 2 0 0,-6 0 0 0,-4 2 0 16,-7-1 0-16,-4 1 0 0,-5 0 0 0,-5 1 0 0,-6-1 0 15,-5 1 0-15,-4 1 0 0,-5 0 0 0,-5 1 0 0,-4 0 0 0,-7 1 0 16,-5-1 0-16,-5 0 0 0,-4 0 0 0,-6 0 0 0,-3 1 0 0,-6-1 0 16,-3 1 0-16,-5 1-22 0,-3-1-62 0,-4 1-24 0,-4-1-36 15,-4 1-47-15,-3 1-48 0,-6 0-51 0,-2 1-44 0,-4 0-60 0,-5 2-111 16,-4 2-117-16,-5 1-204 0</inkml:trace>
  <inkml:trace contextRef="#ctx0" brushRef="#br0" timeOffset="7216.8">22134 7960 861 0,'-9'0'438'0,"0"1"-309"0,-2 1 22 0,1 0 12 0,0 0 25 16,1 1 11-16,-1 0-12 0,0 2-20 0,1-1-23 0,2 1-26 0,1-1-7 16,1 0-17-16,1-1-8 0,1 0-5 0,1-1-5 0,3 1-5 15,-1-2-10-15,3 1-5 0,0-1-3 0,0 0-7 0,3 0-4 0,1 0-5 16,1-1-14-16,2 0-3 0,2-1-7 0,0 0 1 0,0 1-3 15,1 0-4-15,1 0 1 0,1 0-6 0,1 0 0 0,-1 2 0 0,2 0 0 16,0 1-1-16,1 1-2 0,-2 0 4 0,1 0-1 0,-2 1-4 0,-1 0 2 16,-2 2-5-16,0-1 3 0,-1 2 4 0,-2-1-2 0,-2 1 0 15,-1 0-2-15,-2-1-2 0,-2 3 0 0,-1 0 0 0,-2 1-3 0,-1 1-1 16,-2 0 3-16,-2 0-1 0,0 2 0 0,-1-1 6 0,-3 1 0 0,1-1-3 16,-2 1 3-16,2 0-17 0,-1-1 4 0,-1 0 3 0,1-1 8 15,0 0 12-15,0 0 1 0,2-1-2 0,0 0-9 0,3-2 2 0,1-1-5 16,1-1 4-16,2-1 3 0,2 0-2 0,1-2 0 0,2-1 4 15,1 0-3-15,2-1 9 0,0-1-1 0,2 0-2 0,2-1 1 0,-1 0-3 16,1-1-1-16,1 0-2 0,-1 1 1 0,2-1-1 0,1 2 2 0,-1-1 5 16,1 1-1-16,-1 1-4 0,2 0 1 0,0 0-1 0,0 2 0 15,-2-1 9-15,0 2-7 0,-1-1 7 0,0 1-5 0,-1 0-1 0,-1 2 3 16,-1 0-5-16,-1 1 1 0,-1 0-4 0,-2 0 4 0,0 0-2 0,-2-1-4 16,-1 2 11-16,-1 1-7 0,-1 0 0 0,0 0-2 0,-3 1-10 15,0-1 8-15,-1 0-2 0,-1 2 0 0,-2 0-8 0,-1 0-4 0,0 1-5 16,-2-1-4-16,-1 0-2 0,0-1-4 0,-1 0-6 0,1-1-5 15,0-2-5-15,-1 1-4 0,1-1-8 0,0-2-9 0,2 0-11 0,1-2-20 16,1-1-10-16,3-1-11 0,-2-2-7 0,3-1-10 0,0-2-12 0,2-2-6 16,1-1 0-16,1-1-9 0,1-2 3 0,2-1-7 0,2-2-12 15,0-2 7-15,3 0-11 0,0-2 0 0,3 0 4 0,1-2-3 0,0 1 17 16,1 0 26-16,1 1 28 0,0-1 29 0,1 2 14 0,-1 2 15 0,1-1 15 16,0 1 13-16,-1 1 19 0,-2 1 22 0,1 2 29 0,1 1 38 15,-1 1 36-15,-1 1 25 0,0 1 13 0,0 2 5 0,-1 0 11 0,0 1 9 16,-1 2-6-16,1 1-14 0,0 1-16 0,0 1-18 0,-1 1-8 0,-1 1-6 15,0 1-13-15,-1 1-5 0,0 0-10 0,1 2-9 0,0 0-3 16,-1 0 0-16,0 0-5 0,1 0 1 0,1 0-5 0,0-2-2 0,0 2-8 16,0-1-4-16,0 0-9 0,2-1-10 0,0 0 0 0,1-1-3 15,-1-1 0-15,1 0 0 0,0-2 2 0,0-2-7 0,-1 0-1 0,0-1 1 16,1-1-3-16,0-1 0 0,1-1-4 0,-1-1-7 0,0 0-4 0,-1-1 8 16,-1 0 3-16,0-1 4 0,-2-2 8 0,2-2 0 0,1-1-2 15,-1 0-2-15,1-2 2 0,-2-1 5 0,-1-1-10 0,0-1 5 0,-2 1-5 16,0-3-1-16,0 1 9 0,-1 1-10 0,-2-2-11 0,-1 1-4 15,-1 0 15-15,-2-1 12 0,-2 0 7 0,-2-1 2 0,-3 1-22 0,-2 0-8 16,-2-1-14-16,-4 2 0 0,-3 0 0 0,-1-1 0 0,-3 2 0 0,-3 3 0 16,-1 0 0-16,-3 3 0 0,1 2 0 0,-3 3 0 0,1 1-20 15,-3 3-12-15,-2 2-10 0,-2 3-9 0,-1 2-10 0,0 2-13 0,0 3-10 16,1 2-20-16,-2 0-34 0,1 3-34 0,1 2-51 0,0 1-65 0,2 0-63 16,0 3-80-16,1 0-126 0,-1-2-84 0,3 3-12 0</inkml:trace>
  <inkml:trace contextRef="#ctx0" brushRef="#br0" timeOffset="7668.79">20120 10268 878 0,'0'5'114'0,"2"-1"-24"0,1 0 3 0,3-1 11 16,3-3 13-16,4-1 4 0,1-2-7 0,6-1 3 0,3-2-1 15,2-2 2-15,5-2 0 0,3-2-12 0,4-1-3 0,4-2-12 0,3-2-19 16,3-3 2-16,6 1 5 0,4-2 3 0,5-3 5 0,4 0-5 0,4-3-18 16,7-2-4-16,4-3-5 0,3 1-9 0,6-4-2 0,3 1 0 15,6-4-7-15,4 0-7 0,5-2-5 0,3-2-14 0,7 1 2 0,3-1 5 16,3-2-13-16,6-1 13 0,3-1-1 0,5 2-10 0,4-1 15 15,1 1-10-15,4 1 5 0,3 0 1 0,4 0 4 0,2 2 6 0,4 0 3 16,2 1 6-16,2 3-1 0,4 1-2 0,0 1 0 0,2 1 0 0,-1-1-9 16,0 4 9-16,2-1-7 0,-1 3 5 0,0 0 11 0,0 3-18 15,0 0 10-15,-4 1-5 0,1 3 3 0,-3 0 9 0,-1 3-8 0,-2 2 4 16,-2 2-36-16,-2 2-2 0,-3 2 0 0,-3 2 0 0,-5 0 0 0,-4 3 0 16,-4 1 0-16,-4 2 0 0,-5 1 0 0,-6 1 0 0,-5 1 0 15,-6 1 0-15,-4 1 0 0,-4 1 0 0,-7-1 0 0,-7 1 0 0,-6 0 0 16,-7-1 0-16,-8 0 0 0,-6 0 0 0,-7-1 0 0,-6 0 0 15,-7 0 0-15,-7-1 0 0,-5 0 0 0,-7 0 0 0,-7 0-68 0,-5-1-41 16,-5 1-28-16,-5 0-38 0,-5 1-25 0,-5-1-36 0,-5 1-36 0,-4 0-18 16,-6 1-36-16,-6 1-64 0,-3-1-94 15,-7 3-94-15,-6 1-59 0</inkml:trace>
  <inkml:trace contextRef="#ctx0" brushRef="#br0" timeOffset="8133.83">22926 9678 1704 0,'3'-4'149'0,"0"0"16"15,1-1-3-15,-1 2-5 0,0 1-2 0,0 1-12 0,1 1-13 0,-1 1-11 16,0 1-17-16,-1 1-25 0,1 2-18 0,-2 0-13 0,2 1 0 0,0 2-4 16,0 2 1-16,0 1 2 0,0 1-10 0,1 2-6 0,-1 0-3 15,0 4-4-15,0 1 0 0,1 0-8 0,-1 3-1 0,0 0-7 0,0 0 5 16,-1 1 0-16,0 0 0 0,-1-1-3 0,1 1-4 0,-1-1-1 16,0 0 5-16,0-1-3 0,-1-1 1 0,1 0 0 0,-1-2-18 0,1-1-1 15,-1-2 15-15,0-1-2 0,1 1 2 0,-1-2-8 0,0-2-36 0,1 0-27 16,-1-3-27-16,1-2-49 0,0-2-45 0,2-2-55 0,-2-2-72 15,2-1-53-15,2-3-72 0,2-3-70 0,1-4-300 0</inkml:trace>
  <inkml:trace contextRef="#ctx0" brushRef="#br0" timeOffset="8433.87">23486 9582 1355 0,'6'0'168'15,"1"2"9"-15,2 2-13 0,-2 2 0 0,-1 3 5 0,0 3-11 0,0 0-14 16,-1 4-18-16,0 1-24 0,0 0-13 0,1 0-12 0,0 3-10 15,-1-1 2-15,0 0-16 0,1 2 0 0,1 0-10 0,-1-2-7 0,1 1-6 16,-1-2-7-16,0-3-1 0,1 1-8 0,0-3-3 0,1 1 1 0,-1-3-4 16,2-2 10-16,0-1 0 0,0-2-4 0,1-1 8 0,1-2 2 15,-1-2 0-15,2-1 2 0,-1-2-2 0,-1-1-2 0,2-2 8 0,-2-1 3 16,1-2 1-16,1-1 0 0,-1-2 2 0,1-2-8 0,0 0 3 0,-2-2-14 16,0 1 2-16,1-3 3 0,-1-1-15 0,0 0 11 0,-1 1-3 15,-2 0-1-15,-2-1 1 0,0 2-3 0,0-2-2 0,-2 0 0 0,-1 0-3 16,-2 2 7-16,-2-3-4 0,-1 2-2 0,-3 1 0 0,-2-1-8 15,0 2-6-15,-3 2-4 0,-1 1 4 0,-1 2-12 0,0 1-24 0,-1 3-15 16,-1 0-14-16,-1 4-13 0,0 2 2 0,0 2-6 0,-1 4-27 0,-2 0-36 16,1 2-52-16,-3 1-74 0,0 2-58 0,0 1-68 0,-1 2-130 15,-1 1-129-15,0 1 12 0</inkml:trace>
  <inkml:trace contextRef="#ctx0" brushRef="#br0" timeOffset="8933.91">19658 11874 988 0,'10'-8'93'0,"2"0"-6"16,5-3 6-16,1 0 1 0,-1 2-3 0,3 0 1 0,2 0-10 0,0 0-3 16,3 0-4-16,2-1-11 0,2 1-6 0,3 0-1 0,1 0-6 15,3-2 5-15,4 0 14 0,3-2 6 0,4-1 7 0,2 1-1 0,5-1-9 16,5-1-6-16,2-1-15 0,5 0-7 0,3-2-7 0,4 0-6 0,5-3-3 15,5 1-3-15,2-3-1 0,8 0-5 0,2-3 1 0,5-1-6 16,5 1 2-16,3-3 3 0,4 1-5 0,4-3-3 0,5 0-7 0,3-1-4 16,5 0 3-16,4 0 4 0,4 1 5 0,3-1 4 0,4-1-3 0,4-1 3 15,3 0-2-15,3 1 9 0,4 1 5 0,2 1 1 0,5 0 2 16,1 0-7-16,3-1-1 0,3 1 4 0,2-1 6 0,1 2 1 0,0-1 6 16,3 2 1-16,0-1-5 0,1 0 14 0,1 2 1 0,0 1-3 15,1 1 9-15,-2 1-9 0,0 1-8 0,0-2 5 0,-3 2-4 0,1-1-8 16,-4 1 4-16,-2 2-1 0,-3 0 0 0,-2 2-9 0,-3 2-13 0,-4 1 9 15,-5 0-10-15,-6 2 1 0,-4 0 3 0,-6 2-18 0,-8 0 4 16,-4 0 4-16,-7 3-4 0,-6-2-2 0,-9 1-12 0,-7 1-16 0,-5-1-15 16,-10 1-20-16,-3 0-7 0,-10 0-14 0,-7 0-34 0,-6 0-40 0,-8 0-59 15,-5 0-50-15,-7 1-62 0,-8 0-67 0,-5 1-111 0,-6 1-107 16,-5 0-212-16</inkml:trace>
  <inkml:trace contextRef="#ctx0" brushRef="#br0" timeOffset="10000.91">24614 9940 780 0,'-7'-4'74'16,"-1"1"18"-16,-3-1 13 0,2 2 8 0,1 2-2 0,1 0-15 16,0 1-4-16,0 1-12 0,1-1-7 0,0 1 0 0,0 0-15 0,1 0-8 15,0 0-10-15,0 0-11 0,0 1 3 0,1-1 2 0,0 1 2 0,2-1 6 16,-1 0 0-16,1-1 5 0,0 1-1 0,-1 0 5 0,1 0 5 15,1 1-5-15,-1-1 1 0,2 0-1 0,0 1-8 0,0 0 5 0,-1 1-3 16,1 0-2-16,0 1-1 0,0 0-4 0,1 2-4 0,0 0 0 16,0 0-1-16,-1 1-3 0,2 0 1 0,-1 2 3 0,0-2-1 0,0 3 4 15,0 0-6-15,0 2-2 0,-1 1-5 0,1 1-2 0,0 2-10 16,1 1 0-16,-1 1 8 0,1 0-7 0,0 5 17 0,0-1-2 0,0 2-10 16,0 2-3-16,1-2-2 0,1 3 1 0,0 1-3 0,1 3-1 15,-1 2-4-15,2 3-1 0,-1 0 0 0,1 2 1 0,0 1 1 0,1 2 0 0,2 2 0 16,-1 3-12-16,2 2 6 0,0 3 3 0,-1 3 0 0,1 1 6 15,1 4-4-15,0 3-3 0,1 2-1 0,1 4 7 0,0 3-3 0,3 1 6 16,-1 3 4-16,3 3 10 0,-1 1 5 0,1 3-4 0,2 2 1 16,-1 0 1-16,2 3 4 0,-1 0 10 0,0 1-4 0,1 1-3 0,2 0 2 15,0 1-13-15,2 0 1 0,-1 1-12 0,1-1 20 0,1 2-5 0,-1 0 0 16,2 2 10-16,-1-1-28 0,1 2 5 0,-2 1 2 0,2-2-3 16,-2 1 3-16,-1-2-2 0,1 1-7 0,-1-2-5 0,0 2-4 0,1-1 0 15,0 0 0-15,0 0 0 0,1 0-11 0,0 0-9 0,0-2-13 0,0 2-22 16,0-2-24-16,0-1-43 0,1-2-55 0,-1 1-73 0,0-3-113 15,-1 0-191-15,-1 0-268 0,0-5-236 0</inkml:trace>
  <inkml:trace contextRef="#ctx0" brushRef="#br0" timeOffset="16683.99">21829 4631 683 0,'-55'-3'-59'0,"-4"1"129"0,-14 0-23 0,10 4 11 0,7 3-11 0,4 2-8 16,0 2-6-16,2 0-10 0,2-2-3 0,3 0-6 0,4-3-3 16,0 2-1-16,4-2-3 0,2 1-2 0,1-1-1 0,2 0 2 0,0-1-1 15,1-1 0-15,0-1 0 0,3-1-2 0,1-1-1 0,4-1 0 0,-1 0 1 16,1-1-1-16,2 0 0 0,-1-2 3 0,0 0 0 0,2-1-1 15,-1 0 3-15,1-1-1 0,2-1 4 0,-1 0 2 0,1-1 0 0,1-1 3 16,1-1-1-16,1 1 2 0,2-3 4 0,1 1 2 0,4-1 5 16,0-1 2-16,1 0 2 0,3-2 3 0,2-1-1 0,3 0 0 0,3 1 6 15,3-1 1-15,2-1-1 0,3 0 3 0,4-3-10 0,5-1 0 0,5 1-7 16,5-2-1-16,5-1-2 0,7 2-3 0,2 0-1 0,6 0-5 16,4 4-1-16,4-1 0 0,4 2-4 0,3 2-2 0,1 0 0 0,3 2-3 15,3 2 0-15,-1 4 1 0,2 2-3 0,-1 4-2 0,-2 3-6 0,-1 5 0 16,-1 3 1-16,-3 4 0 0,0 3 10 0,-1 3-3 0,-2 5 3 15,-2 3-3-15,-2 7-7 0,0 3-1 0,-3 5-5 0,0 4-3 0,-3 2 4 16,-2 4 0-16,-1 1 2 0,-1 3 9 0,0 2-4 0,0 0 1 16,-2-2 2-16,-1-1-5 0,-2-3 1 0,-1-4 2 0,-5 0-3 0,-3-4-1 15,-3-2 2-15,-6-4-4 0,-4-4 9 0,-6-2 5 0,-5-5 5 0,-7-2 13 16,-7-2 15-16,-7-3 18 0,-8 1 11 0,-9-1 3 0,-9 1-11 16,-8 1-13-16,-8-2-12 0,-6 0-8 0,-6-4-5 0,-7-1-4 0,-5-2-1 15,-5 0-3-15,-4 0 0 0,-4 0-1 0,-3-3-3 0,-4 2 0 0,3 0-2 16,-2 2-3-16,3 1-1 0,0 1-1 0,2 2-1 0,1 1-5 15,3 0-8-15,3 1-8 0,4 0-9 0,5-2 0 0,4 0 0 0,6 0-2 16,8-3-4-16,6 0-21 0,9-2-18 0,11-1-25 0,7-1-35 16,7-1-26-16,8 1-24 0,5 1-7 0,7 0 2 0,7-2 19 0,8 1 12 15,8-1-24-15,6-1-135 0</inkml:trace>
  <inkml:trace contextRef="#ctx0" brushRef="#br0" timeOffset="17952.5">22542 9941 792 0,'-13'-19'47'0,"-1"0"39"0,-2-6 16 16,4 5 7-16,3 1-4 0,2 1-7 0,0-2-5 0,0 2-11 15,1-2-14-15,0 2-12 0,1 2-12 0,0 0-5 0,2 1-8 0,1 0-6 16,3 2-4-16,1 0-5 0,1 0-2 0,2-1-6 0,3 1-3 15,2-1-1-15,3-1-1 0,3 0-2 0,2-1-9 0,3 2 3 0,1-3-6 16,4 0 0-16,1 2 14 0,2 1-6 0,1-1 7 0,3 1 3 16,0-1-6-16,3 1-1 0,1 0 2 0,3-1-1 0,3 1-2 0,1 2 3 15,0 0 0-15,3 0-4 0,0 2 8 0,2 1-5 0,1 2-4 0,2 2-1 16,0 3 2-16,2 2 0 0,-2 1 2 0,1 3-1 0,0 2 4 0,-2 3-3 16,-1 1 1-16,0 2 0 0,-2 3 1 0,-1-1-1 0,0 4-1 15,-2 1 5-15,1 0-3 0,-3 1-8 0,0 1 5 0,1 0 2 0,0 5 5 16,3 0 6-16,-1-1 0 0,0 2-10 0,-3-1-3 0,-4 1 2 0,1-1-3 15,-1 2 2-15,-2 1 1 0,-1 1-4 0,-3 1 3 0,-2 0 0 16,-3 0-1-16,-2 1 2 0,-3 0 2 0,-3 2-6 0,-3 1 5 0,-3 2 3 16,-4-1-6-16,-2 1 12 0,-4 1-3 0,-4-1-4 0,-3 2 8 0,-4-4-8 15,-1-2 6-15,-5-3-1 0,-2-3 8 0,-5-2-3 0,-2 0-2 16,-6-2-2-16,-4-1 2 0,-6-1 2 0,-3-4 2 0,-5-1 1 0,-4-2-2 16,-3-3 1-16,-4-2-2 0,0-3-5 0,-5-1-2 0,-1-1-4 15,-2-2-3-15,-4-1 5 0,-1-2-2 0,-2-1 4 0,-1-1-2 0,-3-3-4 16,2 1 2-16,0-3-1 0,1 0 8 0,3-1 1 0,2-1 1 0,4-1-2 15,2 0-4-15,5 2-3 0,5-1-2 0,2 0-2 0,4 1 2 16,1-2 1-16,5 2 2 0,4 0 3 0,0-1-5 0,5 2-1 0,0-1 1 16,3 1-2-16,1 1 4 0,2-1 1 0,3 2 3 0,0-2 1 0,3 1-6 15,1 0 5-15,1-1-3 0,3 1 4 0,2 0 0 0,1 1-3 16,1 0-1-16,3 2-1 0,1 1 2 0,2-1-1 0,1 1-5 0,2 0-2 16,0 0 2-16,1 1-3 0,1-1 6 0,1 1-4 0,0 1-4 15,2-1 7-15,0 1-10 0,1-1 7 0,1 1 1 0,0 0-6 0,1 1 9 16,0 0-2-16,-1-1-1 0,2 1 2 0,0-1-7 0,1-1 5 0,0 0 0 15,0 1 2-15,0-1-4 0,-1 0 2 0,0 0-1 0,-1-1 4 16,0 0 3-16,-1-1-5 0,0 1-1 0,-1 0-4 0,0 0 2 0,0-1 1 16,0 0 2-16,-1 0 1 0,0-1 1 0,1 1-2 0,0 0-4 0,0 0 0 15,0 0 2-15,-1 0 1 0,1 0 3 0,0 1-2 0,0 0-2 16,1 1 1-16,-1 0-5 0,0-1-2 0,1 1 5 0,-1 0-2 0,0 1-1 16,-1 1 4-16,1 0-4 0,0 0 4 0,0 0 1 0,0 0-4 15,0 0 2-15,-1 0 1 0,2 1 1 0,-1 0 0 0,-1-1-3 0,1 1 1 16,-1 0 2-16,0 0 0 0,0 0 0 0,0 1-4 0,-1-1-2 0,1 0 6 15,-1 0 3-15,0 1 1 0,0 0-4 0,-1-1 2 0,1 0-7 16,-1 1 2-16,-1-1 3 0,0 0 0 0,0 2 0 0,1-1 0 0,-1 0-3 16,0 1 5-16,-1-2-1 0,0 1-5 0,0 0 4 0,0-1-2 0,-1 2 4 15,1 0 2-15,-1-1-1 0,0 0-4 0,0 1-2 0,0-1 1 16,0-1 5-16,0 1-3 0,0-1 5 0,0 1-1 0,0-1-7 0,0 1 8 16,1-2-5-16,-1 1-2 0,0 0 2 0,1-1-3 0,-2 0 3 15,2 0 2-15,0 0-1 0,-1 0 1 0,1 0-2 0,0-1-2 0,0 1 4 16,0-1-1-16,-1 1 1 0,0-1-2 0,0-1-5 0,2 1 5 0,-2-1 2 15,1 1-5-15,0-1 3 0,-1 1 1 0,2-1-5 0,0 1 5 16,0 0-1-16,0 0 0 0,-1 0 2 0,1-1-2 0,-1 1 1 0,0 0-2 16,0 0 1-16,1 1-3 0,-1-2 0 0,0 1 4 0,1 0-2 0,-1 0 4 15,0 0-3-15,0 0-3 0,1 0 4 0,-1-1 1 0,0 0-2 16,1 0-2-16,0 1 1 0,0-1-2 0,0 0 3 0,0 0 0 0,0 0 1 16,0 0-4-16,1 1 3 0,0 0-1 0,-1 0-2 0,1 0 2 15,0 0-4-15,-1 0 1 0,-1 1 1 0,1 0 0 0,-1 1 3 0,0 0-9 16,0 0 5-16,1-1-2 0,-1 1 0 0,0 0 3 0,0 0-4 0,1 0-2 15,0 0 0-15,0-1 1 0,1 1-2 0,-1 0 0 0,0 0-6 16,-1 0 3-16,0 0 0 0,1-1-3 0,-1 2 2 0,1-2-10 0,0 1 1 16,-1 0-8-16,0 0-5 0,0 1-5 0,-1-1-3 0,1 1-11 15,-2 0-7-15,0 1 1 0,1 0-10 0,-2 1-3 0,2 0-14 0,-3 0-15 16,0 1-11-16,-2-1-8 0,0 2-4 0,0-1-5 0,-2 0-11 0,0 1-1 16,0-1-16-16,0 0-157 0</inkml:trace>
  <inkml:trace contextRef="#ctx0" brushRef="#br0" timeOffset="21501.36">23191 12470 900 0,'-1'-3'78'15,"1"0"-43"-15,0 0-11 0,0 1-15 0,0 1-8 0,1 1 2 0,0-1-4 16,-1 1 0-16,0 0 0 0,0 0-6 0,1 0-12 0,-2 0-17 16,1 1-23-16,0 0-18 0,-1 2-13 0,0-1-7 0,-2 0 3 0,0 0 6 15,0 0 8-15,0 2 7 0,-2 0 7 0,1 0 7 0,-1 0-5 16,-1 1-1-16,1 1 23 0,0 1 21 0,0 0 17 0,-1 1 17 0,1-1 23 15,0 0 36-15,0 1 24 0,0-1 11 0,1 1 10 0,1 0 7 0,-1 0 1 16,1 0-2-16,-1 0 0 0,0 0-2 0,1 0-4 0,0-1-11 16,0 0-10-16,1-1-13 0,1-1-10 0,1 0-6 0,0-2-6 0,0 0-7 15,0-2-2-15,2-1-2 0,0-1-4 0,0 0-5 0,1-2-7 16,0 0-4-16,1-3-3 0,0-2-2 0,1-2-1 0,1-2-7 0,0-3-3 16,0-2-1-16,0-1 1 0,1-1-1 0,-2-2-3 0,1 0-2 0,0-2-4 15,0-2-1-15,-1-1 7 0,0-3-3 0,-2-2 3 0,1-2 5 16,-3 0 11-16,0 0 11 0,-1 1 11 0,-2 0 0 0,0 1 2 0,0-1-6 15,-2 3-17-15,0 1 11 0,1 3-12 0,-1 2 4 0,1 2 12 16,-1 4-15-16,2 1-1 0,-2 2-4 0,2 4-4 0,0 4-7 0,-2 1 4 16,2 2-4-16,-1 1 1 0,1 2-7 0,0 1-2 0,0 1-1 0,1 2 3 15,-1 1-2-15,0 4-1 0,0 3 1 0,0 3-3 0,0 4 3 16,0 1-11-16,0 4 10 0,0 0 1 0,1 4 0 0,0 2 12 0,1 1-12 16,1 0-4-16,0 2 4 0,1 0-1 0,2 1-2 0,0 1 5 0,2 0-7 15,1-1 5-15,1 1 1 0,1-2-6 0,2 1 0 0,0 1-4 16,1-1-3-16,0 2 6 0,-1-2-7 0,3 1 15 0,1-2 3 0,0 0-1 15,-1-2 6-15,1 0-11 0,0-2 0 0,0-2-2 0,0-3-2 0,-1-1 0 16,0-2 4-16,0-2 0 0,0-1 3 0,-3-2-4 0,1-2-1 16,-2-1 7-16,0-2 6 0,-1-2 9 0,-3-2 1 0,0-2 2 0,-3-1-4 15,-2-2-8-15,1 0 2 0,-2-1-3 0,-1-1-3 0,0 0 1 16,-1 0-3-16,-2 0 0 0,-3-1-2 0,-3 1-12 0,-1 0-5 0,-2 0 0 16,-1 1-7-16,-1 0 9 0,-4 0 2 0,-1 2-6 0,-2 2 6 0,-2-1-1 15,-1 2 8-15,-2 1 2 0,0 0 1 0,0 2 7 0,0 0-6 16,2 1 4-16,1-1 6 0,1 2 1 0,2-1 1 0,1 1-3 0,3 0 5 15,3-2-1-15,2 0 2 0,2-2 0 0,1 1-6 0,3-2 7 0,2-1-7 16,0 0 5-16,2-1-1 0,2-1-4 0,1 1 8 0,1 0-1 16,2 1 2-16,0-2-7 0,1 2 0 0,1 0-5 0,1-1 2 0,1 1-2 15,1-1-4-15,1 1 1 0,-1-1-5 0,2 1 1 0,1-2 9 0,0 1-6 16,1-1 2-16,-1-1-5 0,1 0-5 0,1 0 1 0,0-1-4 16,-1-1 1-16,1-1-6 0,0-1-12 0,1-2-18 0,0 0-11 0,-1-1-27 15,3-1-15-15,0-2-25 0,-1-2-32 0,1-1-39 0,1-1-49 16,0-3-42-16,1-3-66 0,1-2-75 0,1-2-66 0,0-3-91 0</inkml:trace>
  <inkml:trace contextRef="#ctx0" brushRef="#br0" timeOffset="21868.36">23889 12371 1538 0,'-3'5'143'0,"-1"3"-11"0,0 3-17 0,1 1-26 0,1 1-21 16,2 1-14-16,1 3-7 0,0 1-3 0,3 0-6 0,2 4-3 16,0 0-7-16,2 1-4 0,0 1-1 0,1 1-6 0,1-2-12 0,0 2 2 15,1-1 13-15,2 1 6 0,1 2 13 0,1-2 4 0,-1 0-7 0,1 0 2 16,2-1 2-16,1-1 2 0,1-2-1 0,2 0 3 0,2 0-6 16,1-3-1-16,0 1-7 0,0-3-5 0,0-2 0 0,1-2 1 0,0-4-1 15,1-1 5-15,-1-1-6 0,0-1-2 0,-1-1 4 0,-1-2 14 0,1-2 14 16,-1-5 5-16,3-2-2 0,-1-4-8 0,-3-2-20 0,0 1-8 15,-3 2-4-15,-1-2 3 0,1-1 15 0,1-3 0 0,0-4 2 0,1-3-4 16,0-3-10-16,-3-1 7 0,1-3-7 0,-1-3-8 0,-2-2-29 16,0 1 7-16,-2-1 1 0,-3 0-1 0,-4 1 18 0,-4-2-15 0,-4 1-11 15,-4 0 0-15,-6 0-2 0,-4 1 2 0,-4 0-3 0,-4 0-14 0,-4 1-9 16,-3 2 5-16,-5 2-8 0,-3 4 16 0,-3 1 7 0,-3 4 1 16,1 4 13-16,-2 4-2 0,-1 5-6 0,3 6 6 15,0 5-14-15,1 5-18 0,0 4-24 0,1 5-52 0,0 4-73 0,1 6-128 0,1 7-227 0,0 6-300 16,-1 6-28-16</inkml:trace>
  <inkml:trace contextRef="#ctx0" brushRef="#br0" timeOffset="54523.73">3923 6520 1443 0,'-17'18'32'0,"0"3"-13"0,-1 9-4 0,5 5-7 15,3 0-2-15,0 5-1 0,0 1 1 0,0 3-2 0,0 1-3 16,1 3-4-16,-2 5 3 0,1 3 3 0,-1 4 1 0,0 5 5 0,1 5-6 15,-2 4-4-15,1 4 1 0,0 4 0 0,-1 2-9 0,2 6 11 0,1 5-1 16,-2 4-1-16,1 3 8 0,0 5-9 0,1 3-4 0,1 4 2 16,0 3-2-16,1 3 2 0,1 2 0 0,2 1-7 0,2 2 7 0,4 1 1 15,2 0 3-15,4 0 8 0,2-2-18 0,4 0 12 0,5-4-2 0,3-1-1 16,3-2 10-16,4 0-17 0,0-2 6 0,6-3-2 0,0-1 1 16,4-2 6-16,4-2-2 0,2-2 1 0,4-6 14 0,1-2 11 0,4-3 16 15,2-3 10-15,2-1-11 0,4-3 7 0,1-2-8 0,1-3 2 16,2-2 16-16,4-4 12 0,2-3 7 0,0-1 2 0,1-3-15 0,-1-5-20 15,1-3 9-15,3-5 6 0,1-4 0 0,2-3 3 0,0-5-13 0,1-5-1 16,2-6 1-16,-2-5-3 0,4-7-4 0,1-5-1 0,0-7 0 16,2-6-5-16,-2-6 1 0,-1-4-7 0,-1-5 2 0,-2-2-5 0,-2-2-1 15,-1-3 1-15,-3-1-15 0,-2 1 8 0,-2-2 1 0,-4 1 9 16,-1 1 15-16,-4-1-3 0,-3 0-4 0,-1 2-21 0,-4 0-8 0,-1 2-4 16,-2 2 4-16,-3 0-4 0,-1 1-1 0,-4 1-4 0,-1 2-4 0,-3 2 2 15,-5 1-2-15,-1 0-3 0,-2 1-1 0,1 0-14 0,-3 1-8 16,1-1-8-16,-1-1-26 0,2-1-24 0,-2-2-36 0,1 0-46 0,0-3-48 15,0-3-56-15,0-2-74 0,1-4-63 0,-1-3-68 0,1-2-288 0</inkml:trace>
  <inkml:trace contextRef="#ctx0" brushRef="#br0" timeOffset="54826.73">7913 10883 2430 0,'2'-2'171'0,"4"2"-82"0,6 1-60 0,8 2-21 15,6 3-2-15,7 1-1 0,4 2-5 0,6 1 0 0,6 3-1 0,2 0 1 16,2 1-2-16,4-1 4 0,0 2-1 0,1 2-1 0,1 2-1 16,-2 2-3-16,1 4 3 0,-1 0 2 0,-3 3-1 0,-2 0 2 0,-2 2 0 15,-5 0-2-15,-1 3 1 0,-3 0 1 0,-1 1-2 0,-3 2 10 16,-1 0 0-16,-4 1 11 0,-3 1 15 0,-2 0 4 0,-2 2 11 0,-4 0-7 15,-1 1-8-15,-2 1-6 0,-4 1 0 0,-2 3-6 0,-3-2-3 0,-2 1 1 16,-3 1-8-16,-3 3 0 0,-4 0-15 0,-3 4 11 0,-5 2 6 16,-2 3-6-16,-5 4 10 0,-4 4-24 0,-2 2 6 0,-4 2-5 0,-1 1-6 15,-2-2-9-15,1 0-26 0,-2 1-29 0,1-3-50 0,0-2-74 0,2-1-106 16,2-2-125-16,0-2-156 0,2-1-381 0</inkml:trace>
  <inkml:trace contextRef="#ctx0" brushRef="#br0" timeOffset="55341.73">10420 10561 1554 0,'-17'-26'136'0,"1"1"2"0,-3-6-4 0,6 7-29 15,3 5-27-15,3 2-30 0,2 4-16 0,1 2-1 0,2 2-11 16,0 3-8-16,2 1-8 0,0 3-11 0,0 3-2 0,2 2 0 0,0 5 0 16,1 4 7-16,1 6 2 0,0 7 6 0,1 5 5 0,0 5 2 0,1 4-1 15,0 7 3-15,0 7 3 0,0 5 0 0,1 6 10 0,1 5-1 16,1 4 1-16,-2 6-3 0,3 3-5 0,0 1-2 0,1 4-5 0,1-1-5 15,-1-2-8-15,2-2-2 0,0-4 1 0,0-3 4 0,0-6 1 0,0-6 0 16,0-5-3-16,-1-6 1 0,1-3-1 0,-2-4-18 0,-1-4 12 16,0-1-1-16,0-2 1 0,-1-2 15 0,-1-2-12 0,0-5 1 0,-1-2-4 15,-1-4-4-15,-2-2-12 0,0-2-34 0,-1-3-65 0,-1-5-56 16,-1 0-49-16,-3-3-16 0,0-2-1 0,-2-3-8 0,-1-5-21 0,-1-4-31 16,-3-5 23-16,-1-4 7 0</inkml:trace>
  <inkml:trace contextRef="#ctx0" brushRef="#br0" timeOffset="55678.73">10289 10790 514 0,'-16'-36'176'0,"-2"-2"-8"0,-3-8-17 15,4 8-19-15,4 9-25 0,2 4-8 0,2 2-9 0,0 4-4 16,2 3-4-16,1 2 0 0,2 3 4 0,1 2-6 0,1 2-4 0,1 2-21 16,1 4-17-16,1 0-20 0,1 1-3 0,3 3 2 0,4 1 6 0,3 2 10 15,4 4 6-15,3 3 7 0,6 3 3 0,3 3-4 0,4 4-9 16,4 4-7-16,3 5-8 0,2 3-4 0,4 6-1 0,4 2-19 0,0 3-5 15,3 5-1-15,2 3-7 0,0 3 4 0,1 2 5 0,1 2-7 16,0 1-1-16,1 0-6 0,-2-1-14 0,-4-2-11 0,-4-7 11 0,-6-8 13 16,-5-10 9-16,-6-11 26 0,-4-7 1 0,-4-8 16 0,-4-5 29 0,-1-4 27 15,-2-2 25-15,-2-4 15 0,-1-2-5 0,-1-4-12 0,1-4-28 16,0-4-13-16,-1-5-12 0,0-4-16 0,0-6-3 0,1-3-15 0,-1-4-6 16,2-4-5-16,-2-4 4 0,1-4-4 0,0-2-2 0,-1-5-4 0,0-2 1 15,-1-1 6-15,1-3-8 0,0-1 1 0,0-3-7 0,0-2-5 16,1-4 5-16,-1 1-3 0,1 1-2 0,1 2-13 0,1 6 3 0,0 6 1 15,0 6 0-15,0 8 9 0,-1 6-10 0,0 10-3 0,-4 6-4 0,0 7-7 16,-3 5-12-16,-2 5-18 0,-1 4-34 0,-1 4-32 0,0 4-32 16,0 3-50-16,0 5-44 0,0 6-45 0,-1 4-52 0,0 5-46 0,0 3-331 15</inkml:trace>
  <inkml:trace contextRef="#ctx0" brushRef="#br0" timeOffset="56107.73">11968 10414 2712 0,'-19'-10'107'0,"3"2"-11"0,1 1-17 0,7 6-29 0,5 3-38 16,3 5-12-16,3 4-8 0,4 4-3 0,3 7 6 0,3 4-3 0,3 2 4 15,0 5-1-15,1 2 2 0,1 2 4 0,1 5-1 0,-1 0-7 16,-1 2 2-16,1 1-3 0,0 3 1 0,1-1 5 0,2-1-3 15,3-2 0-15,-2 0-2 0,2-5 0 0,0-2-11 0,0-6 2 0,0-4-4 0,-1-6 2 16,2-3 4-16,-1-4-4 0,2-4 6 0,1-5 0 0,-3-3 4 16,1-5 3-16,-3-3-5 0,-1-4 9 0,-1-3-4 0,-2-3-2 0,1-4 4 15,-1-4-9-15,0-4 2 0,-2-3-8 0,0-4-6 0,0-1-17 0,0-3-9 16,-1-3-8-16,0-1-8 0,-1-1 1 0,-2 0 11 0,-3 1 5 16,0 1 15-16,-2 2 14 0,-1 0 2 0,-1 3 14 0,-1 0 5 0,-1 4-4 15,-1 1 5-15,-1 1-5 0,1 2 0 0,0 4 7 0,0 1 1 16,0 7 7-16,0 1 6 0,0 4 0 0,0 3 7 0,0 4-3 0,0 2 0 15,0 2 0-15,1 3-8 0,1 1 1 0,1 3 2 0,2 4 5 0,2 3 11 16,1 5 1-16,2 5-4 0,0 5 7 0,0 3-11 0,1 4-7 16,0 1 3-16,1 2-9 0,1 4-1 0,1 1-6 0,0 2-15 0,1 2 5 15,0 2-2-15,2-1-1 0,1 0 14 0,1-1-12 0,0-1 2 0,2-4-4 16,1-2-12-16,0-3-10 0,1-4-16 0,1-6-23 0,-1-5-25 16,0-3-39-16,1-3-48 0,-2-4-44 0,0-2-34 0,-1-4-34 0,-5-5-28 15,1-4-11-15,-2-6-200 0</inkml:trace>
  <inkml:trace contextRef="#ctx0" brushRef="#br0" timeOffset="56578.73">13586 10223 1518 0,'-2'2'205'16,"1"1"-78"-16,-1 5-57 0,4 4-28 0,1 5-17 0,4 3-2 0,3 2-1 0,2 6 1 15,2 3 12-15,-1 3 4 0,1 2 10 0,0-1 6 0,-1 1 0 16,0-2 0-16,0 0-11 0,1-3-7 0,0 1-4 0,1-3-15 0,0-1-5 15,0-3-6-15,2-1-2 0,-2-3 3 0,2-2 3 0,0-1 5 0,-1-4-1 16,-1-2 1-16,0-4 3 0,1-3-3 0,-1-3 2 0,-2-1 3 16,0-4 4-16,-1 0-2 0,-1-4 8 0,0-2-5 0,0-2 2 0,-2-5-5 15,1-1-5-15,1-2 5 0,-1-3-6 0,1 0 0 0,-2-3-4 16,0-1-8-16,1 1 0 0,0-2 0 0,0 4-3 0,0 0 0 0,1 3-4 16,-2 3 4-16,1 0-2 0,1 4-5 0,-1 2 5 0,1 3-5 0,-1 2-2 15,-3 3 0-15,2 2-5 0,1 1 4 0,0 2 1 0,2 2-1 16,1 3 3-16,0 1 2 0,2 2-6 0,0 1 6 0,0 0-2 0,0-1-1 15,1 1 1-15,1-2 3 0,0 0-1 0,-2-1 1 0,2-1 0 0,-1-2 1 16,0-1-4-16,1-2 6 0,-1-1-2 0,0-1 2 0,-2-2 3 16,1-3-4-16,0-1 6 0,0-2 1 0,1-3-4 0,0-1-1 0,0-1-1 15,0-3-2-15,0-3 2 0,1-2 3 0,2-2-4 0,-1-3-2 0,3-1 4 16,0-3 1-16,-1-1-3 0,2-3 0 0,-2 0 5 0,1-1-2 16,0 1 4-16,0 0-9 0,-1 4 4 0,1 2 10 0,0 4 3 0,-1 4 17 15,1 4-5-15,0 5 1 0,-2 2 1 0,0 5-3 16,-1 4 3-16,1 4-5 0,-1 5 1 0,2 5 3 0,2 6-2 0,-1 6-10 15,2 3 17-15,0 6-5 0,-1 2-5 0,1 4 11 0,-3 3-21 0,0 2-2 0,1 3-4 16,0 2-4-16,1 0 1 0,1 0-2 0,-2-2-4 0,0-2 0 16,-2-3-16-16,-2-1-5 0,1-5-2 0,-2-4-16 0,-1-2 2 0,-2-4-17 15,0-2-16-15,-1-3-21 0,-1-4-33 0,-2-4-31 0,-1-2-68 0,-2-4-90 16,-2-2-87-16,-1-2-101 0,-2-4-302 0</inkml:trace>
  <inkml:trace contextRef="#ctx0" brushRef="#br0" timeOffset="57023.73">12556 13656 3632 0,'-14'-4'78'0,"2"3"-30"0,-2-1-23 0,5 1-20 0,3-1-14 0,2 0-33 16,2-2-38-16,3-2-36 0,1-2-17 0,4-3 14 0,0-4 19 16,2-3 30-16,-3-2 7 0,-3-1-14 0,-4 2-14 0,-5 0-21 0,-5 0-21 15,-5 1 4-15,-4 0-2 0,-6-1 4 0,-4-1 7 0,-5 4-1 16,-4 1 10-16,-4 3 19 0,-3 4 27 0,-3 4 34 0,-3 5 23 0,-2 5 16 15,0 6 2-15,-4 5-3 0,-1 4 7 0,-1 4-6 0,-3 5 0 0,2 5-3 16,-1 5-9-16,0 4 5 0,2 7 7 0,2 2 20 0,4 3 29 16,5 6 33-16,5 2 31 0,6 3 25 0,6 2-4 0,7-1-8 0,5 7-13 15,5 2-27-15,7 4-12 0,4 5-6 0,5 2 2 0,6 3-5 0,3 2 3 16,6-2-1-16,5-2-15 0,4-5 3 0,2-2-6 0,4-7-4 16,2-2 2-16,3-5-5 0,2-5-12 0,1-3-8 0,5-5-11 0,0-4-11 15,2-3 5-15,0-6-4 0,2-2-1 0,-1-7-1 0,2-2-11 16,1-3-5-16,1-3-2 0,1-4-8 0,-1-4-13 0,-2-3-13 0,-2-4-45 15,0-4-49-15,-1-6-55 0,-2-4-83 0,0-7-119 0,-1-5-139 0,-2-7-99 16,1-12-274-16</inkml:trace>
  <inkml:trace contextRef="#ctx0" brushRef="#br0" timeOffset="57416.73">12949 14481 2879 0,'-5'6'184'0,"2"2"-65"0,0 2-23 0,1 2-30 16,2 1-38-16,2 3-14 0,3 3-19 0,4 6 3 0,4 6 5 0,4 2-10 15,2 1 4-15,1 2-5 0,2-1 8 0,-1 0 0 0,0 0-9 0,1 0 4 16,2-2-6-16,-1-1 4 0,2-4 3 0,-1-2 1 0,1-4 3 16,0-2-8-16,0-2 8 0,-1-4 2 0,-1-2-2 0,0-3 6 0,0-2-10 15,0-3 8-15,-1-2 3 0,0-4 5 0,-3-2 5 0,0-3 3 0,-1-2-4 16,-2-3 8-16,0-2 0 0,-1-5-8 0,-2-2-1 0,0-2 0 16,-2-4-4-16,1-1-8 0,-2-4-8 0,-1-2-12 0,-2-3-3 0,-1 0-9 15,-2 0-1-15,-3 0-6 0,-2 0 0 0,-3-2-2 0,-3 2-8 16,-4-1-2-16,-2-2-5 0,-3 3-5 0,-1-1-1 0,-3 4 3 0,-2 2 7 15,0 2 5-15,-2 5 9 0,1 6 11 0,-2 4 8 0,1 5 6 0,1 3 13 16,-1 4 6-16,0 2 4 0,0 2 8 0,-3 4 3 0,1 2-2 16,0 3 1-16,3 3 4 0,1 2 9 0,3 2 2 0,1 2-4 0,3 3-5 15,2 0-6-15,1 4-9 0,4-1-2 0,1 4 6 0,2-2-18 0,4 2 12 16,1 0 2-16,4 0-9 0,2 0 15 0,2-2-13 0,3-1-7 16,2-4 1-16,2-2 1 0,3-1 2 0,3-3 3 0,2-1-7 0,3-1 0 15,2-2-4-15,1-1-1 0,2-3 3 0,-1 0 0 0,3-1-3 16,0-1 0-16,1-1-2 0,-1-1-6 0,-1-1-2 0,0 0-17 0,0-1-11 15,1-2-21-15,-1 0-16 0,3-1-21 0,-2-2-36 0,1-2-31 0,-1-2-45 16,0-2-43-16,0-3-41 0,2-3-35 0,-2-3-3 0,1-5 0 16,1-3-77-16,-1-7 97 0</inkml:trace>
  <inkml:trace contextRef="#ctx0" brushRef="#br0" timeOffset="57643.73">14365 13809 1817 0,'-3'-23'544'0,"1"0"-318"0,-4-7-37 15,-1 5-17-15,0 5-43 0,-1-1-45 0,0 0-29 0,1 3-22 16,1 1-11-16,-1 1-12 0,2 3-4 0,0 2-3 0,1 3-6 0,1 3-10 15,1 4-10-15,0 2-7 0,1 3-4 0,1 3 11 0,1 5 4 0,1 6 5 16,2 7 5-16,2 8 2 0,1 9 6 0,4 6 1 0,2 10 5 16,3 8 0-16,0 8 0 0,1 4-3 0,1 5 7 0,2 4 1 0,0-3-1 15,0 1-5-15,1-4-18 0,-1-2 14 0,2-1 1 0,1-5-4 0,-2-5 8 16,2-4-12-16,0-8-7 0,-2-5-2 0,3-7-3 0,-1-7-5 16,1-3 1-16,-1-7 1 0,-1-3-4 0,-1-5 7 0,-1-5-10 0,-2-5 1 15,-2-4-16-15,-2-4-18 0,-1-4-28 0,-3-4-38 0,-1-3-27 16,-2-7-44-16,-3-4-15 0,-2-3-10 0,-3-7-3 0,-5-4 5 0,-4-7-16 15,-4-3-26-15,-5-4-18 0,-2-1 20 0,-1 0 44 0</inkml:trace>
  <inkml:trace contextRef="#ctx0" brushRef="#br0" timeOffset="57790.73">14642 14549 179 0,'-23'-13'217'16,"-1"3"8"-16,-10-2-27 0,3 7-15 0,-2 5-7 0,0 1-1 0,-2 4 3 15,-1 3-8-15,0 1-3 0,1 0-13 0,1 1-12 0,3 0-5 0,4-1-14 16,2 2-12-16,4-2-24 0,5 0-21 0,1-1-12 0,2-1-12 16,4-2 5-16,2-1-4 0,2-1 3 0,4-2 11 0,1-1-5 0,3-1-6 15,4-2-7-15,3 0-11 0,5-4-2 0,6-2 2 0,5-2-5 16,5-3-14-16,5 0 3 0,3 1-8 0,4-2 1 0,1-1 6 0,3-1-15 15,0 0-8-15,2-1-22 0,-1 0-33 0,-1-1-40 0,0-1-53 0,0-2-80 16,-2 0-98-16,-1-4-106 0,-1-3-135 0,1-9-337 0</inkml:trace>
  <inkml:trace contextRef="#ctx0" brushRef="#br0" timeOffset="58506.73">13505 8435 2224 0,'-132'-20'86'0,"-15"5"-45"0,-37 3-31 15,18 16-11-15,17 12-2 0,2 14 1 0,2 10 5 0,0 10 2 0,3 9 1 16,1 8 8-16,1 6 3 0,2 10 3 0,2 7 3 0,1 10-5 15,3 8 1-15,5 6 3 0,2 8-11 0,6 5 0 0,3 8-5 0,3 2 3 16,4 6 4-16,3 5-4 0,3 2 4 0,5 5-10 0,2 2-1 16,3 1 1-16,5 1 2 0,3-1 4 0,6 2 1 0,4 0-4 0,3 2-4 15,4 0-7-15,5 0 7 0,2-2 1 0,6 0 2 0,3-2 0 0,5-2-4 16,6-1 10-16,5-1 15 0,6-3 15 0,7-1 9 0,8-5 3 16,6-3-3-16,7-2-3 0,6-4-5 0,8-2-18 0,6 0 1 0,7-4-7 15,6 0-8-15,7-1 9 0,4-1-9 0,8 0 2 0,3-2-3 0,5-1-4 16,6-1-1-16,4-2-18 0,5-1 12 0,6-2-2 0,4-2-11 15,7 1 13-15,3-3-1 0,7-2-16 0,3-3 17 0,5-6 6 0,4-3-16 16,4-7 10-16,5-4-8 0,1-7-4 0,3-7 12 0,1-6-3 16,2-7-4-16,3-6-2 0,1-6 5 0,3-6 6 0,3-2 0 0,-1-5 7 15,3-3-3-15,1-5 13 0,0-6 3 0,-1-7 9 0,1-5 9 0,-3-5-3 16,2-3 12-16,-1-6 3 0,-4-2-2 0,1-5 14 0,-1-3 0 16,1-3-4-16,0-4-3 0,-1-4-3 0,-4-3-4 0,-1-5-1 0,-3-1-9 15,-1-4-11-15,-3-2-1 0,-1-3-1 0,-2-5 2 0,-1-2-14 0,-2-4-7 16,-2-4 6-16,-1-2-10 0,-2-4 9 0,-3-4-11 0,0-4 2 15,-3-4 8-15,-1-2-12 0,-3-4 10 0,-2-5-1 0,-2-5-5 0,-2-6 2 16,-1-4-11-16,-4-3-3 0,-2-4 6 0,-2-5-6 0,-4-4 4 0,-1-6-3 16,-3-5-10-16,-2-5 13 0,-2-5-6 0,-3-3-5 0,-5 0-2 15,-5 0-8-15,-2 1 14 0,-4 0 2 0,-4-2 3 0,-3 0 4 0,-7-1 0 16,-2 0-1-16,-5 2 9 0,-4 0 1 0,-3 0-12 0,-4 2 12 0,-6 0-3 16,-2-1 10-16,-5 1 7 0,-5 1-16 0,-4-2-1 0,-5 1 0 15,-5 0 6-15,-4 1 3 0,-5 1-1 0,-5 1-3 0,-7 0-1 0,-5 1-4 16,-7 3 6-16,-3-1-12 0,-5 3 4 0,-7-1-6 0,-3 1 0 15,-4 2 3-15,-4-1-9 0,-2 5 14 0,-6-1-8 0,-1 3 14 0,-4 2-16 16,-6-1 5-16,-1 3 1 0,-5 2-12 0,-3 3 18 0,-4 3-8 0,-2 2 2 16,-5 3 2-16,-2 5-3 0,-4 4-1 0,-1 6-6 0,-3 7 3 15,-1 5 1-15,-3 9 4 0,-1 6 13 0,-1 7 3 0,-4 9-5 0,-1 8-5 16,-3 7-8-16,-2 10 0 0,-3 8-5 0,-2 9-1 0,-3 10-10 16,-1 9-1-16,-2 8-5 0,-2 9-18 0,2 9 2 0,-3 7-14 0,-1 9-6 15,2 7 13-15,0 6-16 0,4 5-14 0,3 3-16 0,6 3-19 0,4 1-38 16,7 2-39-16,5-2-53 0,6 1-74 0,5-1-64 0,7-1-110 15,4-2-368-15</inkml:trace>
  <inkml:trace contextRef="#ctx0" brushRef="#br0" timeOffset="69595.29">20814 5262 2627 0,'-17'-19'113'0,"-1"-1"-95"0,-4-1-83 0,2 3-49 0,2 3-27 0,0 2-9 16,-1-1 20-16,-1 1 21 0,-2 1 15 0,-2 2 12 0,-3 1 3 16,-4 2 10-16,-3 2 6 0,-4 0 11 0,-5 1 19 0,-5 1 19 0,-5 1 20 15,-3 1 11-15,-3 1 8 0,-3 1 7 0,-2 0-2 0,-4 3-2 0,-1 1-9 16,-2 3-9-16,-5 2-1 0,0 3 4 0,-3 6 8 0,-3 3 8 0,0 3 7 15,-1 5 5-15,-2 3 8 0,-1 6-1 0,-2 6 2 0,-2 6 3 16,1 6-2-16,-1 6 8 0,2 6 7 0,0 8-11 0,2 5 3 0,-1 7-13 16,3 5-11-16,3 6-1 0,2 5-8 0,4 4 0 0,4 5-6 15,5 6 1-15,3 5-4 0,6 3-8 0,5 5 0 0,4 4-6 0,4 5-5 0,5 3 4 16,6 3-15-16,6 1 0 0,3 2 1 0,3 1 0 0,4 3 1 16,4 1-3-16,3 2 1 0,3 4-1 0,1-1 4 0,2 2 5 0,3 0-1 15,3-1 1-15,1 2 8 0,2-1-4 0,1 0 2 0,4-1 3 16,2-4 2-16,3-3 4 0,4 0 13 0,2-4 3 0,1-1 10 0,2-2-2 15,3-7 4-15,4-1 3 0,2-3-4 0,1-4-9 0,1-3-2 0,1-4 1 16,1-2 7-16,2-3 6 0,4-2 6 0,1-6 6 0,2-5-7 16,1-8-1-16,2-5-1 0,1-9-8 0,1-5 1 0,4-8-7 0,1-8 10 15,1-6-3-15,3-7 1 0,-1-6 7 0,3-5-12 0,2-4 0 16,1-7-6-16,0-3-5 0,0-6 0 0,2-3 1 0,1-3-1 0,-2-4 0 16,1-4 1-16,-1-3-12 0,-2-4 4 0,2 0-2 0,-1-3-9 0,-1-3 8 15,-1-1-1-15,0-2-2 0,0-3 1 0,-1 0-2 0,0-2-3 16,-1-2 3-16,0 0 1 0,0-2 1 0,0 0 0 0,-2-2-5 0,0-2 9 15,-1 1-10-15,-1-2-1 0,-3 1 3 0,-1 0-11 0,-4 1-3 0,-2 0 8 16,-3 1 4-16,-1 1 2 0,-5 0 5 0,-4 1-12 0,-4 1-3 16,-3 1 0-16,-4 2-1 0,-3 3-3 0,-4-1-5 0,-4 3-2 0,-2 0-13 15,-3 2-5-15,-3 0-15 0,-2 0-20 0,-2 2-10 0,-2-2-27 16,-1-1-30-16,-3-1-36 0,-3-4-39 0,-2-3-37 0,-3-2-38 0,-2-6-49 16,-2-4-61-16,-2-6-86 0,-2-6-227 0</inkml:trace>
  <inkml:trace contextRef="#ctx0" brushRef="#br0" timeOffset="69859.3">20223 11667 1769 0,'-7'5'534'16,"3"0"-362"-16,-1 1-81 0,2 1-35 15,5-2-30-15,2 3-17 0,5 5-23 0,8 2 1 0,7 3 2 0,6 1 6 0,7 2 7 0,3 0-1 0,3-1 4 16,4 2 3-16,1 1 5 0,5 1-4 0,3 1-1 0,2 1 4 16,2 0-1-16,2 0-3 0,1 2 8 0,4-1-4 0,1 1-7 0,1 0 4 15,1-1-10-15,0 1 6 0,3-1 0 0,2 0 3 0,0 1 0 16,1 1-13-16,0 0 5 0,-2 3-5 0,2-2 2 0,-2 3 3 0,-1-2 0 15,0 0 2-15,0-1 4 0,-2 1 1 0,-1 0-1 0,0 2 6 0,-3-2-4 16,1 1 9-16,-2-1 4 0,-1 2-4 0,-1-1 11 0,-4 2-1 16,-4-3 8-16,-4 0 6 0,-3 0 7 0,-3 0 4 0,-4-1-2 0,-6 3 6 15,-1-2-1-15,-8 1-3 0,-4-2-3 0,-3 1-4 0,-5 1-5 0,-5 1-5 16,-4 5-4-16,-5 2-20 0,-7 2 0 0,-5 4-7 0,-7 4-10 16,-8 4 1-16,-7 4-30 0,-11 5-37 0,-10 3-27 0,-8 5-52 0,-11 7-89 15,-12 4-183-15,-13 10-371 0,-19 11-370 0</inkml:trace>
  <inkml:trace contextRef="#ctx0" brushRef="#br0" timeOffset="73425.82">18701 4950 933 0,'0'-3'240'0,"0"0"-24"0,0 0-1 0,0 0 6 16,0 0 0-16,-1 0-15 0,1 1-28 0,0 0-23 0,0 0-20 0,1 1-13 15,-1 1-16-15,1 0-12 0,0 1-8 0,1 1-13 0,0 1 0 16,1 1-4-16,1 2-9 0,2 1-4 0,1 4-4 0,1 2-4 0,1 2-5 15,0 4-16-15,1 3-10 0,1 2-4 0,0 3-21 0,1 2 8 0,1 3 8 16,-2 1-8-16,2 4 17 0,-1 1-4 0,1 0-11 0,-1 4-4 16,-1-2-4-16,1 1 3 0,-1 1-1 0,0-3 0 0,0-3-7 0,-2-2-6 15,-1-4-4-15,0-1-3 0,0-2-3 0,0-4 7 0,-1-2-10 16,-1-3 2-16,0-4 1 0,-1-1-21 0,-1-3 6 0,-1-2-5 0,-1-2-2 16,0-2 17-16,-1-3-7 0,-2-1 0 0,0-3-1 0,-2-1 0 0,-1-3 9 15,-2-3 5-15,0-3 9 0,-3-3 8 0,1-3 1 0,-1-2 8 16,-1-2 1-16,0-2 8 0,1-2 3 0,-3-1 5 0,0-2 12 0,-1-1 11 15,0-4 11-15,0-2 9 0,-2-1 6 0,0-2-3 0,-1-1-1 0,0 0-2 16,1-4 1-16,0 1 10 0,2 1-10 0,4 1-14 0,2 2-9 16,2 5-21-16,4 2 3 0,1 7-1 0,3 5-2 0,1 5 1 0,0 3 3 15,2 4-9-15,0 1 3 0,2 2-5 0,1 2-6 0,1 2 10 16,1 2-9-16,1 2 3 0,0 2 0 0,2 3-6 0,0 1 2 0,1 1-2 16,0 3 4-16,1 1 0 0,0 2 0 0,0 1-4 0,0 1 2 0,0 2-6 15,1 2 5-15,1 0-3 0,0 2-7 0,2 0-9 0,0 2 6 16,-1 1 2-16,0-1 6 0,0 3 10 0,-2-1-12 0,0 1-10 0,-1-1-9 15,0 0-10-15,-2 0-10 0,1-3-14 0,-1 1-16 0,0-1-12 0,-1-1-13 16,0-1-9-16,-2-4-16 0,-1-2-32 0,-1-3-44 0,-1-2-70 16,-1-2-72-16,-2-3-51 0,-1-1-64 0,-3-2-58 0,-2-2-178 0</inkml:trace>
  <inkml:trace contextRef="#ctx0" brushRef="#br0" timeOffset="73563.33">19179 5408 1280 0,'-15'-8'463'0,"-1"-1"-231"0,-4-2 4 0,5 2-17 15,3 3 3-15,1 3-15 0,2 0-32 0,0 3-41 0,3 0-28 16,0 1-17-16,2 1-17 0,2 0-5 0,0 2-15 0,1 1-11 0,3 0-2 15,1 2-7-15,1 0-5 0,3 1-4 0,2-1-8 0,1 0-5 0,2-1-7 16,2-2 1-16,-1-1 4 0,2-2-4 0,2-4-1 0,0-2-20 16,-1-3-27-16,2-2-44 0,0-5-59 0,0-3-78 0,2-3-155 0,1-2-175 15,-2-4-179-15,2-2-353 0</inkml:trace>
  <inkml:trace contextRef="#ctx0" brushRef="#br0" timeOffset="73896.33">19725 4377 1755 0,'-6'-24'267'0,"-1"0"-78"15,-2-2 13-15,0 7-23 0,2 8-1 0,1 4-23 0,-2 4-24 16,2 4-30-16,-2 3-16 0,0 2-6 0,-1 3-8 0,0 2-7 0,-1 2-11 16,0 4-3-16,1 3-7 0,1 2-1 0,0 4-1 0,1 3-5 0,0 1-16 15,1 6-3-15,2 1-6 0,0 4-1 0,3 4 7 0,0 4-9 16,2 2 0-16,0 2-5 0,3 1 1 0,0 0-2 0,2-2-8 0,1 1 3 16,1-4 1-16,1-1-4 0,-1-1 0 0,3-3-19 0,1-1-23 0,0-3-26 15,2-4-33-15,-1-1-29 0,1-4-32 0,2 1-33 0,0-4-54 16,-1-2-49-16,1-2-46 0,0-5-21 0,0-1-11 0,-1-4 6 0,1-2 72 15,0-4 91-15,-2-2 94 0,0-3 78 0,1-2 54 0,-1-4 57 0,1-2 55 16,-2-3 57-16,-1-4 38 0,0-3-5 0,0-2-7 0,-1-1-5 16,1-4 2-16,-2-1 13 0,1-1-11 0,0-1-14 0,0 1-30 0,0 2-42 15,-2 0-33-15,0 2-17 0,0 0-23 0,0 3-4 0,1 1-10 0,-1 6-14 16,1 2 6-16,-2 2-7 0,1 5 1 0,-1 1 1 0,0 2-11 16,-1 4 1-16,0 0-4 0,1 3-6 0,-2 1-2 0,1 2 1 0,0 1-4 15,0 0 3-15,0 0-6 0,0 1 0 0,0-1-7 0,0 1-41 16,0 0-1-16,-2-1 2 0,0 0 3 0,-2-1 20 0,0-1-43 0,0-2-52 15,0-3-51-15,-2-1-40 0,0-1-33 0,-2-2-59 0,-1-2-106 0,-1-3-70 16,-1-2-98-16</inkml:trace>
  <inkml:trace contextRef="#ctx0" brushRef="#br0" timeOffset="74008.33">19938 4937 2197 0,'-10'-22'530'0,"1"-1"-464"0,0-3 3 0,3 10 12 0,4 8 27 0,0 4 12 15,1 5-13-15,0 2-41 0,1 3-26 0,0 1-21 0,0 3-10 16,1 2-4-16,-1 1-14 0,1 1-31 0,1-1-63 0,0 1-102 0,1 1-198 15,1-1-283-15,-2-2-591 0</inkml:trace>
  <inkml:trace contextRef="#ctx0" brushRef="#br0" timeOffset="74616.34">19149 7176 2090 0,'-6'4'183'0,"1"1"-43"0,0 1-3 0,1 0-28 0,4 2 11 0,2 1 7 16,2 4 3-16,3 3-10 0,2 3-20 0,2 5-10 0,3 1-19 0,-1 3-16 16,5 0-12-16,1 2-8 0,2 0-1 0,4 1-3 0,0-1 1 15,1 1-7-15,0-1-8 0,-2 0-2 0,1-2-7 0,-2 0-23 0,-1-2 20 16,-1-2-7-16,-1-2 8 0,-3-2 11 0,-1-2-22 0,0-6-5 15,-3-4-3-15,-3-5-4 0,0-4-2 0,-2-4 2 0,0-4-8 0,0-6-3 16,-1-3-19-16,2-5-4 0,-1-5-3 0,2-1 3 0,1-3-1 0,0-2-4 16,1-1 1-16,0-3 10 0,1 1 19 0,0-2 14 0,-1-1 10 15,-1-1 4-15,-1-2 3 0,0 1 2 0,-1 1 0 0,0 1 5 0,1 3-3 16,-1 2-18-16,1 2 16 0,0 6-7 0,-1 2 2 0,0 4 11 0,-1 5-17 16,0 2 0-16,-2 4-3 0,0 3-7 0,-2 4-22 0,-1 3-39 15,-1 3-57-15,-1 2-83 0,-1 4-119 0,-2 2-114 0,0 1-186 0,-1 2-277 16</inkml:trace>
  <inkml:trace contextRef="#ctx0" brushRef="#br0" timeOffset="75031.85">20147 7414 1858 0,'8'5'264'0,"-2"3"-180"0,4-1 14 0,-1-2 24 0,-2-1 18 0,1-2 6 15,-1 0-21-15,0-2-37 0,0-1-34 0,-2-1-8 0,2-1-4 0,-1-2 3 16,0-1 7-16,-1-2 1 0,0 0-3 0,0-3-5 0,0-2 0 0,-1-2-1 16,-1-2-6-16,-2 0-7 0,-1-3-9 0,-1 1-5 0,-1 1-6 15,-1 0 0-15,-2 0-5 0,-2 2-1 0,-2 1-3 0,-1 0-4 0,-2 1 4 16,0 1-7-16,-3 3-8 0,-3 0 0 0,-1 1-11 0,0 4 2 0,-1 2-2 16,1 2 2-16,2 4 4 0,-1 3-1 0,1 2 3 0,4 2 3 15,0 2 4-15,2 2-3 0,1 1 4 0,2 1 1 0,2 1 4 0,1 2 1 16,4 1-2-16,2-1 1 0,3 3-1 0,3-1 0 0,2-1 3 15,2-1 1-15,1-3 1 0,1-1 1 0,2-4 4 0,3 0 3 0,0-3 1 16,0-1-1-16,3-2 0 0,1-2-1 0,-1 0-7 0,2-1 1 0,0-1 4 16,-2-2 1-16,1-3 0 0,1-1 4 0,0-1 6 0,1-2-3 15,-3-2 3-15,0 1-1 0,-2-1-3 0,-2-1-2 0,-1 0 4 0,-1 1-2 16,-1-2-4-16,-3 1-2 0,1-1-3 0,-2 0 0 0,0 1-1 16,-2 1 1-16,0 1 0 0,-1 1-8 0,-2 0 0 0,1 1-1 0,-1 1-8 15,0 2-4-15,-1 0-9 0,0 2-12 0,-1 1-10 0,1 1-6 16,-1 1-10-16,0 0-2 0,-1 2-6 0,1-1-6 0,0 2-5 0,-1 0-8 15,1 0-12-15,0 0-28 0,-1-1-37 0,1 0-40 0,0-1-24 16,-1-1-15-16,2 0-4 0,0-1-12 0,-1-1-22 0,1-2-16 0,0-1-199 16</inkml:trace>
  <inkml:trace contextRef="#ctx0" brushRef="#br0" timeOffset="75525.85">20556 6532 1692 0,'-2'2'128'0,"0"0"-31"0,-1 3 19 0,1 2 28 0,1 2 19 16,-1 1 2-16,1 4-30 0,0 3-43 0,0 4-21 0,1 3-18 15,1 6-10-15,1 1-7 0,1 5-7 0,0 1-9 0,0 1-3 0,2 4-6 16,1 0-3-16,2 2 1 0,2 1-4 0,0 0 2 15,1-1-4-15,2-1-6 0,0-1-2 0,0-3-4 0,0-1 0 0,0-2 4 0,0-2 0 16,0-3-2-16,-1-3-8 0,1-3-12 0,0-4-9 0,0-3-11 0,-2-2-5 16,0-2-9-16,-1-1-4 0,1-3 0 0,-1 0 5 0,0-2 7 15,-1-3 7-15,-2 0 5 0,-2-3 4 0,1 0 9 0,-1-3 8 0,0-2 8 16,0 0 7-16,-1-2 8 0,0-1 0 0,-1-1 5 0,1 0 5 0,-1 0 0 16,1-1 0-16,-1 0 4 0,1-1-3 0,-1 1 4 0,1-1 1 15,-2-1 0-15,1 2-1 0,-1-2-1 0,-1 0 1 0,1 0-3 0,-1 1-2 16,0-1 3-16,0 0 3 0,0 1-2 0,0 0 1 0,0-1-2 0,0 2-2 15,0 0-2-15,-1 1-3 0,1 2 6 0,0 1 3 0,-1 1 6 16,1 0 9-16,-1 0 0 0,1 1 2 0,0 1-2 0,0 0-4 0,-1 2-1 16,1 0-2-16,-1 0 4 0,1 1-2 0,1 1-1 0,-1 0-1 15,1 1-10-15,-1 0-1 0,1 1-3 0,0-1-3 0,0 1-2 0,0 0-2 16,0 0 1-16,0 0-5 0,0-1 3 0,0 1-2 0,0-1-6 16,0 0 2-16,0-1-5 0,-1 0-1 0,1 0-3 0,0 0-1 0,0 1-5 15,-1-1-9-15,1 1-14 0,0-1-11 0,1 1-13 0,-1-1-8 0,1 0-4 16,0 0-10-16,0 0-7 0,0 1-16 0,-1-2-27 0,2 1-14 15,-1 0-20-15,0-1-11 0,0 0-4 0,0 0-25 0,0-1-28 0,0-1-46 16,0 1-58-16,0-1-104 0</inkml:trace>
  <inkml:trace contextRef="#ctx0" brushRef="#br0" timeOffset="75725.85">20932 7009 2542 0,'-3'0'261'15,"0"2"-163"-15,-1 1 7 0,2 2 34 0,0 0 32 0,1 2 4 16,-1 2-32-16,0 0-33 0,0 0-35 0,0 0-22 0,0 1-9 0,1-1-10 16,1 0-15-16,-1-2-5 0,1-1-2 0,0-1-6 0,-1-3-4 0,1 2-6 15,0-3-10-15,0 0-9 0,1-2-17 0,-1 0-12 0,2-1-16 16,0-1-22-16,0 0-22 0,2-2-27 0,-1 1-35 0,1-1-53 0,0-1-103 16,-1 1-127-16,1-1-158 0,-1 1-502 0</inkml:trace>
  <inkml:trace contextRef="#ctx0" brushRef="#br0" timeOffset="76309.85">19729 9141 2643 0,'-9'-3'69'0,"-2"1"23"0,-2 0 15 0,3 0 23 0,4 1 11 0,3 1-9 16,1 2-23-16,2 0-25 0,0 3-21 0,2 1-8 0,2 2-10 0,2 2-1 15,2 1-10-15,2 3-5 0,2 3-6 0,0 1-4 16,3 2 1-16,1 0-5 0,2 2 1 0,0 1-9 0,3 0-5 0,-1 1 4 0,1-1-4 16,0 2 2-16,1 0 2 0,-1-1-6 0,0 1 6 0,0-4-22 0,-2 1 14 15,0-2-6-15,-2-4-9 0,-3 0 11 0,1-4-17 0,-2-3-2 16,-1-3-6-16,0-3 8 0,-3-3 0 0,-1-3 2 0,0-2-2 0,0-5 2 16,-2-3-5-16,0-3-10 0,-1-1 14 0,-1-4 3 0,0-3-5 15,1 0 9-15,-2-4-13 0,1 0-3 0,-3-2 3 0,2 1 1 0,-1-2-4 16,0 0-5-16,1-1-4 0,-2 1-12 0,2-1-15 0,1 2-24 15,0 2-45-15,1 4-54 0,2 3-94 0,-1 4-101 0,0 4-97 0,0 1-130 16,0 5-141-16</inkml:trace>
  <inkml:trace contextRef="#ctx0" brushRef="#br0" timeOffset="76776.85">20451 9252 1045 0,'4'12'585'16,"1"1"-421"-16,2 4 6 0,0-3 9 0,-1-3 8 0,1 0-3 15,1 0-23-15,-1 0-30 0,0-1-26 0,-1 0-16 0,0-2-12 0,0-2-16 16,1-1-14-16,-2-1-11 0,1-2-11 0,0-1-6 0,-1-1 1 0,2-2-2 16,-1-2-4-16,1-1 3 0,-1-1-3 0,-1-3-1 0,1 1-1 0,0-4 1 15,-1 1-2-15,1-2 0 0,-1 1 0 16,0-1 0-16,-2-2 5 0,-1-1-5 0,0-2-3 0,-2 1-6 0,0-3-2 0,-2 0 5 0,0 1 1 16,-2 1-1-16,-1 0-3 0,0 3-2 0,-3 0-2 0,-1 1-5 0,0 2-1 15,-2 1-3-15,0 2-7 0,-1 1 0 0,-1 2 0 16,2 2-3-16,1 2 5 0,0 2 3 0,2 3-10 0,1 1 9 0,0 2 3 0,2 2-2 15,0 1 10-15,1 1 1 0,2 3-2 0,0 0 6 0,1 2 3 0,2 0-5 16,1 1 8-16,1 1 2 0,2 0-2 0,2 0 4 16,2 1-3-16,1-1 4 0,1-2-2 0,0 0 3 0,2 0-3 0,1-1 2 0,1-3 5 15,1 0-7-15,0-1 2 0,3-1-6 0,-2-2-3 0,1-1 1 16,0-1 1-16,-1-2-2 0,2-1-3 0,-1-1-2 0,1 0 2 0,-1 0 1 16,-2-2 0-16,1-2 4 0,-1-1-4 0,-1-2 1 0,-2-2 1 0,0 0 1 15,-1-1-1-15,0-1-2 0,-2 0 0 0,-2 1-4 0,0-2 4 16,-2 0 0-16,1-1-2 0,-1-1 3 0,-1 0 1 0,0-1 3 0,-1-2 3 15,0-1-1-15,-1 2-2 0,0-1 7 0,0 0-7 0,-1 2-1 0,2 1 3 16,0 2-7-16,0 2 0 0,0 3 3 0,-1 1-3 0,0 2 4 16,0 1 3-16,0 1-1 0,-1 2-3 0,1 0 3 0,-1 1-3 15,1 1 1-15,0 2 4 0,0 0-7 0,1 2-1 0,-1 0 0 0,0 1-2 16,0-1 0-16,1 1 2 0,0 0-2 0,0-2 0 0,2 1-4 16,-1-1 8-16,-1-1-4 0,1 1-6 0,-1-2 8 0,1 0-9 0,0-1 7 0,0-2-2 15,0 0-8-15,-1-1 7 0,1-1-11 0,-2-1 9 0,1-1-6 16,-1 0-1-16,0-2-5 0,0 0-12 0,-1 0-12 0,-1-1-25 0,-1-1-25 15,-1-1-40-15,-2 0-57 0,-1 0-80 0,-3-1-76 0,1-1-72 0,-2 0-77 16,-2 0-71-16,0-1-148 0</inkml:trace>
  <inkml:trace contextRef="#ctx0" brushRef="#br0" timeOffset="77207.85">20807 8513 2255 0,'-5'2'78'0,"1"1"16"16,-2 2 12-16,3 1 31 0,0 1 20 0,2 2 5 0,-1 2-16 0,2 2-30 16,-1 1-28-16,1 3-24 0,2 1-13 0,0 2-7 0,1 0-13 0,2 4 1 15,1 2-9-15,1 4-8 0,1 1 1 0,0 5-10 0,0 1-15 16,2 4 12-16,1 0-4 0,1 2 1 0,2 1 15 0,-1 2-15 15,1-2 5-15,2-1-1 0,0 0-4 0,1-2-4 0,0-3-1 0,-1-3 1 0,-1-5-4 16,-2-1-5-16,1-4-15 0,0-1-15 0,-2-3-9 16,0-5-6-16,-1-1-13 0,0-3-14 0,-1-3-18 0,1-2-29 0,-1-2 9 15,0-4 10-15,-1-1 7 0,-1-2 9 0,0-4-2 0,-1-4 5 0,-1-3 24 16,0-2 37-16,0-2 22 0,-1-2 28 0,0-2 17 0,-1 1 13 0,0-3 29 16,0 1 29-16,-1 1 15 0,0-2 3 0,0 2-11 0,0 0-20 0,0-1-17 15,0 2-3-15,0 2-5 0,0 2-13 0,1 3 0 0,-1 3-4 16,1 3-4-16,0 1-2 0,0 5-5 0,0 0-8 0,-1 2 3 0,0 1-6 15,1 3-7-15,1 1-6 0,0 2 2 0,1 0-4 0,0 2 4 0,0 2-2 16,1 0-7-16,0 3-2 0,0 1-8 0,0 1 4 0,0-2-4 16,1 1-2-16,0 0-2 0,0 0-7 0,0-2-31 0,0 1-5 0,-1-1 5 15,-1-1-8-15,0-1 4 0,-1-4-29 0,-1 0-46 0,-1-3-49 16,-1-2-61-16,0-2-101 0,-3-2-117 0,-1-2-142 0,-1-3-428 0</inkml:trace>
  <inkml:trace contextRef="#ctx0" brushRef="#br0" timeOffset="77328.85">21257 8824 2693 0,'-4'-15'138'16,"1"0"-65"-16,0 0-5 0,2 6 15 0,1 6 5 0,1 4 8 16,1 3-14-16,-1 4-21 0,0 4-24 0,0 2-19 0,-1 3-16 0,0 1-18 15,0 2-39-15,-2-1-74 0,-2-1-131 0,0 0-234 0,-3-2-390 16,-1 0-254-16</inkml:trace>
  <inkml:trace contextRef="#ctx0" brushRef="#br0" timeOffset="78127.85">19682 8093 2316 0,'-29'-13'116'0,"-2"-3"-48"16,-5-5-13-16,5 2 6 0,7 1 1 0,1 0-13 0,0-1-18 0,2 0-16 15,-1-1-10-15,0-1-4 0,1 1-4 0,-1-2 2 0,1 1-1 16,-2-2-3-16,0-1-2 0,2 0 1 0,-2-2-4 0,0 0 3 0,0-1-2 16,-1 0 5-16,1 0 3 0,-1 0 2 0,1 0 4 0,-2-2-8 0,0 2 1 15,0-2-7-15,1 2 0 0,2-1 1 0,3-1-1 0,0 2 0 16,3-4 3-16,1 1-4 0,4-3 4 0,0 0-1 0,3 1 1 0,3-2 1 15,5 0-1-15,3-2 1 0,4 0 0 0,3-1 0 0,2 0 4 0,2 0 1 16,6-1 1-16,4 0 3 0,3 1 4 0,6 0-2 0,3 1 5 16,3 0-1-16,4-1 0 0,3 0-4 0,3 1 0 0,5 2-1 0,3 1 3 15,3 2 2-15,2 0-3 0,3 3-1 0,2 1-3 0,2 2-7 16,1 1 0-16,2 3 9 0,-1 4 2 0,1 0 4 0,3 3-1 0,0 1-5 16,1 3 3-16,-1 2-1 0,0 2 4 0,1 4-8 0,-1 3-3 0,-2 5 5 15,2 2-1-15,-1 4 1 0,0 4-10 0,0 3 0 16,-1 4-2-16,-1 4 2 0,0 4 5 0,-3 4-1 0,0 2-1 0,-1 3-5 0,0 2 4 15,-3 5-3-15,1 2-4 0,-1 3-5 0,-3 3-3 0,-2 4-6 0,-5 1-17 16,0 3 5-16,-3 4-7 0,-5 1 0 0,-2 3 15 0,-4 2-5 16,-4 0 5-16,-5 1 8 0,-5-2 5 0,-5 0 0 0,-5 0 0 0,-6 1 2 15,-4-2 4-15,-5 0 8 0,-7 0 4 0,-5-1 0 0,-5 1 3 16,-5 1 3-16,-5-2 0 0,-6 1 8 0,-6 1 3 0,-4-2 11 0,-5 1 11 16,-3-1 9-16,-7-2 6 0,-2 0 2 0,-3-2-5 0,-5-2-8 0,0-1-7 15,-5 2-6-15,-3-1-3 0,-1-1-1 0,-3-1-1 0,1-1 4 16,0-1 4-16,-3-3 7 0,2-2-5 0,-2-4-7 0,-1-2-5 0,3-4-1 15,-1-2-4-15,1-5 5 0,0-4 1 0,0-4 6 0,1-7 3 0,-1-4 7 16,2-5 2-16,2-6 1 0,1-6-9 0,1-4-10 0,4-6-6 16,2-5-7-16,2-6-1 0,2-5-7 0,3-7-1 0,1-3-1 0,5-5 0 15,3-5 0-15,1-3-2 0,4-3-6 0,4-4 2 0,3-3 6 16,3-3 3-16,4-3-5 0,1-3 5 0,5-2-7 0,2-2 4 0,2-2-2 16,3-2 4-16,1 0-3 0,1-4-4 0,2-1-3 0,3 1-9 0,2-1-6 15,1 0-16-15,1 0-37 0,1 2-52 0,1 0-62 0,0-1-166 16,0 0-246-16,0 0-478 0,1-2 207 0</inkml:trace>
  <inkml:trace contextRef="#ctx0" brushRef="#br0" timeOffset="78844.85">20084 10490 1547 0,'-3'-4'89'0,"1"1"21"16,0 0 17-16,1-1 7 0,2 3-3 0,1 1-17 0,2 2 3 0,1 1-1 16,1 2-16-16,2 2-7 0,2 2-16 0,4 3-21 0,2 3-6 15,1 3-5-15,4 3-4 0,1 4-2 0,2 3 2 0,4 3 4 16,1 2-2-16,3 2-9 0,0 2-20 0,1-1 5 0,-2 1-3 0,-1-1 0 16,-1 0 9-16,-1-1-16 0,-2-3-1 0,0-2 1 0,-3-3-2 0,0-2-1 15,-2-2 1-15,0-4-5 0,-3-3 1 0,-1-4-1 0,-1-3 5 16,-2-4-1-16,-3-2 3 0,-1-3 0 0,-2-2 2 0,-1-3 3 0,-2-3-1 15,-1-2-10-15,-1-3-6 0,-1-1-5 0,0-3-6 0,-2-3-2 0,1-2-15 16,-1-2-6-16,1-2 1 0,-1-2-5 0,1-4 12 0,0-2 9 16,0-4-11-16,1 1 22 0,1-4 4 0,-1-3 3 0,2-1 18 0,1 0-9 15,0 0-4-15,1-1-1 0,1 1 0 0,2 2 1 0,1 0-4 0,0 5-5 16,0 4-2-16,1 1-8 0,2 5-50 0,-2 1-56 0,0 4-93 16,-1 5-127-16,-1 2-98 0,0 4-142 0,-1 3-347 0</inkml:trace>
  <inkml:trace contextRef="#ctx0" brushRef="#br0" timeOffset="79194.85">21177 10709 2067 0,'5'13'188'0,"0"3"1"0,1 4-17 0,3-2-41 16,1-3-24-16,0 1-16 0,1-1-23 0,0-1-6 0,-1-3-2 0,0 1-24 15,0-2-7-15,-2-1-3 0,1-2-8 0,0-2 3 0,-1-2-6 0,-1-2-6 16,2-1 1-16,-1 0-2 0,0-3 4 0,1-2 3 0,-1-2-1 15,-1-3 6-15,-1 0-9 0,-1-3 0 0,-2 0-4 0,1-4 4 0,-1-1 9 16,-2-2-11-16,-1 0 10 0,-2-2-16 0,-1 1-1 0,-1-2 7 0,-1 2-9 16,-2 1 2-16,-3-1 0 0,-1 2-11 0,-2 0-8 0,-2 1-7 15,0 2-8-15,-3 0 3 0,-2 2 1 0,2 1 1 0,-2 2 0 0,1 2 1 16,3 3 3-16,0 4-2 0,2 2 5 0,1 3 4 0,0 3 2 0,3 2 2 16,0 3 0-16,1 1 5 0,3 1 7 0,1 1 5 0,2 2-1 15,2-1 3-15,1 0 1 0,3 1-4 0,2-1 1 0,2 1 0 0,3-1-1 16,1 0 10-16,0-2-5 0,2 0 1 0,1-1 1 0,1-2-6 15,1 0 8-15,1-2-11 0,1-1-2 0,-1-2 1 0,0 0 1 0,2-3 3 16,-1-1 3-16,0-1-7 0,1-1-2 0,0-1 2 0,-1-1-1 0,0 0-3 16,0-3-4-16,0-2-13 0,-4-1-22 0,0-4-20 0,-2 1-45 15,-1-4-50-15,-2-1-69 0,0-1-90 0,-1 0-72 0,0-2-58 0,-1-1-45 16,0-1-235-16</inkml:trace>
  <inkml:trace contextRef="#ctx0" brushRef="#br0" timeOffset="79507.85">21628 10033 1243 0,'-3'-9'423'0,"-1"1"-154"0,0-2-5 16,-1 4-31-16,2 3-53 0,0 1-47 0,1 4-29 0,0 2-20 0,1 2-9 16,0 3-8-16,0 2-6 0,2 3-8 0,-1 2-9 0,2 5-15 15,1 3-6-15,0 3-7 0,3 4-3 0,-1 2 1 0,0 4-3 0,3 4-2 16,0 3-2-16,1 0 1 0,1 2-1 0,0 1-2 0,1-2 1 16,-1-1-5-16,2-3-6 0,-1-4-8 0,-1-1-7 0,-1-2-5 0,1-2-18 15,1-1-30-15,-1-5-22 0,2-2-25 0,-3-3-17 0,1-3-11 0,-1-2-39 16,1-2-59-16,0-3-55 0,0-3-27 0,0-1 9 0,0-4 46 15,-1-2 74-15,0-2 74 0,-1-3 66 0,1-3 59 0,-2-2 48 0,-1-3 37 16,0-2 41-16,1-1 38 0,-1 0 28 0,-1-1 32 0,1-1 9 0,-1 0-13 16,1-1-17-16,0 0-36 0,-1 0-23 0,0 3-12 0,1-1-19 15,-2 3-13-15,0 2-9 0,1 0-13 0,-1 4-9 0,1 1-14 0,0 1-11 16,0 3-11-16,-1 2-10 0,0 2-9 0,-1 3 1 0,1 1-8 0,1 1-4 16,-1 3-3-16,1 2-9 0,-1 1 1 0,0 1-37 0,-1 0-11 15,0 1-5-15,0 0-18 0,0-1-3 0,-2-2-39 0,0-3-69 0,-1-1-78 16,1-2-91-16,0-2-106 0,-2-1-112 0,1-2-134 0</inkml:trace>
  <inkml:trace contextRef="#ctx0" brushRef="#br0" timeOffset="79642.85">21932 10334 1917 0,'-5'-15'833'0,"0"-1"-690"0,-2-1-4 0,2 4-21 16,2 7-28-16,1 4-22 0,1 3-17 0,0 3-18 0,0 3-8 15,0 1-10-15,0 2-10 0,-1 3-7 0,0 2-18 0,0 2-22 0,-1-1-19 16,1 2-28-16,0 2-34 0,0-2-27 0,1 3-47 0,0-1-56 0,1 0-70 15,-1-2-91-15,1-1-109 0,1-3-355 0</inkml:trace>
  <inkml:trace contextRef="#ctx0" brushRef="#br0" timeOffset="-103844.61">17918 15941 2580 0,'-5'-1'185'0,"2"0"-67"0,-1 0-3 0,2 1-29 0,1 0-32 0,0 1-29 15,2-1-20-15,2 1-19 0,0 2 0 0,2 1-2 0,1 2 11 16,0 2 12-16,1 2-11 0,-1 3 11 0,1 2-14 0,-1 2 2 0,0 1 0 15,-1 4 0-15,0 3-1 0,-1 0-14 0,0 4 2 0,-1 1 4 0,1 1 4 16,-2 1 1-16,0 3 6 0,-2 1-2 0,0 3 7 0,-1 2 6 16,-1 1 4-16,0 1-1 0,0 3-1 0,-1 1 4 0,1 0 0 0,-1 0-2 15,0 1 0-15,0-1 9 0,-1 1-7 0,1-2 9 0,1-1-4 0,-1 2-1 16,1-3 7-16,1-22-2 0,0 5 11 0,1 0 2 0,0 4 0 16,1-1-9-16,1 4-12 0,0-1 12 0,2 4-1 0,1-2-2 0,2 0 0 15,2-3-5-15,1-2-3 0,1-2 7 0,2-1-10 0,1-3-2 16,2-2 10-16,1-2-4 0,1-3 9 0,0-2-7 0,2 0-8 0,2-2 10 15,-2-2-2-15,3-1 12 0,-1-3-10 0,1 1-2 0,1-1-2 16,-1-3-11-16,1-1 2 0,-1-1 2 0,-1 0 15 0,2-2-10 0,-1-1-3 16,0-1 2-16,0-1-6 0,-1-1 7 0,1-1-3 0,0-2-2 0,-1-1-6 15,1 0 12-15,-2-2-5 0,0 0-5 0,1-1 2 0,-2-1-6 16,1 1 12-16,-1 1-14 0,-1 0-8 0,-1 0 10 0,0-1-6 0,-1 2 8 16,-3 0 6-16,1 2-6 0,-2 1 0 0,-1-1-4 0,-1 2-12 0,-3 0 2 15,0 1 0-15,-1 0-4 0,-1 1-5 0,-2 0-24 0,-2 1 0 16,0 0 0-16,-1 0-19 0,-1 0-12 0,-2-1-33 0,0 0-27 0,-3 0-38 15,-1 0-36-15,-1-3-41 0,-2 0-42 0,0-2-33 0,-2-1-49 16,-2-1-49-16,0-2-66 0,-1 0-198 0</inkml:trace>
  <inkml:trace contextRef="#ctx0" brushRef="#br0" timeOffset="-103491.61">18048 16063 2683 0,'-12'-2'181'0,"0"0"-35"0,-1-1-2 0,1-1-40 0,4-1-32 0,2-1-34 16,3 1-24-16,2-2-6 0,2 2-10 0,2-2-5 0,1 0 8 16,1 0 7-16,1 0-8 0,2 0 5 0,0-1-5 0,0 2 6 0,2 0 10 15,1 0-12-15,2 0 1 0,0 0-3 0,0 1 5 0,2 0 14 16,-1-1-5-16,2 1 3 0,-2 0 5 0,2 2 0 0,1 0 6 0,-1 1-12 15,0 1 5-15,1 1 3 0,0 0-13 0,1 1 10 0,-2 0-2 0,2 0-6 16,-1 1 6-16,-2-1-13 0,1 2 13 0,0-1-2 0,-1 0-6 16,0 1 9-16,0-1-13 0,0 0-1 0,0 1 11 0,-1-1-7 0,-1 1-4 15,-1-1 1-15,0 1-7 0,-1 0 12 0,-1-1-2 0,0 1-12 0,-1-1 6 16,-1 0-10-16,0 1 0 0,-1-1 16 0,0 0-20 0,-2 1 14 16,0 0-16-16,0-1-17 0,-2 1 13 0,0-2-25 0,-1 0-7 0,0 1-23 15,-2-2-24-15,1 1-17 0,-1-1-31 0,0 1-46 0,-1-1-81 0,-2 0-110 16,0 0-152-16,0-1-240 0,-1 0-134 0</inkml:trace>
  <inkml:trace contextRef="#ctx0" brushRef="#br0" timeOffset="-95426.57">19345 16168 1263 0,'-3'0'240'0,"0"2"-105"15,0-1-5-15,0-1-19 0,1-1-26 0,1-1-27 0,0-1-18 16,0-1-17-16,2-1-12 0,-2-1-4 0,1 0-7 0,0-1 2 0,0-2 6 16,0-1-4-16,0 0 2 0,-1 0 0 0,0 0-9 0,0 0 10 15,1-2 3-15,-1 0 2 0,0-1 10 0,-2 0 0 0,1 2 13 0,-1-2 5 16,2 1-4-16,0 1-1 0,2-1-9 0,0 5 4 0,2-1 5 0,-1 2-4 16,1 1-1-16,-1 2 4 0,1 2-5 0,1 1 7 0,1 3 8 15,0 2-14-15,2 3 17 0,2 3-6 0,0 6 0 0,4 2 21 0,0 4-17 16,2 3 6-16,1 5-12 0,1 2-18 0,2 3 3 0,2 1-2 0,1-1-6 15,2 2-2-15,2 0-7 0,1 1-2 0,1 2-5 0,0-3 2 16,2-1 5-16,-1-3-6 0,-1-4 10 0,-2-1-4 0,-1-5-9 0,-2-4 11 16,1-1 1-16,-2-3 20 0,-2-4 18 0,-3-2 0 0,-2-3 13 15,-3 0-3-15,-5-2-1 0,0-1 0 0,-2-1-9 0,-1 0 9 0,-1-1-12 16,0-2-13-16,-1 0 14 0,1 0-23 0,-1 0-2 0,1-2 0 0,0-1-10 16,0-1 15-16,1-2-7 0,0-1-5 0,0-1-9 0,1-2-6 15,-1-1 6-15,1-4 3 0,0-1-6 0,0-3-4 0,0 0 2 0,0-2-6 16,0 0 10-16,1 0-25 0,-1-1 5 0,0 1 10 0,0 0-11 0,0-2 27 15,-1 0-4-15,1 0-8 0,2-1 5 0,0 3-16 0,1-1-3 16,0 1 5-16,1 3-12 0,0 1 0 0,-1 0-27 0,0 4 1 0,-1 1-13 16,-1 1-26-16,0 3-15 0,-1 1-23 0,0 2-23 0,0 1-23 15,0 1-34-15,-1 1-39 0,0 1-29 0,-1 2-39 0,0 0-40 0,2 2-63 16,1 1-107-16,-1 1 15 0</inkml:trace>
  <inkml:trace contextRef="#ctx0" brushRef="#br0" timeOffset="-95026.58">20365 16392 2396 0,'-1'7'189'0,"1"3"1"0,1 2-15 0,1-2-48 0,1-2-55 16,2-3-28-16,2 0-21 0,1-1-4 0,1 0 11 0,3 1-8 0,1 0 3 0,0-1-3 16,-1-1-8-16,-1 1-7 0,0-2-5 0,0-1 5 0,0 1-8 15,-1-2 1-15,1-2 5 0,-2 0 0 0,1-2 1 0,0-1-28 0,0-1 2 16,-1 0 15-16,-1-1 3 0,1-3 24 0,-3 0-11 0,1-2-6 0,0-2 6 15,-1 2-6-15,-1-2 3 0,-1-1-1 0,-1 0-3 0,-1-1 3 16,-1 1 2-16,-1-1-15 0,-1 1 10 0,-2 0-2 0,0 2 2 0,-1 0 1 16,-2 1-16-16,-1 0 13 0,-2 1-13 0,0 2 4 0,-1 0 7 15,-2 1-11-15,1 1 9 0,-1 0 0 0,0 2-5 0,1 2 9 0,-2 0 1 16,1 2-10-16,0 1 2 0,0 3 5 0,2 1 1 0,-2 2 5 0,1 2-6 16,0 0-4-16,1 3 2 0,2 0 8 0,-1 1 3 0,1 2-11 15,1 0 2-15,1 2-2 0,0 0 6 0,2 1 5 0,1 1-5 0,1-2-2 16,3 0 1-16,1 1 6 0,2-1 8 0,2-2-4 0,2-1 3 0,2 0-3 15,3-2-17-15,1-1 15 0,3 0 8 0,2-2-3 0,0 0 10 16,3 0-7-16,1-2-4 0,-1 0 4 0,3-1-8 0,-1 0-2 0,2-1-3 16,0-1 2-16,-3 0 7 0,2-1-8 0,-2-1-5 0,0 0 0 15,-2 0-8-15,-1-1 6 0,-2 0-3 0,0-1-13 0,-1-1-17 0,-4 0-22 16,-1-2-24-16,-2 0-20 0,-1-1-37 0,-2-2-37 0,-1-1-74 0,-1-1-50 16,-1-2-62-16,0-1-106 0,-1-3-96 0,-2-2-253 0</inkml:trace>
  <inkml:trace contextRef="#ctx0" brushRef="#br0" timeOffset="-94627.57">21031 15543 2250 0,'-7'4'433'0,"-1"2"-277"0,0 1-1 0,1 2-39 15,2-1-28-15,0 0-30 0,2 2-24 0,1-1-14 0,1 4-9 0,1 1-4 16,1 4-5-16,-1 2 2 0,-1 4 6 0,0 4-10 0,1 0 0 0,-1 3-7 15,1 2 9-15,0-1 9 0,0 3-13 0,1 1 7 0,0 0-10 16,0 1-6-16,1 0 13 0,1 1-4 0,0 1-5 0,1 2-2 0,0-2-9 16,-1 0 9-16,1-1-4 0,-1-1 1 0,1-1-1 0,0-1-13 15,0-3 1-15,1-2 23 0,-1-3 6 0,2-3 1 0,-1-2 0 0,1-4-6 16,1-3 2-16,-1-3 5 0,1-4 3 0,-1-1-4 0,1-2 9 0,0-3 7 16,0-1-1-16,-1-3-13 0,2 0 6 0,-1-2-6 0,0-1 6 15,0 0-2-15,0-1-15 0,0-2 15 0,-1 0-11 0,1-1 0 0,0-1 14 16,-1-1-19-16,0 0 7 0,-1 0-29 0,1 1-9 0,-2 1 28 0,1 2-2 15,0 1 15-15,0 0 6 0,0 2-24 0,1 1 19 0,0 0-1 16,0 3-3-16,0 0 3 0,0 1-5 0,0 1 9 0,-1 2 4 0,2 0-29 16,-1 2 7-16,1 1 7 0,-1 0 23 0,0 3 23 0,1 2-23 15,0 0-4-15,4 3-23 0,1-1-3 0,3 1 13 0,1 0-10 0,-3-2 6 16,-3-2-9-16,-1 2 2 0,-2-2 9 0,-1-1-9 0,-2 0-2 0,1-1-8 16,-1-1-6-16,0-1-15 0,-1-1-12 0,-1-1-25 0,-1-1-33 15,0-2-39-15,0-2-53 0,-1-1-53 0,0-1-86 0,-1-2-105 0,-1-2-84 16,-1-2-279-16</inkml:trace>
  <inkml:trace contextRef="#ctx0" brushRef="#br0" timeOffset="-94458.57">21316 15887 1570 0,'-2'3'1094'0,"1"2"-894"0,-1 2-34 0,1-2-40 0,0 0-11 15,2 0-42-15,2-1-31 0,0 2-24 0,3 0-9 0,1 1-5 0,0 0-2 16,0-1-9-16,0 0-15 0,0 0-16 0,-2-1-33 0,1 0-46 0,-1-1-65 15,-2 0-57-15,2 1-58 0,-1 0-69 0,0-1-83 0,1 1-107 16,-1 0-225-16</inkml:trace>
  <inkml:trace contextRef="#ctx0" brushRef="#br0" timeOffset="-94290.57">22014 16372 2406 0,'12'25'741'0,"0"3"-592"0,3 8 5 0,0 0-56 0,-1-5-25 16,1 2-37-16,-1-3-32 0,1 0 3 0,-2-1-11 0,2 0-1 15,-1-2-3-15,-1 2-13 0,0 0-5 0,0 2-39 0,2-1-39 0,-1 0-53 16,0-2-63-16,-4 0-57 0,-5-1-57 0,-3-3-68 0,-4 1-85 0,-3 0-107 16,-5 0-129-16</inkml:trace>
  <inkml:trace contextRef="#ctx0" brushRef="#br0" timeOffset="-93379.57">22755 15990 2889 0,'-3'3'293'0,"0"2"-129"0,-2 1-32 0,1 0-23 15,0 1-20-15,1-1-45 0,1 0-8 0,0 3-30 0,1 1-3 0,0 3 3 16,1 1-12-16,0 1 8 0,-1 3-7 0,1 3-5 0,-1 1 12 16,1 0-2-16,1 1-8 0,0-3-1 0,0 2-7 0,1-1 1 0,2-2 8 15,-1 1-14-15,2-1 4 0,1-2 0 0,0 1 5 0,2-1 9 16,-1-1-14-16,1-1 5 0,-1 0-1 0,3-1 2 0,-1-1-4 0,1-3-11 16,1-1 35-16,-1-1 1 0,0 0 18 0,1-2 2 0,0-2-23 0,0-1 12 15,-1-3-2-15,0 0 9 0,-1-3 9 0,0-2-5 0,1-1-32 16,-1-2 4-16,-1-1 4 0,-1-1 9 0,0-1 24 0,-1-3-16 0,-1-2-15 15,0-1-14-15,-2-2 6 0,-1-2 4 0,-1 2-12 0,-2-3-2 16,-1-1-9-16,-2 3-2 0,-2-3 9 0,-1 1-3 0,-1 0-6 0,-2-2 4 16,-1 1-12-16,0 1 5 0,-2-1 3 0,1 3 6 0,-1 2 0 0,0 1-17 15,0 3-2-15,0 3 5 0,0 3-3 0,0 2 3 0,-1 3-6 16,1 1 0-16,1 2-1 0,-3 2 6 0,0 2-5 0,0 3 3 0,0 2 4 16,0 4 5-16,0 2 2 0,-1 3-13 0,2 1 6 0,1 4-5 0,0 2 6 15,2-1 4-15,2 2-15 0,2-3 14 0,1 1-9 0,4-1-5 16,0-1 11-16,2 0-9 0,2 0 8 0,2-3 1 0,2-1 2 0,4-2 14 15,1-2 4-15,3-1 6 0,1-2 9 0,0-1 8 0,2-4 6 16,2-1 3-16,0-1 3 0,3-1-2 0,0-2 6 0,0-1 2 0,1-1 0 16,1 0-15-16,0-1-4 0,2 1 4 0,-1-1-2 0,1-1 6 0,-2 0-17 15,0 0 5-15,1 0-1 0,-3 0-3 0,1 0 11 0,-1 0-13 16,-1-1 2-16,0 1-4 0,-1-1 3 0,-1 0 4 0,0-2-5 16,0-1-6-16,-3 0-10 0,1-2-10 0,-1 0-7 0,-1-2-6 0,-1 0-26 15,0-2-12-15,-1 0-17 0,-1-2-5 0,0-1 7 0,-3 0-4 0,2 1 3 16,-2-2 10-16,0-1 11 0,0 0 16 0,-1-3 16 0,-2-2 12 0,0 0 13 15,0-1 3-15,-1-1 10 0,0 0 3 0,-1-1-2 0,0 0 8 16,0-1-6-16,0-1 13 0,-1-2 5 0,-1 1 0 0,-1-2-2 0,0 0-7 16,0-2 2-16,-1 0 4 0,0-1 0 0,-2 2-1 0,0-1 0 0,-1 4 0 15,0-1 8-15,0 4 0 0,-1 0 5 0,0 2 5 0,0 1 1 0,0 3 2 16,-1 3 6-16,0 2-3 0,0 4 4 0,0 2-5 0,-2 3-6 16,0 3 2-16,0 1-11 0,0 1-6 0,2 2-6 0,0 1-8 0,0 3 3 15,-1 1 6-15,1 4 2 0,1 2-4 0,0 3-3 0,0 5 0 16,-1 4-3-16,1 2-2 0,0 4 3 0,-1 0-3 0,1 5 2 0,0 2 2 15,0 2-6-15,1 2-7 0,0 1 16 0,2 1 2 0,2 1 1 0,0 0-2 16,3-2-10-16,1 1-2 0,0-1 1 0,1-1 8 0,1 1-15 16,2-4 5-16,0-1-11 0,3-3-2 0,0-2 15 0,2-2-3 0,-1-3 3 15,-1-2-1-15,0-3 3 0,1-3 10 0,-1-2-7 0,1-3 0 16,-2-2 12-16,0-4-7 0,0 0 20 0,-1-2 8 0,0-1-24 0,-1-2-5 16,1-4 0-16,1 1-4 0,-1-4 2 0,1-1-4 0,-1-1-25 0,0-3 9 15,-1 1-8-15,1-4 10 0,-1-1 14 0,0-1-5 0,0-3 5 16,-1 0-5-16,0-1 5 0,-3-2 4 0,2 3-2 0,-2-2 4 0,-1 2-2 15,1 3 9-15,-1 1 1 0,0 2 1 0,1 1-4 0,-1 2-3 0,0 2 0 16,0 1 2-16,-1 1-4 0,0 2-15 0,0 1 12 0,0 1-14 16,-1 1 0-16,2 2 4 0,-1 0-20 0,1 1 16 0,0 2-7 0,0 1-2 15,1 2 11-15,0 0-11 0,0 1-2 0,1-1-5 0,-1 2-14 0,0 0 11 16,0-1-5-16,0 0-10 0,-1 0-5 0,1-2-6 0,0 0-3 16,-1 0-4-16,0-2-12 0,-1 1-10 0,0-1-16 0,-1-1-7 0,0-1-19 15,-1-1-40-15,0-2-35 0,0-1-55 0,0-2-72 0,-1-2-86 16,1-1-88-16,-2-4-161 0</inkml:trace>
  <inkml:trace contextRef="#ctx0" brushRef="#br0" timeOffset="-93226.57">23780 15809 2965 0,'-4'6'164'0,"2"1"-56"0,-1 0-44 0,1-2-35 15,1 0-6-15,1-2-1 0,1-1-42 0,0 0-23 0,0 0-30 16,0 1-49-16,0-1-23 0,-1-1-51 0,-1 0-60 0,1-1-73 0,0-1-112 15,-1 0-97-15,1-1-241 0</inkml:trace>
  <inkml:trace contextRef="#ctx0" brushRef="#br0" timeOffset="-92738.57">23823 15350 3208 0,'-1'0'182'0,"2"1"-43"0,0-2-30 0,1-1-27 16,2-3-25-16,2-1-30 0,1-1-19 0,2-3-3 0,1-1 5 0,2-1-6 15,0 0-4-15,2-1 0 0,1-2-2 0,1-1 4 0,0 1-21 0,2-3-6 16,0 2 7-16,1-2-3 0,0 1 25 0,1-1-14 0,-2 0-5 16,1 3 6-16,0-1-1 0,-1 2 6 0,-1 2 0 0,0 0 8 0,-1 3-4 15,-1 0-2-15,-2 2 2 0,0 0-2 0,-3 2 6 0,-1 1-2 0,-1 2 0 16,0 0-4-16,-2 2 0 0,-1 0 2 0,1 0-4 0,-2 2 10 15,0 1-6-15,-1 1 0 0,0 1-6 0,-1 1-13 0,0 2 10 0,0 1 5 16,-1 1 4-16,0 1 0 0,0 0-7 0,-1 1 7 0,0 0 2 16,0 0 1-16,0-1-1 0,-1 1-4 0,0 0 0 0,0 1 1 0,1 0-13 15,-1 1 16-15,-1 1 2 0,2 1 0 0,0 3 5 0,0 1-11 0,1 2-1 16,1 0 3-16,2 3 0 0,0 0-2 0,2 0 0 0,1 2 4 16,0 0-6-16,4 4 2 0,2 1-2 0,2 1 0 0,3-2 6 0,-2 0-5 15,4-1-1-15,0-1 0 0,0-1 6 0,1 1 7 0,-1-3-5 0,0 1 7 16,0-1-12-16,0-2 19 0,-1 1 13 0,0-2-2 0,-2 0 11 15,-1 0-9-15,-1-2-16 0,-1 0 8 0,-1 0 12 0,-2-3-13 0,-3 1 7 16,-1-2-21-16,0-1-2 0,-2 0 10 0,-1 0-7 0,-1-1 9 16,-2 0-12-16,-1 1 4 0,-2-1 0 0,-2 1-4 0,0-2 2 15,-3 0-6-15,-1 0-2 0,-2 0 4 0,-5 0-2 0,-2 1-14 0,-2 0 16 0,-2 2-12 16,-4-1 12-16,-2 3 4 0,-1 1-20 0,-2 1 20 0,-3 2-24 16,1 0 10-16,-4 0-4 0,2 1 10 0,-2 0-2 0,1-2-8 0,-1 1-4 15,-1-3-13-15,1 1 3 0,1-2-23 0,4 0-9 0,3-4-23 16,3-2-17-16,2-3-24 0,2-3-43 0,3-3-57 0,1-3-99 0,2-3-128 15,2-5-130-15,3-5-149 0,-1-6-82 0</inkml:trace>
  <inkml:trace contextRef="#ctx0" brushRef="#br0" timeOffset="-89645.58">25265 14965 2403 0,'-8'-5'144'0,"1"0"-39"0,-2 0-84 15,5 1-21-15,2 3-8 0,1 0-13 0,1 2-7 0,0 1-3 16,-1 3 6-16,1 2 6 0,-1 4 11 0,0 3 2 0,-1 2-2 0,0 6 9 16,0 2-4-16,-1 2 0 0,1 4-2 0,0 0-12 0,1 6 11 15,1 2 1-15,-2 3-1 0,1 5 9 0,1 1-7 0,-1 2 2 0,2 4 2 16,1 1 0-16,-1-1 8 0,3-1 6 0,2-4 9 0,2-3 10 0,2-3 2 16,2-3 18-16,2-3 10 0,0-3 1 0,2-2 12 0,2-1-4 15,1-3-4-15,1-2-3 0,1-4-15 0,0-1-6 0,1-2 0 0,-2-3-2 16,-1 1 8-16,-1-2-7 0,0-3 6 0,-1-1-4 0,-1-2-2 0,0-1 1 15,-2-2-9-15,1-1 10 0,-2-2-21 0,0-1-11 0,1 0 2 16,0-2-9-16,-1 0 0 0,-1-1-12 0,0-1 6 0,0 0 2 0,0-1 7 16,0-1 1-16,-2 0-12 0,0-2-2 0,1 0 2 0,-1 1 4 15,0-1-13-15,0 0-8 0,0-1-4 0,0 1-7 0,-1-1-5 0,1 0-13 16,-1 0-18-16,0-1-11 0,-2 0-28 0,1 0-20 0,-1-1-32 0,1-2-35 16,-1-2-38-16,-1-1-59 0,-1-1-55 0,1 0-87 0,-2-5-126 15,0-3-128-15</inkml:trace>
  <inkml:trace contextRef="#ctx0" brushRef="#br0" timeOffset="-89443.57">25274 15020 3013 0,'-5'-5'183'0,"1"0"-53"0,1-2-75 0,3 1-24 15,3 1-9-15,4 1-2 0,2-2-7 0,3 1-10 0,4 0 3 0,2 2 1 16,0-1-3-16,3 1 3 0,1 1-7 0,0 0-3 0,2 1 3 0,0 1 0 15,-2 0-4-15,1 1-5 0,-2 0-6 0,1 0-3 0,-1 2-10 16,-1 0-16-16,0 0-28 0,-1 0-19 0,-1 0-26 0,-2 1-24 0,1-1-17 16,0-1-22-16,-2 1-25 0,1-1-59 0,0-1-95 0,0-1-135 15,0 0-398-15</inkml:trace>
  <inkml:trace contextRef="#ctx0" brushRef="#br0" timeOffset="-89089.57">26062 15307 3301 0,'-8'4'133'0,"1"1"-52"0,0 2-63 15,2 0-9-15,3 0 5 0,2 1-9 0,1 2-1 0,2 1-4 0,0 5-4 16,1 2 2-16,0 0 6 0,0 2 3 0,1 1-3 0,1-1-2 0,1 2 0 16,0-1 0-16,1-2-6 0,2 1-2 0,1-2 1 0,2 1-1 0,0-2 3 15,-1 1-5-15,3-1-3 0,-1-1 5 0,2-1 3 0,-1-1 12 16,2-2-4-16,0-1-3 0,-1-2 4 0,3 0-2 0,-1-1 3 0,0-2 4 15,-1-2 2-15,1-2 12 0,-1-1-6 0,0-1 5 0,1-2 6 16,-1-1-5-16,-1-2 4 0,-1-1-10 0,1-1-2 0,-1-1-2 0,-1 0-3 16,-1-2 1-16,1-2-7 0,-2 1-2 0,-1-1 2 0,-2 0-4 0,-2 1-2 15,-3-3 6-15,0 0-2 0,-2 1-2 0,-2 0 3 0,-1-1-12 16,-3-1 7-16,-1 0 2 0,-4 1-1 0,-4-1 19 0,-2-1-3 0,-2 0 13 16,0-1-11-16,-2 0-11 0,-1 2 6 0,-1-1-6 0,-2 3-8 15,-1-1-2-15,0 1-12 0,1 1-2 0,0 1 8 0,1 3-5 0,0 0 3 16,3 2-6-16,-1 0-13 0,1 0-6 0,2 2-20 0,0 1-18 15,1 0-14-15,0 3-24 0,2 0-46 0,-2 1-49 0,1 0-70 0,0 1-87 16,1 1-66-16,-1 0-67 0,0 0-59 0,1 0-188 0</inkml:trace>
  <inkml:trace contextRef="#ctx0" brushRef="#br0" timeOffset="-88612.57">26025 14862 3221 0,'-6'-7'174'0,"1"-1"-69"0,0-1-64 0,2 1-8 0,3 2 5 0,1 1-12 15,2 1-9-15,1 1-8 0,1 0-7 0,2 1 6 0,0 1 5 16,2 1 2-16,0 0-3 0,3 0-1 0,0 0-1 0,3 1-3 0,1 1-5 16,2 0 0-16,0 0 2 0,2 1-6 0,1-1 2 0,0 0-4 0,1 0 1 15,2 0-3-15,-1 1 4 0,0-1-6 0,-1 0 4 0,1 1 8 16,-1-1-2-16,-1 0 6 0,0 0-4 0,0-1-6 0,-2-1-2 0,1 0 0 16,-1-2 8-16,-1 1 2 0,0 0 3 0,0-1 3 0,-2 1-9 0,-2 0 7 15,0-1-6-15,-1 1 2 0,-1-1-4 0,0 2 0 0,-2-1 1 16,1 2 3-16,-1 0 10 0,0 0-5 0,-1 2 7 0,1 0-5 0,-1 1 1 15,0 2-3-15,1 0 7 0,-2 2-6 0,1 0-3 0,0 2 1 16,0 1-8-16,0 3 10 0,1 0-10 0,0 1 2 0,1 3-2 16,0 0-6-16,0 1 8 0,1 0-2 0,0 2-4 0,1 0 4 0,1 1-4 0,-1 2 2 15,2-2-2-15,0 2-18 0,0 0 28 0,-1-1-14 0,1 4 10 16,1-1 8-16,0 2-16 0,-1-1 12 0,2 0-12 0,-1 0 12 0,1-3-4 16,-1 2-4-16,2-2 4 0,-1 1-8 0,0 0 6 0,0-2 4 0,0 0-6 15,1-3-2-15,-2 1-2 0,1-2-4 0,-2 0 8 0,1-1 0 16,-1-1 2-16,0 1 4 0,0-2-6 0,-1 0 6 0,-2-1-3 0,0-1-1 15,-1-2 10-15,-2 1-10 0,-1 0 4 0,-3-1 0 0,-1-1-6 0,-1-2-2 16,-3-2-6-16,-1 1 16 0,-3 0 6 0,-1 0 14 0,-2 2 8 16,-2-2-14-16,-2 0-22 0,-2 0 0 0,-1-2 0 0,-1 1 0 0,-1-1 0 15,-2-1 0-15,1-1 0 0,-2-1 0 0,-2-1 0 0,0-2 0 16,-3 0 0-16,-1 0 0 0,0-2 0 0,-3 0 0 0,2-1 0 0,0 0 0 16,1-1 0-16,0 0 0 0,1 0 0 0,3 1 0 0,-1 0 0 0,2 0 0 15,1 1 0-15,0 0 0 0,0 1-90 0,3-1-45 0,-2 2-55 16,0 0-60-16,1 1-93 0,-2 0-146 0,-1 3-156 0,-1 3-215 15,-4 4 25-15</inkml:trace>
  <inkml:trace contextRef="#ctx0" brushRef="#br0" timeOffset="121986.58">20248 10385 638 0,'36'-14'140'0,"8"0"-112"0,13-2-18 0,1 1-2 0,-3 3-3 16,4-1 3-16,4 0 5 0,3-2-3 0,2-1 4 0,1-1 0 0,0 1-1 15,2-2 6-15,-1 1 1 0,1-1 8 0,-1 1 17 0,1 2 34 16,-1 1 23-16,1 2 11 0,-1 2-2 0,1 1-26 0,0 2-12 0,-2 3-5 15,-1 4-14-15,-1 2-12 0,-5 4-4 0,-1 3-10 0,-1 1 3 0,-5 6-8 16,-3 3-2-16,-4 2-4 0,-2 5-2 0,-3 1 5 0,-3 0-2 16,-2 3 7-16,-3 0 3 0,-4 2-1 0,0 0 1 0,-2 3-1 0,1 0-6 15,-3 2-3-15,0-1-2 0,-3-2-5 0,1 1 8 0,-2-2 3 16,-2 1 3-16,-1-2 10 0,-1 0-11 0,-4-1 9 0,0-1 8 0,-2-1-8 16,-2 2 12-16,-3-1-5 0,-4 1-9 0,-3-1 2 0,-3 1-1 0,-5-2-4 15,-3 1 1-15,-3-1-7 0,-5 2-1 0,-5-3-6 0,-6 1-2 16,-7-3-5-16,-8 0-6 0,-7-2-7 0,-6 2-7 0,-7-1-4 0,-7 0 6 15,-4-2 2-15,-7-1 0 0,-5-2 8 0,-4-2-11 0,-4-1 6 0,-4-5 1 16,-1-2 10-16,-2-1 15 0,-1-4-10 0,1-3 0 0,0-2-15 16,3-5 0-16,1-3 8 0,1-2 12 0,3-2 3 0,2-5 1 0,5-3 4 15,3-5 1-15,5-3 1 0,3-4 11 0,4-3 5 0,6-2-5 16,2-4 0-16,8-4-10 0,4-5-12 0,4-2-6 0,5-4-7 0,6 0-16 16,5-3 9-16,6-2-2 0,4-1-2 0,4-2 16 0,4 1-5 0,2-2 3 15,2-1-1-15,4 1 2 0,1-1 0 0,4 3-13 0,1 2 8 16,4 1 1-16,1 2-4 0,4 2 13 0,1 4-10 0,2 3-2 0,0 6 4 15,2 3-1-15,0 2-4 0,0 5 6 0,-1 3-8 0,-1 7 2 0,1 3 6 16,-1 3-11-16,0 4 7 0,-1 1 0 0,-1 3-3 0,-1 1 3 16,1 3-7-16,0 0 2 0,-1 2-6 0,1 2 1 0,-1 0-2 0,0 1-3 15,0 1 3-15,0 1-3 0,-1 2-2 0,0 0 4 0,1 1-3 16,-1 1 3-16,1 1 0 0,0 0-1 0,1 1 1 0,-1-2 5 0,1 0 0 16,1-1 3-16,-2-1 0 0,1 0 1 0,0-1 1 0,0-2 5 0,-1-1-1 15,0 0-1-15,-1-2 4 0,1 0-4 0,1-1 1 0,-1-1 1 16,0 1 0-16,-1-1-1 0,1 0 1 0,-2-1-4 0,2-1 6 0,0 1-6 15,-1 0 0-15,0 0 1 0,-1 0-9 0,-1 0 0 0,0 0-7 0,0 1-6 16,-1 1 2-16,1 0-5 0,-1 0-3 0,-1 1 0 0,1 1-6 16,-1-1 5-16,1 0 0 0,0 2 0 0,1-1 2 0,-1 1-1 0,2 1 3 15,-2 0-1-15,1 0 3 0,1 1 1 0,-2 0 1 0,1 0 1 0,1 2 3 16,-1-1 3-16,-1 0 1 0,1 0 5 0,-1 1 1 0,1 0 2 16,-2 0 3-16,1 0 1 0,-1 0-1 0,1 0 5 0,-2 0-2 0,1-1 1 15,-1 0 2-15,0 0 3 0,0 0 0 0,-2-1-3 0,1 0 7 16,-2-1-4-16,1 0-1 0,-1 0 4 0,0 1-3 0,0-1-2 0,1 0 8 15,-1-1 0-15,0 1 0 0,0-1-3 0,0 0-3 0,-1 1 2 0,2-1 1 16,-1 0 1-16,1 1-2 0,0-1-6 0,-1 0-2 0,0 1 3 16,0-1 1-16,0 1 1 0,1-1 2 0,0 0 1 0,0 0-3 0,1-1-1 15,-2 1 1-15,2 0-2 0,-1-1 5 0,0 1-2 0,1-1 0 0,-1 0-4 16,0 0-2-16,1-1 0 0,-1 0 3 0,1 1-3 0,-1-1 4 16,0 1-2-16,0-1-1 0,-1 0 4 0,1 1-5 0,0-1 3 0,-1 0-1 15,1 0-2-15,-1 0 3 0,0 1-3 0,0-1-3 0,0 0 1 16,0 1-1-16,0 0 3 0,0-1 2 0,-1 1-6 0,1 0 3 0,0 0-5 15,0 0 3-15,0 0 0 0,0 1-1 0,0-1 8 0,0 1-6 0,0 0-4 16,0 0 4-16,0 0-1 0,-1-1-4 0,1 1 7 0,0 0-8 16,0-1 0-16,0 1 5 0,0 1-5 0,0-1-4 0,-1 1-6 0,1-1-6 15,0 1-5-15,0 0-7 0,0 1-17 0,1 1-42 0,1-1-52 0,-1 1-38 16,2 0-27-16,1 0-6 0,1 0 19 0,1 0 21 0,2-1 26 16,0 0 31-16,2-1 20 0,2 0 17 0,0-1 14 0,2-1 5 0,1 1 3 15,1-1 3-15,-1 0-6 0,2-1-114 0</inkml:trace>
  <inkml:trace contextRef="#ctx0" brushRef="#br0" timeOffset="122919.58">22610 11732 2243 0,'-5'-2'31'0,"0"0"-28"16,2 0-31-16,5 0-8 0,7 0 0 0,4 0 4 0,9 1 15 16,8-1 11-16,11 2 7 0,8 0 9 0,11 0 0 0,6 0-5 0,8 2-1 15,8 3-8-15,7 2 2 0,5 5-1 0,5 2-5 0,5 5-1 16,1 5-10-16,1 3-12 0,1 7-7 0,-1 2-7 0,0 4 2 0,-3 4 4 16,-1 1 23-16,-4 2 9 0,-4 1 8 0,-4 1 17 0,-3-2-7 0,-5-1 4 15,-3 2 10-15,-5-1 1 0,-3-1 8 0,-4-1 8 0,-4-1 0 16,-3 2 10-16,-3 1-3 0,-4-1 15 0,-3 2-1 0,-4 2-6 0,-4 0 6 15,-1 1-18-15,-5 0-2 0,-2 2 1 0,-4 0-4 0,-3-1 7 0,-4 1 1 16,-3-3-10-16,-4-1 0 0,-2-2 1 0,-4 0-9 0,-2-1 2 16,-3-3-6-16,-5-1-20 0,-3-1-7 0,-4-3-8 0,-4 0-6 0,-5 1-8 15,-5-1-6-15,-5-1-9 0,-9 0-8 0,-5-4-2 0,-8 0 0 16,-7-4-1-16,-5 0 5 0,-5-4 1 0,-8-1 9 0,-5-4 9 0,-4-2 4 16,-5-5 1-16,-2-2 7 0,-4-4 5 0,-6-5-11 0,-1-3 9 0,-4-5-4 15,-4-5-12-15,3-6 17 0,1-3-1 0,1-6 7 0,4-4 10 16,3-5 7-16,5-3 7 0,4-3 9 0,6-4 9 0,5-2 3 0,4-1 6 15,8 0-1-15,4 1-4 0,6 2 4 0,7 2-5 0,5 3-5 0,4 4 0 16,7 3-14-16,2 4-2 0,6 3-4 16,1 4-9-16,4 3 2 0,4 3-8 0,3 5-2 0,2 1-4 0,1 2-4 0,3 4-7 0,1 1-1 15,2 3-8-15,1 0-5 0,0 2-6 0,2 0-2 0,0 1 0 16,1 0 3-16,2 2 10 0,0 2 2 0,1 0 8 0,2 1 3 0,0 3-4 16,2-1 9-16,0 2-2 0,-1-1 2 0,2 0 1 0,-1 0 4 0,0 1 1 15,0-2-3-15,-1 1 1 0,0-2-1 0,-1 0 0 0,0-1 6 16,1 1 6-16,-1-2-1 0,-1-1 0 0,0 0-2 0,0 0 1 15,0 0 0-15,-1-1-2 0,0 0 0 0,-2-1-3 0,1-2 1 0,-1 1 0 0,-1 0 0 16,1-1-1-16,-2 0-4 0,1-1 0 0,-1 0 4 0,0-1-4 16,-1 0-2-16,0 1-1 0,0-1-3 0,0 0 0 0,0 0 0 0,0 0-4 15,0 0 1-15,0 1-8 0,-1-1-3 0,1 0 4 0,0 0-8 16,-1 0 4-16,1 1-1 0,-1 0 0 0,1 0 7 0,0 0-2 0,0 0 3 16,0 1-2-16,1-1 5 0,-1 1 3 0,0 0-3 0,1 0 0 0,-1 0-4 15,1 1 3-15,0-1 1 0,1 1 3 0,-1 0 2 16,1 0 1-16,0 0 0 0,1 0 6 0,-1 0 2 0,1 0-2 0,-1 0 3 0,1-1 0 15,-1 1-2-15,0 0 2 0,0 0 0 0,0 0 0 0,0-1 0 0,0 1 1 16,-1 0-1-16,1-1 8 0,0 0-4 0,-1 1 0 16,0-1-1-16,-1 0 0 0,0 0 3 0,0 0-5 0,0 0 5 0,0 0-3 0,-1 0 0 15,0 0 3-15,0 0-3 0,0 0-1 0,0 0-2 0,-1 1 0 16,1-1-2-16,-2 0-1 0,1 0-1 0,0-1-5 0,0 0-3 0,0 1 0 16,-1 0-2-16,1 0-1 0,-1 0 3 0,1 0-8 0,-1 0 5 0,1 1-3 15,-1-1-1-15,0 0-1 0,1 0-9 0,0 0-5 0,-1 0-9 16,1 0-12-16,0 0-16 0,-1 0-15 0,2-1-20 0,-1 1-14 0,1-1-20 15,0-1-15-15,0 1-9 0,0 0-3 0,-2-1 0 0,1 1 7 0,0 0 10 16,-1 0 9-16,1 0 13 0,-1 1-124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02:22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21222 4272 499 0,'-3'1'189'0,"1"-1"-30"0,0 0-6 0,0 1-4 16,-1-1-7-16,1-1-1 0,0 1-4 0,0-1 3 0,0 0 4 15,1-1-4-15,0 0 0 0,0 0-5 0,0-1-3 0,0 0-1 0,0 0-5 16,1-1 3-16,-1 0 1 0,1 0-7 0,0-1-3 0,0-2-5 0,0 2-5 16,0-2-3-16,0 0-1 0,0 0-14 0,-1 0-10 0,1 0-7 15,-1 1-8-15,0 1-12 0,1 1-6 0,-1 1-7 0,0 0-6 0,1 2-36 16,-1 1 0-16,0 0 0 0,0 2 0 0,0 1 0 0,0 3 0 0,-2 2 0 16,0 4 0-16,-1 4 0 0,0 4 0 0,0 2 0 0,-1 5 0 15,-1 2 0-15,-1 4 0 0,0 2 0 0,0 0 0 0,3 0 0 16,-2 1 0-16,1 0 0 0,1-2 0 0,1 0 0 0,-1-4 0 0,1 0 0 0,1-2 0 15,-2 0 0-15,2-1 0 0,-1 0 0 0,-1-3 0 0,1-4 0 16,-2-3 0-16,1-2 0 0,0-3 0 0,0-3-26 0,0-1-14 0,0-3 4 16,0-2-7-16,0-2-4 0,0-2-2 0,0-4-1 0,1-1 4 15,-1-3 13-15,-1-1 7 0,1-4 3 0,-1-2 4 0,1-1 6 0,-1-1 7 16,1-3-2-16,1-2 12 0,0 0 4 0,1-2 3 0,-1 0 6 0,0-4 8 16,0-1 7-16,1-3 8 0,-1-1-13 0,1-2 18 0,1 1-7 15,1-1-6-15,0 2 9 0,3 1-23 0,2 3-1 0,2 4-1 0,0 6-4 16,2 4-6-16,0 4-2 0,0 5 2 0,1 3-2 0,0 2 4 0,-1 4-6 15,0 1 0-15,1 4-2 0,1 3-2 0,0 3 2 0,0 3 0 16,1 2 8-16,0 3-4 0,0 3 0 0,1 1 0 0,1 1-16 0,-1 1-2 16,1 1 14-16,0-3 0 0,1 1 18 0,1 0-2 0,0-3-12 15,1 1 0-15,1-2 0 0,-1-1-2 0,0-2 0 0,0-1-10 0,-1 0-10 16,-1-1-14-16,1-2-12 0,-1-4-9 0,-1-1 8 0,-1-4 14 0,-1-4 16 16,1-4 7-16,-2-3 4 0,1-4 6 0,-3 0-2 0,2-4 4 15,0-1 0-15,-1-2 1 0,-1 0-6 0,0-3 2 0,-2 0-2 0,1-1 2 16,0-3 5-16,0 0 4 0,-1 0-8 0,1-2-6 0,0-1 16 0,0-1 7 15,0-2 7-15,1 1 3 0,0-2-11 0,-2 1-5 0,2 1-1 16,1 4 0-16,0 3-8 0,0 5-10 0,1 4 4 0,-2 4-4 16,-1 3-4-16,-1 3 8 0,-1 3-7 0,-1 2-7 0,-1 2-10 0,-1 1-13 0,-1 2-31 15,-1 2-43-15,-1 2-41 0,-1 2-52 0,-1 1-61 0,1 0-81 16,1 1-93-16,0-1-111 0,1-1-439 0</inkml:trace>
  <inkml:trace contextRef="#ctx0" brushRef="#br0" timeOffset="900">21901 4591 1283 0,'1'9'343'16,"1"1"-94"-16,0 3-7 0,1-1-5 0,0-2-22 0,1 0-36 0,1 0-53 15,-1-1-31-15,2 0-20 0,-2 1 0 0,2-2-1 0,0 0-9 16,-1-2-7-16,3 0-21 0,-1-2-2 0,0 0 1 0,0-1-3 0,0-2-1 16,1 0-5-16,0 0-2 0,1-2 3 0,-1-1 2 0,1-1-2 15,-1-2 8-15,-1-1-2 0,0-1 0 0,1-2 4 0,-1-1-9 0,0-1 0 16,0 0-4-16,-1-2 0 0,0 0-3 0,-2-1-6 0,-1-1-3 0,-1 1-3 15,-1-1 0-15,-2 0 0 0,-1 0-6 0,-2 2-2 0,-1-1 2 16,-3 1-16-16,-1 0 0 0,-1 1 8 0,-2 2-12 0,0 1 16 0,-2 2 12 16,-2 1-10-16,1 3 2 0,0 1-4 0,0 3-12 15,1 1-19-15,-1 1 0 0,2 2-4 0,0 2 0 0,-1 3 29 0,2 0 8 16,2 3 0-16,1 1 8 0,2 0-6 0,2 2-10 0,1 0 4 0,2 1-6 16,1 2 1-16,3-2-1 0,1 1 0 0,1-2-5 0,2 0-3 0,2-3-8 15,2 1-3-15,2-1 2 0,2-1 1 0,1-2 14 0,0-1 1 0,2-1 1 16,1-1 3-16,0-1-14 0,2-1 6 0,0-2 2 0,-1-1-2 15,1-2 9-15,1-1 4 0,-2-1 0 0,0-2 7 0,0 0-3 0,-1-1-2 16,-2-2 4-16,1 0 1 0,-1 0 1 0,-1 0 7 0,0-1 1 0,0 0 3 16,-2-1 6-16,1 0 1 0,-4 0 3 0,0 0 1 0,0 2-1 0,-2-1-2 15,0 1 0-15,-1 1-4 0,0 0 3 0,-1 1-5 0,-1 1-9 16,-1 1 1-16,1 1-7 0,-2 1-2 0,0 1 2 0,0 2-4 0,-1 0 0 16,1 1 0-16,-1 1-2 0,0 0-4 0,0 2 0 0,-1-1 6 15,1 1-4-15,-1 0 4 0,1-1 0 0,1 0-10 0,-1 0 8 0,1-1-2 16,0 0-2-16,1 0 6 0,-1-2-4 0,1 1 2 0,0-1 0 0,1 0-2 15,0-2 2-15,-1 0-2 0,0-1 6 0,0-1-2 0,0-1-2 16,1-1-2-16,-1 1 2 0,0-2 4 0,0 1-2 0,0-2-2 0,0 2 6 16,-1-2-4-16,0-1-2 0,-1 1 6 0,2 0-4 0,0-1-2 0,0 1 6 15,0-2-6-15,0 1-4 0,1 2 4 0,-1-1-2 0,2 1 2 16,-2 0 2-16,1 2-4 0,-1 1 8 0,-1 1-6 0,1 1-2 0,-1 1 0 16,-2 0 0-16,2 2-4 0,-1 0 6 0,0 1 0 0,1 0-4 15,-1 1 4-15,0-1-8 0,0 2 4 0,1-1-2 0,-1 0 2 0,1 0-1 16,1-2-3-16,-1 0-4 0,0 0-3 0,1-1-3 0,-1-1 4 15,2 0-7-15,0-1 6 0,1 0-10 0,-1 0-2 0,0-2-4 0,0 1 3 16,0 0 1-16,-1-1 3 0,1 0 3 0,-1 0-7 0,-1-1 5 0,1 1 5 16,0 0-3-16,-1 0 6 0,0 0 0 0,-1 0 4 0,1 0 4 15,-1 0 0-15,-1 0 1 0,1-1 2 0,0 1-1 0,1 0 3 0,-1 0 4 16,0-1 0-16,0 0 3 0,0 0-5 0,1 0 0 0,0 1 4 0,-1 1-6 16,1 1 2-16,0 0 2 0,0 1-2 0,-1 2 4 0,1 0-1 15,0 1-3-15,0 0 2 0,0 0-2 0,0 1 0 0,0-1 6 0,2 2-5 16,0-1-1-16,0 0-1 0,-1 0-3 0,-1 0 4 0,2 0-2 0,0 0 4 15,-1 1 2-15,2-1-4 0,-1-1 5 0,-1 0-7 0,1 0 6 16,0-1-4-16,1-1 4 0,0 0 3 0,-1-2 0 0,2 0 5 0,1-1-1 16,0 0-2-16,0-2 6 0,1 0 6 0,0-2-1 0,0 0 6 0,1-2-3 15,1-1-2-15,1-1-2 0,1 0 0 0,-1-1 0 0,-1-2 2 16,0 1 2-16,-1-2-2 0,0 0-4 0,-1 0-3 0,-1-1 0 16,-1 1-5-16,-1-2 7 0,-1 1-10 0,-1 0-4 0,-1 1 0 0,-1 1 5 0,-1 1 7 15,-2 1 2-15,-2 1-5 0,-1 2-3 0,-1 2-4 0,0 1-8 16,-1 2 6-16,-2 3-4 0,0 2 4 0,-1 1-2 0,-1 4-16 0,0 1 5 15,-1 2 1-15,0 3 10 0,0 2 19 0,-1 1-3 0,3 3 4 0,1 0-3 16,1 0-5-16,3 0 0 0,3 0-2 0,0-3-4 16,2 1 2-16,2-2-6 0,2-2-2 0,2-2 4 0,2 0 2 0,1-2-8 0,3-1 4 15,1-1-4-15,0-1-4 0,2-2 12 0,1-1-10 0,-2-2 4 16,3-2-4-16,-1-1-6 0,1-2-14 0,-1-1-25 0,2-3-23 0,0-1-42 16,-1-3-43-16,1-1-55 0,1-2-94 0,0 0-131 0,2-1-146 0,0-3-221 15,-1-1-103-15</inkml:trace>
  <inkml:trace contextRef="#ctx0" brushRef="#br0" timeOffset="1340.99">24117 2894 1279 0,'-10'-19'480'0,"0"-1"-289"16,-3-2 33-16,0 7-5 0,1 5-27 0,0 3-21 0,-2 3-33 0,0 4-29 15,-2 3-12-15,1 4-13 0,-3 3-13 0,0 3-3 0,1 4-7 0,-2 4-8 16,1 4 1-16,-1 3-8 0,0 1-11 0,1 4-7 0,-1 5-1 16,3 4-1-16,-1 5 1 0,1 4-5 0,2 4 1 0,2 4-6 0,2 4 1 15,1 6 5-15,3 4-6 0,3 2 0 0,2 4-3 0,1 4-8 0,2 4 1 16,2 5 3-16,0 6-2 0,1 4 6 0,1 3-5 0,-2 5-18 16,1 3 12-16,-1 4-1 0,-2 5-6 0,0 5 14 0,0 4-18 0,-1 4-1 15,0 6 5-15,-1 2 4 0,0 3 6 0,0 6-6 0,-1 2 4 16,1 4-6-16,0 3-16 0,-1 4 20 0,0 2-8 0,1 4 0 0,-2 3 12 15,2 2-8-15,0 3 0 0,-1 2-7 0,3 3 18 0,-1 3 7 0,0 0 7 16,2 2 10-16,-1-1-13 0,1 0 0 0,1 0-9 0,1-1 9 16,1-2 0-16,0 1-4 0,1-2-4 0,1 1 2 0,0-4-10 0,-1-1 2 15,2-2 4-15,0-2 0 0,1-2 2 0,1-2-12 0,0-3 0 0,0-3 0 16,3-4 0-16,0-3 0 0,0-3 0 0,1-3 0 0,1-4 0 16,0-5 0-16,1-4 0 0,-1-6 0 0,0-7 0 15,-1-5 0-15,1-5 0 0,-2-6 0 0,1-8 0 0,0-5 0 0,-1-8 0 0,-1-7 0 0,-2-7 0 16,-1-7 0-16,-1-9 0 0,-2-8 0 0,-2-8-30 0,-1-10-38 15,-3-7-24-15,0-9-17 0,-2-8-40 0,0-9-53 0,-3-8-42 0,0-8-41 16,-2-10-23-16,0-5-29 0,-1-10-40 0,0-9-47 0,-1-7-71 16,2-8-218-16</inkml:trace>
  <inkml:trace contextRef="#ctx0" brushRef="#br0" timeOffset="1828.99">17460 6136 3232 0,'-1'0'3'0,"5"-1"-21"0,4-1-10 0,7 0-11 0,10 0-3 16,8 0-1-16,9-1 3 0,6 0 13 0,6-1 3 0,6-1 3 16,4 0 10-16,4-1 2 0,5 1 6 0,2-2-7 0,6 1 1 0,7-1 2 15,5-1 4-15,7-1 5 0,6-2-1 0,3-1-2 0,6-1-3 0,5 1 4 16,7-4 0-16,5 0 4 0,6-1-4 0,3 0-4 0,6-3 4 15,4-1-1-15,6-2 6 0,5-3 3 0,4 0 1 0,6-2-4 0,5-1 8 16,5 0 1-16,4-2-2 0,5 1 17 0,2-3-5 0,5 2 5 16,3 0 6-16,2 2-6 0,5 1 4 0,3 3 11 0,0 0 1 0,5 0 6 15,0-1 1-15,1 0-3 0,2 1-3 0,0 2-8 0,3 2 1 0,-2 1-4 16,2 0 3-16,0 2-6 0,-2 0-4 0,1 1-7 0,-3 2-1 16,-3 1 1-16,1 0 2 0,-5 1 0 0,-1 2-6 0,-2-1 12 0,-6 3-23 15,-3-1 2-15,-4 1-4 0,-6 1-12 0,-4 0 23 0,-5 1 9 0,-4 0-9 16,-6 1-13-16,-6-4-31 0,-6 0-29 0,-8-1-41 0,-8-1-36 15,-6 0-40-15,-8-1-44 0,-7-1-25 0,-6-1-48 0,-9-2-44 0,-6 1-58 16,-5-1-57-16,-8 0-55 0,-6-2-158 0</inkml:trace>
  <inkml:trace contextRef="#ctx0" brushRef="#br0" timeOffset="3514.99">21342 6003 596 0,'-1'3'465'0,"1"0"-256"0,0 2-22 0,0 0-18 0,0 2-5 15,0 0-14-15,1 2-28 0,0 2-28 0,1 1-26 0,0 2-16 16,1 2-9-16,1 3-11 0,0 0 1 0,0 2-4 0,0 4-4 0,-1 1-2 16,1 4-6-16,-1 0 0 0,1 2-12 0,-1-1 1 0,1 1 2 0,-1-1 0 15,0 1 11-15,1-2-5 0,-1 0-6 0,2-2-6 0,-2 1 1 16,0-3-5-16,0-1 2 0,-2-1 0 0,1-3-3 0,0-3 1 0,0-1-10 15,1-2-4-15,-1-2-11 0,0 0-8 0,-2-1-9 0,-1-2-3 0,1 0 1 16,-2-3 6-16,-1-1-1 0,2-2 0 0,-2-2-9 0,1-2-10 16,0-2-6-16,-2-1 5 0,0-3 8 0,0 0 23 0,-1-4 18 0,0-3 12 15,0-1 14-15,1-3 6 0,1-1 14 0,0-2 18 0,1-3 18 0,1 1 27 16,0-3 10-16,0 1 11 0,0-2 1 0,0-3-2 0,-1 1 0 16,1-4-5-16,0 0-17 0,1-1 2 0,2-2-11 0,-1 0-5 0,2 0-3 15,0 2-31-15,3 3-11 0,1 6-7 0,2 3-9 0,0 4 6 16,1 4 0-16,-1 5-4 0,0 1 0 0,-1 2 2 0,1 3 2 15,0 0-5-15,0 3-4 0,-1 1-4 0,1 3-9 0,0 1-2 0,-2 2 5 16,2 2-3-16,-1 3 0 0,1 1-4 0,0 4-2 0,0-1 6 0,1 3-3 16,-3 2-1-16,2 0-7 0,-1 2-8 0,0 0-2 0,0 1 17 15,0 0-4-15,1-2 6 0,-3 2-2 0,3-1-17 0,-1-2-16 0,-1 0-18 16,0-2-15-16,-1 0-27 0,0-1-18 0,0-2-33 0,0-1-59 0,-2 0-68 16,0-2-84-16,0-1-118 0,-1 0-141 0,1-1-231 0</inkml:trace>
  <inkml:trace contextRef="#ctx0" brushRef="#br0" timeOffset="3694.99">21514 6477 1591 0,'-1'3'152'0,"1"-1"40"0,0 1 8 0,1 1 11 0,1 1-15 0,1 0-40 16,1-1-46-16,3 2-25 0,0-2-16 0,1 0-2 0,3 0-12 16,-1-1-10-16,3-1-11 0,1 0-15 0,1-2-1 0,0-1-6 0,2-1-7 15,0-1 1-15,1-1-12 0,-2 0-15 0,0-2-25 0,0-1-46 16,-1-2-53-16,-1-1-74 0,1-2-97 0,0-1-68 0,2-1-84 0,-2 0-127 15,1-3-101-15</inkml:trace>
  <inkml:trace contextRef="#ctx0" brushRef="#br0" timeOffset="3992.99">22021 5985 923 0,'-5'-4'598'0,"-1"0"-379"0,-2-1 23 0,2 3-22 0,1 3-26 15,0 2-32-15,2 3-40 0,-2 2-24 0,0 1-12 0,1 3-13 16,-1 0 2-16,1 2-10 0,0 2-14 0,-1 1-6 0,2 1-8 0,0 2-7 15,-1 2-5-15,2 0-9 0,0 4-1 0,0 1-10 0,1 2 4 0,0 1-2 16,1 0-12-16,1 0 7 0,0-1 0 0,2-1-4 0,-1-2 11 16,3 0-11-16,0-4 2 0,0 0-7 0,1-2-13 0,0-3-9 0,0 0-19 15,1-2-20-15,-1 0-28 0,1-2-26 0,1 0-33 0,-2-1-29 0,1-1-25 16,0-1-9-16,1-2 19 0,-1-1 46 0,1-2 54 0,-2-3 56 16,2-3 36-16,0-2 19 0,0-2 10 0,0-1 16 0,1-2 27 0,1 0 23 15,-2-1 16-15,1-1 9 0,1-1-3 0,-2 0-4 0,1 1-5 0,0-1-13 16,-2 0-7-16,0 2-8 0,1 0-11 0,-1 2-8 0,0 1-9 15,0 2-7-15,-1 0-4 0,0 1-1 0,0 2-7 0,-1 1-6 0,0 1-4 16,-1 3-6-16,-1 1-3 0,1 0 0 0,0 2-6 0,-1 2-1 16,1 0-1-16,0 2-4 0,-1 0-7 0,1-1-7 0,-1 1-22 0,1 0-33 15,-1-1-101-15,-1-1-13 0,0-1-30 0,-1-2-81 0,0-2-101 0,1-2-285 16,1-3-12-16</inkml:trace>
  <inkml:trace contextRef="#ctx0" brushRef="#br0" timeOffset="4145.99">22264 6168 1630 0,'1'-10'500'0,"1"1"-375"0,1-1 20 16,-1 5-14-16,0 3-10 0,0 2-21 0,0 2-31 0,0 0-24 0,-1 3-25 15,1 0-10-15,-1 2-3 0,1-1-9 0,0 2 4 0,0 0-12 0,-1 0-27 16,0 1-38-16,2-2-62 0,-1 2-77 0,0 0-90 0,0 0-115 16,0 1-170-16,-1 1-216 0</inkml:trace>
  <inkml:trace contextRef="#ctx0" brushRef="#br0" timeOffset="4507.99">21165 7848 2814 0,'1'-2'67'16,"1"2"9"-16,0 0 25 0,1 0 21 0,0 2 8 0,2 1-16 0,2 2-20 15,1 3-19-15,2 0-30 0,1 2-13 0,1 1-7 0,-1 2-6 0,1 1-2 16,-1 2-6-16,1 2 1 0,0-1-6 0,0 1-1 0,0 1 5 16,-2-2-10-16,1-1 0 0,-1 0 0 0,0-2 0 0,0 0 2 0,-1-3-6 15,-1 1-4-15,-1-1-18 0,1-2-14 0,-1-1-12 0,0-2-11 0,-1-2-12 16,0-1-11-16,0-4-14 0,-1-2 0 0,0-2 13 0,-1-3 19 15,1-2 22-15,-1-3 15 0,1-3 7 0,0 0 10 0,0-3 3 0,0-1 7 16,1-1 8-16,-1-2 2 0,0-1 6 0,0 1-5 0,0-2 3 16,0 1 2-16,0-1 4 0,1 0 6 0,0 2-5 0,0-1-1 0,0 2-8 15,0 0-2-15,1 2-5 0,1 2-2 0,0 1-5 0,-1 3-6 0,1 1-26 16,0 4-50-16,-1 2-84 0,0 1-114 0,0 2-114 0,0 2-134 16,0 0-490-16</inkml:trace>
  <inkml:trace contextRef="#ctx0" brushRef="#br0" timeOffset="4857.99">21895 7827 1390 0,'5'3'610'0,"0"0"-379"0,0 1-22 16,1-2-16-16,-1-1-9 0,1 0-34 0,0-2-40 0,0 0-23 16,0-1-25-16,-1-1-8 0,1-1-8 0,0 0-13 0,0-1 3 0,-1-1-7 15,-1-1-3-15,0 0 4 0,-1 0-8 0,-1-2-2 0,0 2 2 16,-1-3-5-16,-2-1 0 0,0 1-6 0,-1-1-3 0,-2 1-5 0,-1 0-1 15,-2 0 0-15,-2 0-7 0,0 1-3 0,-3 0-7 0,-1 0-13 0,-2 2-2 16,-1 0-5-16,-2 2-9 0,2 1 8 0,-1 2 5 0,0 2 0 16,0 1 25-16,3 1 5 0,-1 2-3 0,0 2 0 0,3 2-3 0,1 2 2 15,3 2 1-15,0 1 6 0,2 0-2 0,2 1 0 16,2 2 2-16,2 0 1 0,2 1 3 0,3-1 1 0,1 0-2 0,3 0 4 0,0-1-3 16,2-1 1-16,3 0 4 0,2-2-6 0,1-1 6 0,2 0-5 0,1-2-6 15,0 0 0-15,1 0-4 0,0-1 4 0,-1-1 0 0,1-2 2 0,0-3-2 16,0-1 4-16,1-1-1 0,1-2-5 0,-2-1 6 0,0-1-8 15,-1 0 3-15,-4-2-1 0,1-1-2 0,-2-1-1 0,-2-1-10 0,-1 0-10 16,-1-1-24-16,0 0-29 0,-1 0-38 0,-1-1-35 16,-1-1-35-16,0 2-44 0,-2-3-40 0,0 1-45 0,1-2-57 0,-1 2-36 0,1-3-37 15,-1 1-117-15</inkml:trace>
  <inkml:trace contextRef="#ctx0" brushRef="#br0" timeOffset="5308.51">22325 7085 1747 0,'-4'-6'217'15,"0"0"27"-15,-1 0-16 0,2 3-34 0,0 1-38 0,1 2-34 0,-1 3-22 16,1 0-19-16,1 3-16 0,0 2-7 0,0 2-6 0,2 3-6 16,-2 2-4-16,1 4-8 0,1 2-3 0,0 2-5 0,0 4-4 0,2 3-2 15,0 4 0-15,0 0-9 0,2 3 1 0,0-2-7 0,1 1-7 0,2-2 2 16,0 0 0-16,0 0-3 0,-1-1 4 0,2-1-15 0,0-3 6 16,-1-1-1-16,1-3-8 0,1 0 3 0,0-1-29 0,-1-5-20 0,1 0-20 15,0-1-17-15,-1-3-22 0,1-1-18 0,-1-2-31 0,-1-1-27 0,1-1-19 16,1-2 4-16,-1-2 32 0,-1-2 41 0,1-1-7 0,-2-2 48 15,0-1 48-15,0-3 34 0,0-2 73 0,0 0 6 0,0-4-5 0,0-1 8 16,-1-1 23-16,1 0 27 0,0-1 15 0,0 1-4 0,0-1-15 16,0-1-11-16,-1 1-12 0,1 0-7 0,0 3-6 0,0-1-13 0,0 2-8 15,0 2-12-15,-2 2-9 0,1 1-3 0,0 3 1 0,0 1-3 0,-1 3-4 16,1 0-4-16,-1 1-8 0,1 2-5 0,0 2-2 0,-1-1-7 16,0 2 1-16,0 1-3 0,1-1-1 0,0 1-3 0,0-1-8 0,-1-2-11 15,1 0-13-15,-2-2-14 0,0 0-18 0,0-3-34 0,0 1-49 0,0-3-66 16,-2-1-62-16,0-2-77 0,-1-1-102 0,-1-2-361 0</inkml:trace>
  <inkml:trace contextRef="#ctx0" brushRef="#br0" timeOffset="5445.51">22696 7378 1712 0,'-1'-9'715'0,"2"1"-593"0,0 1 22 0,0 4 4 16,0 3-10-16,1 3-21 0,-2 0-26 0,0 4-20 0,0 2-28 0,0 2-16 15,0 0-9-15,-1 2-11 0,1-1-3 0,-1 2-2 0,1 0-8 0,-1 0-21 16,0 0-34-16,0-3-52 0,0 1-72 0,0 0-110 0,0 0-161 15,1-1-213-15,0-1-401 0</inkml:trace>
  <inkml:trace contextRef="#ctx0" brushRef="#br0" timeOffset="7375.51">19376 7101 490 0,'28'-1'77'0,"4"0"-11"15,11-1 11-15,0-1 16 0,-1-1 11 0,3 1 8 0,6-2-12 16,2-1-14-16,4 0-11 0,4-1-8 0,3-2-7 0,4 1-4 16,2 0-10-16,6-2-6 0,3 1-3 0,4-2-2 0,2 0 8 0,5 1 2 0,3-2-4 15,4 0 1-15,4-1-8 0,4 1-7 0,3 0 5 0,5 0-6 16,2 0 3-16,4 0 2 0,3-1-5 0,4 0 3 0,2 0 1 0,1-1 6 16,3 1-6-16,3 2 0 0,1 2 1 0,2 0-5 0,0 2 9 15,1 0 3-15,1 0-2 0,0 1 0 0,0 2 0 0,2 1 1 0,-1 0-7 16,-2 1 2-16,1 0-4 0,-1 1 7 0,-3 2 0 0,0 0 0 15,-2 2-5-15,-3 0-2 0,-1 0 1 0,-4 1-11 0,-2-1-2 0,-4 1-3 16,-3 0-8-16,-4 0 4 0,-6 1-1 0,-3-1-3 0,-3 1 5 0,-5 0-10 16,-3 0 0-16,-5-1-2 0,-4 0-8 0,-3 1-15 0,-7 1-33 0,-3-1-37 15,-3 0-44-15,-5 0-31 0,-3 0-31 0,-5 1-26 0,-3-1-15 16,-4 1-4-16,-5 0 4 0,-4-1-9 0,-3 1-10 0,-6 0-126 0</inkml:trace>
  <inkml:trace contextRef="#ctx0" brushRef="#br0" timeOffset="7960.51">18377 8682 278 0,'113'-5'173'0,"13"-1"-80"0,33 0 19 0,-9 1 6 0,-15 1 15 0,6 0 3 16,3 0-4-16,2 1-8 0,4 0-13 0,2 1-9 0,5 1-9 0,1-1-6 15,3 0-1-15,1 0-3 0,3 1 4 0,3 0 1 0,1 0-4 16,3 0 2-16,2 0-6 0,2 0-8 0,3 0-1 0,3 2-8 0,2-1-3 16,0 1 2-16,2 0-1 0,-1-1-6 0,0-1-2 0,3 1-10 0,0-1 0 15,1 0-6-15,1 0 0 0,1-1 1 0,0 0-2 0,-1 0 2 16,1 0-2-16,-3-1-3 0,-1 1-7 0,0-2 2 0,-3 1-3 0,1 0-5 16,-4-1-4-16,-1 0 9 0,-3-1-4 0,-3-1 2 0,-3 2 1 0,-1-2-10 15,-4 1-1-15,-3 0-4 0,-3-1 7 0,-6 0-10 0,-5 0 3 16,-4 0-2-16,-6 0-14 0,-6 1-6 0,-4-1-21 0,-8 1-20 0,-4-1-23 15,-6-1-29-15,-5-1-23 0,-4 0-20 0,-7-1-21 0,-5-1-40 16,-5 0-35-16,-4 2-52 0,-4-3-62 0,-7-1-56 0,-4-1-170 0,-5-1 122 16</inkml:trace>
  <inkml:trace contextRef="#ctx0" brushRef="#br0" timeOffset="13849.51">20703 10066 2827 0,'-5'9'108'0,"3"2"-69"15,1 5-13-15,6 0-30 0,3 3 11 0,3 3 0 0,3 1 0 16,1 3 13-16,2 0-21 0,-1 3-3 0,1-1 8 0,1 2-6 0,-3 0 2 16,1 3 0-16,-2 2-2 0,0 1 2 0,0-2-2 0,1-2-6 0,0-7 1 15,1-5 0-15,-1-5 14 0,1-4 2 0,1-5 3 0,-2-1 1 16,0-3 1-16,0-3 7 0,0-2 5 0,1-4 6 0,-2-1 4 0,1-3-4 16,1-5 0-16,0-3 0 0,1-2-5 0,2-5 2 0,1-3-13 15,2-4-7-15,3-2-1 0,2-3-3 0,2-2-3 0,2-2-4 0,0-5-3 16,3-1 6-16,2 1 3 0,0-3-8 0,1 1-1 0,-1-1-10 0,2 2 3 15,-1 2-6-15,-1 1-4 0,0 0-6 0,-4 5-17 0,-1 4-10 16,-3 3-13-16,-1 6-6 0,-3 2-15 0,-2 5-12 0,-4 6-25 0,-4 2-33 16,-2 3-60-16,-3 3-57 0,-2 2-69 0,-4 3-54 0,-2 2-33 0,-1 3-224 15</inkml:trace>
  <inkml:trace contextRef="#ctx0" brushRef="#br0" timeOffset="14229.51">21693 10277 1479 0,'-6'15'988'0,"1"3"-860"0,1 3-51 16,4-3-42-16,3-4-15 0,4 0 0 0,3-2-9 0,3 0 4 0,1-3-7 15,1-1 2-15,1-1-3 0,0-2-1 0,0-2-1 0,0-2 0 16,0-1 3-16,2-2-1 0,-1-2 5 0,-1-1 1 0,2-3 0 0,-2 0-2 16,1-4 9-16,-2-2-3 0,2-2 3 0,1 0-3 0,-2 0-5 15,2-2-2-15,-2-1 2 0,0-1-7 0,-1 0-2 0,0-1 1 0,-1 2-6 16,-3-2-5-16,-2 1 9 0,-3 1-4 0,-1 0-3 0,-1 0 10 0,-2 2-5 15,-1-2 2-15,-3 3 3 0,-1 0-1 0,-1 4-4 0,-2 1 0 16,-1 2 1-16,-3 2-4 0,-1 1 3 0,-1 3-5 0,-3 2 3 0,1 2 2 16,-1 3 2-16,-1 2-2 0,-1 1 0 0,0 3-2 0,-1 2 2 0,1 1-3 15,2 2-4-15,2 1 8 0,1 1-2 0,1 0 2 0,2 2-14 16,2 0 13-16,2 0 5 0,4 3 0 0,1 0 21 0,2 0-14 0,4 1-2 16,1-1 7-16,2-2 7 0,3-1-6 0,1 0 4 0,3-2 3 15,4-1-9-15,1 1 5 0,1-2 0 0,3-1-14 0,2-1 0 0,0-1-2 16,2 0-3-16,-1-2 9 0,0-2-1 0,2-1-8 0,0-2-4 0,-2-1 1 15,1-1 1-15,-3-1 3 0,-2-1-3 0,0-2-9 0,-3-2-16 16,0-1-17-16,-1-2-16 0,-1-2-26 0,2 0-30 0,-1-4-24 0,-2-2-39 16,1-2-42-16,-1-1-48 0,-3-2-57 0,2-2-39 0,-1-1-5 0,0-1 1 15,-2-2-160-15</inkml:trace>
  <inkml:trace contextRef="#ctx0" brushRef="#br0" timeOffset="14577.51">22861 9443 1184 0,'-11'2'484'0,"0"0"-348"16,0 3-34-16,2 2-25 0,2 1-7 0,1 2 7 0,2 2-7 0,0 0-14 15,0 5-11-15,0 3-4 0,-1 3-6 0,-1 4 4 0,2 4 0 16,-3 2-6-16,0 2-4 0,0 4 3 0,-1 1-1 0,1 3-3 0,-1 4-4 16,0 0-12-16,1 1-4 0,-2 1-3 0,1 1-3 0,2 0-12 15,1-1 7-15,2-3 0 0,1-2-2 0,1-2 5 0,1-5-13 0,3-2-4 16,1-3-9-16,2-3-6 0,1 0-1 0,1-3-3 0,2-3 2 0,0-2 2 15,1-3 6-15,1-4 3 0,1-1 8 0,0-4 6 0,1-2 1 16,0-3 10-16,1-2 2 0,0-3 8 0,1-2 0 0,1-2-1 16,0-3 1-16,-1-2 1 0,2-1-1 0,-1-1-3 0,2-2 10 0,-2-2-4 0,2 0 2 15,1-1 5-15,-2-1-2 0,1-1-1 0,0 1 5 0,-2 1-4 16,1 1-5-16,-1 2-3 0,1 2 0 0,-2 4-12 0,-1 1 0 16,-1 3 1-16,-2 2 2 0,-1 3 4 0,0 1 4 0,-1 3 0 0,-2 1 4 15,1 2-1-15,-2 2-9 0,0 2-5 0,-1 2-6 0,-3 0-4 0,2 0 2 16,-3 1-3-16,1 1-12 0,0 1 2 0,-1-2-15 0,-1-1-15 15,1-2-33-15,-2-1-134 0,1-3-117 0,0-2-35 0,-1 0-23 0,-2-3-20 16,0-1-126-16</inkml:trace>
  <inkml:trace contextRef="#ctx0" brushRef="#br0" timeOffset="14698.51">23179 9877 3502 0,'-16'-12'123'0,"3"3"-30"0,0-2-24 0,6 6-27 0,4 3-23 0,2 1-17 16,1 2-9-16,0 2-3 0,-1 1 0 0,0 2-1 0,-1 1-7 0,-1 0-22 15,0 2-46-15,-1-1-62 0,0 0-114 0,0-1-202 0,2-1-301 16,-1-3-582-16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11:40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6095 5886 212 0,'-3'-8'98'0,"0"-1"-14"0,-1-1 0 0,1 0-5 0,0 2 0 15,-1 1-1-15,1 2-2 0,-1-1-7 0,1 1-4 0,-2-1-5 16,0 2-7-16,-1 0-9 0,0 0-7 0,0 1-5 0,-1 0 1 0,0 0-4 16,-1 1-4-16,1-1-2 0,0 1 2 0,0-1-1 0,0 0 6 0,-1 0 0 15,1 0 1-15,0 1 1 0,1-3-6 0,0 0 4 0,-1 0 2 16,3-1 1-16,-1 0 5 0,0 1-3 0,0-1 5 0,0 1-1 0,0 0 0 16,0 2 11-16,0-1-6 0,0 1-2 0,-1 0 3 0,0 1-13 0,1 0-5 15,-2 0-1-15,1 1-4 0,-1 0-2 0,-2 0 0 0,3 0-3 16,0 1-3-16,-1 0-2 0,1 0 2 0,1 0-4 0,0 1 2 0,-1 0 1 15,2 0-3-15,0-1 5 0,1 1 1 0,3-1 0 0,0-1-1 0,1 0 2 16,2 0-3-16,1-1 4 0,4-1 1 0,0-2 2 0,5 0 3 16,5-3 2-16,3-1 5 0,3-2-2 0,4-1 7 0,1-2-1 0,5-2-3 15,2-1 4-15,2 0-4 0,6-1-2 0,1-2 1 0,1 1-5 16,3 0 1-16,3-1 3 0,0 0 1 0,3 0 1 0,3-3-4 0,2 1-2 16,2-1-4-16,1 0-5 0,2 1 2 0,2 0-9 0,2 0 2 0,1 2-2 15,2-1-5-15,1 3 0 0,2 1-5 0,0 0-5 0,1 1 7 16,1-2-1-16,2-1 4 0,1 0 21 0,2 0-4 0,1 3 9 0,0 0 1 15,0 0-8-15,1 1 2 0,-3 1-5 0,3 0 5 0,-1 2-6 0,-1 2 1 16,1 1-1-16,-1 3-10 0,-2 2 1 0,0 1-4 0,-2 0 2 16,0 0 2-16,-1-1 1 0,0 1 1 0,1 1 3 0,-4 2 0 0,0 0 6 15,-2 2 0-15,-3 0-7 0,-2 1-1 0,-1 2-1 0,-4 1-8 0,-3 0 1 16,-1 2-2-16,-4 1-1 0,-3 0 3 0,-3 2-3 0,-4 0 1 16,-1 0-6-16,-4-2 6 0,0 2-2 0,-4 0-4 0,-3-1-15 0,-2 0-8 15,-2-1 3-15,-2-2 4 0,-2 1 12 0,-2 1 6 0,-2 0-2 16,-2-1-3-16,-3-1-2 0,-2 0-2 0,-2-2-4 0,-2-1-7 0,-2-1 6 15,-2 0-17-15,-1 0-13 0,-2-1-27 0,-3 0-28 0,-1 0-23 0,-3-1-18 16,-1 0-20-16,-3-1-40 0,-2 0-79 0,-3 0-99 0,-2-1-78 16,-6 1-22-16,-4 0-150 0</inkml:trace>
  <inkml:trace contextRef="#ctx0" brushRef="#br0" timeOffset="534.99">5841 5597 364 0,'10'6'151'0,"4"3"-84"0,5 2 10 0,-1 1 11 15,2 0-5-15,1 0-16 0,0 3-5 0,4-1-5 0,0 1 0 16,2-1 5-16,1 2 0 0,3 2 8 0,2 0 1 0,2 0 1 0,1 0-2 16,3 2-2-16,1 0-2 0,1 1-5 0,2 1-1 0,1-2-2 0,3 2 1 15,1-1-5-15,2 0-1 0,0 2 0 0,0-1-3 0,0 1-3 0,3 1-2 16,1-2-9-16,0 0 2 0,3 2 1 0,0-1-5 0,1 1 4 15,3 0-3-15,-1 3-2 0,2 1-4 0,1-1-1 0,1 2-14 0,0 1-4 16,1 2 2-16,1 1-1 0,-1 0 13 0,0-1 2 0,3-2-2 16,0 1-1-16,2-2-4 0,0 3 2 0,-1-1 0 0,1 3-7 0,0 1 1 15,-1 1-6-15,-1-1-2 0,1 3 3 0,-1-4 3 0,2-1 5 16,-2 1 0-16,1-4-7 0,-1 1-2 0,1-1 9 0,-3 0 2 0,0 0 8 16,0 1 9-16,-3-2-8 0,-1 1-2 0,-1-2-3 0,-2 1-2 0,-2 0-3 15,-1 1 3-15,-4 0-6 0,-2-2-1 0,-2 2-1 0,-2-4 0 16,-3 2 2-16,-1-1-6 0,-2 0 1 0,-2 0-4 0,-2 0 0 0,-2 1-4 15,-4-3-10-15,-2 0 0 0,-1-1 0 0,-3-1-2 0,0 0 18 0,-2-2 2 16,-1 0-1-16,-1 0 1 0,-3-2-8 0,-1 0-6 0,-1-1 1 16,-2-2 0-16,-1 0-3 0,-3 0 0 0,0-2-13 0,-4-2-12 0,0 0-23 15,-2-1-43-15,-2-1-48 0,0-2-58 0,-1-1-70 0,-1-2-100 16,-1-3-102-16,-1-1-47 0,1-2-192 0</inkml:trace>
  <inkml:trace contextRef="#ctx0" brushRef="#br0" timeOffset="3636.99">10657 4480 1574 0,'1'6'120'0,"1"0"-32"0,1 6 40 0,-1 1 38 15,0 3 13-15,1 0-8 0,1 4-18 0,1 1-25 0,-1 1-16 16,2 2-13-16,-1 2-12 0,0 1-11 0,0 1-22 0,0 0-9 0,1 4-9 16,1-1-4-16,1 1-2 0,0-2-5 0,1 0-3 0,1-2-3 0,-1 0-4 15,2-2-1-15,1 0-5 0,1-3-1 0,1-2-1 0,1 0-1 16,1-3-14-16,1-4-3 0,2 0 2 0,-1-3-2 0,2 0 11 0,-1-3 4 15,-1-1-4-15,1-4 2 0,0-2-2 0,-2 0-2 0,2-3 0 16,-1 0-1-16,1-3-1 0,-2-3 0 0,1-2 4 0,0-1 17 0,-2-3 1 16,0-1-2-16,1-4 4 0,-1-4-11 0,-2-1-7 0,1-2 2 0,-1 0 3 15,0-2-1-15,-2-1 5 0,0 1 4 0,-2-1-3 0,-1-1 3 16,-2-2-2-16,-1 2-2 0,-3-1-1 0,-2 4 1 0,-2 0 0 0,-3 1 4 16,-3 2 0-16,-1 0-4 0,-4 2 0 0,-2 2-1 0,-1 1-14 0,-4 4 10 15,-2 0-8-15,0 3 2 0,-4 3 7 0,-1 2-9 0,1 3 4 16,-2 3 0-16,2 2-2 0,-1 1 2 0,1 4-2 0,0 3-4 0,0 3-1 15,1 2 10-15,1 1-3 0,1 1-6 0,0 3-1 0,3 1-21 16,3 0-10-16,3 2-16 0,0 1-33 0,3-2-40 0,1 1-50 0,2 1-63 16,3-2-66-16,1 2-121 0,2-3-147 0,2 0-22 0,2-2-151 0</inkml:trace>
  <inkml:trace contextRef="#ctx0" brushRef="#br0" timeOffset="3935.99">11242 4929 936 0,'8'16'283'0,"-2"1"-84"0,3 4 18 16,-1 2 10-16,0-1-2 0,-1 2-39 0,3 1-49 0,-1 2-38 0,-2 1-13 16,2 0-12-16,-2 3-1 0,2-1-9 0,-1 2-23 0,1-1-5 0,-1 2-21 15,0-1 0-15,-1 2-5 0,0-1-2 0,-1-1 3 0,1-2-8 16,-1-1-1-16,0-1-1 0,0 0-2 0,-1-1-4 0,1 0-7 0,-1-2-3 16,-1-3-6-16,2-1-4 0,-1-5-8 0,2-4 1 0,0-3 6 0,-1-5 6 15,1-2 12-15,-1-3 5 0,-1-2 14 0,1-3 6 0,-2-3 2 16,1-3 6-16,0-3-15 0,0-2 3 0,-1 0 2 0,0-4-5 0,0-2 6 15,-1 0-6-15,-1-2-5 0,-1 0 1 0,-1 0-6 0,-1-2 2 16,-2 2 0-16,-2-4-4 0,-1 2 2 0,-2-2-5 0,-1 3-7 0,-1 0-5 16,-2 1-6-16,-2 2-5 0,0 0-15 0,1 1-3 0,-2 3-5 0,1 1-8 15,1 1-2-15,0 4-15 0,2 1-13 0,-1 0-18 0,2 3-18 16,0 2-13-16,0 1-22 0,1 1-16 0,1 2-21 0,0 1-11 0,1 1-2 16,0 1 15-16,1 0 27 0,3 0 19 0,2-1 15 0,1 1-4 0,1 0-105 15</inkml:trace>
  <inkml:trace contextRef="#ctx0" brushRef="#br0" timeOffset="4203.99">11451 4974 207 0,'8'-2'162'0,"1"0"-60"0,3 1 5 0,-2 0 14 0,-3 1 5 15,1 1-8-15,1 1-16 0,1 1-21 0,0 0-14 0,0 2-7 16,-1 1-7-16,-1 0-4 0,0 1-7 0,1 0-8 0,-1-1-9 0,0 0-6 16,0 0-3-16,0 0-7 0,-1-1 2 0,-1-1-2 0,1-1-1 0,0-1 3 15,0-2 6-15,1 0 7 0,-1-2 6 0,0-1 10 0,0-1 5 16,-1-1 7-16,1-2 3 0,1 0 8 0,0-3 4 0,0 0 8 0,-1-1 4 15,-1-1 2-15,1 0 2 0,-2-2 4 0,0 0 2 0,-1-2-1 16,-1 1-1-16,1-1-7 0,0 0-1 0,-2 0-5 0,-1 1-9 0,-1 0-4 16,0 0-11-16,-2-1-7 0,0 1-7 0,-1 0 1 0,-1 0-7 0,-1 1-1 15,1 3 2-15,-3-1-10 0,0 1 0 0,-2 2-7 0,-1 0-1 16,-1 1 1-16,1 2-8 0,-1 1-3 0,0 2-6 0,0 1-8 0,-1 1-3 16,0 2-6-16,1 1-10 0,-1 1-13 0,0 2-22 0,0 1-28 0,1 3-43 15,-1 1-38-15,2 2-43 0,0 1-58 0,-1-1-75 0,1 2-59 16,1 2-6-16,2-1 34 0,3 1-134 0</inkml:trace>
  <inkml:trace contextRef="#ctx0" brushRef="#br0" timeOffset="4401.99">11821 4778 485 0,'9'1'440'0,"-1"2"-256"0,3 1-12 0,-2-1 14 0,-2 1 5 15,2 0-20-15,-1 1-39 0,1 1-43 0,-1 1-30 0,-1 0-17 16,1 1-13-16,0 1-9 0,-1 1-5 0,0-1-6 0,1 0-3 0,-1 1-5 15,0-1-1-15,0 0-1 0,0-1-2 0,1 0-2 0,0-3-1 0,0 1-2 16,-1-1-9-16,0 0-2 0,0-2-8 0,0 0-15 0,1-1-15 16,-1-2-36-16,-2-1-66 0,2-2-60 0,-1 0-53 0,1-3-34 0,0 0 12 15,1-2-18-15,1-3-17 0</inkml:trace>
  <inkml:trace contextRef="#ctx0" brushRef="#br0" timeOffset="4604.99">12318 4283 1595 0,'3'-20'367'15,"0"1"-107"-15,0-6-4 0,0 8-7 0,-1 5-29 0,0 4-45 0,-1 4-33 16,-1 1-31-16,-1 3-12 0,0 3-4 0,-1 1-15 0,0 1-15 16,0 3-10-16,0 4-11 0,0 1 5 0,0 3-2 0,-1 1-2 0,0 2-2 15,0 3-7-15,1 1-8 0,1 4-6 0,-1 2-10 0,1 4-12 0,1 1 0 16,0 4 0-16,1-1 0 0,1 0 0 0,1 3 0 0,1-4 0 16,0 2 0-16,2-3 0 0,-1 0 0 0,2 1 0 0,0-4-2 0,-2 0-44 15,3-5-18-15,0-2-26 0,0-1-24 0,2-3-27 0,-1-1-27 16,0-2-30-16,0-3-28 0,1-1-24 0,-1-3-63 0,1-2-198 0,-1-1 28 15,-2-3 95-15,-1-1 81 0,-2-4 127 0,-2-2-1 0,-1-3-165 0</inkml:trace>
  <inkml:trace contextRef="#ctx0" brushRef="#br0" timeOffset="5034.99">12254 4812 749 0,'-17'-13'319'0,"0"-2"-59"0,-4-3-2 0,3 4-19 0,5 3-33 0,2 3-40 16,0 4-26-16,3 0-16 0,2 1-14 0,1 2-12 0,3 2-12 0,1 0-9 15,1 2-11-15,3 0-4 0,0 0-5 0,3 0-2 0,3 2 1 0,1-1-4 16,1 0-4-16,3 0-9 0,-1-1-1 0,2 0-6 0,1 0 3 15,-1 0-3-15,2 0-1 0,0 0-5 0,-1-1 4 0,3 0-5 0,0 0-2 16,0 0-3-16,0 1-1 0,1 0-10 0,-1-1 3 0,0 0-3 16,0 0-3-16,0 0 5 0,-2 0-4 0,1 2 1 0,-1 0-1 0,0 0-5 15,-1 2-4-15,-1-1 2 0,1 1-7 0,-2 0 5 0,-1-1 2 0,0 1-4 16,0 0 8-16,0 0-8 0,-2 0 2 0,-2 0 2 0,0 0-7 16,0-1 1-16,-1 0-3 0,0 0 1 0,-1-1 3 0,0 0-1 0,-1-1 0 15,1-1-1-15,-1 0 1 0,0-1 4 0,0-1-5 0,0 0 5 16,0 0 0-16,0 0-3 0,2-1-3 0,-1 0 1 0,1 0-3 0,1 0 3 15,1 0 1-15,-1 1 1 0,0 0-4 0,0-1-1 0,-1 0 1 0,0-2 0 16,0 1 2-16,0-1-3 0,1 0 7 0,-2-1 1 0,1-1 2 16,-1 0 4-16,-1-2-3 0,0 0 1 0,0 1 2 0,0-3-2 0,-1 1 5 15,0-1 1-15,-1 0 3 0,-1-1-4 0,1-1 2 0,-2-1 6 0,0-1-6 16,-1 1 6-16,0 0 2 0,-2 0 0 0,-1 2 2 0,-1-2-1 16,-1 1-1-16,-1 0-2 0,-1-1 4 0,-1 2 2 0,-1 0 0 0,-1-1-2 15,-2 0 0-15,-1 1-5 0,-1-1 1 0,-1 3-5 0,0-1 3 16,-2 1-5-16,-1 1-1 0,-1 2 1 0,0 1-8 0,0 2 2 0,0 2-4 15,1 1-2-15,0 3-2 0,1 3 3 0,1 1-7 0,2 2 0 16,0 0-3-16,1 2-4 0,1 2-2 0,1 0-8 0,2 1-6 0,4-1-14 16,0 3-20-16,1 0-26 0,3 1-29 0,1 0-29 0,1 2-23 0,2-1-37 15,3-2-44-15,1-1-84 0,3-2-97 0,2-1-55 0,2-3 3 16,0 0-127-16</inkml:trace>
  <inkml:trace contextRef="#ctx0" brushRef="#br0" timeOffset="5283.99">13142 4765 961 0,'10'1'255'0,"1"2"-72"0,3 2-17 0,-2 2 16 0,-2 1-7 16,-1 0-25-16,-1 3-36 0,1 0-26 0,-1 1-13 0,0 0-14 0,-1-1 1 16,-1 2-9-16,0 0-7 0,-2 0-5 0,-1 0-4 0,0 0-3 15,-1 1 8-15,-2 0 8 0,0 0 7 0,-2-1 14 0,-1-1 2 0,0 0 7 16,-3-2 6-16,0-1-7 0,-1-1-1 0,0-3-9 0,-1-1-5 16,0-2-7-16,0-2-2 0,0-3 0 0,2-2-5 0,-2-4 0 0,2-1-5 15,0-3-1-15,2-2-3 0,1-1-8 0,2-3-2 0,2-2-4 0,2-1 1 16,2-3-1-16,1-1-3 0,3-5-2 0,-1-2 2 0,2-3-4 15,2-2-2-15,1-1-6 0,2 1-12 0,1 0 0 0,2 0 0 16,1 2 0-16,1 2 0 0,1 2 0 0,3 3 0 0,0 3 0 0,1 2 0 16,-1 4-10-16,-1 0-28 0,0 2-30 0,-3 2-24 0,2 3-33 0,-2 1-46 15,-2 2-56-15,2 3-72 0,-1 1-110 0,0 2-167 0,-1 3-133 0,-1 2-255 16</inkml:trace>
  <inkml:trace contextRef="#ctx0" brushRef="#br0" timeOffset="5904.99">10643 7509 1303 0,'-2'1'270'0,"-1"1"-97"0,-2 0 10 0,2 1 7 0,0 0 7 0,1 0-16 15,1 1-22-15,0-1-27 0,1 2-22 0,0 1-14 0,0 0-8 0,1 2-9 16,1 2-16-16,2 1-15 0,0 1-10 0,1 2-25 0,0 2-2 0,3 3-6 16,2 1 9-16,1 2 10 0,1 1-4 0,1 1 0 0,1 1-16 15,2 1-1-15,1 0-1 0,0 0-2 0,-1-2-2 0,1 1 2 0,0 0-3 16,-1-2 1-16,2 0 0 0,0-3-7 0,1-3 0 0,-1-2-13 0,0-2-11 15,0-2-15-15,-2-3-9 0,1-1-7 0,-1-3-6 0,0-3 2 16,-2-2 1-16,0-2 5 0,0-3 15 0,-1-1 5 0,-1-4 11 0,-1-1 9 16,0-3 1-16,-2-1 9 0,0 0 6 0,-1-3 4 0,-1 0 6 15,-1 1 2-15,0-1 6 0,0 0 1 0,-1 1 3 0,-1 1 9 0,-1-1 5 16,0-1 6-16,-2 1 8 0,0-1 4 0,-1 0 6 0,0 2 0 0,-1 0 5 16,0 2-15-16,0 0-7 0,1 5-5 0,0 1-6 0,1 3 3 15,-1 4-2-15,0 2 5 0,1 1 1 0,-1 4 4 0,0 1 1 0,0 3 10 16,0 4-1-16,1 2-12 0,0 3 3 0,0 1-18 0,1 4 1 15,-1 1 0-15,0 1-4 0,1 3-5 0,0 1-3 0,0 3 1 0,1-1-7 16,0 2 1-16,1-3-2 0,0-1 2 0,0-3-2 0,-1 0-4 0,2-2-6 16,-1-1-7-16,1-1-8 0,-1-3-17 0,0-1-54 0,1-1-41 15,-1-1-21-15,2-3-31 0,-1-1-51 0,1-3-129 0,0-3-183 0,0-4-110 16,1-2-95-16</inkml:trace>
  <inkml:trace contextRef="#ctx0" brushRef="#br0" timeOffset="6216.99">11685 7506 1186 0,'-1'-8'222'0,"-2"1"-10"0,0 0-4 0,-1 3-18 0,-2 3-30 15,0 2-23-15,-1 1-17 0,-2 2-9 0,1 3-3 0,-1 1 4 0,-1 1-12 16,1 1-7-16,-2 1-13 0,1-1-11 0,-1 2 0 0,1 0-9 0,1 1-1 16,1 1-9-16,0-1-3 0,1-1-19 0,2 1-12 0,1-2 1 15,2 1-10-15,1 0 24 0,2-1-1 0,1 1-8 0,1-1-3 0,2 0-17 16,1-1-2-16,1-1-4 0,2 0 6 0,-1 0-4 0,3 0 2 0,1-1-5 15,1-1-5-15,-1-1-1 0,0 0-2 0,1-1 0 0,-1 1-2 16,-1 0 4-16,1 0-4 0,-2 1-14 0,0 1 2 0,-2 1 1 16,-1 0 8-16,-2 0 14 0,-1 0-1 0,-1 1 5 0,-2-1-2 0,-1 0-3 15,-1 1 3-15,-2 1-7 0,-1-2 0 0,-1 2-7 0,-2 0-6 0,-1 0-10 16,-1 0-14-16,0-1-14 0,-1-1-14 0,-1 0-7 0,0 0-5 16,0-2 0-16,0 0 2 0,2-1-5 0,1-1-7 0,-2-2-21 0,3 0-23 15,-1-2-18-15,2-2-18 0,3 0 3 0,-1-5 3 0,1 0 6 0,2-3 3 16,1-2-15-16,2-2-31 0,1-2-12 0,3-5-11 0,3-3-97 15</inkml:trace>
  <inkml:trace contextRef="#ctx0" brushRef="#br0" timeOffset="6403">11988 7130 1868 0,'2'-10'306'0,"-1"3"-48"16,0-2-9-16,-1 5-17 0,-1 3-49 0,0 3-42 0,-1 1-26 15,1 2-22-15,-2 1-3 0,1 2-6 0,-1 2-10 0,-2 2-7 0,1 2-12 16,1 1-12-16,-1 0-4 0,1 3-8 0,0 2-3 0,-1 2-3 0,1 4-9 15,0 1-4-15,1 3-8 0,-1 0-4 0,1 2 6 0,1-2-8 16,0 3 0-16,1-1 0 0,1 3-4 0,0-1-2 0,1 0-18 0,1-1-1 16,1 0-14-16,0-3-23 0,0 1-12 0,1-3-47 0,0-1-43 15,1-1-54-15,-1-3-71 0,0 0-82 0,1-5-103 0,1-1-71 0,0-2-43 16,0-4-153-16</inkml:trace>
  <inkml:trace contextRef="#ctx0" brushRef="#br0" timeOffset="6899.99">11863 7625 785 0,'-6'-3'349'0,"-1"0"-69"0,-2 1-2 0,3 0-33 0,1 2-33 16,1 0-55-16,2 0-27 0,0 1-19 0,2 0-25 0,0 0 3 0,2 0-17 15,1 0 0-15,1 0-10 0,1 0-14 0,1 0-14 0,1-1-8 16,1 0-11-16,1-1-3 0,3 0 0 0,0-1 6 0,2 0-13 0,0 0 11 16,-1-1-6-16,2 0-8 0,0-1 7 0,0 0-13 0,-1 0 1 0,1-2-6 15,0 0 0-15,-1 0-1 0,-2-1-3 0,1 0 5 0,-1 0-3 16,0 0 4-16,-1 0 1 0,0 0 2 0,-3 0 6 0,1 0 1 0,0 0-1 15,-2 0 1-15,0 1-1 0,-1 2 0 0,0-1 5 0,-1 2-4 16,-2 1 8-16,-2 0-1 0,0 1 1 0,-1 2 3 0,-1 0-2 0,0 2 4 16,-1 1-4-16,-1 1 0 0,-1 1 0 0,0 2 3 0,0 0-3 0,0 2 0 15,0 0 1-15,0 2-2 0,1 1 1 0,0 0-5 0,0 1 6 16,1-1-22-16,-1 1 2 0,2 1 8 0,1 0-2 0,1 0 18 0,0 1-2 16,1-1-12-16,0 0 1 0,2-2-6 0,1 0 4 0,0 0-2 15,2-1 0-15,1-2 2 0,1-1-2 0,-1-3-6 0,2 1 8 0,0-2-9 16,0-2 0-16,1-1 1 0,0-1-11 0,0-2-1 0,0 0-4 0,1-2 3 15,0-1-4-15,0-2-3 0,-1 0 1 0,1-2 1 16,1-2-1-16,-1-1 3 0,1-1 1 0,-2 0 6 0,0-1 8 0,0-1 7 16,0 0-2-16,0-2 4 0,0 1-11 0,-2 0 4 0,1 0 19 0,-1 1-1 15,0 1 15-15,-1 1 0 0,-2-1-4 0,0 2 2 0,-2 0 9 0,0 1 4 16,-1 3 0-16,-1 1 10 0,-1 1-3 0,1 2 5 0,0 1-1 0,-1 2-4 16,-1 1-2-16,1 1-1 0,0 1-4 0,-1 1-5 0,2 3-5 15,-2-1-7-15,2 4-3 0,-1 0-1 0,1 1-3 0,0 2-7 0,-1-1-16 16,2 2-5-16,0 0 11 0,1 1-4 0,0 1 19 0,0 0-5 0,1 1-4 15,0-1-4-15,1-2-10 0,1 1 4 0,1-1-1 0,0-1-5 16,0-1 1-16,1-2-37 0,0 0-21 0,1-2 0 0,-2 0-7 0,2-2-8 16,0-2-29-16,0-2-58 0,1-2-50 0,-1-1-48 0,-1-1-104 15,0-2-138-15,-1-2-85 0,0-1-208 0</inkml:trace>
  <inkml:trace contextRef="#ctx0" brushRef="#br0" timeOffset="7283.99">12928 7439 808 0,'-1'7'315'0,"0"2"-26"0,1 3-9 0,0 0-15 0,-1 0-31 16,2 2-32-16,-1 0-30 0,0 1-23 0,1 0-21 0,0 0-13 0,1 2-21 16,0-1-26-16,1-1-16 0,0 1-16 0,1-1 3 0,1 0 4 0,0-1-6 15,1 1 0-15,-1-2-16 0,2-1 3 0,0-2-4 0,1-1-3 16,-1 0-3-16,1-1-3 0,0-1 2 0,0-2-4 0,0 1 4 0,0-2-3 15,0-1-3-15,0-1 2 0,0-2-1 0,0-1 5 0,-1-2-2 16,1-1 0-16,-2-1 4 0,1-2-4 0,0-2 3 0,0 1-3 0,-1-2 2 16,1 1-2-16,-1-3 1 0,0-1-1 0,0 0 0 0,0-2-7 0,0 2 6 15,1-2 16-15,-1 0 7 0,0 0 9 0,1 1 10 0,-1-2-17 16,0 0 2-16,1 2-1 0,-1 1-11 0,-2 1 5 0,2 3-8 0,0 2-4 16,-1 1 0-16,1 3-8 0,0 1 4 0,-1 2-14 0,1 2 0 0,-1 2 0 15,1 2 0-15,0 1 0 0,0 2 0 0,1 2 0 0,-1 0 0 16,1 3 0-16,0 0 0 0,-1 2 0 0,1 0 0 0,-1 1 0 0,0 0 0 15,0 2 0-15,1-2 0 0,-1 2 0 0,1-1 0 0,0-3 0 16,0 2 0-16,0-2 0 0,0 0 0 0,-1-1 0 0,0-2 0 0,-2 0 0 16,1-3 0-16,-1-1 0 0,0-1 0 0,0 0-10 0,-1-2-62 0,-1-1-26 15,-1 0-36-15,-1-1-33 0,0-2-65 0,-1 0-94 16,0-2-159-16,-1 0-230 0,1-2-83 0,0 0-32 0</inkml:trace>
  <inkml:trace contextRef="#ctx0" brushRef="#br0" timeOffset="-148971.55">12492 5445 84 0,'20'2'35'0,"5"2"6"0,9-1 13 0,1 0 3 16,2-3-5-16,3-2-3 0,3-1-8 0,7-2 3 0,3-2-5 0,3 0-1 16,5-2-4-16,2-1-1 0,4 0 1 0,2-1-4 0,3 0 2 0,4 1-5 15,3 1-4-15,0 0-4 0,4 1-3 0,1 1-3 0,0-1 1 16,1 1-1-16,1-2 1 0,-2 0 1 0,2-2-3 0,-3 0 0 0,1 0-1 16,-3-2 7-16,-3-2 3 0,1-1 9 0,-3-1 10 0,0-3 2 15,-5-1 10-15,-2 0 4 0,-1-2-2 0,-5 0 10 0,-3-1 9 16,-2-1 1-16,-4 0 4 0,-2-3-2 0,-3 2-9 0,-4-2 0 0,-2-1-1 0,-1 1-2 15,-4-1-4-15,-2 1-2 0,-2-3-1 0,-5 1-5 0,-3-2 2 16,-3 1-2-16,-5-1 5 0,-2 3-5 0,-3-2-4 0,-3 1-6 16,-5-1-9-16,-3 0-8 0,-4 0-2 0,-1-1-6 0,-6-3-3 0,-3 1-1 0,-4-3-6 15,-2-1-10-15,-1 0 2 0,-4-1-10 0,-2-2-8 0,-4-1-6 16,-4-2-10-16,-4-2-8 0,-2 1-3 0,-4 2-2 0,-5 1 0 0,-3 0 7 16,-4 3 8-16,-4 0 14 0,-3 1 12 0,-2 2 10 0,-3 0 0 15,-4 3-2-15,1 1 5 0,-2 2-2 0,-3 1 5 0,1 3-5 0,-1-1-2 16,0 3-1-16,1 0 2 0,-1 3 6 0,0 3 3 0,2 2 1 0,0 2-6 15,3 3-6-15,-1 2-2 0,1 3-3 0,2 4 2 0,-1 3 5 16,-1 1-1-16,3 5-4 0,-1 3 1 0,-1 3-2 0,1 4 1 0,0 3-7 16,0 4-1-16,2 2 0 0,0 1 0 0,1 2 6 0,0-2 1 0,2 3-4 15,-2 1-1-15,1 3 4 0,0 1-6 0,-3 3-4 0,1 2-2 16,0 0 6-16,0 0 6 0,0 3 2 0,0 0 1 0,1 0-5 0,0 1 1 16,2 0 0-16,2-2 0 0,1 2 0 0,3-4 0 0,2-1-1 15,3 2 3-15,2-2-4 0,0 0 3 0,0 1-3 0,2-1 0 0,2 0 3 16,3 0 0-16,1 0 5 0,4-2-1 0,2 0-4 0,2-2 3 0,4-1-4 15,3-3 0-15,3-3-1 0,6-3-1 0,5-5 1 0,3-1-4 16,5-5 2-16,4 0-7 0,4-3-2 0,4-2 3 0,5-2 0 0,5-1 3 16,5-2-3-16,7-1-2 0,4-1-4 0,7-2-16 0,5 0-22 0,6 1-70 15,5 0-118-15,7 1-77 0,5 1-372 0</inkml:trace>
  <inkml:trace contextRef="#ctx0" brushRef="#br0" timeOffset="-142781.56">13321 6964 1641 0,'-33'-26'40'0,"2"0"-54"0,-8-4-18 16,10 9-1-16,7 5 5 0,1 3-4 0,2-1-31 0,-1 2-31 0,0-1-23 15,1 0-8-15,-3 1 10 0,1 0 12 0,0 0 12 0,-3 0 12 0,0-2 15 16,-3 0 17-16,-1 0 16 0,0 0 13 0,-5-1 9 0,-2-1 5 16,-3 0 2-16,-3 3 1 0,-1 0 2 0,-1 0 3 0,-4 2 1 0,-2 1 7 15,-3 3 3-15,-2 1 5 0,-2 2 3 0,-1 2-1 0,-1 3 1 0,-4 1 0 16,-1 3-2-16,-3 1 2 0,-1 4 1 0,2 1 3 0,0 1 6 16,-1 1 1-16,1 2 6 0,1 2 7 0,0 4 8 0,0-1 7 0,3 1-2 15,0 2-2-15,0-1-8 0,3 5-3 0,1 2-3 0,0 2-9 0,3 3-4 16,0 5-9-16,1 1-10 0,2 2 0 0,-1 4 0 0,0 2-2 15,3 2 1-15,1 2-5 0,3 2-5 0,2 0-2 0,-1-1-1 0,5 0 1 16,1-2 0-16,2 0-3 0,4-2-5 0,1 1-1 0,3-3 2 0,2-1 4 16,3-1 9-16,2-1-3 0,3-2 0 0,1 0-2 0,4-1 0 15,2 0 0-15,2-2 1 0,2-2 0 0,3-1-5 0,2 0 6 0,2 1-1 16,2 0 0-16,2-2-1 0,1 0-4 0,3 1 8 0,2 1 2 16,1 1 4-16,3-1 6 0,1-1-2 0,1 1-2 0,2 1 3 0,4 0 1 15,2 2 2-15,2-2 10 0,2 0 3 0,3 1 3 0,3-1-5 0,1 0 1 16,2 2-7-16,4-4 0 0,2 0 13 0,2-1-3 0,6-1 3 15,2 2 1-15,2-3-15 0,4 0 3 0,2-3-1 0,3-1-10 0,3-2-10 16,4-1-8-16,0-3-6 0,5-4 4 0,3-3 5 0,2-3 4 0,5-3 2 16,2-5-6-16,3-3 2 0,3-5 2 0,4-4-4 0,2-6 8 15,3-5 0-15,2-6-3 0,1-6-1 0,1-6-2 0,4-8 2 0,-2-4 0 16,1-7-6-16,0-5 7 0,-2-3 5 0,-2-2-4 0,-2-3 11 16,-5-4-9-16,-1 0-4 0,-4-3 0 0,-3-2-5 0,-3 1 8 0,-3 0 0 15,-4-2 2-15,-2 2 5 0,-4 0-9 0,-1 3 6 0,-2 1-1 0,-4 1-6 16,-2 0 4-16,-1 2 5 0,-3-2-1 0,-3 2 10 0,-1 4-1 15,-4 3-2-15,-3 4 0 0,-6 5 1 0,-5 1-1 0,-3 3 1 0,-6 3 2 16,-4 1-7-16,-5 2 1 0,-6 0 1 0,-6 2 0 0,-5 0-4 0,-9 2-3 16,-8 0-18-16,-8 1-16 0,-9 2-12 0,-10 1-10 0,-12 4-5 15,-11-1 2-15,-9 3 8 0,-13 3 12 0,-10 6 3 0,-10 4 11 0,-8 3 5 16,-8 5-2-16,-6 2 12 0,-5 4 1 0,-3 3 0 0,-1 3 0 16,-1 2-3-16,0 2-3 0,2 2 5 0,2 2-3 0,2 0-5 0,3 3 7 15,5 1-12-15,4-1-3 0,5 0-11 0,5 1-73 0,2 0-111 0,5 3-3 16,3 0-13-16,7 3 15 0,5 4 37 0,5 4-45 0,4 3-211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20:56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13624 8613 540 0,'3'8'28'0,"-1"-1"-20"0,-1 3-4 15,-1-1-2-15,-3 0 0 0,-3 3-1 0,-3 2-2 0,-2 0-1 0,0 2-1 16,1 2 0-16,-1 2-5 0,0 0-10 0,-2 2-14 0,0 0-14 16,1 0-13-16,0 0-2 0,2 0-3 0,-1-4-5 0,0 0-7 0,0-1-22 15</inkml:trace>
  <inkml:trace contextRef="#ctx0" brushRef="#br0" timeOffset="1460.99">14962 8994 5 0,'-5'-10'5'0,"-2"0"1"0,-1-3-3 0,-1 1-1 0,1 3 0 15,-1 1-2-15,1 0 1 0,-2 2 0 0,1 1 0 0,-1 0-1 0,1 0 1 16,-1 1-1-16,0 0 0 0,2 1 1 0,-2 0-1 0,1 1 0 0,-1 0 0 16,-1 0 0-16,1 0 0 0,0-1 1 0,-1 1 1 0,1 0-1 15,0 0 1-15,-1-1 1 0,1 1 1 0,0 0 1 0,0 0-1 0,0 1 0 16,0-1-2-16,1 1 5 0,0-1-1 0,1 1 2 0,-2-1 1 16,0 1 0-16,1-1 2 0,0 1 0 0,0-1-1 0,1 0 1 0,0 0 3 15,0-1 0-15,0 0 6 0,-1 0-2 0,0 0 0 0,0 0 2 16,0-1-4-16,1 1 1 0,-2-1 1 0,0 0 0 0,-1 1 3 0,0 0 0 15,0-1-2-15,0 0-1 0,-1 1-4 0,-1-1-3 0,0 0-1 0,-2-1-2 16,1 1 0-16,-1 0-4 0,-1-1-2 0,-1 0 0 0,-2 0-1 16,-1 0 1-16,0-1-1 0,1 1 1 0,-2-1-2 0,0 0-1 0,-1 1 1 15,-1-1 2-15,-1 1-1 0,1 0-1 0,-1 0 0 0,3 1-2 16,-1 0 2-16,0 1 1 0,1-1 0 0,-1 1-1 0,0 0 0 0,-1 1 0 16,-1 0-1-16,2 1 1 0,-3 0 0 0,1 0 1 0,1 1 0 0,-1 0 0 15,2 0 1-15,-1 1 0 0,1-1-2 0,-1 1 2 0,-2 1-2 0,1 1-2 16,1-1 3-16,0 1-2 0,2 0 1 0,-2 1 0 0,-2-1 0 0,0-1 2 15,0 2-4-15,0-1 1 0,1 0 1 0,1 1-1 0,0-2 3 16,-2 2-3-16,1-1 0 0,-3-1 1 0,0 1-1 0,0 0 0 0,-1-1 1 16,0 0-2-16,-3 0 2 0,2 0 0 0,-2-1 0 0,-1 2 0 0,0-1-2 15,0 0 2-15,-2 0-1 0,3 1 2 0,-4 0-1 0,1 0-1 16,-1 0 1-16,0 1-1 0,2 0 3 0,-1 1-2 0,0 0 1 16,-1-1 0-16,0 1-1 0,-1 0 0 0,0 0 2 0,1 0 0 0,-1 1-2 15,1-1 1-15,-1 1-1 0,0-1 0 0,0 0 1 0,1 1-1 0,-1-1 1 16,-2-1 1-16,2 1 0 0,-1-1-1 0,2 1 1 0,1 0-2 15,-2-1 4-15,1 1 1 0,-2 0-3 0,0-1 7 0,1 2-5 0,-2 0 3 16,2 1 5-16,0-1-6 0,0 0 2 0,0 0-1 0,0 2 0 16,1 0 5-16,-1 2-1 0,0 0 2 0,2 1 1 0,1 0-1 0,1 1-3 15,0 0 0-15,1-1-4 0,-2 2 2 0,1 0 1 0,0 2 4 0,1-1 0 16,0 1 1-16,1 0-2 0,-1-1-3 0,0 0 0 0,0 1-3 16,2 1 0-16,0-1-2 0,1 1-3 0,0 0 0 0,0 1 0 0,0 1 0 15,2-2-2-15,1 2 2 0,2-1 1 0,2 1-2 0,-1-1 2 0,1 1-1 16,2-1 0-16,-2-1 0 0,2 2 0 0,1 0-1 0,1 0 0 0,0 1 1 15,3 0-1-15,-2 1 4 0,1-1 2 0,2 1-1 0,1 0 0 16,2-1 1-16,0 2 5 0,0 3 2 0,0-2 4 0,2 1 0 0,1 1-5 16,1 1 1-16,1 0 1 0,1 1-4 0,-1 0-1 0,1 0 0 0,1 3-1 15,0-1-1-15,1 1-1 0,1 0 0 0,1-1-4 0,0 1 2 16,1-2-1-16,1 2 0 0,0-2 0 0,2 3 0 0,-1-2-2 16,1 0-5-16,0-1 4 0,0 0 4 0,2 0 1 0,2 1 2 0,2-1 1 15,0 0-4-15,3 0-5 0,-1 0 0 0,4 0-1 0,0 0 3 0,3 1 3 16,0 1 3-16,2 0-3 0,3-2-3 0,0 3 4 0,3-4 0 15,1 1 3-15,3 0 1 0,2-1-2 0,4 3-2 0,3-2 2 0,2 2-2 16,3-2-1-16,1 2 1 0,3-1 1 0,2 0-4 0,3 3 4 16,2-1 2-16,2 0-2 0,2 0 6 0,2 0 4 0,3-2 2 0,0 2 2 15,4-1 0-15,-1 1 0 0,1-2-9 0,1-1 1 0,1-3 3 0,-1-1 0 16,3-1 5-16,-1-3-3 0,1 1-5 0,0-2 1 0,-1-4-4 16,0 0-2-16,0-3 1 0,-1-1-6 0,-2-4 7 0,2 0 0 0,0-3-6 15,-2-1-2-15,1-1-1 0,0-2-1 0,-1-2 4 0,-1-1 2 0,0-2 0 16,-2-2 1-16,-1-1-2 0,0-1 0 0,-1 0 3 0,3 0-2 0,-1-3 5 15,-2-2-5-15,0 0-3 0,-3 0 5 0,1-2-1 0,-3-1 8 16,-1-2 0-16,1-1 2 0,-2-1-3 0,0-2-6 0,0-2 4 0,-1-1-3 16,-3 0 2-16,0 0 3 0,-3 0-7 0,-1-1-1 0,-1-1-2 15,-1-3-3-15,-4 0 3 0,0-1 6 0,1 1 0 0,-2-1-4 0,-1 1 3 16,-2-3-7-16,-1 0 2 0,-3 1-1 0,1-2 0 0,-2 2-1 16,0 0-1-16,-1-1 0 0,0-1 0 0,-3 2-1 0,1-1 1 0,-2 3 2 15,-1 0-2-15,-1-2 3 0,0 2-8 0,-4-2-5 0,2 4 6 0,-2-2 5 16,0 3 7-16,0-2-2 0,-3 0-4 0,1-1-3 0,-3 3 0 15,0 0 5-15,-4 3-3 0,1-1 0 0,-2 0 1 0,-2 1-5 0,-1-1 2 16,0 2-1-16,0-1 1 0,-2 2-1 0,-1 1 0 0,-2 1-3 16,-2 2 0-16,-1-1 4 0,-2 1-7 0,-1 1-5 0,-1-1-12 0,-4 1-35 15,-1-1-59-15,-3 0-53 0,-2-1-46 0,0 1-28 0,-3-2-38 0,-3-4-55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24:44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6312 7106 768 0,'-17'1'-3'0,"-3"2"3"16,-3 0 6-16,6 3 16 0,4-1 0 0,2 1-9 0,2 1-6 15,2 0-6-15,2 0 0 0,5 1 2 0,3-1 2 0,2 1 1 0,4-1-4 16,1 1 3-16,3 0-2 0,3-1 0 0,1 0 5 0,3-1-1 16,2 0 0-16,1 0 2 0,3 0 1 0,0 0 4 0,5 0 2 0,1-2 2 15,3-1-1-15,3 0-2 0,2-2-1 0,0 0-2 0,1-2 5 0,3 0 6 16,3 0 2-16,1-1 3 0,0 1-2 0,1 0 1 0,0 0-1 16,0 1-2-16,-1 0 0 0,0 0-3 0,1 0-2 0,1-1 0 0,-2 0 0 15,0 0-3-15,-2-1-1 0,-1 1-5 0,2-2 1 0,-2 0-5 0,-2 0-3 16,1 0-1-16,-4-2-1 0,-1 1 3 0,-2-1 1 0,-3 0-2 15,-1 1 1-15,0-2-1 0,-1-1 1 0,-2 1-1 0,-3-1 1 0,-1 1-1 16,-1 0 1-16,-3 0 0 0,0-1 0 0,1 0-4 0,-1 0 0 16,1 0-1-16,-2 0-3 0,2-2 2 0,0 0-4 0,0 1-9 0,1-1-3 15,0 0-8-15,-2 0-10 0,2 0-32 0,-2 1-82 0,1 0-60 0,-1 3-88 16,-3-2-142-16</inkml:trace>
  <inkml:trace contextRef="#ctx0" brushRef="#br0" timeOffset="429">6885 8762 1 0,'16'25'39'0,"-12"-15"361"15,-4-4 413-15,-10-17-510 0,-1-3-289 0,8 4 0 0,6 3-4 16,6 2-2-16,4 1-3 0,4 0 0 0,7 1-3 0,6 1-4 0,4 0 1 16,4 2-1-16,4 0-3 0,3 2-2 0,2 1-1 0,2 1-2 0,2 1 0 15,0 0-1-15,0 0 0 0,2 1-3 0,-2 0 3 0,0 1 1 16,0-1 2-16,-3-1 5 0,0 1 3 0,-1 0 0 0,0 0 3 0,-1 0-3 15,-2 0-1-15,-2-2-3 0,0 0 3 0,-1-1-4 0,-1-2 5 0,0 1-2 16,-2-1 0-16,-1-2 2 0,-1 1-2 0,-1-1 3 0,-2-1 0 16,-2 0 7-16,-2-1-6 0,-1 0 4 0,0-1-2 0,-3 1-6 0,1-2 6 15,-3 1 0-15,-2-1-2 0,-2-1 2 0,-1 2-4 0,-2-2 1 0,-3 2-1 16,0 0-2-16,-1-1-3 0,-2 2-7 0,0-1-14 0,-2 0-57 16,-2 1-83-16,0 1-60 0,-2 1-62 0,-1-2-232 0</inkml:trace>
  <inkml:trace contextRef="#ctx0" brushRef="#br0" timeOffset="848.99">7762 9904 1678 0,'-23'-10'22'0,"3"1"5"0,-2-1-2 0,10 5-5 15,5 3-12-15,4 2-6 0,2 1-4 0,3 1-6 0,3 1 1 16,2 2-3-16,3 0 6 0,3 2-7 0,1 2 2 0,3 0 0 0,3 1-4 15,1 0 4-15,4 2-1 0,3-1 2 0,0 1 4 0,4-1-2 0,1-2 3 16,2 1 3-16,3-2-2 0,2 0 1 0,1 0 1 0,2 0-3 16,-1-1 0-16,1 0 2 0,0-1 0 0,1 1 2 0,-1 0 4 0,1 0-2 15,1-1 2-15,-1 1 0 0,-1-1-2 0,1 1-2 0,-2-2-2 0,1 2 2 16,0-2-2-16,-1 0 3 0,-2 2 1 0,0-2-3 0,-1 2 2 16,-2 0 0-16,1-1 1 0,-4 1 1 0,1 0 1 0,-1-2 2 0,0-2 2 15,0 0 0-15,-2-2 0 0,0 0 0 0,-1-2 2 0,1-1 2 0,-1-1-1 16,0-1-2-16,-2-2 1 0,0-2-3 0,-2-2 3 0,0 0-3 15,-2 0 5-15,-3 0-1 0,1 2-3 0,-1-3 0 0,-1-1-9 0,-1 0-2 16,-3-1-1-16,-1 3-5 0,-2-2 0 0,0 2-6 0,-2-1-10 16,-2 0-12-16,0 0-33 0,0 0-93 0,-1-1-66 0,1-1-78 0,-1 0-77 15,0-1-99-15</inkml:trace>
  <inkml:trace contextRef="#ctx0" brushRef="#br0" timeOffset="1598">13831 11869 1785 0,'-10'-11'91'16,"2"2"-13"-16,2-1-10 0,5 5-18 0,6 1-23 0,2 0-14 0,5 1-6 16,5-1 0-16,5 1-1 0,2 2 1 0,3-2 2 0,2 1-2 15,2-1-1-15,2 1 1 0,4 0-4 0,0 0-2 0,2 0 4 0,1 1-2 16,1 0 3-16,2 1-3 0,3-2-2 0,-1 1 2 0,1-2-2 16,-1 1 7-16,2-1-4 0,-1-1 3 0,-1 0 2 0,2-2-4 0,1 1 1 15,-2-1-3-15,0 0-2 0,-1 1 6 0,-1-2-1 0,-1 1-3 0,-1-1 5 16,-1 0-4-16,-3 1 4 0,-3 0-1 0,-1 0-1 0,-2 0 0 15,-1 1-1-15,-2 0-5 0,-1 1 0 0,-3-1-8 0,-1 1-5 0,-1 0-4 16,-1 1-11-16,-1-1-16 0,-3 2-27 0,-5 0-35 0,-1 1-46 16,-3 0-38-16,-2 0-45 0,-3 1-38 0,-2-1-34 0,-3 1-39 0,-4 0-74 15</inkml:trace>
  <inkml:trace contextRef="#ctx0" brushRef="#br0" timeOffset="2078.98">9107 13407 1958 0,'-16'-14'-15'0,"3"-1"23"0,0-2-2 0,9 4-6 0,5 6 4 0,3-2-1 16,4 2 2-16,3 0-2 0,2 1 0 0,4-1-2 0,0 0-9 15,4 1 1-15,2 2 1 0,0 0-6 0,3 1 4 0,1 2-2 0,3-1 0 16,1 1 4-16,3 0-4 0,-1-1 2 0,5 1 8 0,1-1 0 0,1 0 1 15,4-1 3-15,-1-1-1 0,3 0-2 0,2-1 2 0,2-1 5 16,1 0 3-16,1-2 0 0,2 0 3 0,0 0-3 0,1-2 4 0,2 1 10 16,-3-1 3-16,3 0 2 0,-1 1 0 0,-1-1 4 0,-2 2 7 0,-4-1 3 15,-2-1 4-15,-3 1 3 0,-1-1-3 0,-3 0 1 0,-4 1-4 16,-3-1-3-16,-4-1 8 0,-1 2-11 0,-2 1-2 0,-2-1-5 16,-3 2-9-16,-3 1 6 0,-3 0-10 0,0 0-3 0,-2 2-4 0,-2-1-5 15,-1 0 2-15,-1 1-7 0,-1 0 8 0,-1 0-2 0,0 2 0 0,-2-1-3 16,1 2-6-16,-2-1-9 0,0 0 0 0,-1 1-8 0,0 1-17 0,-2 0-18 15,0 1-32-15,0-1-45 0,0 1-40 0,0 0-45 0,-2 2-71 16,1 2-68-16,-1 3-63 0,-1 2-265 0</inkml:trace>
  <inkml:trace contextRef="#ctx0" brushRef="#br0" timeOffset="13863.99">6160 12465 1669 0,'-33'-5'35'16,"-3"1"-32"-16,-5-1-10 0,9 1-1 0,8 2 7 0,0 0 1 0,1 2-11 15,-1-1-9-15,-2 1-11 0,0 0-9 0,-2 1-2 0,1 0-5 16,-1 1 0-16,3 0 5 0,-3 0 1 0,1 0 4 0,1 1 2 0,-1-1-3 16,2 1 7-16,-2-1 5 0,2-1 6 0,-3 0 7 0,0 1 4 15,2-1 11-15,-3 2 1 0,1 1 9 0,-2 0 5 0,1 0 5 0,-1 0 10 16,1 0 4-16,-2 1 12 0,-2-1-1 0,0 1 3 0,-1-1-1 0,-1-1-11 15,2 0 8-15,0-1-5 0,-1 0-2 0,-1-1-2 0,1 0-6 16,0-1 2-16,-3 0 5 0,3-1 8 0,-2 0-2 0,-3-1-6 0,2 1-13 16,-2-1-12-16,0 0-4 0,-1-1-9 0,-2 0 8 0,3-1 3 0,-1-1-4 15,0-1 3-15,1 0-7 0,-1-2-1 0,-1 0 3 0,2-1-3 16,0 0 4-16,-1 1-6 0,1-1 1 0,-1 0-3 0,-1 1-3 0,1 0 3 16,0 1-5-16,-3 3-2 0,1 0 5 0,0 2 1 0,-1 1 2 15,2 1-2-15,-1 2 3 0,-1 1-3 0,1 1 5 0,1 2 6 0,-1 1-4 16,1 2 0-16,0 0-6 0,0 2-4 0,1 2-4 0,0 2-1 0,-1 1 4 15,1 1 0-15,1 2 3 0,2 1-1 0,3-1-1 0,0 0-2 16,2 2 0-16,1-1-6 0,2 0 2 0,1 2 6 0,1-3 8 0,2 4 2 16,1-1-4-16,1 0-2 0,2 0-7 0,3 0 1 0,0 0 1 0,1 0-2 15,2 0-1-15,1 1-2 0,1 0 3 0,2 2 1 0,1 1 3 16,2-2 2-16,1 1-2 0,1-1 2 0,1-1 3 0,2 0-9 0,1 0 7 16,1-1-2-16,1 1 0 0,4-1 10 0,1 0-8 0,1 2 2 15,2-1 0-15,2 1-2 0,1-1 2 0,3 2 4 0,3 0-3 0,0 0 3 16,3 2 1-16,2-1-5 0,1 1-1 0,2 0-6 0,2 0 2 0,2 0-3 15,0 0 3-15,3 2 4 0,1 0-9 0,3 0 2 0,0-3-1 16,5-1 3-16,0-2 6 0,2-1-4 0,2 0 4 0,3-1 0 0,0 0 1 16,1-1 0-16,3-3 2 0,0-1-7 0,2-1-1 0,2 0 4 0,-2-1 1 15,1-3-2-15,3-1 0 0,0-1 0 0,1-1 1 0,2-1 18 16,0-1 4-16,1-2 4 0,2 0 0 0,2-2-5 0,1 0 2 0,2-1 1 16,0-1-4-16,1 0-4 0,1-1-4 0,1 0-1 0,0 0-4 15,1-1 1-15,1 1 5 0,1-1-8 0,1 1-1 0,0 0-1 0,-1 0-4 16,3 0 2-16,0 0 3 0,0 1 0 0,0-1 0 0,-1-1 5 0,1 0-4 15,1 1 2-15,-2 0-2 0,2 0 6 0,1 0 2 0,-2-1-2 16,3 0-4-16,-3 0-1 0,-3 1-8 0,0-1 12 0,-3 1-2 0,4-1-6 16,-2-1 12-16,-1 0-13 0,1-1 6 0,0 0 0 0,-1-1-2 0,0 0-1 15,0-1 0-15,-1-1-3 0,0-2 2 0,-1 0 6 0,-2-2-8 16,0-1 2-16,-3 0-6 0,-1-1 4 0,-1-1 6 0,-2-1 0 0,-1-1 4 16,-3 2-2-16,-1-2-1 0,-2 0 1 0,-5 2-1 0,-1 0 2 15,-3-1 4-15,-3 0 1 0,0-1-2 0,-5 2 6 0,-1-3 5 0,-5-1 10 16,-2 2 3-16,0-2-2 0,-2 0-8 0,-4-1-3 0,-1 2 1 0,-3-2-7 15,-1 1 3-15,-2-1 0 0,-1-2-6 0,-5-1 2 0,0 0 3 16,-2-2-11-16,-1-1 6 0,-1 2-6 0,-2-4-2 0,-2 0 5 0,-1-2 0 16,-3 0 5-16,-2-2 0 0,-2 2 0 0,-2-2-2 0,-2 2 1 0,-2-2 3 15,-2 1-9-15,-3-3-1 0,-2 2 0 0,-5-3-4 0,-1 3 1 16,-4-1-1-16,-3 2-4 0,-2-1-1 0,-1 1-4 0,-4-2 5 0,0 3-10 16,-4 0 4-16,-2 2-6 0,-4 0-5 0,-1 1 10 0,-4-2-7 15,-4 0-2-15,-1 2-5 0,-5-1 2 0,-1 2 3 0,-4 1 8 0,-2 2 3 16,0 0 2-16,-4 0 3 0,-3 2-1 0,-1-2 1 0,-3 2 1 0,2 1-1 15,-1 1 5-15,-1 2-5 0,1 2 3 0,-2 3-3 0,1 1 2 16,0 3 1-16,0 2-6 0,2 2 4 0,2 3-2 0,1 3-6 0,3 2-2 16,1 2-12-16,1 4-13 0,3 1-28 0,4 5-34 0,2 2-52 15,3 3-82-15,2 4-74 0,2 2-77 0,4 6-96 0,2 4-117 0</inkml:trace>
  <inkml:trace contextRef="#ctx0" brushRef="#br0" timeOffset="21287.99">4524 10071 557 0,'-28'-14'217'15,"2"1"-137"-15,-5-5 19 0,7 5-8 0,6 2-18 0,1 2-15 0,-1 0-13 0,3 1-8 16,0 0-12-16,1-1-7 0,0 2-9 0,2 0-4 0,0 0-3 15,0 1-2-15,0 1 0 0,1 0 2 0,-1 2-5 0,0-1 2 0,-1 1-4 16,0 0-3-16,1 0 7 0,1 0 0 0,-1 0-1 0,-2 0 3 0,0 0-1 16,-2 1 1-16,-1 0 3 0,-3 1 0 0,-2 1 3 0,-1 0 5 15,-4 0 9-15,2 1 7 0,-2-2 12 0,2 0 14 0,0-1 10 0,0 0 12 16,2-1 4-16,1-1 0 0,2 0-3 0,4-2-6 0,2 0-8 16,2 0-4-16,1-2-12 0,3-1-7 0,1 0-10 0,1 0-11 0,3-2 0 15,1 1-8-15,4-2-1 0,1-2-3 0,4-1-1 0,1-1-1 0,5 2-1 16,2-2-2-16,5 0-2 0,3 0 4 0,4 1-3 0,1-1 2 15,4 0 2-15,1 0-1 0,3 1 1 0,2-2-2 0,1 1-2 0,2 1 2 16,1 1-6-16,0-1 0 0,4-1 0 0,0 1 2 0,3 1 7 0,2-1 4 16,3 1 2-16,1-1-1 0,3 1 1 0,2-3-8 0,1 0 5 15,1 1-3-15,0 0-3 0,1-1 6 0,1 1-12 0,1 1 0 0,1-1 5 16,-1 1-2-16,0 2 3 0,0 1 1 0,-2 1 1 0,-1 0 2 0,-1 0 2 16,-1 0 1-16,-1 1-6 0,-1 1-1 0,0 1 2 0,-1 0 2 15,1-1 3-15,-1 1 2 0,1-1 2 0,1 0-5 0,0 1 3 0,0 1-1 16,0 1-5-16,0 1-1 0,-1 0-5 0,0 2 0 0,-2 1 0 15,-2 2 2-15,-1 0 2 0,-1 1-2 0,0 1 1 0,-2 2 0 0,-1 1-3 16,-4 2 0-16,-2 1-3 0,0 1 1 0,-2 1-2 0,-2 1-1 0,-1 1-1 16,-2 1 1-16,-2 0 4 0,-1 3-1 0,-2 1 4 0,0 2-4 15,-3-1 2-15,0 1 0 0,-1 3-5 0,0-1 2 0,-2 2-1 0,-3 0 4 16,-1 0 0-16,-2 1-6 0,-2-1-1 0,0 0 1 0,-1 2 15 0,-1-1 5 16,-3 2-1-16,0 0-2 0,-2 1-10 0,-3-2-4 0,-1 2 6 15,-4 1-3-15,-1 0 3 0,-2 4 0 0,-2 0-4 0,-2 1 2 0,-2 1-2 16,-3-3 6-16,-3 2-2 0,-1 0 0 0,-2 2 1 0,-3-1-2 15,-1 1-2-15,-3-1-2 0,-1-1 7 0,-3-1 3 0,-3 0 4 0,0 0-1 16,-3-1-4-16,1-1-3 0,-2-2-2 0,0-2 3 0,0-2-4 0,-1-2 4 16,2 1 8-16,0-3-1 0,1-3 1 0,0-2 2 0,2-1-7 15,-1-2-7-15,2-2 2 0,1 1-3 0,1-2 2 0,0-1 3 0,2-1-4 16,2-1-4-16,-2-2 2 0,2 0-7 0,-1-1-10 0,1 0-14 0,3 0-20 16,-2-1-19-16,2-1-24 0,1 1-25 0,-1 0-28 0,-2-1-26 15,0 1-16-15,-2 0-9 0,-1 0-13 0,-1-1-4 0,-3 1-13 0,-1 0-29 16,-4 1-186-16</inkml:trace>
  <inkml:trace contextRef="#ctx0" brushRef="#br0" timeOffset="22379.99">4945 10731 472 0,'1'2'72'0,"1"-2"-11"0,1 2 2 0,4 0-1 0,1 1-3 16,1-1-1-16,3 1-2 0,3-2-5 0,3-1 2 0,1 0-7 0,5-1-3 16,1 0 0-16,2-1-4 0,1 0-2 0,0 0-2 0,1-2-3 15,1 1 1-15,4-1 6 0,0 0 7 0,3 0 4 0,-2 0 6 0,2-2 2 16,3 0-5-16,0-1 6 0,2-2-8 0,1 1-10 0,0 0 3 0,2 0-2 16,1-1-4-16,3 0 11 0,0-1-6 0,5-1-2 0,0 0-1 15,2 1-2-15,1 0-3 0,0 1-2 0,3-1-2 0,0 1-9 0,2 0-6 16,0 1-4-16,-2 2-5 0,2 1 1 0,1 3 1 0,0-1-5 0,0 2 4 15,1 0-2-15,-2-1 1 0,0 2-5 0,1-1 1 0,-1 1 0 16,0 0-2-16,2 0 7 0,1 1-2 0,1 0-3 0,2-1 3 0,-1 0-3 16,1-1-6-16,1 1 1 0,1-1-1 0,0 0 5 0,2-1 4 0,3 0 0 15,-1 0 0-15,4 0-3 0,0-2-3 0,-1 1 3 0,-1-1-2 16,1 0 1-16,1 0-1 0,3 0-1 0,2 0 5 0,3 0 3 0,0-1 4 16,0 1 6-16,1-1 5 0,-1 2 6 0,3-1 3 0,0 0-6 15,0 0-6-15,1 1 3 0,1 0 0 0,-2 0 0 0,1 1-3 0,0 0 0 16,3-1-8-16,3 0 5 0,5-1-9 0,1 0-2 0,1 1 2 0,3 0 0 15,2-1 5-15,1 1 0 0,4-1-5 0,0 0-1 0,-1 0 0 16,3-1-2-16,0 1 4 0,0 0-4 0,1 2-3 0,-4 1 5 0,0 0 1 16,-3 1 7-16,-2 0 1 0,-2 2-11 0,-4 0-3 0,2 2 1 0,-2 0 2 15,-1 2 7-15,1-1 3 0,-3 1-5 0,-3 1-7 0,-2 0-1 16,-4 1-2-16,0 1 3 0,-3 0 9 0,-3 1-4 0,0 0 4 0,-5 1-7 16,-4 1 0-16,-3 0-1 0,-3 1-4 0,-4-1 5 0,0 2 0 15,-2 1 3-15,-3 1-1 0,0-1-7 0,-3 2 0 0,0 2-3 0,3 1 3 16,0 2 0-16,-1-1-7 0,-3-1-3 0,-6 2 0 0,-4-2 4 0,-2 1 3 15,-3 0 6-15,1 1-3 0,-5 1-1 0,-1 0-3 0,-4 2 3 16,-1-1 2-16,-2 3-4 0,-1 0 1 0,-3 5 1 0,0-1-3 0,-2 3 4 16,-4-1-3-16,0 0-4 0,-2 1-1 0,-2 1-1 0,-3 1 6 0,-1 0-4 15,-1 1-11-15,-2-1 13 0,-2 2 0 0,0-3-2 0,-3 0 11 16,-2 0-11-16,-2-2 1 0,-3 2 1 0,-2-1 0 0,-1 1 1 0,-3-1 1 16,-4 0 0-16,-2 0-2 0,-4-3 0 0,-2 1-2 0,-4-2 1 15,-4 1 4-15,-3-1-5 0,-4 0 4 0,-7-3-13 0,-4 0-2 0,-4-1 5 16,-5-3-5-16,-5 0 6 0,-5-3-2 0,-6 0-9 0,-5-2-2 0,-7-2-2 15,-5-3-4-15,-7-1-2 0,-4-3 4 0,-6-2-6 16,-6-2 4-16,-2-2-2 0,-5-1 5 0,-1 0 7 0,0-1 4 0,-1-1 14 16,1 0 11-16,0-2-2 0,2 1 1 0,2-1 1 0,1 0 0 0,1 0 4 15,-2 0 1-15,-1-1 0 0,-1 1-6 0,0 0 7 0,-1 1-5 0,0 0 4 16,-4 1-4-16,-3 1-7 0,-2 1 10 0,-5 0 1 0,-3 1 4 0,-5 0-3 16,1 1-2-16,0 1-4 0,3-1 0 0,0 0 3 0,0 0-6 15,0 1-4-15,-1 0 1 0,-1 0-4 0,4 1 1 0,1 1 2 0,4 1 1 16,2-1 1-16,-1-1 2 0,0-1-2 0,2 0 0 0,0-1 0 0,1 1 1 15,1 0-3-15,1 0 1 0,2-2-1 0,3 1 3 0,1 0 5 16,-2 0-1-16,0 1-3 0,-3 0-2 0,-1 2-1 0,1-1 3 0,-1 1 3 16,2 0 1-16,5 0 1 0,3-1-1 0,5 0 4 0,2-1 5 0,1 1 0 15,1 1-2-15,2 0-4 0,0 2 3 0,1 0-1 0,2 1-4 16,-1 0 3-16,0 3-9 0,-1-1 1 0,0 1 3 0,1 1-1 0,2 1 2 16,2-1 0-16,4-2-8 0,2 1 3 0,2 0-4 0,3-1-5 15,2-2 11-15,6-1-6 0,6-3 0 0,0-1 0 0,5 1-3 16,2-2 8-16,5 0-3 0,7-1 1 0,6-3 4 0,7-1-6 0,6-2 3 15,5 0 1-15,5-1-4 0,2 0 3 0,5 0-4 0,2 2 1 16,3-1 1-16,3 2-2 0,1-1 3 0,1 0 1 0,2 1-11 0,1 1 5 0,2 0 2 16,2-1-1-16,0 1 6 0,2 0-10 0,-1 0-5 0,1 1 3 0,2 0 2 15,-1 0 5-15,1 1-5 0,1 0 3 0,0-1-3 0,3 1-3 16,0 0 11-16,2 1-6 0,1-1 3 0,0-1 0 0,1-1-5 0,2 1 5 16,-2-1 3-16,2 0-4 0,0 0 2 0,2-1-2 0,0 0 1 15,0-1 1-15,0 0-1 0,-1-1 0 0,2 1-3 0,-1 0 8 0,1-1-3 16,-1-1-2-16,1 0 0 0,-1-1-4 0,-1 0 6 0,0 0 1 0,-1-1-4 15,1 0 1-15,-1-1-2 0,0-1-3 0,-3 1 10 0,1 0-8 16,-1-1-1-16,-2 0 0 0,1-1-10 0,-2 0 8 0,0 0 2 0,-1 0-4 16,-1 2-3-16,0-1-11 0,-2 1-10 0,-1-1-11 0,1 0-11 0,-1 0-24 15,1-1-23-15,0 1-26 0,1 0-28 0,-1 0-34 0,0 0-16 16,0-1-9-16,2 1-12 0,0-1-5 0,2-2-17 0,2-1-103 0,2-4-35 16</inkml:trace>
  <inkml:trace contextRef="#ctx0" brushRef="#br0" timeOffset="23513.99">15584 8735 232 0,'-20'-15'67'0,"-1"0"7"0,-4-1 6 0,5 3-21 0,4 3-27 0,1 2-13 16,1 1-8-16,1 2-3 0,0 0-2 0,1 2 0 0,0 0-2 0,0 0-2 16,-2 0-2-16,-2 1-1 0,1-1 0 0,0-1 2 0,-1 0-1 15,-1-2 2-15,0 1-2 0,0-1 4 0,-2 0 0 0,-1-1 6 0,0 1 11 16,-3 1 6-16,0-1 8 0,0 0 4 0,-2 1 2 0,2-1 3 15,-3 0 0-15,1 0 2 0,0 0 0 0,-1 1-3 0,1 1 0 0,-2-1-1 16,1 3 2-16,0-1-3 0,-1 0-2 0,1 2-1 0,-1 1-3 0,0 0-2 16,-2 2-4-16,0 1-3 0,-1 0-2 0,2 2-2 0,-1 2 2 15,2 2 1-15,-2 0-1 0,0 2-2 0,0 1-1 0,-1 1-5 0,3 3-1 16,-1 1-3-16,1 2-5 0,0 2 0 0,2 3-4 0,-1 1 0 16,1 4-2-16,2 0-2 0,0 0-4 0,2 1 0 0,1 1 0 0,1-1 4 15,2 1 3-15,3-2 3 0,2 0-4 0,2-2-1 0,3-2 2 0,3 0-1 16,4-1 0-16,3 1 2 0,3-1 0 0,4 0-3 0,3-1 4 15,3-1 1-15,3 0 0 0,2 0 5 0,3-1-1 0,3 1 1 0,2 1 4 16,3-2-2-16,4 3 6 0,2-1-4 0,2 0-3 0,1 1-2 0,5-2-1 16,0 4 0-16,2-2 1 0,2 2 3 0,2 2-3 0,-1-2-1 15,2 2-5-15,-1-3 1 0,1 2-3 0,1-1 3 0,1-3 0 16,0 2 1-16,-1-1 2 0,0 0 0 0,-3-1 2 0,1-1-4 0,-3 0 2 0,0 0 0 16,-2 0-2-16,-2 2 3 0,-3 1-4 0,-1 2-1 0,-1 2 1 15,-3 1 1-15,-1-1-3 0,-3 3 0 0,-1-1 2 0,-3 2-6 0,-2 0 6 16,-4 2 1-16,-1 1-4 0,-3 0 5 0,-5 1-1 0,-1 1-1 15,-4 2 2-15,-2 0-1 0,-4-1 4 0,-3 0-4 0,-4 0 5 0,-3-1-4 16,-3 2 1-16,-2-2-5 0,-3 0-1 0,-3-2 5 0,-4 0-2 0,-2 0 8 16,-3-2 2-16,-1 1-4 0,-3-3 3 0,-1 1-9 0,-2-1 1 15,1 2 1-15,-1-2 0 0,0 0 2 0,-1-3-4 0,1 0-4 0,-1 0-1 16,-1 1 7-16,-1-1-5 0,0 2-1 0,1-2 3 0,0 0-9 0,2-1-1 16,1 0 7-16,0-2 0 0,3 2 6 0,0-2 5 0,4 0-11 15,2-1 0-15,2-2-1 0,3 1-1 0,2-1 2 0,1 2 2 0,4 1-1 16,2-1 2-16,3 0 1 0,2-1 6 0,2 0 2 0,4-2 0 15,2 0 4-15,2 0-4 0,1 0 4 0,2-2-9 0,3 2 1 0,2-1 1 16,2-1-3-16,-1 1 4 0,1-1 2 0,1-3 3 0,-1 2-4 0,0-1 6 16,0-2 6-16,0 1 4 0,-1 0 5 0,-1-1 2 0,-1-2-8 15,0 0 0-15,0 0 3 0,0 0-1 16,-1-2-1-16,-1 1-2 0,-1-1 0 0,-1-1-5 0,1 1 6 0,-2-1-2 0,0-2-5 0,-1 2 0 0,0-2 0 16,-1 0 6-16,-1 0-3 0,0-1 3 0,-1-1-6 0,-1-1-5 15,0 1 9-15,-2 0-3 0,0-2 8 0,0 3 0 0,-1-2-8 0,-1 0 4 16,0 1-2-16,-2-1 0 0,0 0 2 0,1 0 0 0,-3 1-5 15,0-1-1-15,-1 0-2 0,0 1-7 0,-1-1 3 0,-1 1-9 0,0 0 4 16,0-2-2-16,-2 0 2 0,1 0 0 0,0-1-3 0,0 1 1 0,1-1-8 16,-1-1 3-16,1 0-4 0,-1-1-10 0,0 0-1 0,0 0-13 15,0-1-12-15,0-1-13 0,2-1-21 0,-2 0-24 0,2-1-21 0,0-1-17 16,1-2-13-16,0-2-17 0,2-2-27 0,0-2-44 0,1-3-23 16,3-3-22-16,1-5-26 0,3-4-15 0,3-6-163 0</inkml:trace>
  <inkml:trace contextRef="#ctx0" brushRef="#br0" timeOffset="24320">16753 9876 1682 0,'-15'-12'745'0,"-2"1"-611"0,0-1-73 0,6 4-19 0,7 3-16 0,4 2-13 15,3 1-10-15,3 2 0 0,2 1-5 0,2 2 1 0,2 2 4 0,0 2-3 16,3 1 0-16,-1 4 3 0,2 1-4 0,0 4-1 0,1 5 0 16,0 1-4-16,1 4 1 0,-1 4-1 0,2 3-1 0,1 3 2 0,0 3-16 15,3 2 16-15,0 1-1 0,1 1-2 0,1 2 14 0,1-3-14 0,1-3 5 16,2-3 0-16,1-7 1 0,1-3 4 0,-1-9-2 0,1-5 5 15,-5-6 14-15,1-6 15 0,-3-4 21 0,-2-4 21 0,0-4 9 0,-5-4 11 16,1-4-2-16,-1-2 3 0,-1-2-14 0,0-2-16 0,0-3-18 16,1-3-18-16,-1-1-7 0,1-5-19 0,2 1 2 0,-2-3-5 0,2-1 0 15,0 0 9-15,0-3-11 0,-3 0-4 0,2 0 3 0,-1 0-7 0,-1-3-3 16,-1 0-3-16,-1-2-12 0,-2 0-9 0,1-1-3 0,-2-1-14 16,0 2 2-16,1 1 4 0,-1 2-5 0,-1 3 16 0,0 5 2 0,1 3 9 15,-1 5 12-15,-1 4 4 0,-1 5 2 0,-1 3 3 0,-3 3-7 16,-1 4-11-16,-2 4-16 0,-2 3-19 0,0 2-31 0,-1 3-23 0,-1 2-23 15,-2 4-27-15,-1 4-29 0,0 4-43 0,-1 3-34 0,1 4-40 16,0 2-47-16,0 1-65 0,1 2-87 0</inkml:trace>
  <inkml:trace contextRef="#ctx0" brushRef="#br0" timeOffset="24634.99">18184 9904 1944 0,'2'6'223'0,"0"2"-175"0,1 3-32 0,1 4-7 0,1 1-6 0,0 2 0 16,2 1-5-16,1 1 4 0,1-1-4 0,-1 0-1 0,-2-1 3 0,-1 0-4 15,-3-2-8-15,0 2 0 0,-1-1 4 0,-1 1 3 0,0-1 8 16,1-1 5-16,0-2-7 0,1-1 3 0,0-2-7 0,0-1 3 0,2 0 0 15,-2 0 0-15,2-2 3 0,1 0-3 0,0-1 3 0,1-2 0 0,-1 0 2 16,2-1-5-16,-1-1 1 0,0 0 5 0,0 0-3 0,0-1 1 0,-1-1-1 16,-1-1 2-16,1 1-2 0,-1-2 0 0,0 1-8 0,-1-2-9 15,1-1-20-15,-1-1-35 0,-1-2-49 0,1-2-59 0,-1-3-61 0,-1-2-55 16,0-2-54-16,-1-2-45 0,0-1-72 0</inkml:trace>
  <inkml:trace contextRef="#ctx0" brushRef="#br0" timeOffset="24767.99">18211 9523 1336 0,'1'0'213'16,"1"3"-180"-16,2-1-52 0,3 2-37 0,2 1-50 0,3 1-52 16,1 1-51-16,0-1-46 0,0-1-46 0,-1 2-90 0</inkml:trace>
  <inkml:trace contextRef="#ctx0" brushRef="#br0" timeOffset="25180">18962 9508 1125 0,'9'-2'368'0,"2"1"-308"0,3 0-55 0,0 0-10 15,0 1-5-15,1 0-10 0,1 1-4 0,-2 0-10 0,1-1-7 0,-2 1 4 16,-3 0 4-16,-3 0 8 0,-4 2 11 0,-3 1 7 0,-2 0 14 0,-3 2 9 16,-3 0 10-16,-4 1 9 0,-1 0 7 0,-2 2 11 0,0-1 4 15,-1 2 6-15,-1 0 3 0,0 0-4 0,1 0-4 0,0 1-7 0,-1-1-12 16,2 2-8-16,0 0-5 0,1-1-8 0,2 0 4 0,2-2-5 0,1 1 3 16,1 0-1-16,2 1-5 0,1 0 2 0,3-1-2 0,1 0-1 15,2 0-3-15,1 0 6 0,2 0-3 0,2 0 3 0,1 1 6 0,2-2-6 16,2 0 9-16,2 0-2 0,3-1 5 0,2-1 8 0,1-2-1 15,2-1 6-15,0-1-3 0,1-1-7 0,1-1 0 0,1 0-6 0,0-1 1 16,0 1-1-16,-2 0-4 0,-1 0-4 0,-1 0 1 0,-2 1 0 0,-1 0 1 16,-1 1 2-16,-2-1-4 0,0 2-4 0,-1 0-3 0,-2 0-2 15,-4 1-1-15,-2 0 1 0,-3-1 3 0,-3 3-1 0,-3 0 3 0,-4 2-6 16,-4 2-7-16,-4 3-12 0,-5 3-11 0,-5 2-9 0,-3 2 0 16,-6 3-2-16,-3 2 11 0,-4 2 7 0,1 1-1 0,-1-1 15 0,-1 3-4 15,2-2-8-15,0 1-26 0,1 0-53 0,2-1-54 0,2 0-71 0,2 0-64 16,1-2-85-16,2 3-76 0,3-3-251 0</inkml:trace>
  <inkml:trace contextRef="#ctx0" brushRef="#br0" timeOffset="30300.99">4293 9311 1566 0,'-10'-22'-33'0,"-7"-6"-15"0,-4-7 3 0,-2-6 4 0,5 13 34 0,6 3 14 0,2 3-1 0,3 1-3 16,2 2-6-16,-1 1-4 0,3 1-12 0,-1 1-11 0,2 1-24 0,0-1-43 16,0 1-40-16,0 1-39 0,-1 1-42 0,0 3-23 0,-2 0-93 15</inkml:trace>
  <inkml:trace contextRef="#ctx0" brushRef="#br0" timeOffset="30732.99">3392 8792 384 0,'-28'-8'24'0,"-1"-1"2"0,-5-2 8 16,6 4 5-16,9 0 4 0,-1 0-1 0,3 1-7 0,2 0-7 0,1 1-9 16,3-1-4-16,1 2-4 0,3 1-3 0,1 0-2 0,3 1-6 0,0-1 4 15,2 1-5-15,1 1-1 0,2 0 2 0,0 0-3 0,2-1 2 16,1-1 1-16,2 0 0 0,1-1 1 0,2 1-2 0,1-2 3 0,1 0-1 15,3-2 1-15,4-1 5 0,2-1 2 0,2-2 7 0,5 0 11 0,4-2 4 16,4-2 9-16,2-1 3 0,3 1-4 0,2-3-1 0,3-2-5 16,3 1-5-16,3-2-4 0,3 1-2 0,2 0-2 0,2 0-1 0,2-1 5 15,4 1 2-15,1-1 0 0,4-1 2 0,2 2-3 0,-1 1-1 16,2 0-3-16,2 2-1 0,0 3-4 0,2 0-1 0,0 4 2 0,0 2-1 16,3 1 3-16,0 1-12 0,-2 2-4 0,0 2-2 0,-1 2-2 0,0 2 9 15,-3 2-7-15,-2 2 1 0,-1 2-2 0,-3 3-2 0,-2 4-3 16,-2 2 3-16,-3 1 0 0,-4 3-1 0,-3 2 6 0,-3 1-3 0,-4 1 0 15,-4 0-2-15,-5 3-2 0,-5-1 3 0,-6 4 0 0,-4 0 2 0,-7 2 0 16,-4 0-1-16,-5 0 0 0,-4 0-1 0,-4 2 2 0,-5-1-1 16,-3 3 3-16,-5-1-7 0,-3 0 3 0,-4 1 7 0,-3-2 4 0,-5 2 6 15,-2 0-5-15,-2-3-2 0,0-1-8 0,-2-3 1 0,0-1 1 16,-2-2-1-16,-1 0 3 0,-1-3-3 0,-1-3 9 0,-1-3-1 0,0-2 0 16,-2-3 6-16,2-1-5 0,0-1 1 0,-2-2 2 0,3-3 4 0,-1-1 4 15,0-1 5-15,2-3 4 0,3 0 7 0,-1-2 6 0,4-1 6 16,0-1 2-16,2-2-5 0,3 0-7 0,3-2-7 0,1 0-4 0,2 0-5 15,3-2-6-15,2 2-7 0,0 0-9 0,3 0-5 0,2 0 2 0,1 1-6 16,1 0-7-16,1 2-5 0,2-1-8 0,2 2-13 0,1 0-15 16,1 1-48-16,2 1-67 0,2 1-78 0,1 0-68 0,2 0-57 0,3 0-119 15</inkml:trace>
  <inkml:trace contextRef="#ctx0" brushRef="#br0" timeOffset="31417.99">9177 8280 468 0,'2'-18'7'0,"2"1"-1"0,3-4 3 0,3 8-1 0,-1 3-2 15,2 1-5-15,0 0-2 0,-1 1-5 0,1 2-4 0,1 1-3 16,-1 1-9-16,-1 2-6 0,-1 2 1 0,-1 1 5 0,-2 1 6 0,0 1 8 15,-1 1 4-15,-1 0 2 0,-1 3 3 0,-1 0 1 0,-2 1 4 0,0 1 1 16,-2 0 5-16,-1 1 6 0,-1 3 3 0,-1 3 11 0,-1 2 11 16,-1 1 9-16,1 3 10 0,-2 2 0 0,-1 4-9 0,0 2-11 0,-1 1-12 15,0 3-7-15,0 5-3 0,-1 1-3 0,0 3-2 0,-1-2-4 16,1-2 1-16,0 1 2 0,1-2 2 0,-1-2 7 0,2-3 7 0,0-3 13 16,2-2 12-16,-1-5 20 0,1 0 11 0,1-4 7 0,1-3-1 0,-1-3-7 15,2-2-5-15,-1-3-9 0,2 0-7 0,1-2-7 0,-1-2-10 16,3-1-7-16,0-1-10 0,-1 0-5 0,2-1-8 0,0 0-3 0,0 0-1 15,2-1-8-15,0 0 2 0,0 0-1 0,1-1-1 0,3-2 1 0,0-2 2 16,1 0-8-16,1-2 2 0,1 0 0 0,0-2 1 0,1-1 1 16,2-2 2-16,1-2-5 0,2 0-6 0,2-2 1 0,0-2-2 15,3 2 10-15,1-3 6 0,0-2 3 0,3 2-1 0,-1-4-5 0,0 0 2 16,2 1 1-16,-2-2-5 0,2 1 3 0,0-1-3 0,-1-1 1 0,0 0 1 16,-1-1-3-16,-2 0-1 0,0-3 0 0,-4 1-1 0,0-1-2 0,-3 2-2 15,-2 1 5-15,-5 1-2 0,-2 1 2 0,-3-1 2 0,-5 2-5 0,-4-1-6 16,-3 1 2-16,-4 1 2 0,-2 1 5 0,-2 2 8 0,-1 1 2 15,-1 0 3-15,-3 1-8 0,0 0-4 0,-4 4-3 0,-1-1 2 0,0 2-1 16,-2 1-1-16,2 2 1 0,-3 3-5 0,0 1 3 0,-1 2-2 16,1 1 2-16,-2 3-3 0,2 3 2 0,-1 2-3 0,2 2-1 0,-1 2 1 15,2 2-2-15,1 2-1 0,1 2 3 0,2 0-9 0,3 3-9 0,1 1-1 16,3 1-11-16,1 2 5 0,1 2-3 0,3 1-7 0,1 0-12 16,2 0-28-16,2 1-33 0,2-4-29 0,3 0-27 0,4-2-13 15,2-3 9-15,4 0 17 0,2-2 18 0,1 0 19 0,2-3 12 0,2-1-3 16,1-2-24-16,3 0-39 0</inkml:trace>
  <inkml:trace contextRef="#ctx0" brushRef="#br0" timeOffset="31984.01">9974 8551 1340 0,'-10'-10'74'0,"0"1"-6"16,0 1-6-16,5 6-14 0,3 3-19 0,1 3-14 0,2 1 2 0,0 2 1 15,1 1 2-15,2 1-2 0,0 1 0 0,1 0-3 0,2 0-6 0,-1 2 0 16,1 1-5-16,0 0-3 0,1 0 2 0,0-1-2 0,2 0 2 16,0-1 1-16,1-1-3 0,0-1 2 0,1-1-1 0,0-2 1 0,1-1-3 15,0-1 1-15,-1-1 1 0,2-2-4 0,1-2 5 0,0-1-3 0,0-2 3 16,0-2-1-16,1-1 0 0,0-3-4 0,-1 0 0 0,3-2 4 15,-1-1 0-15,-1 0-1 0,0 0 2 0,-1-1-6 0,-1 0 3 0,-1-1 1 16,-4 2 1-16,0-2 0 0,-2 0 2 0,-1 0 4 0,-3 0-2 0,-1-1-1 16,-2 2 0-16,-1 0 1 0,-3 2-2 0,-1 0 0 0,-3 1-2 15,-1 1 1-15,-3 1-3 0,-2 1 1 0,-3 1-1 0,-2 2 2 0,1 1-1 16,-3 1-1-16,1 3 1 0,0 1 2 0,-1 3-4 0,-1 0 1 16,1 3-3-16,1 2-1 0,-1 2 3 0,3 1-5 0,0 2 2 0,0 1-5 15,4 3 1-15,0 1 0 0,3-1-5 0,1 3-5 0,3-1-1 0,2-2-5 16,2 0-1-16,2 0-3 0,3 0-3 0,2-3-5 0,2 0-1 15,1-3-2-15,3 0 0 0,2-4 0 0,2-1 6 0,1-3 8 0,2-1 7 16,-1-2 6-16,1-2 5 0,0-2 1 0,1 0 5 0,1-2 2 16,-3-2 3-16,2 0 5 0,-1-1-3 0,0 0 2 0,0 0 1 0,1 0 1 15,-1 0 0-15,-1 1 0 0,1 1-1 0,0-1-2 0,-2 2 2 16,-1 0-5-16,1 1 1 0,-1 2 0 0,0-1-1 0,-1 2 0 0,0-1-2 16,0 1 2-16,-1 1-2 0,1 1-1 0,-1 1 1 0,1 1-2 0,-1 1 3 15,0 2-1-15,-1 0-1 0,-1 2-1 0,1 1-1 0,-1 0-1 0,1 2-1 16,-1 1 1-16,-1 2-3 0,1 0-2 0,0 0 1 0,0 1-7 15,1 0-3-15,1-1 4 0,0-2-4 0,0 1 2 0,3-2 0 0,1 0-4 16,-1-2-1-16,0 0-13 0,0-4-46 0,1 1-35 0,1-2-21 0,-1-2-6 16,0-1 15-16,0-1 9 0,0-2 0 0,0-3 1 0,2-2-11 15,2-4-49-15</inkml:trace>
  <inkml:trace contextRef="#ctx0" brushRef="#br0" timeOffset="32663.99">11232 8385 246 0,'12'-30'115'0,"0"-2"-19"0,3-8-11 0,-3 9-10 0,-2 4-10 16,0 2-7-16,-2 3-7 0,-2 1-1 0,0 4-2 0,-2 3 0 0,0 3-2 15,-2 2-7-15,0 3-9 0,-1 3-8 0,0 1-10 0,-2 1-6 16,2 2-3-16,-1 1-3 0,-1 2 2 0,1 3 3 0,0 2-3 0,0 2 0 16,1 3 1-16,0 2-4 0,0 3-2 0,0 1-2 0,1 2-2 15,0 2 0-15,1 2 1 0,0 1 0 0,0 3 1 16,1 0 1-16,-1 1 4 0,0 1 0 0,-1 1 1 0,0 0-2 0,0 1-1 0,0 1 2 0,0-2-1 16,0-2 0-16,0-2 3 0,2 0-3 0,1-3 3 0,1-1-1 15,2-1-5-15,-1-4 6 0,2-2-5 0,0-2 6 0,-1-2-3 0,-1-4-2 16,0-1 5-16,-1-4-3 0,0 0 7 0,-1-2 4 0,0-2-1 15,-2-1 5-15,0-1 2 0,-1-2-1 0,-2 0 1 0,-1-1-5 0,-1-3-7 16,-2-1-6-16,-1-2-10 0,-1-3-8 0,-2 1-10 0,-1-2-19 0,-1 1-27 16,-3 0-15-16,-2 0-3 0,-3-1 17 0,1 0 26 0,-1 0 27 15,0-1 16-15,0 1 11 0,2 0 8 0,1 1 2 0,1 0 7 0,1-1 0 16,3 2 1-16,0 0-5 0,1 2-5 0,1 2-3 0,2-1-3 0,-1 1-3 16,1 1 0-16,1 1-2 0,0 0 1 0,1 0-1 0,0 0 0 15,1 2-2-15,0 2 0 0,1 0-3 0,1 1-5 0,2 1 0 0,1 0-2 16,2 1 2-16,2 0 0 0,1 1 2 0,1 0-1 0,4 2 1 15,0-1 1-15,1 1 0 0,2-1 0 0,1 0 2 0,3 0 1 0,0-1 2 16,0 1 1-16,2-2 1 0,0 1 0 0,0-1 1 0,2-1 1 0,-1-1 2 16,1 0 0-16,-1-1 2 0,2 0 1 0,1-2 1 0,1-1 3 15,0 0 0-15,0-2 2 0,-1 2 9 0,0-2 3 0,-1 0 10 0,1 0 10 16,-2 1 6-16,0 0 6 0,0 0-1 0,-1 0-1 0,-1 1-1 0,-2 0-3 16,0 1 0-16,-3 2 0 0,0-1-6 0,-1 1-3 0,-2 1-5 15,-1 1-3-15,1 1-4 0,-2 1-5 0,0 1-7 0,0 1-6 0,-2 1 1 16,2 0-7-16,2 2-3 0,0-1 0 0,1 2-6 0,0 1 5 0,0-1 0 15,0 0-1-15,0 0-1 0,0 0-2 0,-1 0-1 0,2-2 2 16,-1 0 1-16,0-2-2 0,1 1-1 0,0-2 0 0,-1 0 2 0,-1 0 0 16,-1-2 0-16,0 0 1 0,0 0 0 0,1-2 1 0,-1 1 0 15,0-2 1-15,-1 0-1 0,1-1 1 0,-1-1-3 0,1 0 3 0,0-2-4 16,-1 0 0-16,0 0 1 0,1-2-3 0,-2-1 6 0,0 0-2 0,-2-1 4 16,1-1-4-16,-1 1 1 0,-1-1 2 0,-1 0-2 0,-2 0 2 15,-2 0-2-15,-2-1-2 0,-3 0-1 0,-3 1 1 0,-2 1 0 0,-2-2 4 16,-2 0 4-16,-2 0-2 0,-2 0 6 0,-3 2 0 0,1 2 1 0,-3 0 3 15,-1 2 1-15,0 1 1 0,-2 3 5 0,0 1 2 0,-2 1 3 16,0 2-1-16,1 2 4 0,1 0-1 0,3 2-1 0,1 2-3 0,1 1-6 16,2 2-6-16,2 1-7 0,1 1 0 0,4 0-6 0,2-1-1 15,4 2-2-15,1 0-5 0,4 0 0 0,3 0-5 0,3-1 7 0,3 1-4 16,3-1 0-16,1-1 0 0,4-1-2 0,2-2 0 0,3 0 0 0,1-3-1 16,6-2-3-16,0-2-3 0,4-2-5 0,0-3-9 0,0-2-20 15,2-2-29-15,0-4-50 0,1 0-90 0,0-3-98 0,0-1-165 0,-1-2 25 16</inkml:trace>
  <inkml:trace contextRef="#ctx0" brushRef="#br0" timeOffset="34283.99">8690 6645 1498 0,'-14'-18'25'0,"1"4"25"15,-1-2-3-15,7 8-12 0,5 5-18 0,0 2-11 0,2 2-6 16,2 1 0-16,0 1 2 0,2 1-4 0,0 1 1 0,0 1-1 0,1 1-2 16,0 1 4-16,-1 0-3 0,1 2 2 0,-2 0 0 0,1 0-3 0,0 0 4 15,0 0 1-15,0-2 0 0,1 0 3 0,0 1 3 0,0 0 3 16,0 0 4-16,-1 1 13 0,1-1 10 0,0 1 4 0,-1 2 4 0,0 2 0 16,0 2-3-16,1 0-2 0,0 3-6 0,-1 2-2 0,1 0 1 15,0 4-5-15,0 1 2 0,1 0-9 0,-1 1-7 0,1 0-2 16,1 1 5-16,2-1-1 0,0-1 1 0,1-3-1 0,2-2-7 0,3-2-2 0,0-2 4 15,1-3 2-15,1-2 1 0,0-1 7 0,0-2 1 0,-1-3-2 16,1 0 6-16,1-3-9 0,0 0 3 0,1-2 1 0,-1-1-4 0,0-3 8 16,-1-1-3-16,0-4-3 0,0-1-2 0,0-1-3 0,0-2-4 15,0 0 1-15,1-3-6 0,-3-2 3 0,1-2-2 0,1 1-6 0,-1-2 0 16,0 0-5-16,0 0 5 0,-1-3 2 0,0 1 6 0,-2 1 2 0,1-1-1 16,-1 0 4-16,0-2-8 0,-1 0 0 0,1 2-4 0,0 0-1 15,1 1 5-15,-2 3 0 0,-1 2-2 0,1 1 2 0,0 3-3 0,0 3-7 16,-1 1 6-16,-1 1-1 0,0 3-1 0,-2 2 4 0,1 2-1 0,-2 2-1 15,-1 3 7-15,0 2-1 0,-2 2 2 0,1 3 3 0,-1 3-4 16,0 0 5-16,1 2-5 0,0 3-1 0,1 1-2 0,-1 1-4 0,0 1 3 16,1 2 0-16,0-3-12 0,1 0 2 0,-1-1-6 0,2-3 1 15,0-1 9-15,0-3 1 0,2-2 9 0,0-4-3 0,2-1-2 0,-1-2 7 16,-1-1-9-16,0-2 1 0,0-2 3 0,-1-1-7 0,1-2 6 0,1-1-3 16,0-1-2-16,2-1 1 0,1-1-5 0,-1-3 3 0,0-1 0 15,0-1 4-15,1 0-2 0,0 1 8 0,1-1 4 0,-2 0-7 16,2-1 3-16,-1 1-7 0,1 1-1 0,-2 0 2 0,1 1 3 0,-1 1-5 0,-1 2 3 15,1 1 1-15,-4 2-8 0,1 1 1 0,-1 1 0 0,0 3 1 16,1 0 4-16,-1 3 1 0,-1 0-3 0,0 2 0 0,1 1-2 0,0 2-1 16,2 0 5-16,-1 2-2 0,0-2-4 0,0 3 6 0,3-2-15 0,0 0-3 15,1-1 7-15,-1-1-7 0,0-2 13 0,1 1 3 0,1-2-2 16,0-1 4-16,-1 0-6 0,2-1 3 0,1-1-1 0,0-1 4 0,-1-1-1 16,0-2 1-16,-1 0 1 0,0-1-4 0,-2-1 4 0,2 1-3 15,-1-2-2-15,0 0 6 0,-2 1-4 0,1 0-4 0,0-1 11 0,0 0-2 16,0-1 3-16,-1 0 0 0,1 0-6 0,1-1-4 0,0-1 2 0,-1 0 3 15,0 1-1-15,0-1-2 0,0 0 3 16,1 0-4-16,-3 0-1 0,3 0 2 0,-1 1-2 0,0 0 2 0,1 1-3 0,-2 0 0 0,0 0 0 16,-1 0 3-16,0 1 0 0,0 0-5 0,-2 0-5 0,0 0 0 0,-3 0-1 15,0 1-2-15,-1 0-5 0,-1 0-5 0,-2-1-9 0,-2 2-8 16,-1-2-9-16,-4-1-2 0,-1 1-8 0,-3-1 4 0,-2 1 9 0,-3 0 9 16,-3 0 14-16,-4 0 11 0,0 2 12 0,-3 0 0 0,-1 0 8 15,-2 2-1-15,0 1-2 0,0 1-1 0,0 2 1 0,2 2 1 0,-1 1-2 16,2 2 1-16,-1 1-5 0,0 2-2 0,2 1 5 0,0 3-7 15,1 1 5-15,2 2-2 0,2-1-5 0,1 1 6 0,3 1-5 16,2-1 1-16,1 1-10 0,3-1-1 0,1-2 4 0,3-1-3 16,2 1 11-16,3-3 0 0,2 0 3 0,3-3-4 0,2-3-3 0,2 0-5 0,3-2 2 15,1-2-4-15,3-1 3 0,4-2-2 0,1-2-7 0,2-2 5 16,1-1-2-16,-2 0 1 0,1-1-8 0,-1 1-10 0,1-2-13 0,1 0-34 0,-2-2-23 16,1 1-24-16,-1-1-17 0,-1 0 5 0,1 2 1 0,-3 0 3 15,1 0 0-15,0-1-17 0,-2-1-16 0,1 0-38 0,-1 1-136 0</inkml:trace>
  <inkml:trace contextRef="#ctx0" brushRef="#br0" timeOffset="34881.99">11357 6124 1592 0,'-5'-12'74'0,"2"3"-7"16,1 0-14-16,4 9-26 0,3 4-15 0,0 5-4 0,3 2-5 0,-1 3 3 15,0 3-3-15,0 3-4 0,-2 4-1 0,0 3 1 0,-3 2-2 16,-1 2 3-16,0 1-8 0,-1 1 3 0,0 2 6 0,0 0 1 0,0 3 6 16,1 2-4-16,1-1-12 0,1 2 0 0,0 2 1 0,-1-1-6 0,2-1 2 15,0-1-2-15,1-6-7 0,1-1 4 0,0-5-1 0,1-3 4 16,1-5 2-16,1-2-1 0,-2-2-2 0,0-4-4 0,-2-2-16 0,-1-1-22 16,-2-2-26-16,-2-3-28 0,-1-2-37 0,-3-2-14 0,-2-2-8 15,-2-2 0-15,-3-2 30 0,0-2 33 0,-1-1 34 0,-2-4 36 0,-1-2 25 16,-2-1 15-16,0-1 12 0,-1-1 10 0,0-2 8 0,1 1 3 0,1 0 2 15,0 0-3-15,-1 1-1 0,0 0 3 0,0 1 5 0,0 1 10 16,-1 1 13-16,2 3 10 0,-1 0 14 0,1 0 3 0,2 1-5 0,2 2-3 16,2 3-14-16,1 2-11 0,2 3-14 0,2 1-17 0,2 2-15 0,2 2-7 15,3 3-5-15,1 3-5 0,4 1 8 0,1 0-4 0,2 1 0 16,1-1 1-16,3 1-5 0,4-2 2 0,2 0 1 0,2-1 1 0,2-1-4 16,1-1 4-16,1-2-1 0,2-1 0 0,1-1 3 0,2-1 3 15,-1-2 3-15,2 0 0 0,-3-2 1 0,2-2-2 0,0-1 0 0,2-2 1 16,-1-1 4-16,0-3 1 0,-3-1 0 0,2-1 0 0,-2-1 0 0,0-3-2 15,-1-1-2-15,-1-2 1 0,-3 1 2 0,1 0-1 0,-3-1 1 16,0 2-2-16,-3-1-4 0,-2 1 0 0,-3-1 4 0,-2 0-2 0,-1 1 2 16,-3 1-3-16,-2 0-10 0,-2 0 0 0,-2 1 1 0,-1 1 1 15,-3 0 8-15,-1 3 5 0,-2 2 0 0,-1 1 0 0,-1 2 0 0,-1 2-5 16,0 0 0-16,0 1 0 0,-1 3 1 0,1 2-2 0,-2 2 0 0,-1 2-3 16,0 0-8-16,-1 3 0 0,2 2-2 0,-2 2 2 0,0 4 8 15,1 0 7-15,1 3 0 0,1 1-7 0,2 1 2 0,0 3-6 0,1 0 2 16,2-2 0-16,3 1 0 0,2-3-1 0,3 0-1 0,2-1 1 0,2 0 1 15,2 0-4-15,1-1 4 0,3-1-2 0,1-1 4 0,0-3-2 16,1 0 1-16,0-1 3 0,1 0-4 0,0-1 2 0,1-2-2 0,1 1-1 16,0-1-1-16,0-1-3 0,1-1-1 0,-2-2-1 0,-2 0 1 0,1-1-4 15,-2-1-7-15,0-2-13 0,0 1-22 0,-1-1-47 0,-1-1-51 16,-2 0-64-16,-1-1-63 0,0 0-62 0,-1 0-183 0</inkml:trace>
  <inkml:trace contextRef="#ctx0" brushRef="#br0" timeOffset="35836.99">12375 6263 1883 0,'-14'-21'75'0,"2"2"3"0,-2-1-11 0,7 13-27 0,5 5-27 15,1 5-13-15,2 1-8 0,0 6 2 0,1 3-1 0,1 3 0 0,-1 1 4 16,0 2-2-16,0 1-3 0,0 1 2 0,1-1 0 0,0 1 9 0,0 1 4 16,0-3 2-16,3 1 0 0,2-1-9 0,0-1 1 0,2-1-4 0,0-2 5 15,0-3-4-15,0-3 2 0,1 0-1 0,-1-3 4 0,0 0 4 16,0-2 0-16,0-2 3 0,-2 0 0 0,2-2 0 0,0 1 2 0,-1-1 0 15,1-1-3-15,-1 1-3 0,1-2-2 0,0 0-1 0,1 0-2 0,1-1 4 16,0 1-4-16,0-1 1 0,0-1-1 0,0 0-1 0,0 0 0 16,0 0 2-16,1 0-1 0,-1 0 1 0,1-2 2 0,1 0-4 0,-2 0 4 15,1-1-6-15,-2 1 2 0,0 0 2 0,0-1-6 0,1 1 7 16,0-1-3-16,-1 2-1 0,1 0 1 0,-2-1 0 0,1 2-5 0,0 0 7 16,0 1-4-16,-1 0-4 0,1 0 0 0,-1 1-7 0,0-1 4 0,-1 1-2 15,-1 0 3-15,-1 2 4 0,0 1-1 0,-1 0 1 0,0 1-3 16,0 2 0-16,-1 0 1 0,-1 2 3 0,0 2 3 0,-1 2 0 0,-1 1 0 15,0 3-2-15,-1 1 2 0,1 1-2 0,-1 0 0 0,0 2 2 0,2-1-3 16,0 1 2-16,1-2-4 0,2 0 4 0,1-1 0 0,2-2 1 16,-1-4 1-16,2-1-5 0,0-2 9 0,-1-2-2 0,0-1 6 0,2-2 0 15,-1-1-2-15,1-1 6 0,0-2-9 0,1-2 4 0,2-1-5 16,2-2-2-16,0 1 1 0,0-3-4 0,2-1 2 0,0 0-1 0,1-1 1 16,0 0-2-16,1-1 4 0,1 0-4 0,-2-1 5 0,2 0 0 0,0 2-2 15,-4-1-2-15,1 0 0 0,-2 0 2 0,-2 2-1 0,0 2 4 16,-1 1-4-16,-1 2 0 0,-2 1 5 0,-2 1-4 0,-1 2 7 0,1 0-5 15,-1 2-2-15,-1 1 2 0,0 0-3 0,0 2 1 0,-1 1 1 0,0 1-2 16,1 1 3-16,-1 1-5 0,0 0 5 0,1 1-4 0,0 1 2 16,0 0-1-16,1 1-3 0,1-1 2 0,1-1 1 0,1 0 0 0,-1 0 1 15,3-1-1-15,0 0-1 0,1-1-1 0,2 0 1 0,0-1 4 16,2 0-3-16,-1-1-2 0,2-1 1 0,-2-1-1 0,1-1 2 0,0-1 3 16,0-1-3-16,0 1 2 0,0-3-2 0,1 0 0 0,-1-2 3 0,1-1 3 15,-1 0-3-15,-1-1 0 0,1-1 0 0,1 0 0 0,0-2 1 16,-2 1 5-16,1-2-5 0,-2-2 2 0,-2 0 0 0,-2-1-4 0,-1 0 1 15,-2 0-2-15,-2 0-2 0,-1 1-2 0,-3 0 1 0,-3-1-2 16,-1-1-2-16,-3 1 0 0,-2 1 4 0,0 1-4 0,-3-1 3 0,1 0-1 16,-3 0-5-16,-1 1-3 0,-1 2 4 0,0 0 2 0,1 2 1 0,-1 1 10 15,1 1-7-15,1 3 1 0,0 0-5 0,2 3-3 0,-3 1 6 16,2 2-3-16,-1 2 3 0,1 2-1 0,1 1-6 0,0 2 0 0,0 1 3 16,2 2-6-16,0 1 1 0,3 0-5 0,1 0 0 0,2-2 1 0,3 2-4 15,2 0 10-15,3 1-5 0,1-3-1 0,3 0 2 0,2-1-5 16,2-2 1-16,1 0-1 0,2-1-3 0,2-1 3 0,0-1-2 0,2-1 1 15,2-1-4-15,-2-1-5 0,2-2-11 0,-1 0-17 0,0 0-15 0,0-3-31 16,0-1-42-16,2-2-35 0,0 0-19 0,-1-2-11 0,0-2 11 16,-1-1 5-16,-1-1-127 0</inkml:trace>
  <inkml:trace contextRef="#ctx0" brushRef="#br0" timeOffset="36284.99">14668 5871 508 0,'10'-25'112'0,"2"1"-2"0,2-6-10 16,1 8-11-16,-4 6-10 0,1 2-15 0,-2 3-14 0,-1 1-13 0,-3 3-8 15,0 4-3-15,-1 1-4 0,-2 3-7 0,-1 0 2 0,0 2-3 0,-1 3-3 16,0 2 3-16,0 1-7 0,-1 3 3 0,0 2 1 0,-1 1 1 16,0 5 1-16,0 2 2 0,-1 2-3 0,1 2 1 0,-1 1 4 0,0 1 1 15,1 2 4-15,1 1 0 0,0 1-4 0,0 0-1 0,0-1-5 0,0 2 0 16,0-2-4-16,0 3-4 0,0-2-1 0,0 1-4 0,0-2-5 16,1-1 1-16,0-2 0 0,0-2 2 0,0-3 2 0,0-2-4 0,0-3 0 15,-1-2-4-15,-1-4 0 0,-2 0 1 0,-2-3-5 0,-2-1-2 16,-2-2-2-16,-4-2-5 0,-4-2-6 0,-1-1-9 0,-3-2-9 0,-1-2-3 15,0-1 5-15,-2-3 10 0,1-1 11 0,-1-1 8 0,0-1 8 0,2-1 2 16,1-1 2-16,1 0 2 0,4-2-3 16,1 1-4-16,2-1-2 0,3-2-2 0,1 2 1 0,4-2 4 0,0 3 4 0,2-1 5 0,1 0 1 15,2-1 7-15,1 3 2 0,1-1 1 0,2 1-2 0,1 2-5 0,-1 1 1 16,2 1-6-16,2 1-2 0,0 3 2 0,2-1-7 0,0 1 3 16,1 1 1-16,1 2 0 0,0 1-1 0,1 0 2 0,1 1-1 0,1 1 0 15,2 0 1-15,1 0 1 0,0 0-3 0,0-1 3 0,1 1 0 16,1-1-3-16,0 1 7 0,2-1-5 0,0-1 0 0,0 0-2 0,0-1 2 15,0 0 1-15,-2 0 4 0,1 0 2 0,0-1 0 0,-1 0 2 0,1 1 1 16,0 0 3-16,-1 1 0 0,-1 0-1 0,0 1 1 0,-3 0-1 16,1 1-3-16,0 0 0 0,-2 1 1 0,-2-1-5 0,1 2 3 0,-1 1-2 15,0 0 1-15,-2 1-3 0,0 1-4 0,0 1 0 0,-1 0-2 0,-1 2 0 16,0-1 1-16,-1 2-5 0,-2 0-6 0,0 1-7 0,-1 0-20 16,-2 0-13-16,-1-1-18 0,0 1-28 0,-3 0-12 0,0 0-24 0,-1-2-26 15,-1-2-22-15,-1 1-81 0</inkml:trace>
  <inkml:trace contextRef="#ctx0" brushRef="#br0" timeOffset="36430.99">15315 5788 1617 0,'-2'-7'-11'0,"1"2"-29"0,1 2-27 16,2 8-33-16,2 5-83 0,0 3-113 0,1 2-297 0</inkml:trace>
  <inkml:trace contextRef="#ctx0" brushRef="#br0" timeOffset="36732.99">16172 6048 1357 0,'17'-10'44'0,"1"4"-26"0,7-1-9 0,-3 7-1 0,-1 3-1 0,-1 1 2 16,-2 2-3-16,-1-1-3 0,-2 0-8 0,-4 1-2 0,-2-2-2 0,-3 1 8 16,-4-2 8-16,-2 0 11 0,-2-1 7 0,-2 0 8 0,-1 0-2 15,-4 0-4-15,-2 2-5 0,-2 2-5 0,-3 0-2 0,-2 2-3 0,-3 0 1 16,-2 1 1-16,-3 0-1 0,-4 1 1 0,0 1 6 0,-2 2-4 0,-1 0 4 16,1 2 1-16,-1 0-4 0,3 1 2 0,2 0-4 0,3 0-3 15,7-2-3-15,4 2-1 0,3-3-9 0,6 0 3 0,3-2 0 0,3 2-2 16,4 1 8-16,4-1 3 0,2 0-2 0,4-2 1 0,2-2-4 15,5 0 3-15,3-2-2 0,2 0-2 0,2-1-4 0,1-1-3 0,1 0-1 16,1-2-4-16,2 0-1 0,-2-1-6 0,1 0-12 0,-1-2-4 0,-2-1-28 16,1-1-39-16,-2 0-83 0,1 0-98 0,0 0-81 0,-1-1-247 15</inkml:trace>
  <inkml:trace contextRef="#ctx0" brushRef="#br0" timeOffset="61315.52">4383 7908 307 0,'4'-5'88'0,"2"-2"-76"0,2-2-6 0,2 1 0 0,-1 1 0 16,-2 0-3-16,2 0 1 0,-2 0 0 0,0 2-3 0,0 0 1 0,-2 1-1 16,0 1 0-16,-1 0-1 0,-1 2 1 0,1 0-2 0,-1 0 1 0,-2 1 0 15,3 0 1-15,-1 0 0 0,1-1 0 0,1 1 1 0,0-1-1 16,1-1-1-16,1 0 0 0,3-2-2 0,1-1 4 0,1 0 6 0,2-1 6 15,2 0 8-15,3 0 7 0,1 1 3 0,3-1 4 0,1-1 9 16,1 1 3-16,1 0 8 0,0 0 7 0,3 0 2 0,1-1 8 0,4-1 8 16,2 0 6-16,3 0 4 0,3-1-9 0,1 0-6 0,5-2-5 0,2 0-10 15,3-1-1-15,3 1-12 0,0-1-9 0,3 0-5 0,0 0-8 16,0 0-3-16,1 1-2 0,0 0-2 0,0 0 2 0,0 1-1 0,-2-1 2 16,-2 0-2-16,1 2-3 0,-4-1-3 0,-2 1-4 0,-2 0 1 0,-6 1-3 15,-3 1-1-15,-3 1-3 0,-5 2-2 0,-3 0 2 0,-6 2-8 16,-3 1 0-16,-5 0-3 0,-3 1-1 0,-3 0 2 0,-2 0-11 0,-1 1-40 15,0 0-56-15,0-1-68 0,2-1-99 0,2-1-140 0,1-2-174 16</inkml:trace>
  <inkml:trace contextRef="#ctx0" brushRef="#br0" timeOffset="62829.52">9353 15079 1451 0,'-2'-2'177'0,"0"0"-79"0,1-2-42 15,1 1-4-15,0 0-1 0,1 0-8 0,-1 0-16 0,2 0-11 16,0 1-4-16,-1-1-1 0,1 2 6 0,-1 0-3 0,0 0-1 0,-1 1-2 16,0-1-7-16,1 1 2 0,0 0-2 0,-1-1-2 0,1 0 3 0,-1 0 4 15,0 0 1-15,0 0 7 0,2 0 10 0,-1-1 8 0,2 1 12 16,2-2 3-16,0 2 0 0,2-1-4 0,2 0-11 0,2 0 1 0,3-1-7 16,1 0 2-16,3 0-1 0,5 0-2 0,1 1-4 0,3-1-2 15,2 1 1-15,3 0-2 0,4 1 6 0,2 1-6 0,0 0 0 0,2 1-1 16,2 2 3-16,0-1 3 0,1 3-5 0,2-1-1 0,2 0-17 0,-1 1-4 15,0 0 2-15,0-1-6 0,0 0 7 0,-2-2 3 0,-1 1-5 16,2-1 3-16,-2-2 6 0,-1-1-6 0,1-1 2 0,-3-2 10 0,-2-1 10 16,1-2 9-16,-1-2-5 0,-1-2-2 0,1-2-12 0,-2 1 2 15,0-2 14-15,0 0-1 0,-5-2 3 0,1 0-4 0,-4-2 3 0,-1-1 5 16,1-2 0-16,-1-1-1 0,-1-2-8 0,-1 0-1 0,0-2-9 0,-4 0 2 16,1 0-7-16,-2-2-6 0,-2 0 8 0,0-3-10 0,-2 0-5 15,0-3 8-15,-3 1-1 0,-1-2-3 0,-2-2 10 0,0 0-5 0,-3-2-3 16,-1 2 3-16,-2-1-2 0,-1-2-3 0,-2-1-2 0,-2 0 7 15,0-2-3-15,-2 0-1 0,-1 2 1 0,-1 0-4 0,-2 1-12 0,0 1 14 16,-2 1-4-16,-2 2 6 0,-1 0 7 0,-2 3-10 0,-2 2-1 0,-2 2-4 16,-1 2 0-16,-4 3 2 0,-2 1 0 0,-3 3-7 0,-6 2 5 15,-2 2-3-15,-3 2 3 0,-4 1 4 0,-2 2-6 0,-1 1 0 0,-2 3 1 16,-3 3 8-16,1 1 4 0,-1 3 4 0,1 2-5 0,0 1-10 0,1 3-4 16,-2 2 1-16,-1 2-1 0,2 1 4 0,-1 2-7 0,2 2 0 15,-2 1 2-15,-2 1 10 0,0 2 3 0,-1 1-3 0,1 0-1 0,-1 2-16 16,1 0-1-16,0 1-7 0,-1 1-4 0,0 0 8 0,1 1-6 0,3-1-1 15,0 1 9-15,2 0 14 0,4-1 0 0,0 0 13 0,4-1 3 16,3 0-16-16,2 1 8 0,5 0-6 0,1-1-9 0,2 1 9 0,5 0-2 16,1 1 2-16,3 1 2 0,3-3-8 0,2 2-1 0,2-2 7 0,4 0-2 15,4 0 2-15,2 0-5 0,4 1 1 0,3 0-1 0,5 0 1 16,2 1 1-16,3-2-4 0,0 1 7 0,3-2-2 0,1-3-16 0,1 1 9 16,2-1-2-16,0-2 9 0,0 1 15 0,1-2-6 0,0-1 0 0,1-2-9 15,-1 0-1-15,-1 0 3 0,1-1-2 0,-3 0 0 0,2-3-1 16,0 1 1-16,-1-1-4 0,0-1 3 0,0-1 6 0,-2-1-4 15,0 0-3-15,0-1 4 0,-2-1 4 0,1 0-4 0,1 0 1 0,-1-1 1 16,1 0-4-16,-1 0 10 0,-1-1-3 0,0 0-5 0,-1 0 0 16,-1 0-2-16,-2 0-1 0,0 0 6 0,-1 0-3 0,-1-1-5 0,-1 1 8 15,-2-1-3-15,1 0 2 0,-1 0 5 0,0-1-8 0,-1 1 1 0,-1-1-2 16,-1 0 7-16,-1-1 1 0,-1 1-3 0,-1-1 3 0,0 1-12 16,-1-1 4-16,-1 0 6 0,0-1 0 0,0 1 1 0,-1 0 0 0,1 0-5 0,-1 0 4 15,0 0 0-15,0 0-3 0,0-1-1 0,0 1 0 0,0 0-1 16,-1 0 2-16,1 0 3 0,0 1-8 0,0-1 1 0,-1 1 1 0,1 0 2 15,-1 0 2-15,1 1-2 0,0-1 0 0,0 0-2 0,0 0 2 16,-1 0 0-16,0 0-4 0,-1 1 4 0,1 0 0 0,-1 0 2 0,0 0 0 16,-1 1-7-16,1-1 5 0,-1 1 0 0,0-1 0 0,-1 1-2 0,0-1 0 15,1 1-2-15,-1-1 1 0,0 1 5 0,1-1-2 0,-1 1 0 16,1-1 0-16,0 1 0 0,0-1 0 0,1 1-2 0,-1-1 2 0,0-1-4 16,0 1 2-16,0 0 2 0,1 0 0 0,0-1 4 0,1 1-4 15,1 0 0-15,-1-1 2 0,0 0 0 0,0 1-1 0,1-1-1 0,-1 0 0 16,1 0-1-16,0 0 1 0,-1 0 0 0,1 0 1 0,-1 0-1 0,1 0 0 15,-1 0-1-15,0 0 2 0,1 0 3 0,-1 0-2 0,0 0 0 16,1-1-6-16,-1 1 6 0,1 0 0 0,-1 1-1 0,0-1-2 0,1 0-5 16,0 0 4-16,-1 0 1 0,1 0-3 0,-1 0 6 0,0 0-8 0,0 0 5 15,0 0 1-15,-1-1 0 0,1 1-2 0,0 1 0 0,0-1 2 16,0 0-4-16,1 0 6 0,-1-1-2 0,1 1 0 0,0-1-2 0,-2 0 1 16,1 0-1-16,-1 0 5 0,-1 0 3 0,2-1-10 0,-1 1 6 0,1-2-4 15,-1 1 0-15,0 0 8 0,0-1-17 0,0 0-7 0,0 0-17 16,-1-1-15-16,1 0-15 0,0 1-8 0,0-2-24 0,0 1-24 0,-1 0-28 15,1-1-33-15,-1 1-28 0,0-1-43 0,0-2-33 0,0 0-42 16,0 0-51-16,0-3-55 0,0-1-49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26:05.3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8181 4869 781 0,'-6'-1'138'16,"0"2"-114"-16,0 1-21 0,1 2-5 0,2 1 1 0,0 1 1 0,0 0 0 15,1 2-1-15,-1 1 0 0,0 2-1 0,-1 2 1 0,-1 2 0 16,0 1-1-16,-1 1 2 0,0 1 1 0,1 1 2 0,0 1-1 0,-1 1-3 16,1 0 5-16,0 0 1 0,0 2 5 0,0 1 6 0,-1 0 1 0,0 1 0 15,0 0-1-15,1 0 0 0,0 2-2 0,0 1 1 0,0 0-1 0,0 3-6 16,-1 2 0-16,1 0-3 0,0 2 2 0,1-1-1 0,-1 1-1 16,1 2 0-16,0 0-2 0,0 3 1 0,1 0-4 0,1 2 4 0,-1 1 3 15,1 4 4-15,0-1 3 0,0 3-1 0,1 4 0 0,-1 0-4 16,1 3 3-16,0 0-1 0,0 0-4 0,2 0 0 0,0 0-1 0,0 1 3 15,1 1-1-15,1-1 2 0,0 1-1 0,1 1-4 0,1 0 1 0,0 1-1 16,1 0 3-16,1 0-2 0,-2 1 0 0,1 0-2 0,0 1 3 16,1 1 5-16,-1 2-2 0,0 2 3 0,0 1 0 0,0 1-1 0,1 2 1 15,-2 0-4-15,-1 1 0 0,0 4-6 0,-1 0-2 0,0 1-2 16,1 1 0-16,-2 1 4 0,1 3-3 0,0 0 0 0,0 0-1 0,0 1-3 16,0-2 5-16,-1 3-2 0,1 0 1 0,-1 0 1 0,1 0-5 0,-1-3 1 15,1-1 5-15,-1 1 0 0,1-3 2 0,0 2 4 0,0 0-4 16,0-2 0-16,-1-2 4 0,2-3-1 0,0 0 8 0,-1 1 6 0,2-3 2 15,-1-1 9-15,0 1-2 0,0-3 2 0,0-1 5 0,0-3-1 0,0-1-2 16,0-2 9-16,-1-1 0 0,1 0 8 0,-1-3 3 0,-1 0-6 16,1 0 2-16,-3-2 2 0,2 0 3 0,-1-2-5 0,0-4-6 0,-1-1-3 15,0-1-6-15,-1-3-2 0,-1-1-6 0,1-3-11 0,-2-2 1 0,0 1 0 16,-1-3-5-16,-1-1 7 0,-1-2-1 0,0 0-4 0,-1-2 5 16,-2 0-4-16,0-2-1 0,-2-1 7 0,-1-3-1 0,-2-1 5 0,-1-1 2 15,0-1-3-15,-1 0 0 0,-3-2 1 0,-3-1 2 0,-1 0-3 16,-2-2-2-16,-2 0 1 0,-2-2-2 0,-2-1-3 0,-4-1-1 0,-1-1 8 15,-5-1-2-15,-2 0 2 0,-1-1 4 0,-3-1-15 0,-4-1-3 16,-1-2-4-16,-5 0 2 0,-1-1-6 0,-4 0 4 0,-2-1-4 0,-2-1-3 16,-3 0 0-16,-2-1-1 0,-2-1 2 0,-3-2-2 0,-2 1-3 0,-1-2 6 15,-2 0-7-15,-1-2-2 0,-1 0 2 0,-3-2-5 0,-2 0 0 0,-3 0 6 16,-2-1 2-16,-3-1 1 0,-3-1-3 0,-3-2-7 0,0 0-3 16,-6 0 14-16,-1 1 0 0,-4-2 8 0,-4 1-1 0,1-2-12 0,-1-1-5 15,-2 0 10-15,1-2-13 0,-4-3 1 0,0 0 15 0,1-1-1 16,2-2 18-16,3 1 4 0,0-2-11 0,-1-4-9 0,-1-3-13 0,-2-5-3 15,-1-3 7-15,4-1 10 0,0-1 12 0,1 1-5 0,3-1 0 16,-1-4 15-16,5 1 11 0,3-3 7 0,1-1 11 0,4-3-9 0,1-1-6 16,1-2 10-16,3-3-10 0,2-4-6 0,3-2-6 0,0-4-20 0,4-4-13 15,2-2 6-15,45 33 20 0,-10-10 0 0,2-3 14 0,-10-10-4 0,6-1-27 16,-8-10 15-16,2-2-12 0,-6-10-4 0,4-2-4 0,5-5-8 16,3 1 1-16,4-2-1 0,2-5-1 0,24 48 80 0,-1-7-4 0,3-2 3 15,-3-7 3-15,3-2-85 0,0-7 5 0,0-1-3 0,0-8-5 0,4-1 3 16,-2-8-1-16,4-1 4 0,-1-7 1 0,4-1 2 0,1-9 4 15,3 0 4-15,0-7-19 0,4-1 0 0,4-1 6 0,3 0-10 0,6-8-29 16,13-106-14-16,10 15 7 0,9 15 2 0,5 15 55 0,6 17 15 16,4 15-11-16,2 18-4 0,-1 24 3 0,3 2-3 0,5 3 4 0,11-9-15 15,62-72-5-15,-11 35-6 0,-12 30 16 0,-23 41 15 0,4 6 0 0,5 3 4 16,4 4-20-16,4 3-2 0,7 5 3 0,3 3-1 0,7 4-11 16,3 7 5-16,0 2-3 0,6 5 2 0,0 6 10 0,2 5-5 0,2 4 0 15,2 5 2-15,2 6-4 0,1 4 1 0,0 4-3 0,-1 5-1 16,0 5 5-16,-1 4 0 0,-2 6-3 0,-2 6-1 0,-4 4-2 0,-1 8 2 15,-4 6 5-15,-2 6-5 0,-4 7 10 0,-4 7-8 0,-3 6 4 0,-4 11-7 16,-4 6-1-16,-3 10-8 0,-5 11-4 0,-5 10-9 0,-4 12-14 16,-7 13-44-16,-5 13-76 0,-6 12-126 0,-7 16-203 0,-8 14-494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0T11:51:19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7185 6903 686 0,'-19'-15'-34'16,"1"0"135"-16,-2-2-43 0,8 2-23 0,6 1-1 0,3 1-2 0,1 0-3 15,3 0-3-15,1-1-7 0,3 1-6 0,2 0-5 0,3 1-1 16,3-1-2-16,2 0 2 0,2 0-2 0,3 1 3 0,2 0 0 0,1-1-1 16,4 1 2-16,3-2-2 0,3 2 6 0,2 0-2 0,4 0 0 15,2 0 3-15,2 0-5 0,3 1 3 0,4-1-4 0,0 1-1 0,1 2-5 16,2-1 0-16,2 1 1 0,1 1 0 0,2 0 1 0,1 0-4 0,0 1-4 16,2 1 3-16,1 0-2 0,-1 2 5 0,0 0 0 0,2 1 4 15,-2 1-1-15,0 0 5 0,1 2 4 0,-3 1 4 0,2 1 5 0,0 1 2 16,-1 1 0-16,1 2 1 0,0 2 3 0,-1 1 7 0,0 2-1 15,0 1 1-15,-1 3-1 0,0 3-5 0,-3 1 0 0,0 3-1 0,-2 3 0 16,-3 2-2-16,0 3-8 0,-4-1-5 0,-1 1-9 0,-3-1 0 16,-4 1-4-16,0 1 2 0,-2 2 0 0,-3 1 3 0,-2 0-5 0,-3-1 4 15,-4 2 1-15,-3 0 4 0,-7 1 2 0,-5 2-4 0,-5 0 1 0,-6 1 2 16,-7 1-1-16,-6 3 1 0,-7 0-3 0,-7 3 0 0,-4-3 0 16,-7 0-3-16,-7 1 4 0,-3-2-2 0,-4-2-6 0,-3 0 5 0,-1-3 0 15,-4-2 2-15,-1 0 7 0,-2-2-3 0,-1-3-1 0,0-4-2 0,-1-2 1 16,1-4 2-16,-1-4 2 0,2-2 5 0,4-4 6 0,2-2 4 0,5-4 6 15,1-3-2-15,1-2 0 0,0-2-5 0,-1-3-2 0,-1-1 5 16,2-3 0-16,-1 0-3 0,-2-1 0 0,1-2 0 0,1-2 5 0,1 0 20 16,5 1-2-16,3-1-5 0,2-1-10 0,1 0-14 0,4 0-6 15,1 0-5-15,4 0 3 0,2 1-15 0,2 1 7 0,1-1-6 0,4 0-5 16,0 0 12-16,3 3 2 0,4-2 6 0,0 1 1 0,3-1-5 0,1 1-6 16,3 1 3-16,1-2-7 0,2 3 6 0,3 0-6 0,0 0 2 15,0 3 1-15,1-2-3 0,1 2 1 0,1 1-4 0,1 0 1 0,0 1 2 16,0 1-2-16,1 1-1 0,1 1 4 0,1 1-6 0,1 0 4 15,0 1 0-15,0 1 0 0,0 0-3 0,1 1 5 0,1 1-2 0,-1-1 0 16,0 1 0-16,0 0-3 0,1 0 3 0,1 1 1 0,-1-1-1 0,0 1 3 16,0-1 1-16,-1 0-4 0,-1-1 1 0,1 1-1 0,-2 0 0 15,0-1-1-15,-1 1 4 0,-1 0-1 0,0-1-1 0,0 1 2 0,-1 0 2 16,0-1-2-16,-1 1 2 0,-1-1-1 0,1 0-3 0,-1 0 2 16,0 0 1-16,0 1-1 0,-1-1 0 0,0 1 2 0,0 0 0 0,0-1-5 15,0 0 3-15,0 1-3 0,-1-2 2 0,1 1 3 0,-1 0-2 0,0 1 0 16,-1-1-3-16,1 1 0 0,1-1 0 0,-1 0 0 0,1-1 0 15,-1 1-1-15,1 1 2 0,0-2-1 0,0 2-6 0,0-2 4 0,0 0-6 16,0 1-3-16,1 0-14 0,0 0-23 0,1 0-25 0,-2 0-35 0,2 0-25 16,-1 0-25-16,2 1-29 0,-1 1-19 0,2-1-16 0,0 0-20 15,2 0 5-15,1-1-15 0,1-1-38 0,1 0-120 0</inkml:trace>
  <inkml:trace contextRef="#ctx0" brushRef="#br0" timeOffset="833.61">4497 5659 847 0,'-55'-18'7'0,"-4"-1"140"0,-13-2-111 0,13 7 7 0,13 4 1 15,6 0-2-15,4 1-6 0,5 1-13 0,4 1-9 0,1 1-6 0,3 1-5 16,1 2 2-16,4 1-7 0,1 1 2 0,1 0-2 0,2 2-3 16,1-1-3-16,0 0-1 0,0 2-4 0,1-1 1 0,0 1 3 0,0-1 4 15,1 1 1-15,-2-2 3 0,2 0 1 0,-1 0 1 0,3-2 2 0,-1-1 1 16,2 0 1-16,0-1 1 0,2-1 2 0,2-2-2 0,1-3 1 15,3-1-2-15,4-4 2 0,4-1 1 0,6-6 2 0,6-3 3 0,7-5 2 16,7-3 3-16,6-2 3 0,9-2-4 0,5 0-2 0,6-1-1 0,7-1-3 16,4 1 1-16,5 0 8 0,5-1 1 0,6 2 6 0,5 0 9 15,5 1-4-15,4 2 2 0,3 2-8 0,2 4-6 0,0 3-2 0,1 2 0 16,2 3 6-16,4 1 0 0,2 2 5 0,3 3-2 0,3 2-3 16,-1 3-6-16,-1 3-6 0,-2 5-9 0,-6 4 1 0,-3 4-7 0,-3 6 2 15,-7 2-1-15,-6 3 0 0,-5 4 0 0,-6 0 2 0,-5 4 0 0,-7 2 3 16,-5 0-2-16,-6 2-1 0,-5 1 0 0,-7 2 0 0,-6 1 0 15,-7 0-1-15,-9 2-2 0,-7-1 5 0,-7 2-2 0,-7 2 6 0,-7 0 6 16,-9 3-2-16,-7 1 0 0,-8 1 4 0,-8 3-9 0,-5-2 3 0,-6-2 3 16,-5 0-3-16,-5 0 3 0,-4 0 5 0,-5-1-7 0,-5 0 6 15,-4-1-2-15,-6-1-7 0,0 1 5 0,-2-2-4 0,0-3 1 0,2-2 6 16,-2-1 6-16,3-2 2 0,1-3 5 0,2-2-4 0,4-4 3 0,4-2-5 16,3-2-8-16,3-1-1 0,4-3-3 0,2 1-5 0,3-2 3 15,5-2 1-15,4-2-11 0,4-2 1 0,8-2-9 0,4 0-13 0,8-3-9 16,5-1-20-16,6-2-16 0,5-1-20 0,5 0-24 0,4-2-17 0,5-1-20 15,8-2-18-15,6-4 2 0,11-4-4 0,10-2 3 0,9-1 4 16,9-1-13-16,6-3-115 0</inkml:trace>
  <inkml:trace contextRef="#ctx0" brushRef="#br0" timeOffset="1333.94">10852 6702 1982 0,'-8'-42'-54'0,"0"1"123"15,-1-6-35-15,4 16-6 0,5 12-11 0,2 4-10 0,3 4-13 0,4 1-12 16,6 2-22-16,6 1-8 0,8 2-24 0,8 2-22 0,5 3-17 0,5 3-23 16,3 1-12-16,2 3-2 0,3 0 4 0,3 2 14 0,1 1 25 15,2-1 23-15,1 0 27 0,-1 0 24 0,-1 0 16 0,0-1 11 0,-1-1 7 16,-1-1 4-16,-1-1 4 0,0 0 8 0,-1-1 5 0,-1-1 7 0,0 2 5 15,0-1 6-15,-2 1 3 0,1 1 5 0,-2-1 4 0,-1 1 4 16,-2 1 8-16,-2 0 7 0,0 1 2 0,1 2-2 0,-3 2 4 0,-2 0 1 16,-1 2 4-16,-3 1-3 0,-3 4-6 0,-2 2-7 0,-3 2-9 15,-2 4-7-15,-4 2-4 0,-2 4-9 0,-5 3-7 0,-5 2-16 0,-6 2 0 16,-9 3-5-16,-7 1-1 0,-10 1 4 0,-8 0-9 0,-6 0-2 0,-8 0 2 16,-7-1-2-16,-6-1 1 0,-6-2 2 0,-5 0-2 0,-6-2 5 15,-5 2 1-15,-8-2-12 0,-5 0-3 0,-4-1 5 0,-8-1 0 0,-4-2 7 16,-5-1 4-16,-3-3-15 0,1-2-7 0,3-3-11 0,5-6-13 0,7-2-14 15,8-4-18-15,8-5-24 0,7-3-38 0,6-4-43 0,4-3-63 16,3-3-100-16,3-4-349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26:33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10068 7051 688 0,'-3'5'26'0,"2"4"-16"0,2 4-4 15,5 2-1-15,2 0-1 0,4 1 1 0,1 0-2 0,5 1-1 16,3 0 0-16,1-2-2 0,2 2 0 0,2 2 0 0,0-1-1 0,3 3-1 16,-1-1 2-16,2 0-1 0,-1 1 2 0,0 0 0 0,-1 0-3 0,-1 1 2 15,0-1 0-15,0 0 0 0,0 0 0 0,1 2-1 0,-1-2 0 16,0 1-3-16,2 0 1 0,1-4-3 0,0 2-1 0,3 0 3 0,1-2 0 15,0 2 5-15,2-1-1 0,4 0 1 0,1 1 1 0,3 0 0 16,3-1 2-16,1 0 4 0,3-1 7 0,3 0 5 0,4 1 8 0,4 1 11 16,3 0 13-16,3 2 12 0,5-1 10 0,3 0 1 0,3 1-2 0,5 1-3 15,0 0-10-15,6 4-7 0,2 0-12 0,6 1-12 0,2 1-8 16,4-1-13-16,7 0-3 0,3-3-9 0,5-3 2 0,4-3 3 0,4-4 1 16,4-2 8-16,3-4 1 0,4-2-2 0,3-4 0 0,2-1-4 0,2-3-1 15,1-1-1-15,1-2 2 0,2-3 3 0,-1-2-6 0,1-2 11 16,3-2-1-16,-2-3 9 0,2-5 9 0,0-5-3 0,0-2 0 0,1-4-4 15,0-2 2-15,-2-2-3 0,1-3 0 0,-2-4-2 0,0-1 2 16,-2-4 3-16,0-1-1 0,-3-1 4 0,-1 0 8 0,-3 0 12 0,-3-3 6 16,-2-1 2-16,-2 0 4 0,-1-2-6 0,-3 1 2 0,-6-2-1 0,-1 0-6 15,-4 1 1-15,-3-2-8 0,-1 1-11 0,-5 1-8 0,-2-3-8 16,-3 0-1-16,-5-2 1 0,-3-3-4 0,-4-1-4 0,-6-3 0 0,-6 0-1 16,-6-3-4-16,-6-1-5 0,-6 0-2 0,-9-4-6 0,-8 1-3 0,-7-2-4 15,-11-1-7-15,-7-1-3 0,-9-1-1 0,-8 0-3 0,-7 2 8 16,-8-2 2-16,-9 3 6 0,-6 0 13 0,-7-1-2 0,-7 2 8 0,-8 0-4 15,-6 1 1-15,-5 3 9 0,-6 0-6 0,-6 1 13 0,-5 3 1 0,-6 2-8 16,-5 0 6-16,-5 4-7 0,-4 1 3 0,-4 2 4 0,-4 7 7 16,-5 1-4-16,-5 4 4 0,-4 5 0 0,-5 1-11 0,-5 7 14 0,-5 4-7 15,-8 7-3-15,-5 6 1 0,-7 8-8 0,-8 6-3 0,-8 9 0 16,-7 8 3-16,-7 7-13 0,-9 11 0 0,-6 7-1 0,-9 8-8 0,-5 11 7 16,-7 6-13-16,-6 9-1 0,-5 10 2 0,-5 6-9 0,-5 10 2 0,-1 5-27 15,-3 9-49-15,-1 11-42 0,-2 6-39 0,1 9-41 0,1 8-42 16,2 6-71-16,5 4-108 0,3 7-97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27:18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4415 7023 797 0,'-8'-14'1'0,"2"0"-13"16,-1-3 3-16,3 2 2 0,2 4 10 0,0-2-5 0,0 2-8 0,0-2-12 15,1 1-16-15,0 1-11 0,0-1-5 0,-1 2 9 0,0 2 8 0,0 0 15 16,0 1 10-16,-2 0 5 0,0 2 5 0,1-1 3 0,-3 0-1 16,0 1 1-16,-2 1-1 0,-1 0 0 0,-1 1 0 15,-1 1 0-15,0-1-1 0,0 0 0 0,-1 1-1 0,-1 0 0 0,0-1-3 0,0 1 1 16,0-2 2-16,0 0 1 0,1 0 1 0,0-2-2 0,2 0 1 0,1 0 0 16,0-1 2-16,-1 0 0 0,2-1 3 0,0-2-1 0,1 0 2 0,1 0 1 15,1 0-2-15,-1 0 5 0,0 3 0 0,0-2 1 0,0 2 4 16,0 0-3-16,0 1 0 0,0 1 0 0,0 2 0 0,-1 2 1 0,1 0 0 15,-2 1 1-15,0 1-1 0,0 0-2 0,0 2-2 0,0 0-1 0,0 1-1 16,-1 0-1-16,1 1-1 0,-1 0 2 0,0 1-2 0,2-1-2 16,1 0 2-16,1-1-6 0,0 0 3 0,2-1 1 0,0 0 0 0,1-1 2 15,2-1-2-15,-1 0 2 0,1 1 0 0,0-2 3 0,1 1 8 16,-1-2 5-16,0 0 7 0,0-1 5 0,1 0 1 0,-1-2 3 0,2 0 2 16,0-1 3-16,0-2 4 0,1-1 5 0,0-3 4 0,1-1 3 0,2-2-4 15,1 0 2-15,1-2 0 0,1-1 0 0,1-1 1 0,1-1-5 16,2-2 2-16,1-2 2 0,2 0 2 0,2-2 2 0,2 0-10 0,1-1-10 15,1 0-4-15,3 0-2 0,1-2-2 0,3 0-4 0,1-2 0 0,3-1-11 16,0 0-3-16,2 2 4 0,-1-1-3 0,4 2 0 0,1 1 0 16,0-1-7-16,4-1 3 0,0 1 0 0,0 0-3 0,2 1 4 0,2 3-8 15,0 0 3-15,0 1 1 0,2 0-10 0,2 0 4 0,-1 3-2 16,1 0-5-16,0 1 2 0,0 3-2 0,4 0 1 0,-1 1-1 0,1 4 14 16,0 1 1-16,-2 4-2 0,1 1-1 0,0 0-9 0,0 2-1 0,-1 2 1 15,0 1 1-15,0 1 4 0,-1 3 1 0,1 1-12 0,-2 0-1 16,0 3-1-16,0 1-6 0,-1 3 10 0,-1 1 1 0,1 2 4 0,0 0-1 15,0 1-7-15,0 0-3 0,-1 1 0 0,0-1-3 0,-1 1 2 0,1 2 1 16,0-2-8-16,0 1 10 0,-2 2-4 0,0-1-2 0,-2 1 3 16,1 2-6-16,-3 1-1 0,-3 1 0 0,-1 1 0 0,-1 0 5 15,-2 0 4-15,-2 1-1 0,-3 1 4 0,0 2 0 0,-4 0 2 0,1 2 2 16,-2 1 0-16,0 0-4 0,-3 1 5 0,-1 1 4 0,-2 0 0 0,-2 2 3 16,-3 2-2-16,0-1-2 0,-2 0 0 0,-1 3 1 0,-1-1-2 0,-2 1 2 15,0 0 0-15,-2-1-2 0,-2 1 1 0,-1 0-1 0,-2 0 0 16,-2-1-2-16,-1 0 1 0,-2 0 3 0,-1 1 3 0,-1 1 5 0,-2-1-3 15,-2 0 0-15,-1-1-4 0,-2 0 0 0,0 1-1 0,-1-2 2 0,-2-2-1 16,0-2 4-16,-3-3 1 0,0-1 0 0,-1-3-1 0,-2-1 4 16,-2 0-3-16,-2-2 1 0,-1 1-3 0,0-1 0 0,-5 1 5 0,0 0 3 15,-3-2 6-15,-3 0 3 0,0 0 3 0,-3-2-1 0,-1-1 4 16,-2-2-3-16,-2-2-3 0,1-2 1 0,-2 1 4 0,-2-4-4 0,1-2 1 16,-2 0-4-16,0-3-3 0,-1 0 2 0,-1-2-2 0,-2 0 4 0,-1-1 2 15,-1-2-4-15,-1-2 1 0,-1-2-6 0,0-1-2 0,0-2 0 16,-1-2 3-16,1-2-3 0,-1 0 0 0,1-4 2 0,1-1-4 0,-1-1 10 15,1 0-2-15,0-4-1 0,0 0-2 0,1-1-10 0,-1-2 2 0,2-2-9 16,-1 0 2-16,2-2 10 0,1 0-3 0,2-3 3 0,2 1 0 16,0-5-8-16,1 1-2 0,0-1 2 0,2-1-5 0,2 0-4 0,1-1-1 15,1-1-1-15,1-2-1 0,1 2 1 0,1 0 1 0,2 1 0 16,2 2-3-16,1-1-3 0,0 2-9 0,1 0 6 0,1 1 5 0,3 1 10 16,0 2 5-16,2 1-2 0,1 2 1 0,2 1-5 0,-1 2 2 0,4 2-4 15,1 1-1-15,2 1 3 0,1 2-5 0,2-1 0 0,3 2 3 16,1 2-5-16,1-1 3 0,2-1 0 0,1 3-7 0,2 0 7 0,2 2-5 15,0 1 1-15,2 0 2 0,1 2-1 0,2 0 1 0,1 0 0 0,1 1 3 16,2 1-3-16,0 1 5 0,1 0 0 0,0 0 1 0,2 2 3 16,0 0-2-16,1 1 0 0,0 1 0 0,0 1 5 0,0 1-1 0,0 0 2 15,0 0-4-15,0 2-1 0,0 0 2 0,-1 0-4 0,-1 2 7 16,1 0 0-16,-1 1-2 0,-1-1 5 0,1 2-4 0,-1 0 0 0,-2 0-1 16,0 0 3-16,-1 1-1 0,0 0 6 0,1 0-1 0,-1 0-4 0,1 1 2 15,-1 0-6-15,0 0 4 0,0 0 2 0,0 0-2 0,0-2 1 16,-1-1-4-16,-1 1 2 0,2-2 1 0,-1 1-1 0,0-1 0 0,0 0-2 15,-1 0 2-15,1 0 0 0,0-1 0 0,-1 0 0 0,0-1 1 0,-1-1 0 16,0 1 3-16,1-2-1 0,0 1 1 0,0-1 1 0,-1-1-4 16,0 2 0-16,1-1 2 0,0-1 3 0,-1 0-2 0,0 1 0 0,0-1-1 15,1 0-1-15,-1 0-1 0,1 0 0 0,-1 0-2 0,1 0 1 16,-1 0 1-16,1 0-1 0,-1 0 3 0,-1-1-6 0,-1 1 1 0,1 0 2 16,-1 0 2-16,1 0 1 0,-1 0 0 0,0 0 0 0,-1 0-4 0,1-1 0 15,0 1 1-15,0-1-3 0,1 0 1 0,-2 0-1 0,1 0 0 16,0 1 3-16,0-1 0 0,0 0-3 0,-1 0 0 0,1 0-1 0,0 1-1 15,0-1 1-15,0 0 1 0,0 1 3 0,1-1-6 0,-1 0 3 0,1 1-3 16,-1-1 0-16,0 1 3 0,0-1-2 0,1 0 1 0,1-1-5 16,0 1-6-16,0-1 3 0,1-1-4 0,0 1-4 0,2-2-2 0,-1 0-7 15,2-1-20-15,0-3-25 0,0 0-102 0,1-1-125 0,1-4-98 16,2-1-7-16,1-3-160 0</inkml:trace>
  <inkml:trace contextRef="#ctx0" brushRef="#br0" timeOffset="896">4242 9290 1027 0,'-14'-24'24'16,"-2"-1"-13"-16,-3-6 0 0,5 5 3 0,4 4 3 0,1-1-2 0,1 1-12 0,1 0-8 15,2 2-7-15,-1 4-5 0,0 1 3 0,0 3 1 16,0 2 1-16,1 2 4 0,0 0-2 0,-1 2-1 0,0 0 1 0,1-1 2 0,0 1 3 16,1 0 2-16,-1 0 4 0,1 1 2 0,1 0 0 0,-1 1 1 15,1-1 1-15,-1 1 0 0,2 0 3 0,0 0 1 0,1 0 2 0,0-1-2 16,1-1-2-16,1-1 0 0,2-1-10 0,0-1 1 0,3-1 1 0,2-1-2 15,0-1 14-15,3-2 1 0,0-2 0 0,1-1 1 0,1-4-1 16,1 0 6-16,3-1 4 0,-1-2 8 0,1-1 8 0,1-1 7 0,-1-2 5 16,2 1 7-16,1-3 7 0,1 1 2 0,1-4 3 0,1 1-2 0,3-2-11 15,0 2-8-15,3-1-10 0,2-1-6 0,2 0-7 0,1 2-9 16,1 0-3-16,4 2-1 0,3 1-4 0,1 0 5 0,3 2 3 0,0 2-11 16,1 0-2-16,2 2-2 0,3 1-12 0,-1 2 6 0,1 3-5 0,-1 0 2 15,1 2 9-15,1 2-6 0,1 3 3 0,0 0 0 0,0 2-2 16,-1 2 0-16,0 2 1 0,-1 2-2 0,0 2-5 0,-2 2 1 0,1 1 1 15,-3 2 0-15,-1 1 4 0,-1 1 0 0,1 1-3 0,0 2 4 16,-1 2-2-16,-2 1 1 0,-1 1 1 0,0 0-1 0,-2 4 2 0,-2 2-1 16,0 0-8-16,-2 3 2 0,-1 1 3 0,-4 1-5 0,0 3 2 0,-3 0-2 15,-2 4 5-15,-2 0 3 0,-4 4 7 0,-1 0-1 0,-4 2-6 16,-1 1-1-16,-3 2 0 0,-1 1 3 0,-4 0-2 0,-3 1 2 0,-1-2 0 16,-3 1-2-16,-3-1 3 0,-1 1 2 0,-5 1-8 0,-3-2 9 0,-1-1 2 15,-3 0 0-15,-1-1 10 0,-3-1-6 0,-5 0 1 0,0-3 1 16,-2 0 2-16,-1-2 0 0,-1-2 3 0,0-3 3 0,-2-2 0 0,2-2 1 15,-2-2 0-15,0 0-8 0,-1-3 1 0,0 0-5 0,0-1-1 16,0-2 1-16,0 0-1 0,-1 1-3 0,-3-2-2 0,3-2-2 0,0 1 0 16,1-2-6-16,3-1-4 0,-2-2 3 0,2 0-8 0,2-2 2 15,1 3-9-15,2 0-30 0,0-2-24 0,2 2-47 0,1-2-47 0,0 0-23 16,2-1-27-16,2 1 3 0,1 0 17 0,2-2 30 0,4-1 33 0,3-2-122 16</inkml:trace>
  <inkml:trace contextRef="#ctx0" brushRef="#br0" timeOffset="1514.99">11109 9190 1925 0,'56'-24'19'0,"10"1"-22"0,18-2-17 0,-1 10-3 15,-3 9 13-15,3 4-1 0,2 2-4 0,4 3-7 0,-3 2-14 0,2 2-1 16,-3 2-4-16,0 2-7 0,0 3 6 0,-2 2-4 0,3 1-10 0,-3-1 4 15,0 0 1-15,2 1 6 0,-4-2 14 0,2 0 12 0,2-1 8 0,-1-1 9 16,3-1 8-16,0 0-5 0,1-1 3 0,-2-1 6 0,1 0 1 16,1-2 9-16,-1 0 3 0,2-3 2 0,-1 0 4 0,1-2 1 0,-1-1 3 15,3-1 2-15,-3-1-1 0,3-1 3 0,-2-1 0 0,0-2 5 16,-1-1 4-16,-3-1 1 0,1-1 2 0,-1-2-2 0,-1-1 3 0,0-1-2 16,-2-1 1-16,0-2 4 0,-2-1-3 0,-2 0 4 0,-1-1-1 0,0-4-5 15,-2 0-2-15,-1 0-3 0,-1-4-3 0,-1 0 1 0,-2-1 0 16,-2-3-4-16,-4 3-2 0,-1-3-4 0,-1 1-7 0,-3-2-4 0,-1 0 0 15,-2-2-11-15,-4 2 4 0,-2-1 5 0,-3 0 2 0,0 0 3 0,-5-2-2 16,-2 1-8-16,-1-2-3 0,-5 0 2 0,-2 0 1 0,-4-1-5 16,-2 0-1-16,-3-2-2 0,-2-1-2 0,-2-1-3 0,-5-1 0 0,-2 1-10 15,-4-3 0-15,-4 1-3 0,-3-1 5 0,-4-1 3 0,-3-2-3 16,-5 1 4-16,-3-2-10 0,-5 0 0 0,-3 1-2 0,-3-2 1 0,-4-1 1 16,-4-2-3-16,-7 2 1 0,-4 0 3 0,-6-1-3 0,-5 1-2 0,-4-1 9 15,-5 2-1-15,-4 0 7 0,-6 1 9 0,-1 0-9 0,-4 3 5 16,-5 1-4-16,-2 0-1 0,-3 1-2 0,-3 1 4 0,-1 1 2 0,-1 6-1 15,-1 2 13-15,-2 4-2 0,-1 1 2 0,0 4 6 0,-2 3-6 0,2 4 3 16,0 3-1-16,-1 5-8 0,2 4 6 16,-1 4-2-16,3 5 1 0,1 3 2 0,0 6-14 0,4 3-3 0,1 4-2 15,2 5-5-15,3 4 2 0,0 4-2 0,2 6-8 0,2 3-16 0,2 2-36 0,3 4-43 16,3 2-48-16,1 3-54 0,3 3-48 0,0 2-51 0,2 2-50 0,2 2-3 16,2 1 68-16,3 2-115 0</inkml:trace>
  <inkml:trace contextRef="#ctx0" brushRef="#br0" timeOffset="18680.99">9863 4002 256 0,'46'-35'16'0,"4"-3"-7"0,13-13 3 0,-9 5 8 15,-7 5 3-15,0-2-1 0,-1 0 2 0,0-1 0 0,-1-2-4 16,-3-2-2-16,0-3-2 0,-3 0-5 0,-1 1-2 0,0-1-5 0,-3 1 0 15,-2 0 3-15,-4 1 2 0,-2-1 6 0,-4 2-1 0,-1 0 2 0,-3 1 4 16,-4 2 2-16,-2-1 3 0,-4 2 3 0,-4 1 4 0,-2 1 0 16,-4 2 1-16,-3-2 2 0,-4 3 4 0,-4 2 1 0,-2-1 4 0,-4 3-5 15,-3-2-7-15,-2 2-1 0,-4 2 2 0,-3-2 6 0,-1 3 6 16,-4-1 3-16,-4 1-7 0,-2-1-8 0,-1 1-5 0,-4-3-9 0,-2 4 2 16,-2-1-5-16,-3 2 1 0,-2-3 3 0,27 18 9 0,-7-6 11 15,-2 0 12-15,-7-2 8 0,-1-2-8 0,-9-3-32 0,-1-1-5 0,-10-2-3 16,0-1 4-16,-3 1 30 0,0 0-10 0,-3 1 3 0,0 0-5 0,-3 2-12 15,2-2 1-15,-3 3-8 0,-2-2-6 0,0 2 1 0,1 0-3 0,-2 0-3 16,-1 2 3-16,-1-1-3 0,-1 2 0 0,-2-2-7 0,-1 2 2 16,-1 0-3-16,42 13 45 0,-7-2 2 0,-1 1-3 0,-5 0 7 0,-2-1-51 15,-5-1 1-15,-2 1 5 0,-5-1-14 0,-3 2 5 0,-6-3 0 16,0 2-4-16,-7-1 2 0,-1 2 2 0,-7-2-8 0,-2 2 1 0,-5-1 11 16,-2 1-3-16,-1 1 11 0,0 1 4 0,-1 0-16 0,0 2 3 0,1 0 1 15,-1 1-5-15,1 2 11 0,-1 0 1 0,1 2-10 0,1 1 1 16,-1 0 4-16,2 2-4 0,1 1 11 0,0 1-3 0,1 0-2 0,1 2-12 15,0 2 0-15,2 1 4 0,-1 2-3 0,2 1 6 0,0 2 1 16,-1 1-12-16,2 2-16 0,-91 19-4 0,13 4-5 0,11 3 8 0,13 3 16 16,12 0 7-16,10 2-3 0,13-2-1 0,14 1 4 0,4-1-2 0,2 0 2 15,1 3-3-15,2 1 3 0,0 1-4 0,2-1-6 0,3 2 9 16,-8 7-4-16,-59 38 5 0,28-14 7 0,28-14-6 0,32-16 0 0,5 0 1 16,2 2 6-16,3 0-1 0,0 0 5 0,5 1 1 0,3 2-4 0,3 1 3 15,1 2 9-15,0 1-1 0,5 1 0 0,2 1-5 0,5 0-11 16,3-1-2-16,5-1-1 0,4-1 0 0,2-1-4 0,3-1-2 0,2 1 14 15,4 0 0-15,5-2 4 0,4 2-3 0,4-1-13 0,2 1 0 0,5-2-1 16,0 1 3-16,6-1 5 0,3-1-1 0,1-1-4 0,5 1 10 16,4-1-5-16,2 0 7 0,4-1 4 0,5 0-6 0,0 0-2 0,3-2 2 15,2 0-1-15,6-1-12 0,2-3 3 0,4 0-2 0,3-1 1 0,4 0 10 16,4-1 4-16,5-2 1 0,4 0 1 0,4 1 4 0,1-3-7 16,4 0-4-16,2 3 0 0,5-2 0 0,2 1-4 0,4 1-5 0,4-3-12 15,0 2-13-15,5 0-26 0,6 2-53 0,2-2-56 0,5 2-36 16,2 1-9-16,2 0 39 0,5 1-166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28:16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4266 7348 800 0,'6'0'523'0,"2"1"-504"0,3 0-16 0,2 1 2 0,0-1 3 0,2 1 2 16,0 0-6-16,-1-2-9 0,3 2-9 0,1 1-6 0,0 0-9 0,-1 1-3 16,2-1-1-16,0 1-4 0,0-1 3 0,1 1 1 0,2-1 7 0,0 2 12 15,3-1 5-15,0 2 9 0,-2 1 4 0,0 0 1 0,-1 0 6 16,2 0 1-16,1 2 6 0,-2 0 7 0,3 0 3 0,-2 3 7 0,2 0 1 15,1 0 1-15,-1 2-1 0,3-1-4 0,-2 1 0 0,3-2-8 16,0 1 0-16,3-1-2 0,1 0-8 0,1 0 2 0,1-2 2 0,2 1 1 16,2-2 8-16,2-1 3 0,0-2-4 0,1-1 2 0,1-1-1 0,2 0 0 15,2-1 0-15,1 0 3 0,0-2-2 0,2-1-2 0,0 0 6 16,0-1-5-16,3-1 4 0,-1-1-1 0,3 1 6 0,-1-1 2 0,-1 1 7 16,2-1 6-16,0-1-3 0,1 2 7 0,0-2-6 0,-1 1 0 15,-1-1 2-15,1 0 3 0,2 0 1 0,-1-1 0 0,0 0-5 0,-1 0-4 16,0-2-7-16,0 0-7 0,1-1-8 0,1 0-2 0,-2-1-8 15,1-2 3-15,-1 1-1 0,1 0-1 0,0-2-2 0,-1 0 2 0,1-1-5 16,-3-1-2-16,2 1-8 0,-3-1-1 0,0-1 1 0,0 0 1 16,-2 0 9-16,-1-1-1 0,1-1 1 0,-1 0-4 0,-2-1 5 0,-1-2-5 0,-3 0 1 15,0 0 0-15,-2 1-1 0,-1-1 5 0,-1 1-10 0,-3-1 6 16,-2-1-7-16,-1 1 0 0,-3-2 7 0,0-1 1 0,-4 1 2 0,-1-1 4 16,-1 1-7-16,-4 0 10 0,0-1-2 0,-2 1 3 0,-2-2 7 15,0 0-9-15,-2 1 6 0,-3 0-2 0,-3 0 1 0,-3-1 0 0,-1 0-2 16,-1 0 0-16,-2 0-1 0,-1 0-4 0,-2-2 0 0,-2-1-3 0,-1 1 1 15,-2-1-3-15,-2 1 4 0,-1 0-1 0,-3 1-3 0,-1-2 2 16,-3 1 2-16,1-1-4 0,-3-1 5 0,-1 2-8 0,-1-2 6 0,-2 3-3 16,-2-2-1-16,-2 1 6 0,-3 1-8 0,0-1-3 0,-3 1 1 15,-1 1 3-15,-3 1-3 0,-1 1 3 0,-2 0-3 0,-1 0-2 0,-1 0 5 16,-1-1-7-16,-3 1 4 0,-1 0-6 0,-2 0 2 0,0 3 4 0,-3-1-3 16,1 1 9-16,-2 2-7 0,-1-2-3 0,-1 1 4 0,0 1-2 0,-1 1 1 15,0-1 3-15,-2 2 1 0,-3 0 3 0,2 0-7 0,-2 1-3 16,0 1-9-16,1 1 9 0,-4 2 9 0,1-2-1 0,-1 2 10 15,0-1-12-15,0 1-8 0,-2 0 4 0,0 3-2 0,-1-1-2 0,1 0 6 16,0 1-1-16,-1 1 3 0,0 0-1 0,0 2 3 0,3 0-6 0,-2 2 5 16,2 1-5-16,0 0 6 0,0 3 1 0,2 0-5 0,1 1 7 0,-1 2-9 15,1 1-2-15,-1 2 2 0,1 2-10 0,-1 1 3 0,0 1-1 16,-1 2-15-16,0 2-3 0,1 2 15 0,0 0 5 0,0 5 12 0,-1 1 6 16,2 3-14-16,-1 1-1 0,2 1 2 0,-1 3 1 0,1 1-4 15,2 3 2-15,0 2-1 0,3 2-1 0,1 0 4 0,0-1-6 0,2 1-7 16,0 3-11-16,3-2-4 0,3 0-22 0,3 0-9 0,0-4-24 0,4-1-54 15,2-1-74-15,1-3-103 0,5-1-133 0,3-3-105 0,2 0-54 16,4-3-152-16</inkml:trace>
  <inkml:trace contextRef="#ctx0" brushRef="#br0" timeOffset="4266.06">3245 7613 1269 0,'-15'-24'258'0,"1"-2"-117"0,-1-4-33 16,6 5-44-16,5 5-24 0,2 2-16 0,0 0-4 0,2 2-8 16,0 1-5-16,0 2-2 0,0 3-3 0,-1 2-2 0,0 2-3 15,0 3-1-15,-1 2 1 0,0 2-1 0,0 2 0 0,0 1-2 0,-1 4 5 16,0 3 5-16,-2 3 3 0,0 4 14 0,-1 5 9 0,1 3 18 0,0 5 20 16,1 4 3-16,0 5 10 0,1 4-9 0,0 4-13 0,1 4-1 15,1 5-14-15,-1 5-10 0,0 4-2 0,0 6-10 0,-1 5-5 0,-1 3-2 16,-1 7-7-16,0 2-2 0,-1 3-8 0,-1 3-1 0,-1 1 6 0,0 3-12 15,-3 1 12-15,-1 0 2 0,-2 2-10 0,1 0 10 0,1-3-12 0,-1-1 1 16,0-4 9-16,1-4-1 0,1 0 1 0,3-6 5 0,0-4-5 16,3-4 4-16,0-2-6 0,2-2-2 0,2-4-3 0,0-2 9 0,2 0 6 15,0-4 2-15,1 0 7 0,2-1-3 0,-1-3-7 0,2-1 0 0,0-2-2 16,0-2-1-16,0-1 1 0,0 0 0 0,1 0 2 0,0-2 1 16,0 1-4-16,1-3 1 0,-2-1 5 0,1 1 1 0,-1 0 5 0,-1 1 3 15,0-2-7-15,0-4 2 0,-2-2-4 0,0-1-3 0,2 0 7 16,-2-2-13-16,1-1 9 0,-1-2-3 0,1 0-6 0,0-2 9 0,1-1-9 15,0-2 3-15,0 0-1 0,0-4-2 0,0 1 3 0,1-1-7 16,0 0 1-16,2-1 1 0,-1-2-2 0,2-1 4 0,1-2-1 0,1-2 2 16,2-2 4-16,1-2-2 0,0 0-1 0,1-3 0 0,3 0-5 0,-1-2 6 15,2-1-3-15,2-1 3 0,-1-1 1 0,1 0-1 0,1-2 4 16,1 1-8-16,1 0-3 0,2 0 0 0,-1-1 3 0,1 0-3 0,1 1 2 16,0-1 2-16,1 1-10 0,0 1 6 0,2-1-1 0,0 0-1 0,3 0 5 15,0 0-1-15,3 1 2 0,0 0-4 0,3 1 3 0,-1-2-5 0,2 1 2 16,0 0-8-16,1 0-1 0,1 1 4 0,2 0 0 0,0 1 8 15,0 1 1-15,0 0-3 0,1 0 1 0,0 1 8 0,2 0-8 0,2-1 7 16,0 1 0-16,1 0-8 0,1 1 5 0,1-1-6 0,0 0-4 16,4 0 4-16,-1-2 0 0,2 1 0 0,2 0 4 0,1-1-3 0,1-1 1 15,3 0-2-15,2-1 2 0,1-1 1 0,1-1 1 0,1 1 1 0,1-1-5 16,2 0 9-16,1 0-4 0,0-1 0 0,2 1 6 0,0-1-8 16,3 1 11-16,2-2-1 0,0 0-1 0,2 0-1 0,2-1-9 0,-2 0 1 15,3-1 4-15,2 0-1 0,0 0-1 0,2-1 2 0,0-1-2 16,1 0 4-16,0-1-3 0,1-1-5 0,0 1 1 0,0-1-5 0,2-1 4 15,-1 0 6-15,2-1 2 0,-1 0 4 0,0 0 0 0,0 0 6 0,0-1 3 16,-1-1 2-16,1-1 1 0,2 0-12 0,0-2 1 0,2 1-3 16,-2-1-1-16,1 1-1 0,-2 0-11 0,-2 0 6 0,0 0-3 15,-1 2-1-15,-2-3 4 0,-1 0-4 0,-1 1-13 0,0-1-1 0,-2 1 3 0,-2 2 0 16,-2 1 20-16,-1-1 9 0,-2 1-7 0,-2-2 7 0,0-1-12 16,-3 0 1-16,-2 0-3 0,-1-2-6 0,-3 0 10 0,-2 0-12 0,-1-2 0 15,-3 1 6-15,-4-2-13 0,0-1 20 0,-3 0-1 0,-2-1-7 0,-1-3 7 16,-2-1-1-16,-2-1-1 0,-3-4 5 0,-3-1 4 0,-1-4-8 15,-3-1 14-15,-3-2-10 0,0 0 0 0,-4-4 2 0,-2 0 0 0,-3-5 2 16,-4-2 6-16,-2-2 2 0,-2-3-8 0,-3-3 12 0,-2-3-22 16,-1-1 5-16,-3-2-2 0,-1 0 1 0,-2-2 3 0,-2 0-9 0,0-2-12 15,-1 0 17-15,0-2 1 0,0-1 5 0,-1 0 11 0,0-2-18 0,0 0-1 16,-1 1 4-16,0 1 0 0,0 0-5 0,-1 3-3 0,0-1-2 16,-1 3 0-16,-1 1 0 0,0 2 8 0,-2 3 2 0,-1 0-4 0,0 2-1 15,-1 1 1-15,0 3 0 0,-1 2 6 0,0 4-8 0,-1 0-18 0,0 1 8 16,-1 2-2-16,0 3-1 0,-1 0 11 0,-1 4-14 0,0 1-9 15,0-1-3-15,-1 2-6 0,0 0-18 0,-2-1-19 0,0-1-27 0,0 0-41 16,-3-1-39-16,0 0-35 0,0-2-38 0,-1 1-37 0,-1-1-37 16,1-3-99-16,-1 1-57 0,-1-3-27 0,1-2-125 0</inkml:trace>
  <inkml:trace contextRef="#ctx0" brushRef="#br0" timeOffset="5003.03">3731 7459 1802 0,'-35'-20'301'0,"1"0"-214"0,-5-3-38 16,10 5-35-16,9 3-11 0,4 0-4 0,2-1-4 0,2 0-8 0,3 0-8 15,2 1-11-15,2-1-13 0,1 2-12 0,2 3-7 0,0 2 0 0,1 1-2 16,2 0 11-16,2-1 8 0,0 2 14 0,3-1 13 0,1 1 9 15,3 0 6-15,2 0 2 0,1 0 6 0,1-1 3 0,3 0 7 0,2-1 4 16,3-1 8-16,1 1-1 0,4 0 3 0,1 0-3 0,3 0 0 16,4-1-1-16,4-1-6 0,4 2-1 0,4-1-1 0,4 1-6 0,3-1-7 15,2 0-4-15,3 1 0 0,2-1 4 0,2 2 5 0,4 1 4 0,1 2 1 16,2 1 6-16,3 1 12 0,1 1-3 0,1 1 10 0,2 0-3 16,0 1-3-16,4-1-2 0,-1 1-9 0,3 1 1 0,1 2-6 0,1 1 0 15,1 2-2-15,2 0 8 0,2 2-1 0,0 1-1 0,3 0 15 0,0 1-12 16,2 1 14-16,2-2-1 0,3 2-16 0,2-1-2 0,3-1-8 15,1 1 1-15,3-1 4 0,1-1-1 0,1 1-5 0,0-1 1 0,2 2-6 16,0 0 2-16,1 0 1 0,-2 1-1 0,0-1-7 0,-1 2 1 16,1 1-2-16,-1-1-4 0,0 2 12 0,-1-1-5 0,-2 1 0 0,0 0 3 15,-1 0-4-15,0-1 4 0,-3 1 0 0,1 1 3 0,-1-2 4 0,-2 1 1 16,0-1 2-16,-2 1 0 0,-2 0 0 0,-2 0-2 0,-1-1 3 16,-3 2-1-16,-1 0 2 0,-3 1-4 0,-3-1 1 0,-3 1-4 0,-2 0 2 15,-2 0 4-15,-2 1 0 0,-2 0-1 0,-5 1-3 0,-2-2-12 0,-1 0-10 16,-3 2 4-16,-3 0 10 0,-3 1 8 0,-4 1 5 0,0 1 0 15,-4-1-11-15,-3 2 0 0,-3 0 4 0,-2 0 2 0,-3 1 3 0,-2 0 2 16,-2 1 2-16,-3 2 2 0,-2-1 3 0,-1 2 1 0,-2-1 1 16,-2 0 0-16,-4 0 4 0,-2 0-1 0,-1 2 1 0,-4-1-2 0,-1 3-2 15,-2 0 3-15,-2 1-15 0,-3 0 2 0,-1 2 2 0,-2-2-6 0,0 2 14 16,-2 0-7-16,-2 1-6 0,-2 0-4 0,0 1-2 0,-2 2 1 16,-1 0-3-16,-3 2-3 0,0-1 4 0,-1-2-2 0,-2 1-4 0,1-1 2 15,-1 1-2-15,1 1-3 0,-2-2-9 0,-2 1 6 0,0-1-4 16,1-1-11-16,1-1-9 0,0-1-31 0,0-1-27 0,0-1-25 0,1-2-28 15,-1 0-34-15,1-2-46 0,-1 0-62 0,2-4-53 0,-2-2-40 0,1-2 1 16,0-4 15-16,1 0-137 0</inkml:trace>
  <inkml:trace contextRef="#ctx0" brushRef="#br0" timeOffset="5987.03">6182 8099 509 0,'3'-12'107'0,"2"-1"-45"0,3-3-10 0,2 4-17 16,1 2-6-16,1 2-10 0,0 0-5 0,1-1-5 0,1-1-2 0,3 0-1 15,1 0-2-15,-1-1 0 0,3 2-4 0,-1-1 2 0,0 1 1 0,2-1-2 16,-1 1 0-16,-1-1 0 0,1 1-2 0,1-2 2 0,0-1 0 16,2 0 1-16,0 1 1 0,1 0-2 0,0 0 1 0,0 0 1 0,3-2 8 15,2 0 4-15,2-1 7 0,2 0 2 0,5-2 0 0,1-1 2 0,3 0 0 16,1-2 6-16,4-1 6 0,3 0 5 0,1-2 12 0,6-1 10 15,2-1 16-15,2-1 11 0,4-2 6 0,3-1 3 0,2-3-13 0,3 0-6 16,3-1-11-16,1 0-6 0,5 0 0 0,3-2-9 0,2-1 2 16,3-3-14-16,0 1 2 0,3 0-5 0,1-1-1 0,1 2 1 0,1-1-7 15,3 0 8-15,-1 1-1 0,1 0 6 0,2 0 4 0,1 0-8 0,0 1 0 16,2-2-4-16,-1 2-3 0,1-1-1 0,0 0-8 0,3 0 1 16,-2-2-4-16,-1 0-2 0,2 2 1 0,-5 0-1 0,-1 2-3 0,1 0 6 15,-4 1-6-15,-2-1-2 0,0 2 8 0,-4 0-14 0,-2 2 9 0,-4 0 4 16,-3 2-7-16,-2 0 15 0,-2 1-6 0,-2 0 2 0,0 3 0 15,-4-1-9-15,0 1-1 0,-4 3 2 0,-4 0-3 0,-2 0-1 0,-1 2 2 16,-3-1-12-16,-3 2 3 0,-1 2 0 0,-4 1-2 0,-2 1 4 16,-2 2-10-16,-3 3 5 0,-4 0-8 0,-4 1 4 0,-4 1 3 0,-2 2-3 15,-4 0 5-15,-2 1-1 0,-5 1-8 0,-2 0 7 0,-3 0-8 0,-2 2 1 16,-2 0 4-16,-2 1-8 0,-2 0 4 0,-4 0-5 0,2 1 5 16,-3 1 1-16,1 0-3 0,-2 0 0 0,-2 1-6 0,-1 1-5 0,-3 0 1 15,-3 1-8-15,-2 0-4 0,-2 1-20 0,-1 0-28 0,-4 0-21 0,-1 0-33 16,-2 0-33-16,-2 1-41 0,-3 0-76 0,-1 0-97 0,-3-2-41 15,-1-1-11-15,-1-1-78 0,0-3 73 0</inkml:trace>
  <inkml:trace contextRef="#ctx0" brushRef="#br0" timeOffset="6422.03">11675 5562 1036 0,'4'-19'116'0,"4"2"21"0,2-4-16 0,0 7-30 0,-1 4-28 15,0 2-20-15,1 1-12 0,0 2-15 0,3 0-6 0,1 1-3 0,1 1-2 16,-1 1-3-16,2 0 1 0,0 1-1 0,2-1 2 0,1 2 3 0,3-1-1 16,4 1 1-16,1 0 2 0,4 0-2 0,3 1 3 0,3 1 3 15,2 0 1-15,1 1 3 0,3 1 2 0,3 0-2 0,0 0 0 0,0 0 3 16,-2 1-1-16,2 1 4 0,-2 1-2 0,-1 2-1 0,-1 1 0 15,-4 2-5-15,-2 1 1 0,-2 3 1 0,-3-1 0 0,-2 1 1 16,-4-1-2-16,-3 1-3 0,-2 1 2 0,-3 0 0 0,-3-2-5 0,-2 1 2 16,-3 2 1-16,-3-1 0 0,-3 0 8 0,-5 1 9 0,-3 0 3 0,-4-1 2 15,-4 2 1-15,-3 0-6 0,-5 1-1 0,-4 0-3 0,-4 2-5 16,-5-1-2-16,-2 1-6 0,-2 1 3 0,0 0-2 0,-1 1-2 0,-2 0-2 16,0-2-6-16,1 0 4 0,0-1-6 0,2 0 1 0,0-1-2 15,0 0-1-15,3-1-4 0,2 0 1 0,4-1-5 0,2-2 0 0,3 0-3 0,1-2-11 16,1 0-1-16,4-3-12 0,1-1-8 0,3-2-8 0,2-1-29 15,4-4-42-15,1-1-31 0,2-1-30 0,2-3-4 0,3-1 13 0,2-3 14 16,2-3 26-16,3-2 26 0,4-2 21 0,3-3 16 0,3 0 12 0,4-2 9 16,-1 0 7-16,4-1 8 0,-1 0 2 0,3 1 0 0,0 0 0 15,1 0-5-15,4 1-7 0,-1 0-7 0,2-1-7 0,-1 0-4 0,2 0-10 16,1-1-14-16,1-3-6 0</inkml:trace>
  <inkml:trace contextRef="#ctx0" brushRef="#br0" timeOffset="6749.04">12809 5730 119 0,'28'-18'92'0,"3"-1"-13"0,6-6 5 0,-5 3 3 16,-7 3 2-16,-2-2-7 0,0 2 0 0,-3 1-1 0,0-2 3 15,-1 1 1-15,-3 2 2 0,-1-2 5 0,-1 2 6 0,0 1 3 0,0-1 1 16,0 1-4-16,0 2-6 0,-1 0-6 0,1 2-8 0,-3 0-5 0,2 1-5 16,0 1-6-16,0 1 0 0,1 0-3 0,-1 2-6 0,3-1 0 15,-1 1-2-15,1 1 0 0,-1 0-1 0,1 0-3 0,0 1 0 0,1 1-2 16,-1 0 2-16,2 1-2 0,-1 1-2 0,0 0-4 0,1 1-2 16,0 1-2-16,0 2-7 0,-1 1 1 0,0 2-7 0,-1 2 5 0,-1 1-5 15,0 2 3-15,2 2 2 0,-1 4-8 0,0 0 5 0,2 4 0 0,1 2-6 16,0 2 5-16,-1 3-8 0,1 2-2 0,-1 4 0 0,-1 3-2 15,0 5-1-15,-1 0 1 0,-2 3-11 0,-2-2 9 0,0 1 1 0,-1-3 6 16,-1-4 7-16,0-2-7 0,-1-7 7 0,0-3 5 0,2-5 17 0,0-3 11 16,0-4 9-16,2-2 5 0,1-4-1 0,4-2-10 0,1-5-6 15,4-4-5-15,5-5-12 0,7-6-3 0,9-4-5 0,9-7-4 0,9-4-3 16,10-7-7-16,8-3-7 0,11-4-3 0,6-4 12 0,8-3-4 16,7-1 3-16,5-2 1 0,6-1-10 0,4-4 0 0,6 0 0 0,6-1 0 15,5-2-1-15,5-2-3 0,6-3 0 0,6-3-8 0,4-2-19 0,7-3-14 16,3-4-29-16,3 0-34 0,3-2-27 0,5 0-49 0,-2 4-68 15,1 0-142-15,0 0-193 0,-2 2-225 0,0-2-186 0</inkml:trace>
  <inkml:trace contextRef="#ctx0" brushRef="#br0" timeOffset="18369.14">6721 7662 1237 0,'-9'-10'35'0,"2"3"89"0,0 1-68 0,8 6-23 0,4 6 7 0,4 2 5 15,5 4 16-15,3 5 7 0,5 5-4 0,4 3-5 0,2 6-16 0,4 2-16 16,2 4-6-16,3 2-12 0,3-1-5 0,2 0 3 0,4-4-8 0,4-4 1 15,1-6 3-15,3-3-5 0,1-6 8 0,3-5-1 0,3-6-2 16,1-7 9-16,3-5 0 0,1-5 8 0,0-6 13 0,1-4 2 0,-2-4 9 16,-1-4 9-16,-1-5 7 0,-3-1 10 0,1-4-1 0,-1-3 0 15,-1-1-4-15,-1-4-15 0,-1-3 9 0,3-2-9 0,0-4-8 0,0 1 1 16,2-2-13-16,-1-2-10 0,0-2-4 0,1 0-4 0,-1-2-2 0,0 3-12 16,-1 0 7-16,1 1 0 0,0 1-3 0,-2 2 6 0,0 2-8 15,-3 3-3-15,1 1-2 0,-2 3-2 0,-1 2-8 0,-1 3-6 0,-1 4-9 16,-1 5-14-16,-2 1-35 0,0 5-50 0,-4 2-62 0,0 4-85 0,-2 5-58 15,-5 3-51-15,0 3-19 0,-4 3 67 0,-2 3-117 0</inkml:trace>
  <inkml:trace contextRef="#ctx0" brushRef="#br0" timeOffset="31400.72">7166 8564 832 0,'-14'6'235'15,"-1"1"-158"-15,-2 3-26 0,3 3-22 0,4 1-5 0,2 2-1 0,1 1 3 16,2 1 0-16,3 2 1 0,2 0-2 0,2 3-8 0,4 1-4 16,4 0-6-16,3 0-6 0,4 0-2 0,5-2-4 0,1 0 1 15,5-3 2-15,2-1 9 0,1-3 8 0,2-3 11 0,4-4 11 0,1-4 13 0,2-3 11 16,0-1 15-16,2-3 7 0,1-2-1 0,0 0-9 0,1-1-7 0,1-1-5 16,2-1-6-16,0 0 7 0,0-2-4 0,2 1-9 0,-1-1 2 15,4-2-12-15,0-2-11 0,3-2-5 0,0-2-17 0,2-2 3 0,1-2-1 16,3-1 1-16,1 0-3 0,0-2-4 0,0 0 2 0,-2 0-2 15,-2-1 2-15,-1-3 1 0,-1 0-5 0,-2-3 0 0,-1 0-1 16,0-2-7-16,-1 1-1 0,-1-1-11 0,0-1-25 0,0-1-54 0,-1-3-95 16,0-2-116-16,0-1-120 0,1-5-56 0,0-3-158 0</inkml:trace>
  <inkml:trace contextRef="#ctx0" brushRef="#br0" timeOffset="32789.72">10255 10129 886 0,'-2'-7'87'0,"-1"1"-37"0,0-1-32 0,2 3-16 0,1 2-7 15,1-1-3-15,0 1-5 0,2 0-1 0,1 1-1 0,0 0-4 0,0 0-5 16,0 0-11-16,1 1-12 0,-1 0-11 0,2 1-8 0,-1 0-1 0,0 2 2 16,0 0 5-16,-1 0 8 0,1 1 8 0,-2 0 8 0,0 0 9 15,-1 1 7-15,0 0 8 0,-1 1 5 0,1 2 4 0,-1 1 4 0,0 1 5 16,0-2 2-16,-1 3 7 0,0-1 6 0,-1 2 7 0,0 0 10 15,0 1 7-15,-1 1 10 0,0 3 5 0,1 1 8 0,-1 1 6 0,1 1 10 16,-1 3 3-16,1 0 5 0,0 4 0 0,1 0-8 0,1 3 1 0,2-1-7 16,2 1 0-16,1-1 4 0,3-2 1 0,1-1-1 0,2-2-2 15,3-2-10-15,0-2-10 0,1-4 0 0,3-1-7 0,2-1-2 0,2-3 3 16,3-2-4-16,0-3-5 0,1-1 5 0,2-2-14 0,-1-1-3 16,3-3 1-16,-1-2-4 0,4-3 12 0,-1 0-7 0,2-3-4 0,1-3-10 15,0-2-7-15,5-3-3 0,-1-2-2 0,3-3-1 0,2-2-3 0,-1 1 0 16,4-3 1-16,0-1 2 0,1-1-13 0,2-2 1 15,-2-3-1-15,1 1 3 0,-2-2 10 0,0 3-3 0,2-1 3 0,-2 0-2 0,-2 0-4 16,-1 1-4-16,-1-2-1 0,-2 4 16 0,-1-2 6 0,0 1 15 0,-3 0-5 16,-1 1-5-16,-1 0 4 0,-3 3-5 0,0 0 9 0,-2 2-4 15,0 0-3-15,-1 0-2 0,0 2-3 0,-1-1-8 0,2 0 0 0,-1 2-5 16,-1 0-2-16,-1 1 2 0,-1 2-1 0,-3 1-2 0,1 0 3 16,-1 3-4-16,-1-2-3 0,0 2 8 0,-1 0-4 0,-2 2 1 0,-1 1 0 15,-1 0-7-15,-3 2 4 0,-1 0-2 0,-1 2 5 0,-2 0 0 0,0 1 1 16,-3 2 0-16,-1-1 0 0,0 2 0 0,-2 0 3 0,-2 1-4 15,0 1-5-15,0 0-2 0,-2 0-1 0,0 0 5 0,-1 1 3 0,1 0 2 16,-1-1 1-16,-1 1-4 0,1 0 3 0,0 0 1 0,0 1-2 0,0-1 1 16,0 0-4-16,0 0-1 0,0 0 1 0,0 0 2 0,0 1 1 15,0-1-5-15,-1 1 5 0,1-1-5 0,-1 0 3 0,1 0-1 0,-1 0 1 16,1 1-2-16,-1-1 6 0,0 0 5 0,0 0-6 0,0 1 3 0,-1-1-5 16,0 1-1-16,-1-1-1 0,0 0 3 0,0 0-3 0,-1 1-5 15,0-1 4-15,0 0-2 0,1 0-5 0,0 0 7 0,-2 0-4 0,1 0-2 16,0 0 4-16,-1 0-5 0,1 0 3 0,-1 0-1 0,0-1-2 15,1 1-1-15,0-1 5 0,0 0-3 0,-1 1-8 0,0-1-16 0,1 0-12 16,0 0-3-16,-1-1-14 0,1-1 0 0,-1 1-12 0,0-1-12 0,0-2-20 16,0 1-28-16,-1-2-38 0,0 0-33 0,-2-1-46 0,0 1-57 15,-1 0-70-15,-2-3-29 0,-2 1 72 0,-3-2 40 0,-2-1 84 0</inkml:trace>
  <inkml:trace contextRef="#ctx0" brushRef="#br0" timeOffset="33243.72">8263 11169 2522 0,'-15'-10'20'0,"-3"-1"9"16,0 0 0-16,0 0-1 0,14 9-29 0,4 3-14 0,3 2-7 16,4 2-7-16,3 1 9 0,6 2 3 0,3 2 6 0,2 2 3 0,4 2 2 15,2 1-2-15,4 2-5 0,2 3-1 0,0 2 0 0,1 0-4 16,1 1-2-16,0 1 1 0,1-2 3 0,0 0-3 0,0-1 6 0,-2 0 10 15,0 0 3-15,0-2 7 0,-2 1 7 0,-1-2-11 0,-1-1 5 0,0-2 2 16,-1-1 1-16,0-1 7 0,-2-3 7 0,3-3 8 16,-2-3 4-16,1-4 16 0,0-1 16 0,-2-3 10 0,1-3 10 0,1-2-1 0,1-3-4 15,0-3-5-15,2-1-4 0,1-3-5 0,1-4-24 0,1-1-5 0,1-3-1 16,3-1-9-16,2-2 10 0,2-2-6 0,3-3-17 0,1-2-8 16,2-1-1-16,1 0-4 0,3-3-3 0,0-3 6 0,2 0-8 0,2 1-10 15,0 0-3-15,0 1-12 0,0 0-14 0,0-1-13 0,0 1-22 16,-1-1-27-16,1 0-43 0,1-1-36 0,-2 0-61 0,2 0-78 0,-1 0-117 15,0-1-53-15,1 3-12 0,-2 2 134 0,0 2-42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29:26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5342 6285 321 0,'-9'1'8'0,"0"3"-1"0,-3 0 2 0,3 0-3 16,2 1 0-16,1-1-2 0,0 0-1 0,1-1-5 0,2 1 4 15,0-3-5-15,0 2-2 0,0 1 4 0,0 0-3 0,2 0 4 0,-1 1-2 16,1 0 2-16,-1-1-1 0,0 0 1 0,-1-1 2 0,0 0-1 15,-1 0 1-15,-1-2 1 0,0 0 0 0,0 1 0 0,-1-1 2 0,-1 0 2 16,2 0 0-16,-1 1 5 0,-1-1 3 0,1 0 7 0,-1 1 4 0,1-1 1 16,1 0-1-16,-1 1-3 0,2 0-4 0,0-2 1 0,1 1-3 15,1 0 0-15,1 1-4 0,0-1-4 0,0 0 0 0,2 0-4 0,0 0 6 16,0 1-2-16,1 0 6 0,1 0 1 0,2 2 2 0,0-1 2 16,1 0 3-16,1 2 4 0,2-1 3 0,0 0 3 0,2 1 0 0,0 1-4 15,1 0-1-15,3 0-3 0,2-1-3 0,-2 1 3 0,3 0 0 16,-1 1 1-16,0-2 1 0,2 0 1 0,1-1-3 0,2-1 1 0,1 0 1 15,2 0-2-15,1-1 2 0,2 0 1 0,1-1 2 0,1-1 2 0,2-1 0 16,2 0 1-16,0 0-3 0,4-1 0 0,-1-1-4 0,2 0 1 0,3-1-4 16,-1 0 0-16,2 0-3 0,2 0-3 0,0-1-2 0,-1 1-2 15,2 0-3-15,0 1-1 0,-1 0-5 0,1 0-1 0,-2 1 1 0,3-1 0 16,-1 1 2-16,-1-1 3 0,0 0 0 0,1 1-5 0,0-1 3 0,-1 1-5 16,-1 1 2-16,0 0 0 0,-3 0 0 0,3-2 0 0,0-1-2 15,0-1 2-15,0-2 5 0,0 0-8 0,3-3 6 0,-1-1-1 0,1-2-4 16,2-1 7-16,0-1 5 0,2 0-2 0,-2-3 3 0,1-1-1 15,1-2-6-15,0 0 3 0,2-1-3 0,-1 1-3 0,2 0-1 0,-1 1-4 16,-1 1 2-16,2 0-1 0,-2 0 3 0,0 1-5 16,0 3 1-16,-4 1 0 0,-1 1 1 0,-1 2 0 0,-1 1-2 0,-3 3 0 0,-2 1-5 15,1 1 4-15,-2 4 3 0,0 1 0 0,2 1-1 0,-2 4-1 0,1 0-4 16,1 2 1-16,-2 1 4 0,0 1 0 0,1 0 0 0,-1 2-2 0,0 0 0 16,1 0 2-16,0 0 0 0,-1 1 0 0,1 1-3 0,1-1 2 15,-2 0 1-15,2-2 0 0,-1 1 4 0,0-1-3 0,2 0-1 0,-1 1 1 16,-1 0 1-16,0-3-1 0,-1 3 4 0,1-2-1 0,1 0-1 15,0 0 6-15,0-1-2 0,1 0 4 0,0 0 5 0,1 1-2 16,2 0 5-16,-1 0-3 0,2 1 1 0,-1 0-3 0,2-2-5 0,0 2 0 0,-1 0-2 16,2 1 4-16,0 0 0 0,-1 1 0 0,1-1-4 0,-2 1-1 15,1-1-1-15,-1 1 4 0,-2 0-1 0,1-1 4 0,2 0-2 16,-1 0 4-16,0 0 2 0,-1-1 0 0,0 0 0 0,-1-1-3 0,0-1 0 0,-1 2-6 16,1-1 2-16,-3 1-2 0,0 0 0 0,0-1 7 0,-3-1-1 15,1 1-1-15,2-2 5 0,0 1 1 0,0-2-6 0,2 1 5 0,-1-1-8 16,-1-1-2-16,2-1 4 0,-2-1-2 0,-1-1-2 0,2 0 4 15,-3-1-1-15,0-2 1 0,2-1 3 0,-2-1 0 0,1 0-4 0,0-2 3 16,1 0-1-16,-1-2-4 0,2 0 3 0,-1-1 3 0,0-1-8 0,1 0 6 16,-1-1-2-16,0-1-7 0,1-2 8 0,0 1-7 0,-3-1 4 15,2 0 2-15,-3 0-4 0,-1-2 3 0,1-1-1 0,-3 2-3 0,1-2 3 16,-1 0-6-16,0 1-12 0,-1 0 4 0,-3-2-4 0,2 0 9 16,-2-1 5-16,2 1 4 0,-1-3 0 0,1-1-5 0,-1-1-1 0,1-2 1 15,-1 0 0-15,-1 0 0 0,-2-2 5 0,0 1 0 0,-3-2 2 16,0 0-2-16,-4-3 0 0,0 0-3 0,-2-1 0 0,-2 0-2 15,-1-1-3-15,-2-1 3 0,-2-2-5 0,-3 0-1 0,-3-4-10 0,-3 2 4 0,-3-1-1 16,-3-3-3-16,-4-1 12 0,-4-2-7 0,-3-2 2 0,-3-1-1 0,-2-1-2 16,-2-3-1-16,-3 0-2 0,-1-2 4 0,-5-1-2 0,-1 0 4 15,-1-1 9-15,-3 1 3 0,-2 0-2 0,-1 2 7 0,-3 3-10 16,-1 0 2-16,-4 4 4 0,-2 0-4 0,-4 2 0 0,-2 3-3 0,-2 4-3 16,-3 2 0-16,-1 4-4 0,-4 1-1 0,-2 3-3 0,-4 1-6 15,-3 2 2-15,-3 2 2 0,-4 1 5 0,-2 3 4 0,1 1-1 0,-4 0-4 0,1 2 1 16,0 1-1-16,-2 0 3 0,1 1-5 0,-1 1-3 0,-2 0 0 15,1 1-16-15,-4 0 4 0,1 0 2 0,0 3 2 0,2 0 14 0,0 1-1 16,2 0 3-16,2-2 3 0,0-1 0 0,2 0 0 0,0-1-1 0,2 0-1 16,0 3 0-16,2 0 2 0,1 1 1 0,-1-1-1 0,0 3 0 15,2-3 3-15,-1 0-6 0,2 0-3 0,2 0 4 0,0 1-9 0,2 1 6 16,-1 1 5-16,0-1-5 0,0 2 4 0,-2-1 1 0,0 1-4 0,-2 1 1 16,-1-1-7-16,-2-1-26 0,1 0 2 0,-3 2-1 0,-1 3 8 15,0 2 23-15,-1 1 2 0,0 0 3 0,0 2-3 0,-1 1 5 0,0-1-6 16,0 1 1-16,0 1-2 0,0 0-6 0,0 1 8 0,-2 1-8 15,0 1 1-15,-1 2-3 0,0 0-5 0,1 0 1 0,0 1-1 0,0 1-2 16,0 2 4-16,0-1-4 0,1 1 4 0,1 1 4 0,-1 1 0 0,2 1 5 16,-1 1 3-16,0 0-6 0,2-2 2 0,-1 2-3 0,2 0-2 15,0 0 13-15,-1 2-1 0,1 2 4 0,1-1 1 0,2 2-11 0,0-1 3 16,0 2 0-16,1 1-3 0,-2 1 1 0,0 2-2 0,2-1 6 0,0 1 1 16,2-3 0-16,1 0 3 0,4-1-7 0,0 1-1 0,2-1 4 15,0 1-2-15,1 0 4 0,3 1-1 0,-1-3-5 0,2 2-1 0,1 1 1 16,2-4 10-16,2 3 4 0,2-3 1 0,1 1-1 0,2-3-6 15,4-1-1-15,5-1 0 0,2-2 2 0,1 3-4 0,2 2 0 0,0 0 1 16,3 2-3-16,1-3 2 0,0 2 6 0,3-2-3 0,0 0 0 0,2 1 1 16,0 0-5-16,3-1 4 0,1 0 0 0,0 0-2 0,3 1 3 15,-1 1 0-15,2-3-5 0,5 2 2 0,0-2 0 0,3 2-3 0,2 0 13 16,2 0-2-16,1 1 1 0,1 0 1 0,1 1-5 0,3 0 2 0,1-1-2 16,2 1 0-16,2 0 1 0,2 1 1 0,2-1 1 0,3-4 0 15,2 0 4-15,5-5 2 0,3-1 1 0,4-1 3 0,4-2-3 0,0-2-1 16,3-3 2-16,1 0-1 0,0 0 0 0,4-1 2 0,-1-2 0 15,3 0 5-15,3-1-1 0,1-1 3 0,3-2 2 0,3-1-1 0,1-1 3 16,3-1-6-16,1-1 2 0,3 1-1 0,2 0-2 0,0-1 2 0,1 2-5 16,0 0-1-16,-1 0-7 0,1 1 1 0,1 0-3 0,-4 2-2 15,-1 1 1-15,-2 1 0 0,-2 1-1 0,-2 0 0 0,-2 1-5 0,-1 1 2 16,-4-1-1-16,-4 0 3 0,0 1 0 0,-4-1-2 0,0 0 1 0,-5 0-8 16,-1-1 0-16,-3 0 1 0,-4-1-1 0,-2-1 9 0,-2 1 0 15,-3-2 1-15,-2 0 2 0,-1-1-2 0,-1-1 0 0,-2 0 6 0,0 0 3 16,-2 0 3-16,-1-2 0 0,-1 0 0 0,2 0 0 0,-1 0-6 15,1-1 4-15,-1 0-5 0,1-1-3 0,0 1 1 0,0-1-2 0,0 0-1 16,0 1 2-16,0-1-3 0,-1 0 3 0,1 1-3 0,-1 0-2 0,1-1 2 16,0 0-6-16,0 0 3 0,1 1 2 0,-1-1-2 0,0 1 4 15,0-1 1-15,-1 0-1 0,0 1-2 0,0-1-4 0,-1 1 2 0,0 0-3 16,0 0 6-16,0 1-1 0,-2-1-2 0,1 1 4 0,0-1-1 0,0 1 2 16,-1 0-4-16,1-1 2 0,-1 1-1 0,-1-1-2 0,1 1 3 15,-1 0-2-15,0 0 1 0,0 0-1 0,-1 0-1 0,0 0 3 0,-1-1-1 16,1 1 1-16,0 0 0 0,-1 0-6 0,-1-1 4 0,2 2-1 15,-2-1 2-15,0 0-1 0,1 0-1 0,0-1 3 0,0 1 0 0,-1 0-3 16,1-1 0-16,-1 1 0 0,-1 1-3 0,2-1 3 0,-2 0 3 0,2 1-1 16,0-1-4-16,0 1 4 0,1 0-5 0,-1 0 1 0,1 1 2 15,-1-1 0-15,1 1 0 0,-1-1-4 0,0 1 1 0,0 1-3 0,0 0 1 16,1 0-2-16,-2 1-2 0,2 0-3 0,-2 1-6 0,1 1-4 0,1 1-10 16,-2 0-16-16,1 1-31 0,-2 2-44 0,0 2-40 0,-2 0-45 15,-3 6-46-15,-3 2-21 0,-3 4-400 0</inkml:trace>
  <inkml:trace contextRef="#ctx0" brushRef="#br0" timeOffset="2387">4657 7661 455 0,'-9'-1'33'15,"2"1"-21"-15,-1 0-10 0,5 1-2 0,2 0 0 0,1 0 2 0,2 1-2 16,1 1 2-16,2 1-4 0,1 0 0 0,1 2 0 0,0-1-1 16,0 0 1-16,3 1-1 0,1-1 1 0,0 1 0 0,0 0 2 15,0 0-1-15,-2-2 2 0,2 0 0 0,-1 1 3 0,1-2-2 0,1 1 3 16,0-1 4-16,-1-1 3 0,1 1 6 0,0 0 4 0,1-1 1 0,1-1 7 16,0 0 5-16,2-2 6 0,1 0 5 0,0-1 0 0,3-1-1 15,1 0 2-15,-1 0-6 0,2-1 6 0,1 0 1 0,-1 1-1 0,2-1 11 16,1 1-2-16,-1 0 0 0,0-1-3 0,-1 1-4 0,2 0-5 0,2 1-2 15,0-1-2-15,1 1-7 0,0 0-1 0,-1 1-5 0,0 0-4 0,2 0 1 16,-1 1-4-16,2-1-1 0,1 1 3 0,1-2-5 0,-2 1-2 16,3 0 1-16,-2 0-5 0,2 0 4 0,0 1-2 0,0-2-2 0,1 0 3 15,0 1-3-15,0-1 0 0,2 1 2 0,1-1-2 0,-1 0 0 0,1 0-6 16,-3 1-1-16,1 0 0 0,1 1-1 0,-1 1 2 0,2 0-5 16,-1 1-5-16,1 0-3 0,-1 0 2 0,-1 0 1 0,1 2 5 0,-1-1 1 15,-1 0 1-15,1 1-1 0,0 0 2 0,1 0-2 0,-1 0-2 0,1-1 1 16,-1 1 0-16,0-1 0 0,-2 0 0 0,1 1 0 0,0 0 1 15,-1 1 0-15,0 0-2 0,-1 0 0 0,-1-1 2 0,-1 0-1 0,0 0 3 16,-1 0-1-16,1-1 5 0,-2 0 0 0,1 0 1 0,-1 0 0 16,0 0-3-16,2 0 2 0,-1-1 1 0,0 2-1 0,-1-1-2 0,-1 1-1 15,0 0-4-15,2 0 2 0,-1 0 0 0,2 1-2 0,-1-1 5 16,2 1-5-16,-2-1 0 0,1 0-2 0,-1 0-1 0,0 0 2 0,-1-1 0 16,2 1-1-16,-1-2 2 0,1 1 2 0,-1 0 0 0,1-1 3 0,-1 1-4 15,1 0 0-15,1 0 1 0,-1 1-2 0,1 0 1 0,-3 0-1 0,1 2 3 16,-1 0-2-16,3-1 2 0,-1 2 2 0,2-1-3 0,-2-1-5 15,2 1 4-15,0 0 3 0,1 0-2 0,-1-1 13 0,2 0-1 0,0-1 1 16,1-1 5-16,1-1-6 0,0 0 2 0,2 0-6 0,0-2 3 0,-1 1-2 16,1-2-2-16,0 0 1 0,-1 0-3 0,2 0-3 0,0 0 6 15,-1 0-5-15,0 0 0 0,0 1 4 0,1-1-6 0,-1 1 4 0,-1 1-4 16,1 0 0-16,-1 0 0 0,1 1 0 0,-1 1-2 0,1 0 0 0,0 1-2 16,-1 0-2-16,0 0 6 0,2-1 0 0,1 1 3 0,1-1-1 15,0 1-2-15,0 0 0 0,0 0 3 0,2-1-2 0,0 0 4 16,-1 1-1-16,3-1 3 0,-1 0 4 0,1 1 0 0,0-1 2 0,1 2-1 15,0-1-1-15,0 1-2 0,1-2 0 0,0 3 1 0,0-1-5 0,0 1-2 16,-2 0 0-16,2 0-2 0,-2 0 2 0,-1 0-4 0,-1-1-1 0,1 0-1 16,-3-2 2-16,-1-2-1 0,1 0 5 0,0-2-4 0,2-2 2 15,0 0-4-15,-1-1-3 0,-1 0 5 0,-3-1-5 0,-2 0 7 16,-1 0 2-16,-1 0-3 0,-1 0 4 0,0-1-1 0,-1-1 3 0,1 1 1 16,-2-2 0-16,1 0 4 0,-3 0-4 0,3 1-2 0,-2-2 1 15,2 1-3-15,-2 0 1 0,1 1-1 0,-2 0-1 0,1-1-4 0,-2 0-1 0,0 0 2 16,0 0 4-16,0-1-5 0,-1 0 7 0,0 0 0 0,0 0-3 15,-4-1 1-15,2 1-6 0,-2-2-2 0,3 1 4 0,-1 0-1 0,0-2 3 16,1 0 0-16,-3 0-4 0,1-1 2 0,1 2 1 0,-3-2-1 0,1-1 5 16,-1 0-2-16,-1 0 0 0,0 0 1 0,-2 0-3 0,1 0 4 15,-2 0-14-15,0 0 4 0,-3-1 0 0,1 1 8 0,0-1 11 0,-1 1-4 16,-2-2 4-16,0-1-11 0,-1 0 1 0,0 0-2 0,-2-1 0 0,-1-1 1 16,1 0 0-16,-1-2 1 0,-2 0 1 0,-1 0-4 0,-1-2 2 15,-2 1 0-15,0-1-2 0,-1-2 0 0,-1 1 3 0,-2-3 1 0,0 0-2 16,0 2 1-16,-2-1-1 0,-1 1 0 0,0-2 0 0,-2 1 0 15,0-2-4-15,-1-1-1 0,-2 1 0 0,0 0 5 0,0 0-2 0,0-1 4 16,-3 1 1-16,0-2-8 0,-1 2 2 0,-1-2-2 0,-1 2 0 0,-2-1 1 16,-1 2-4-16,-2-2 1 0,-3 1 1 0,-1-1-7 0,-4-1-2 15,-2 0-6-15,-2 0-4 0,-2 1-7 0,-3-1 1 0,-1 1 6 0,-3-2 5 16,-4 2-8-16,0 0 0 0,-1 2 14 0,-1-2-8 0,-3 3 15 16,0-2 7-16,-1 2-11 0,0-1 9 0,-2 2-3 0,0 3-5 0,-2-2 0 15,-2 3-2-15,0 0 0 0,-2 0 1 0,-2 3-5 0,0-1 8 0,-2 2 3 16,-1 0-1-16,-2 2 2 0,1 1-4 0,-1 2-5 0,-1 1-1 15,2 2-2-15,1 2 1 0,0-1-3 0,3 1 4 0,0 0-2 0,2 1 1 16,1 1-1-16,2 1 0 0,0 0-2 0,2 2 1 0,1 0 0 0,2 0 1 16,2 1 1-16,0 0-2 0,0 1 3 0,-3 2 1 0,1 0-1 15,-2 1 5-15,0 2 2 0,-1 0 2 0,-1 1 0 0,-1 2-1 0,0 0-4 16,-2 1-1-16,0-1 1 0,-1 1-6 0,-2 0-2 0,0 2-6 0,-2 0-7 16,-2 2-11-16,1-2 0 0,1 1-3 0,-1-1 8 0,1-2 7 15,1 0 5-15,1-1 8 0,3-2 6 0,-1 2 6 0,1-1 1 0,1 0-1 16,-1 1 2-16,1-1 1 0,-1 1-3 0,1 0 4 0,0-1-4 15,0 2 1-15,0 0-1 0,0 0 2 0,-1 1 0 0,-1 0 1 0,-1 1 1 16,0-1-1-16,1 2-2 0,-1 0-1 0,1 0 2 0,-1 0-5 0,0 0 4 16,0 2-3-16,0 0 4 0,-1 1 3 0,-1-1-8 0,1 0 3 15,0 1-6-15,2-1 1 0,0 0 7 0,2 0-3 0,1-1 9 0,1-1 4 16,2 0-5-16,3-2 1 0,1 1-4 0,2 0-2 0,1 0 3 0,1-1-1 16,3 0-2-16,0 0 1 0,1 1-3 0,-1 0 0 0,0 0-5 15,0 1 5-15,1 0 2 0,1 0-2 0,0 1 1 0,0 0-2 0,0 0-2 16,-1 0 4-16,1 1 5 0,-1 0 0 0,-2 0-1 0,2 0-3 15,-1-2-1-15,0 2-1 0,-2 1 0 0,0-1 2 0,0 0-2 0,-2 0 1 16,3 0 0-16,-2 1 1 0,1-1-1 0,2 0 8 0,1 1-2 0,4-1-4 16,1-1 4-16,2-1-7 0,1 1-2 0,1 0 2 0,2 0-1 15,2 1 2-15,1-1 1 0,3-1-8 0,-1 0-2 0,1 0 5 0,1 0-7 16,0 0 14-16,3 2-1 0,1-1 0 0,1 1 10 0,-1-1-6 0,2 3-2 16,-1 0-2-16,0 1-3 0,2-1 0 0,0 1 3 0,0 0-3 15,2 1 0-15,0 0-1 0,1 1-1 0,-1 1 4 0,0 0-1 0,1 1 5 16,3 0-2-16,-2-1 0 0,1-1-2 0,2 0-5 0,0-2 0 15,2 0 3-15,-1 0 0 0,3-2 0 0,1 0 0 0,0 0-1 0,2 0-1 16,1 0 2-16,-1-3 0 0,3 0 2 0,0 0 1 0,1 0-1 0,0-1 4 16,2-1 1-16,0 0 1 0,2 1-1 0,1-1 1 0,1-1-6 15,2-1 1-15,0-1 3 0,1-2-2 0,0 1 8 0,1-1-2 0,2-1-1 16,1 1 1-16,0-2-7 0,-2 0 4 0,2 0-1 0,0 0 1 0,1 0 1 16,-1 0-4-16,0-1 1 0,0-1-3 0,-1 0 0 0,-2 0-1 15,1 0 2-15,0 0-1 0,-1-1 1 0,1 0 0 0,-2 0-2 0,1 0-1 16,0 0 0-16,0-1 3 0,0 1 0 0,-1-1 2 0,2 0-1 15,-1-1 2-15,0-2 0 0,0 0 0 0,-1-1-3 0,1 1 0 0,0-1-1 16,0 0 1-16,0 0 0 0,-1 0 9 0,0 1 0 0,-1-1-2 0,-1 0 1 16,0 0-8-16,1 1 0 0,-1-1-2 0,-3 0-1 0,2 1 0 15,-1 0 0-15,-1 1 0 0,1 0 0 0,-1 0 3 0,-1 1-3 0,0 0 0 16,-1 1 0-16,0 0 0 0,-1 0-3 0,0 1 2 0,1 1-2 0,-1 0-3 16,2 0 1-16,-1 2-4 0,0 0-4 0,0 1-10 0,0 1-16 15,0 2-28-15,1 1-46 0,-1 2-63 0,1 0-56 0,-1 3-46 0,1 3-44 16,-1 4-381-16</inkml:trace>
  <inkml:trace contextRef="#ctx0" brushRef="#br0" timeOffset="5784.03">13057 9385 824 0,'-10'2'157'0,"0"1"-125"0,-1 0-26 0,5-1-8 0,5 0-12 15,-1-1-4-15,3 1-2 0,0 0 4 0,0 0 7 0,2 1 2 16,1 0 4-16,1 0-1 0,1 0 0 0,1 0 1 0,-1 0 2 0,2 0 0 16,0 1 4-16,0-1 0 0,-1-2-1 0,2 1 3 0,-1 0 3 0,2 1 0 15,1-1 6-15,-1 0 2 0,2 0-1 0,-2-1 5 0,2 1-1 16,0 0 1-16,1 0 5 0,1 0 1 0,-1 0 0 0,4-1 0 0,0 0-4 16,0-1-3-16,0 1 1 0,1 0-2 0,0-1-3 0,1 0 4 0,2 0-5 15,3 0 2-15,-1-1 4 0,3 0 4 0,-1 0 6 0,2-1 4 16,-1 1-1-16,4 0-1 0,0-1-2 0,2 0 0 0,2 0 4 0,0 0-8 15,1-1 0-15,1 1 0 0,0-1-1 0,1 1 4 0,1 0 2 16,0 1 4-16,2 1-2 0,1 0 3 0,0 0-1 0,2 0-8 0,0 0 1 16,1 0-5-16,-1 0-2 0,3-1 2 0,0 1-2 0,0-1-1 0,2 0 0 15,3-1-5-15,-1 0 4 0,0 1-5 0,2-1-3 0,2-1 1 16,0 1-2-16,1 0 0 0,1 0-4 0,0 1 1 0,0-1 2 0,1 0-6 16,0 0 4-16,1-1-7 0,-1 1 3 0,1 0 3 0,1-1 0 0,-1-1 5 15,1 0-9-15,0-1 4 0,-2 0-3 0,2-1-2 0,0 1 8 16,0-1-3-16,0-1 4 0,-2 0 0 0,0 0 7 0,1-1 2 0,-1-1 2 15,1 1 3-15,0 0-4 0,-3-1 6 0,1-1-2 0,0 1-3 0,0 0 3 16,0 0-4-16,0 0 0 0,-1 1 2 0,2-1 0 0,-2 0-5 16,1-1 3-16,-1 1-4 0,1-1 5 0,-1 1-5 0,1 0-8 0,-1 1 0 15,2 1-6-15,-2 1 2 0,-1 1 3 0,3 0 1 0,-2-1 0 16,1 1 0-16,0 1-6 0,0-1-2 0,1 2 3 0,0-1 0 0,1-1 0 16,0 0 0-16,0 0 1 0,-1 1-4 0,2-1 3 0,-1 0-1 0,-1-1-4 15,2 0 5-15,-2 0 0 0,1 0-1 0,-1 1 1 0,0-2-1 16,0 0 1-16,-1 0 2 0,1 1-2 0,0 0-1 0,-1 1 6 0,0 0-1 15,-1 0 1-15,-1 1 0 0,-1 0-3 0,1 2 6 0,0-1 1 0,0 1-4 16,0 0 4-16,-1 1-4 0,-2-1-1 0,2 2-1 0,-2-1 1 16,1 1-2-16,0 1 0 0,-1-1-2 0,1 1 0 0,0 1-3 0,0-1 0 15,0 0 0-15,-1 0-1 0,1 0 2 0,-2 0 1 0,1-1-2 16,-1 0 2-16,0 0 1 0,0-1-3 0,-2 1 3 0,1-1-1 0,-2 0 0 16,1-1 1-16,0 0 2 0,1 0-2 0,0-1-1 0,-2 0 3 0,0-1-2 15,2-1 3-15,-2-1-1 0,1 0-5 0,-1-1 3 0,1-1-1 16,0 0-2-16,1-2-2 0,-1-1-3 0,-1-1-4 0,-1 2-2 0,0-1 11 15,-2 2-2-15,-2-2 7 0,0-2 5 0,-2 0-13 0,-1 1 1 0,-2 1-3 16,-3-1 2-16,-2 1 3 0,-3-1 1 0,-1 0-1 16,-3 0 0-16,0 1 2 0,-2-1-5 0,-4 0 4 0,0 0 3 0,-2 0-4 0,-3 1 10 15,0-2-3-15,-2 0 1 0,-2-2 0 0,-1-1-4 0,-2-1-8 16,-2-2-2-16,0-2 2 0,-2 0-2 0,-2-2 6 0,-1 0-4 0,-2 0 4 16,-2 1 5-16,0 1-1 0,-1-1 6 0,-2 0-2 0,-1 1 6 0,-1 0-16 15,0 0 2-15,-2 1-3 0,0-1-16 0,-2 0 26 0,-2 0-2 16,-3 0 3-16,0-2 7 0,-2 1-11 0,-2 0-4 0,0 0 3 0,-3-1 4 15,-2 1-4-15,-1 0 4 0,-4 1-3 0,-3-1-1 0,-2 0 0 0,-2-1 1 16,-2-1-3-16,-1 0-1 0,-4 0 0 0,-2 1 0 0,-2 0 4 16,-3 0 3-16,-1 2 1 0,-1-2-1 0,-1 2 0 0,-1-2 2 15,1 1 1-15,0 3 0 0,0-2-1 0,2 2-2 0,0 1 1 0,-1 1 1 16,1-1-4-16,-1 1-1 0,1 0-10 0,-1 0-2 0,-1 0 1 0,0 0 2 16,-2 2-2-16,-1-2 5 0,-1 0 4 0,-3 1-6 0,-1 0 4 15,-2 0 2-15,-1-1-4 0,0 2 7 0,-2-2-3 0,-1 1-2 0,1-1 0 16,-1 1 4-16,-1-2-4 0,0 0 3 0,-1 1 1 0,-1 0-4 0,1 0 1 15,-3 0-4-15,-1 1-4 0,0-1 2 0,-3 2-6 0,0-1 3 0,-1 2 4 16,-1-1 1-16,0-1 3 0,0 2 0 0,-1 0-5 0,-1 0 1 16,1 0-2-16,0 1 4 0,0-1 2 0,3 3-7 0,0-2 0 0,0 1 11 15,1 0-4-15,1 0 6 0,-2 1-2 0,-1-3-6 0,2 1 0 0,-2-2 6 16,2 2-4-16,-1-1 0 0,-1 0-2 0,0-1-8 0,-1 0 3 16,0-1-10-16,-2 1 3 0,2 2 3 0,0 2 7 0,0 1 4 0,2 0-2 15,0 0 2-15,0 1-1 0,0 0-6 0,1 1 4 0,-1 0-1 16,3 2-1-16,0 1 9 0,4 0-4 0,-1 0 5 0,2 2-2 0,2-1-6 15,1 2-4-15,0 1-3 0,2 0-4 0,-1 1 11 0,2 1 3 0,-1 0-3 16,1 0 3-16,0 1-5 0,2 0 3 0,0 1 0 0,0 0-5 16,0 0 1-16,0 1-3 0,1 0 4 0,-2 1 0 0,0 0 2 15,-1 2 1-15,0 0-1 0,1 1 1 0,-1 1 2 0,0-1 0 0,0 1 0 16,1 0 0-16,1 0-1 0,0 2 1 0,-1 0 1 0,1 1-1 0,1 1 4 16,1-2-8-16,1 2 4 0,-1 0 0 0,-1 0-1 0,2 1 1 0,-1-1-5 15,-1 3 0-15,0 1-2 0,0-1-6 0,1 0 3 0,0 1 12 16,1 0-2-16,-1 0 10 0,1 1-2 0,1 0-8 0,1 0 2 15,1-1-1-15,1 2 2 0,2 0-3 0,2-1 2 0,2 1 0 0,2 1-6 0,0 1 6 16,1 3-2-16,3 1-3 0,1 0 3 0,1 1-2 0,1 0-1 16,3 0-2-16,-1-2-2 0,2 3 1 0,0 1-1 0,-1-1 2 0,1 2 0 15,1 0-3-15,2 0 3 0,0-2-11 0,0 1 6 0,1-2 10 0,-1 1-2 16,3 0 10-16,-1-1-6 0,2-1-2 0,1-2 0 0,1 0 2 16,1-1-1-16,2-1-2 0,0 1-3 0,2-1 3 0,2 3 1 0,0-1 0 15,1-1 0-15,1 1-4 0,1-1-1 0,-1-2 2 0,2 2-2 16,1-1 2-16,1-1-2 0,2 1-1 0,2 0 2 0,2-3 1 0,1 1 3 15,1-1-1-15,1-2 1 0,2 1 0 0,1-1-9 0,1-1 3 0,0-1-2 16,2 2 5-16,1 0 9 0,1 0 2 0,1-1-1 0,1 1-7 16,0-1 0-16,1 0-2 0,1 0-1 0,0 0 0 0,0 0-1 15,2 0 3-15,1-3-1 0,1 2 0 0,1-1 1 0,2 1-2 0,-1-1 3 0,2-1-4 16,0 1 3-16,0 1-2 0,1 1 3 0,-2-1 0 0,2 2 0 16,1 0-2-16,-1-1-5 0,0 0 4 0,1 1 0 0,1-1 0 0,-1 1 3 15,1-2 0-15,1 2-2 0,2 0 1 0,-1 2-3 0,2-2 3 0,0 3-2 16,0 0 1-16,1-1 0 0,1 3-2 0,0 0-6 0,2-1 0 15,-1 3 7-15,2 0 3 0,-1 0 11 0,0 1-1 0,1 0-8 0,-1 0-4 16,2 0 2-16,-1-2 2 0,1 1-2 0,-1-2 0 0,0 0-5 0,-1 0 5 16,0 1-2-16,0-1-1 0,0 0 1 0,2 1-1 0,2-3 2 15,0 1 1-15,2 2-7 0,1-2-4 0,2 2 0 0,2 0 1 0,2 0 1 16,1 0-4-16,0-1-7 0,1-1-6 0,2-1 5 0,1-2-4 16,1-4 2-16,0-2 1 0,1-1-1 0,-3-1 12 0,1-2 10 0,0-1-2 15,-2-1 6-15,0-1-9 0,-1 0 3 0,0-1 7 0,-2 1 4 0,0-1-2 16,-1 1-2-16,0-1 1 0,-1 0-2 0,-1 1 3 0,1 0-1 15,-2-1-2-15,-1 2 2 0,-1-1-1 0,0 1 2 0,-2-1 1 0,2 1 0 16,-2-2-4-16,-1 1 0 0,-2 0-1 0,0 0-4 0,-2 0 4 0,1 0 0 16,-2 0-2-16,0 0 1 0,-1 0-1 0,-1 0 0 0,0-1 0 15,-1 0 2-15,-3 0-4 0,2 0 5 0,-1 0-1 0,-2-1-1 0,1 1-1 16,-1-1 3-16,-2 0 1 0,-2-1 0 0,0 0 2 0,-1 0-4 16,0 0 3-16,-1 0-4 0,-2-1 7 0,0 1 3 0,-1-1-2 0,0 0 4 15,0 0-2-15,-1 0-2 0,-1 0 4 0,0 0 0 0,0 0-2 0,-2-1 2 16,1 1-1-16,0 0 4 0,-1-1 0 0,-1 1-3 15,0 0 0-15,0-1-2 0,-1 1 2 0,0 0-3 0,0-1 0 0,-1 1-2 0,0 0 2 16,0 0-2-16,0 0 0 0,0 0-1 0,-1 0-1 0,0-1 4 0,1 1-3 16,-1 0-1-16,0 0-1 0,-1 1 2 0,1-1 1 0,0 0 1 15,-1 0-1-15,0 0 0 0,0 0-3 0,0-1 0 0,0 1 0 0,-1 0-2 16,1-1 2-16,0 1-5 0,0 0 0 0,-1 0 4 0,0-1 1 16,0 1 1-16,0-1-2 0,0 1-3 0,1 0-1 0,-1 0 2 0,1-1 0 15,-1 1 1-15,0-1 1 0,-1 0-1 0,1 0-1 0,-1 0-1 16,1 0 1-16,0 1 0 0,0-1 3 0,-2 1-4 0,1 0 3 0,0 0 1 15,0-1-5-15,1 1 3 0,-1 0-1 0,0 0-2 0,1 0 3 0,-1 0-4 16,2 1 1-16,-2-1 0 0,1 1-2 0,0-1 0 0,0 0 0 0,1 0 2 16,0 1-1-16,0-1 1 0,-1 0 1 0,1 0-4 0,0 1 1 15,-1-1 4-15,1 0-5 0,-1 1 1 0,0-1-1 0,1 0-2 0,-1 0 1 16,1 1 1-16,0-2 1 0,-1 1-4 0,1 0-1 0,-1 0-2 16,0 0-6-16,1-1-1 0,0 2-6 0,0-2-4 0,0 0-12 0,0 1-24 15,0-1-23-15,1 1-30 0,-1-1-26 0,0-1-17 0,1 0-11 0,0-2-8 16,0-2-20-16,1-2-32 0,-1-1-15 0,1-4-19 0,-1-2-15 15,0-5-202-15</inkml:trace>
  <inkml:trace contextRef="#ctx0" brushRef="#br0" timeOffset="8309.06">4383 9764 214 0,'-6'5'74'0,"1"-1"-1"0,-1 0-3 0,2-1 1 16,1-2-11-16,0 0 1 0,0 0 0 0,0-2-1 0,1 0-3 16,0 0-5-16,0-1-1 0,0 0-7 0,2 0-8 0,0 0-1 0,0-1-6 15,0 1-2-15,1-1 1 0,-1-1-5 0,1 0 0 0,1 1 0 0,0 0-3 16,1 1 2-16,-1-1-1 0,2-1 1 0,0 2 1 0,1-2 3 15,0 0-2-15,1-1 1 0,2 0 5 0,0 1-3 0,1-1 1 0,0 0-1 16,1 0-3-16,2-1-6 0,2-1 1 0,0-1-3 0,1 0-2 16,0-2 3-16,2 0-5 0,2-1 0 0,1 0-1 0,3 0-2 0,0 0-3 15,1-2 3-15,1 0-10 0,1-3-2 0,2 0 3 0,2-1 3 0,0-1 5 16,1 1 4-16,3 0 1 0,0-2-3 0,1 1-4 0,0 1 6 16,1 0 3-16,0 1 5 0,1 0 10 0,1 2 0 0,-1 1-1 0,2 0 6 15,0 1 0-15,2 0 2 0,3 0 2 0,0-2-5 0,2 0 0 0,2-1-4 16,2 1-2-16,0 1-9 0,1-3-6 0,0 2-5 0,0 0 1 15,1 1 7-15,3 1 0 0,1 2-3 0,3 0 0 0,-1 1-5 0,1 2 2 16,1 0 2-16,0 1-11 0,2 2 4 0,0-1-1 0,-2 3 0 0,1 0 7 16,0 2-1-16,0 1-1 0,0 2 8 15,0 0-2-15,0 0 1 0,1 0-4 0,1 0-3 0,-1 0 2 0,-1 0-1 0,0 0 7 0,1-2 1 16,-1 0-1-16,0 0 2 0,1-1 1 0,-1-1-5 0,-1 1 1 16,1-1 1-16,0-1 0 0,1 0 4 0,-2-2 2 0,2 2 8 0,0-3-7 15,1 2 3-15,1 0-3 0,-2-1-10 0,0 2 3 0,0-2-8 16,0 1 0-16,0 1-3 0,-1-1 1 0,0 3-1 0,1-1 1 0,-1 2-1 15,1 0-4-15,-1 1 0 0,0 0 1 0,-1 2 2 0,-2-1 1 0,2 0 1 16,-2 1-1-16,1 0-2 0,1 0 2 0,-1 1-2 0,1 1-3 0,-1-2 1 16,-1 2 0-16,1-1 3 0,0 0-5 0,-1 1-4 0,-1-1 4 15,-2 1-3-15,0 0 5 0,0-1-1 0,-1 0 3 0,0-1-3 16,1 0 3-16,-2-2-3 0,0 1-1 0,0 0-1 0,0 1 2 0,0-2 1 16,1 1 0-16,0 0 7 0,1 0-2 0,2 1 0 0,0-1-2 15,0 2-4-15,-1-1 3 0,-2 0-1 0,0 2-1 0,-1 0-2 0,-1 1 0 0,0-1 0 16,-3 1 1-16,0 1 3 0,-4-1-1 0,1 1-3 15,-2 0 0-15,0 0 0 0,-2-1-2 0,-1 0 4 0,0 1 0 0,-2 0-2 0,1 0 1 16,-1-1-6-16,-3 2-1 0,2-1 2 0,-4 0-1 0,1 0 4 0,-1 1 2 16,-2-2-2-16,-1 1 2 0,-2-1 1 0,-1 0 0 0,0 1-1 15,0-1-1-15,-1-1 4 0,-1 0-3 0,-2 1-1 0,-2-1 2 0,2 0 0 16,-2 0 1-16,0 1 2 0,0 0 0 0,0 0-2 0,-3 0-1 16,1 0-9-16,-1 0-1 0,-2 0-7 0,1 2 13 0,-2 0 12 0,0 1-5 15,-1 0 9-15,0 1-13 0,0 0-2 0,-2 1 2 0,-1-1-1 0,0 1 4 16,1-2-4-16,-1 3-5 0,0 0 5 0,-2 2-2 0,1-2-1 15,-1 1 3-15,-1 1-4 0,-1 0 3 0,0 0 1 0,-1 0-2 0,-1 1 0 16,1 1-1-16,-1-1-2 0,-1 1 2 0,0 2-4 0,-1-2 4 0,-1 0-2 16,0 0 0-16,-2-1 0 0,0 1-2 0,-1-1 1 15,-1 0 4-15,-1 0-5 0,0 0 1 0,-1 0-6 0,-1 0 2 0,-1 1 2 0,0-2 6 16,-1 1 4-16,-1 0-4 0,1-1-1 0,-2-1 0 0,0 1-5 16,-1-2-4-16,0 0 12 0,-2 0-5 0,0-2-3 0,-1 2 11 0,-2 0-14 15,0 1 8-15,0-2-1 0,0 0 3 0,-1 0-2 0,-1-1-1 16,-1 1 6-16,1 0 1 0,-3 0 2 0,0 1-5 0,0 0-3 0,-3 0-2 15,-1-1 2-15,1 0-2 0,-3 0 2 0,-1 1-4 0,1 1 4 0,-2-2-2 16,0 2 0-16,-2 0 0 0,-2 0-4 0,-1 0 2 0,0-2 1 0,0 1-1 16,0-1-1-16,-3-1 4 0,-1-1-4 0,-2 0 3 0,-1-1 5 15,-2 0-3-15,-1-1 7 0,-2-2-5 0,-1 0-1 0,0 0-1 0,0-1-3 16,-3-1 1-16,0 0-2 0,0-1 6 0,2 1-1 0,0-1 2 16,0 1-1-16,0 0-4 0,-3 0 13 0,0 0 3 0,-1 0 0 0,0 1-1 15,0 0-12-15,1 1 1 0,-1 0-1 0,-2 1 2 0,2-2-6 0,0 2 6 16,1 1 0-16,0 0-2 0,-1-1 2 0,-1 1 0 0,0 0-8 15,0-1-8-15,0 0-6 0,-2 0-16 0,1-1 2 0,-2 0 0 0,1-1 2 16,1-1 7-16,0-1 1 0,-1 0 8 0,1-1 6 0,-3-1-3 0,-1-1 6 16,-2 0 3-16,-1-2-3 0,-1 0 4 0,-2 0 1 0,0 0-5 15,-2-1 9-15,0 1 1 0,0 0 1 0,-1-1 4 0,-1 0-6 0,-1 1 1 16,0 0 4-16,-1 0-4 0,0 1 4 0,0 0-4 0,1 1-1 16,1 1 2-16,1 0 2 0,-2 1 2 0,1 1 2 0,0 1-1 0,0 1 1 15,-1 0 1-15,3 1-3 0,1 1 1 0,2 0-1 0,1 0-6 0,2-1 0 16,-2 2 0-16,2 0 8 0,1 2 7 0,0 0-1 0,-1 1-8 15,0 0-4-15,0 0-7 0,-1 1 4 0,2 0 1 0,1 0-7 0,-2 0-9 16,-4 1-6-16,-4 2 3 0,2 0 4 0,4-2 19 0,2-4 5 0,4-2 3 16,-1 0 2-16,2-2-5 0,2-1 2 0,1-1 1 0,1-2 3 15,0-1-2-15,0-1-3 0,0-1 3 0,1-1-6 0,-1-1 1 0,2-2 0 16,-2-1-3-16,1 0-1 0,2-3 7 0,-2-1-6 0,2-1-1 16,2-2 1-16,0 2 3 0,1-2 8 0,-1 0 1 0,1-1-1 0,1-1 0 15,-1 1-9-15,3 0 0 0,0 0 7 0,-1 1 1 0,1 1-3 0,-2-2-4 16,-2 0-8-16,3 0-4 0,-1 0 2 0,0-1 4 0,0 1-9 15,-1-1 7-15,0 1 2 0,0-1 1 0,2 0 2 0,1 1-7 0,2 2 5 16,-1 0-1-16,0-1-2 0,0 1 0 0,-1 0-3 0,-1 3-2 0,3-1 3 16,1 0 2-16,1 1-1 0,1-1 2 0,0 1-1 0,3 0 0 15,0-1 0-15,1 1 2 0,0-1 0 0,2 1-2 0,-1 1 0 0,2 0 1 16,0 1 1-16,2 0-1 0,0 1 3 0,3 0-6 0,-1 1 2 16,1 0 0-16,0 1-2 0,-1 1 2 0,1 0 0 0,0 0-1 0,2-1 1 15,3 1 0-15,-2-1 0 0,2-1 1 0,-1 0 3 0,2 0-3 0,-2-1-2 16,1 1-1-16,2-1 0 0,-1 2-1 0,0-2 5 15,1-1-2-15,0 1-2 0,1-1 4 0,0 0-2 0,1 0 1 0,2-1-1 0,-2 1-3 16,2-2-3-16,1 0-4 0,1-1 4 0,2 0 6 0,0-1 6 0,3 3 9 16,0 0 1-16,2-1-4 0,0 1 6 0,0 0-10 0,2 0 2 15,-1 1-5-15,2 0 0 0,0-1-4 0,1 1-1 0,1-2-1 0,1 0-1 16,2-1 2-16,0 1 0 0,1 0 3 0,1 0-4 0,-1 1 2 16,3 0-5-16,1-1 0 0,1 1 4 0,2 0 0 0,0 0 2 0,1 1 0 15,1-2-6-15,3-1 1 0,1-1 1 0,1 0 1 0,1 0 2 0,-2 3-1 16,0 3 2-16,1 0-8 0,-1 2-1 0,1 1 4 0,2 0 0 15,-1 2 3-15,1 0-5 0,2 2 3 0,0 0-3 0,2-1 5 0,-1 2-5 16,0-1 1-16,-1 1 0 0,-1-1 3 0,2 2-1 0,-1-1-1 0,-1 1 8 16,1 0-7-16,-2 0 2 0,0 0 3 0,1-1-7 0,-2 0 0 15,0 1 4-15,0-1-4 0,-4 0-4 0,1 1 9 0,-1-1-2 0,-2 0-1 16,1 0 4-16,-2-1-7 0,0 0 5 0,-1 0 1 0,-1 0-2 16,0 0 1-16,-2-1-2 0,-1 1 2 0,-1 0 5 0,0-1-5 0,-1 1 3 15,2 0-1-15,-2 0-4 0,0 0 1 0,0-1 4 0,0 1 0 0,0 0-1 16,0 1 2-16,-1-1-4 0,-1 0-1 0,1 1 1 0,1-1 3 15,0 1-6-15,0 1 6 0,1-1 3 0,-2 1-6 0,1 0 7 0,1 1-9 16,-2-1-1-16,2 0 8 0,-2 0-4 0,0 0-1 0,0 1 2 0,-1 0-4 16,1-1-1-16,-1 0 6 0,0 0 1 0,0 0-1 0,0 0 2 15,-1-1-2-15,0 1-3 0,1 0 0 0,-1 0 0 0,1-1 2 0,-1 0-2 16,1 1 1-16,-1-2 1 0,0 1 3 0,1-1 0 0,-1 0 3 16,2 0-5-16,-1-1 2 0,-1 0 3 0,1 0-3 0,0 0 5 0,2-1-2 15,-1 0 0-15,1 0 0 0,0-1-1 0,-1 0-4 0,0 1 5 0,1-1-6 16,-2 0 1-16,2 1 4 0,-1-1-7 0,-1 1 6 0,0-1-2 15,0 2-6-15,0-2 4 0,0 0-2 0,-1 1 5 0,0 0-4 0,0-1 4 16,0 1-1-16,1-1-3 0,-2 0 1 0,2-1-4 0,0 0 6 0,1 0 0 16,0-1-2-16,0 1 5 0,0-1-4 0,0 0 2 0,0 1 0 15,1-1 0-15,-1-1-7 0,-1 0-1 0,2 1 3 0,-1-1-7 0,1 2 7 16,1-1 2-16,-2 1-2 0,-1-1 0 0,0 2 2 0,0-1-2 16,-1-1 3-16,-1 2-3 0,1-2 0 0,1 1 0 0,-1 1 0 0,0-1 0 15,0 0 2-15,-1 0-4 0,1 0 4 0,-1 0 3 0,0 0 0 0,0-1-2 16,-1 0-3-16,1 0 3 0,0 0-4 0,0 1 7 0,0-2-2 15,0 1-3-15,0 0 4 0,0-2 4 0,-1 1-6 0,1 0 1 0,0 0-1 16,0 0-5-16,1 1 6 0,-1 0-1 0,1-1 2 0,0 2 2 0,-1-1-6 16,0 0 5-16,-1 1-5 0,0-1 4 0,0 1-3 15,0-1-2-15,1 1 0 0,-1 1 0 0,1 0 7 0,-2-1-4 0,1 1 2 0,0 0-5 16,-1-1-1-16,0 1 4 0,-1 0-1 0,1 0-1 0,0 1 4 0,0-1 0 16,-1 0 1-16,1 1 0 0,-1-1-4 0,1 1-2 0,0-2 0 15,-1 2 0-15,0-1 7 0,0 2-4 0,-1-1 2 0,1 0 2 0,1 0-8 16,-1 0 7-16,1-1-2 0,-1 1-6 0,0-1 9 0,0 1-10 15,0 0 3-15,0 0 0 0,0 0 0 0,0 0 1 0,0 0 3 0,0 0-1 16,0 0-3-16,0 0 0 0,0 0 5 0,0 0-3 0,-1 0-5 0,1 0 11 16,-1 0-8-16,1 0-2 0,-1 1 8 0,1-1-12 0,-1 1 5 15,1-1 2-15,0 1-2 0,-1-1 2 0,0 0-1 0,0 1 4 0,0 0-4 16,0 0-5-16,-1-1 6 0,1 0-1 0,0 0 7 0,1 1-3 16,-1-1-4-16,0 0-4 0,0 0 1 0,-1 1-1 0,0-1 4 0,1 0 2 15,0 1-2-15,0-1 4 0,0 1-8 0,0-1 6 0,0 1-7 0,0 0 1 16,1-1-3-16,-1 1-3 0,0 0-2 0,0 0-13 0,1-1-19 15,-1 1-27-15,0-1-21 0,0 1-28 0,1-1-23 0,0 0-21 0,0-1-29 16,0 0-19-16,0-1-27 0,1 0-14 0,0-2-10 0,1 2-13 0,0-1 2 16,1 0-181-16</inkml:trace>
  <inkml:trace contextRef="#ctx0" brushRef="#br0" timeOffset="9500.09">4046 12370 1760 0,'-24'-13'73'0,"-1"-1"-18"0,-4-3 0 0,6 3-1 0,7 2 11 0,1-2-11 15,2-1-11-15,-1 0-6 0,2 1-12 0,1 0-3 0,0-1-7 0,2 2-11 16,0 0-4-16,1 0 3 0,0 1-4 0,1 1-1 0,-2-1 1 15,1 1-4-15,0 1 7 0,-1-2-4 0,2 0 1 0,-1 1-7 0,0-1 1 16,2 1 8-16,-2 1 2 0,1 0 8 0,-1-1 1 0,0-1-6 0,-1 0 3 16,1 0-5-16,0-1 2 0,-1 0 3 0,0 0 5 0,0-1-1 15,0 2 7-15,2-1 3 0,-2 0 6 0,2 0 14 0,1 1 6 0,-2 2 1 16,1-2 0-16,-1 1-9 0,0 0-5 0,1-1 6 0,-1 2 0 16,1-2 1-16,0 1-2 0,1 0-4 0,1 0-5 0,-1 0 0 0,2 0-1 15,0-2-9-15,1 1-1 0,0 0-8 0,1 0 1 0,1 1 0 0,1-2-2 16,1 1 4-16,1-2-4 0,1 1 5 0,1 1 1 0,2-1-3 15,1-2-1-15,4-1-5 0,1-1 3 0,3-2 1 0,2 0-4 0,0 0 1 16,4-1-10-16,1 1-2 0,0 0 15 0,4-1 1 0,0 0 4 0,1 0-2 16,1-2-14-16,1 1-1 0,2 0 1 0,-1-1-4 0,4 0 8 15,-1 1-3-15,2 0 1 0,-1-1 3 0,-1 2-7 0,2-2 6 0,1-1-5 16,3 1 1-16,0-2 5 0,1 0-3 0,2-1 1 0,-1 1 4 0,2 2-10 16,1 0 6-16,0 2-1 0,0 0-6 0,1 0 9 0,3-1-5 15,1 1 3-15,2 0 1 0,-3 1-17 0,-1 0 5 0,3 2 5 0,-1-1 1 16,2 2 10-16,0 1-8 0,-3 0-2 0,-1 1-2 0,-3 3 4 15,0 1 0-15,-1 1-2 0,0 1-2 0,-3 1 2 0,-1 1 2 0,0 1 3 16,-1 0-3-16,0 2 4 0,-1 0-15 0,0 2 0 0,1 0 7 0,-4 1-2 16,2 1 15-16,0 1-4 0,-3 0 1 0,3 2 10 0,-3 0-9 15,3 1 4-15,0 0-4 0,-2 1-9 0,2 1 7 0,-4 2 0 0,0 1-3 16,0 0 0-16,1 1 1 0,-1 2-3 0,2 1 3 0,-4-1-14 16,1 3-5-16,-3 1 14 0,1 3-4 0,-3-1 13 0,0 3 4 0,0 1-11 15,-3 0 0-15,0 2 1 0,-2 0-1 0,-2 2 0 0,1 1 2 0,-3 1-4 16,2 2 0-16,-1-1 1 0,-1 1 1 0,-2-1 6 0,0 1-8 15,-1-1 1-15,0 2 1 0,-3 3-5 0,0 1 10 0,0 1-20 0,-1 1 19 16,-1 1-3-16,-1 3-3 0,-1 1 17 0,-1 1-21 0,1 2 2 0,-3 2 1 16,0 0-1-16,-1 1 7 0,-2 0-1 0,-2-2-2 0,0-2 0 15,-2 0-2-15,0-3-8 0,-1 0 14 0,-1-1 1 0,1-3-1 16,-1 2 10-16,-1-3-16 0,-2 2 6 0,0-2-2 0,0 1-3 0,-1 2 7 16,0-2-6-16,-2-1 1 0,-2 0 3 0,-2-1-4 0,-1 0 2 15,-1-1-4-15,-2 0 3 0,-2-3-12 0,0 0 13 0,-1-1 3 0,0-2-5 0,0-1 11 16,-3 0-13-16,0-4 2 0,0 0-4 0,-1-2 8 0,-1-1-4 15,-2-2 5-15,-2 0-3 0,-2-2-4 0,1 0 6 0,-3-1-5 0,0-3 5 16,-1 1-6-16,0-2 2 0,0-3 4 0,-1 0-1 0,-2-2 8 0,0-1-5 16,0-2-4-16,0 1 1 0,1-3 1 0,1 0 7 0,0-1-1 15,-1-1-5-15,2 0 10 0,-2-1-7 0,1-1 3 0,-1 0 2 0,0-2-9 16,1 1 2-16,-1-2-14 0,2 0 6 0,-3-1 4 0,0-1-2 16,0 0 9-16,1-1-9 0,0-1 4 0,2-1 2 0,0 1-6 0,-2-2 3 15,1-1-1-15,-1-2-8 0,0-1 6 0,-1-2-6 0,-2-1-7 0,1-3 7 16,1-1-9-16,-2-4-5 0,1-4 1 0,-2-3 4 0,0-1 15 15,2-3 2-15,3 0-1 0,0 0 5 0,3-4-4 0,-2 1-10 0,2-1 8 16,1-3-4-16,3 1-5 0,0-1 7 0,3 0-6 0,1 1 6 0,3 1-2 16,2 0 2-16,2 2 6 0,3 1-6 0,0 0-2 0,3 2 2 15,2 0-4-15,1-1 0 0,3 0 0 0,1 2-1 0,2 2-7 16,0 2-5-16,2-1-4 0,1 2-14 0,1-1-16 0,3 3-16 0,0 2-30 16,1 3-28-16,0 4-35 0,0 2-51 0,2 3-59 0,0 3-63 0,1 4-82 15,1 2-117-15,0 3-375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2T11:30:01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3802 5537 943 0,'-6'-15'-20'0,"0"-2"25"0,0-3 12 16,4 4 4-16,1 4 1 0,0-1-2 0,2 1-7 0,0 0-5 16,2 2-5-16,1 1-3 0,0-1-2 0,2 1-1 0,2 0-4 0,0 1 2 0,3-1-1 15,3 0 1-15,3 1 0 0,0-2 0 0,2 0-2 0,3-2-3 16,-1 1 0-16,4-2 1 0,2 2 0 0,0-2 2 0,0 1 2 0,-1-1 1 15,0 1-2-15,-1 1 2 0,0-2 1 0,1 0-1 0,-1 1 0 16,2 0 2-16,0 1-4 0,1-2 1 0,0 0 2 0,0-1-3 16,-1 1 8-16,2 0-2 0,1 1 9 0,-1 0 3 0,1 1-2 0,-3 0 6 0,2 0-7 15,-1 0 0-15,2 0 5 0,1 1-3 0,1 1 4 0,-1 2-1 16,1 2-3-16,-3 1 1 0,1 2-1 0,-2 2-1 0,2 1 0 0,0 2-2 16,1 2 0-16,-1 2-3 0,2 2-1 0,-2 2 1 0,1 2 2 0,-1 3 2 15,1-1-7-15,0 3 0 0,-2 3-2 0,0-1 5 0,-2 5 4 16,-2 2 1-16,2 2-3 0,-3 2 0 0,-2 0-1 0,-2 2-4 0,-2 3 1 15,-5 1 2-15,0 3-1 0,-3 1 3 0,-3 0 1 0,-2 2-3 16,-3 1 3-16,-2 2-1 0,-4 2 2 0,-4 2 4 0,-2 1 6 0,-3 1 1 16,-2 2 2-16,-3 1-5 0,-4 0-2 0,-1 1-1 0,-3-1-3 0,-3-3 5 15,3 0-5-15,-4-4 3 0,1-4-4 0,-2-2-1 0,1-4 9 16,-2-4 0-16,0-1 14 0,-2-4 4 0,-2-1-5 0,-1-4 1 0,-4-2-8 16,0-3-2-16,-2-3 2 0,-2-2 4 0,-1-3 2 0,-1-2 5 0,-1-3 0 15,0-3-3-15,-2-2 1 0,1-3-6 0,-1-2-4 0,0 0-1 16,-3-2-4-16,1 0-7 0,-4-1 0 0,2 1-2 0,-2-1-2 0,0 1-1 15,0-1-2-15,-1-1-4 0,3 1 0 0,-1-2 7 0,0 0-7 16,2 0 3-16,1-2 0 0,3 0-5 0,2-2 2 0,2-2 4 0,2-3-4 16,2 1 2-16,4-3-6 0,2 0-3 0,4 0 4 0,4-2-4 0,3-1 12 15,3 1 1-15,2-2 0 0,4 1-4 0,4-2-3 0,1 1-2 16,4 1-2-16,4 1 0 0,2-1-1 0,3 3-1 0,1 0 0 0,4 0-6 16,2 2 1-16,3-2-5 0,3-1-14 0,0 1-5 0,1 0-2 0,1 0 0 15,3 5 4-15,3 0-13 0,2 0-52 0,2 2-54 0,3 0-35 16,2 1-36-16,0-2-18 0,2 1-285 0</inkml:trace>
  <inkml:trace contextRef="#ctx0" brushRef="#br0" timeOffset="962">12015 6014 611 0,'-7'-4'16'0,"2"-1"-36"0,0 1-9 0,5 3-4 15,2 2 0-15,2 1 5 0,2 1 8 0,2 0 3 0,2 1 0 16,1-1 2-16,0 1-3 0,1 0 2 0,1 1 4 0,0-1 3 0,2 0 7 16,-2 0 4-16,2-1 3 0,0 1 6 0,0-1 5 0,0 0 10 0,1 0 6 15,0 0 11-15,0 0 8 0,-1 1 9 0,0 0 9 0,1 0 5 16,1 0 10-16,-1 0 2 0,2 2-3 0,3 0-2 0,0 0-13 0,3 1-10 16,0 1-5-16,3 1-8 0,2 0-5 0,1 0-2 0,3 2-6 0,-1 0-3 15,2 1 2-15,3 1-2 0,-1-1-2 0,4 2-3 0,-1 0 0 16,2-1-2-16,3 1 1 0,-2-2-3 0,0 0 2 0,0-1-1 0,2-1 3 15,-1-1 1-15,1-2-4 0,2-2-1 0,-2-1 3 0,1-1-2 16,0 0 4-16,0 0 0 0,-1-2-1 0,1-2-2 0,0-1 0 0,1-1-4 16,-1 0 2-16,-1-1-4 0,2 1-5 0,-2 0 3 0,0-2-8 0,-2 1-1 15,0-2-1-15,-2 1-1 0,-1-1-1 0,1-1 2 0,-2 0-1 16,0-2 0-16,0-2-2 0,-2 1 0 0,1-2-1 0,-3 0-1 0,-1-2 4 16,-2-1-2-16,1-1 2 0,-2-2 4 0,0 0-5 0,-2-1 6 0,0-3-5 15,-2-1 3-15,-1-2 2 0,-1-3 1 0,0 0 4 0,-2-3-2 16,-2 1-2-16,0-2 0 0,-2 1-5 0,-2-1 0 0,-2 0 5 0,-2-2-2 15,-3 2 6-15,-3-1 0 0,-3 1 1 0,-2 0-3 0,-3-3-9 16,-4 0-2-16,-3 0-7 0,-4 1-4 0,-4-1 4 0,-2 0 0 0,-5 0-1 16,-1-1 2-16,-6 0 4 0,-1 1-9 0,-5 0 6 0,-2-1-3 0,-1 0 3 15,-4 1 5-15,1 0 8 0,-2 2 2 0,-2-1 1 0,-1 1 2 16,0-1-9-16,-1 2 3 0,1 0-2 0,-1 3-1 0,1 0-5 0,0 2-7 16,-2 0 4-16,1 0 0 0,-2 0 2 0,3 2 7 0,-1 0-4 0,-1 3-1 15,-1 3 1-15,-1 1-1 0,-3 2 0 0,1 3 2 0,-1 2-2 16,-2 1-2-16,-1 4 0 0,-2 1 0 0,0 4 4 0,1 2 6 0,-1 2 1 15,0 4-2-15,0 2-1 0,1 1-6 0,2 3 5 0,2 1-5 16,2 3-3-16,3 0 0 0,0 3-4 0,4 3-1 0,2 0 2 0,1 3-4 16,5 0-3-16,-1 0-3 0,3 1-3 0,1 0-4 0,1 2-3 0,5-1-8 15,-1 2-8-15,4-1-3 0,1 2-7 0,3-2-17 0,0 2-26 16,1-2-27-16,3 1-24 0,0 1-15 0,2 0-4 0,1 0-12 0,1 3-15 16,0-1-7-16,1 4-232 0</inkml:trace>
  <inkml:trace contextRef="#ctx0" brushRef="#br0" timeOffset="4294">4175 7595 322 0,'-8'-2'23'0,"1"0"-6"0,-2 0-3 0,3 1-3 0,3 0 2 0,-1-1-3 15,1 1 2-15,1 0-3 0,-2 0 2 0,2 0-2 0,1 1-1 16,-1 0-4-16,1 2-3 0,0-1 0 0,0 2-1 0,0-2 4 0,0 2 2 16,-1 1-1-16,1 0 2 0,-2 0-3 0,1 1-2 0,-2 1 0 0,1 1 0 15,-1 3 6-15,-1 0 2 0,1 1 1 0,1 0 0 0,-1-1 0 16,1 1-1-16,0 0-1 0,0-1 2 0,1-1-1 0,0 1 3 0,2-2 4 16,0 0 1-16,2 0 4 0,2-2 4 0,0 0 1 0,2-1 7 0,1-2 3 15,0 0 4-15,3-2 2 0,0 0 4 0,4-2 0 16,3 1 3-16,2-2-1 0,1 0-2 0,4-1 1 0,0-1-5 0,3 0-1 0,1-1-2 15,1 0-2-15,1 1 2 0,2-1-3 0,2-1 1 0,2 0-6 16,2 0-5-16,1-1-1 0,2 0-5 0,0 0-4 0,3 0-4 0,1 1-8 16,-1-1-5-16,3 1 1 0,2 0 2 0,1 0 1 0,2-2 2 0,0 0 1 15,1 1-2-15,-1-1 2 0,3 2 6 0,2 0-7 0,-1 2 5 16,1-1 3-16,-1 1-7 0,2 1 11 0,-1-2-12 0,0 2 2 0,-1 2-1 16,-2 0 0-16,-1 3 4 0,-2 1 1 0,0 1-5 0,-1 0-5 0,-2 2-2 15,-2 1 0-15,-2 0 5 0,0 0 6 0,-3 0 2 0,-1-2 0 16,1 0 14-16,-3-2 11 0,1-1 8 0,0-1 10 0,-1-2-4 0,0-1-5 15,-3-1-5-15,1-2-7 0,1 1-3 0,-2-2-10 0,0 2-3 16,-3 0-6-16,-3 1-1 0,-1 1-2 0,-1 0-2 0,-2 2-1 0,1-1-3 16,-3 1 2-16,-2 1-3 0,-1 0 0 0,-1 0 0 0,-2 1 2 0,-1-1-2 15,0 0 0-15,-4 0 4 0,-1 0-5 0,-1 1 2 0,0-1 2 16,-2 1-3-16,-1-1 2 0,-2 1 1 0,0 0 0 0,-1 0 0 0,-2 0 3 16,0-1-2-16,-2 1 4 0,0 0-1 0,-1 0 1 0,0 0 3 0,-1 1-8 15,-1 0 0-15,-1 1 0 0,-2-1 2 0,-3 2-1 0,0 0 3 16,-2 1-6-16,1 1-7 0,0 0-3 0,0 1-2 0,0 1-6 0,0 1-4 15,0 1-14-15,1 0-28 0,1 2-21 0,1 0-24 0,0 0-18 16,2-1-14-16,2 2-17 0,1 0-16 0,3 1-9 0,0-1-2 0,1 2-3 16,4 0-8-16,0 1-15 0,4-1-214 0</inkml:trace>
  <inkml:trace contextRef="#ctx0" brushRef="#br0" timeOffset="5111">9590 7732 919 0,'-10'-16'533'0,"2"0"-484"0,-2-3-18 0,4 6 5 0,4 5 2 16,1 1-5-16,2 2-14 0,1 0-11 0,-1-1-8 0,2 2-6 15,1-1-4-15,0 1-4 0,2 0-1 0,0 1 0 0,0 0-5 0,1 0 3 16,1 1-2-16,0 1 2 0,2-1 1 0,0 1 0 0,0 0 6 0,1 0 0 15,-1 1 4-15,0 0 5 0,0 0-2 0,0 0 5 0,1 1-1 16,-1 0 1-16,2 1 2 0,-1 1-2 0,2-1 4 0,2 1-2 0,-1 1 3 16,2-1 5-16,1 2 0 0,3 0 7 0,1-1 2 0,3 0 3 0,1-1 10 15,1 0 2-15,3 0 2 0,0-1 3 0,3 1-1 0,0 0-2 16,3 1 6-16,0-1-7 0,2 0-3 0,1 1-1 0,0 0-8 0,4 0 0 16,-1 0 1-16,1 1-4 0,1 0 1 0,2-1 0 0,1 0-1 0,1 0-5 15,1 0-1-15,1 0-6 0,-1 1-1 0,0-2 0 0,0 1-2 16,1 0 0-16,1-1 1 0,-1 2 3 0,0-1 3 0,-1-1-4 0,-1 1 0 15,0-1-1-15,-1 0 0 0,1-1 9 0,-1 0 3 0,0-1 2 16,-1 0 1-16,-2-1 3 0,1 0 2 0,0-2 4 0,-1 1-2 0,1-1 2 16,1-1-7-16,-4 0 1 0,-1-1 0 0,0 1-4 0,-2 0-6 0,-1 0-6 15,-1-1-1-15,-2 1-2 0,-2 0 7 0,-2 1 1 0,-2 1-2 16,-2-2 1-16,-1 1 0 0,-3 1-2 0,-2-1 2 0,-1 1-1 0,-2 0 0 16,-3 1-6-16,0 0 0 0,-1 0-1 0,-2 0-1 0,-1 1 3 0,-1-1-1 15,-2 0-5-15,0 0 4 0,-2 1-2 0,0 0 0 0,-2 0 5 16,-1 1-7-16,0-1 1 0,-1 0-1 0,-1 0 1 0,0-1 1 0,0 1 5 15,-1 0-4-15,0-1 1 0,0 1 0 0,-1 1 0 0,0 0 3 16,0 0-7-16,-2 0 6 0,1-1-4 0,-2 1-4 0,0-1 5 16,0 1-3-16,1 0-1 0,-1-1-1 0,-1 1-1 0,0-1 2 0,0 1-4 0,-1 0-1 15,1-1 0-15,-2 1-8 0,1-1-4 0,0 0-3 0,-1 1-16 16,-1-1-13-16,-1 0-17 0,0 0-21 0,1 0-13 0,0 0-15 0,0-1-19 16,-1 1-21-16,-1 0-29 0,0-1-20 0,1 0-16 0,1-1-12 0,3 1-9 15,0-1-22-15,1 0 0 0,3-1-192 0</inkml:trace>
  <inkml:trace contextRef="#ctx0" brushRef="#br0" timeOffset="5945">15365 7589 2063 0,'-21'-6'24'0,"1"0"-41"16,-2 0-17-16,6 3-15 0,7 4-8 0,4 1-5 0,0 1-8 0,2 0-1 16,1 2-2-16,0 0 0 0,1 2-7 0,-1 0-10 0,0 0-8 0,0 3-1 15,1 0 10-15,-1 1 17 0,1 1 7 0,1 0 13 0,-1 1 10 16,2-1 12-16,0-1 19 0,0-1 5 0,2 0 5 0,-1-1 3 0,1 0 3 15,1 0 3-15,0-1 5 0,2 1 4 0,1-1 5 0,2 0 5 0,2-1 9 16,1-1 11-16,2 0 10 0,1 0 11 0,2-1 9 0,1-1 8 16,3 0 8-16,1-1 4 0,5 0 4 0,1-1-11 0,4 1-5 0,2 0-19 15,2 0-5-15,3 1 1 0,2 0-9 0,3 0-1 0,2 2-7 16,1 0-6-16,2 1-4 0,2 1-2 0,2 0-5 0,1 0-8 0,0 0 1 16,0 0-6-16,2-2 0 0,1 2 0 0,0-2-5 0,1 0 2 0,-1-1 1 15,0-1-6-15,1 0 1 0,-2-1-1 0,-1-1 0 0,0 1 5 16,-3-1-6-16,0-1 0 0,-2-1 0 0,0 0 2 0,-1 0 4 0,0-2 1 15,-2 0-2-15,-3-2 3 0,-1 0-2 0,1 1 4 0,-3 0-1 0,-1-1-4 16,-1 0 7-16,-4 0-5 0,0 0 2 0,-2 1 1 0,-1 0 0 16,-1 1 4-16,-2 0-8 0,-2 0 9 0,-1 0-6 0,-4 1-2 0,0 0 2 15,-2 0-6-15,-4 1 8 0,0-1-4 0,-2 1 2 0,-2-1-7 16,-1 1-2-16,-2 0 3 0,0-1 1 0,-2 2 0 0,0-2 1 0,-2 1-3 16,-1 0 4-16,-1 0-2 0,-1 1 0 0,0-1-3 0,-1 0 0 0,0 0-1 15,-1 0-2-15,0 0 2 0,0 1-2 0,0-1 1 0,0 1-2 16,-1-1 0-16,0 0-1 0,1 0-2 0,0 1 4 0,0-1-4 0,0 0-4 15,-1 1 1-15,0 0-2 0,0-1-4 0,-1 1-2 0,1 0-13 16,-2-1-21-16,1 1-22 0,-1-1-23 0,0 0-25 0,-1 0-17 0,-1 0-20 16,0 0-21-16,1-1-27 0,-1 0-22 0,2-1-23 0,1-1-24 0,1-1-8 15,1-1 13-15,3-2-99 0</inkml:trace>
  <inkml:trace contextRef="#ctx0" brushRef="#br0" timeOffset="6244.99">21387 7643 2062 0,'-4'-3'328'0,"3"0"-388"0,2 1-29 16,4 1 0-16,4 1 13 0,4 1 18 0,5 0 12 0,3-1 6 0,3-1-7 16,2 0-18-16,2-1-38 0,1 0-48 0,1-1-60 0,3 1-28 0,-1-2-13 15,0 0 18-15,-1-1 43 0,0-2 13 0,0 1-48 0</inkml:trace>
  <inkml:trace contextRef="#ctx0" brushRef="#br0" timeOffset="6997">22145 7581 434 0,'18'5'151'0,"2"0"-11"0,7 2-1 16,-1-2-1-16,-2 1-5 0,1 0-15 0,-1 0-14 0,1 0-9 0,-2 1-7 15,4 1-4-15,1 1-5 0,0 0-18 0,3 0-8 0,-1 1-16 0,3 0-11 16,1 1-4-16,1-1-9 0,2 0-2 0,3-1 3 0,0 0-4 16,2 0 1-16,2 0-3 0,2-1-4 0,2-1 0 0,0 1-4 0,0-2 2 15,0-2-2-15,2 1 0 0,0-1 3 0,3 0-5 0,-1-1 5 0,1 0 3 16,0-1-2-16,0-1 3 0,2-1-2 0,-1 0 0 0,0 0 0 15,2 0 5-15,-3 0 1 0,2 1 2 0,0-1-6 0,1 0 3 0,0 0-3 16,1 1-1-16,-1 0 7 0,2 0-6 0,-1 1 1 0,-2 0 0 16,1 0-1-16,-1 1 1 0,0-1 1 0,-1 0 3 0,0 1-2 0,-1 0 3 15,1-1-1-15,-2 0 2 0,0 1-2 0,2-1 0 0,-3 0-3 0,1-1 2 16,0 0 3-16,-3-1-1 0,1 0 1 0,0-1-1 0,0 0 1 16,-1-2 4-16,0 0-3 0,-2 0 0 0,0-2-1 0,-2 1-5 0,-1-2 4 15,-1 0-3-15,0-2 0 0,-3-1 7 0,-2-1-4 0,0 0-1 0,-2-2-1 16,1-1-2-16,-3 0 4 0,0-2 2 0,-4 1-1 0,0-2-1 15,-4 0 1-15,-2 0-12 0,-3 1 17 0,-1-1 1 0,-3-1-2 0,-2 0 14 16,-4-4-16-16,0 0 8 0,-3-1-1 0,-1-2-2 0,-1-1 0 16,-2-1-6-16,-2-3 0 0,-2-1-4 0,-1-3-1 0,-2-2 0 0,-1-2-3 15,-2-1-1-15,-2 1 1 0,-2-1-2 0,-4 0 2 0,-1-1-2 0,-3-3-7 16,-3 2 10-16,0 0 1 0,-4 0 1 0,-1 1 7 0,-3 1-17 16,-1 1-2-16,-3 1-1 0,-1-1-4 0,-5 0 5 0,-2-1-1 0,-2-1-2 15,-4 2 5-15,-2 1 0 0,-3 1 0 0,-1 2 1 0,-3-2-4 0,-1 3-7 16,-3 0 5-16,-2 2 2 0,-2 0-1 0,-1 3 8 0,-2 1-3 15,-2 2-4-15,1 2 3 0,-2 1 0 0,3 2-3 0,-1 2-6 0,-1 1-2 16,2 2-4-16,0 1 7 0,2 4 1 0,-1 0-1 0,0 2 1 16,1 1-3-16,1 2 4 0,1 2 3 0,2 2-4 0,0 2 5 0,1 1 1 15,2 1-4-15,2 2 3 0,0 1-6 0,1 1 1 0,0 0 3 0,1 2-1 16,0 0 3-16,1 1 0 0,-2 1 4 0,1 0 0 0,0 3-1 16,2 1-1-16,0 0-3 0,1 1 3 0,1 0 3 0,0 1-4 0,2 1 2 15,2 0-1-15,3 1-9 0,1 0 12 0,3 1-6 0,2 0 3 0,1 2 6 16,5 0-8-16,0 2 2 0,5-1-4 0,0 3-1 0,2 0-2 15,4 1-1-15,-1 1 6 0,1 1-1 0,4 0-2 0,0-1 2 0,3 0 0 16,1-3 3-16,3 0 0 0,-1-2 0 0,1 1 3 0,2-1 2 16,1-2 1-16,2 1 3 0,0-2-3 0,2 0 4 0,2-1-9 0,1-1 9 15,1 2 0-15,1-2-2 0,2 2 10 0,2-1-13 0,0 1-3 0,3-2 1 16,-1 1-3-16,2-1 0 0,1 0 0 0,0-2-2 0,2-1 2 16,-1 1-1-16,3-2 1 0,0 1 0 0,-1-1 0 0,-1-1 1 0,1 0-1 15,0 0 2-15,0-2-2 0,-1 0-2 0,-1-2 1 0,0-1-3 0,0-1 1 16,1 0 2-16,-2 0 2 0,0-1 1 0,1 0 1 0,-3 0-1 15,1 0-1-15,-1-1 1 0,-1 0 0 0,0-1-1 0,1 0 1 0,-2 0-4 16,0-1 6-16,0 1-3 0,-2-1 1 0,-1 0 3 0,1-1-4 16,0 1 1-16,-1-1-4 0,-1 0 2 0,0 0 0 0,-1-1-1 15,-1 0 1-15,1 0-3 0,-1-1-2 0,-1 1 0 0,0-1-4 0,0 0-9 0,-1 0-4 16,1-1-11-16,-1 1-6 0,0-1-7 0,0-1-13 0,0 1-5 16,0 0-15-16,0 0-16 0,0 0-16 0,-1-1-19 0,1 1-16 0,-1-1-16 15,0 0-15-15,0 0-18 0,-1 0-9 0,0 0-18 0,-1 1-8 0,-1 0 15 16,-3 1-182-16</inkml:trace>
  <inkml:trace contextRef="#ctx0" brushRef="#br0" timeOffset="11545.99">8739 8641 868 0,'-52'0'49'0,"-3"2"-44"0,-12-1 12 0,10 1 11 16,11 0 2-16,2-3-12 0,2 0-5 0,0-1-3 0,4-2-2 0,3-1 0 15,3-2-5-15,2-1-2 0,1-1 1 0,2 0-2 0,5-2-2 16,0-1 0-16,3-2-1 0,0-1 2 0,2-2-1 0,0 0 5 0,4-3-4 16,0-1-4-16,1 0 5 0,2-1-2 0,1-2 2 0,1 1 1 0,3-2 0 15,0-1-2-15,1 3 1 0,2-1 9 0,0 2-2 0,2-1 6 16,0 0 0-16,1-1-5 0,2-1 4 0,2-1-1 0,0-1-2 0,2 0 1 15,3-3 4-15,1 0 0 0,1 1 5 0,1-3 6 0,0 3 1 16,2 0-4-16,1 2 6 0,-1 3-1 0,0 3-3 0,2 1 9 0,1 1-4 16,1 1-1-16,0 1 3 0,2 0 0 0,2 2 0 0,1 1-4 15,2 0-5-15,0 2-7 0,3 0 3 0,2 2-1 0,3 2 3 0,1 2-1 16,2 1-4-16,1 2 1 0,1 2-7 0,4 2 2 0,1 1-3 0,3 1-7 16,1 1 3-16,3 2-4 0,2 0 3 0,-1 3-1 0,4 2 4 15,-1 1-3-15,1 4-5 0,0 1 3 0,-1 2-1 0,0 3-2 0,0 0 3 16,0 3-1-16,0 1 0 0,-1 4 1 0,-1 1-2 0,-1 5-3 0,0 1 3 15,-4 5-3-15,-1 2 1 0,-2 4 2 0,-4 4-2 0,-1 2 1 16,1 3 0-16,-3 2-1 0,-1 0 0 0,-5 2 4 0,-1 1-1 0,-6 1 3 16,0 1-1-16,-4 2-3 0,-2 0 2 0,-2 0-2 0,-2 0 1 0,-5 2 4 15,-1-2 0-15,-4 4 2 0,-2 0 3 0,-3-3-3 0,-2 1 2 16,-3-3 1-16,-2-3 1 0,-3-3 7 0,0-1 1 0,-3-5-2 16,-1-1 1-16,-2-3-5 0,-2-1 0 0,-3 0-7 0,-3 1-3 15,-2 0 3-15,-4-2-1 0,-3-2-2 0,-3-2 0 0,-2 1-4 0,-1-5 2 0,-3-2 0 16,-2-2 2-16,-4-4 6 0,-1-1 1 0,-4-3 2 0,0-2 2 0,0-3 1 15,-1-4-2-15,-1-1 1 0,-2-2-2 0,-1-2 1 0,-2-4 1 16,1-1 1-16,-3-2 6 0,1-3-2 0,-1-1 6 0,-1-2 3 0,2-2-1 16,1-1 3-16,1-1-7 0,0-2 0 0,2 0-2 0,2-3-2 0,1-3 0 15,2-1-3-15,0-4-5 0,2-1-4 0,3-5-3 0,2-3 0 16,0-2 2-16,4-5-4 0,3 0-2 0,1-3-1 0,4-2 5 0,1-1 5 16,4-3 7-16,2-1-2 0,4-1 1 0,1-1 1 0,3-2 2 0,3 1-4 15,1 0-2-15,2 2 3 0,1 1-3 0,2 3 3 0,2 2-14 16,1 3 7-16,3 5 4 0,-1 1-3 0,1 7 12 0,0 0-9 0,0 4-5 15,1 2 4-15,1 2-4 0,1 2 0 0,0 0-3 0,1 1-3 16,0 2-1-16,1 2 1 0,0-1-2 0,1 2 4 0,0 0-1 0,0 1-2 16,1 0-2-16,0 1-2 0,1 1 3 0,1 0 2 0,-1 0-3 15,1 1 0-15,0 0 0 0,0 1 1 0,1 1 2 0,-2-1-3 0,1 1 0 16,-1 0 2-16,1 0-1 0,0 1 1 0,1 0 1 0,-1 0 0 0,1 0 0 16,-2 0-4-16,1 0 4 0,1 0 0 0,-1 0 2 0,1 0-2 0,0-1-5 15,0 1-1-15,0 0-2 0,1 0-1 0,-1-1-3 0,2 1-2 16,-1-1-6-16,-1 1-3 0,2 0-6 0,1 0-8 0,1 0-6 0,1-1-9 15,1 0-13-15,0-1-12 0,1 0-13 0,1-1-13 0,2 0-27 16,0-1-37-16,4-2-44 0,2-1-61 0,1 0-38 0,5-4-276 0</inkml:trace>
  <inkml:trace contextRef="#ctx0" brushRef="#br0" timeOffset="12944.99">11657 8515 447 0,'-12'-11'124'0,"-1"0"-97"0,-1-2 3 0,6 3 7 15,3 3-2-15,1 0-4 0,2 1-2 0,2-1-5 0,2 0-8 16,1-2-6-16,2-1-4 0,1 0-4 0,1 0 2 0,2 0-4 0,1-1 0 16,1-1-1-16,2 0-1 0,1-1 3 0,1 1-1 0,1-3 0 0,0 1-2 15,1 0 3-15,0 2 1 0,2-2 1 0,1 0 1 0,-2-2-3 16,4 1 2-16,-1 0 2 0,1 0 4 0,2-1 6 0,0 1 6 0,4 2 5 16,-1-1 6-16,2 2 5 0,1 1 2 0,0 2-1 0,3 2-3 15,3 0-4-15,-1 2-4 0,2 0-5 0,0 3-2 0,0 1 2 0,2 1-6 16,1 1 0-16,1 2-1 0,-1 2-6 0,0 3 1 0,0 0-4 0,0 5 1 15,-1 2-1-15,0 3-4 0,-1 3-1 0,-2 6 0 0,0 3-4 16,-2 4-4-16,-2 4 0 0,-4 6 0 0,-2 3 3 0,-1 3 2 0,-1 4 4 16,-1 4-2-16,-2 1-2 0,-1 3 1 0,-3 1 1 0,-1 1-2 0,-2-2 1 15,-1-1-2-15,-1-2 0 0,-2-6 4 0,-1-4-3 0,-2-3 6 16,0-7 0-16,-2-2-2 0,-1-5 2 0,-1-5-4 0,-1-4 2 0,-1-3 0 16,-2-5 0-16,-2-1 4 0,-2-2-1 0,0-2-1 0,-3 0-1 0,-1-2-4 15,-5-1-4-15,-1 0-7 0,-4-2-1 0,0-1-5 0,-3-2 0 16,-2-2 7-16,-1-2 2 0,-2-2 2 0,1-1 1 0,-2-2-3 0,0-1-3 15,-3-2-1-15,-1 0-5 0,-1-2 1 0,1 0 1 0,0-1 1 16,0-2 2-16,-1 0-4 0,0-1 0 0,-1 2-4 0,3-3-4 0,0 0-4 16,2 2-4-16,1 1-6 0,2 2-15 0,2 2-17 0,3 1-24 0,4 2-27 15,1 2-24-15,4 3-178 0</inkml:trace>
  <inkml:trace contextRef="#ctx0" brushRef="#br0" timeOffset="34498.22">14426 5201 1493 0,'-9'-3'401'0,"-2"1"-366"0,-3 4-9 0,2 4-12 0,2 5-8 15,2 2-9-15,0 4-5 0,2 2-2 0,1 0-5 0,4 2 1 0,1 3 3 16,2-1 0-16,1 1-1 0,2 0 0 0,2-2-2 0,-2 2 7 0,3-1 6 15,-1 2 2-15,1 1 2 0,1-1 4 0,0 2 4 0,0 1 9 16,0 1 16-16,-1-1-9 0,0 2 5 0,1 0-7 0,1 1-9 0,-1 1 11 16,0 3-3-16,-1-1 5 0,-1 3-1 0,0 1 4 0,1 2-4 0,-1 3 0 15,0-1-4-15,0 0 0 0,1 1 6 0,0-1-2 0,2-1 16 16,3 0-2-16,1-4 6 0,2-2 12 0,0-2-6 0,2-5 2 0,3-3 1 16,2-3-12-16,4-5 1 0,4-3 2 0,3-3 1 0,3-5-2 0,2-3 2 15,2-5-9-15,5-3-4 0,3-5-1 0,6-4-7 0,2-2-4 16,3-4-1-16,2-3-14 0,2-3-6 0,2-3 6 0,2-2-2 0,1-4 5 15,2-1-1-15,0-3 5 0,1 1-3 0,0-1-5 0,0-2 3 16,1-1-11-16,1-2 2 0,-1-1 5 0,0 2 2 0,0 0-2 0,-1 1 2 16,1 0-7-16,-2 0-6 0,-1 2 13 0,0-2-3 0,-3 3-1 0,0 1 2 15,-3 1-7-15,-2 2-1 0,-2 0-7 0,-1 1 1 0,-3 0-7 16,-2 1-10-16,-3 0-4 0,-4 0-15 0,-1 3-6 0,-4-1-7 0,1 2-8 16,-4-2-15-16,-3 1-17 0,0-2-18 0,-3 1-20 0,0-1-14 15,-2 0-16-15,1-3-27 0,-3 0-43 0,2-2-44 0,-3 0-38 0,1-1-11 16,-2-1 10-16,1-2-153 0</inkml:trace>
  <inkml:trace contextRef="#ctx0" brushRef="#br0" timeOffset="35134.22">25641 6472 1322 0,'15'-17'840'15,"-1"-1"-692"-15,2-4-23 0,-4 6-3 0,-5 5-20 0,1 3-24 16,-2 2-17-16,0 1-28 0,-1 1-20 0,-2 3-13 0,1 1-7 0,-1 1 12 16,1 2-1-16,0 2 6 0,0 2 0 0,1 3-5 0,1 2-2 15,-3 1-6-15,2 2-1 0,0 0 3 0,0 2-1 0,1 0 2 0,0 0 5 16,2 0 2-16,0 1 1 0,2 1-3 0,0 1 4 0,2 2-8 0,1 1 3 16,2-1 2-16,1 1 5 0,1 0 0 0,2-1 8 0,-2 1-4 15,0 0 4-15,2 0 2 0,0 3-2 0,1-1 3 0,3 3-3 0,3 0 0 16,1 0-5-16,2-1-7 0,1 0 10 0,2-1-1 0,2 0 9 0,3-2 1 15,1-1-8-15,4-1 7 0,2-4-2 0,3-2 5 0,2-2-6 16,1-3-8-16,3-3-5 0,3-4-3 0,3-3 3 0,2-4-2 0,3-4 0 16,2-3 0-16,3-4 6 0,3-4 0 0,1-6-4 0,2-3 4 15,5-4-19-15,2-4 3 0,4-5 3 0,4-2 5 0,2-4 6 0,2-1 0 16,0-1-7-16,2 0-8 0,-2-2 0 0,0-2-7 0,-3 0-5 0,-2-2-10 16,-4 0-13-16,-3 1-15 0,-3 0-3 0,-5-1-10 0,-4 1-5 15,-4 1 1-15,-5-1-19 0,-7 1-9 0,-5 0-16 0,-8-1-21 0,-7 1-25 16,-8 0-27-16,-7 1-33 0,-10 0-57 0,-8 2-55 0,-7 2-54 0,-11 1-291 15</inkml:trace>
  <inkml:trace contextRef="#ctx0" brushRef="#br0" timeOffset="35847.22">9812 9580 2093 0,'-3'-10'138'0,"0"2"-101"0,-1 2-20 0,3 6-13 15,2 3-2-15,1 6-11 0,2 5-9 0,1 4-10 0,2 3-12 0,3 3-10 16,2 3-9-16,1 0-17 0,2 5-11 0,2 1-11 0,2 3-6 0,0-1 6 16,3 1 11-16,1 0 15 0,0-1 22 0,2 3 19 0,0-1 12 15,0 1 4-15,0 2 7 0,-1-1 11 0,0 1 7 0,-2 3 11 0,-2-1 9 16,0 1 8-16,-3 2 6 0,-1-1 8 0,1-1 8 0,-2-1 8 16,1-1 11-16,0-3 18 0,1-2 13 0,0-3 12 0,0-3 17 0,2-3 14 15,1-4 4-15,1-6-4 0,1-4-7 0,3-5-15 0,1-5-9 0,4-4-3 16,3-5 1-16,3-6-23 0,5-4-12 0,3-8-14 0,5-5-21 15,5-4-8-15,4-4-4 0,5-5-12 0,5-2-10 0,6-6-1 0,4-4-11 16,3-2-6-16,6-4-4 0,2-1-17 0,3-3 10 0,3-3-4 0,2 0-4 16,4-1-6-16,1 0-31 0,0-1-13 0,0 2-17 0,0 0-7 15,0 2-12-15,-2 4-6 0,-2-1-17 0,-3 4-12 0,-4 3-6 0,-3 3-23 16,-3 3-15-16,-4 3-17 0,0 2-21 0,-5 3-50 0,-2 2-67 16,-4 2-79-16,-6 4-232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5CE50-3F69-4C0D-9971-D2497CEF575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3A960-5E0E-4CFE-86F9-67BFFA89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9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6E7F62-3735-4FAD-A35E-92907A5962A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7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BE2D-F019-9EC7-CB9A-614B18B22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1E38C-13EF-6998-1A38-28955B76D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99DC-CE8E-2CCD-5DFB-38BD8930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6280D-054F-954C-583F-1E53EFDA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D798D-4602-772D-F1E1-F3231934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6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A171A-804F-5264-98D1-CFDB5C84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6C3B9-8520-4CC7-A412-3D03B22D8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E7F0-49A8-188F-9482-061DF1B7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C372B-D66C-3DC0-70E9-EAB63D81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DEAD2-7408-045A-ECE8-B3AD54C1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C2AD-B153-B680-E706-13DC99A5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8970B-EECB-D1F2-1BDA-A61615043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2D2B6-C5A6-6E49-A442-7BA341D32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6328F-AB1D-FAA3-7CEC-0AE706BD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A603E-0EA6-6B7F-505A-6ADB8D43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6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ABDE-68F2-6542-765A-CDA2A796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6B03-AEB6-A0BD-C8D4-2B748EE9E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2A964-F3D5-589D-1A91-4A3502DB0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29603-3855-CA24-A38D-6A175909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D6E2E-E2E8-336C-1C90-0EE41BD70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70C8A-10DB-4D89-94D4-A34E29CF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9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31FF-9BDB-08D2-D599-EC707BB3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22898-F75F-D8EE-FF33-F183EF817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FCEAF-7E66-2860-5FEA-24AE9FB79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80283-2F41-BA00-3AF0-9E6223DAC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748EF-49D7-D2B6-7E4A-D24917F45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1BDE6-422E-E50B-5288-651A82038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EE722-B9D1-1F1B-3D08-F6F9D32B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1B65D-6BC6-8034-BFB6-58EE1AC5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FE10-93D6-9407-F5F0-AEB54B63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566B6-B772-182C-25F6-C9484216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1FD6F-2013-3347-64A6-5E4EBC6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CCCC7-E31B-A8D4-D1B9-E5664E1F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8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260BC-AAA8-7714-D633-5EED8AFF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504F5-EB98-0F69-54D1-F4DCA187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9538F-CCC7-6EAF-5DDE-B7D6B16D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5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614C-6001-82C0-B25F-2E97852D4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8DF56-4DFF-514F-FBE1-0A411082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89D7C-A465-CBD3-8A35-9A9818D57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E9E82-093A-1AB7-C092-5298D7B3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9069D-4BCC-0CBF-BDDE-B9D096F0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0A1AE-3D8C-E4AA-FFA8-EBA31CD4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66BB-1F18-88BD-1EAC-E34C30CE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26F82-3F50-8500-26B4-3568C608A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46A2C-63E9-9383-E83C-144E549E5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5DE36-8083-895A-7711-FD39A401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0F176-0F33-8E7A-DDC1-BEE6C3A1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78C35-628A-C69C-164A-E462D6EC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2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994F-EC9E-A23F-F694-435D5F26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55227-A359-84F4-A2EA-D7DC9AF87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9816F-CB06-CDEF-52B9-C7AFA2C6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24C70-C099-2077-68B8-F77D23A2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21DCE-3E93-96BF-EEB0-5FBF2B3E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7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650E31-C5B4-990A-3623-38892DBF3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7B79-780A-9D3A-6508-1745FD8C5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48B99-011C-1487-ACF5-1335964F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FA2AF-6F17-E95B-E221-7F405BED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9D3A9-EBF6-8461-4B57-9FC8CEF3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69843-7A01-284B-92DA-475FB63CE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BED88-FD60-DC0E-3F46-29F3AB772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10636-4A83-F19E-B274-2714D8A99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93991-26A1-4872-85CA-57CFF5D648E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E494C-F1EC-78EA-A9DF-BB320DE91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CAEE8-DCC7-EF0C-F21A-6ECADA6D0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BA8BB-7EBD-4F80-A015-6A6C230AE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3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8" Type="http://schemas.openxmlformats.org/officeDocument/2006/relationships/customXml" Target="../ink/ink4.xml"/><Relationship Id="rId17" Type="http://schemas.openxmlformats.org/officeDocument/2006/relationships/image" Target="../media/image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1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00C3-689D-8835-F4DC-35112969F5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A486E-64CA-FF7F-3DB3-20BAD6FB0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5540"/>
            <a:ext cx="9144000" cy="812260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19662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06BA-A15A-4074-EDF1-67F2617F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6618-C605-0172-BDE8-6EB334A3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Project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ketligi</a:t>
            </a:r>
            <a:endParaRPr lang="en-US" dirty="0"/>
          </a:p>
          <a:p>
            <a:r>
              <a:rPr lang="en-US" dirty="0"/>
              <a:t>Data Preprocessing</a:t>
            </a:r>
          </a:p>
          <a:p>
            <a:r>
              <a:rPr lang="en-US" dirty="0"/>
              <a:t>Library(</a:t>
            </a:r>
            <a:r>
              <a:rPr lang="en-US" dirty="0" err="1"/>
              <a:t>Kutubxona</a:t>
            </a:r>
            <a:r>
              <a:rPr lang="en-US" dirty="0"/>
              <a:t>)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Conditions(</a:t>
            </a:r>
            <a:r>
              <a:rPr lang="en-US" dirty="0" err="1"/>
              <a:t>davomi</a:t>
            </a:r>
            <a:r>
              <a:rPr lang="en-US" dirty="0"/>
              <a:t>)</a:t>
            </a:r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37575B-8158-54BA-248C-042B8939F0E8}"/>
                  </a:ext>
                </a:extLst>
              </p14:cNvPr>
              <p14:cNvContentPartPr/>
              <p14:nvPr/>
            </p14:nvContentPartPr>
            <p14:xfrm>
              <a:off x="1110240" y="1512720"/>
              <a:ext cx="3752640" cy="4491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37575B-8158-54BA-248C-042B8939F0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0880" y="1503360"/>
                <a:ext cx="3771360" cy="451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835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D549-3884-481A-AB93-40BC4E0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155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EBAD-EEB0-284E-1169-B9BB67A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576-BF91-9C58-491E-8B2504D3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917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4EBF-B318-2DA3-018E-8663B51C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EE962-97C2-453F-76AC-9D0D16F4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Savol </a:t>
            </a:r>
            <a:r>
              <a:rPr lang="en-US" sz="2800" dirty="0" err="1"/>
              <a:t>javob</a:t>
            </a:r>
            <a:endParaRPr lang="en-US" sz="2800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ML model </a:t>
            </a:r>
            <a:r>
              <a:rPr lang="en-US" dirty="0" err="1"/>
              <a:t>yaratish</a:t>
            </a:r>
            <a:endParaRPr lang="en-US" dirty="0"/>
          </a:p>
          <a:p>
            <a:r>
              <a:rPr lang="en-US" dirty="0"/>
              <a:t>Kaggle/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Conditions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900842-0ACD-2824-E4D9-A0C4BB61186D}"/>
                  </a:ext>
                </a:extLst>
              </p14:cNvPr>
              <p14:cNvContentPartPr/>
              <p14:nvPr/>
            </p14:nvContentPartPr>
            <p14:xfrm>
              <a:off x="7173720" y="5177880"/>
              <a:ext cx="6840" cy="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900842-0ACD-2824-E4D9-A0C4BB6118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4360" y="5168520"/>
                <a:ext cx="2556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319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446E-CD42-8022-7F68-ECB8E0C7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2BBC-5A83-E37C-7D49-AA526956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Project </a:t>
            </a:r>
            <a:r>
              <a:rPr lang="en-US" b="1" dirty="0" err="1"/>
              <a:t>ketma</a:t>
            </a:r>
            <a:r>
              <a:rPr lang="en-US" b="1" dirty="0"/>
              <a:t> </a:t>
            </a:r>
            <a:r>
              <a:rPr lang="en-US" b="1" dirty="0" err="1"/>
              <a:t>ketligi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850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2D26-47DC-FE2E-83DC-4F53B7ED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Ml</a:t>
            </a:r>
            <a:r>
              <a:rPr lang="en-US" dirty="0"/>
              <a:t> project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ketligi</a:t>
            </a:r>
            <a:r>
              <a:rPr lang="en-US" dirty="0"/>
              <a:t>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E5E0-608B-38EB-66B7-819D2AB99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Data Collection(</a:t>
            </a:r>
            <a:r>
              <a:rPr lang="en-US" b="1" dirty="0" err="1"/>
              <a:t>Malumot</a:t>
            </a:r>
            <a:r>
              <a:rPr lang="en-US" b="1" dirty="0"/>
              <a:t> </a:t>
            </a:r>
            <a:r>
              <a:rPr lang="en-US" b="1" dirty="0" err="1"/>
              <a:t>to’plash</a:t>
            </a:r>
            <a:r>
              <a:rPr lang="en-US" b="1" dirty="0"/>
              <a:t>)</a:t>
            </a:r>
          </a:p>
          <a:p>
            <a:pPr lvl="1"/>
            <a:r>
              <a:rPr lang="en-US" dirty="0" err="1"/>
              <a:t>So’rovnoma</a:t>
            </a:r>
            <a:endParaRPr lang="en-US" dirty="0"/>
          </a:p>
          <a:p>
            <a:pPr lvl="1"/>
            <a:r>
              <a:rPr lang="en-US" dirty="0"/>
              <a:t>Web </a:t>
            </a:r>
            <a:r>
              <a:rPr lang="en-US" dirty="0" err="1"/>
              <a:t>sitelardan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(web scraping)</a:t>
            </a:r>
          </a:p>
          <a:p>
            <a:pPr lvl="1"/>
            <a:r>
              <a:rPr lang="en-US" b="1" dirty="0" err="1"/>
              <a:t>Tayyor</a:t>
            </a:r>
            <a:r>
              <a:rPr lang="en-US" b="1" dirty="0"/>
              <a:t> </a:t>
            </a:r>
            <a:r>
              <a:rPr lang="en-US" b="1" dirty="0" err="1"/>
              <a:t>datasetni</a:t>
            </a:r>
            <a:r>
              <a:rPr lang="en-US" b="1" dirty="0"/>
              <a:t> </a:t>
            </a:r>
            <a:r>
              <a:rPr lang="en-US" b="1" dirty="0" err="1"/>
              <a:t>topish</a:t>
            </a:r>
            <a:r>
              <a:rPr lang="en-US" b="1" dirty="0"/>
              <a:t>(</a:t>
            </a:r>
            <a:r>
              <a:rPr lang="en-US" b="1" dirty="0" err="1"/>
              <a:t>github,Kaggle</a:t>
            </a:r>
            <a:r>
              <a:rPr lang="en-US" b="1" dirty="0"/>
              <a:t>)</a:t>
            </a:r>
          </a:p>
          <a:p>
            <a:pPr lvl="1"/>
            <a:r>
              <a:rPr lang="en-US" dirty="0" err="1"/>
              <a:t>Mijoz</a:t>
            </a:r>
            <a:endParaRPr lang="en-US" dirty="0"/>
          </a:p>
          <a:p>
            <a:r>
              <a:rPr lang="en-US" b="1" dirty="0"/>
              <a:t>Data bn </a:t>
            </a:r>
            <a:r>
              <a:rPr lang="en-US" b="1" dirty="0" err="1"/>
              <a:t>tanishuv</a:t>
            </a:r>
            <a:endParaRPr lang="en-US" b="1" dirty="0"/>
          </a:p>
          <a:p>
            <a:pPr lvl="1"/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joyga</a:t>
            </a:r>
            <a:r>
              <a:rPr lang="en-US" dirty="0"/>
              <a:t> </a:t>
            </a:r>
            <a:r>
              <a:rPr lang="en-US" dirty="0" err="1"/>
              <a:t>qo’yish</a:t>
            </a:r>
            <a:r>
              <a:rPr lang="en-US" dirty="0"/>
              <a:t>(</a:t>
            </a:r>
            <a:r>
              <a:rPr lang="en-US" dirty="0" err="1"/>
              <a:t>yonma</a:t>
            </a:r>
            <a:r>
              <a:rPr lang="en-US" dirty="0"/>
              <a:t>-yon)</a:t>
            </a:r>
          </a:p>
          <a:p>
            <a:pPr lvl="1"/>
            <a:r>
              <a:rPr lang="en-US" dirty="0"/>
              <a:t>Pandas install</a:t>
            </a:r>
          </a:p>
          <a:p>
            <a:pPr lvl="1"/>
            <a:r>
              <a:rPr lang="en-US" dirty="0"/>
              <a:t>Pandas import</a:t>
            </a:r>
          </a:p>
          <a:p>
            <a:pPr lvl="1"/>
            <a:r>
              <a:rPr lang="en-US" dirty="0" err="1"/>
              <a:t>Datani</a:t>
            </a:r>
            <a:r>
              <a:rPr lang="en-US" dirty="0"/>
              <a:t> </a:t>
            </a:r>
            <a:r>
              <a:rPr lang="en-US" dirty="0" err="1"/>
              <a:t>o’ng</a:t>
            </a:r>
            <a:r>
              <a:rPr lang="en-US" dirty="0"/>
              <a:t> </a:t>
            </a:r>
            <a:r>
              <a:rPr lang="en-US" dirty="0" err="1"/>
              <a:t>tomonfga</a:t>
            </a:r>
            <a:r>
              <a:rPr lang="en-US" dirty="0"/>
              <a:t> </a:t>
            </a:r>
            <a:r>
              <a:rPr lang="en-US" dirty="0" err="1"/>
              <a:t>olish</a:t>
            </a:r>
            <a:endParaRPr lang="en-US" dirty="0"/>
          </a:p>
          <a:p>
            <a:pPr lvl="1"/>
            <a:r>
              <a:rPr lang="en-US" dirty="0"/>
              <a:t>head/tail</a:t>
            </a:r>
          </a:p>
          <a:p>
            <a:pPr lvl="1"/>
            <a:r>
              <a:rPr lang="en-US" dirty="0"/>
              <a:t>Input/output</a:t>
            </a:r>
          </a:p>
          <a:p>
            <a:pPr lvl="1"/>
            <a:r>
              <a:rPr lang="en-US" dirty="0" err="1"/>
              <a:t>Keraksiz</a:t>
            </a:r>
            <a:r>
              <a:rPr lang="en-US" dirty="0"/>
              <a:t> </a:t>
            </a:r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tashlab</a:t>
            </a:r>
            <a:r>
              <a:rPr lang="en-US" dirty="0"/>
              <a:t> </a:t>
            </a:r>
            <a:r>
              <a:rPr lang="en-US" dirty="0" err="1"/>
              <a:t>yuborish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172B502-1632-91B2-388D-7F407CEDD5B3}"/>
                  </a:ext>
                </a:extLst>
              </p14:cNvPr>
              <p14:cNvContentPartPr/>
              <p14:nvPr/>
            </p14:nvContentPartPr>
            <p14:xfrm>
              <a:off x="1593084" y="5595365"/>
              <a:ext cx="60480" cy="345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172B502-1632-91B2-388D-7F407CEDD5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86964" y="5589245"/>
                <a:ext cx="727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F8954A-CFB6-C5BC-DD0C-C4D4C25505E0}"/>
                  </a:ext>
                </a:extLst>
              </p14:cNvPr>
              <p14:cNvContentPartPr/>
              <p14:nvPr/>
            </p14:nvContentPartPr>
            <p14:xfrm>
              <a:off x="1022760" y="1313280"/>
              <a:ext cx="11037960" cy="4851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F8954A-CFB6-C5BC-DD0C-C4D4C25505E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3400" y="1303920"/>
                <a:ext cx="11056680" cy="48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80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0D68-95BF-7841-D84C-3F79B25C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BA80-5318-491D-63C8-FFC097FE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Ml</a:t>
            </a:r>
            <a:r>
              <a:rPr lang="en-US" dirty="0"/>
              <a:t> project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ketligi</a:t>
            </a:r>
            <a:r>
              <a:rPr lang="en-US" dirty="0"/>
              <a:t>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891B5-D049-FD44-AD86-CE6EF23E5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Preprocessing(</a:t>
            </a:r>
            <a:r>
              <a:rPr lang="en-US" b="1" dirty="0" err="1"/>
              <a:t>Malumot</a:t>
            </a:r>
            <a:r>
              <a:rPr lang="en-US" b="1" dirty="0"/>
              <a:t> </a:t>
            </a:r>
            <a:r>
              <a:rPr lang="en-US" b="1" dirty="0" err="1"/>
              <a:t>tayyorlash</a:t>
            </a:r>
            <a:r>
              <a:rPr lang="en-US" b="1" dirty="0"/>
              <a:t>)</a:t>
            </a:r>
          </a:p>
          <a:p>
            <a:r>
              <a:rPr lang="en-US" b="1" dirty="0"/>
              <a:t>Model selection(Model </a:t>
            </a:r>
            <a:r>
              <a:rPr lang="en-US" b="1" dirty="0" err="1"/>
              <a:t>tanlash</a:t>
            </a:r>
            <a:r>
              <a:rPr lang="en-US" b="1" dirty="0"/>
              <a:t>)</a:t>
            </a:r>
          </a:p>
          <a:p>
            <a:r>
              <a:rPr lang="en-US" b="1" dirty="0"/>
              <a:t>Model training(</a:t>
            </a:r>
            <a:r>
              <a:rPr lang="en-US" b="1" dirty="0" err="1"/>
              <a:t>datani</a:t>
            </a:r>
            <a:r>
              <a:rPr lang="en-US" b="1" dirty="0"/>
              <a:t> </a:t>
            </a:r>
            <a:r>
              <a:rPr lang="en-US" b="1" dirty="0" err="1"/>
              <a:t>o’qitish</a:t>
            </a:r>
            <a:r>
              <a:rPr lang="en-US" b="1" dirty="0"/>
              <a:t>) ---70%</a:t>
            </a:r>
          </a:p>
          <a:p>
            <a:r>
              <a:rPr lang="en-US" b="1" dirty="0"/>
              <a:t>Model prediction(</a:t>
            </a:r>
            <a:r>
              <a:rPr lang="en-US" b="1" dirty="0" err="1"/>
              <a:t>bashorat</a:t>
            </a:r>
            <a:r>
              <a:rPr lang="en-US" b="1" dirty="0"/>
              <a:t> </a:t>
            </a:r>
            <a:r>
              <a:rPr lang="en-US" b="1" dirty="0" err="1"/>
              <a:t>qilish</a:t>
            </a:r>
            <a:r>
              <a:rPr lang="en-US" b="1" dirty="0"/>
              <a:t>)</a:t>
            </a:r>
          </a:p>
          <a:p>
            <a:r>
              <a:rPr lang="en-US" b="1" dirty="0"/>
              <a:t>Model evaluation(</a:t>
            </a:r>
            <a:r>
              <a:rPr lang="en-US" b="1" dirty="0" err="1"/>
              <a:t>Baxolash</a:t>
            </a:r>
            <a:r>
              <a:rPr lang="en-US" b="1" dirty="0"/>
              <a:t>)---15%</a:t>
            </a:r>
          </a:p>
          <a:p>
            <a:r>
              <a:rPr lang="en-US" b="1" dirty="0"/>
              <a:t>Model testing(test </a:t>
            </a:r>
            <a:r>
              <a:rPr lang="en-US" b="1" dirty="0" err="1"/>
              <a:t>qilish</a:t>
            </a:r>
            <a:r>
              <a:rPr lang="en-US" b="1" dirty="0"/>
              <a:t>)—15%</a:t>
            </a:r>
          </a:p>
          <a:p>
            <a:r>
              <a:rPr lang="en-US" dirty="0"/>
              <a:t>Model deployment</a:t>
            </a:r>
          </a:p>
          <a:p>
            <a:r>
              <a:rPr lang="en-US" dirty="0"/>
              <a:t>Model maintaining/Monitoring</a:t>
            </a:r>
          </a:p>
          <a:p>
            <a:endParaRPr lang="en-US" b="1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F78E0B-CA97-E9B2-7F21-59F368104E74}"/>
                  </a:ext>
                </a:extLst>
              </p14:cNvPr>
              <p14:cNvContentPartPr/>
              <p14:nvPr/>
            </p14:nvContentPartPr>
            <p14:xfrm>
              <a:off x="815400" y="1574640"/>
              <a:ext cx="6981480" cy="4662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F78E0B-CA97-E9B2-7F21-59F368104E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6040" y="1565280"/>
                <a:ext cx="7000200" cy="46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79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C352-9391-9F67-27D2-515893171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4446-64B8-B41A-4AE1-67DE7E8E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018323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0596-6EED-A3FF-0BC0-B007EA3F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C7B51-0D57-CC26-038C-927D5388C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Tushirib</a:t>
            </a:r>
            <a:r>
              <a:rPr lang="en-US" dirty="0"/>
              <a:t> </a:t>
            </a:r>
            <a:r>
              <a:rPr lang="en-US" dirty="0" err="1"/>
              <a:t>qoldirilgan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to’ldirish</a:t>
            </a:r>
            <a:endParaRPr lang="en-US" dirty="0"/>
          </a:p>
          <a:p>
            <a:pPr lvl="1"/>
            <a:r>
              <a:rPr lang="en-US" b="1" dirty="0"/>
              <a:t>Mean(</a:t>
            </a:r>
            <a:r>
              <a:rPr lang="en-US" b="1" dirty="0" err="1"/>
              <a:t>o’rta</a:t>
            </a:r>
            <a:r>
              <a:rPr lang="en-US" b="1" dirty="0"/>
              <a:t> </a:t>
            </a:r>
            <a:r>
              <a:rPr lang="en-US" b="1" dirty="0" err="1"/>
              <a:t>arifmeik</a:t>
            </a:r>
            <a:r>
              <a:rPr lang="en-US" b="1" dirty="0"/>
              <a:t> </a:t>
            </a:r>
            <a:r>
              <a:rPr lang="en-US" b="1" dirty="0" err="1"/>
              <a:t>qiymat</a:t>
            </a:r>
            <a:r>
              <a:rPr lang="en-US" b="1" dirty="0"/>
              <a:t> bn </a:t>
            </a:r>
            <a:r>
              <a:rPr lang="en-US" b="1" dirty="0" err="1"/>
              <a:t>to’ldiring</a:t>
            </a:r>
            <a:r>
              <a:rPr lang="en-US" b="1" dirty="0"/>
              <a:t>)(</a:t>
            </a:r>
            <a:r>
              <a:rPr lang="en-US" b="1" dirty="0" err="1"/>
              <a:t>raqamli</a:t>
            </a:r>
            <a:r>
              <a:rPr lang="en-US" b="1" dirty="0"/>
              <a:t> </a:t>
            </a:r>
            <a:r>
              <a:rPr lang="en-US" b="1" dirty="0" err="1"/>
              <a:t>ustunlar</a:t>
            </a:r>
            <a:r>
              <a:rPr lang="en-US" b="1" dirty="0"/>
              <a:t> u-n)</a:t>
            </a:r>
          </a:p>
          <a:p>
            <a:pPr lvl="1"/>
            <a:r>
              <a:rPr lang="en-US" b="1" dirty="0"/>
              <a:t>Mode(‘</a:t>
            </a:r>
            <a:r>
              <a:rPr lang="en-US" b="1" dirty="0" err="1"/>
              <a:t>eng</a:t>
            </a:r>
            <a:r>
              <a:rPr lang="en-US" b="1" dirty="0"/>
              <a:t> </a:t>
            </a:r>
            <a:r>
              <a:rPr lang="en-US" b="1" dirty="0" err="1"/>
              <a:t>ko’p</a:t>
            </a:r>
            <a:r>
              <a:rPr lang="en-US" b="1" dirty="0"/>
              <a:t> </a:t>
            </a:r>
            <a:r>
              <a:rPr lang="en-US" b="1" dirty="0" err="1"/>
              <a:t>takrorlangan</a:t>
            </a:r>
            <a:r>
              <a:rPr lang="en-US" b="1" dirty="0"/>
              <a:t> element bn </a:t>
            </a:r>
            <a:r>
              <a:rPr lang="en-US" b="1" dirty="0" err="1"/>
              <a:t>to’ldirish</a:t>
            </a:r>
            <a:r>
              <a:rPr lang="en-US" b="1" dirty="0"/>
              <a:t>)(</a:t>
            </a:r>
            <a:r>
              <a:rPr lang="en-US" b="1" dirty="0" err="1"/>
              <a:t>ikkalasi</a:t>
            </a:r>
            <a:r>
              <a:rPr lang="en-US" b="1" dirty="0"/>
              <a:t> </a:t>
            </a:r>
            <a:r>
              <a:rPr lang="en-US" b="1" dirty="0" err="1"/>
              <a:t>xam</a:t>
            </a:r>
            <a:r>
              <a:rPr lang="en-US" b="1" dirty="0"/>
              <a:t>)</a:t>
            </a:r>
          </a:p>
          <a:p>
            <a:pPr lvl="1"/>
            <a:r>
              <a:rPr lang="en-US" b="1" dirty="0"/>
              <a:t>Median(‘</a:t>
            </a:r>
            <a:r>
              <a:rPr lang="en-US" b="1" dirty="0" err="1"/>
              <a:t>eng</a:t>
            </a:r>
            <a:r>
              <a:rPr lang="en-US" b="1" dirty="0"/>
              <a:t> </a:t>
            </a:r>
            <a:r>
              <a:rPr lang="en-US" b="1" dirty="0" err="1"/>
              <a:t>o’rtasidagi</a:t>
            </a:r>
            <a:r>
              <a:rPr lang="en-US" b="1" dirty="0"/>
              <a:t> element bn </a:t>
            </a:r>
            <a:r>
              <a:rPr lang="en-US" b="1" dirty="0" err="1"/>
              <a:t>toldirish</a:t>
            </a:r>
            <a:r>
              <a:rPr lang="en-US" b="1" dirty="0"/>
              <a:t>)(</a:t>
            </a:r>
            <a:r>
              <a:rPr lang="en-US" b="1" dirty="0" err="1"/>
              <a:t>raqamli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Fixed </a:t>
            </a:r>
            <a:r>
              <a:rPr lang="en-US" dirty="0" err="1"/>
              <a:t>qiymat</a:t>
            </a:r>
            <a:r>
              <a:rPr lang="en-US" dirty="0"/>
              <a:t> bn (</a:t>
            </a:r>
            <a:r>
              <a:rPr lang="en-US" dirty="0" err="1"/>
              <a:t>O’zimiz</a:t>
            </a:r>
            <a:r>
              <a:rPr lang="en-US" dirty="0"/>
              <a:t> </a:t>
            </a:r>
            <a:r>
              <a:rPr lang="en-US" dirty="0" err="1"/>
              <a:t>xoxlagan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bn </a:t>
            </a:r>
            <a:r>
              <a:rPr lang="en-US" dirty="0" err="1"/>
              <a:t>toldirish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Tashlab</a:t>
            </a:r>
            <a:r>
              <a:rPr lang="en-US" dirty="0"/>
              <a:t> </a:t>
            </a:r>
            <a:r>
              <a:rPr lang="en-US" dirty="0" err="1"/>
              <a:t>yuborish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4F50AB-C188-467E-0997-C691D0946E28}"/>
                  </a:ext>
                </a:extLst>
              </p14:cNvPr>
              <p14:cNvContentPartPr/>
              <p14:nvPr/>
            </p14:nvContentPartPr>
            <p14:xfrm>
              <a:off x="1064520" y="1118520"/>
              <a:ext cx="7961760" cy="3306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4F50AB-C188-467E-0997-C691D0946E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5160" y="1109160"/>
                <a:ext cx="7980480" cy="332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247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0FA3-16ED-26CB-2B52-96478E98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ED74-D50B-FF17-152F-1DA7D4D0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5315-9EA0-F2F6-7579-E529625B5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637467-482A-B53A-B10D-4DC7EB42EF20}"/>
                  </a:ext>
                </a:extLst>
              </p14:cNvPr>
              <p14:cNvContentPartPr/>
              <p14:nvPr/>
            </p14:nvContentPartPr>
            <p14:xfrm>
              <a:off x="1680120" y="791640"/>
              <a:ext cx="9973440" cy="4815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637467-482A-B53A-B10D-4DC7EB42EF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0760" y="782280"/>
                <a:ext cx="9992160" cy="483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828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BFBA-7112-2432-F484-605A7E8E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79ED-3BAC-6F3B-9E24-DED1018E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7F468-BDDF-BD55-BD71-196D5A1CD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3C4042-8EB7-E24D-A97B-19831832E8F8}"/>
                  </a:ext>
                </a:extLst>
              </p14:cNvPr>
              <p14:cNvContentPartPr/>
              <p14:nvPr/>
            </p14:nvContentPartPr>
            <p14:xfrm>
              <a:off x="1298160" y="578520"/>
              <a:ext cx="9248400" cy="575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3C4042-8EB7-E24D-A97B-19831832E8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8800" y="569160"/>
                <a:ext cx="9267120" cy="577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844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C8BF-C15D-1682-B657-23F440BE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CA89-24E9-64C1-E721-043C5285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1CF4-4EBF-7B82-CDBF-B41862F34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7C0B6C-56AF-5E9B-6BFE-A34C0AA803D5}"/>
                  </a:ext>
                </a:extLst>
              </p14:cNvPr>
              <p14:cNvContentPartPr/>
              <p14:nvPr/>
            </p14:nvContentPartPr>
            <p14:xfrm>
              <a:off x="6285240" y="1006920"/>
              <a:ext cx="4250520" cy="381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7C0B6C-56AF-5E9B-6BFE-A34C0AA803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5880" y="997560"/>
                <a:ext cx="4269240" cy="38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1309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B87E-6A17-4C7A-34D8-ECC9DCAC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C46F-38B0-FBCF-510B-147F318C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A2C0A-A91F-E364-EB9C-5C0493922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</a:t>
            </a:r>
          </a:p>
        </p:txBody>
      </p:sp>
    </p:spTree>
    <p:extLst>
      <p:ext uri="{BB962C8B-B14F-4D97-AF65-F5344CB8AC3E}">
        <p14:creationId xmlns:p14="http://schemas.microsoft.com/office/powerpoint/2010/main" val="225102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16B8-66E3-0819-2735-47959986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3BE3-3976-694D-5621-983DFA072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3E92E-127D-C134-6E91-D31B83F0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47EE4A-4834-E27F-D886-EC57E7D7E7B9}"/>
                  </a:ext>
                </a:extLst>
              </p14:cNvPr>
              <p14:cNvContentPartPr/>
              <p14:nvPr/>
            </p14:nvContentPartPr>
            <p14:xfrm>
              <a:off x="2089440" y="1219320"/>
              <a:ext cx="3499560" cy="2112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47EE4A-4834-E27F-D886-EC57E7D7E7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0080" y="1209960"/>
                <a:ext cx="3518280" cy="21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315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3356-4FB7-08DB-C2F2-4A4D6131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10F5-B987-7847-31F0-066E4F22C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Library(</a:t>
            </a:r>
            <a:r>
              <a:rPr lang="en-US" b="1" dirty="0" err="1"/>
              <a:t>Kutubxona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840CB8-E53D-72C9-96B8-D453294BBFFA}"/>
                  </a:ext>
                </a:extLst>
              </p14:cNvPr>
              <p14:cNvContentPartPr/>
              <p14:nvPr/>
            </p14:nvContentPartPr>
            <p14:xfrm>
              <a:off x="3823200" y="3100680"/>
              <a:ext cx="1802880" cy="99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840CB8-E53D-72C9-96B8-D453294BBF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3840" y="3091320"/>
                <a:ext cx="1821600" cy="10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7655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55E9-1995-1FCA-3A99-314B53CC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C5E9-998E-AB8A-EE15-919C5DA1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7505"/>
          </a:xfrm>
        </p:spPr>
        <p:txBody>
          <a:bodyPr/>
          <a:lstStyle/>
          <a:p>
            <a:pPr algn="ctr"/>
            <a:r>
              <a:rPr lang="en-US" b="1" dirty="0" err="1"/>
              <a:t>Kutubxonalar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7096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8FFE-D212-1B49-95A2-A4B78927A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Kutubxonalar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DCF6D-E328-D4B7-D45C-58BC388AC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 err="1"/>
              <a:t>Kutubxonalar</a:t>
            </a:r>
            <a:r>
              <a:rPr lang="en-US" sz="3200" b="1" dirty="0"/>
              <a:t>:</a:t>
            </a:r>
          </a:p>
          <a:p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Pandas</a:t>
            </a:r>
          </a:p>
          <a:p>
            <a:r>
              <a:rPr lang="en-US" dirty="0"/>
              <a:t>Matplotlib</a:t>
            </a:r>
          </a:p>
          <a:p>
            <a:r>
              <a:rPr lang="en-US" dirty="0"/>
              <a:t>Seaborn(documentation)</a:t>
            </a:r>
          </a:p>
          <a:p>
            <a:r>
              <a:rPr lang="en-US" dirty="0"/>
              <a:t>Scikit-learn</a:t>
            </a:r>
          </a:p>
          <a:p>
            <a:r>
              <a:rPr lang="en-US" dirty="0" err="1"/>
              <a:t>Kutubxonalar</a:t>
            </a:r>
            <a:r>
              <a:rPr lang="en-US" dirty="0"/>
              <a:t>(doc)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4ED7DA-2BC0-A07E-8995-8427CCCA2684}"/>
                  </a:ext>
                </a:extLst>
              </p14:cNvPr>
              <p14:cNvContentPartPr/>
              <p14:nvPr/>
            </p14:nvContentPartPr>
            <p14:xfrm>
              <a:off x="1013400" y="2054520"/>
              <a:ext cx="5933520" cy="3374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4ED7DA-2BC0-A07E-8995-8427CCCA26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4040" y="2045160"/>
                <a:ext cx="5952240" cy="339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48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C007D-2476-22AF-9896-1DF524BC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C523-1B8C-C7D2-9D52-43283BC1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7505"/>
          </a:xfrm>
        </p:spPr>
        <p:txBody>
          <a:bodyPr/>
          <a:lstStyle/>
          <a:p>
            <a:pPr algn="ctr"/>
            <a:r>
              <a:rPr lang="en-US" b="1" dirty="0"/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3491217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8FFE-D212-1B49-95A2-A4B78927A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DCF6D-E328-D4B7-D45C-58BC388AC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kirgazish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Malumotlar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tanishish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o’zgartirish</a:t>
            </a:r>
            <a:r>
              <a:rPr lang="en-US" dirty="0"/>
              <a:t>, </a:t>
            </a:r>
            <a:r>
              <a:rPr lang="en-US" dirty="0" err="1"/>
              <a:t>tozalash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taxlil</a:t>
            </a:r>
            <a:r>
              <a:rPr lang="en-US" dirty="0"/>
              <a:t> </a:t>
            </a:r>
            <a:r>
              <a:rPr lang="en-US" dirty="0" err="1"/>
              <a:t>qilish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794E86-F6E2-24F0-596E-D2E62EFC3F83}"/>
                  </a:ext>
                </a:extLst>
              </p14:cNvPr>
              <p14:cNvContentPartPr/>
              <p14:nvPr/>
            </p14:nvContentPartPr>
            <p14:xfrm>
              <a:off x="351360" y="1535040"/>
              <a:ext cx="2603160" cy="259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794E86-F6E2-24F0-596E-D2E62EFC3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000" y="1525680"/>
                <a:ext cx="2621880" cy="261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1848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01D33-7647-2796-62F4-8D27D3A7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2CC0D-C24F-527D-83A5-4F88AD0A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7505"/>
          </a:xfrm>
        </p:spPr>
        <p:txBody>
          <a:bodyPr/>
          <a:lstStyle/>
          <a:p>
            <a:pPr algn="ctr"/>
            <a:r>
              <a:rPr lang="en-US" b="1" dirty="0" err="1"/>
              <a:t>Numpy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0224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F71AC-DB6C-A496-FFE0-5D7B96EA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00ED-EB80-2F54-7CEF-28499DD0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AEA5D-7F40-0B04-A36F-F79F25B4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matematik</a:t>
            </a:r>
            <a:r>
              <a:rPr lang="en-US" dirty="0"/>
              <a:t> </a:t>
            </a:r>
            <a:r>
              <a:rPr lang="en-US" dirty="0" err="1"/>
              <a:t>boshqaruv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Matematik</a:t>
            </a:r>
            <a:r>
              <a:rPr lang="en-US" dirty="0"/>
              <a:t> </a:t>
            </a:r>
            <a:r>
              <a:rPr lang="en-US" dirty="0" err="1"/>
              <a:t>taxlil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xisob</a:t>
            </a:r>
            <a:r>
              <a:rPr lang="en-US" dirty="0"/>
              <a:t> </a:t>
            </a:r>
            <a:r>
              <a:rPr lang="en-US" dirty="0" err="1"/>
              <a:t>kitoblar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2854A9-0508-C775-CA15-DEBFA6EE54D8}"/>
                  </a:ext>
                </a:extLst>
              </p14:cNvPr>
              <p14:cNvContentPartPr/>
              <p14:nvPr/>
            </p14:nvContentPartPr>
            <p14:xfrm>
              <a:off x="1355760" y="1690920"/>
              <a:ext cx="3268800" cy="114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2854A9-0508-C775-CA15-DEBFA6EE54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6400" y="1681560"/>
                <a:ext cx="3287520" cy="11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85A5F5-AC9D-36AC-7A10-32D35D628F0F}"/>
                  </a:ext>
                </a:extLst>
              </p14:cNvPr>
              <p14:cNvContentPartPr/>
              <p14:nvPr/>
            </p14:nvContentPartPr>
            <p14:xfrm>
              <a:off x="3623040" y="1536480"/>
              <a:ext cx="3327480" cy="143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85A5F5-AC9D-36AC-7A10-32D35D628F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3680" y="1527120"/>
                <a:ext cx="3346200" cy="145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201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D408-4FD8-17FF-B8A7-34BF6DA8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237A-B895-6935-B287-008D5980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7505"/>
          </a:xfrm>
        </p:spPr>
        <p:txBody>
          <a:bodyPr/>
          <a:lstStyle/>
          <a:p>
            <a:pPr algn="ctr"/>
            <a:r>
              <a:rPr lang="en-US" b="1" dirty="0"/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1161380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BB0B-EEB1-14DD-F014-63DAE42F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DB29-F57B-BC9B-B7DA-65FA709EF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C78B1-D397-9D30-F329-41329F547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Grafiklar</a:t>
            </a:r>
            <a:endParaRPr lang="en-US" dirty="0"/>
          </a:p>
          <a:p>
            <a:r>
              <a:rPr lang="en-US" dirty="0" err="1"/>
              <a:t>Dizaynlar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364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20472-CBE1-59FF-F935-43F88E32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EFAC-FC03-D9B2-F113-14D12A65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7505"/>
          </a:xfrm>
        </p:spPr>
        <p:txBody>
          <a:bodyPr/>
          <a:lstStyle/>
          <a:p>
            <a:pPr algn="ctr"/>
            <a:r>
              <a:rPr lang="en-US" b="1" dirty="0"/>
              <a:t>Seaborn</a:t>
            </a:r>
          </a:p>
        </p:txBody>
      </p:sp>
    </p:spTree>
    <p:extLst>
      <p:ext uri="{BB962C8B-B14F-4D97-AF65-F5344CB8AC3E}">
        <p14:creationId xmlns:p14="http://schemas.microsoft.com/office/powerpoint/2010/main" val="421212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92DBD-BE7E-6D20-6DFC-9F06F422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6074-EEBA-ECCD-6BD2-A369A832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5B90-095D-BEC7-B68A-86EF4F16C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yo’llar</a:t>
            </a:r>
            <a:r>
              <a:rPr lang="en-US" dirty="0"/>
              <a:t> bn </a:t>
            </a:r>
            <a:r>
              <a:rPr lang="en-US" dirty="0" err="1"/>
              <a:t>ko’rsatish</a:t>
            </a:r>
            <a:r>
              <a:rPr lang="en-US" dirty="0"/>
              <a:t>(visual </a:t>
            </a:r>
            <a:r>
              <a:rPr lang="en-US" dirty="0" err="1"/>
              <a:t>korinishda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8233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5E907-F170-45EE-07EE-E5C341C5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5366-DD02-E25E-4C89-3E291512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7505"/>
          </a:xfrm>
        </p:spPr>
        <p:txBody>
          <a:bodyPr/>
          <a:lstStyle/>
          <a:p>
            <a:pPr algn="ctr"/>
            <a:r>
              <a:rPr lang="en-US" b="1" dirty="0"/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3527484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B990C-891A-34A1-602E-7A500B998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827C-E410-CD14-2C78-B8665927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4A9DC-D460-5FC1-5BAE-DFCB0A41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Ml</a:t>
            </a:r>
            <a:r>
              <a:rPr lang="en-US" dirty="0"/>
              <a:t> </a:t>
            </a:r>
            <a:r>
              <a:rPr lang="en-US" dirty="0" err="1"/>
              <a:t>o’qitish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Ml</a:t>
            </a:r>
            <a:r>
              <a:rPr lang="en-US" dirty="0"/>
              <a:t> project </a:t>
            </a:r>
            <a:r>
              <a:rPr lang="en-US" dirty="0" err="1"/>
              <a:t>bosqichlarini</a:t>
            </a:r>
            <a:r>
              <a:rPr lang="en-US" dirty="0"/>
              <a:t> </a:t>
            </a:r>
            <a:r>
              <a:rPr lang="en-US" dirty="0" err="1"/>
              <a:t>bajarish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54685F-45DF-ECAD-F17C-3E29F2DE5F2C}"/>
                  </a:ext>
                </a:extLst>
              </p14:cNvPr>
              <p14:cNvContentPartPr/>
              <p14:nvPr/>
            </p14:nvContentPartPr>
            <p14:xfrm>
              <a:off x="657360" y="405720"/>
              <a:ext cx="5337000" cy="3045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54685F-45DF-ECAD-F17C-3E29F2DE5F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000" y="396360"/>
                <a:ext cx="5355720" cy="30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73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6B55D-6363-874D-B9C2-39184A82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FC4A-1005-0A45-29C8-FF4D9597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7505"/>
          </a:xfrm>
        </p:spPr>
        <p:txBody>
          <a:bodyPr/>
          <a:lstStyle/>
          <a:p>
            <a:pPr algn="ctr"/>
            <a:r>
              <a:rPr lang="en-US" b="1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580415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DEAD-49D7-474E-1498-AA2A1B2C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C336-4AF6-3F2E-6CBB-1D621E0F9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617DF-A0F4-37C1-1D8E-AD0B6FCED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Data:</a:t>
            </a:r>
          </a:p>
          <a:p>
            <a:pPr marL="457200" lvl="1" indent="0">
              <a:buNone/>
            </a:pPr>
            <a:r>
              <a:rPr lang="en-US" dirty="0"/>
              <a:t>Structured</a:t>
            </a:r>
          </a:p>
          <a:p>
            <a:pPr marL="457200" lvl="1" indent="0">
              <a:buNone/>
            </a:pPr>
            <a:r>
              <a:rPr lang="en-US" dirty="0" err="1"/>
              <a:t>To’liq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Katta</a:t>
            </a:r>
          </a:p>
          <a:p>
            <a:pPr marL="457200" lvl="1" indent="0">
              <a:buNone/>
            </a:pPr>
            <a:r>
              <a:rPr lang="en-US" dirty="0" err="1"/>
              <a:t>Soxaga</a:t>
            </a:r>
            <a:r>
              <a:rPr lang="en-US" dirty="0"/>
              <a:t> </a:t>
            </a:r>
            <a:r>
              <a:rPr lang="en-US" dirty="0" err="1"/>
              <a:t>aloqador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Ishonchli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339055-2934-CD62-23AA-3B02B930EA91}"/>
                  </a:ext>
                </a:extLst>
              </p14:cNvPr>
              <p14:cNvContentPartPr/>
              <p14:nvPr/>
            </p14:nvContentPartPr>
            <p14:xfrm>
              <a:off x="1054800" y="1503720"/>
              <a:ext cx="5427720" cy="289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339055-2934-CD62-23AA-3B02B930EA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5440" y="1494360"/>
                <a:ext cx="5446440" cy="29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0854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AC2D-CFA1-B4CB-546F-0F0233AC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6654-C7D6-B01E-CAA6-5A5B07AB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5BB8E-1E44-BB51-CEE8-706F4A87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Project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ketligi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Preprocessing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Missing </a:t>
            </a:r>
            <a:r>
              <a:rPr lang="en-US" dirty="0" err="1"/>
              <a:t>qiymatlarni</a:t>
            </a:r>
            <a:r>
              <a:rPr lang="en-US" dirty="0"/>
              <a:t> 5ta </a:t>
            </a:r>
            <a:r>
              <a:rPr lang="en-US" dirty="0" err="1"/>
              <a:t>usulda</a:t>
            </a:r>
            <a:r>
              <a:rPr lang="en-US" dirty="0"/>
              <a:t> </a:t>
            </a:r>
            <a:r>
              <a:rPr lang="en-US" dirty="0" err="1"/>
              <a:t>to’ldirish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Library(</a:t>
            </a:r>
            <a:r>
              <a:rPr lang="en-US" dirty="0" err="1"/>
              <a:t>Kutubxona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4B701E-4A58-5AA0-DE2F-57036D5EACF3}"/>
                  </a:ext>
                </a:extLst>
              </p14:cNvPr>
              <p14:cNvContentPartPr/>
              <p14:nvPr/>
            </p14:nvContentPartPr>
            <p14:xfrm>
              <a:off x="1164960" y="1479240"/>
              <a:ext cx="6512760" cy="3218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4B701E-4A58-5AA0-DE2F-57036D5EAC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600" y="1469880"/>
                <a:ext cx="6531480" cy="323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010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9F9B1-AED4-4D2D-43E8-E39A0CA7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C42E-379F-AE47-9A50-B5558579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FE27-BCA2-A51D-C8B6-696FDF814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Data Types+ </a:t>
            </a:r>
            <a:r>
              <a:rPr lang="en-US" dirty="0" err="1"/>
              <a:t>Operations+Conditionsga</a:t>
            </a:r>
            <a:r>
              <a:rPr lang="en-US" dirty="0"/>
              <a:t> problem solving</a:t>
            </a:r>
          </a:p>
          <a:p>
            <a:r>
              <a:rPr lang="en-US" dirty="0"/>
              <a:t>Yangi data toping </a:t>
            </a:r>
            <a:r>
              <a:rPr lang="en-US" dirty="0" err="1"/>
              <a:t>va</a:t>
            </a:r>
            <a:r>
              <a:rPr lang="en-US" dirty="0"/>
              <a:t> 5 ta </a:t>
            </a:r>
            <a:r>
              <a:rPr lang="en-US" dirty="0" err="1"/>
              <a:t>usulda</a:t>
            </a:r>
            <a:r>
              <a:rPr lang="en-US" dirty="0"/>
              <a:t> </a:t>
            </a:r>
            <a:r>
              <a:rPr lang="en-US" dirty="0" err="1"/>
              <a:t>tushirib</a:t>
            </a:r>
            <a:r>
              <a:rPr lang="en-US" dirty="0"/>
              <a:t> </a:t>
            </a:r>
            <a:r>
              <a:rPr lang="en-US" dirty="0" err="1"/>
              <a:t>qoldirilgan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CDDF484-AB31-C3D3-F0D5-A629E085A309}"/>
                  </a:ext>
                </a:extLst>
              </p14:cNvPr>
              <p14:cNvContentPartPr/>
              <p14:nvPr/>
            </p14:nvContentPartPr>
            <p14:xfrm>
              <a:off x="1140120" y="1650240"/>
              <a:ext cx="9300600" cy="2218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CDDF484-AB31-C3D3-F0D5-A629E085A3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0760" y="1640880"/>
                <a:ext cx="9319320" cy="223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736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</TotalTime>
  <Words>352</Words>
  <Application>Microsoft Office PowerPoint</Application>
  <PresentationFormat>Widescreen</PresentationFormat>
  <Paragraphs>117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4-dars</vt:lpstr>
      <vt:lpstr>Bugun</vt:lpstr>
      <vt:lpstr>Savol javob</vt:lpstr>
      <vt:lpstr>Takrorlash</vt:lpstr>
      <vt:lpstr>Takrorlash</vt:lpstr>
      <vt:lpstr>Project ketma ketligi</vt:lpstr>
      <vt:lpstr>Ml project ketma ketligi(1)</vt:lpstr>
      <vt:lpstr>Ml project ketma ketligi(2)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Library(Kutubxona)</vt:lpstr>
      <vt:lpstr>Kutubxonalar</vt:lpstr>
      <vt:lpstr>Kutubxonalar</vt:lpstr>
      <vt:lpstr>Pandas</vt:lpstr>
      <vt:lpstr>Pandas</vt:lpstr>
      <vt:lpstr>Numpy</vt:lpstr>
      <vt:lpstr>Numpy</vt:lpstr>
      <vt:lpstr>Matplotlib</vt:lpstr>
      <vt:lpstr>Matplotlib</vt:lpstr>
      <vt:lpstr>Seaborn</vt:lpstr>
      <vt:lpstr>Seaborn</vt:lpstr>
      <vt:lpstr>Scikit-learn</vt:lpstr>
      <vt:lpstr>Scikit-learn</vt:lpstr>
      <vt:lpstr>Data</vt:lpstr>
      <vt:lpstr>Data</vt:lpstr>
      <vt:lpstr>Nimalar o’rgandik?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6</cp:revision>
  <dcterms:created xsi:type="dcterms:W3CDTF">2025-04-10T10:29:40Z</dcterms:created>
  <dcterms:modified xsi:type="dcterms:W3CDTF">2025-12-12T11:42:59Z</dcterms:modified>
</cp:coreProperties>
</file>