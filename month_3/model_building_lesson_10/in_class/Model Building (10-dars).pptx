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86" r:id="rId6"/>
    <p:sldId id="285" r:id="rId7"/>
    <p:sldId id="287" r:id="rId8"/>
    <p:sldId id="288" r:id="rId9"/>
    <p:sldId id="289" r:id="rId10"/>
    <p:sldId id="290" r:id="rId11"/>
    <p:sldId id="291" r:id="rId12"/>
    <p:sldId id="293" r:id="rId13"/>
    <p:sldId id="294" r:id="rId14"/>
    <p:sldId id="295" r:id="rId15"/>
    <p:sldId id="296" r:id="rId16"/>
    <p:sldId id="297" r:id="rId17"/>
    <p:sldId id="298" r:id="rId18"/>
    <p:sldId id="299" r:id="rId19"/>
    <p:sldId id="300" r:id="rId20"/>
    <p:sldId id="301" r:id="rId21"/>
    <p:sldId id="302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9" d="100"/>
          <a:sy n="79" d="100"/>
        </p:scale>
        <p:origin x="85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B8F8F0-4221-CCC1-1BA3-20F6BEFF5F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A0EC00E-9B7B-7586-D540-D2CDC7F1253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4B201B-C552-4919-BCF0-6113587070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736336-D1A9-43EF-84D3-7DDA46003E40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348541-4DE6-305B-844F-7F66878CCE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4BAD73-CC0E-5251-A730-19F34BC26C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1BA504-7A99-4A16-B182-740FE8EA0B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3488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2F50DD-D4AD-B164-B284-9D0F4C51EE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A7DEB5-E420-84F4-58F5-37A35E3065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FF1C44-06B8-4FEF-EBFB-96627CEE49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736336-D1A9-43EF-84D3-7DDA46003E40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B6F1AE-02D4-0292-515A-A488F4708B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2F8197-C2ED-5E25-1BB2-53541AAFF9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1BA504-7A99-4A16-B182-740FE8EA0B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49941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B0828-8E86-5D11-98DE-8D5B198B56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79228B4-81C3-DE1C-2667-5D4B6EDA2F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0B95BF-5130-F009-B1CC-BB9163484B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736336-D1A9-43EF-84D3-7DDA46003E40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7D66E7-DC06-8860-325A-BF08D08C92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31F132-E8AA-9D5C-A421-6745BEDEF6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1BA504-7A99-4A16-B182-740FE8EA0B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71789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1E1B7F-846D-1ACC-680E-C65E8B60BB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A7A74A-D67F-F83A-6E29-E2CCF1C4EF4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7759000-7135-52DD-D96A-0F77739242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829A468-3B93-B143-CCC5-E14D390207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736336-D1A9-43EF-84D3-7DDA46003E40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D26BE5C-A736-9F56-167B-E6CBAF3A54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58E19D-83DD-162A-7A8C-65470A1EE8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1BA504-7A99-4A16-B182-740FE8EA0B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55528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97B17F-A729-31BE-39DF-9FA436BEA3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A3C166-D258-67E7-BBAF-7EE57B6B02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4F81A9C-1278-605F-86D1-2DAF021126E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5F10ABB-BB2D-D414-E251-A20A6336509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6BDF400-BFE5-704B-2786-23009706E02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B7F93FF-A82B-E343-15A0-B59D50938F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736336-D1A9-43EF-84D3-7DDA46003E40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AAE6C72-4239-96E0-2D19-6AA56578E7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FD58D26-C0DA-CE99-3666-E3B5C8E6C3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1BA504-7A99-4A16-B182-740FE8EA0B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90018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49A95E-FECE-88ED-0A28-A6BB71FBE8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0100C7A-7384-ED3A-D387-66296C02F6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736336-D1A9-43EF-84D3-7DDA46003E40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42CB238-1180-5393-A141-8C5A530890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71042DB-8AC7-4277-82A8-D3B810B49B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1BA504-7A99-4A16-B182-740FE8EA0B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26857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EB9BCC6-6D52-9852-9556-D94A39A972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736336-D1A9-43EF-84D3-7DDA46003E40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B1020EA-E49D-D931-E87E-74D20FB3EC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FDB7C2-9346-29C0-21F9-91874107CA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1BA504-7A99-4A16-B182-740FE8EA0B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61554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826A43-803C-23DE-9403-B73455F3BE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D0A4F6-3E6F-C60C-C08E-FBFA37B68A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860A595-F89A-6B92-07ED-D4199C7776B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87B7507-3852-B875-6C42-74C585EB63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736336-D1A9-43EF-84D3-7DDA46003E40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77B23AE-EA0C-A2D6-204D-D6A36DD69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13BD71B-D88E-B5E0-FA6F-1CB300393E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1BA504-7A99-4A16-B182-740FE8EA0B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74526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2E885F-8DD5-2495-EA38-2F2C25FC44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9447BBE-8122-675F-19F7-27F32DE7FD4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5505266-22A0-C6C3-715A-80407D3D1EB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43CB447-4824-C3EF-0D51-3B7AE02870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736336-D1A9-43EF-84D3-7DDA46003E40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172EC66-C0BB-121A-58A9-063BE7F0C9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13E7BB6-46F0-BF33-5BAC-4E1570046D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1BA504-7A99-4A16-B182-740FE8EA0B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29743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54FA69-7113-D829-8366-8E1FC1DEC0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7946619-7362-99BE-8DAA-CD0479FB839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6AFF72-2396-421C-4500-BB96F6817A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736336-D1A9-43EF-84D3-7DDA46003E40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2F68BE-8980-930E-296F-E71F0F85A6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C9D58D-D76C-01C6-5E66-B37BA9493F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1BA504-7A99-4A16-B182-740FE8EA0B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5471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D539973-8613-9835-BC80-7424352BFCD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5D66C1C-8E41-F813-B89B-A3D1B6CBC5F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78A985-AF2F-57C4-C9DE-7D4B0CF58E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736336-D1A9-43EF-84D3-7DDA46003E40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E3B5F6-0F6B-0F84-59C4-5027FAE705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87173C-69B6-52E3-561D-C57C1A30F5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1BA504-7A99-4A16-B182-740FE8EA0B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61095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2FF2776-92B5-6C18-E3E3-158238B991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E8EB1B-E2FF-FE78-95B0-033DDFFD60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400FE2-8F7A-F257-0369-5D6DA3EAB4B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736336-D1A9-43EF-84D3-7DDA46003E40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561B5D-A8F9-4D2F-0610-EE3053B972D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A66538-DE14-7DEC-3802-16AD012AC57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71BA504-7A99-4A16-B182-740FE8EA0B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67363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951494-0B6D-D271-4430-5A32668BF5A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Model Building (10-dars)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4F12C44-8505-62A2-CA45-B1BEBE3C19E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464996"/>
            <a:ext cx="9144000" cy="792804"/>
          </a:xfrm>
        </p:spPr>
        <p:txBody>
          <a:bodyPr/>
          <a:lstStyle/>
          <a:p>
            <a:r>
              <a:rPr lang="en-US" dirty="0"/>
              <a:t>Davronbek Malikov</a:t>
            </a:r>
          </a:p>
        </p:txBody>
      </p:sp>
    </p:spTree>
    <p:extLst>
      <p:ext uri="{BB962C8B-B14F-4D97-AF65-F5344CB8AC3E}">
        <p14:creationId xmlns:p14="http://schemas.microsoft.com/office/powerpoint/2010/main" val="5927585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A6961E-36D0-8634-4718-5ADBEC80C2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Bugun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6CEE5C-6101-4751-767A-D7BA11CAB1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Savol </a:t>
            </a:r>
            <a:r>
              <a:rPr lang="en-US" dirty="0" err="1"/>
              <a:t>javob</a:t>
            </a:r>
            <a:endParaRPr lang="en-US" dirty="0"/>
          </a:p>
          <a:p>
            <a:r>
              <a:rPr lang="en-US" dirty="0"/>
              <a:t>Model Improvement  review?</a:t>
            </a:r>
          </a:p>
          <a:p>
            <a:r>
              <a:rPr lang="en-US" dirty="0"/>
              <a:t>Feature Selection </a:t>
            </a:r>
            <a:r>
              <a:rPr lang="en-US" dirty="0" err="1"/>
              <a:t>va</a:t>
            </a:r>
            <a:r>
              <a:rPr lang="en-US" dirty="0"/>
              <a:t> </a:t>
            </a:r>
            <a:r>
              <a:rPr lang="en-US" dirty="0" err="1"/>
              <a:t>uning</a:t>
            </a:r>
            <a:r>
              <a:rPr lang="en-US" dirty="0"/>
              <a:t> </a:t>
            </a:r>
            <a:r>
              <a:rPr lang="en-US" dirty="0" err="1"/>
              <a:t>turlari</a:t>
            </a:r>
            <a:endParaRPr lang="en-US" dirty="0"/>
          </a:p>
          <a:p>
            <a:r>
              <a:rPr lang="en-US" dirty="0" err="1"/>
              <a:t>Amaliy</a:t>
            </a:r>
            <a:r>
              <a:rPr lang="en-US" dirty="0"/>
              <a:t> </a:t>
            </a:r>
            <a:r>
              <a:rPr lang="en-US" dirty="0" err="1"/>
              <a:t>xar</a:t>
            </a:r>
            <a:r>
              <a:rPr lang="en-US" dirty="0"/>
              <a:t> </a:t>
            </a:r>
            <a:r>
              <a:rPr lang="en-US" dirty="0" err="1"/>
              <a:t>biri</a:t>
            </a:r>
            <a:r>
              <a:rPr lang="en-US" dirty="0"/>
              <a:t> </a:t>
            </a:r>
            <a:r>
              <a:rPr lang="en-US" dirty="0" err="1"/>
              <a:t>bo’yicha</a:t>
            </a:r>
            <a:endParaRPr lang="en-US" dirty="0"/>
          </a:p>
          <a:p>
            <a:r>
              <a:rPr lang="en-US" dirty="0" err="1"/>
              <a:t>Vazifa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77532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FF24CB-404F-9FCD-F13C-55A3C0D188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385871"/>
          </a:xfrm>
        </p:spPr>
        <p:txBody>
          <a:bodyPr/>
          <a:lstStyle/>
          <a:p>
            <a:pPr algn="ctr"/>
            <a:r>
              <a:rPr lang="en-US" b="1" dirty="0" err="1"/>
              <a:t>Takrorlash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9381572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B63141-3E99-D04D-50CF-BA068199C5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C60842-E63A-C8A9-C6C6-717DFE3709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Takrorlash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B9A085-9E53-0BFE-130D-8857521D3E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Savol </a:t>
            </a:r>
            <a:r>
              <a:rPr lang="en-US" dirty="0" err="1"/>
              <a:t>javob</a:t>
            </a:r>
            <a:endParaRPr lang="en-US" dirty="0"/>
          </a:p>
          <a:p>
            <a:r>
              <a:rPr lang="en-US" dirty="0"/>
              <a:t>Model Improvement </a:t>
            </a:r>
            <a:r>
              <a:rPr lang="en-US" dirty="0" err="1"/>
              <a:t>nima</a:t>
            </a:r>
            <a:r>
              <a:rPr lang="en-US" dirty="0"/>
              <a:t>?</a:t>
            </a:r>
          </a:p>
          <a:p>
            <a:r>
              <a:rPr lang="en-US" dirty="0"/>
              <a:t>Model </a:t>
            </a:r>
            <a:r>
              <a:rPr lang="en-US" dirty="0" err="1"/>
              <a:t>Imrovement</a:t>
            </a:r>
            <a:r>
              <a:rPr lang="en-US" dirty="0"/>
              <a:t> </a:t>
            </a:r>
            <a:r>
              <a:rPr lang="en-US" dirty="0" err="1"/>
              <a:t>yo’llari</a:t>
            </a:r>
            <a:endParaRPr lang="en-US" dirty="0"/>
          </a:p>
          <a:p>
            <a:r>
              <a:rPr lang="en-US" dirty="0"/>
              <a:t>Transform features</a:t>
            </a:r>
          </a:p>
          <a:p>
            <a:r>
              <a:rPr lang="en-US" dirty="0" err="1"/>
              <a:t>Vazifa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44237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670A4B-7A4A-07E4-30C4-0146ECE3E5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0F5050-EB84-DC07-EA40-4F7E282162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385871"/>
          </a:xfrm>
        </p:spPr>
        <p:txBody>
          <a:bodyPr/>
          <a:lstStyle/>
          <a:p>
            <a:pPr algn="ctr"/>
            <a:r>
              <a:rPr lang="en-US" b="1" dirty="0"/>
              <a:t>Model Improvement review</a:t>
            </a:r>
          </a:p>
        </p:txBody>
      </p:sp>
    </p:spTree>
    <p:extLst>
      <p:ext uri="{BB962C8B-B14F-4D97-AF65-F5344CB8AC3E}">
        <p14:creationId xmlns:p14="http://schemas.microsoft.com/office/powerpoint/2010/main" val="10798490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3E9A0D-38C9-9D6C-9EF7-513C9B2081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 </a:t>
            </a:r>
            <a:r>
              <a:rPr lang="en-US" dirty="0" err="1"/>
              <a:t>Imrovement</a:t>
            </a:r>
            <a:r>
              <a:rPr lang="en-US" dirty="0"/>
              <a:t> </a:t>
            </a:r>
            <a:r>
              <a:rPr lang="en-US" dirty="0" err="1"/>
              <a:t>yo’llari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BA6684-BB56-29CC-E9E3-E39BC0334F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Data Quality and </a:t>
            </a:r>
            <a:r>
              <a:rPr lang="en-US" dirty="0" err="1"/>
              <a:t>Quantaty</a:t>
            </a:r>
            <a:endParaRPr lang="en-US" dirty="0"/>
          </a:p>
          <a:p>
            <a:pPr lvl="1"/>
            <a:r>
              <a:rPr lang="en-US" dirty="0" err="1"/>
              <a:t>Ko’proq</a:t>
            </a:r>
            <a:r>
              <a:rPr lang="en-US" dirty="0"/>
              <a:t> dataset collection</a:t>
            </a:r>
          </a:p>
          <a:p>
            <a:pPr lvl="1"/>
            <a:r>
              <a:rPr lang="en-US" dirty="0" err="1"/>
              <a:t>Datasetni</a:t>
            </a:r>
            <a:r>
              <a:rPr lang="en-US" dirty="0"/>
              <a:t> </a:t>
            </a:r>
            <a:r>
              <a:rPr lang="en-US" dirty="0" err="1"/>
              <a:t>tozalang</a:t>
            </a: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Feature Engineering</a:t>
            </a:r>
          </a:p>
          <a:p>
            <a:pPr lvl="1"/>
            <a:r>
              <a:rPr lang="en-US" dirty="0"/>
              <a:t>Yangi </a:t>
            </a:r>
            <a:r>
              <a:rPr lang="en-US" dirty="0" err="1"/>
              <a:t>Featurelar</a:t>
            </a:r>
            <a:r>
              <a:rPr lang="en-US" dirty="0"/>
              <a:t> </a:t>
            </a:r>
            <a:r>
              <a:rPr lang="en-US" dirty="0" err="1"/>
              <a:t>yarating</a:t>
            </a:r>
            <a:endParaRPr lang="en-US" dirty="0"/>
          </a:p>
          <a:p>
            <a:pPr lvl="1"/>
            <a:r>
              <a:rPr lang="en-US" dirty="0"/>
              <a:t>Transform features</a:t>
            </a:r>
          </a:p>
          <a:p>
            <a:pPr lvl="1"/>
            <a:r>
              <a:rPr lang="en-US" dirty="0"/>
              <a:t>Domain knowledge</a:t>
            </a:r>
          </a:p>
          <a:p>
            <a:pPr lvl="1"/>
            <a:r>
              <a:rPr lang="en-US" dirty="0"/>
              <a:t>Feature Selection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Scaling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Turli </a:t>
            </a:r>
            <a:r>
              <a:rPr lang="en-US" dirty="0" err="1"/>
              <a:t>xil</a:t>
            </a:r>
            <a:r>
              <a:rPr lang="en-US" dirty="0"/>
              <a:t> </a:t>
            </a:r>
            <a:r>
              <a:rPr lang="en-US" dirty="0" err="1"/>
              <a:t>algorithmlar</a:t>
            </a:r>
            <a:r>
              <a:rPr lang="en-US" dirty="0"/>
              <a:t> bn </a:t>
            </a:r>
            <a:r>
              <a:rPr lang="en-US" dirty="0" err="1"/>
              <a:t>tekshiri</a:t>
            </a:r>
            <a:endParaRPr lang="en-US" dirty="0"/>
          </a:p>
          <a:p>
            <a:pPr lvl="1"/>
            <a:r>
              <a:rPr lang="en-US" dirty="0"/>
              <a:t>Bazi </a:t>
            </a:r>
            <a:r>
              <a:rPr lang="en-US" dirty="0" err="1"/>
              <a:t>xollarda</a:t>
            </a:r>
            <a:r>
              <a:rPr lang="en-US" dirty="0"/>
              <a:t> </a:t>
            </a:r>
            <a:r>
              <a:rPr lang="en-US" dirty="0" err="1"/>
              <a:t>sodaroq</a:t>
            </a:r>
            <a:r>
              <a:rPr lang="en-US" dirty="0"/>
              <a:t> </a:t>
            </a:r>
            <a:r>
              <a:rPr lang="en-US" dirty="0" err="1"/>
              <a:t>algorithmlar</a:t>
            </a:r>
            <a:r>
              <a:rPr lang="en-US" dirty="0"/>
              <a:t> </a:t>
            </a:r>
            <a:r>
              <a:rPr lang="en-US" dirty="0" err="1"/>
              <a:t>xam</a:t>
            </a:r>
            <a:r>
              <a:rPr lang="en-US" dirty="0"/>
              <a:t> </a:t>
            </a:r>
            <a:r>
              <a:rPr lang="en-US" dirty="0" err="1"/>
              <a:t>yuqori</a:t>
            </a:r>
            <a:r>
              <a:rPr lang="en-US" dirty="0"/>
              <a:t> </a:t>
            </a:r>
            <a:r>
              <a:rPr lang="en-US" dirty="0" err="1"/>
              <a:t>natija</a:t>
            </a:r>
            <a:r>
              <a:rPr lang="en-US" dirty="0"/>
              <a:t> </a:t>
            </a:r>
            <a:r>
              <a:rPr lang="en-US" dirty="0" err="1"/>
              <a:t>beradi</a:t>
            </a: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dirty="0" err="1"/>
              <a:t>Hyperparametr</a:t>
            </a:r>
            <a:r>
              <a:rPr lang="en-US" dirty="0"/>
              <a:t> tuning</a:t>
            </a:r>
          </a:p>
          <a:p>
            <a:pPr lvl="1"/>
            <a:r>
              <a:rPr lang="en-US" dirty="0" err="1"/>
              <a:t>Bizning</a:t>
            </a:r>
            <a:r>
              <a:rPr lang="en-US" dirty="0"/>
              <a:t> algorithm </a:t>
            </a:r>
            <a:r>
              <a:rPr lang="en-US" dirty="0" err="1"/>
              <a:t>va</a:t>
            </a:r>
            <a:r>
              <a:rPr lang="en-US" dirty="0"/>
              <a:t> </a:t>
            </a:r>
            <a:r>
              <a:rPr lang="en-US" dirty="0" err="1"/>
              <a:t>datasetga</a:t>
            </a:r>
            <a:r>
              <a:rPr lang="en-US" dirty="0"/>
              <a:t> </a:t>
            </a:r>
            <a:r>
              <a:rPr lang="en-US" dirty="0" err="1"/>
              <a:t>mos</a:t>
            </a:r>
            <a:r>
              <a:rPr lang="en-US" dirty="0"/>
              <a:t> </a:t>
            </a:r>
            <a:r>
              <a:rPr lang="en-US" dirty="0" err="1"/>
              <a:t>paramaterlarni</a:t>
            </a:r>
            <a:r>
              <a:rPr lang="en-US" dirty="0"/>
              <a:t> </a:t>
            </a:r>
            <a:r>
              <a:rPr lang="en-US" dirty="0" err="1"/>
              <a:t>topish</a:t>
            </a:r>
            <a:r>
              <a:rPr lang="en-US" dirty="0"/>
              <a:t> </a:t>
            </a:r>
            <a:r>
              <a:rPr lang="en-US" dirty="0" err="1"/>
              <a:t>jarayoni</a:t>
            </a: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Cross validation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err="1"/>
              <a:t>Regulararization</a:t>
            </a: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Ensemble Methods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Handling </a:t>
            </a:r>
            <a:r>
              <a:rPr lang="en-US" dirty="0" err="1"/>
              <a:t>Imbanced</a:t>
            </a:r>
            <a:r>
              <a:rPr lang="en-US" dirty="0"/>
              <a:t> Dataset (Classification)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13463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089D4D-81D4-09CC-E270-1349BAB5DD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6D2D95-67E5-ACDE-DD27-C6B1F50A3A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385871"/>
          </a:xfrm>
        </p:spPr>
        <p:txBody>
          <a:bodyPr/>
          <a:lstStyle/>
          <a:p>
            <a:pPr algn="ctr"/>
            <a:r>
              <a:rPr lang="en-US" b="1" dirty="0"/>
              <a:t>Feature Selection</a:t>
            </a:r>
          </a:p>
        </p:txBody>
      </p:sp>
    </p:spTree>
    <p:extLst>
      <p:ext uri="{BB962C8B-B14F-4D97-AF65-F5344CB8AC3E}">
        <p14:creationId xmlns:p14="http://schemas.microsoft.com/office/powerpoint/2010/main" val="35113873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EC5770-E25E-AA21-F82D-FE597F9C1B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Feature Selection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B720D0-7044-835F-A11A-0CD8AF695E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Muhum</a:t>
            </a:r>
            <a:r>
              <a:rPr lang="en-US" dirty="0"/>
              <a:t> </a:t>
            </a:r>
            <a:r>
              <a:rPr lang="en-US" dirty="0" err="1"/>
              <a:t>bo’lgan</a:t>
            </a:r>
            <a:r>
              <a:rPr lang="en-US" dirty="0"/>
              <a:t> </a:t>
            </a:r>
            <a:r>
              <a:rPr lang="en-US" dirty="0" err="1"/>
              <a:t>featurelarni</a:t>
            </a:r>
            <a:r>
              <a:rPr lang="en-US" dirty="0"/>
              <a:t> </a:t>
            </a:r>
            <a:r>
              <a:rPr lang="en-US" dirty="0" err="1"/>
              <a:t>tanlab</a:t>
            </a:r>
            <a:r>
              <a:rPr lang="en-US" dirty="0"/>
              <a:t> </a:t>
            </a:r>
            <a:r>
              <a:rPr lang="en-US" dirty="0" err="1"/>
              <a:t>olish</a:t>
            </a:r>
            <a:r>
              <a:rPr lang="en-US" dirty="0"/>
              <a:t> </a:t>
            </a:r>
            <a:r>
              <a:rPr lang="en-US" dirty="0" err="1"/>
              <a:t>jarayoni</a:t>
            </a:r>
            <a:r>
              <a:rPr lang="en-US" dirty="0"/>
              <a:t>- FS</a:t>
            </a:r>
          </a:p>
          <a:p>
            <a:r>
              <a:rPr lang="en-US" dirty="0" err="1"/>
              <a:t>Modelning</a:t>
            </a:r>
            <a:r>
              <a:rPr lang="en-US" dirty="0"/>
              <a:t>:</a:t>
            </a:r>
          </a:p>
          <a:p>
            <a:pPr lvl="1"/>
            <a:r>
              <a:rPr lang="en-US" dirty="0" err="1"/>
              <a:t>Aniqligini</a:t>
            </a:r>
            <a:r>
              <a:rPr lang="en-US" dirty="0"/>
              <a:t> </a:t>
            </a:r>
            <a:r>
              <a:rPr lang="en-US" dirty="0" err="1"/>
              <a:t>oshiradi</a:t>
            </a:r>
            <a:endParaRPr lang="en-US" dirty="0"/>
          </a:p>
          <a:p>
            <a:pPr lvl="1"/>
            <a:r>
              <a:rPr lang="en-US" dirty="0"/>
              <a:t>Training </a:t>
            </a:r>
            <a:r>
              <a:rPr lang="en-US" dirty="0" err="1"/>
              <a:t>tesligini</a:t>
            </a:r>
            <a:r>
              <a:rPr lang="en-US" dirty="0"/>
              <a:t> </a:t>
            </a:r>
            <a:r>
              <a:rPr lang="en-US" dirty="0" err="1"/>
              <a:t>oshiradi</a:t>
            </a:r>
            <a:endParaRPr lang="en-US" dirty="0"/>
          </a:p>
          <a:p>
            <a:pPr lvl="1"/>
            <a:r>
              <a:rPr lang="en-US" dirty="0"/>
              <a:t>Interpretability </a:t>
            </a:r>
            <a:r>
              <a:rPr lang="en-US" dirty="0" err="1"/>
              <a:t>ni</a:t>
            </a:r>
            <a:r>
              <a:rPr lang="en-US" dirty="0"/>
              <a:t> </a:t>
            </a:r>
            <a:r>
              <a:rPr lang="en-US" dirty="0" err="1"/>
              <a:t>oshiradi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11741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6AF97F-84DD-BF67-777F-4DE8C8F988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6D39D0-2342-2408-DA47-F6621CE574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Feature Selection: Methods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5F3C25-B35A-AEFE-E3B5-06008E64B0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Filter </a:t>
            </a:r>
          </a:p>
          <a:p>
            <a:r>
              <a:rPr lang="en-US" dirty="0"/>
              <a:t>Wrapper</a:t>
            </a:r>
          </a:p>
          <a:p>
            <a:r>
              <a:rPr lang="en-US" dirty="0"/>
              <a:t>Embedded</a:t>
            </a:r>
          </a:p>
        </p:txBody>
      </p:sp>
    </p:spTree>
    <p:extLst>
      <p:ext uri="{BB962C8B-B14F-4D97-AF65-F5344CB8AC3E}">
        <p14:creationId xmlns:p14="http://schemas.microsoft.com/office/powerpoint/2010/main" val="35131642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44CC9C-1FAE-DCDF-1562-2488116048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62204A-CD5D-1D63-C98B-3052D07E2F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Feature Selection: Filter Methods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AAA51B-33CA-9DA5-126D-0B58129AA3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Statistical </a:t>
            </a:r>
            <a:r>
              <a:rPr lang="en-US" dirty="0" err="1"/>
              <a:t>qiymatlariga</a:t>
            </a:r>
            <a:r>
              <a:rPr lang="en-US" dirty="0"/>
              <a:t> </a:t>
            </a:r>
            <a:r>
              <a:rPr lang="en-US" dirty="0" err="1"/>
              <a:t>ko’ra</a:t>
            </a:r>
            <a:r>
              <a:rPr lang="en-US" dirty="0"/>
              <a:t>  </a:t>
            </a:r>
            <a:r>
              <a:rPr lang="en-US" dirty="0" err="1"/>
              <a:t>featurlarni</a:t>
            </a:r>
            <a:r>
              <a:rPr lang="en-US" dirty="0"/>
              <a:t> </a:t>
            </a:r>
            <a:r>
              <a:rPr lang="en-US" dirty="0" err="1"/>
              <a:t>tanlash</a:t>
            </a:r>
            <a:endParaRPr lang="en-US" dirty="0"/>
          </a:p>
          <a:p>
            <a:r>
              <a:rPr lang="en-US" dirty="0" err="1"/>
              <a:t>Featureni</a:t>
            </a:r>
            <a:r>
              <a:rPr lang="en-US" dirty="0"/>
              <a:t> </a:t>
            </a:r>
            <a:r>
              <a:rPr lang="en-US" dirty="0" err="1"/>
              <a:t>qanchalik</a:t>
            </a:r>
            <a:r>
              <a:rPr lang="en-US" dirty="0"/>
              <a:t> target </a:t>
            </a:r>
            <a:r>
              <a:rPr lang="en-US" dirty="0" err="1"/>
              <a:t>qiymatga</a:t>
            </a:r>
            <a:r>
              <a:rPr lang="en-US" dirty="0"/>
              <a:t> </a:t>
            </a:r>
            <a:r>
              <a:rPr lang="en-US" dirty="0" err="1"/>
              <a:t>bogliqligiga</a:t>
            </a:r>
            <a:r>
              <a:rPr lang="en-US" dirty="0"/>
              <a:t> kora </a:t>
            </a:r>
            <a:r>
              <a:rPr lang="en-US" dirty="0" err="1"/>
              <a:t>tanlanadi</a:t>
            </a:r>
            <a:endParaRPr lang="en-US" dirty="0"/>
          </a:p>
          <a:p>
            <a:r>
              <a:rPr lang="en-US" dirty="0"/>
              <a:t>1: Strong relationship</a:t>
            </a:r>
          </a:p>
          <a:p>
            <a:r>
              <a:rPr lang="en-US" dirty="0"/>
              <a:t>0: </a:t>
            </a:r>
            <a:r>
              <a:rPr lang="en-US" dirty="0" err="1"/>
              <a:t>Independed</a:t>
            </a:r>
            <a:r>
              <a:rPr lang="en-US" dirty="0"/>
              <a:t> (no relationship)</a:t>
            </a:r>
          </a:p>
          <a:p>
            <a:r>
              <a:rPr lang="en-US" b="1" dirty="0"/>
              <a:t>Pearson correlation coefficient</a:t>
            </a:r>
            <a:r>
              <a:rPr lang="en-US" dirty="0"/>
              <a:t>.</a:t>
            </a:r>
          </a:p>
          <a:p>
            <a:r>
              <a:rPr lang="en-US" dirty="0" err="1"/>
              <a:t>Traning</a:t>
            </a:r>
            <a:r>
              <a:rPr lang="en-US" dirty="0"/>
              <a:t> </a:t>
            </a:r>
            <a:r>
              <a:rPr lang="en-US" dirty="0" err="1"/>
              <a:t>qilishdan</a:t>
            </a:r>
            <a:r>
              <a:rPr lang="en-US" dirty="0"/>
              <a:t> </a:t>
            </a:r>
            <a:r>
              <a:rPr lang="en-US" dirty="0" err="1"/>
              <a:t>avval</a:t>
            </a:r>
            <a:endParaRPr lang="en-US" dirty="0"/>
          </a:p>
          <a:p>
            <a:r>
              <a:rPr lang="en-US" dirty="0" err="1"/>
              <a:t>Methodlar</a:t>
            </a:r>
            <a:r>
              <a:rPr lang="en-US" dirty="0"/>
              <a:t>: Correlation, Variance Threshold, ANOVA</a:t>
            </a:r>
          </a:p>
          <a:p>
            <a:r>
              <a:rPr lang="en-US" dirty="0"/>
              <a:t>Qanday </a:t>
            </a:r>
            <a:r>
              <a:rPr lang="en-US" dirty="0" err="1"/>
              <a:t>ishlaydi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Juda </a:t>
            </a:r>
            <a:r>
              <a:rPr lang="en-US" dirty="0" err="1"/>
              <a:t>yuqori</a:t>
            </a:r>
            <a:r>
              <a:rPr lang="en-US" dirty="0"/>
              <a:t> correlated </a:t>
            </a:r>
            <a:r>
              <a:rPr lang="en-US" dirty="0" err="1"/>
              <a:t>featurelarni</a:t>
            </a:r>
            <a:r>
              <a:rPr lang="en-US" dirty="0"/>
              <a:t> </a:t>
            </a:r>
            <a:r>
              <a:rPr lang="en-US" dirty="0" err="1"/>
              <a:t>tashlab</a:t>
            </a:r>
            <a:r>
              <a:rPr lang="en-US" dirty="0"/>
              <a:t> </a:t>
            </a:r>
            <a:r>
              <a:rPr lang="en-US" dirty="0" err="1"/>
              <a:t>yuboradi</a:t>
            </a:r>
            <a:r>
              <a:rPr lang="en-US" dirty="0"/>
              <a:t>(multicollinearity)</a:t>
            </a:r>
          </a:p>
          <a:p>
            <a:pPr lvl="1"/>
            <a:r>
              <a:rPr lang="en-US" dirty="0"/>
              <a:t>Juda past correlated </a:t>
            </a:r>
            <a:r>
              <a:rPr lang="en-US" dirty="0" err="1"/>
              <a:t>featurelarni</a:t>
            </a:r>
            <a:r>
              <a:rPr lang="en-US" dirty="0"/>
              <a:t> </a:t>
            </a:r>
            <a:r>
              <a:rPr lang="en-US" dirty="0" err="1"/>
              <a:t>tashlab</a:t>
            </a:r>
            <a:r>
              <a:rPr lang="en-US" dirty="0"/>
              <a:t> </a:t>
            </a:r>
            <a:r>
              <a:rPr lang="en-US" dirty="0" err="1"/>
              <a:t>yuboradi</a:t>
            </a:r>
            <a:r>
              <a:rPr lang="en-US" dirty="0"/>
              <a:t>(low variance)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07797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874CF5-EA0D-5689-1657-0E705B3301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63B2EE-3012-DF6C-A836-D5964458F4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Feature Selection: Filter Methods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F0DE85-91FC-A91C-1B20-535F44C688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+:</a:t>
            </a:r>
          </a:p>
          <a:p>
            <a:pPr lvl="1"/>
            <a:r>
              <a:rPr lang="en-US" dirty="0"/>
              <a:t>Tez </a:t>
            </a:r>
            <a:r>
              <a:rPr lang="en-US" dirty="0" err="1"/>
              <a:t>ishlaydi</a:t>
            </a:r>
            <a:r>
              <a:rPr lang="en-US" dirty="0"/>
              <a:t>(Algorithm , training </a:t>
            </a:r>
            <a:r>
              <a:rPr lang="en-US" dirty="0" err="1"/>
              <a:t>kerak</a:t>
            </a:r>
            <a:r>
              <a:rPr lang="en-US" dirty="0"/>
              <a:t> </a:t>
            </a:r>
            <a:r>
              <a:rPr lang="en-US" dirty="0" err="1"/>
              <a:t>emas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High-dimensional </a:t>
            </a:r>
            <a:r>
              <a:rPr lang="en-US" dirty="0" err="1"/>
              <a:t>datasetlar</a:t>
            </a:r>
            <a:r>
              <a:rPr lang="en-US" dirty="0"/>
              <a:t> bn </a:t>
            </a:r>
            <a:r>
              <a:rPr lang="en-US" dirty="0" err="1"/>
              <a:t>yaxshi</a:t>
            </a:r>
            <a:r>
              <a:rPr lang="en-US" dirty="0"/>
              <a:t> </a:t>
            </a:r>
            <a:r>
              <a:rPr lang="en-US" dirty="0" err="1"/>
              <a:t>ishlaydi</a:t>
            </a:r>
            <a:endParaRPr lang="en-US" dirty="0"/>
          </a:p>
          <a:p>
            <a:pPr lvl="1"/>
            <a:r>
              <a:rPr lang="en-US" dirty="0" err="1"/>
              <a:t>Overfittingni</a:t>
            </a:r>
            <a:r>
              <a:rPr lang="en-US" dirty="0"/>
              <a:t> </a:t>
            </a:r>
            <a:r>
              <a:rPr lang="en-US" dirty="0" err="1"/>
              <a:t>kamaytiradi</a:t>
            </a:r>
            <a:endParaRPr lang="en-US" dirty="0"/>
          </a:p>
          <a:p>
            <a:r>
              <a:rPr lang="en-US" dirty="0"/>
              <a:t>-:</a:t>
            </a:r>
          </a:p>
          <a:p>
            <a:pPr lvl="1"/>
            <a:r>
              <a:rPr lang="en-US" dirty="0"/>
              <a:t>Barcha </a:t>
            </a:r>
            <a:r>
              <a:rPr lang="en-US" dirty="0" err="1"/>
              <a:t>featurelar</a:t>
            </a:r>
            <a:r>
              <a:rPr lang="en-US" dirty="0"/>
              <a:t> </a:t>
            </a:r>
            <a:r>
              <a:rPr lang="en-US" dirty="0" err="1"/>
              <a:t>alohida</a:t>
            </a:r>
            <a:r>
              <a:rPr lang="en-US" dirty="0"/>
              <a:t> </a:t>
            </a:r>
            <a:r>
              <a:rPr lang="en-US" dirty="0" err="1"/>
              <a:t>alohida</a:t>
            </a:r>
            <a:r>
              <a:rPr lang="en-US" dirty="0"/>
              <a:t> </a:t>
            </a:r>
            <a:r>
              <a:rPr lang="en-US" dirty="0" err="1"/>
              <a:t>baxolanadi</a:t>
            </a:r>
            <a:endParaRPr lang="en-US" dirty="0"/>
          </a:p>
          <a:p>
            <a:pPr lvl="1"/>
            <a:r>
              <a:rPr lang="en-US" dirty="0"/>
              <a:t>Kafolat </a:t>
            </a:r>
            <a:r>
              <a:rPr lang="en-US" dirty="0" err="1"/>
              <a:t>yo’q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2722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4B3CB4-BDCB-EE67-6693-09A655A51B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3444A2-C4FC-74D2-51F0-5C68330175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385871"/>
          </a:xfrm>
        </p:spPr>
        <p:txBody>
          <a:bodyPr/>
          <a:lstStyle/>
          <a:p>
            <a:pPr algn="ctr"/>
            <a:r>
              <a:rPr lang="en-US" b="1" dirty="0"/>
              <a:t>Feature Selection: Filter Methods(</a:t>
            </a:r>
            <a:r>
              <a:rPr lang="en-US" b="1" dirty="0" err="1"/>
              <a:t>Amaliy</a:t>
            </a:r>
            <a:r>
              <a:rPr lang="en-US" b="1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65677739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52A661-9745-17BF-7ECC-A59BF773F3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BD0FE2-C97E-6115-4EA2-0BDD55040B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Feature Selection: Wrapper Methods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8F76F8-77DC-107F-C302-94E62EEA87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ML model training </a:t>
            </a:r>
            <a:r>
              <a:rPr lang="en-US" dirty="0" err="1"/>
              <a:t>qilgandan</a:t>
            </a:r>
            <a:r>
              <a:rPr lang="en-US" dirty="0"/>
              <a:t> </a:t>
            </a:r>
            <a:r>
              <a:rPr lang="en-US" dirty="0" err="1"/>
              <a:t>keyin</a:t>
            </a:r>
            <a:r>
              <a:rPr lang="en-US" dirty="0"/>
              <a:t> </a:t>
            </a:r>
            <a:r>
              <a:rPr lang="en-US" dirty="0" err="1"/>
              <a:t>featurelarni</a:t>
            </a:r>
            <a:r>
              <a:rPr lang="en-US" dirty="0"/>
              <a:t> </a:t>
            </a:r>
            <a:r>
              <a:rPr lang="en-US" dirty="0" err="1"/>
              <a:t>baxolash</a:t>
            </a:r>
            <a:endParaRPr lang="en-US" dirty="0"/>
          </a:p>
          <a:p>
            <a:r>
              <a:rPr lang="en-US" dirty="0" err="1"/>
              <a:t>Qanchalik</a:t>
            </a:r>
            <a:r>
              <a:rPr lang="en-US" dirty="0"/>
              <a:t> model  </a:t>
            </a:r>
            <a:r>
              <a:rPr lang="en-US" dirty="0" err="1"/>
              <a:t>accuracyga</a:t>
            </a:r>
            <a:r>
              <a:rPr lang="en-US" dirty="0"/>
              <a:t> </a:t>
            </a:r>
            <a:r>
              <a:rPr lang="en-US" dirty="0" err="1"/>
              <a:t>xissa</a:t>
            </a:r>
            <a:r>
              <a:rPr lang="en-US" dirty="0"/>
              <a:t> </a:t>
            </a:r>
            <a:r>
              <a:rPr lang="en-US" dirty="0" err="1"/>
              <a:t>qoshganiga</a:t>
            </a:r>
            <a:r>
              <a:rPr lang="en-US" dirty="0"/>
              <a:t> kora </a:t>
            </a:r>
            <a:r>
              <a:rPr lang="en-US" dirty="0" err="1"/>
              <a:t>tanlanadi</a:t>
            </a:r>
            <a:r>
              <a:rPr lang="en-US" dirty="0"/>
              <a:t>(relative contributions)</a:t>
            </a:r>
          </a:p>
          <a:p>
            <a:r>
              <a:rPr lang="en-US" dirty="0"/>
              <a:t>Methods: RFE, Forword Selection, Backward Elimination</a:t>
            </a:r>
          </a:p>
          <a:p>
            <a:r>
              <a:rPr lang="en-US" dirty="0"/>
              <a:t>Qanday </a:t>
            </a:r>
            <a:r>
              <a:rPr lang="en-US" dirty="0" err="1"/>
              <a:t>ishlaydi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Turli </a:t>
            </a:r>
            <a:r>
              <a:rPr lang="en-US" dirty="0" err="1"/>
              <a:t>xil</a:t>
            </a:r>
            <a:r>
              <a:rPr lang="en-US" dirty="0"/>
              <a:t> substellar bn kop </a:t>
            </a:r>
            <a:r>
              <a:rPr lang="en-US" dirty="0" err="1"/>
              <a:t>marotaba</a:t>
            </a:r>
            <a:r>
              <a:rPr lang="en-US" dirty="0"/>
              <a:t> training </a:t>
            </a:r>
            <a:r>
              <a:rPr lang="en-US" dirty="0" err="1"/>
              <a:t>qiladi</a:t>
            </a:r>
            <a:endParaRPr lang="en-US" dirty="0"/>
          </a:p>
          <a:p>
            <a:pPr lvl="1"/>
            <a:r>
              <a:rPr lang="en-US" dirty="0"/>
              <a:t>Eng </a:t>
            </a:r>
            <a:r>
              <a:rPr lang="en-US" dirty="0" err="1"/>
              <a:t>yuqori</a:t>
            </a:r>
            <a:r>
              <a:rPr lang="en-US" dirty="0"/>
              <a:t> </a:t>
            </a:r>
            <a:r>
              <a:rPr lang="en-US" dirty="0" err="1"/>
              <a:t>natija</a:t>
            </a:r>
            <a:r>
              <a:rPr lang="en-US" dirty="0"/>
              <a:t> </a:t>
            </a:r>
            <a:r>
              <a:rPr lang="en-US" dirty="0" err="1"/>
              <a:t>bergan</a:t>
            </a:r>
            <a:r>
              <a:rPr lang="en-US" dirty="0"/>
              <a:t> </a:t>
            </a:r>
            <a:r>
              <a:rPr lang="en-US" dirty="0" err="1"/>
              <a:t>subsetlar</a:t>
            </a:r>
            <a:r>
              <a:rPr lang="en-US" dirty="0"/>
              <a:t> </a:t>
            </a:r>
            <a:r>
              <a:rPr lang="en-US" dirty="0" err="1"/>
              <a:t>eng</a:t>
            </a:r>
            <a:r>
              <a:rPr lang="en-US" dirty="0"/>
              <a:t> </a:t>
            </a:r>
            <a:r>
              <a:rPr lang="en-US" dirty="0" err="1"/>
              <a:t>yaxshi</a:t>
            </a:r>
            <a:r>
              <a:rPr lang="en-US" dirty="0"/>
              <a:t> </a:t>
            </a:r>
            <a:r>
              <a:rPr lang="en-US" dirty="0" err="1"/>
              <a:t>featurelar</a:t>
            </a:r>
            <a:r>
              <a:rPr lang="en-US" dirty="0"/>
              <a:t> </a:t>
            </a:r>
            <a:r>
              <a:rPr lang="en-US" dirty="0" err="1"/>
              <a:t>sifatida</a:t>
            </a:r>
            <a:r>
              <a:rPr lang="en-US" dirty="0"/>
              <a:t> </a:t>
            </a:r>
            <a:r>
              <a:rPr lang="en-US" dirty="0" err="1"/>
              <a:t>qabul</a:t>
            </a:r>
            <a:r>
              <a:rPr lang="en-US" dirty="0"/>
              <a:t> </a:t>
            </a:r>
            <a:r>
              <a:rPr lang="en-US" dirty="0" err="1"/>
              <a:t>qilinadi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344675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AD41F8-3735-5C24-5187-57C6881EDF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A45D3A-AB62-971B-4F3D-1E2C2ED37E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Feature Selection: Filter Methods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A84BB1-78E2-9F23-0194-743AB4A1EE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+:</a:t>
            </a:r>
          </a:p>
          <a:p>
            <a:pPr lvl="1"/>
            <a:r>
              <a:rPr lang="en-US" dirty="0" err="1"/>
              <a:t>Featurelarni</a:t>
            </a:r>
            <a:r>
              <a:rPr lang="en-US" dirty="0"/>
              <a:t> </a:t>
            </a:r>
            <a:r>
              <a:rPr lang="en-US" dirty="0" err="1"/>
              <a:t>alohidadan</a:t>
            </a:r>
            <a:r>
              <a:rPr lang="en-US" dirty="0"/>
              <a:t> kora </a:t>
            </a:r>
            <a:r>
              <a:rPr lang="en-US" dirty="0" err="1"/>
              <a:t>gruppa</a:t>
            </a:r>
            <a:r>
              <a:rPr lang="en-US" dirty="0"/>
              <a:t> bn </a:t>
            </a:r>
            <a:r>
              <a:rPr lang="en-US" dirty="0" err="1"/>
              <a:t>yaxshi</a:t>
            </a:r>
            <a:r>
              <a:rPr lang="en-US" dirty="0"/>
              <a:t> </a:t>
            </a:r>
            <a:r>
              <a:rPr lang="en-US" dirty="0" err="1"/>
              <a:t>natija</a:t>
            </a:r>
            <a:r>
              <a:rPr lang="en-US" dirty="0"/>
              <a:t> </a:t>
            </a:r>
            <a:r>
              <a:rPr lang="en-US" dirty="0" err="1"/>
              <a:t>verishini</a:t>
            </a:r>
            <a:r>
              <a:rPr lang="en-US" dirty="0"/>
              <a:t> </a:t>
            </a:r>
            <a:r>
              <a:rPr lang="en-US" dirty="0" err="1"/>
              <a:t>xisobga</a:t>
            </a:r>
            <a:r>
              <a:rPr lang="en-US" dirty="0"/>
              <a:t> </a:t>
            </a:r>
            <a:r>
              <a:rPr lang="en-US" dirty="0" err="1"/>
              <a:t>oladi</a:t>
            </a:r>
            <a:endParaRPr lang="en-US" dirty="0"/>
          </a:p>
          <a:p>
            <a:pPr lvl="1"/>
            <a:r>
              <a:rPr lang="en-US" dirty="0" err="1"/>
              <a:t>Odatda</a:t>
            </a:r>
            <a:r>
              <a:rPr lang="en-US" dirty="0"/>
              <a:t> </a:t>
            </a:r>
            <a:r>
              <a:rPr lang="en-US" dirty="0" err="1"/>
              <a:t>filterdan</a:t>
            </a:r>
            <a:r>
              <a:rPr lang="en-US" dirty="0"/>
              <a:t> kora </a:t>
            </a:r>
            <a:r>
              <a:rPr lang="en-US" dirty="0" err="1"/>
              <a:t>yaxshiroq</a:t>
            </a:r>
            <a:r>
              <a:rPr lang="en-US" dirty="0"/>
              <a:t> </a:t>
            </a:r>
            <a:r>
              <a:rPr lang="en-US" dirty="0" err="1"/>
              <a:t>natija</a:t>
            </a:r>
            <a:r>
              <a:rPr lang="en-US" dirty="0"/>
              <a:t> </a:t>
            </a:r>
            <a:r>
              <a:rPr lang="en-US" dirty="0" err="1"/>
              <a:t>beradi</a:t>
            </a:r>
            <a:endParaRPr lang="en-US" dirty="0"/>
          </a:p>
          <a:p>
            <a:r>
              <a:rPr lang="en-US" dirty="0"/>
              <a:t>-:</a:t>
            </a:r>
          </a:p>
          <a:p>
            <a:pPr lvl="1"/>
            <a:r>
              <a:rPr lang="en-US" dirty="0"/>
              <a:t>Juda kop </a:t>
            </a:r>
            <a:r>
              <a:rPr lang="en-US" dirty="0" err="1"/>
              <a:t>vaqt</a:t>
            </a:r>
            <a:r>
              <a:rPr lang="en-US" dirty="0"/>
              <a:t> </a:t>
            </a:r>
            <a:r>
              <a:rPr lang="en-US" dirty="0" err="1"/>
              <a:t>oladi</a:t>
            </a:r>
            <a:endParaRPr lang="en-US" dirty="0"/>
          </a:p>
          <a:p>
            <a:pPr lvl="1"/>
            <a:r>
              <a:rPr lang="en-US" dirty="0" err="1"/>
              <a:t>Overfitga</a:t>
            </a:r>
            <a:r>
              <a:rPr lang="en-US" dirty="0"/>
              <a:t> </a:t>
            </a:r>
            <a:r>
              <a:rPr lang="en-US" dirty="0" err="1"/>
              <a:t>moyil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738766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B05E78-7C7A-97AC-DA60-972F1BAFBD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D83F3D-3D7E-E100-B1AD-3342DA061F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385871"/>
          </a:xfrm>
        </p:spPr>
        <p:txBody>
          <a:bodyPr/>
          <a:lstStyle/>
          <a:p>
            <a:pPr algn="ctr"/>
            <a:r>
              <a:rPr lang="en-US" b="1" dirty="0"/>
              <a:t>Feature Selection: Wrapper Methods(</a:t>
            </a:r>
            <a:r>
              <a:rPr lang="en-US" b="1" dirty="0" err="1"/>
              <a:t>Amaliy</a:t>
            </a:r>
            <a:r>
              <a:rPr lang="en-US" b="1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42605912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FBDF02-FE67-B2F8-1932-0519007355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DEF83-3A20-ADCE-DACD-57BC26113E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Feature Selection: Embedded Methods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EA2184-4FD2-706A-E18B-3A46B97158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ML model training </a:t>
            </a:r>
            <a:r>
              <a:rPr lang="en-US" dirty="0" err="1"/>
              <a:t>davomida</a:t>
            </a:r>
            <a:r>
              <a:rPr lang="en-US" dirty="0"/>
              <a:t> </a:t>
            </a:r>
            <a:r>
              <a:rPr lang="en-US" dirty="0" err="1"/>
              <a:t>featurelarni</a:t>
            </a:r>
            <a:r>
              <a:rPr lang="en-US" dirty="0"/>
              <a:t> </a:t>
            </a:r>
            <a:r>
              <a:rPr lang="en-US" dirty="0" err="1"/>
              <a:t>tanlash</a:t>
            </a:r>
            <a:r>
              <a:rPr lang="en-US" dirty="0"/>
              <a:t> </a:t>
            </a:r>
            <a:r>
              <a:rPr lang="en-US" dirty="0" err="1"/>
              <a:t>usuli</a:t>
            </a:r>
            <a:endParaRPr lang="en-US" dirty="0"/>
          </a:p>
          <a:p>
            <a:r>
              <a:rPr lang="en-US" dirty="0" err="1"/>
              <a:t>Qanchalik</a:t>
            </a:r>
            <a:r>
              <a:rPr lang="en-US" dirty="0"/>
              <a:t> </a:t>
            </a:r>
            <a:r>
              <a:rPr lang="en-US" dirty="0" err="1"/>
              <a:t>impurytni</a:t>
            </a:r>
            <a:r>
              <a:rPr lang="en-US" dirty="0"/>
              <a:t> </a:t>
            </a:r>
            <a:r>
              <a:rPr lang="en-US" dirty="0" err="1"/>
              <a:t>kamaytirganiga</a:t>
            </a:r>
            <a:r>
              <a:rPr lang="en-US" dirty="0"/>
              <a:t> kora </a:t>
            </a:r>
            <a:r>
              <a:rPr lang="en-US" dirty="0" err="1"/>
              <a:t>aniqlanadi</a:t>
            </a:r>
            <a:r>
              <a:rPr lang="en-US" dirty="0"/>
              <a:t>(%, total=100%)</a:t>
            </a:r>
          </a:p>
          <a:p>
            <a:r>
              <a:rPr lang="en-US" dirty="0"/>
              <a:t>Methods: Lasso Regression, Gradient Boosting, Random Forest</a:t>
            </a:r>
          </a:p>
          <a:p>
            <a:r>
              <a:rPr lang="en-US" dirty="0"/>
              <a:t>Qanday </a:t>
            </a:r>
            <a:r>
              <a:rPr lang="en-US" dirty="0" err="1"/>
              <a:t>ishlaydi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Model </a:t>
            </a:r>
            <a:r>
              <a:rPr lang="en-US" dirty="0" err="1"/>
              <a:t>featurelarni</a:t>
            </a:r>
            <a:r>
              <a:rPr lang="en-US" dirty="0"/>
              <a:t> </a:t>
            </a:r>
            <a:r>
              <a:rPr lang="en-US" dirty="0" err="1"/>
              <a:t>muhimliliga</a:t>
            </a:r>
            <a:r>
              <a:rPr lang="en-US" dirty="0"/>
              <a:t> kora </a:t>
            </a:r>
            <a:r>
              <a:rPr lang="en-US" dirty="0" err="1"/>
              <a:t>belgilaydi</a:t>
            </a:r>
            <a:r>
              <a:rPr lang="en-US" dirty="0"/>
              <a:t>(feature importance) </a:t>
            </a:r>
            <a:r>
              <a:rPr lang="en-US" dirty="0" err="1"/>
              <a:t>va</a:t>
            </a:r>
            <a:r>
              <a:rPr lang="en-US" dirty="0"/>
              <a:t> </a:t>
            </a:r>
            <a:r>
              <a:rPr lang="en-US" dirty="0" err="1"/>
              <a:t>impurityni</a:t>
            </a:r>
            <a:r>
              <a:rPr lang="en-US" dirty="0"/>
              <a:t> </a:t>
            </a:r>
            <a:r>
              <a:rPr lang="en-US" dirty="0" err="1"/>
              <a:t>qanchalik</a:t>
            </a:r>
            <a:r>
              <a:rPr lang="en-US" dirty="0"/>
              <a:t> </a:t>
            </a:r>
            <a:r>
              <a:rPr lang="en-US" dirty="0" err="1"/>
              <a:t>kamaytirganiga</a:t>
            </a:r>
            <a:r>
              <a:rPr lang="en-US" dirty="0"/>
              <a:t> kora </a:t>
            </a:r>
            <a:r>
              <a:rPr lang="en-US" dirty="0" err="1"/>
              <a:t>aniqlanadi</a:t>
            </a:r>
            <a:endParaRPr lang="en-US" dirty="0"/>
          </a:p>
          <a:p>
            <a:pPr lvl="1"/>
            <a:r>
              <a:rPr lang="en-US" dirty="0" err="1"/>
              <a:t>Nolga</a:t>
            </a:r>
            <a:r>
              <a:rPr lang="en-US" dirty="0"/>
              <a:t> </a:t>
            </a:r>
            <a:r>
              <a:rPr lang="en-US" dirty="0" err="1"/>
              <a:t>teng</a:t>
            </a:r>
            <a:r>
              <a:rPr lang="en-US" dirty="0"/>
              <a:t> </a:t>
            </a:r>
            <a:r>
              <a:rPr lang="en-US" dirty="0" err="1"/>
              <a:t>yoki</a:t>
            </a:r>
            <a:r>
              <a:rPr lang="en-US" dirty="0"/>
              <a:t> just past </a:t>
            </a:r>
            <a:r>
              <a:rPr lang="en-US" dirty="0" err="1"/>
              <a:t>muhim</a:t>
            </a:r>
            <a:r>
              <a:rPr lang="en-US" dirty="0"/>
              <a:t> </a:t>
            </a:r>
            <a:r>
              <a:rPr lang="en-US" dirty="0" err="1"/>
              <a:t>bolgan</a:t>
            </a:r>
            <a:r>
              <a:rPr lang="en-US" dirty="0"/>
              <a:t> </a:t>
            </a:r>
            <a:r>
              <a:rPr lang="en-US" dirty="0" err="1"/>
              <a:t>featurelar</a:t>
            </a:r>
            <a:r>
              <a:rPr lang="en-US" dirty="0"/>
              <a:t> </a:t>
            </a:r>
            <a:r>
              <a:rPr lang="en-US" dirty="0" err="1"/>
              <a:t>tashlab</a:t>
            </a:r>
            <a:r>
              <a:rPr lang="en-US" dirty="0"/>
              <a:t> </a:t>
            </a:r>
            <a:r>
              <a:rPr lang="en-US" dirty="0" err="1"/>
              <a:t>yuboriladi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228067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45E189-8A29-DF41-D601-BD713034CC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29B305-138F-0DD1-5442-E309CF701D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Feature Selection: Embedded Methods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D46651-CD85-E602-D799-145FDF64D9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+:</a:t>
            </a:r>
          </a:p>
          <a:p>
            <a:pPr lvl="1"/>
            <a:r>
              <a:rPr lang="en-US" dirty="0" err="1"/>
              <a:t>Qulay</a:t>
            </a:r>
            <a:r>
              <a:rPr lang="en-US" dirty="0"/>
              <a:t>, training </a:t>
            </a:r>
            <a:r>
              <a:rPr lang="en-US" dirty="0" err="1"/>
              <a:t>davomida</a:t>
            </a:r>
            <a:r>
              <a:rPr lang="en-US" dirty="0"/>
              <a:t> </a:t>
            </a:r>
            <a:r>
              <a:rPr lang="en-US" dirty="0" err="1"/>
              <a:t>tanlanadi</a:t>
            </a:r>
            <a:endParaRPr lang="en-US" dirty="0"/>
          </a:p>
          <a:p>
            <a:pPr lvl="1"/>
            <a:r>
              <a:rPr lang="en-US" dirty="0" err="1"/>
              <a:t>Featurelarni</a:t>
            </a:r>
            <a:r>
              <a:rPr lang="en-US" dirty="0"/>
              <a:t> </a:t>
            </a:r>
            <a:r>
              <a:rPr lang="en-US" dirty="0" err="1"/>
              <a:t>birgalikda</a:t>
            </a:r>
            <a:r>
              <a:rPr lang="en-US" dirty="0"/>
              <a:t> </a:t>
            </a:r>
            <a:r>
              <a:rPr lang="en-US" dirty="0" err="1"/>
              <a:t>muhumliligini</a:t>
            </a:r>
            <a:r>
              <a:rPr lang="en-US" dirty="0"/>
              <a:t> </a:t>
            </a:r>
            <a:r>
              <a:rPr lang="en-US" dirty="0" err="1"/>
              <a:t>etiborga</a:t>
            </a:r>
            <a:r>
              <a:rPr lang="en-US" dirty="0"/>
              <a:t> </a:t>
            </a:r>
            <a:r>
              <a:rPr lang="en-US" dirty="0" err="1"/>
              <a:t>oladi</a:t>
            </a:r>
            <a:endParaRPr lang="en-US" dirty="0"/>
          </a:p>
          <a:p>
            <a:pPr lvl="1"/>
            <a:r>
              <a:rPr lang="en-US" dirty="0"/>
              <a:t>Katta </a:t>
            </a:r>
            <a:r>
              <a:rPr lang="en-US" dirty="0" err="1"/>
              <a:t>datasetlar</a:t>
            </a:r>
            <a:r>
              <a:rPr lang="en-US" dirty="0"/>
              <a:t> bn </a:t>
            </a:r>
            <a:r>
              <a:rPr lang="en-US" dirty="0" err="1"/>
              <a:t>yaxshi</a:t>
            </a:r>
            <a:r>
              <a:rPr lang="en-US" dirty="0"/>
              <a:t> </a:t>
            </a:r>
            <a:r>
              <a:rPr lang="en-US" dirty="0" err="1"/>
              <a:t>ishlaydi</a:t>
            </a:r>
            <a:endParaRPr lang="en-US" dirty="0"/>
          </a:p>
          <a:p>
            <a:r>
              <a:rPr lang="en-US" dirty="0"/>
              <a:t>-:</a:t>
            </a:r>
          </a:p>
          <a:p>
            <a:pPr lvl="1"/>
            <a:r>
              <a:rPr lang="en-US" dirty="0" err="1"/>
              <a:t>Interpretablity</a:t>
            </a:r>
            <a:r>
              <a:rPr lang="en-US" dirty="0"/>
              <a:t> </a:t>
            </a:r>
            <a:r>
              <a:rPr lang="en-US" dirty="0" err="1"/>
              <a:t>qiyin</a:t>
            </a:r>
            <a:endParaRPr lang="en-US" dirty="0"/>
          </a:p>
          <a:p>
            <a:pPr lvl="1"/>
            <a:r>
              <a:rPr lang="en-US" dirty="0"/>
              <a:t>Scaling </a:t>
            </a:r>
            <a:r>
              <a:rPr lang="en-US" dirty="0" err="1"/>
              <a:t>uchun</a:t>
            </a:r>
            <a:r>
              <a:rPr lang="en-US" dirty="0"/>
              <a:t> </a:t>
            </a:r>
            <a:r>
              <a:rPr lang="en-US" dirty="0" err="1"/>
              <a:t>bazi</a:t>
            </a:r>
            <a:r>
              <a:rPr lang="en-US" dirty="0"/>
              <a:t> </a:t>
            </a:r>
            <a:r>
              <a:rPr lang="en-US" dirty="0" err="1"/>
              <a:t>methodlar</a:t>
            </a:r>
            <a:r>
              <a:rPr lang="en-US" dirty="0"/>
              <a:t> sensitive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073742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CFB735-A09B-CF50-1C9D-5A7AFDEDF8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489478-3921-2BBF-9D9C-FFB935ED84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385871"/>
          </a:xfrm>
        </p:spPr>
        <p:txBody>
          <a:bodyPr/>
          <a:lstStyle/>
          <a:p>
            <a:pPr algn="ctr"/>
            <a:r>
              <a:rPr lang="en-US" b="1" dirty="0"/>
              <a:t>Feature Selection: Embedded Methods(</a:t>
            </a:r>
            <a:r>
              <a:rPr lang="en-US" b="1" dirty="0" err="1"/>
              <a:t>Amaliy</a:t>
            </a:r>
            <a:r>
              <a:rPr lang="en-US" b="1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81836121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A149E1-B175-6E13-1211-BE1AC18CC2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B9788F-E993-0099-C296-11AAB2F3A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Feature Selection: </a:t>
            </a:r>
            <a:r>
              <a:rPr lang="en-US" b="1" dirty="0" err="1"/>
              <a:t>Xulosa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060D39-8FFA-DA0A-7268-71A22A21CD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Filter</a:t>
            </a:r>
          </a:p>
          <a:p>
            <a:r>
              <a:rPr lang="en-US" dirty="0"/>
              <a:t>High-dimensional dataset</a:t>
            </a:r>
          </a:p>
          <a:p>
            <a:r>
              <a:rPr lang="en-US" dirty="0" err="1"/>
              <a:t>Tezkor</a:t>
            </a:r>
            <a:r>
              <a:rPr lang="en-US" dirty="0"/>
              <a:t> feature selection</a:t>
            </a:r>
          </a:p>
          <a:p>
            <a:r>
              <a:rPr lang="en-US" dirty="0"/>
              <a:t>Model </a:t>
            </a:r>
            <a:r>
              <a:rPr lang="en-US" dirty="0" err="1"/>
              <a:t>trainingsiz</a:t>
            </a:r>
            <a:endParaRPr lang="en-US" dirty="0"/>
          </a:p>
          <a:p>
            <a:r>
              <a:rPr lang="en-US" dirty="0"/>
              <a:t>Wrapper</a:t>
            </a:r>
          </a:p>
          <a:p>
            <a:r>
              <a:rPr lang="en-US" dirty="0"/>
              <a:t>Kichik </a:t>
            </a:r>
            <a:r>
              <a:rPr lang="en-US" dirty="0" err="1"/>
              <a:t>yoki</a:t>
            </a:r>
            <a:r>
              <a:rPr lang="en-US" dirty="0"/>
              <a:t> </a:t>
            </a:r>
            <a:r>
              <a:rPr lang="en-US" dirty="0" err="1"/>
              <a:t>ortacha</a:t>
            </a:r>
            <a:r>
              <a:rPr lang="en-US" dirty="0"/>
              <a:t> dataset </a:t>
            </a:r>
            <a:r>
              <a:rPr lang="en-US" dirty="0" err="1"/>
              <a:t>bolsa</a:t>
            </a:r>
            <a:endParaRPr lang="en-US" dirty="0"/>
          </a:p>
          <a:p>
            <a:r>
              <a:rPr lang="en-US" dirty="0"/>
              <a:t>Eng </a:t>
            </a:r>
            <a:r>
              <a:rPr lang="en-US" dirty="0" err="1"/>
              <a:t>yuqor</a:t>
            </a:r>
            <a:r>
              <a:rPr lang="en-US" dirty="0"/>
              <a:t> </a:t>
            </a:r>
            <a:r>
              <a:rPr lang="en-US" dirty="0" err="1"/>
              <a:t>natija</a:t>
            </a:r>
            <a:r>
              <a:rPr lang="en-US" dirty="0"/>
              <a:t> </a:t>
            </a:r>
            <a:r>
              <a:rPr lang="en-US" dirty="0" err="1"/>
              <a:t>kerak</a:t>
            </a:r>
            <a:r>
              <a:rPr lang="en-US" dirty="0"/>
              <a:t> </a:t>
            </a:r>
            <a:r>
              <a:rPr lang="en-US" dirty="0" err="1"/>
              <a:t>bolsa</a:t>
            </a:r>
            <a:endParaRPr lang="en-US" dirty="0"/>
          </a:p>
          <a:p>
            <a:r>
              <a:rPr lang="en-US" dirty="0"/>
              <a:t>Kop </a:t>
            </a:r>
            <a:r>
              <a:rPr lang="en-US" dirty="0" err="1"/>
              <a:t>vaqt</a:t>
            </a:r>
            <a:r>
              <a:rPr lang="en-US" dirty="0"/>
              <a:t> </a:t>
            </a:r>
            <a:r>
              <a:rPr lang="en-US" dirty="0" err="1"/>
              <a:t>bolsa</a:t>
            </a:r>
            <a:endParaRPr lang="en-US" dirty="0"/>
          </a:p>
          <a:p>
            <a:r>
              <a:rPr lang="en-US" dirty="0"/>
              <a:t>Embedded</a:t>
            </a:r>
          </a:p>
          <a:p>
            <a:r>
              <a:rPr lang="en-US" dirty="0" err="1"/>
              <a:t>Automatik</a:t>
            </a:r>
            <a:r>
              <a:rPr lang="en-US" dirty="0"/>
              <a:t> feature selection </a:t>
            </a:r>
          </a:p>
          <a:p>
            <a:r>
              <a:rPr lang="en-US" dirty="0" err="1"/>
              <a:t>O’rtacha</a:t>
            </a:r>
            <a:r>
              <a:rPr lang="en-US" dirty="0"/>
              <a:t> dataset</a:t>
            </a:r>
          </a:p>
          <a:p>
            <a:r>
              <a:rPr lang="en-US" dirty="0" err="1"/>
              <a:t>Xar</a:t>
            </a:r>
            <a:r>
              <a:rPr lang="en-US" dirty="0"/>
              <a:t>  </a:t>
            </a:r>
            <a:r>
              <a:rPr lang="en-US" dirty="0" err="1"/>
              <a:t>bir</a:t>
            </a:r>
            <a:r>
              <a:rPr lang="en-US" dirty="0"/>
              <a:t> algorithm </a:t>
            </a:r>
            <a:r>
              <a:rPr lang="en-US" dirty="0" err="1"/>
              <a:t>uchun</a:t>
            </a:r>
            <a:r>
              <a:rPr lang="en-US" dirty="0"/>
              <a:t> </a:t>
            </a:r>
            <a:r>
              <a:rPr lang="en-US" dirty="0" err="1"/>
              <a:t>maxsus</a:t>
            </a:r>
            <a:r>
              <a:rPr lang="en-US" dirty="0"/>
              <a:t> </a:t>
            </a:r>
            <a:r>
              <a:rPr lang="en-US" dirty="0" err="1"/>
              <a:t>featurelar</a:t>
            </a:r>
            <a:r>
              <a:rPr lang="en-US" dirty="0"/>
              <a:t> kk </a:t>
            </a:r>
            <a:r>
              <a:rPr lang="en-US" dirty="0" err="1"/>
              <a:t>bolsa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403274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880F74-5F61-7E3F-D506-25CE4C797B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6F027F-64B0-3351-92DE-A590500A9B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385871"/>
          </a:xfrm>
        </p:spPr>
        <p:txBody>
          <a:bodyPr/>
          <a:lstStyle/>
          <a:p>
            <a:pPr algn="ctr"/>
            <a:r>
              <a:rPr lang="en-US" b="1" dirty="0" err="1"/>
              <a:t>Vazifa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52365605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7145FC-CEF4-B6C8-F800-BFC0A8369F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Vazifa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291626-5F1F-8B91-D21F-6871B122B0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Yangi dataset toping </a:t>
            </a:r>
            <a:r>
              <a:rPr lang="en-US" dirty="0" err="1"/>
              <a:t>va</a:t>
            </a:r>
            <a:r>
              <a:rPr lang="en-US" dirty="0"/>
              <a:t> </a:t>
            </a:r>
            <a:r>
              <a:rPr lang="en-US" dirty="0" err="1"/>
              <a:t>xar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usul</a:t>
            </a:r>
            <a:r>
              <a:rPr lang="en-US" dirty="0"/>
              <a:t> </a:t>
            </a:r>
            <a:r>
              <a:rPr lang="en-US" dirty="0" err="1"/>
              <a:t>boyicha</a:t>
            </a:r>
            <a:r>
              <a:rPr lang="en-US" dirty="0"/>
              <a:t> </a:t>
            </a:r>
            <a:r>
              <a:rPr lang="en-US" dirty="0" err="1"/>
              <a:t>alohida</a:t>
            </a:r>
            <a:r>
              <a:rPr lang="en-US" dirty="0"/>
              <a:t> model </a:t>
            </a:r>
            <a:r>
              <a:rPr lang="en-US" dirty="0" err="1"/>
              <a:t>yasang</a:t>
            </a:r>
            <a:endParaRPr lang="en-US" dirty="0"/>
          </a:p>
          <a:p>
            <a:r>
              <a:rPr lang="en-US" dirty="0" err="1"/>
              <a:t>Projectga</a:t>
            </a:r>
            <a:r>
              <a:rPr lang="en-US" dirty="0"/>
              <a:t> feature </a:t>
            </a:r>
            <a:r>
              <a:rPr lang="en-US" dirty="0" err="1"/>
              <a:t>selectionni</a:t>
            </a:r>
            <a:r>
              <a:rPr lang="en-US" dirty="0"/>
              <a:t> </a:t>
            </a:r>
            <a:r>
              <a:rPr lang="en-US" dirty="0" err="1"/>
              <a:t>istalgan</a:t>
            </a:r>
            <a:r>
              <a:rPr lang="en-US" dirty="0"/>
              <a:t> </a:t>
            </a:r>
            <a:r>
              <a:rPr lang="en-US" dirty="0" err="1"/>
              <a:t>birini</a:t>
            </a:r>
            <a:r>
              <a:rPr lang="en-US" dirty="0"/>
              <a:t> </a:t>
            </a:r>
            <a:r>
              <a:rPr lang="en-US" dirty="0" err="1"/>
              <a:t>tadbiq</a:t>
            </a:r>
            <a:r>
              <a:rPr lang="en-US" dirty="0"/>
              <a:t> </a:t>
            </a:r>
            <a:r>
              <a:rPr lang="en-US" dirty="0" err="1"/>
              <a:t>qiling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23384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284</TotalTime>
  <Words>479</Words>
  <Application>Microsoft Office PowerPoint</Application>
  <PresentationFormat>Widescreen</PresentationFormat>
  <Paragraphs>113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5" baseType="lpstr">
      <vt:lpstr>Arial</vt:lpstr>
      <vt:lpstr>Calibri</vt:lpstr>
      <vt:lpstr>Calibri Light</vt:lpstr>
      <vt:lpstr>Office Theme</vt:lpstr>
      <vt:lpstr>Model Building (10-dars)</vt:lpstr>
      <vt:lpstr>Bugun</vt:lpstr>
      <vt:lpstr>Takrorlash</vt:lpstr>
      <vt:lpstr>Takrorlash</vt:lpstr>
      <vt:lpstr>Model Improvement review</vt:lpstr>
      <vt:lpstr>Model Imrovement yo’llari </vt:lpstr>
      <vt:lpstr>Feature Selection</vt:lpstr>
      <vt:lpstr>Feature Selection</vt:lpstr>
      <vt:lpstr>Feature Selection: Methods</vt:lpstr>
      <vt:lpstr>Feature Selection: Filter Methods</vt:lpstr>
      <vt:lpstr>Feature Selection: Filter Methods</vt:lpstr>
      <vt:lpstr>Feature Selection: Filter Methods(Amaliy)</vt:lpstr>
      <vt:lpstr>Feature Selection: Wrapper Methods</vt:lpstr>
      <vt:lpstr>Feature Selection: Filter Methods</vt:lpstr>
      <vt:lpstr>Feature Selection: Wrapper Methods(Amaliy)</vt:lpstr>
      <vt:lpstr>Feature Selection: Embedded Methods</vt:lpstr>
      <vt:lpstr>Feature Selection: Embedded Methods</vt:lpstr>
      <vt:lpstr>Feature Selection: Embedded Methods(Amaliy)</vt:lpstr>
      <vt:lpstr>Feature Selection: Xulosa</vt:lpstr>
      <vt:lpstr>Vazifa</vt:lpstr>
      <vt:lpstr>Vazifa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Davronbek Malikov</dc:creator>
  <cp:lastModifiedBy>Davronbek Malikov</cp:lastModifiedBy>
  <cp:revision>2</cp:revision>
  <dcterms:created xsi:type="dcterms:W3CDTF">2025-09-09T07:19:43Z</dcterms:created>
  <dcterms:modified xsi:type="dcterms:W3CDTF">2025-09-09T12:04:11Z</dcterms:modified>
</cp:coreProperties>
</file>