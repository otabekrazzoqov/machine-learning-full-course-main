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60" r:id="rId4"/>
    <p:sldId id="261" r:id="rId5"/>
    <p:sldId id="263" r:id="rId6"/>
    <p:sldId id="277" r:id="rId7"/>
    <p:sldId id="279" r:id="rId8"/>
    <p:sldId id="280" r:id="rId9"/>
    <p:sldId id="282" r:id="rId10"/>
    <p:sldId id="283" r:id="rId11"/>
    <p:sldId id="281" r:id="rId12"/>
    <p:sldId id="285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7T11:24:43.5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10309 13276 84 0,'16'5'67'0,"3"4"-61"0,9 3-23 0,0 0 3 0,2-3 11 0,2-3 32 16,0-5 17-16,3-1-1 0,4-1-7 0,3 3-29 0,4 2-37 0,5 2-64 15,6 3-63-15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7T12:47:01.1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7555 7596 495 0,'-29'-16'126'0,"-4"-2"-74"0,-5-1-11 0,3 5-11 15,6 3 0-15,0 2-4 0,-1 1-8 0,0 0-9 0,0 2-11 16,-2 2-7-16,1 1-9 0,-5 3-6 0,0-1-3 0,-4 2-7 0,-4 1 0 16,0 2 2-16,-3 1 5 0,-1-1 8 0,-4 1 6 0,-1 0 5 15,-1-1 6-15,-3 0 5 0,0 0 4 0,-3 0 4 0,-2 0 2 0,-1 1 4 16,-2 0 2-16,1 1 0 0,-1-1 4 0,-2 2 1 0,1 0 3 0,-1 2-1 16,0 0-1-16,-1-1-1 0,-1 0-8 0,-2 0 1 0,1-1-2 15,0 1 3-15,0 1 4 0,-2 1-2 0,1 0 4 0,0 0-3 0,0-2 1 16,3 1 0-16,-1 0-4 0,2 0-4 0,0 1-1 0,1 1-1 15,3 0 0-15,1 0 2 0,2 1-5 0,3 2 2 0,-2 1-3 0,0-1-1 16,0 4 1-16,-1 0-3 0,-1 2-1 0,2 0 0 0,-1 2 1 0,2 1-1 16,3 0 1-16,2-1-1 0,2 0-3 0,-2 1 1 0,1 1-1 15,-1-1-1-15,2 2 4 0,1-2-1 0,3 3 1 0,1-1 1 0,2-1-2 16,0 1 2-16,5-3-9 0,1 1 0 0,2-1 0 0,4-2-3 0,1 2 6 16,4-2-1-16,1-1-6 0,1-1-2 0,4 1-7 0,1-3-13 15,2-2-15-15,4 0-50 0,3-3-68 0,3-1-69 0,4-1-223 0</inkml:trace>
  <inkml:trace contextRef="#ctx0" brushRef="#br0" timeOffset="1150.68">5543 7571 1235 0,'-35'-31'447'0,"-1"-2"-425"16,-4-2-6-16,11 11-11 0,11 8-1 0,1 3 0 0,2 2-6 0,-2-1-7 16,1 2-12-16,-2 1-17 0,-2 2-28 0,0 2-37 0,-3 2-42 15,-2 3-23-15,-2 4 1 0,-5 4 16 0,-1 2 29 0,-4 3 29 0,-5 2 21 16,0 1 25-16,-2 1 21 0,-4 0 14 0,-1 1 8 0,-2 0 5 0,-2 4 3 16,-3-1 1-16,-1 4 5 0,1 0 5 0,-3 0 9 0,4 4 9 15,-1 1 6-15,-1 2 10 0,1 1 6 0,0 1 5 0,-1 1 5 0,1 4 0 16,-3 4 0-16,0 1 7 0,-1 3 12 0,0 2 6 0,0 4 2 0,1 2-9 15,-1 3-8-15,1 3-16 0,2 2-9 0,1 1-4 0,4 3-17 16,1-1-4-16,2 3-4 0,3 3-3 0,2 1-12 0,3 2 3 0,4 1-3 16,5-3-4-16,1 1 7 0,5-2-6 0,2-2-3 0,3-2 0 15,6-1-4-15,0-4-6 0,5 0 14 0,3-2-4 0,4 1 2 0,4-2 6 16,3-2-13-16,5-2 0 0,3-2-1 0,2-3 1 0,5-1 3 0,2-2-1 16,3-1-2-16,3-1-6 0,2-2 2 0,3-1 16 0,2-1 3 15,4-3 8-15,1-1 2 0,3-2-6 0,4-3 1 0,2 1 1 0,1-2 1 16,5 1-2-16,2-1 1 0,5 0-3 0,4-3 4 0,1 1-5 15,2-1-5-15,2 1-2 0,1-2-3 0,2 2-1 0,0 0 3 0,2 0-3 16,2-2 8-16,2 1-3 0,-3-1 0 0,4 0 2 0,-2-2-8 0,-1 0 6 16,2-1-3-16,-2-2 2 0,1 0-2 0,0-1 1 0,1-1 3 15,1 1-3-15,-2-2 10 0,0-1-3 0,1-1 9 0,-2-1 4 0,3-2 4 16,1 0 8-16,1-1-3 0,1-1 2 0,0-2-4 0,1-1 1 0,-1 0-5 16,2-1-2-16,-3 0-2 0,1 0-4 0,1 0-1 0,-3-2-2 15,2 2-1-15,-2 1 0 0,-1-1 0 0,1 0 7 0,1 0-2 0,-2 0 3 16,3-1 2-16,-2 1-1 0,-3 0-2 0,1 0 0 0,-3 0-3 15,0-2 3-15,-2 0 4 0,-1-1-7 0,-2-1-6 0,0 1-2 0,-2 0-6 16,0-2-13-16,-1 0 3 0,-2-2-1 0,2-1 3 0,-2 0 11 0,2-3-2 16,0-2 12-16,1 0-7 0,0-3 4 0,0-2-5 0,-1 0-9 15,-1-3 1-15,-1 0 6 0,0-1 1 0,0-1-1 0,0 1-2 0,1-2-6 16,-1 1 4-16,-2-1-1 0,0 0-3 0,-1-1 3 0,1 0 5 0,1 1 1 16,-1 1-3-16,0-1 4 0,1 0-8 0,2 0 6 0,2-1-1 15,0 0-4-15,1-1 2 0,0-1-3 0,0 2 1 0,0 0-1 0,-3 1-1 16,0-1-2-16,0 1 1 0,-1-2-4 0,-1 0 3 0,-3 0 6 0,-1-3-4 15,-2-2-2-15,-1 0 6 0,-1-1-7 0,-2-2 7 0,-4 2-7 16,1-3 1-16,-3 0 2 0,0-2 3 0,0-2 4 0,-2-2-3 0,1-1-2 16,-5-2-4-16,0 0 1 0,-2-2 5 0,-2 0-4 0,-3-2 3 15,0-1 3-15,-2 0-6 0,-1-1 3 0,-1-2 1 0,-2-1 0 0,-4 0-2 16,1 0 2-16,-5-3-2 0,1 2 3 0,-3-3 5 0,-1 1 1 0,-2-1-2 16,-1 0 2-16,-3 0-2 0,-5 1 2 15,-1-1-3-15,-3 0-6 0,-4-1-4 0,-3-1-10 0,-3-4-2 0,-5-1-3 0,-6-3-2 0,-7-2 6 16,-5-4-5-16,-6-2-1 0,-5-2 1 0,-7-3 0 0,-9-1-13 15,-7 1 7-15,-5 1 8 0,-3 4 0 0,-3 3 20 0,-3 2-5 0,-2 2 7 16,-3 3 3-16,-1 2 3 0,-3 3 3 0,-2 3-7 0,1 4-1 0,-3 0-16 16,2 4 6-16,-3 3 4 0,1 2-4 0,-1 3 15 0,3 0-9 15,0 4-1-15,0 2 2 0,2 2 0 0,-3 1-3 0,-1 2-1 16,-1 2-6-16,-1 1-3 0,-3 2-2 0,-3 1 3 0,-3 3 2 0,-3 0 2 0,-1 1-7 16,1 1-1-16,-1 1 1 0,1 1 1 0,0 1 6 0,1 1 0 15,-2 0-7-15,2 1 0 0,1 2 0 0,-3 0 4 0,3-1 2 0,2 1 6 16,-1 1-2-16,7 0-2 0,2 1 9 0,5 1-7 0,1 1 5 15,3 1 0-15,1 1-8 0,1 1 4 0,6 0-4 0,1 1-2 0,2 3 0 16,1 1-3-16,-2 2 5 0,-1 4-1 0,2 0 3 0,1 2-1 0,2-2 2 16,3 2-2-16,2 1 2 0,-1 1-3 0,3 2 0 0,1 2 1 15,-1 1-3-15,1 3 4 0,0 0-6 0,-1 3 4 0,-1 1-15 0,1 3-1 16,-2 1 12-16,0 3 3 0,2-1 5 0,1 0-2 0,3 0-15 0,1-1-4 16,2 0 1-16,3 0-5 0,1 2-9 0,2-1-11 0,3-1-21 0,3-1-20 15,6-1-24-15,3 2-34 0,3 2-32 0,3 0-51 0,5 2-56 16,5-4-34-16,8 0-37 0,8-2-45 0,8 0 87 0</inkml:trace>
  <inkml:trace contextRef="#ctx0" brushRef="#br0" timeOffset="9850.65">8161 11569 38 0,'-12'-1'37'0,"-1"1"9"0,-4 0-5 15,1 2-3-15,3-1-8 0,1 1-3 0,-1 1-3 0,0 0-2 0,1 1-3 16,-1 0-3-16,1 2-2 0,1 0-4 0,-1 1-2 0,0 1-2 16,0 1-2-16,1 0 1 0,-1 2-1 0,-1 0 1 0,2 0-1 0,-1 0-1 15,1 0 3-15,3-2-1 0,-2 2-3 0,2-1 1 0,0-1 0 0,2 0-1 16,0-1 0-16,2-2-2 0,1-1-2 0,1 0 2 0,1-2-3 16,1 1 3-16,2-1-2 0,0-1 0 0,2 0 4 0,1 0 1 0,0-2 7 15,3 0 7-15,1-2 3 0,1 0 3 0,2-3 3 0,2 0 3 16,2-1 2-16,0 0 1 0,1-2 1 0,2-1-1 0,1-1 1 0,1-1-3 15,2-1-1-15,1 3-2 0,0-2-3 0,2 1-2 0,1 1-7 0,3 0 0 16,-1 0-1-16,3 1 0 0,0 2-1 0,2-1 1 0,3 1-1 16,2 0 1-16,1-1 2 0,1 1-4 0,1 0 3 0,3 0-6 0,1-2 2 15,4 1 1-15,1-2 0 0,5-2 4 0,1 0-1 0,3-1 0 0,2 0-7 16,2 2-2-16,-1-2-1 0,4-1 1 0,-1 1 3 0,2 0-2 16,-1 1-4-16,2 0 4 0,-1 0-2 0,2 0 8 0,1 1 0 0,-2-1 2 15,1 2-2-15,-2-1-6 0,-1-1 0 0,2 2 0 0,-1 0-2 16,0 0 3-16,0 2 0 0,1-2 0 0,-1 2-1 0,1 1 4 0,0 0-2 15,-3 1 0-15,1 0 6 0,-2 2-4 0,-1-1 0 0,0 1-3 0,-1 2-1 16,0-1 6-16,0 2 1 0,1-1 4 0,-1 0 0 0,0 0-6 16,0 1-1-16,-2 0-1 0,1 0-1 0,0 2-1 0,1-1 0 0,1 2-4 15,-1 1-1-15,1 1 2 0,1 1-1 0,-2 1 1 0,1 1-2 0,-2 2-3 16,-2-1 1-16,-1 3-1 0,0 1 0 0,-2 0 5 0,-2 2-2 16,-1-2-8-16,-2 2 1 0,-4-1-2 0,-1 1 7 0,-3 1 11 0,0 2-6 15,-3 0-1-15,-3 1-6 0,0 0-3 0,-3 1 1 0,-1 2 0 16,-2-1 1-16,-1 1-2 0,0 1 4 0,-1 2 2 0,-3 2-4 0,0 0 1 15,-5 2 0-15,-1-2-4 0,-1 1 3 0,-4-2 1 0,0 2-2 0,-1 1 4 16,-2 0-2-16,-2 1-2 0,-2 0-1 0,-2-1-6 0,-2 1 3 16,-1 0-8-16,-3-2-4 0,-1 2 2 0,-3-1-11 0,-2 1 3 0,-3-3-8 15,-3 0 0-15,-2-3 4 0,-4 1 7 0,-2-1 9 0,-2 0 4 0,-3 0 5 16,-5-2 0-16,-2 0 1 0,-5-3 0 0,-4-1-3 0,-2 1 1 16,-3 0-3-16,-4-2 0 0,-4 0-3 0,-5 1 1 0,-4 0-2 0,-5-1 2 15,-4 0 2-15,-4 0 3 0,-1-1 8 0,-4-2-1 0,-2 2 6 0,-3-2 4 16,-3-1 6-16,-1-1 16 0,-1 0 4 0,2 1 8 0,0-1 11 15,2-1-2-15,3-1 4 0,0 1-8 0,-1-1-18 0,-2 1-12 0,0 1-8 16,-2-1-3-16,0 0-1 0,0 1 1 0,-1 0-2 0,-1 0-1 16,-4-1 3-16,0-1-4 0,-3 2 0 0,-3 1-5 0,0 1-1 0,-2 0-3 15,-2-1-2-15,0 2 5 0,-3 0-4 0,0 0 1 0,-1-1 1 0,1-1 1 16,1 0 3-16,-1-3-2 0,0-1 3 0,2 0-1 0,3-2-1 16,4-1 17-16,9-1 5 0,4-3 12 0,6-2 2 0,4-2-10 0,0-1-7 15,3-3-18-15,0-1-2 0,3-1-5 0,1-3 5 0,4-2 0 0,3-2-5 16,2-3 1-16,2-3-4 0,3-2 0 0,2-1-2 0,1-2-6 15,2 0-12-15,0-2-11 0,1-2-1 0,2-2 4 0,-1-1 2 0,3 0 13 16,2 0 7-16,4-2 4 0,3 1 4 0,1-3-10 0,4 2-14 0,3-1-8 16,4 1-8-16,7-1-10 0,4-3-5 0,6-1-4 0,7-1-6 15,7-3 3-15,8 0-3 0,6-1 5 0,9-2-1 0,6-1 2 0,4 0 0 16,7 2-6-16,3 1-2 0,5 0-6 0,6 3-3 0,6 0 1 16,5-1 12-16,7 0-6 0,10-1-48 0</inkml:trace>
  <inkml:trace contextRef="#ctx0" brushRef="#br0" timeOffset="10349.51">14363 11431 1333 0,'-1'-9'343'0,"-1"1"-230"0,1-2-52 15,2 3-42-15,2 1-19 0,3 2-21 0,4-1-3 0,3 0-3 0,7-1 3 16,4 0 14-16,7-1-3 0,5 0 5 0,4 0 2 0,1 1-3 15,4 0 8-15,1 0-4 0,3 1-7 0,1 0 3 0,0 0-8 0,1 1 7 16,3-1 4-16,2 1-3 0,2 0-1 0,2-1-5 0,0 1-1 16,1-1 5-16,2 1 5 0,0-1 2 0,3 1-5 0,1 0 4 0,1 1 0 15,2-1 3-15,2 0 6 0,1 0-2 0,1 0 3 0,3 1-5 0,0 0-1 16,0 2 0-16,2 0-1 0,0 1 2 0,2 2 2 0,-2 1-2 0,3 2-2 16,2 1 0-16,-1 3-3 0,3 0 0 0,1 4 0 0,3 2-4 15,2 1 0-15,3 2-2 0,2 2-2 0,2 1 4 0,0-1 7 0,-3 3-3 16,0 0 5-16,-6-1 0 0,0 3-9 0,-5 0-3 0,-1 0-5 15,-3 1-8-15,-4-3-2 0,-5 2-5 0,-5-1-8 0,-3 4-8 0,-4-1-12 16,-5 0-3-16,-3 1 3 0,-4-1 3 0,-5 0 6 0,-4 1 6 0,-4 2 6 16,-3 1 6-16,-3 2 2 0,-3 0 2 0,-2 3 2 0,-2 1 3 15,-3 1-4-15,-2 5-8 0,-3 1-19 0,-2 2-16 0,-4 3-7 0,-1 4-31 16,-5 6-6-16,-4 8 22 0,-5 6 18 0,-4 6-31 0</inkml:trace>
  <inkml:trace contextRef="#ctx0" brushRef="#br0" timeOffset="10517.46">18178 13269 31 0,'-65'20'34'0,"-9"4"14"0,-20 3 10 15,3-7 1-15,7-4-2 0,-3-3 1 0,-1-1-5 0,1-2 12 0,1 0 9 16,0-1 12-16,2-2-1 0,1-1-7 0,0-2-1 0,1-1-5 0,-2-2 1 16,0-1 4-16,0-3-5 0,-1-2-6 0,-2-2-3 0,-1-4-7 15,-1-2-2-15,0-1-7 0,-1-3-7 0,-1-3 2 0,0-1-7 0,-4-3-6 16,0-3 2-16,-1 0-3 0,-1-4 1 0,3-2 3 0,0-3-12 16,1-2-3-16,0-1-10 0,0-4-7 0,-2 0-3 0,0-3-29 0,2 1-38 15,-1-2-25-15,5 4-20 0,4 3-11 0,6 1 3 0,7 3-25 0,5 2-64 16,3-1-103-16,-5-4-111 0</inkml:trace>
  <inkml:trace contextRef="#ctx0" brushRef="#br0" timeOffset="12685.65">4538 13897 422 0,'-9'-1'132'0,"-2"2"-66"0,0-1-34 15,3 0-14-15,1-1 2 0,2 0 5 0,0 1 1 0,1-1-1 0,0 0-6 16,0 0-8-16,1 0-3 0,0 0-3 0,0-1 0 0,1 1-4 0,-2-1-1 15,1 1 2-15,1 0-2 0,-1 0-1 0,0 0 2 0,0-1-1 16,1 1-1-16,-1 0 5 0,-2 1-1 0,1 0 3 16,0 1 2-16,1-1 1 0,1 2-1 0,-1 0 2 0,0 0 0 15,0 0 0-15,1 2 0 0,0-1-2 0,1 2-1 0,1 1 1 0,0 1 0 0,2 2-2 0,1 1-1 16,4 2 5-16,0 0 10 0,3 4 13 0,1 1 14 0,0 1 3 0,3-1 4 16,2 3 2-16,3-1-6 0,4 0-6 0,3 1-7 0,4 0-10 15,2-1-2-15,2 1-2 0,1 0 1 0,4-2-4 0,1 1 0 0,2-1-5 16,4-1-1-16,3-1 2 0,1-3 0 0,2-1 0 0,1-2 1 0,3-1 5 15,2-2-2-15,1-1 2 0,2-1 4 0,1-3-6 0,1 0 1 16,2-2 5-16,3-1-7 0,1 0 6 0,0-1-3 0,3-2-2 0,1 0 0 16,1-1-4-16,1-1 0 0,1-1 0 0,0-1 1 0,5 1-2 15,-1-2-2-15,1 1-4 0,-2-1-7 0,0 0-3 0,0 0 1 0,-2 1 0 16,-1 0 1-16,2 0 3 0,-2 2-5 0,-2-1 4 0,2 0-3 0,-3 2 0 16,1-2 1-16,-1 1-4 0,-3 0 8 0,1 1-4 0,-2 0 7 15,0-1 2-15,-1 2-7 0,-2-2 4 0,-2 1-3 0,-2-2 0 0,-1 1 6 16,-3-1 4-16,-1-1-4 0,-3 0-1 0,-2-3 1 0,-1 0 3 15,-4-2 5-15,0 1-2 0,-3-2-2 0,-2-1-1 0,1-1 0 0,-3 1 5 16,-3-2 0-16,-2-1-7 0,-3 2 5 0,-1-1 6 0,-3-1 0 0,-2 0 18 16,-3 0-1-16,-1 0 3 0,-2-1 7 0,-4 1 0 0,0 0-3 15,-3-2 0-15,-2 1 0 0,-2 0-3 0,-3-1 0 0,-2 0-4 0,-3-1-6 16,-2-2 1-16,-3-2-5 0,-6-4-13 0,-1 0-8 0,-4-4-16 0,-3 2-7 16,-3-4 0-16,-7 0-4 0,0-2-1 0,-7-2-15 0,-3 1-5 15,-2-2 4-15,-5 0-2 0,-3 1 17 0,-3-2-3 0,-5 2 2 0,-2 0 0 16,-5-1-3-16,-3 1 7 0,-4-2-4 0,-5 2 10 0,0 2 7 15,-4 2 11-15,-2 1 11 0,0 2-3 0,-2 3 2 0,-3-1-21 0,-1 4 3 16,-3-1 10-16,0 3-5 0,-1 0 21 0,2 1-9 0,-4 3-7 0,2 0-1 16,-3 3-4-16,1 1-2 0,-1 1-4 0,0 1 3 0,2 2-1 15,0 1 2-15,1 3-1 0,3 0 3 0,1 2-3 0,1 0-1 0,3 2 2 16,1 0-1-16,1 1 4 0,2 1-1 0,0 1-6 0,0 1 4 0,3 2 2 16,-1 2-3-16,1 3 2 0,3 1-5 0,1 2-2 0,0 2 0 15,2 2-1-15,0 3 3 0,2 2-5 0,2 0 2 0,2 4 4 0,1 1-3 16,2 3-9-16,0 2 5 0,1 2 0 0,2 3 2 0,2 2 3 0,0 2-7 15,2 3-3-15,1 1-9 0,1 4-3 0,2 0-16 0,-2 3-24 16,3 0-30-16,1 0-41 0,1 3-38 0,0 0-45 0,1 2-27 0,1 3-20 16,1 0-6-16,2 0 10 0,4-1 8 0,3-1-57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7T12:48:38.3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3258 6293 1082 0,'-1'5'6'0,"3"3"0"0,1 1-7 15,3 1-15-15,4-1-31 0,2-2-41 0,3-2-52 0,3-5-49 16,2-3-31-16,2-2-110 0</inkml:trace>
  <inkml:trace contextRef="#ctx0" brushRef="#br0" timeOffset="549.6">3735 6358 416 0,'12'13'289'0,"2"2"-204"0,5 6-2 0,6 1-14 0,-1-1-8 15,4 1-7-15,3 1-13 0,3-3-9 0,4 0-10 0,3-1-10 16,2-2-5-16,4 0-4 0,3-2-9 0,3-2-7 0,4-2-18 15,3 1-16-15,2 0-5 0,2-2-1 0,3-1 18 0,2 0 11 0,3-2 14 16,1-1 7-16,2 0 3 0,1 0-2 0,1 1-4 0,0 0 3 0,-1 1 0 16,3 0 5-16,2 0 2 0,1 0 2 0,3 0-1 0,1 0-1 0,3 1 3 15,1 0-1-15,2 0 4 0,3 0 5 0,-1-1 1 0,4 1 8 16,2 0 5-16,-2-2 4 0,5-1 8 0,-1-1-4 0,1-1 4 0,3 0 1 16,0-2-3-16,3 0 1 0,1-2-3 0,3-1-3 0,1-1 1 0,2-3-1 15,2-1 0-15,4-1 2 0,0-2-1 0,2 0-1 0,-1-2-3 16,-1-1-2-16,2 0-5 0,0-1-1 0,0-2-10 0,0 0 4 0,0-3-4 15,0 0-4-15,-1 0 2 0,0-1-4 0,-1-1 2 0,1-2-1 16,-2 0-3-16,-1 1-1 0,0 0 0 0,-2-1 1 0,0-1 6 0,-2 1 1 16,-1-2-4-16,-4 0 0 0,-1 1 0 0,0-1-8 0,-3 0 4 0,1-2 1 15,0-1-1-15,-5 0 7 0,-1-1-6 0,-4 2 1 0,-3 0-1 16,1 0 2-16,-4-1-2 0,0 0-3 0,-4-2 0 0,-2-1 4 0,-2-1-1 16,-5-1 5-16,0-3 1 0,-5 2-2 0,-4 1 5 0,-2-1-7 15,-4 0 5-15,-3-1-5 0,-2-3-7 0,-5 3 14 0,-4-1-4 0,-5-1 2 16,-5 2 7-16,-3-3-8 0,-5 0 0 0,-4 0 2 0,-5 0 0 0,-5 1-2 15,-3-3 0-15,-4 0-8 0,-5 2-10 0,-5-2-4 0,-6 1-5 16,-4-1-7-16,-4 0 5 0,-3-1-1 0,-4-2 6 0,-5 2 10 0,-3-1-5 16,-3 0 5-16,-3 2-2 0,-4 0-1 0,-2-1 5 0,-2-1 2 0,-5 0-1 15,-3-2-3-15,-2 2 5 0,-4 3-4 0,-3 0-2 0,-4 3 0 16,-3-1 1-16,-6 2-4 0,-3 1 10 0,-5-1-3 0,-6 1 0 0,-1 1 4 16,-7 2-7-16,-4 1 2 0,-3 2-3 0,-6 2-4 0,-5 2-2 0,-4 3 3 15,-5 0-4-15,-4 1 5 0,-4 2-5 0,-3 2 3 0,-4-1 1 16,-2 1 3-16,-4 3-2 0,0 1 4 0,0 4 0 0,-2 2 1 0,0 2 2 15,2 2 2-15,-3 1-2 0,3 2 3 0,0 2-9 0,-1 2 4 0,2 4-2 16,1 2-2-16,-1 4 10 0,-1 3-10 0,0 3-3 0,-3 1 6 16,-2 3-6-16,0 2 7 0,-3 5 1 0,0 2 1 0,-3 7-2 0,0 4-3 15,-2 2 0-15,1 5 0 0,0 3 0 0,-1 5 7 0,1 3-3 16,1 1-3-16,0 1-5 0,4 0-9 0,1 1-24 0,7-1-40 0,4 1-36 16,6-1-34-16,7-1-28 0,5 1-35 0,6 1-53 0,4 0-34 0,5 3-69 15</inkml:trace>
  <inkml:trace contextRef="#ctx0" brushRef="#br0" timeOffset="44236.47">4682 8685 26 0,'0'0'30'0,"1"1"-5"0,0-1-6 0,0 1-5 0,1-1-1 16,0 0-4-16,2 0-3 0,0-1-1 0,1 1-3 0,-1 1 0 0,1 0-1 15,-1 1 0-15,1 0-1 0,1 1 0 0,-3-1 1 0,2 0-1 16,-1 0 0-16,1 2 1 0,-2 0-1 0,0 0 1 0,-1 1 0 0,1 1 0 16,-1 0 2-16,-1 1 1 0,-1 1 2 0,0 0 3 0,1 0 1 0,-1-1 1 15,1 2 1-15,-1-1 0 0,1 1-1 0,0-1 0 0,1 0-1 16,3 0 0-16,-1-2 0 0,1 2 1 0,1-1 4 0,-1 0 2 0,3 0 5 16,1-1 4-16,1 0 1 0,2-1-2 0,2 0 4 0,0-1-3 15,4-1-1-15,0-1 1 0,0-2-2 0,2 2-2 0,1-1-2 0,0 0-4 16,3-1-2-16,-1 0-3 0,2-1 0 0,-1 1-2 0,1 0-3 0,2 1 1 15,-2-1-2-15,0 1-1 0,3 0 1 0,-1 1-1 0,2 0-2 16,-2 2 1-16,-1 0-1 0,-1 1 4 0,0 1 1 0,0 1 2 0,0 0 3 16,2 0-2-16,-1 0 2 0,2-1 0 0,1 1-4 0,0 0 4 0,2-1 0 15,-2 1-3-15,3-1-1 0,0-1-2 0,1 1 0 0,3-1 0 16,-2 0 1-16,5 0-3 0,-1-3 1 0,0 2-1 0,1 0-4 0,-2 0 3 16,2-1-2-16,-3 1 2 0,2-1 5 0,1 0-3 0,0 0 6 0,-3 0 2 15,1 1 4-15,-2 0 5 0,1 0 2 0,-1-1 3 0,1 0 0 16,-2 0 1-16,1 0-3 0,2-1-2 0,-1 0-1 0,1 0-2 0,-2 1 0 15,1-1 0-15,1 1 1 0,-1-1-1 0,3 0 1 0,-1 0 2 16,1-2 2-16,1 1-1 0,-1-2 0 0,2 0-3 0,0 0-5 0,0-1-3 16,0 0 1-16,0-1-1 0,-1-1 0 0,-1 1 0 0,0 0-3 0,-1-1 7 15,0-1 0-15,-2-1 4 0,1-1 2 0,-1 0-5 0,-1-1 2 16,-1 1 1-16,-3-2 0 0,1 1 0 0,-1-1 0 0,0 0 0 0,-2-1-2 16,0 0 4-16,-3-1-5 0,2 0-12 0,-1-2 4 0,0 0-10 0,-2 0 6 15,0-1 15-15,-2 1-4 0,-2-2 4 0,2-1-5 0,-2-3-4 16,-2 1-1-16,1-2 1 0,-2 0-1 0,-3 0 0 0,-1-1-2 0,-2 0 0 15,-1 1 0-15,-2 0 3 0,-2-2 6 0,-2 2-3 0,-2-2 3 16,-1-2-4-16,-3 1 0 0,-1-1 1 0,-1 0-5 0,-2-1 5 0,-1 2-4 16,-1 0 1-16,-2 0 1 0,-1 0-2 0,-2 0 0 0,0-1 4 0,-1 3-15 15,-3-1-3-15,-1 0 7 0,0 3 0 0,-3-2 18 0,-1 1-3 16,0 0-9-16,0 0-1 0,-3-1-5 0,-1 3 0 0,-3-2 2 0,0 0-1 16,-1 3-2-16,1-1-1 0,-3 1 0 0,1 0 1 0,-4 3 1 15,0-2-1-15,-2 0-1 0,-1 1-1 0,-2 0-1 0,-1 1 0 0,0-2 2 16,-2 1-1-16,2 2 1 0,0-1 0 0,-1-1 0 0,0 0 1 0,1 0 0 15,-1 0-6-15,3 1 1 0,0-1 4 0,0 0-4 0,1-1 8 16,1 0-6-16,-1 2-6 0,1 0-2 0,-3 0-3 0,1 1-6 0,0-1 2 16,-2 1 4-16,3 1-2 0,-2 1 13 0,-1 1 5 0,0 0 4 0,-2 0-2 15,0 0-1-15,1 1-7 0,-2-2 2 0,0 1-4 0,0-1 2 16,-1 0-2-16,-2 2 1 0,1-1 2 0,1 0 2 0,1 0 1 0,0 0 0 16,1 1 0-16,0-2-2 0,-2 2 2 0,5 0 0 0,2-1 0 0,-1 1 0 15,4 1-5-15,-2 0 2 0,2 1 0 0,1 2 3 0,-2-1 2 16,1 1-1-16,-1 1 0 0,1 1-5 0,-1 1 1 0,1 1-2 0,1 1-2 15,0 2 4-15,0 0-4 0,-1 0 2 0,1 1 1 0,1 1-2 0,1 0-3 16,1 2 0-16,2-1-4 0,-1 2 1 0,2 1 3 0,0 2-4 16,2 1-4-16,0 2-2 0,-1 1-1 0,1 2-6 0,-1 1 0 0,0 2-2 15,0 1-4-15,0 2 4 0,3-1-10 0,-1 0 5 0,1 2 2 16,3-1 5-16,-1 2 8 0,2 1 5 0,2-3-1 0,0 2 0 0,0-2 6 16,3 0 4-16,-1 0-1 0,1 0 1 0,2 1 0 0,0 2-3 15,2-1 4-15,0 2-3 0,1-1 6 0,0 0-3 0,2-2-2 0,0-1 1 16,2 0-4-16,2 1 3 0,1-2 0 0,2 0 2 0,2 0 1 0,0-2-3 15,3 1 2-15,2-2-2 0,1-2-3 0,3-1-3 0,1-1-1 16,0-2 1-16,4-1 3 0,1-1 6 0,2 0 6 0,-1-2-1 0,1-1 3 16,1 0-2-16,-1-1-7 0,1-2 3 0,1 0-2 0,-1-1-2 0,1 0-1 15,0 0 2-15,-1-1-1 0,1 0 4 0,-1 0-3 0,0 0-3 16,0 0 2-16,-1 0-2 0,-1 0 7 0,1 1-3 0,-1-2 2 0,0 1-3 16,-3 0-1-16,1 0-1 0,0 1 4 0,-1-1-1 0,1 1 0 0,-1-1 6 15,-1 0-6-15,0 0 2 0,-3 0 5 0,2-1-7 0,-2 2 8 16,-1-1-2-16,1-1-6 0,-2 1 2 0,0-2 0 0,2 1 1 0,-3 0 5 15,2 0-2-15,-2 0 1 0,-1 0-2 0,-1-1 1 0,-1 0-2 0,1 0 2 16,-1 0 1-16,0 0 4 0,-2 0-2 0,0 0 2 0,0 0 6 16,-2-1-7-16,0 0 4 0,0 0 2 0,0 1-8 0,0 0 10 0,-1-1-1 15,-1 0-6-15,1 0 4 0,-1 0-8 0,-1 0 1 0,0 0-2 0,0 0-1 16,0-1-2-16,-1 1-3 0,0 0 1 0,0 0 2 0,0 0-4 16,0 1 4-16,0-1-1 0,0 0-3 0,0 0 0 0,1 0-3 0,-1 0-1 15,1 0 3-15,0-1-2 0,1 0-1 0,0-1-5 0,-1-1-19 16,2 0-10-16,0 0-15 0,1-1-14 0,0 0-16 0,1-1-16 0,0 0-18 15,1-2-32-15,0 0-18 0,1-2-10 0,2 1-4 0,1 0 15 0,-2-1 13 16,0 2 12-16,0 0 22 0,-1-1 19 0,0 3 2 0,0-1-28 16</inkml:trace>
  <inkml:trace contextRef="#ctx0" brushRef="#br0" timeOffset="45154.3">4808 9406 743 0,'-21'-10'-1'0,"-1"-1"73"15,-2-2-22-15,10 4-10 0,6-1-13 0,2 2-11 0,2-1-8 0,2 1-9 16,2-1-3-16,2 1-5 0,2-1-2 0,1 0-5 0,2 1-8 16,1 0-11-16,1 1-17 0,3 1-16 0,0 0-13 0,2 1 0 0,-2 2 5 15,0-1 10-15,0 1 14 0,-2 1 14 0,0 0 14 0,-2 0 12 16,-3 0 8-16,-1 1 4 0,0 0 3 0,-1 0 8 0,-2 0 8 0,-1 0 13 15,0 1 9-15,0-2 11 0,0 1 5 0,0-1 2 0,-1-1 2 0,2 1 1 16,0-1-1-16,1-1 0 0,0 0 0 0,0 0-1 0,3 0 3 16,-1-1-2-16,3 2 1 0,0-1-3 0,1 1-5 0,2-2-3 0,0-1-6 15,5 1-3-15,0 0-2 0,3 1-6 0,1-1 0 0,3 0-5 16,2-1-1-16,4 1 2 0,3-1-7 0,0 0-2 0,3 1 1 0,5-2-4 16,1 0 3-16,2-1 4 0,2 1-6 0,1-1-1 0,2 0-5 0,2 0-1 15,2 2-4-15,-2-1-3 0,2 1 2 0,0 1-10 0,-1 1 10 16,3 0-3-16,-1 1-3 0,0 1 5 0,0 0-5 0,0 2-6 0,1-1 7 15,2 1 2-15,1 0-1 0,2 1 4 0,0 0-5 0,0 0-3 0,2 0-2 16,1 1 2-16,-2-1-6 0,2 1 5 0,-2 1-1 0,-1-1-1 16,2 1 9-16,-1 0 2 0,1 0-2 0,1 0-1 0,-1 1-5 0,1 0 1 15,0-1-1-15,-1 1 3 0,0 2 1 0,-3-1 0 0,1 2 3 0,-1-1 4 16,-3 2-5-16,-1-1 8 0,-2 2 5 0,-1 0 2 0,-2 1 8 16,0 2-1-16,-3 1-3 0,-1 1-1 0,-1 1 1 0,-3 1 0 0,-1 1-1 15,-1 0-1-15,0-1-2 0,-1 3-2 0,-1-1-2 0,0-1 1 0,-1 2-3 16,-2-2-5-16,1 2-1 0,-2-2 0 0,0 1 1 0,-3 0-7 15,0-1 1-15,0 1-3 0,0 0-2 0,-2 1 5 0,-2-3-9 0,-1 2 0 16,-4 0 18-16,0-2 3 0,-1 3 5 0,-3 0 3 0,0-1-19 16,0 0-1-16,-4 0 0 0,-2 1 2 0,-1-1-2 0,-1 0 1 0,-2 0 2 15,-1-1-4-15,-2 1 4 0,-2 1 0 0,-2 1 0 0,-2-1 0 0,-2 2-3 16,-1 0 4-16,-1-2 1 0,-2 0-1 0,-1 0 1 0,-3-2 1 16,-1 1-4-16,-2 0 2 0,-1-1 1 0,-1 1-8 0,-2 0 4 0,-1 1 2 15,-2-2-2-15,-5 2 0 0,-1 1-1 0,-4-2 2 0,-1 0-10 16,-1 0 2-16,-4-1 19 0,-2 1-6 0,-2 3 10 0,-3-2-3 0,-1 0-24 15,-3 1 2-15,-1-1 2 0,-2 0 4 0,-2 1 7 0,0-2 0 0,-1-1-5 16,-1 1-1-16,0-1-1 0,1-1-1 0,-1 0 3 0,-2-2 0 16,0 1-3-16,-1-1 0 0,1-3 5 0,0 0-3 0,0-2 1 0,-1-2-2 15,0-2-1-15,-1-2 2 0,3-1 3 0,-2-1-4 0,2-2-2 16,0-1-1-16,0-1 2 0,1-2 3 0,-1-2 2 0,1-1-4 0,0-3 1 16,0-2 1-16,2-2 3 0,1-4-6 0,0-1 0 0,0-1 0 0,1-4-3 15,2-1 6-15,0-4 0 0,3-1 2 0,-1-4-13 0,1 0-7 0,2-3 10 16,0 1 0-16,2-1 15 0,3-2 4 0,0 3-13 0,2-1-2 15,4 1 1-15,-2 0-3 0,4-1-1 0,-2 0 3 0,3 1 1 0,1-1 0 16,2 4-3-16,1-1 1 0,2 1 2 0,2 0-3 0,2 1-16 16,2 2 5-16,-1 1-3 0,2 0 0 0,2 3 10 0,2-2-27 0,2 4-16 15,1-1-22-15,3 3-27 0,0 1-32 0,1 0-38 0,1 4-48 0,1-1-50 16,2 2-9-16,2 0-2 0,3 1 11 0,3-2 23 0,6-1-43 16</inkml:trace>
  <inkml:trace contextRef="#ctx0" brushRef="#br0" timeOffset="52553.09">9570 8721 390 0,'-5'0'78'0,"0"0"-57"15,0 0-17-15,2 1-5 0,1-1-3 0,2 0-2 0,1 1-4 0,0 0-3 16,3-1-3-16,-1 1-1 0,2 0 1 0,1 1-3 0,0 1 1 0,1-1 2 16,1 1 0-16,1-1 6 0,-1 1 4 0,3 0 3 0,1-1 3 0,0 0 3 15,0-1 0-15,-1 0 2 0,0-1 1 0,1-1 3 0,1 1 2 16,-1-2 0-16,1 0 4 0,2 0 1 0,1 0 5 0,2-1 6 0,1 1 0 16,3 0 0-16,2 0-3 0,0 1-2 0,4 1-1 0,0 0 1 15,2 1 3-15,1 1 0 0,1 1 3 0,2 1 3 0,3 1 2 0,1 1 3 16,1 1 2-16,4-1 0 0,0 1-3 0,2 0-2 0,2 0-11 0,1 0-4 15,-1 0-7-15,2 0-7 0,1-1 2 0,2 0-4 0,1-1 1 16,0 0 0-16,-1 0 0 0,0-2-1 0,2 0 2 0,0-2 0 0,-1 0 3 16,0-2-1-16,0 0 0 0,-2 0-1 0,0-1 0 0,-2 0 0 15,-1 0-3-15,1 0 1 0,-3 0-2 0,-1 1 1 0,1 0 0 0,0 0 0 16,-1 1-1-16,0-1-1 0,-2 0 2 0,1 0 0 0,-3 1-2 0,1 0 5 16,-1 0-1-16,-1 0 0 0,0 0 2 0,0 0-7 0,0 0 5 15,-1 0-3-15,-1 1 0 0,1-1 1 0,0 1-1 0,1 0 2 0,-1-1 2 16,-1 0-2-16,0 0 0 0,-1-1 1 0,0 0 0 0,0-1 1 0,-1 0 1 15,0-3 5-15,-1 1-1 0,0-2 2 0,-2 0-2 0,-1 0-2 16,-1 0 0-16,-1 0 1 0,-2-2 2 0,-1 1 1 0,-3 0 0 0,0-2 1 16,0 1 0-16,-3-1 1 0,1 1 5 0,-3-1 1 0,-2 0 0 15,-1 1 2-15,-1-1 2 0,-2 0-2 0,-1-1 0 0,0-1-3 0,-2 0 0 16,0 0-1-16,-1-2-3 0,0 0 3 0,-3-2-5 0,0-1 4 0,-1 0 2 16,-1-1 0-16,-2 0-1 0,-1 0 2 0,-2 0 1 0,-1-1 0 15,-2 0 1-15,-2 0 5 0,-2-2 1 0,-1 0-2 0,-2 0 3 0,-2-1-3 16,-1-1-4-16,0 2 2 0,-3-2-11 0,-2 0-1 0,-2 2 3 15,-1-3 1-15,-4 0 9 0,1-1-7 0,-3-1-3 0,1 2-5 0,-2-1-5 16,-1 0-1-16,-2 1-2 0,0 0-6 0,-2 2 1 0,-1-3-7 0,-4 1-1 16,-1 0 3-16,-2-1-3 0,-4 1 8 0,0 0 2 0,-3 1 1 15,-4 1 0-15,-1-1-6 0,-3 1-1 0,-2 1-2 0,-1-1-2 0,-1 1-1 16,-3 1-3-16,-1 0-5 0,-1 0-10 0,0 2 5 0,-2 1 4 0,1 2 5 16,0 0 15-16,0 1-3 0,0 1 0 0,2-1-1 0,0 2 2 15,1 1 4-15,2 1 1 0,2 1 3 0,-1 2-4 0,2 1 2 0,0 1-4 16,-1 2-1-16,2 3-2 0,0 1-6 0,1 1-3 0,2 2-1 0,-1 0-4 15,2 3 2-15,0 3-1 0,-1 0-4 0,-1 3 0 0,1 1-3 16,-1-1-3-16,0 1 0 0,0 2 10 0,1-1 2 0,1 1 6 0,1 1 7 16,2 0-6-16,1-1 2 0,0 0 1 0,0 1-4 0,1 0 1 15,0-1 4-15,1 0-2 0,0 1 0 0,0 0 0 0,1 0-4 0,2 2 3 16,0 0 1-16,1 2-1 0,2 0 4 0,1-1-2 0,1 1 3 0,3 0 0 16,0-2-1-16,1 0 1 0,1 1-4 0,2-1-1 0,3 2-3 15,0 0-2-15,3-1 3 0,1 2 0 0,1-1 2 0,2 1-3 0,1-2 1 16,3-2 9-16,0 0 0 0,1 1 2 0,3-1 3 0,1-1-10 0,1 1-2 15,1-2 4-15,1-1-5 0,3 1-2 0,-1-2 1 0,3-1-3 16,1-1-3-16,1 0-1 0,1 0-8 0,2-1-1 0,-1 0-4 0,1-2 1 16,1 1 1-16,1 0-8 0,1 0-2 0,-1 1-9 0,-1-1-4 0,1 1 0 15,0 0-2-15,-1-1-2 0,1-1-2 0,-2 0-6 0,0-2-4 16,0 2-5-16,0 0-1 0,-1-1 3 0,0 0 5 0,-1 0 7 0,2-1 6 16,-1 0 8-16,-1 0 7 0,0 1 2 0,-1-1-1 0,1 0-11 0</inkml:trace>
  <inkml:trace contextRef="#ctx0" brushRef="#br0" timeOffset="60855.43">14924 8819 279 0,'-11'-7'21'0,"1"-1"16"15,-3 0-3-15,4 1-4 0,2 2-6 0,1 1-8 0,1 0-2 16,0 2-5-16,0-1-4 0,2 1-1 0,1 1-4 0,1 0-2 0,0 0-3 16,1-1-1-16,0 1-4 0,2 0 2 0,1 0 1 0,1-2 0 15,2 0 3-15,1-2 0 0,0 0 3 0,1 0 0 0,0-1 0 0,2 0 1 16,-1 0 0-16,1 1 2 0,1 1-2 0,0 0 3 0,1 1 2 0,0 1 0 15,-1 1 4-15,2 1 1 0,0 1 2 0,2 0 1 0,0 2 4 16,1 0 1-16,2 2 2 0,1-1 0 0,2 1 2 0,1 1-3 0,2 0 0 16,-1 2-1-16,2-1-1 0,-1 0 0 0,5-2 2 0,0 0 3 0,2 0 4 15,0-3 2-15,0 0 0 0,1-2-1 0,1-1-4 0,0 0-4 16,3 0-2-16,-2-1-5 0,2-1-1 0,0 0-1 0,1 0 2 0,2 0-2 16,1 0-2-16,-1 0-1 0,3 0 1 0,0 0-5 0,1 1 3 15,2 0-3-15,-2 1-3 0,-1 1 3 0,-1 0 1 0,1 2-5 0,0 0 0 16,-1 1 2-16,-1 1-4 0,-1 0 5 0,0-1 0 0,0 1-2 0,-1-1 2 15,-1 0-1-15,0 0 0 0,-1-2 1 0,1 0-2 0,-1-1 2 16,1-1-1-16,-3-1 4 0,2 0 0 0,0-1 6 0,0-1 6 0,1 1 3 16,-2-2 4-16,1 1-1 0,-1 0 2 0,0-1-3 0,2 1 0 0,-2 1-3 15,0 0-4-15,-1 0 1 0,-1 2 0 0,0 0 0 0,0 1-3 16,0-1-2-16,-1 2 1 0,-1 0-4 0,-1 1 0 0,2 0-5 0,-1 0 0 16,1 0 3-16,0-1-1 0,0 0 0 0,-2 1-1 0,1-1 1 0,-2 0-2 15,0 1 0-15,-1-2-3 0,2 1 1 0,-3-2 6 0,2 1 1 16,-1-2 5-16,-1 0 3 0,3-1 3 0,-1-2 4 0,1-1 4 0,-2-1 3 15,-1 0 2-15,-1-2 1 0,1 0-1 0,-1-3 0 0,2-1-2 16,0-1-1-16,-1-1-6 0,1-1 2 0,-2-2-2 0,2-2 2 0,-3 1 0 16,1-2 0-16,-2 0 0 0,1 1-2 0,0-1 0 0,-2 0-4 15,0 3 1-15,0-2-5 0,-4 0-1 0,0 1-1 0,0-1 2 0,-3 1 1 16,0 2 3-16,-1-1-18 0,-1 0-2 0,-2 2 9 0,-1 1-1 0,-3 0 15 16,-2-1 1-16,-1 0-7 0,-3 0 0 0,-1 0 1 0,-3-1-3 15,-2-1 5-15,-2 2-6 0,-2-3-3 0,-3 0 3 0,-2 0-7 0,-3-2 3 16,-2 1-3-16,-3 0-2 0,0-2-7 0,-3-2 0 0,-2 1-1 0,-3-2-3 15,-2 2 7-15,-3-1-5 0,0 0 1 0,-4 2-2 0,-1-1 0 16,-1 1 6-16,-4-1 3 0,1 1 3 0,-1 0-2 0,-1 0-10 0,-4 0-2 16,-1 2 0-16,-2 1 1 0,-3 1 7 0,-1 1 0 0,-1-1-6 15,-3 2 1-15,-1 0-3 0,-2 3 3 0,-2 0-3 0,-1 0 3 0,-3 2-3 16,0 2 3-16,-2 1-1 0,2 1 5 0,-1 1-1 0,1 2-2 0,-1 1 2 16,2 2 0-16,0 0 6 0,1 2 0 0,2 0 2 0,0 2-5 15,1 2-5-15,0 1 4 0,1 1-6 0,0 4 5 0,1 0-3 0,1 3 1 16,-1 0 4-16,1 2-1 0,-1 2-1 0,-2 0-5 0,2 1 2 0,-1 0-5 15,-1 2 1-15,0 0 5 0,1 1 3 0,1 1 4 0,-1-1 2 16,0 3-6-16,-1-1-5 0,-1 0 3 0,0 0 2 0,2-1 1 0,-1 1 3 16,1 1 2-16,0 0-3 0,1 0-2 0,0 0 4 0,1 0-3 0,2-2 0 15,1-1 2-15,1 1-5 0,1-2 1 0,2 2 1 0,1 0-2 16,2 0-1-16,1 2 1 0,2-1-2 0,1-1-1 0,0 0-3 0,2-1-2 16,0 0 10-16,2 0 2 0,2-1 3 0,1 1 4 0,3-1-10 15,1-2 0-15,4 0-1 0,2-1-7 0,1-3-2 0,3-1-4 0,2 1-8 16,2 0-9-16,2-1-18 0,5 0-19 0,0 0-29 0,3-1-39 0,2 0-46 15,2-1-47-15,3-1-33 0,2 0-25 0,2-2 10 0,5-2-69 16</inkml:trace>
  <inkml:trace contextRef="#ctx0" brushRef="#br0" timeOffset="62638.2">20857 8665 439 0,'7'4'155'0,"4"1"-120"0,5 1-42 16,7 1-14-16,6-1-8 0,5 1-1 0,4-1 5 0,4 1 5 0,1 0 7 15,3 1 4-15,3 0 3 0,3 0 2 0,1 0 0 0,3-1 0 16,2-1-2-16,1-1-1 0,3-2-2 0,1-1-1 0,0-2 2 0,2-1 3 16,0-1 3-16,2-2 2 0,1-2-1 0,1 0-1 0,-1-3 0 0,0-1-3 15,0-1 1-15,0 0 2 0,0-1 0 0,1 1 5 0,-1-1-4 16,-1-1 1-16,0 0 2 0,-2 1-1 0,-2 2 3 0,-1-1 2 0,-1 0-2 16,-2 1 0-16,-2-1 3 0,-1 1 4 0,-2 1 6 0,1-1 6 0,-2 1 4 15,-1 0 2-15,-2 1 0 0,-3 0-2 0,-1 0-4 0,-1 0-3 16,-2 0-2-16,-1-1 0 0,-1 0-1 0,-4 1 1 0,1-1-3 0,-4-1-4 15,-1 1 1-15,0-2-3 0,-4-2 2 0,-1 0-4 0,-3-1 0 0,-4 0 5 16,-1-1 4-16,-2-1 13 0,-3-2 5 0,-3 0 6 0,-3-4-2 16,-3 1 4-16,-3-2 2 0,-3-2-3 0,-3 0 5 0,-3-4-14 0,-4 1-1 15,-4-2-5-15,-4 0-3 0,-3-2 3 0,-4 2-7 0,-3-4-4 0,-5 2-5 16,-2-1-10-16,-4 1-6 0,-3 2-2 0,-2 0-2 0,-5-1-1 16,-3 2 4-16,-3-1 2 0,-5 0 2 0,-1 1 6 0,-2 2 8 0,-4-2 8 15,0 3-1-15,-2-2 1 0,-2 1-4 0,-3 3-4 0,-2 1 3 16,-5 3-2-16,-3 2 1 0,-2 3-1 0,-4 3-3 0,0 3 2 0,-3 4-4 15,0 2 1-15,-1 4 2 0,1 1-1 0,-1 5-4 0,0 3-3 0,-1 3-2 16,2 4-7-16,-2 3 7 0,2 4-5 0,0 4-3 0,1 2-4 16,1 2-13-16,1 4-9 0,0 3-15 0,1 6-17 0,0 2-22 0,3 2-28 15,-1 3-38-15,3 2-51 0,-2 4-68 0,-6 5-81 0</inkml:trace>
  <inkml:trace contextRef="#ctx0" brushRef="#br0" timeOffset="67172.19">11086 9954 197 0,'3'5'38'0,"2"1"-8"0,2 2-6 0,2 0-4 16,-1-2-4-16,1 3-3 0,0 1 0 0,1-1 1 0,2 2 5 0,1-2 2 15,0 0-2-15,1 1 0 0,2-1-5 0,1 0-4 0,0 1 5 16,1-2 5-16,1 1 6 0,1-1 8 0,2 0 3 0,2 1 2 0,-1-1-2 16,1 1-1-16,1 0-4 0,0-1-8 0,4 0-1 0,-1-1-2 0,1 2 6 15,-1 1 9-15,1 0-1 0,-1 1 6 0,2-1-3 0,0-1-1 16,2 1-6-16,-1 2-11 0,2 0-5 0,-1-1-2 0,2-1 3 0,0-3 8 16,1 0 1-16,3-2 1 0,-1 0 5 0,3-1 5 0,0-1 3 0,0 0 5 15,2-1 0-15,0-1-1 0,0 0 2 0,1-1 5 0,0 0-1 16,1-1 0-16,1-1 4 0,0-1-4 0,1 0 4 0,0-1-4 0,3 0-3 15,-1-1-4-15,1 0-2 0,1-2-3 0,0 1 4 0,1-1-9 16,1-1-2-16,-1 0-4 0,0-1-6 0,2 0-5 0,0 0-1 0,0 0 0 16,0 0-4-16,1-1 3 0,-1 1-13 0,1-1 0 0,1 1 10 0,-1 0-2 15,-1 0 9-15,1-1 3 0,0-1-14 0,1-2 4 0,1 1-4 16,0 0-4-16,-2-2 2 0,0 0-4 0,2-1 5 0,-3 1-5 0,0-1-2 16,-1-2 2-16,-1 1-1 0,-3 1 2 0,-1 0-1 0,-1 0 0 0,-2 0 0 15,-2 0-1-15,-3 0 2 0,0-1 2 0,-4 0 3 0,0 0 0 16,-2-2 0-16,-2 1 0 0,0 0 2 0,-3 0-1 0,-1 0 1 0,-2 0 4 15,-4 0-3-15,0 0 3 0,-3-1 0 0,-2-1-4 0,0 0 3 16,-3 0-4-16,-2-1 3 0,-3 0-3 0,-1 0-8 0,-3 0 9 0,-2 1-4 16,-2-1-1-16,-4-1 11 0,-1 2-11 0,-2-3 2 0,-4 1 1 0,-3 0-1 15,-2-1-2-15,-2 0-1 0,-4 2-4 0,-2-1 2 0,-1 0-2 16,-4 2 2-16,-1-1 4 0,-2 1-3 0,-1 0 1 0,-1-2 2 0,0 1-1 16,-2 1 2-16,-1 1-3 0,-2 0-1 0,-1 0 2 0,-2 2-3 0,-2-1 2 15,-1 0 1-15,-1 1-1 0,-1-1-1 0,0 2-2 0,-4 1-4 16,-2 3 2-16,-1-1 1 0,-1 2 4 0,-1 0-4 0,-3 2 1 0,0 2-2 15,-4 1-2-15,0 1-11 0,-1 1 2 0,-2 1 0 0,0 0 4 0,-2 1 6 16,-1 0 3-16,-1 1-1 0,-3 2-2 0,0-1 2 0,-2 0-2 16,1 1 8-16,-3 0 5 0,0 2 1 0,-1 0-1 0,1 1-7 0,0 1-6 15,-2 0 4-15,1 0-4 0,2 1 4 0,-1-1-2 0,2 1 4 16,0-1 7-16,3-1-6 0,-1 0 3 0,1 1-4 0,0-1-5 0,2 0 3 16,1 1 0-16,-2 1-2 0,1 1 2 0,-1 1-1 0,-1 1-2 0,1 0 0 15,-1 1-1-15,-1 1 3 0,0 1-5 0,-1 2 6 0,1 1-2 16,0 2 2-16,0 0 2 0,1 0-4 0,1 2 1 0,2-1-2 0,0 0-2 15,2 0 0-15,2 2 5 0,1-1-1 0,0 3 1 0,1 1 1 16,1 1-2-16,3 2-1 0,1 0-9 0,2 0 5 0,5-1-4 0,2 2-3 16,4-1 19-16,4-1-1 0,3 1 4 0,4-1 0 0,1 1-16 0,5 0 1 15,2 1-2-15,5-1-4 0,4 3 0 0,3 0 1 0,3 4-7 16,4 0-8-16,3 2-28 0,1 1-38 0,4 2-43 0,3 1-59 0,2 3-71 16,6 2-72-16,2 1-32 0,3 2 2 0,6 2-60 0</inkml:trace>
  <inkml:trace contextRef="#ctx0" brushRef="#br0" timeOffset="73854.56">15960 9944 636 0,'-3'0'70'0,"1"1"-49"0,2 0-25 0,2 0-10 15,1 0-1-15,3 0 3 0,0 0 2 0,2 1 4 0,1-1 4 0,0 1 2 16,0-1 3-16,0 0-2 0,2 1 1 0,2-2-1 0,2 0 0 15,0 0 1-15,3-1 1 0,1 0 2 0,1 0-1 0,-1-1 4 0,1 1 3 16,2-1 3-16,0 0 2 0,2 0 1 0,0-1 1 0,1 0-3 16,1 0 5-16,0 0-3 0,2 0 2 0,0 0 1 0,2 1-3 0,-1-1 5 15,3 1 1-15,1 0 5 0,1 0 6 0,0-2 0 0,1 1 4 0,-1 0 3 16,1 1 4-16,1-1 2 0,1 0 4 0,2 0 3 0,-1-1 0 16,1 0 4-16,2 1 4 0,0 0 1 0,0 0-3 0,2 0-8 0,-1 1-5 15,1-1-7-15,2 0-2 0,1 0-1 0,0 0-6 0,1 0-2 16,0 0-4-16,4 0-5 0,-1-1 2 0,1 0-4 0,0 0 10 0,0-1-2 15,2 1 4-15,0-1-2 0,4 0-8 0,-1-1-1 0,0-1-14 0,1 1 5 16,-1 0-1-16,1-1-5 0,0-1 5 0,0 1-12 0,1-2 3 16,-1 1 3-16,1-1-4 0,3 0 6 0,-1 1-6 0,2-1-3 0,0-1 11 15,0 0-7-15,1-1 3 0,0 0-2 0,1 1-8 0,-2-2 6 0,0 0 1 16,1-2 1-16,-2 1 3 0,0 0-5 0,-2-1-3 0,-2 0-2 16,0-1 1-16,-1 2-6 0,-1-1 7 0,-1-1 4 0,-2 3-2 0,-3-1 12 15,0 0-4-15,-2-1 0 0,0 0 2 0,0 1-2 0,-4 1 1 16,-1-1-1-16,-1 0 2 0,-1 0-3 0,-3 0 0 0,0 0-2 0,-2 0-2 15,-2-1 4-15,-1 0 2 0,0 0 3 0,-4 0-3 0,0-1 1 0,-4-2-1 16,0 1 2-16,-2-3 1 0,-1-2 1 0,-1 0-2 0,-2-1 1 16,-3-1 1-16,-1 1-2 0,-3-2 1 0,-1-1-2 0,-3 0-1 0,-1-2 4 15,-5 0-1-15,-1-1 1 0,-3 1-5 0,-3 0-2 0,-2-1 3 0,-3 2-6 16,-3-2 7-16,-3 1-1 0,-3 0-1 0,-4 1-1 0,-2 0-8 16,-4 2-5-16,-2 0-4 0,-5 1-8 0,-3 0 2 0,-3 1-6 0,-5-1 2 15,-3 3 1-15,-3 0-3 0,-2 1 3 0,-4 3 2 0,-3 2 3 0,-2 1 7 16,-3 3 6-16,-4 3 3 0,1 1 12 0,-4 3 4 0,-2 2 3 15,-3 1 0-15,-1 2-5 0,-3 3 1 0,-1 3 3 0,0 3 1 0,-1 1 8 16,1 3-1-16,0 0-2 0,-1 4-2 0,1 3-4 0,-1 0-5 16,0 3-6-16,-1 2 3 0,2 0-7 0,-1 2 1 0,3 1 3 0,0 3 0 15,2 1 3-15,2 1 2 0,2 4-7 0,1 0 10 0,1 1 3 0,1 3-2 16,2 0 7-16,3 1-15 0,0 3 2 0,2 1-2 0,0 1-5 16,3-1-1-16,3-1-2 0,2 0-2 0,4-2-1 0,2 2-2 0,2-2 5 15,4 1 0-15,4-2-5 0,2 0 4 0,1-1-15 0,2 0-6 0,1-3-5 16,4 1-12-16,4-1-17 0,0-2-21 0,2 0-19 0,3-4-31 15,0 0-30-15,3-1-36 0,2-1-41 0,1 1-42 0,2-3-4 0,2-1 11 16,-1-3 24-16,2 1 51 0,1-1-61 0</inkml:trace>
  <inkml:trace contextRef="#ctx0" brushRef="#br0" timeOffset="74873.17">24078 9014 1443 0,'-25'2'239'0,"-6"2"-182"0,-8 3-65 0,1 1-22 15,5 0 6-15,0 0 19 0,3 0 10 0,-1 0-2 0,0 2-10 0,-1 2-26 16,-1 1-26-16,1 2-16 0,-3-1-4 0,1 3 6 0,-4 2 19 16,0 0 23-16,-3 1 14 0,-2 2 17 0,-1-1 4 0,-2 1-2 0,-2 2 6 15,-3 1 3-15,0 3 0 0,-1 1 1 0,-2 4 0 0,0 0-4 0,-2 2 9 16,-3 0 1-16,-2 3-2 0,-2 0 0 0,-2 2-7 0,0 1-2 16,-1 0-3-16,-1-1 0 0,-1 2 0 0,2-2 0 0,0 0-2 15,1 0 1-15,2-2-2 0,1 0 7 0,0 3 6 0,1 0-6 0,0-1 8 16,2 2 2-16,2-3 0 0,3-2 14 0,2 1-7 0,0-3-7 0,1 1-6 15,2-3-4-15,-1 0-3 0,4-2-5 0,2-1 7 0,1-2-14 0,1-3-3 16,2-4-11-16,2-3-26 0,2-1-31 0,1-4-41 0,1-2-32 16,2-3-27-16,0-3-27 0,2-3-31 0,-1-5 8 0,0-4-69 0</inkml:trace>
  <inkml:trace contextRef="#ctx0" brushRef="#br0" timeOffset="75270.86">21044 8980 1383 0,'0'-2'648'0,"0"2"-604"0,3 1-14 0,3 2-25 0,6 2-8 15,4 1 3-15,6 2 2 0,4-1-1 0,4 4 4 0,4 1-3 0,7 1 6 16,1 2 3-16,4-2-1 0,5 2-1 0,2 0-5 0,4 1-4 16,3 0-5-16,1 2-3 0,1 2 1 0,1 1-2 0,2 2 5 0,2 0 0 15,0 1-1-15,4 2 3 0,-1 0-3 0,1 4-2 0,1 1-3 0,0 3-1 16,0 1 4-16,1 1-6 0,2 0 11 0,-1 3-1 0,2-2 1 16,-1 0 10-16,2 0-8 0,0-2 2 0,0 0 2 0,-1 0 3 0,0 0-10 15,0 3 7-15,0-2 4 0,-4 0 0 0,1-1 16 0,-4-1 4 16,-3 0 11-16,0-1 11 0,-3 2 8 0,-1-3-2 0,-2 1-6 0,-2-3-4 15,-2 0-7-15,-4 0-6 0,-2 0-3 0,-1-2-15 0,0-1 0 0,-3-2-1 16,-2-1-4-16,-1 0 2 0,-1-2 1 0,-3 1-2 0,0-2-4 16,-3-2-9-16,-2-2 1 0,-1-2-6 0,-2-2-4 0,0-3-16 0,-3-2-41 15,1-2-72-15,-4-4-114 0,-2-3-166 0,-2-3-157 0,-3-5-141 0</inkml:trace>
  <inkml:trace contextRef="#ctx0" brushRef="#br0" timeOffset="179627.46">21610 11123 1 0,'-21'31'146'15,"1"-8"648"-15,-5 2 681 0,2-12-1264 0,0-1-176 0,5 5-9 0,2 3-13 16,4 1-8-16,5 4-15 0,2 0-3 0,4 2-16 0,2 1 15 15,2 4 2-15,1-1 6 0,0 3 14 0,0 1-11 0,-1 1 1 0,1 2-1 16,-1 2-2-16,2 3-1 0,0-1-4 0,2 1 2 0,4 0 7 0,1-2-1 16,3-1 4-16,4 1-9 0,1-4-9 0,5-2 10 0,4 0 4 0,1-3 6 15,4 0 5-15,-1-4-7 0,2-2-4 0,1-3 5 0,1-5-1 16,1-3 3-16,0-3-1 0,-1-4 3 0,0-3 1 0,-1-1 9 0,-2-2 6 16,1-2 9-16,-1-2 13 0,-1-4 6 0,0-3 7 0,-2-2 4 15,-2-4-3-15,2-2-8 0,-2-5-4 0,1-3-13 0,-2-3-8 0,1-4-19 16,1 0 6-16,-2-3 2 0,1-1-8 0,-2-1 18 0,0-2-13 0,-2 1-12 15,0-1 4-15,-3 2-4 0,-3-2-7 0,-1-2 14 0,-3 0-2 16,-3 1-1-16,-2 0 4 0,-3 1 0 0,-3-1-1 0,-3-2-16 0,-4 2 12 16,-3-1-12-16,-2 0 2 0,-3 1 16 0,-4 0-11 0,-4 1 2 15,-2 1 8-15,-2 1-5 0,-4 0-5 0,-2 1-3 0,-6 1-9 0,-1 4 1 16,-3 2 1-16,-2 5 7 0,-2 2 1 0,-3 3 1 0,-2 5 1 0,-2 1 4 16,1 5-7-16,1 4 1 0,0 2 8 0,-1 5-1 0,4 2 4 15,1 3 2-15,2 2-4 0,2 1-5 0,5 2 0 0,1 2-2 0,4 3-3 16,2 0-2-16,2 5-2 0,2 3-3 0,2 2-4 0,-1 4-1 15,3 1-6-15,3 1-3 0,0 2-13 0,4 2-8 0,0 2-10 0,2 0-12 16,4 1-29-16,1 1-20 0,3-3-42 0,3 1-65 0,3 0-92 0,3-4-82 16,3-1-38-16,4-2-7 0,4-2-89 0</inkml:trace>
  <inkml:trace contextRef="#ctx0" brushRef="#br0" timeOffset="179977.8">22839 11211 2410 0,'-1'16'107'0,"1"5"-10"0,1 9-47 0,2 4-29 0,4-1-23 0,2 3 0 16,1 1-7-16,1-1-1 0,-1 4 4 0,-1 0-9 0,-2-1 4 15,0 1-2-15,-2-1 4 0,-1-1-4 0,-1-2 3 0,-1-3 2 0,0-3-1 16,-2-4 4-16,2-2 2 0,-2-4 4 0,1-3 3 0,0-4 4 0,0-3 3 15,-1-2 3-15,0-2 4 0,-1-1 6 0,1-2 5 0,-1-2 11 16,0-1 3-16,0-2-1 0,-3-2 3 0,1-3-15 0,-3-3 0 0,0-2-6 16,-1-3-12-16,0-4 1 0,-1-1-6 0,1-1 3 0,0-2 4 0,1-3 1 15,1-1-6-15,2-3 5 0,1 0-4 0,1-2-1 0,1 2 3 16,2-2-11-16,1 1 6 0,1-1-2 0,1 3-1 0,2 1 3 0,1 3-18 16,1 3 13-16,-1 2-9 0,2 5 0 0,-2 2 11 0,0 1-15 15,-1 2 3-15,0 3 3 0,0 0-9 0,0 2-3 0,-2 1-5 0,3 1-19 16,-1 1-16-16,1 1-32 0,0 0-36 0,0 0-59 0,1 0-66 0,0 1-56 15,1 0-37-15,4 0 3 0,0 0 20 0,1 1 23 0,0 0 21 16,1-1-34-16</inkml:trace>
  <inkml:trace contextRef="#ctx0" brushRef="#br0" timeOffset="180293.25">23421 11359 786 0,'-2'1'574'0,"2"2"-395"0,0 2-77 0,1 0-57 15,0 0-20-15,2 0-3 0,1 0-7 0,0 2 1 0,1 2 8 16,0 2 5-16,0 1 6 0,-1 1 13 0,2 1 9 0,-1 2-2 0,0 0 5 15,1 2-10-15,0-1-11 0,0 1-4 0,2 2-3 0,0-2-2 16,1 0-2-16,1 0-2 0,1 0-10 0,0 0-1 0,-1 0 2 0,2-1 3 16,-1-1-5-16,2-1 2 0,1-3 1 0,0-1 1 0,0-3 10 0,0-2 1 15,1-1-2-15,0-2 4 0,1-1 3 0,-1-1-2 0,-1-3 6 16,2 0 0-16,-2-3-5 0,0 0 6 0,1-3-2 0,0-2 5 0,-1-3-9 16,-3-2 0-16,1-1-16 0,0-1-3 0,-2-1 3 0,0-1-13 15,-1 2 7-15,-3-2-4 0,-1 0-3 0,-1 0 6 0,-2-2-6 0,-3-1 3 16,-2 1-2-16,-3-2 1 0,-1-1-13 0,-4 1-9 0,-1 0 18 0,-3 0-8 15,-1 1 14-15,-1 0 5 0,-2 2-20 0,-2 1 1 0,0 3 3 16,-2 1-4-16,0 3 2 0,1 2 2 0,-2 2-6 0,3 3 8 0,-2 2 0 16,1 3-5-16,1 2 1 0,-2 2 1 0,2 3-9 0,2 2 0 15,-1 3-4-15,3 1-9 0,2 4-7 0,-1 2-10 0,2 1-20 0,2 1-17 16,0 1-32-16,3-1-27 0,-1 0-52 0,2-1-82 0,0-2-62 0,2-1-44 16,2-1-6-16,2-2 27 0,4-3-110 0</inkml:trace>
  <inkml:trace contextRef="#ctx0" brushRef="#br0" timeOffset="180676.97">23754 10707 799 0,'1'-26'376'0,"2"-1"-260"16,1-3 10-16,-1 8-29 0,0 7-6 0,1 4-14 0,-2 4-17 0,0 3-9 16,-1 3-7-16,0 2-1 0,-1 3 9 0,0 1 3 0,1 5 7 0,-1 2-5 15,0 5-5-15,-1 6-5 0,0 2-15 0,1 4-7 0,-1 2-13 16,0 4-4-16,1 2-5 0,1 3-2 0,1 1 4 0,0 1 2 0,1 1 1 15,-1 0 5-15,2 0-1 0,0 2-1 0,1-1-5 0,0-1-2 16,1-1-5-16,-1 0 1 0,2-1-3 0,0-2-15 0,2 0 12 0,1-4-2 16,1-2 7-16,2-2 7 0,-1-2-9 0,2-6 0 0,1-3-2 15,-1-3 11-15,1-4 2 0,0-3-1 0,1-1 10 0,0-2 3 0,-1-2-1 16,1-3 14-16,-1-2 0 0,0-1 16 0,-2-4 12 0,0-1-4 0,1-2 0 16,-1-2-18-16,0-2-10 0,1-1-4 0,-1-3-7 0,2 0 0 15,-1-1-8-15,-3 2-5 0,0 0-4 0,0 2-1 0,-1 1 4 0,-1 4-3 16,1 0 1-16,-3 3-2 0,-1 2-3 0,0 2 9 0,0 2-2 0,-1 1-1 15,1 2 4-15,0 3-6 0,0 0-1 0,0 4 7 0,1 1-10 16,1 2-1-16,0 1 3 0,0 1-8 0,-1 1 3 0,1 1 4 0,-1-2-6 16,-1 0 0-16,1-1-1 0,-1 0-20 0,-1 1-16 0,-1 1 1 0,1-1 2 15,0-1 12-15,0-3 8 0,1-3-15 0,-2-2-18 0,0-2-13 16,-1-2-19-16,0-1-36 0,-2-2-43 0,-1-2-66 0,-2-2-76 0,0-4-34 16,-2-3-32-16,0-3-51 0,-1-4 83 0</inkml:trace>
  <inkml:trace contextRef="#ctx0" brushRef="#br0" timeOffset="180827.54">24266 11060 1295 0,'0'0'329'0,"-1"-1"-180"0,2 1-66 16,-1 1-50-16,1 0-15 0,2 1-10 0,1 1-6 0,1 1-2 0,0 0-13 16,0 1-7-16,0 0-8 0,0 0-20 0,-2 0-9 0,1 1-26 0,0-1-58 15,0 1-53-15,-1 0-34 0,0-1-6 0,0 0 10 0,-3 0 21 16,1 0-6-16,0 0-11 0</inkml:trace>
  <inkml:trace contextRef="#ctx0" brushRef="#br0" timeOffset="181443.69">24479 11283 644 0,'5'3'412'0,"1"0"-209"0,3 1-37 16,1 1-36-16,-1 1-18 0,3 0-18 0,-1 1-23 0,-1-1-20 0,1 0-17 16,-1 1-14-16,0-1-4 0,1 2-7 0,0 0 1 0,-1-1 2 15,1 1 0-15,0 0-1 0,-2-2 1 0,1 1 5 0,-2-1-1 0,0 1 7 16,0-1 1-16,0 1-4 0,1-1-1 0,-1 0-9 0,-2 1 1 0,0-2-2 15,0 0 1-15,-2 0-2 0,-1 0-7 0,1 0 2 0,-1-1 0 0,1 1 3 16,-1-2 0-16,0 1 0 0,1-1-2 0,-1-1-1 0,0 0 4 16,-1-1-1-16,2-1 2 0,-1 1 0 0,1 0 1 0,-1 0 5 0,1-1 1 15,0 1 3-15,-2-1-2 0,1 1-2 0,1 1 2 0,-2-1-2 16,2 0 0-16,0 0-4 0,-1-1 1 0,2 1 1 0,-1-1 1 0,1 1-6 16,0-1 4-16,-1 0-5 0,1 0 5 0,-1 0 2 0,1 0-3 0,0 0-5 15,1 0 0-15,0 0-2 0,-1 1-2 0,1 0 3 0,-1 0-6 16,1 0-1-16,0 2-3 0,-1-1 3 0,1 1-2 0,0 1 3 0,0 1-1 15,0 0 2-15,0 1 4 0,0 0 0 0,0 0-3 0,1 0 1 16,1 0-5-16,-1 0 2 0,2-1 4 0,-1-2-2 0,-1 1 0 0,2-1-2 16,-1 0 5-16,0-1-1 0,1 0 1 0,-1-2 0 0,2 0-3 0,0 0 2 15,-1 0-2-15,1-1 1 0,0-1 2 0,0 1 2 0,-1-1-3 16,0 0-2-16,0 0 1 0,1 0 2 0,0 0 2 0,-1 2 4 0,1-2 2 16,0 1 3-16,-1-1 5 0,0 0-3 0,0 1 2 0,0 0 3 0,-2-1 3 15,0 1 5-15,1 0 0 0,-1-1-5 0,1 0 1 0,1 0-6 16,-1-1 1-16,1 0 0 0,0-1-5 0,-2-1-4 0,1 0-1 0,-2-1-1 15,0 0-4-15,0-1 1 0,1 1-1 0,-2-1-1 0,0-1 1 0,-1 0 0 16,-2-1 2-16,0 0 1 0,-1 0-1 0,-2 1 5 0,-1-2-1 16,-1 0 0-16,-2 1-15 0,0 0-4 0,-3 0 3 0,0 1 11 0,-2 1 16 15,0 0-1-15,-3 0 3 0,0 0-21 0,0 2 6 0,1 0-4 0,1 2-2 16,0 0 2-16,0 1-6 0,-1 0 2 0,0 2-1 0,2 0 2 16,-1 1-2-16,1 1 2 0,0 1-4 0,1 1-1 0,0 0 8 0,2 0-5 15,1 0 3-15,0 0 1 0,0 0-3 0,1 1-9 0,-1 0-8 16,2 1 3-16,0 1 1 0,1 1 20 0,1 2 13 0,0 1-11 0,2-1 2 15,1 1-7-15,0 0-5 0,1 0 9 0,1 1-7 0,1-1-4 0,1 0-7 16,1-1 1-16,1 0-3 0,-1 0-2 0,2-1 2 0,0-1-2 16,1 0-1-16,3-1 4 0,1-3 5 0,1 1 0 0,0 0-4 0,2-1 2 15,0 0-1-15,0-1 1 0,0-1 6 0,0 0-8 0,0-2-1 0,0 0 5 16,-3-1-2-16,0 0-3 0,0-2-8 0,0 1-11 0,-2-2-15 16,-1 0-23-16,-1-1-32 0,-1 0-44 0,0-3-57 0,-1-1-38 0,0-2-22 15,-1-1-23-15,-2-1-7 0,0-1-21 0,-1-2-3 0,0-1 5 0,0-1 54 16</inkml:trace>
  <inkml:trace contextRef="#ctx0" brushRef="#br0" timeOffset="181630.06">25561 10709 1083 0,'-1'-24'469'0,"2"-1"-320"0,-1-5-12 16,1 4-53-16,1 6-13 0,-1 1-24 0,2 2-14 0,-1 4-13 0,0 4-7 15,0 2 1-15,-2 4 11 0,1 1 13 0,-1 4 7 0,0 1 4 16,0 3 2-16,-1 3 4 0,1 5-3 0,-2 5-6 0,1 4-13 0,-1 5-12 15,-1 4-10-15,0 4-5 0,0 3 2 0,-1 5-14 0,-1 2 2 16,1 2-5-16,-1 2-5 0,0 0 1 0,0 4-9 0,2-2-13 0,0-1-19 16,2 0-27-16,2-4-45 0,1 0-77 0,2-2-132 0,1-3-65 0,2-3-29 15,-1-3 13-15,1-1 47 0</inkml:trace>
  <inkml:trace contextRef="#ctx0" brushRef="#br0" timeOffset="181994.03">25904 11008 2495 0,'1'1'135'0,"-1"2"-36"0,2 2-57 16,3 2-25-16,-1 3-2 0,4 3-7 0,-1 3-5 0,1 3-1 0,0 1-9 15,-2 4 7-15,-1 0 0 0,-1 2 0 0,-1 3 0 0,-1 2 0 0,-2 0 4 16,0 3-1-16,-1-1-10 0,0 0 12 0,-1 1-5 0,0-1-3 16,0-1 16-16,1 1-16 0,0-3-4 0,1 0 1 0,1-4-9 0,1-1 5 15,1-2 3-15,1-2 4 0,2-2 0 0,1-2-1 0,1-5 4 0,0-1 4 16,2-4 2-16,-1-2 6 0,3-2-4 0,1-2 7 0,2-3 8 16,1-1-5-16,0-3 2 0,1-2-1 0,1-2-6 0,0-2 3 0,0-1-6 15,1-2-7-15,0 1-8 0,1-1-7 0,0 1-10 0,-2-1-11 16,0 1-11-16,-1 0-12 0,0 1-14 0,-1-1-9 0,0-1-8 0,-1 0-23 15,-1 1-19-15,-1-1-24 0,0 0-33 0,-2-1-22 0,-1 1-20 0,-2-3-23 16,-1 0-3-16,-2 1-14 0,-1 1-7 0,-1-3-109 0</inkml:trace>
  <inkml:trace contextRef="#ctx0" brushRef="#br0" timeOffset="182177.93">25884 10986 1203 0,'-14'-2'196'0,"0"-1"-15"0,-3 0-53 0,5 2-27 0,5 0-23 15,2 1-25-15,2 1-11 0,2-1-14 0,0 2-10 0,2-1 0 0,0 1 2 16,2 1 6-16,2 1 2 0,2 1-5 0,1 1-5 0,4 0-1 16,2 0-9-16,3 0 2 0,2-2-7 0,1 1-8 0,3 0 0 0,-2-2-1 15,3 1-2-15,1-2-3 0,0 1-2 0,1 0-8 0,0-1-7 0,0 0-5 16,-3 0-18-16,0 0-20 0,-1-1-27 0,0-1-33 0,-1 0-21 16,0 1-20-16,0-1-15 0,-1 0-11 0,-1 0-15 0,-1 1-19 0,0 0-8 15,-1 1-50-15</inkml:trace>
  <inkml:trace contextRef="#ctx0" brushRef="#br0" timeOffset="184177.67">25824 11290 731 0,'-2'0'12'0,"0"1"8"0,1 0 0 0,2 3 7 0,2 0 106 16,1-1 23-16,3 1 21 0,2 0 5 0,4 1-29 0,3 1-43 0,1 1-42 15,3 2-28-15,3 1-13 0,1 1-6 0,4 0-10 0,1-1-1 0,2-1-4 16,-1 2 7-16,2-1 5 0,-3 1-5 0,2-2-2 0,0 0-13 16,0 0-7-16,-1-3-2 0,0 1-12 0,-3-2-14 0,2-2-22 0,0 0-16 15,-3-2-37-15,1-2-38 0,-1-1-21 0,2-2-25 0,-1-1 2 16,1-3 0-16,0-1-23 0,0-5-30 0,2-1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7T12:54:27.89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20774 6111 34 0,'7'-1'19'0,"-1"1"-7"0,3 0-6 0,-1-1-1 0,-1 1 1 16,-1 1-1-16,0 0 1 0,-2 0-1 0,2 0-1 0,0 1 0 16,0 1-2-16,0 0 0 0,1 1-3 0,0-1 2 0,2 0-3 0,-1 1-1 15,0-2-2-15,1 2-3 0,1 0-1 0,-1 0-5 0,0-1-3 0,0 0-13 16</inkml:trace>
  <inkml:trace contextRef="#ctx0" brushRef="#br0" timeOffset="283.05">22496 6024 65 0,'7'-5'26'0,"1"0"-10"16,2 1 0-16,-1 1-5 0,-1 1-3 0,1 0-2 0,1 1-2 0,-1 0-1 15,-1 1-4-15,0 0 0 0,-1 1 0 0,-1 0-4 0,-1 1-2 0,0 0-4 16,-1 0-3-16,-1 0 0 0,-2 0-2 0,-1 0 2 0,0 1 3 0,0 0-15 16,-1 1-6-16</inkml:trace>
  <inkml:trace contextRef="#ctx0" brushRef="#br0" timeOffset="47822.22">17070 11459 57 0,'-27'4'23'0,"-4"1"-3"0,-6 1-4 0,4-2-4 0,4-1-4 16,1-1-3-16,3 1-1 0,-2-2 0 0,2 1-1 0,1 1 1 0,0-1-2 15,2 1 0-15,-2 1 1 0,1 0-1 0,0-1-1 0,-1 0-1 0,0 0 0 16,0 1 1-16,0 0 2 0,3 0 1 0,-1 0-1 0,2 0 0 15,2-1-2-15,-1 1 1 0,0 0 1 0,1 0-2 0,0 1 1 0,1-1-2 16,1 2 2-16,0-2 0 0,0 1 0 0,0 1 0 0,0-1-1 16,1 1 0-16,0 0 1 0,0 0-1 0,0 1 0 0,2-1-2 0,-1 1 2 15,0 0-1-15,1-1 0 0,1 3 1 0,0-1-1 0,0 0 3 0,-1 1-1 16,2-1 2-16,0 0-1 0,2-1 0 0,1 0 1 0,-1 1-2 16,1 0 2-16,0 0-1 0,0 0-1 0,0 0-1 0,0 1-1 0,1-2 2 15,-1 0-1-15,1 2 0 0,-1 0-1 0,0 0 0 0,1 1 1 0,-2 0-1 16,2 0 0-16,-3 0 0 0,-1 1 0 0,0 1 0 0,-1-1 0 15,1 2 0-15,1-2-1 0,-1 1 1 0,1 0 0 0,-1 0 0 0,0 0 0 16,1-1-1-16,1 1 1 0,-1-1-2 0,1-1 0 0,0 1 0 16,-1-2 0-16,1 2 2 0,0 0 0 0,0-1 0 0,-1 0 1 0,0 0-3 15,0-1 4-15,0 0-1 0,2 0 0 0,0 0 1 0,0 0-2 16,0 0-1-16,1 0 2 0,-1-1 0 0,1 0 0 0,1 0 0 0,0 1-3 16,0-1 1-16,1-2 1 0,0 1 0 0,0 0 1 0,0-1-1 0,1 1 0 15,0 0 1-15,0 1-1 0,0-1 0 0,0 0-1 0,0 1 0 16,1-1-2-16,0 0 0 0,0-1 0 0,0 0-3 0,0 0 0 0,0 1-1 15,2-1-2-15,-2 0 2 0,1 0-1 0,0-1-1 0,0 0 2 0,0 0 2 16,0-1-1-16,0 0 3 0,1-1 0 0,0 1-1 0,0-1 2 16,-1 0 1-16,1 0 0 0,-1 0 0 0,1-1 0 0,0 0 1 0,-1 0 0 15,1-1 1-15,-1 1-1 0,1 0 0 0,0 0 0 0,0-1-1 0,1 0-1 16,-1 0-2-16,1 0-2 0,0-1-3 0,1 1-5 0,-1-1-28 16,0-1-12-16</inkml:trace>
  <inkml:trace contextRef="#ctx0" brushRef="#br0" timeOffset="49735.75">15085 12519 45 0,'-4'-1'31'0,"1"0"-5"16,-3-1-8-16,2 0-6 0,-2-1 0 0,0 0-4 0,1 0 1 0,-1 1-2 16,2-1-1-16,-1 0 0 0,1-1-1 0,1 1-1 0,-2 0-2 15,0-1 2-15,0 0 0 0,1-1-1 0,-2 0 1 0,1 0-2 0,0 0-1 16,0 0 2-16,0 0-1 0,1 0 1 0,0-1 0 0,0-1 0 16,0 1 3-16,-1-1 1 0,0-1 0 0,1 0 1 0,-1 0 0 0,1 0 0 15,-1-1 1-15,1 0 0 0,1 2-1 0,-1-1 0 0,1-1 2 0,0 1 0 16,0 0 1-16,0-1-4 0,0 0 0 0,2 1 0 0,-1-2 1 15,2 2-2-15,0 0 0 0,-1 1 1 0,1 0 1 0,0 0 0 0,0 0 2 16,0 0 1-16,1 0 1 0,-1 0 3 0,3 0 1 0,-2 0 0 0,3-1 2 16,-1 0-2-16,1 0-1 0,2 0-1 0,0-2 3 0,2 0-2 15,1-3 0-15,1 1 0 0,1-2-1 0,1 1-1 0,3-1-3 0,-2-1-4 16,1 1-2-16,1-1-1 0,1-1 2 0,1 1 3 0,-1-1-1 0,2 1-1 16,0-2 1-16,1 0-2 0,0 0-2 0,0 1 2 0,1 0-2 15,-2 0 2-15,1 1 1 0,1 0 2 0,-1 0-1 0,1 2-1 0,1-1 3 16,-1 3-3-16,1-1 1 0,0 0 2 0,-2 1-3 0,2 1 3 0,0 1 0 15,-2 0 4-15,4 1 1 0,0-1 1 0,0 2-2 0,3 0-1 16,-1 0-1-16,3 1 0 0,0 1-1 0,0 2-2 0,1-1 0 0,-2 0 1 16,2 1-4-16,-1 0 0 0,-1 0-1 0,0 1-1 0,0 1 2 15,-3 0-3-15,3 1 2 0,-1 0-3 0,-1 0 2 0,-1 2 0 0,-2 0 1 16,0 1 0-16,-2 1-1 0,0 0 1 0,-1 1 1 0,1-1-1 0,-1 2 2 16,1 0 3-16,0 1-1 0,-2 2 1 0,0-1 1 0,0 2-1 15,1 0-1-15,-1 0-2 0,0 2 0 0,1 0 0 0,-2 0 1 0,2 0 2 16,0-1-3-16,0 2 0 0,1 0-1 0,1 1 1 0,-1 1-2 15,2-1 1-15,-1 1-4 0,-1 1 0 0,2 1 0 0,-1-1 2 0,1 2-1 16,0-1-3-16,0-1-1 0,-2 2-2 0,0 0 4 0,-2 1 5 0,0-1-1 16,-1 2-1-16,0-1 3 0,0 1-3 0,-1 0 4 0,0-1-1 15,0-2-2-15,-2 0 0 0,-2-1-2 0,-1-1 4 0,0-1 3 0,-1 0-4 16,-1 1 3-16,0 1-3 0,-2-2 2 0,0 0 3 0,0 0-2 16,-1-2 6-16,-1 0-4 0,-2-1 6 0,1 1 2 0,-2-1-2 0,-1 0 3 15,-1 1 0-15,-1-2 2 0,-1 1-2 0,-1 0 2 0,-2 1-6 0,0 1-3 16,-3 0-2-16,0 0-4 0,0 2 1 0,-3 0 2 0,-1 0-1 15,-2 1-1-15,-1 1 0 0,-2 0-4 0,-3-2-3 0,-2 2 0 0,0 0 0 16,-3 0 0-16,1-1 12 0,-3-1 0 0,-2-1 1 0,0-1 4 0,-3-1-12 16,1 0 2-16,-2 2-2 0,1-2-3 0,-1 1 3 0,-2-1 0 15,1-1 0-15,-1 0 0 0,1-1 1 0,0-1-5 0,0-1 4 0,0-2 0 16,1 1 0-16,0-1 1 0,0-1-1 0,2-1 1 0,-2-1-1 0,2-1-1 16,-3-1-3-16,1-1 3 0,0-1 0 0,2-2 0 0,1-1 4 15,2-1-3-15,0-1 3 0,3-1-2 0,0 1-2 0,2-2 1 0,1-1-4 16,1 1-1-16,-1-1-1 0,1 0-3 0,0-1 3 0,2 0 1 0,1-1-4 15,0 0 2-15,0-1-1 0,2 1 3 0,-1 0 3 0,1 0 1 16,0 0-11-16,2-1 1 0,1 0 1 0,-2-1 2 0,2 1 3 0,0-1-1 16,-2 1 5-16,2 1-2 0,-1-2 1 0,-1 0 2 0,3-1-11 0,-2 0 3 15,2-1 1-15,1 1 0 0,0-1 2 0,2 0 0 0,-1 0-1 16,2 1-1-16,-1 0 2 0,2-1-3 0,1 1 4 0,-1 0-4 16,1 0-2-16,2 0 3 0,0 0-4 0,2 1 4 0,-1 1-3 0,2 0-3 15,0 1 3-15,0-1-1 0,2-2 5 0,0 2-7 0,0-2 5 0,2 1-1 16,-1 1-5-16,1 1 6 0,0 1-3 0,0-1 2 0,1 1 1 15,0 2-3-15,0 0 3 0,0 0 0 0,0 1-2 0,1 2 4 0,-2-1-4 16,3 0 3-16,-2 0-2 0,2 1-1 0,-1 0 5 0,0 1-3 0,1 0 0 16,-2 1 0-16,2-1-2 0,0 1 0 0,1 0 4 0,-1 0-1 15,0 1 0-15,0 0 1 0,1 1-2 0,0 0 0 0,-1 0 1 0,0 1-1 16,-1 0 1-16,-1 0 0 0,1 0 0 0,-1 1-1 0,0 0 0 0,-1 1 3 16,1 0-2-16,-2 0 2 0,1 0-1 0,-1 0 0 0,-1 1-3 15,1-1 2-15,-1 0-2 0,1 0 3 0,-2 0 2 0,0 1 2 0,1-1-1 16,-1 0-1-16,1 1 0 0,-1-1-3 0,0 1 0 0,-1-1 3 0,1 0 2 15,-1 0-4-15,0 0 1 0,1 0-1 0,0 0 0 0,0-1 0 16,0 1 2-16,1-1-2 0,-2 0 1 0,2 0 1 0,-1 0-1 0,0 0-1 16,1 0-4-16,-1 0 2 0,1 0 5 0,-1-1 0 0,0 0 0 0,0 1-2 15,0-1-2-15,0 1 3 0,0-1-1 0,0 0 1 0,-1 1 3 16,0-1-2-16,1 1-1 0,-1-1 2 0,2 1-3 0,-2 0 1 0,2 0-2 16,-1 0-2-16,-1 0 7 0,1 0-8 0,-1 0 4 0,2 0 0 15,-1 0-3-15,0 0 2 0,0 1 2 0,0 0-1 0,1 0-2 0,-1 0 2 16,-1 0-4-16,2 0 4 0,-2 0 0 0,1 0 0 0,0 1 0 0,-1-1 0 15,1 0 0-15,-1 0 0 0,0 0 0 0,0-1 4 0,1 1-3 16,-1 0 0-16,0 0 0 0,0-1-7 0,0 1 6 0,0-2 3 0,0 0-2 16,1 0 1-16,-1 1-1 0,1-1-2 0,-1 0 3 0,1 1 0 15,0-1-4-15,0 0-1 0,0 1 1 0,1-1-1 0,-1 1 2 0,0-2 2 16,1 1 2-16,-1 1-6 0,0-1 3 0,0 1 0 0,1 0 1 0,-1 0-2 16,1 0 1-16,0 0-2 0,-1 0 1 0,1 0 2 0,-1 0-1 0,1 0 1 15,-1 0-2-15,1 0 0 0,-1 0 1 0,0 0-2 0,1-1 4 16,-1 1-1-16,0-1-4 0,0 0 5 0,0 0-4 0,-1 1 4 0,1-1-1 15,0 0-1-15,0 0-1 0,1 0 2 0,-1 0 0 0,1 0-1 16,-1 0 1-16,0 1-1 0,0-1 0 0,-1-1 3 0,1 1-3 0,0 0 0 16,0 0 1-16,0 1-4 0,0-1 6 0,0 0-6 0,0 1 0 0,0 0 3 15,1-1-5-15,-1 1 7 0,1 0-3 0,0 0 1 0,-1 0 0 16,0 1-2-16,1-1 3 0,-1 0-2 0,0 1 0 0,0-1 3 0,1 1-2 16,-1 0 1-16,1-1 0 0,-1 2-2 0,0-2 1 0,0 1 0 15,0 0-1-15,0-2 0 0,-1 2-1 0,1-1 3 0,-1 0 3 0,-1 1-4 16,1 0 2-16,0-1-4 0,0 0-1 0,0 0 4 0,-1 0 1 15,0 0 2-15,0 0-3 0,-1 0 2 0,0 0-2 0,1 0-2 0,-1-1 3 16,1 1-3-16,-2-1 0 0,1 0 2 0,0 1-4 0,-1-1 6 0,0 0 0 16,1 1-3-16,1-1 3 0,-1 0-3 0,0 0-2 0,0 0 4 15,0-1-6-15,0 0 1 0,0 1 3 0,1-1 0 0,0 0 1 0,0 0 1 16,2-1-4-16,-2 1-1 0,1 0 3 0,0 0 0 0,0 1 3 0,1 0-3 16,0-1-7-16,1 2-10 0,0-1-27 0,0 0-59 0,1 0-58 15,1 2-37-15,1-1-13 0,3 1 17 0,1 1 32 0,0-1-125 0</inkml:trace>
  <inkml:trace contextRef="#ctx0" brushRef="#br0" timeOffset="67454.44">15122 15513 85 0,'-1'-2'23'0,"-1"1"-7"0,1-1-4 0,0 1-4 0,1 0-4 16,0-1-1-16,0 2-1 0,0 0-2 0,1 0 1 0,0 0-2 15,0 0-1-15,0 0-1 0,0 0-1 0,0 0 2 0,1 0-3 0,0 0 1 16,0 0-1-16,0 0-1 0,1 0 1 0,-1-1 2 0,0 1 0 0,1 0 1 16,-1 0 0-16,0 0 2 0,1 0 0 0,-1-1 0 0,-1 0 2 15,1 0-1-15,0 0 0 0,-2 0 2 0,2 0-2 0,0 0 2 0,0 0-2 16,0 1 0-16,0-1 1 0,0 0-2 0,0 1 1 0,1 0-1 0,-1-1 0 15,0 0 1-15,0 0-1 0,0 1 0 0,0 0 1 0,-1-1-2 16,1 1 0-16,-1-1 2 0,0 1-1 0,0 0 1 0,-1-1-1 0,1 1 1 16,-1 0 0-16,0-1 2 0,0 1-1 0,-1-1 2 0,1 1 2 0,-1-1 2 15,0 1 2-15,0-1-1 0,0 0 0 0,0 1-1 0,0-2 0 16,0 0 1-16,0 2-3 0,0-1 1 0,0 0-2 0,0 1-2 0,0 0 1 16,0 0-1-16,0 0-2 0,0 0-1 0,1 0 0 0,-1 0-3 0,1 1 1 15,-1-1-2-15,1 1-2 0,-1-1 0 0,1 1-1 0,-1 1 0 16,-1 0-3-16,1-1 1 0,-1 1 1 0,3 0-1 0,-2 1 3 0,1-1 0 15,0 0-1-15,-1 0 0 0,1 0 0 0,0 0 1 0,1 0-1 0,-1 0 2 16,0 0-1-16,0 0 1 0,1-1 2 0,0-1 0 0,0 1 1 16,0 0 1-16,-2 0 0 0,3 0 1 0,-2-1 0 0,1 1 1 0,1-1-1 15,-1 0 1-15,0 0-1 0,0 1 2 0,-1-1 0 0,0 0 1 0,1 1 0 16,-1-1 2-16,0 1-1 0,1-1 0 0,-1 0-1 0,0 1 0 16,0-1 0-16,1 1-2 0,0-1 1 0,-1 1-1 0,0 0-1 15,1-1 1-15,-1 1 0 0,0 0-2 0,0 0 1 0,0 0 0 0,0 1-1 16,0-1 2-16,0-1 1 0,1 1-2 0,-2 0 0 0,1-1 0 0,0 1 0 15,-1-2 0-15,1 2 1 0,0-1-1 0,0 0 1 0,0 0 1 16,-1-1-2-16,0 0 2 0,1 0-2 0,0 0 0 0,0 0 0 0,0 0-1 16,0-1 1-16,0 1 0 0,0 0-3 0,1 0-1 0,-1 0 0 0,1 0-2 15,0 0 0-15,-1 0-1 0,1-1 0 0,0 0 1 0,1 1 2 16,0-1 0-16,0 1-3 0,0 1-4 0,-1-1-6 0,0 2-26 0</inkml:trace>
  <inkml:trace contextRef="#ctx0" brushRef="#br0" timeOffset="73057.27">22220 9013 244 0,'9'-7'37'0,"-2"1"-9"0,5-2-3 16,0 5-19-16,0 2-9 0,4 2-4 0,1 2-3 0,1 2-9 0,1 2-6 15,-2 0-8-15,2 2-5 0,-1 1 2 0,0 0-3 0,0 1-7 16,1 1-34-16</inkml:trace>
  <inkml:trace contextRef="#ctx0" brushRef="#br0" timeOffset="77304.97">17398 15247 149 0,'-1'-2'47'0,"0"1"-8"0,0-2-7 0,0 2-6 15,1-1-13-15,0 1-9 0,0 0-8 0,1 0-3 0,0 1-3 0,-1 0-5 16,1 0-1-16,0 0-3 0,-1 1-1 0,1 0 0 0,-1 0-1 16,2 0 2-16,0 1 3 0,0 0 0 0,0 0 1 0,-1 0 1 0,0 1-1 15,1 1-6-15,-2-2-16 0</inkml:trace>
  <inkml:trace contextRef="#ctx0" brushRef="#br0" timeOffset="78637.96">15735 14725 181 0,'-2'-4'57'0,"0"-2"9"0,-1-1-3 0,1 1-10 0,1 2-6 16,0 0-12-16,0 1-8 0,0 1-8 0,1 0-6 0,-1 1-5 16,2-1-2-16,-1 2-7 0,1 0-3 0,0 1-4 0,0 0-4 0,1 1-5 15,0 0-4-15,0 1-7 0,1 1-10 0,0 1-9 0,-1 1-8 0,1 1-4 16,0 0-1-16,-1 1 1 0,2 1-7 0,-1-1-33 0</inkml:trace>
  <inkml:trace contextRef="#ctx0" brushRef="#br0" timeOffset="79137.36">15886 14665 462 0,'-5'-3'33'0,"0"1"2"0,0-1-9 0,4 3-15 16,1 1-19-16,2 3-14 0,2 1-15 0,3 4-16 0,2 0-21 15,2 3-13-15,2 3 2 0,1 1-30 0</inkml:trace>
  <inkml:trace contextRef="#ctx0" brushRef="#br0" timeOffset="-137400.53">16968 6241 1 0,'2'13'0'0,"0"2"0"0</inkml:trace>
  <inkml:trace contextRef="#ctx0" brushRef="#br0" timeOffset="-135267.59">16931 5968 1 0,'3'-1'0'0,"-2"2"0"0,2 1 0 0,-1 1 0 0,0 1 0 0,0 1 0 15,-1 1 0-15</inkml:trace>
  <inkml:trace contextRef="#ctx0" brushRef="#br0" timeOffset="-134062.95">16541 6193 2 0,'0'8'1'0,"3"2"-1"0,0 2 0 0,1 0 0 0,0-2 0 0,-1 1-1 15,2-1 0-15</inkml:trace>
  <inkml:trace contextRef="#ctx0" brushRef="#br0" timeOffset="-132694.89">24490 7237 116 0,'0'-17'49'0,"0"-2"-38"0,3-2 4 16,0 6-7-16,2 2-4 0,2 2-3 0,2 1-5 0,1 1-4 0,1 0-2 15,1 1-4-15,2 0 0 0,1 0 0 0,2 0 3 0,-1 1 3 0,3 0 3 16,1 1 1-16,0 1 3 0,1 0 2 0,1-1 2 0,0 1 2 16,3 0 3-16,2 0 2 0,-2 0 2 0,4 0 2 0,-1 0 0 0,2-1 0 15,2 1 1-15,1 0-1 0,1 1 1 0,3 0 3 0,1 0-2 0,1-1 0 16,3 0-1-16,-1 0 0 0,3 0 1 0,2 1 0 0,2 0 3 16,4 1 1-16,0 1 1 0,2 0 2 0,1 2-1 0,0 1 0 0,1 1-3 15,1 1 1-15,-1 1-3 0,0 0-1 0,0 2-3 0,-4 0-4 0,-1 1 1 16,0-1 0-16,0 2-1 0,-1 2-1 0,1 1-4 0,-3 3 0 15,-1 2 0-15,-2-1 0 0,-1 4 2 0,-3 0 2 0,-2-1-1 0,1 3-1 16,-5 0 0-16,-4 1-3 0,0 3-1 0,-5 0 1 0,-1 3 0 0,0 1 0 16,-1-2 2-16,0 1-2 0,-1-1 2 0,-5 1 0 0,0 0 0 15,-1 0 2-15,-3 0 1 0,-2-1 2 0,-1-1-2 0,-3-2 2 0,-2 0 3 16,-3-2-1-16,-3 1 3 0,-3-1 0 0,-2-2-5 0,-2 2 1 0,-4-2 1 16,-1-2 0-16,-4 0 3 0,-3-1-1 0,-5-1 3 0,-3-1 1 15,-5-1-4-15,-3 0-2 0,-2-2 1 0,-5-3-7 0,-2 0-3 0,-3-2-2 16,-4-2-5-16,-5-2 1 0,-2-4 0 0,-3-3 0 0,-3-4 2 15,-2-1-2-15,-1-2 4 0,-3-2 1 0,-1-2-1 0,1-2 2 0,-1 1 0 16,-1-5 0-16,0-1 2 0,-3-1-1 0,-2-2 1 0,3 0-1 16,1 2-6-16,3 0 1 0,3 3 4 0,1 0 6 0,2-1 10 0,4 4 3 15,6-1 0-15,5 3-4 0,5 2-2 0,4 3-4 0,3 2-8 0,2 2-3 16,6 1-8-16,2 1 3 0,2 0 0 0,4 1 0 0,0 0 3 16,3-1-3-16,4 1 2 0,0 0 0 0,3 0 3 0,1 0 3 0,1-1 1 15,4 1 2-15,-1-1 0 0,2 0 0 0,1 1-2 0,1-2-3 16,1 0-3-16,1 1-3 0,1-2-4 0,0 1-5 0,2 0-7 0,0 0-5 15,1 1-1-15,1 0 2 0,0 1 3 0,2 1 2 0,1 0-3 0,0 1 0 16,1 0-1-16,1 2-4 0,0 0-5 0,0 0-10 0,2 2-5 16,1 1-10-16,0 0-6 0,1 2-6 0,-1 0-4 0,1 1-2 0,1 2-3 15,1 0-2-15,0 0 14 0,2 2 11 0,0-1-47 0</inkml:trace>
  <inkml:trace contextRef="#ctx0" brushRef="#br0" timeOffset="-51823.93">12409 17596 1 0,'-5'-8'8'0,"2"14"264"0,0 3 394 0,-1 0-536 0,1 2-2 0,1 2-20 0,0 2-17 0,3-3-31 0,2 0-13 0,2 1-20 15,1 1-7-15,-2-6-24 0,1 0-13 0,1 0 1 0,1 2-1 0,2-2 11 16,1 3-4-16,2-1-8 0,1 1-2 0,0 0-7 0,4 0-6 0,1 0 4 16,0 2 1-16,3-2 7 0,2 2 8 0,-1-1 6 0,4 1 3 15,1-1 7-15,-1 2 6 0,3-1 5 0,0 1 2 0,1 0 8 0,0 1-1 16,2 1-2-16,-1 0 9 0,2 1-1 0,-2 1 1 0,3 1-1 0,0 0-1 15,-1 2-13-15,2-1-5 0,0-1 21 0,2 1-20 0,-2 1 7 16,2-3 5-16,1 2-27 0,0-2 13 0,1-1 9 0,1-1 3 0,-1-2 16 16,2-1 3-16,0-2 1 0,-1-2 18 0,2-3-7 0,-1-1 19 15,0-2 9-15,1-2-11 0,-2-1-6 0,0-2-3 0,1-2 2 0,-3-2-18 16,0-1 18-16,-1-2-10 0,-2-3-9 0,0 0 2 0,-2-2-10 0,0-2 10 16,-3-1-10-16,0-1 17 0,-3-1-1 0,0-1-14 0,-2-2 20 15,-1 0-32-15,-2 0 0 0,0-3 4 0,-2 1-12 0,-2-2 11 0,-1-1-16 16,-1-1 31-16,12-26-17 0,-6 3-7 0,-5 0 11 0,-4 4-25 0,-6 3 12 15,-3 1 3-15,-4 3 4 0,-2 5-20 0,-4-2 1 0,-1 1 8 16,-3-2-10-16,-2 0-1 0,-1-1-4 0,-1 1 4 0,-3-1-4 0,-2 1 1 16,-1-1 4-16,-4-4 11 0,-18-27 6 0,2 9 5 0,5 10-12 15,6 15-12-15,1-1 5 0,-3 3 1 0,1 0 7 0,0 2-8 0,-1 0 6 16,1-1-1-16,-1 3-3 0,-1-1 17 0,0 3-19 0,-6 1 14 0,3 1-9 16,-4 3-8-16,-1 0 12 0,0 2-8 0,-4 4-1 0,-1 1 1 15,-4 1-1-15,-3 3 3 0,-2 2 0 0,-2 2-14 0,-4 2-5 0,-2 2-8 16,-2 5 5-16,-4 2 8 0,-3 3-10 0,-2 4 6 0,0 1-8 0,-1 3-1 15,-1 3 13-15,-1 3-8 0,2 1 0 0,4 3 6 0,2 1 0 16,6 3 5-16,4 0 11 0,6 4-9 0,3 2-2 0,4 4-14 0,3 2-4 16,2 0-21-16,5 5-39 0,3 4-37 0,19-22-76 0,-4 8-66 15,2 3-133-15,-2 12-272 0,4 6-72 0,-3 10 39 0</inkml:trace>
  <inkml:trace contextRef="#ctx0" brushRef="#br0" timeOffset="-45122.73">12023 3613 495 0,'-11'-4'17'0,"2"1"-39"0,0 1-7 16,5 2-4-16,4 1 1 0,2 1 6 0,1 0 5 0,1 0 4 0,2-1 0 16,1-1 1-16,2 0 0 0,0-1 3 0,2 0 2 0,0-1 4 0,2-1 4 15,1 0 1-15,0-2 2 0,0 0-1 0,3-3 2 0,-1-2 1 0,1 0 1 16,-3-4 4-16,0 0 1 0,0-1 3 0,0 0 3 0,0 0 0 15,-1 0 3-15,1-1 2 0,1 1 3 0,0-1 3 0,2 0-1 0,1 0 1 16,1 0-3-16,1 0-3 0,2 0-4 0,2 0-4 0,1 2 0 16,2-1-4-16,1 0 3 0,3 0-1 0,1 1-4 0,3 1 4 0,1-1-5 15,3 1 0-15,2 1-2 0,2 0-5 0,2 0 2 0,3 1 2 16,-1 2-1-16,-1 0 1 0,2 2 0 0,0 2 2 0,2 0 1 0,-1 3 0 16,1 0-1-16,1 3-4 0,-2 0 2 0,4 3-1 0,-1 0 1 0,0 3 0 15,0 2-1-15,-1 2 0 0,0 1 2 0,1 3 1 0,-1-2-1 16,-1 4 0-16,-1 1-4 0,-3 1 0 0,-1 2 2 0,-1 1 2 0,-1-1 5 15,-1 1-3-15,0 0 2 0,-3-3 5 0,-3 2 0 0,0-1 6 0,-2 1 2 16,0 3 1-16,-3 1 3 0,0 1 1 0,-3 4-1 0,0 1-4 16,-5 2-1-16,-2-1-8 0,-2 3-2 0,-3 0-2 0,-4 1-1 0,-3 2-1 15,-4-2-5-15,-2 2 3 0,-5-1 2 0,-1-1 5 0,-4 1 10 16,-4-5 2-16,-2 1 4 0,-3-5 3 0,-4 0 3 0,-3-1 1 0,-5-2 0 16,-3-2-3-16,-4-3 0 0,-4-4-3 0,-4 0-1 15,-3-4-3-15,-5-3-2 0,-3-2 3 0,-3-5 6 0,-3-3 4 0,0-5 5 0,0-3-5 16,-2-4-16-16,1-5-20 0,0-5-33 0,-2-4-38 0,4-6-21 0,-2-4-68 15,1-5-48-15,0-7-17 0,1-7-156 0</inkml:trace>
  <inkml:trace contextRef="#ctx0" brushRef="#br0" timeOffset="1011.24">15158 5627 762 0,'-14'-5'498'0,"-2"1"-467"15,1-2-65-15,5 3-19 0,5 1 2 0,4 0 12 0,-1 0 7 0,2 0-5 16,1 0-4-16,2-1-5 0,1-1 8 0,0-1 13 0,3 0 5 15,0-1 5-15,3 0 0 0,1-1 3 0,2-1 3 0,0 0 2 0,2-1 6 16,2-1 3-16,0 0 4 0,4-1 3 0,3 0 1 0,2-1-2 0,3 1-3 16,3 0-2-16,2-1-3 0,0-1-2 0,4 1 1 0,0 0 2 15,2 2-1-15,4 1-2 0,-1 2 2 0,2 2-1 0,1 2 3 0,3 3 3 16,0 2-1-16,0 3-1 0,2 3-2 0,0 2-2 0,-1 4 0 0,3 2 3 16,-3 1-2-16,3 1-1 0,0 2 3 0,-1 2 0 0,-1-1-2 15,1 2 2-15,-2 1-2 0,-1 0-2 0,0 1 1 0,-2 1 1 0,-2 2 0 16,-3-1-4-16,-3-1 7 0,-1 1 2 0,-3-1 8 0,-2 3 7 0,-4-2 0 15,-2 0 4-15,-4-2-1 0,-2 0 4 0,-3-1 1 0,-2-1-1 16,-3 0 1-16,-4-1-1 0,-4 0 2 0,-2 2-1 0,-4-2 0 0,-2 2 1 16,-3-2-2-16,-5-2-1 0,-3 2-1 0,-3 0-6 0,-5-1-6 15,-4 1-3-15,-4 0-2 0,-6-1-4 0,-7 0 3 0,-3-2 6 0,-5 0 6 16,-7-2-1-16,-5 0 1 0,-6 0 0 0,-4 1 2 0,-4 0 0 0,-3-1 4 16,-3-1-1-16,-3-1 0 0,-1 2 2 0,-2-2 1 0,0-2 5 15,0 1 1-15,3-3 1 0,3 0 6 0,4-2-7 0,5-2 2 0,5-1-10 16,7 0-13-16,6-2-12 0,7-2-31 0,7-2-36 0,6-2-54 0,7-2-72 15,6-2-77-15,6-1-46 0,6-2-14 0,6-5-104 0</inkml:trace>
  <inkml:trace contextRef="#ctx0" brushRef="#br0" timeOffset="-85499.13">15049 5674 405 0,'-5'0'1'0,"-1"0"1"0,0 1 0 0,-4 1 1 0,4-1 1 0,-1 0-2 0,0-1 1 0,1 0 0 16,-1 0-2-16,1 0 3 0,0-1-3 0,1 0 3 0,1-1 0 0,-1 1 2 15,1-1 4-15,0 0 2 0,1 0 10 0,1 0 8 0,-1-1 10 0,1 0 6 16,1-1 1-16,0 1 0 0,0-2-5 0,2 0-7 0,1-1-5 16,1-1-3-16,1 0-4 0,2 0-4 0,1-1-4 0,1-1-2 0,3 0-2 15,2 0-3-15,2-1-1 0,2-1 4 0,1-1-3 0,1 0 4 0,3 0 1 16,0 0 0-16,2 0 3 0,1 1 3 0,1 0 4 0,0 1 4 15,0 1 6-15,2-1-1 0,-1 0 3 0,5 1-1 0,0 1-2 0,1 0 0 16,0 1-4-16,-1 2-9 0,0-1 1 0,3 1-9 0,-1 1-1 0,3 0-2 16,0 1-1-16,-1 0-2 0,3 2-3 0,-3 0 2 0,1 0-4 15,2 0 3-15,-2 1 0 0,1 1 2 0,1 0 0 0,-1 1 0 0,1 0-2 16,-2 0 1-16,-1 2 2 0,-1 0-3 16,-1 1 1-16,-1 1-1 0,0 0-3 0,0 2 4 0,-3 2 1 0,1 1-2 0,-3 1 2 0,0 1-3 15,-2 0-2-15,1 1 1 0,-3 3-2 0,0 1 0 0,-1 1-3 0,-4 1 0 16,-2 1 3-16,-2 1 1 0,-2-1-8 0,-5 2 1 0,-1-2-2 0,-5 2 3 15,-3-1 13-15,-3 0 4 0,-4-1 2 0,-3-3 3 0,-5 2-2 16,-2-1 1-16,-4-2 0 0,-4 1-2 0,-3-1 0 0,-2-1-4 0,-2-1 1 16,-1 2-5-16,-1-2-2 0,-2 0 1 0,0 0-2 0,-2 0 2 15,1 0 1-15,0-3 3 0,0-2-4 0,1-2 4 0,-2 0-6 0,1 0 2 16,0-1 1-16,1-1-4 0,1 0 4 0,1-2-1 0,0-1 1 16,0-1-2-16,1-1-1 0,1 0-1 0,-1-1-2 0,3-2 6 0,0-2 2 15,3 0-5-15,1-2 4 0,3 1-3 0,2-1-1 0,1 1 3 0,4-1 1 16,-1 1-3-16,2 0 2 0,2 1-1 0,1 0 0 0,1 0 0 0,0 0-3 15,3 1 3-15,-1 0-3 0,4 2 2 0,0-1-1 0,1 2-3 16,0-1 1-16,1 1 0 0,1 0 1 0,1-1-2 0,1 1 2 0,0 0-1 16,1 0-2-16,1 0 2 0,0 0-3 0,0 0 0 0,0 1 1 15,0 0 2-15,1-1-1 0,0 0 2 0,1 1-1 0,0 0-2 0,1 1 3 16,-1-1-2-16,2 1-1 0,-1-1 4 0,-2 1-2 0,2 0-4 0,0-1 3 16,0 1-1-16,0 0 0 0,0 0 6 0,-1 1-4 0,1-2 0 15,0 1 1-15,-2 1-2 0,1-1 3 0,-1 0-3 0,0 1 0 0,1 0 1 16,-1 0-2-16,1 1 1 0,0 0 2 0,-2-1 1 0,2 1-2 15,-2-1 1-15,2 1-1 0,-2-1 0 0,0 0 1 0,1-1 0 0,-1 0-1 16,1 0 2-16,-1 1-5 0,1 0 1 0,0-1 4 0,0 0-1 16,0 0 2-16,-1 1 0 0,1-1 0 0,-1 0-5 0,1 0 1 0,-1 1-3 15,1 0 5-15,0 0-1 0,-1-1 3 0,0 1 0 0,0 0-5 0,-1 0 1 16,2 1 2-16,-1-1-4 0,-1 0 3 0,1 0-1 0,-2 0 0 0,2 0 1 16,-2 0 0-16,1 0 2 0,1 0-4 0,-1-1 3 0,0 1-1 15,-1-1-1-15,0 0 3 0,0-1 1 0,-1 0-1 0,1 0 6 0,0 0-3 16,-1-1 0-16,2 0 3 0,-2-1-1 0,1 1 2 0,-1-1-2 15,0-1 0-15,0 1-2 0,-1 0-2 0,3 0 2 0,-3 0 0 0,1-1 2 16,0 1-3-16,0 1-3 0,0-1-4 0,1 1-1 0,0 0 3 0,-1 0 0 16,0 0 1-16,0 1-2 0,-1 0 2 0,2-1 0 0,-1 0-2 15,2 2-1-15,-2-2-3 0,1 1-1 0,-2 1-1 0,1-2-2 0,0 1 1 16,1 0 0-16,0-1 1 0,0 1-1 0,1-2-1 0,-2 1 0 0,1 0-3 16,-1-1 0-16,1 0-7 0,0-1-6 0,-1 1-17 0,1 0-13 15,-2 0-24-15,1 0-26 0,1 0-34 0,0 0-17 0,2 0 0 0,0-2 2 16,1 1 16-16,1-2 8 0,2 0-1 0,1 0-72 0</inkml:trace>
  <inkml:trace contextRef="#ctx0" brushRef="#br0" timeOffset="-85182.99">16678 5976 471 0,'-6'-3'7'0,"2"2"-7"0,-1 4-18 0,3 3-10 16,2 3-6-16,1 1-12 0,1-1-14 0,1 1-6 0,0 1-10 15,1 1-26-15</inkml:trace>
  <inkml:trace contextRef="#ctx0" brushRef="#br0" timeOffset="-84930.29">16781 6188 86 0,'10'4'75'0,"0"-1"-9"0,4 0-7 0,0 0-7 0,0-1-9 0,2-1-7 16,0-1-4-16,3 0 1 0,1 0-3 0,1 0 3 0,2-1-1 0,0-1 5 15,0-1 2-15,1 1 6 0,0-2 6 0,3 0 1 0,0 0 2 16,-1-1 2-16,2-1 0 0,-1 0-2 0,2 0 1 0,0 1-2 0,1 0-6 16,-2 0-1-16,1 0-5 0,-1 1-4 0,0 1-1 0,0-1-8 15,1 1-6-15,-1 1-2 0,1 0-5 0,-1 1 1 0,-2 0-8 0,-1 1-4 16,-1 0 2-16,-1 0-8 0,-1 0 7 0,-3 0-2 0,1 0-2 0,-2 2 4 16,-1-1-3-16,-1 0-1 0,-1 0 3 0,-2 0-4 0,-2-1 0 15,0 2 1-15,-1-2 1 0,-1 1-2 0,-1 0 2 0,-1 0 1 0,-2-1-2 16,0 1 2-16,-1 0 0 0,-1-1 2 0,0 1-2 0,-2-1 1 0,1 0-4 15,-1 0-1-15,0 0 2 0,0-1-1 0,0 1 0 0,-1-1-3 16,0 0-4-16,0-1-4 0,-1 1-2 0,1-1-11 0,0 0-11 0,0 0-13 16,-1 0-16-16,1 0-16 0,0 0-21 0,-1-2-11 0,2 1-2 0,-1-2 3 15,1 0 3-15,1-1-3 0,-1 0-3 0,2-1 0 0,-1-1-20 16,1-1-20-16</inkml:trace>
  <inkml:trace contextRef="#ctx0" brushRef="#br0" timeOffset="-84615.68">18080 5931 577 0,'-13'-10'57'0,"-2"1"-23"0,-4 0-5 0,3 5-19 16,0 4-11-16,0 3-5 0,-2 2-4 0,-1 2-7 0,-2 1-4 0,-2 2-5 16,-1 0-2-16,-1 2-8 0,0 2-2 0,1 1-9 0,0 0-9 15,1 0-8-15,0-2-9 0,1 2-4 0,0 0-21 0,2-1-4 0</inkml:trace>
  <inkml:trace contextRef="#ctx0" brushRef="#br0" timeOffset="-84561.86">17546 6183 42 0,'-3'4'34'0,"0"0"-10"0,-1 2-9 0,2-2-6 0,1 0-4 16,1 0-2-16,0 0-2 0,0 0 0 0,0 0 0 0,2-1-4 15,0 0-1-15,1-1-7 0,-1 0-7 0,1 0-17 0,0 0-26 0</inkml:trace>
  <inkml:trace contextRef="#ctx0" brushRef="#br0" timeOffset="-82915.3">24339 7508 7 0,'3'-6'1'0,"2"-1"0"0,1-1 0 0,1 1-1 16,1 3 0-16,2 0 0 0,2-1 2 0,0 0 1 0,3 1 1 0,0-1 3 16,3-1 1-16,3 1 1 0,0-2 2 0,4 0 1 0,2-1 0 15,-1-1 0-15,4-1-2 0,0 1-3 0,5-1 2 0,1 1-1 0,3 0-1 16,1 2 0-16,0-1-3 0,2-1-1 0,2 1-2 0,1-1-1 0,3-1 1 15,0 0-2-15,2 1 1 0,2-1 1 0,0 0 0 0,1 1-1 16,3 1-1-16,-1 0-1 0,0 1-2 0,1 2-1 0,-1 3 0 0,0 2 0 16,2 2 0-16,-3 5 1 0,0 4-1 0,-2 4-1 0,-1 6 0 0,0 2 0 15,-2 6 1-15,-1 1 1 0,-4 4-1 0,-2 1 0 0,-2 3 0 16,-3 3-1-16,-2 2-1 0,-1 0-5 0,-4 2-18 0</inkml:trace>
  <inkml:trace contextRef="#ctx0" brushRef="#br0" timeOffset="-80615.85">18400 8891 861 0,'-22'0'93'16,"-2"0"-51"-16,-4 0-32 0,5-1-17 0,6 1-9 0,4 0-6 0,3 0-4 16,2 0 2-16,2 1 4 0,2-1 7 0,1 0 6 0,1 1 0 15,1-1 3-15,1 0-5 0,1 0-2 0,0-1-1 0,1 1 0 0,1-2 0 16,2 1 3-16,1-2 2 0,2-1 1 0,2-2-1 0,4-3-1 16,4-3 0-16,1-2 1 0,4-3 2 0,3-3 1 0,2-4 2 0,5-1-2 15,3-2 2-15,1-1 1 0,3-2-3 0,0 1 2 0,2-2-3 0,3 1 1 16,0 3 0-16,0 1 3 0,0 4 1 0,-1 0 5 0,-1 3 6 15,-1 2 0-15,0 3 1 0,-2 1 3 0,0 4 2 0,1 2 7 0,-1 3 4 16,0 4 4-16,0 4 1 0,-1 2-4 0,2 5-4 0,1 1-1 0,1 3-4 16,-1 2-2-16,3 4-1 0,-1 2-5 0,0 3 0 0,0 3-4 15,1 0 0-15,-1 3-2 0,0 0-10 0,0 2-2 0,-1 2-8 0,-1 0-5 16,1 5 0-16,0-1-6 0,-1 2 3 0,-2 3 3 0,-1 0 0 16,-4 2 10-16,-2 1 1 0,-3 1 3 0,-3 2 7 0,-4 0-4 0,-3 0-2 15,-5 0-3-15,-4 0-6 0,-4 0-5 0,-2-2-1 0,-4-1 1 0,-3-1 5 16,-3-1 7-16,-5-2 6 0,-2-4 10 15,-4-1 12-15,-4-4 8 0,-3-1 10 0,-3-2 7 0,-4-3 8 0,-2-3 11 0,-2-3 5 0,-3-4 0 16,-1-3-2-16,-2-4-2 0,-3-2-4 0,-1-3-2 0,-1-2-5 0,-3-1 6 16,-1-3 14-16,1-2 16 0,-2-1 13 0,3-2 1 0,-2-1-16 15,-1-2-14-15,0-3-12 0,-2 0-15 0,0-2-8 0,-1-2-8 0,0-2-6 16,0-3-7-16,-1-2-7 0,-1-2-9 0,1-2-8 0,1-1-9 16,1-1-4-16,2 0 2 0,1 1-2 0,1-1 13 0,4 2-4 0,3-2 7 15,2 3 1-15,4 1 0 0,4 1 9 0,1 2-2 0,2 1 4 0,1 0-1 16,3 2 1-16,1-1 3 0,2 0-1 0,4 0-2 0,2 3-2 15,1-2-5-15,3 2-6 0,1-1 0 0,2 2-1 0,2 0 0 0,3 0 2 16,0 1-7-16,2 1 2 0,2 0 1 0,0 0-1 0,2 0 2 0,1 1-4 16,0 1-1-16,1 1 1 0,0 0-2 0,1 0 1 0,2 0-5 15,-1 0-8-15,2 1-4 0,0 1-7 0,0 1-11 0,3 0-10 0,0 1-10 16,1 0-11-16,2 0-15 0,2 1-18 0,2 0-23 0,2 1-23 16,-1-1-12-16,2 1-3 0,3 1 12 0,3 1 17 0,2 1 26 0,1 1 17 15,3 1 20-15,3 0 17 0,1 2 12 0,5 0 10 0,5 2 3 0,2 0 0 16,5 0-2-16,3 1-3 0,4 0-4 0,3 2-16 0,6 2 1 0,5 3-6 15,3 1-14-15</inkml:trace>
  <inkml:trace contextRef="#ctx0" brushRef="#br0" timeOffset="-79982.27">21218 8562 1172 0,'-2'-8'141'0,"0"-2"-102"15,0-2-74-15,3-2-22 0,1 1-8 0,3-3 5 0,3-1 13 0,3 1 21 16,1 3 17-16,1-1 14 0,3 2 10 0,0 0 2 0,2 1-1 15,1 0-2-15,2 0 3 0,2 1 2 0,2 0 2 0,3 2 7 0,0 0-1 16,3 1 1-16,0 1-3 0,3 0-9 0,2 1-1 0,2 2-5 0,3 0-5 16,0 1 2-16,1 2-3 0,4 1-1 0,3 2 2 0,2 3 0 15,1 1 4-15,1 3-2 0,2 2 4 0,0 4-6 0,3 2-2 0,1 4 5 16,1 3-3-16,1 2 0 0,-1 3 1 0,-1 2 0 0,-1 3-5 16,-1 1 1-16,-1 4-1 0,-2-2-1 0,-2 1 3 0,-4 0 1 0,0 1-4 15,-2 1 2-15,-1-1 1 0,-1 0-1 0,-1 0 0 0,-2-2-6 0,-1 1 1 16,-2-2-5-16,-3-2-3 0,-2 0 0 0,-3-3-5 0,-2 0 0 15,-4-1 2-15,-3-2-4 0,-4-1-4 0,-2-2 1 0,-3-1-9 0,-4 0 2 16,-3-2 1-16,-5 0 5 0,-4 0 10 0,-4-1 12 0,-5 0 13 0,-3 0 7 16,-4-3 12-16,-5 2 5 0,-3-2 6 0,-6-4 11 0,-3 2-9 0,-3-2-1 15,-7-3-10-15,-2-1-13 0,-3-4-3 0,-4-1 5 0,-2-2 7 16,-1-2-2-16,-4-2 1 0,1-2-8 0,-3-2-3 0,-1-2-5 0,-2 0-9 16,-1-2-1-16,1-2-3 0,-3 0 2 0,3-2 1 0,0 1 1 15,1 0-2-15,4 0-4 0,1 1-7 0,3 1-2 0,2 0 2 0,4 2-5 16,3 0-2-16,5 2-17 0,2 1-30 0,1-2-35 0,1 0-60 0,2-2-52 15,3-1-41-15,-2-3-30 0,3-2-47 0</inkml:trace>
  <inkml:trace contextRef="#ctx0" brushRef="#br0" timeOffset="-77298.2">7487 11163 1116 0,'-30'-19'36'0,"-1"0"80"0,-3-4-27 15,10 5-3-15,8 7-23 0,7 0-15 0,1 2-10 0,4 2-6 16,3 1-13-16,4 2-7 0,4 1-7 0,5 3-1 0,8 3-2 0,7 4 7 15,5 4 5-15,7 5 0 0,5 5 3 0,5 6-8 0,6 5 1 0,6 4-1 16,2 2-7-16,5 6-5 0,2 6 4 0,4 6-7 0,1 8 11 16,4 6 0-16,0 5-6 0,-2 6 0 0,-1-1-11 0,-4-5 0 0,-3-5 0 15,-7-12 7-15,-5-10 4 0,-5-16 11 0,-5-12 24 0,-4-10 30 0,-2-9 37 16,-2-8 22-16,0-8 17 0,-3-7 7 0,-1-7-2 0,-2-8 0 16,0-5-14-16,-1-6-13 0,-2-10-17 0,-1-6-19 0,1-8-9 0,2-9-36 15,2-5 0-15,5-7-9 0,2-6-1 0,3-7 12 0,4-4-21 16,2-4-23-16,1-3 1 0,3 0 1 0,4-4 1 0,5-1 15 0,5-3-26 15,6 3 4-15,5 3-5 0,5 6-1 0,3 5 12 0,1 6-6 0,1 8-19 16,-3 6 1-16,0 8 4 0,-2 5-12 0,-3 7 12 0,0 6-22 16,-4 5-15-16,-1 4-8 0,-1 4-8 0,-3 4-7 0,-3 6-18 0,-5 5-28 15,-5 4-49-15,-5 4-71 0,-2 5-94 0,-5 2-72 0,-1 1-18 16,-5 3 17-16,-5 0-22 0</inkml:trace>
  <inkml:trace contextRef="#ctx0" brushRef="#br0" timeOffset="-76897.44">9122 8941 1207 0,'-18'18'52'16,"1"5"45"-16,0 8-19 0,10 4-5 0,8 1-10 0,6 8-9 0,5 7-1 15,6 4-9-15,4 5-13 0,8 4-10 0,5 3-16 0,7 4 5 0,4 8-5 16,5 2-2-16,7 6 6 0,3 5-9 0,4 1-4 0,6 4-12 15,2 0 9-15,2 2 2 0,3 1 3 0,2 1 16 0,1-3-6 0,0-3 1 16,2-9-1-16,-1-9 0 0,-2-9 26 0,-1-13 10 0,-5-14 28 0,-6-15 17 16,-3-13-1-16,-6-12 14 0,-2-10 14 0,-1-8 18 0,-1-9 10 15,0-7 4-15,-2-8-21 0,-2-4-16 0,0-4-30 0,-2-6-19 0,1-1-6 16,-1-5-17-16,1-3-6 0,0-1-15 0,1-4-2 0,2-2-7 16,3 0-11-16,3 0 0 0,2 0-9 0,4 2 2 0,2 2 6 0,3 1 3 15,0 5 2-15,1 4-2 0,-4 3 1 0,-2 4-2 0,-1 6-8 16,-2 2-11-16,-1 3 4 0,-2 5 3 0,-3 2-1 0,-2 4 18 0,-2 4-8 15,-3 4-1-15,-1 1 5 0,-4 3-4 0,-1 3 1 0,-2 2 3 0,-2 0-8 16,-2 3 5-16,1 2-8 0,-4 1 4 0,1 1 2 0,-4 2-2 16,-1 1 1-16,-1 0 1 0,-1 1 2 0,-3 1-4 0,-1 0 0 0,-2 1-4 15,-1 0-6-15,-1 0-1 0,-4 0-6 0,-1 1-9 0,-2 1-5 16,-2-1-12-16,-2 1-14 0,-1 0-13 0,-3 0-19 0,0 0-20 0,-2-1-25 16,-2 1-37-16,-1 0-43 0,-2 0-34 0,-1 2-29 0,-3 1-16 0,-3 3-3 15,-2 3 7-15,-6 3 10 0,-4 3-29 0</inkml:trace>
  <inkml:trace contextRef="#ctx0" brushRef="#br0" timeOffset="-76132.17">27334 10288 2646 0,'-7'-6'10'0,"-1"-1"17"16,-1-1-16-16,3 3-2 0,1 1 5 0,1 0-6 0,2 1-8 0,1 1-18 15,3 1-37-15,0 2-29 0,3 0-26 0,1 3-18 0,4 3 11 16,5 4 9-16,4 3 20 0,2 3 24 0,6 3 20 0,-1 2 19 0,4 0 12 16,1 3 11-16,1-1 6 0,-1 0 4 0,2 0 6 0,-1-2 5 15,1 1 2-15,0 0 9 0,1-1 2 0,0 2 3 0,0 0 5 0,1 1-2 16,-2 0 6-16,0-3 7 0,-1 0 3 0,2-3-3 0,-4-3 5 0,1-2-2 16,-3-1 14-16,0-3 10 0,1-1 12 0,0-5 9 0,-1-2-3 15,2-4-2-15,-2-3-21 0,2-5-16 0,-2-3 8 0,2-3-11 0,-1-5 7 16,1-2 0-16,1-6-25 0,-3-2-6 0,1-5 0 0,-2-1-5 15,1-4-5-15,-3-6-1 0,1-3-14 0,-1-2 1 0,-1-4-2 0,-1-1-10 16,-4-3-5-16,-1-3 2 0,0-4 1 0,-3-2 7 0,1-2 4 0,0-2-6 16,0-2-3-16,0-2-7 0,2-1-1 0,1 4-21 0,0 0-14 15,1 3-3-15,2 6-11 0,0 4 17 0,1 4 3 0,1 5 6 0,-1 1 6 16,2 3-9-16,1 2-6 0,-2 3-10 0,1 2-8 0,-3 4-21 0,-2 7 8 16,-2 4 3-16,-4 5-4 0,-1 7 11 0,-2 2-35 0,-2 4-32 0,-2 3-37 15,-3 2-66-15,0 2-41 0,-2 1-44 0,-1 0-40 0,-1 1-8 16,0 0-61-16</inkml:trace>
  <inkml:trace contextRef="#ctx0" brushRef="#br0" timeOffset="-75715.13">28314 9139 2967 0,'3'0'-39'0,"-2"0"34"0,-1 1 0 0,-1 1-10 15,-5 3 28-15,1 6-46 0,1 6-6 0,3 6 9 0,3 8 10 0,4 5 12 16,3 10 3-16,3 7-3 0,5 7-4 0,3 9-6 0,3 5-11 0,4 5-7 16,3 3-14-16,3-3-1 0,2-2 5 0,5-5 12 0,1-6 9 15,2-4 20-15,2-8 12 0,-1-8 10 0,2-6 6 0,0-7-4 0,2-5 5 16,1-5-4-16,1-4 9 0,2-4 1 0,2-4-2 0,0-4 6 0,1-4 5 15,0-6 5-15,-3-3 9 0,-1-4 7 0,-1-5-2 0,0-3 7 16,-1-4-21-16,0-1 2 0,-1-5-10 0,0-1-8 0,-2-3-1 0,1-1-4 16,-2-3 5-16,0 0-5 0,-1-1 12 0,-1-3-16 0,-2 2-8 15,-1 0-5-15,0 0 3 0,1 1-9 0,-1 0-6 0,1 2 4 0,0 2-8 16,-1 2-1-16,1 2 5 0,-4 3-4 0,-1 1-3 0,0 3-5 0,-2 2-3 16,1 2-1-16,-3 3 5 0,0 3-1 0,-3 2 5 0,-2 1-15 15,-3 4 0-15,-1 1 6 0,-1 1 1 0,-3 3 14 0,0 1 17 0,-2 1-1 16,-1 2-4-16,0 1 2 0,-2 2-19 0,-2 1-5 0,-1 0-4 0,-3 0-17 15,-1 0-29-15,-2 1-36 0,-4 0-46 0,-1 0-52 0,-2 0-57 16,-4 0-62-16,-2 1-65 0,-5-2-52 0,-6 2-36 0,-6-1-53 0</inkml:trace>
  <inkml:trace contextRef="#ctx0" brushRef="#br0" timeOffset="161559.9">5415 4638 1220 0,'-18'-2'40'0,"0"-1"-38"0,-3 0-2 0,5 0 5 15,3 0 5-15,-1-1 0 0,1 0-2 0,0-1-3 0,-1 1-1 0,0-1-7 16,-1 0 1-16,-1 0-7 0,0 2-10 0,-2 0-6 0,-2 1-7 0,0 1 1 16,0 1 2-16,-2 2 8 0,-1 3 2 0,-4 1 6 0,-1 2 7 15,-3 2 6-15,-4 4 3 0,1 2 16 0,-1 4 3 0,-3 0 3 0,1 3 3 16,-2 2-9-16,1 2 0 0,0 3 0 0,1 0 0 0,2 4-2 0,0-1-4 16,1-1-3-16,3 4 0 0,0-2-2 0,3 4 2 0,0-1-7 15,0 1 2-15,3 2-1 0,0 0 3 0,3 2 3 0,2 2 2 0,0 1 1 16,5 1-2-16,0 2 2 0,3 2-1 0,0-1-4 0,3 2-2 15,1 0-5-15,3 3 2 0,1 0-14 0,0 1 4 0,3 1 1 0,0-1-4 16,2 1 10-16,1 3-3 0,1-1 1 0,2 0 1 0,2 1-2 16,3 0 2-16,1 1-13 0,2 0-2 0,3 1 1 0,1-1 4 0,3-1 11 15,3 0-2-15,1 0 4 0,4-1-5 0,1-2 0 0,3 0-1 0,1-2-1 16,4 0 0-16,1-3-5 0,4-1 3 0,3 0 1 0,1-2 2 0,3 1 7 16,3-2-2-16,2-2 1 0,2-1-2 0,3 0 2 0,1-3 3 15,4-2 0-15,2-1 2 0,2-3-1 0,2-1-2 0,3-1 6 0,2-4 0 16,0 0 2-16,4-2 7 0,1-3 3 0,0-1 7 0,3-3 4 0,-1-2 0 15,4-3-4-15,1-3-6 0,-1-2-1 0,4-3 3 0,1-2-3 16,-1-2 0-16,2-2-3 0,-1-2-5 0,-1-2-1 0,1-2-1 0,-1-1 4 16,1-3 2-16,-1 0-1 0,-2-3 7 0,0-1-4 0,-3-2 2 15,1-2 10-15,-2-3-3 0,0 0-6 0,1-1 5 0,-2-4-7 0,0 1-3 16,-2-6 7-16,-2-1-5 0,0-4 2 0,-1 0-2 0,-1-3 0 16,-4-1-6-16,-2-2-1 0,-1-4-1 0,-3 1-1 0,-2-1 8 0,-2-1-2 15,-2-3 1-15,-3 0-2 0,-3-2-9 0,-3-1 2 0,-2 0 0 0,-1-2 1 16,-5 0-1-16,-3-2 1 0,-2-1-4 0,-4-1 3 0,-3-3-1 15,-2 1-4-15,-4-1 4 0,-3-1-4 0,-2 0 1 0,-4 1 1 0,-3 0 1 16,-4-1-2-16,-3 0 2 0,-3 1-4 0,-3 1-3 16,-4 1 0-16,-3-1 0 0,-4 0 3 0,-4-1 0 0,-3-1 6 0,-4 0 0 0,-3 0 2 15,-2-1 4-15,-5 1-3 0,0 1 4 0,-3 0-3 0,-3 2 0 0,-2 1 4 16,-5 0 0-16,-3 2-3 0,-1 1-3 0,-2 1-4 0,-5 1-5 0,-2 0-2 16,-2 1-3-16,-4 0-5 0,-1 2 3 0,-2 4 1 0,-3 1-3 15,-3 0 3-15,-1 6 5 0,-3 3 4 0,-3 2-3 0,-4 5 8 0,-2 0-5 16,-4 3-3-16,-3 2 5 0,-3 4-3 0,-4 3 2 0,-3 4-2 15,-1 4 3-15,-3 4-4 0,-3 3-5 0,-2 5-9 0,-4 4-4 0,-4 4 1 16,1 3 1-16,0 6 2 0,1 4-2 0,1 3-6 0,0 5-6 0,3 2-23 16,0 5-20-16,1 3-47 0,4 5-35 0,-1 4-11 0,5 3-64 15,1 6-103-15,3 7-184 0,1 9-110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7T13:01:22.50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5469 7989 442 0,'-17'-1'25'0,"-1"0"-18"0,-4 0-1 0,6-1-2 0,4 1-3 0,1 0-2 15,2 1-7-15,2 0-11 0,-1 1-18 0,2 0-20 0,-1 1-28 0,0 0-4 16,-1 1-67-16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7T13:02:52.64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5354 7572 554 0,'-8'1'61'0,"2"-1"-34"16,0 2-12-16,5 0-5 0,3 1-3 0,0 0-4 0,3 0 4 0,-1-1-6 16,3 0-4-16,0 2 2 0,2 0-3 0,3 1 3 0,1 2-1 15,1 0-1-15,1 1-4 0,1-1-1 0,0 1 0 0,-2-1 0 0,1 0 2 16,-2 0 1-16,1-1 3 0,-2 0 2 0,-1 0 2 0,0-1 0 16,0 0-1-16,-2 0 2 0,1 0-1 0,-3 0 7 0,0 0 5 0,1-2 7 15,-2 1 9-15,0-2 6 0,0 0 13 0,-1 0 8 0,0 0 3 0,1-1 0 16,-1 1-2-16,0 1-3 0,1-1-4 0,1 2-4 0,-1 0-2 15,1 0-3-15,0 1 1 0,0 2-1 0,2 0-2 0,0 1-6 0,-1 2-7 16,3 1-3-16,0 1-7 0,2 3 3 0,-1 0-4 0,-1 1 0 16,3 1 4-16,1 0-9 0,3 0 9 0,-1-4-1 0,4 0 1 0,1-2 6 15,0-1-6-15,3-2 1 0,2 0 1 0,1-2 1 0,2 0-2 0,2-2 0 16,2-1-1-16,4-1-2 0,2-1 0 0,2-1 0 0,1-1-2 16,-1-1 3-16,2 1-2 0,1-1 2 0,0-1 3 0,3 1 3 0,0-1 1 15,1-1 1-15,-1 2-1 0,1-2-2 0,1 0-4 0,1 1 1 0,2 0-5 16,0 1-3-16,-1 0 0 0,-1 2-8 0,1 0 4 0,0 1 1 15,1-1 0-15,0 2 0 0,1 0 1 0,1 1-2 0,-1 1 2 0,2 0 10 16,3 0 5-16,0 1 1 0,2-1-8 0,1-1-4 0,-1-1-6 0,0-1-4 16,-1 0 1-16,0-1-1 0,-1 0 1 0,1-1 0 0,0-1 8 15,0 0-4-15,0-1-2 0,-1 0 3 0,0-2-8 0,2 1-1 0,0-2 4 16,0 0-2-16,1-2 1 0,-1 1 0 0,0-2 6 0,2 1-4 16,0 0 3-16,0 1 1 0,0-1-8 0,2 0 1 0,-2 0 1 0,0 0-3 15,-1 1-6-15,-1-1 3 0,-1-1 1 0,1 2 6 0,-1-1-1 0,-1 0 0 16,-1-1-4-16,-1 1-2 0,0 0 2 0,-2-1-1 0,0 2 3 15,-1 0-1-15,-1 0-8 0,0-1 6 0,1 0 1 0,1-1 1 0,0-1 4 16,-1 0-3-16,-3 1-1 0,-2-1-1 0,-1 0-2 0,-2 0 1 0,-1-1 1 16,-3 0-1-16,0 0 0 0,-3-1-12 0,-2 0-1 0,1-1 5 15,-4 1 13-15,1-2 14 0,-3 0-2 0,1-2-4 0,-2-2-10 0,1 1 2 16,-3-2 1-16,2-2 0 0,-2 0-1 0,2-2 2 0,-1-1-3 16,0-1 1-16,-1-2 3 0,-1 1-5 0,-2-3-1 0,-1-1-2 0,-2 0 2 15,-1 0 1-15,-1-1-3 0,-2 2 0 0,-2-2 0 0,-3 2-2 0,-3-3 1 16,-2 1-14-16,-2-1 6 0,-4-1 7 0,-2-1 0 0,-2-1 10 15,-1-2-8-15,-4-2-4 0,-3 1-6 0,-4-2-1 0,-3 1-3 0,-2-1-5 16,-6-2-2-16,-4 1 1 0,-4-1-5 0,-5 1 5 0,-7 0 1 16,-4 0-5-16,-5 0 5 0,-5 0 4 0,-4 0 3 0,-4 0 15 0,-4 1 3 15,-4 1-3-15,-1-1-1 0,-7 1-2 0,-2 1-2 0,-1-1 1 0,-5 3 5 16,0 2-5-16,-5 4 2 0,0 2-2 0,-3 4-2 0,0 0 3 16,0 3-3-16,-5 1-2 0,1 1 5 0,-1 4-6 0,-5 1 1 0,1 2 5 15,-1 1-1-15,-2 4-4 0,0 1 1 0,0 3 2 0,-1 1-2 0,0 2 5 16,-2 2-1-16,0 3-12 0,1 1 5 0,0 3-1 0,0 2-4 15,0 2 20-15,-2 1-5 0,2 3-3 0,1-1 3 0,4-3-6 0,6-4 0 16,3-1 3-16,2 0 0 0,0 5-6 0,-2 4 3 16,1 3-3-16,-2 5 1 0,-1 3 2 0,-1 4 3 0,-1 2-1 0,2 3 2 0,2 0-1 15,-2 0-1-15,4 0-1 0,1 0 1 0,2 1 8 0,3-1-5 0,2 1-5 16,0 1 6-16,2 2-6 0,3 0 6 0,3-2 3 0,6-2-6 0,6 0 3 16,3-2 3-16,5 1-2 0,4-5-1 0,5 0-3 0,3-4-3 15,7-3 3-15,3-1-3 0,4-1 0 0,5-1 0 0,5-2 0 0,4 0 2 16,7-1-4-16,2-1 2 0,4 1-4 0,4 1 4 0,4 1-3 15,4-1-2-15,5 2-2 0,4 0-2 0,6 0 6 0,7 1 3 0,4-2 0 16,7-1 0-16,2-2 0 0,3-3-4 0,6-5 4 0,4-2 1 0,5-4-3 16,3-1 0-16,6-2-1 0,1-2 0 0,6 1 4 0,2-1-3 15,-1 1 2-15,1 0 0 0,0-1-5 0,-2 2 0 0,-1-1 2 0,-4 2-2 16,-2 0 3-16,-3 1 0 0,-3 1 0 0,-2 1 2 0,-3 0-4 16,-4 0 1-16,-4 1-2 0,-2-1 2 0,-3 1 6 0,-4-1-1 0,-3 1-1 15,-2-1 5-15,-5 0-7 0,-1 0 2 0,-4 0 5 0,-3-2-1 0,-2 1 3 16,-3-1 1-16,-3 0-6 0,-2 1 0 0,-1-2 0 0,-1 1-1 15,-2-1 2-15,-1 0 1 0,-2-1-1 0,-2 0 6 0,0 1-2 0,-2-2-1 16,0 1 2-16,-1 0-1 0,0 0 0 0,1 0-1 0,-2 0-1 0,-1 0-2 16,-1-1 1-16,-2 1 1 0,0-1-2 0,0 1 1 0,-1-1-1 15,-1 2-4-15,0 0 3 0,0 0-1 0,1 0 1 0,-1 0-2 0,0 0 1 16,1 1-1-16,-1 0-5 0,1 0 3 0,0 0-11 0,0 1-2 0,1-1-7 16,-3 1-12-16,2-1-10 0,1 0-10 0,-2 0-8 0,2 1-5 15,-1 0-1-15,0 0-3 0,1 0-6 0,1 0-13 0,-1 0-23 0,-1 0-23 16,1 0-28-16,-2 0-24 0,0 1-20 0,0-1-18 0,0 1-148 0</inkml:trace>
  <inkml:trace contextRef="#ctx0" brushRef="#br0" timeOffset="784.35">3290 8377 153 0,'-9'-5'108'0,"1"1"-56"0,-2-2 6 0,4 2-2 16,1 0-6-16,0-1-3 0,1 0-7 0,0-1-4 0,0 0-11 0,0 0-3 15,0 0-2-15,1-1-5 0,0 1-1 0,1 0-4 0,0 0-2 16,0 0-1-16,2 0 1 0,-1-1 0 0,1 1 2 0,0-2 0 0,0-1 3 16,1 0-1-16,0 0 6 0,0 1 7 0,1-1-1 0,0 2 2 0,1-3-4 15,-1 1-3-15,1 0 2 0,2-1 3 0,0 1-5 0,1 0 3 16,2 0-3-16,2-1 0 0,1 0 1 0,3-1 2 0,1-1 0 0,2 0-1 16,3 1-1-16,2-3 0 0,1 1 1 0,3-2 0 0,2 1 0 0,0-2-2 15,6-3 4-15,2-3 1 0,5-5-2 0,7-3-6 0,1 1-10 16,3 2 0-16,0 5-6 0,1 4 3 0,1 1-1 0,3 1-3 0,1 0 6 15,1 1-3-15,3 1-2 0,-1 2 0 0,0-1 0 0,2 2-1 16,0 0 1-16,1 1-2 0,1 0-1 0,1 2 1 0,0 0 0 0,0-1-3 16,-1 3 4-16,-2 0 1 0,0 0-3 0,-2 3-1 0,0 0 1 0,-3 2-2 15,-1 2 5-15,1 2 1 0,-3 0-2 0,-1 2 1 0,-2 0-1 16,0 2 2-16,-2 1 8 0,0 2 0 0,-2 1 3 0,-2 2-3 0,0 3-3 16,-3 2 1-16,-1 1-3 0,0 4 3 0,0 1 0 0,-1 5-1 15,0 3 1-15,-2 5 0 0,-1 3 0 0,-2 5 0 0,-3 1 1 0,-1 4-4 16,-3 3 0-16,-2 3-8 0,-4 3 7 0,-1 1 5 0,-3 1-2 0,-3 1 7 15,-3 2-6-15,-1-3-5 0,-3-2 1 0,-2-2-2 0,-2-3 4 0,-3 0 0 16,-2-1-3-16,-1-1 18 0,-3-2 5 0,-2 0 8 0,-2-2 11 16,-3 0-7-16,-2-1-6 0,-2-2-2 0,-1 0-9 0,-4 1-2 0,-5-3-2 15,-2 1-7-15,-5 1-2 0,-2 2-6 0,-2-2 11 0,-7-2 3 16,-2 1 1-16,-5-3 4 0,-3-2-14 0,-4-4 4 0,-2-3-1 0,-3-4-3 16,-4-4 6-16,-2-1-5 0,-2-5-1 0,-3-6 5 0,-3-3-4 15,-1-5-4-15,-5-5-6 0,-1-4-2 0,-2-5-6 0,-2-3 0 0,2-6-11 16,-2-3-14-16,2-3-17 0,1-3-5 0,-1-3 0 0,5-4 7 0,-1-4 5 15,5-3 7-15,3-7 5 0,2-1-9 0,5-4-1 0,0-1-39 16,1-2-29-16,3-3 2 0,2 0-17 0,2-3 5 0,5 0-3 0,2 1-22 16,6 1-1-16,4-1-50 0,3 3-20 0</inkml:trace>
  <inkml:trace contextRef="#ctx0" brushRef="#br0" timeOffset="3667.16">12780 7258 1844 0,'-23'-8'236'0,"-4"-2"-154"0,-6-2-124 16,2 1-61-16,7 1-52 0,2 2-27 0,3 1 0 0,5 2 6 0,0 0 13 15,2 1 16-15,1 0 23 0,1 2 35 0,2-2 36 0,-1 0 30 16,2 0 24-16,0-1 15 0,2-2 10 0,0 0 13 0,0-3 8 0,0 0 9 16,0 0 5-16,-1-2-2 0,0-2-1 0,1 0-6 0,-1-2 2 0,0-1-12 15,-1-1-4-15,2 0 2 0,0-1-5 0,1 0 8 0,1-1-7 16,1 0-5-16,2 0-2 0,1-1 1 0,3 3 4 0,0 0 1 0,1 0 2 15,2 1-2-15,1 2-10 0,2 0-2 0,0 0-2 0,4 0 4 0,3 1-4 16,4-3-7-16,5 0-3 0,7 0-8 0,5 0 5 0,2-1 0 0,5 1-3 16,2 2 0-16,3 0-1 0,2 0-1 0,5 1-3 0,0 2-4 15,4 0-3-15,3 1 2 0,1-1-2 0,2 2-2 0,1 0-2 16,1 1-3-16,0 2-6 0,-1 0 0 0,-1 3 2 0,0 1 1 0,-1 2 8 16,0 0 6-16,0 1-1 0,-3 2 2 0,-1 1 4 0,1 2-1 0,-2 2-1 15,-1 1 1-15,-1 3-1 0,-2 1-1 0,-1 3 1 0,0 3-4 16,-1 2-2-16,-1 5-3 0,0 3-4 0,-3 5 4 0,0 1-5 0,-2 5-2 15,-3 1 0-15,-1 2-3 0,-5 5 3 0,-2 0-4 0,-3 4 9 0,-4 1-2 16,-4 3-6-16,-4 1 6 0,-3 0-13 0,-7 1-5 0,-4-1 0 16,-6 1-1-16,-4-2-2 0,-5-2 9 0,-4-2-1 0,-5-1 5 0,-4-3 14 15,-5 0 5-15,-3-2 10 0,-4-3 3 0,-5 0-6 0,-4-1-6 0,-6-1-6 16,-2 1-4-16,-5-2-9 0,-3-2-6 0,-1-3-11 0,-3-3-12 16,-2-1-6-16,-2-4-8 0,0-3-3 0,-2-4 13 0,-2-4 9 0,1-4 16 15,2-4 19-15,1-4 8 0,5-4 19 0,3-4 16 0,4-3 18 0,4-2 17 16,6-1 8-16,4-3 1 0,3 0-12 0,4-1-14 0,5 1-23 15,4 0-21-15,5 1-27 0,4 2-26 0,5 2-33 0,4 2-24 0,4 3-20 16,4 1-17-16,3 3-10 0,5 0-1 0,6 3 10 0,7 3 21 16,8 5 5-16,6 4 5 0</inkml:trace>
  <inkml:trace contextRef="#ctx0" brushRef="#br0" timeOffset="4667.14">24815 8014 800 0,'5'3'295'16,"1"0"-191"-16,0-1-89 0,-2-1-54 0,-1 0-39 0,2-2-36 0,1 0-16 15,1-1 0-15,3 0 1 0,1-1 2 0,1 1 8 0,1 0 0 16,1 1 12-16,4-1 3 0</inkml:trace>
  <inkml:trace contextRef="#ctx0" brushRef="#br0" timeOffset="5185.7">25071 8012 267 0,'23'5'265'0,"0"0"-13"0,6 2-38 0,-3 0-47 15,-2-1-40-15,0 0-47 0,2 1-31 0,1 0-20 0,1-1-12 16,1 0-11-16,1-1-9 0,2 1-4 0,0-1-6 0,4 1 0 0,1 1-5 16,2 0-2-16,4 1 0 0,1 0 3 0,2 1 7 0,3 0 6 0,1-1 9 15,3 1 2-15,2 0 10 0,1 1 10 0,1 0 6 0,3 0 7 16,0 0 0-16,1 0-7 0,1 0-8 0,1 1-5 0,2-2-8 0,1-1-2 15,2-1 3-15,-1 0-9 0,4-1 0 0,2 0-4 0,0 0-3 0,2-1 6 16,0-1 0-16,2 0 2 0,1-2 2 0,0 0-6 0,1-2-1 16,2 0 0-16,0-2 3 0,1-1 0 0,2 1 4 0,-2-1 4 0,2 1-4 15,-1-1-1-15,1 0-1 0,2 0-3 0,1 1 0 0,0 0 2 16,3 0 0-16,0 0 2 0,2 1 1 0,1-1-1 0,1 1 0 0,0 0-5 16,3 1 4-16,0 0-5 0,2 0 0 0,2 0 1 0,1 1-2 0,0-1 6 15,3 1-1-15,0-1-2 0,0 0 1 0,-1 1-1 0,3-1 2 16,-1-1 2-16,-1 0-4 0,3 0-5 0,-3 0 2 0,0-2-2 0,0 1 3 15,-2 0 4-15,-1-1-1 0,-1 0 11 0,-2-2 3 0,-4-1-1 16,0 0 2-16,-4-1-10 0,-1-1 0 0,-1 0 1 0,-3 0 3 0,-1-3 2 16,-4-1-3-16,-4-1-5 0,-1-3-3 0,-4-1-2 0,-1-4 1 0,-4-3 2 15,-35 12-4-15,4-5 16 0,-1-2-2 0,7-5-1 0,-6-3-1 16,5-4-19-16,-2-5-1 0,2-6-2 0,-4-3-1 0,-4-4 4 0,-5-3-2 16,-5-3 5-16,-3-3-2 0,-5-3-3 0,-6-3 4 0,-3-3-5 0,-3-2 0 15,-5-3-2-15,-4 0-8 0,-4-3 0 0,-4-2-1 0,-5 1 2 16,-2 0 11-16,-6-1-4 0,-4 1 3 0,-4 1 0 0,-40-61 1 0,-1 21 6 15,5 24 4-15,6 18 0 0,2 11 1 0,-3 1 0 0,-1 1-2 16,-3 1 3-16,-3 3-5 0,-1 0 9 0,-2 4 2 0,-3 2-7 0,-1 3-2 16,-2 3-10-16,-2 4 3 0,-2 1 3 0,-1 4-5 0,-4 3 2 0,-5 5-6 15,-1 3-1-15,-6 5 9 0,1 4-1 0,-3 2-2 0,-2 5 7 16,2 5 2-16,1 4 2 0,0 5 1 0,3 5-4 0,0 4 6 0,-1 5-7 16,1 5 6-16,0 5 4 0,-3 4 1 0,-1 5-1 0,0 5-3 0,-3 4-9 15,-2 4 5-15,-1 4 2 0,-1 5 5 0,0 6 1 0,1 2-11 16,2 2-6-16,2 1-5 0,4-2-10 0,2-1 10 0,3 1 3 0,5-2-1 15,1 0 13-15,5 2-3 0,-1 0-4 0,4-1 1 0,-1 1-6 0,2-2-6 16,5-3-12-16,1-2-6 0,5-4-9 0,3-4 0 0,4-5-1 16,3-3-5-16,4-5-4 0,3-3-9 0,1-1-11 0,3-5-12 0,2-2-17 15,1-5-17-15,1-2-14 0,1-2-14 0,0-2-12 0,0-1-34 0,-1-2-118 16</inkml:trace>
  <inkml:trace contextRef="#ctx0" brushRef="#br0" timeOffset="23467.81">8891 9891 687 0,'-28'-16'37'0,"-2"-1"-29"0,-6-5-2 0,5 3 6 0,8 2 3 16,0 2-4-16,1 0-2 0,2-1-2 0,1 2-3 0,0 1 8 0,2 0-5 15,1 0 1-15,1 0 2 0,2 0 2 0,1-1 4 0,2 1-1 0,0-1 2 16,1 1-1-16,3 0 6 0,-1-1 2 0,4 0 2 0,1 1-9 15,2 0-5-15,1 0-1 0,2 1-7 0,4-1 8 0,2 1-6 0,3-1-4 16,3 0 0-16,2-1-3 0,5 0 2 0,2 0 2 0,4 1 6 0,4-3 1 16,5 0 2-16,3-1 1 0,5 1-5 0,1-1 4 0,5 0-3 15,4 1 1-15,2-2 2 0,2 1-1 0,2 0 1 0,2 2-5 0,2-1-1 16,3 1-1-16,2 1-3 0,0 3 0 0,1 0-4 0,1 3 0 16,-2 1-3-16,1 2 2 0,0 1 0 0,1-1 4 0,0 1 2 0,1 1-3 15,0-1-2-15,1 1-6 0,-1 1-2 0,-1 1-3 0,0-2 4 0,0 1 5 16,1-1-3-16,0 0 7 0,-1-1-2 0,1 0-1 0,0-1-4 15,-2-1-13-15,-2 1-3 0,-2 0-6 0,-5 3 2 0,-1 2 4 0,-3 3 2 16,-3 2 7-16,-5 3-3 0,-4 3-3 0,-5 3-3 0,-6 2-4 0,-2 3 6 16,-4 4 5-16,-3 1 7 0,-4 5 2 0,-4 3 2 0,-3 4 0 15,-5 3-3-15,-4 4-5 0,-3 4-4 0,-5 4-7 0,-4 2-20 0,-6 3-15 16,-6 2-1-16,-6 3 4 0,-6 3 19 0,-6 0 11 0,-5-1 0 0,-5-1 2 16,-2-4 4-16,-5-3 9 0,-5-3 11 0,-1-3 7 0,-4-2 5 15,-1-1 9-15,-1-5 10 0,-4-2 9 0,2-3 9 0,-3-4 7 0,-1-1-2 16,2-3 0-16,-2-3 4 0,0-3-2 0,0-4 1 0,-2-2 3 0,-1-2-7 15,0-4-6-15,0-3-4 0,-1-1-8 0,0-3-1 0,0-2 7 16,2-2 4-16,1-3 6 0,-1-1 4 0,2-2 0 0,-1-4-2 0,1-2-4 16,2-3-10-16,-2-2-7 0,0-3-7 0,0-3-12 0,-1-1-3 15,-1-4-7-15,1 0-13 0,-2-2-18 0,0-2-9 0,0-2-22 0,1-1-9 16,1-2-4-16,2 2 4 0,1 2 1 0,2 0-20 0,2 2-20 0,1 2-37 16,3 2-43-16,2 3-23 0,3 3-180 0</inkml:trace>
  <inkml:trace contextRef="#ctx0" brushRef="#br0" timeOffset="26835.38">7235 13474 607 0,'-2'0'460'0,"0"1"-181"0,-1-1-40 16,1 1-38-16,-1 0-23 0,0 1-25 0,1 1-29 0,-1 2-19 0,1 0-16 16,-1 2-18-16,0 1-1 0,0 2-16 0,0 2-6 0,0 1-9 15,0 1-8-15,0 1-8 0,1 0-3 0,0 3-7 0,0 0-4 0,-1 1 2 16,1 0-11-16,0 1 0 0,0 1 3 0,-1 1-6 0,-1 1 3 0,-1-1-2 16,-1-1 4-16,1 0-2 0,-2-1 5 0,1 0-2 0,-1 1 4 15,0-1-7-15,-2-3 2 0,0 2 14 0,0-3-1 0,-1 1 12 0,0 0 0 16,0-1-6-16,-1 0 2 0,1-3 5 0,0 1 3 0,0 0 3 0,0-1-1 15,1-2 2-15,0-2-7 0,2 0-5 0,0-1-4 0,2-1 1 16,-1 0 1-16,1 0 2 0,0-1-1 0,2 0-6 0,1-1 6 0,1 1-1 16,1 0 12-16,3 1-2 0,-1-2-4 0,3 1 4 0,0 0-7 0,1 1 4 15,1-1-6-15,3 1-14 0,0-3-1 0,0 2-1 0,2-2-6 16,0-2 9-16,1-2-3 0,2-1-2 0,2-2-1 0,0-1 1 0,2-2-2 16,0 0 2-16,1-3-2 0,-1-1-2 0,1-2-4 0,0-1 4 15,-2 0 7-15,2-2 3 0,0 0-5 0,-1-1 5 0,2 0-5 0,-1-2-3 16,0-1 8-16,1 1-10 0,0-1-2 0,-1-1 17 0,-1 0-6 0,0 1-16 15,-1-1 14-15,0 1-12 0,1 1 5 0,-2 0 19 0,-1-2-14 16,0 2 1-16,-1 0 0 0,0-1 1 0,-1 2-7 0,-1 1 10 0,-1-1-4 16,-2 2-1-16,0 0 14 0,-3 2-9 0,1 0 5 0,-2 0 1 0,-1 1 1 15,-2 1 2-15,-3 0 6 0,-1 1 3 0,-2-2-7 0,-2 1-1 16,-2 0 5-16,-3 0-13 0,0 1 9 0,-3 0-3 0,-3 0-8 0,-3 1 6 16,-2 0-6-16,-3 0-2 0,-3 0 0 0,-2-1-2 0,-2 1-4 0,-3 0 2 15,0 1-2-15,-2 0-2 0,-1 1 6 0,1 0-2 0,2 0-2 16,1 0 10-16,1 1-2 0,0 0-10 0,0 3-4 0,2 1 0 0,2 1 0 15,2 3 8-15,0 1 0 0,2 1-12 0,0 3 4 0,0 1-4 16,1 1 0-16,0 0 0 0,2 3-6 0,1 1 4 0,1 2-16 0,2 2 2 16,0 1-1-16,4 3-5 0,-2 2 5 0,3 1-6 0,1 1-6 0,1-2-2 15,3 0-16-15,-1 0-10 0,3-2-14 0,2 1-12 0,1 0-4 16,1-3-21-16,3 1-19 0,2-1-33 0,2-2-33 0,2 0-68 0,1-1-97 16,4-2-91-16,2-4-41 0,2 0 3 0,0-3-69 0</inkml:trace>
  <inkml:trace contextRef="#ctx0" brushRef="#br0" timeOffset="28001.47">8122 13687 1256 0,'-4'-1'410'15,"-1"-1"-147"-15,-2 0-28 0,0 0-39 0,1 0-12 0,-1 1-22 0,1 1-14 16,-1 0-20-16,0 0-9 0,0 1-10 0,0 2-20 0,-1-1-6 15,0 1-15-15,0 1-11 0,1 1-3 0,1-1-11 0,0 3-3 0,0-1-4 16,1 2-6-16,0 3 2 0,1 1-5 0,1 2-9 0,0 2-5 16,2 3 0-16,1 2 3 0,1-2 7 0,0 2-7 0,1-1-5 0,1-1-7 15,0-1-17-15,1-1 1 0,1-2 22 0,0-3-8 0,1 0 23 0,0-2 6 16,2-2-33-16,1-3 8 0,1-2-6 0,0-2-4 0,2-2 8 16,0-2 0-16,-1-1-6 0,3-2 4 0,0-2-10 0,0-2-21 0,-3 1 6 15,1-2-16-15,-1 0 31 0,-1-1 18 0,-1-2 1 0,1-1 13 16,-3-3-22-16,2 0 5 0,-1 0-14 0,-2 2 7 0,-1-2 2 0,-1 0-4 15,0 2 9-15,-2-1-7 0,0 1 0 0,-3 1 4 0,0 1-6 0,-2 0-2 16,-2 1 2-16,-1 0 2 0,-2 2 2 0,-1 1 4 0,0 0-4 16,-2 2 0-16,-1 0 4 0,1 2-8 0,0 3 8 0,0 1-8 0,1 3 4 15,-1 2 2-15,0 1-4 0,-1 2 2 0,2 2-12 0,0 1 6 0,1 1-4 16,1 3-3-16,1 1 11 0,0 3-8 0,0-2 2 0,1 3 0 16,1 1-3-16,0 0 3 0,1-1-2 0,1 2-4 0,3-2-7 0,0-1-6 15,1-1-4-15,2-1-3 0,2-1-4 0,1-4-17 0,1 1-7 16,1-2-20-16,1-3 5 0,0-1 4 0,3-1 1 0,-1-1 24 0,2-1-5 15,1 0 7-15,0-1 16 0,1-2 0 0,2-1 11 0,-1 0 6 0,1 0-1 16,-1 1 16-16,1-1-6 0,1 1 11 0,-2-1-1 0,3 0-4 16,-1 1 6-16,1-2-8 0,0 1-2 0,0-1-2 0,2 0 4 0,-3 0 0 15,0 1 1-15,0-1-6 0,-2 0 1 0,1 1 0 0,0-1 0 0,-1 1 4 16,-1 0-4-16,1 0 1 0,-1 0-1 0,1 0 2 0,-2 0 3 16,0-2-4-16,0 2-1 0,0-1-3 0,-1-1-14 0,-1 0-12 0,0 0-25 15,0-1-32-15,-1 1-23 0,0-2-34 0,-2 0-25 0,1 0-30 0,0-1-40 16,-1 0-31-16,-1-2-30 0,0 0-4 0,0-2 0 0,-2-2 20 15,1 1-79-15</inkml:trace>
  <inkml:trace contextRef="#ctx0" brushRef="#br0" timeOffset="28202.26">8995 13231 955 0,'0'-13'443'16,"-2"-1"-119"-16,-1-3-43 0,0 4-56 0,-1 3-26 0,0 2-25 0,0 2-20 15,0 1-15-15,0 3-16 0,0 0-14 0,-1 2-18 0,0 2-9 16,0 1-9-16,-1 3-8 0,0 1 0 0,3 3-10 0,-2 2-6 0,0 2-8 15,0 3-5-15,1 0-9 0,0 5-12 0,0 1-15 0,2 2 10 0,1 4-4 16,0 2 5-16,2 4 6 0,0 0-13 0,1 0-6 0,1 3-4 16,1-2 3-16,1 2-9 0,0-3 3 0,1-1-14 0,-1-4-17 0,3-2-21 15,1-3-30-15,1 0-34 0,1-3-52 0,-1 0-47 0,0-2-51 0,-2-3-82 16,2 0-93-16,-2-1-27 0,-2-3 12 0,0-2 58 0,-1-4-63 16</inkml:trace>
  <inkml:trace contextRef="#ctx0" brushRef="#br0" timeOffset="28785.82">8777 13716 695 0,'-11'-7'187'0,"0"-1"1"16,-1-1 8-16,2 0-12 0,1 2-12 0,2 2-30 0,2 0-25 0,0 1-11 15,2 0-6-15,2 2 3 0,-1 0 1 0,1 0-5 0,1 1-11 16,0-1-14-16,2 1 1 0,0-1-15 0,2 2 2 0,1-1-8 0,0 0-11 16,3 0 6-16,1 1-4 0,0 0 1 0,1 1-1 0,1 0-9 0,2 0 1 15,0-1-2-15,1 0-6 0,0 1-2 0,2 0-9 0,1 1-4 16,0 0-5-16,0 1 0 0,1-1-4 0,0 2-7 0,0-1 6 0,1 2-6 15,1-1 4-15,1 1-2 0,0-1 0 0,1 0 0 0,-2 1 0 0,1 0 1 16,0 1-4-16,-2-1 1 0,2 0 4 0,0 2 3 0,-2-1 2 16,3 2-7-16,-1 0 0 0,0 0 0 0,1 0 2 0,-1 0 2 0,-1-2 5 15,0 1-4-15,1-1 0 0,-2 0 3 0,2-1-5 0,-1 0 1 0,-1-1-1 16,-1-1 3-16,1 0-3 0,-3-1 8 0,1 0 7 0,-1-1 6 16,-1-2 7-16,-2 0 5 0,1-1 5 0,0-1 5 0,-1 0 0 0,-1-1 1 15,-2-1-3-15,0-1-6 0,-1-1 2 0,-1 0-6 0,0-1-1 0,-2 0-4 16,1-1-4-16,-2 0-2 0,-1 0 1 0,-1-1-1 0,-1 0-9 15,-2 1 0-15,-2-1-8 0,-1 1-4 0,-1-1 3 0,-2-1 3 0,-3 1-8 16,-1 1 2-16,0-1 0 0,-2 1 2 0,0 0-2 0,-2 0-2 16,0 1-4-16,-1 1-2 0,0 1 6 0,1 2 0 0,-1 1 2 0,-1 1-4 15,0 2 0-15,1 1 0 0,-1 1 2 0,0 2 0 0,1 2-2 0,0 2 2 16,0 1-2-16,0 2 0 0,1 1 1 0,3 0-3 0,-2-1 0 16,2 2-6-16,0 2 10 0,2 0-8 0,1 1 6 0,3 1 2 0,0 0-6 15,2 1 8-15,1-2-2 0,2 0 6 0,3-1-4 0,0-1 0 0,2-1-2 16,1-1-4-16,3 0 2 0,1-1 6 0,2-1 4 0,1-3 2 15,2 1 5-15,1-2-9 0,3-2-18 0,1-1 22 0,-1-1-12 0,3-1 2 16,1-1 18-16,0-1-4 0,1 1 14 0,-1-2-4 0,1 0 8 0,0 0-32 16,-1 0 0-16,-1-1 0 0,0 0 0 0,-3 0 0 0,1-1 0 15,-1 0 0-15,-1 1 0 0,-1-1 0 16,-2 0 0-16,0 0 0 0,-2 1 0 0,0-1 0 0,-1 1 0 0,-1 0 0 0,-1 1 0 0,-2 0 0 16,0 0 0-16,-1 0 0 0,-1 0 0 0,-1 1 0 0,-3 1 0 0,1-1 0 15,-2 0 0-15,0 1 0 0,-1 0 0 0,0 0 0 0,0 1 0 0,-2-1 0 16,0 0 0-16,-2 1 0 0,0 0 0 0,-1-1 0 0,0 0 0 15,-2 0-74-15,-1-1-48 0,1 1-46 0,-3-1-72 0,0 0-95 0,-1 0-135 16,0-1-143-16,0 0-73 0,3 0 14 0,1 0 70 0</inkml:trace>
  <inkml:trace contextRef="#ctx0" brushRef="#br0" timeOffset="29186.48">10215 13700 1687 0,'-4'6'422'0,"-2"0"-111"0,0 2-80 16,1-2-35-16,2-2-18 0,1 2-35 0,2-2-26 0,0 1-16 0,1 0-11 16,2 0-10-16,1 0-9 0,0 0-17 0,3-2-2 0,0 0-12 15,0 0-3-15,2 0-6 0,0 0-14 0,2 0 1 0,-1 0-7 0,2-1 3 16,1 0-4-16,0-1-5 0,1 0 3 0,-1 1 0 0,0-2 2 16,1 0 2-16,1 0-6 0,-1 0 3 0,1-1-3 0,-2 1-2 0,2 0 0 15,0-2-8-15,0 2 8 0,-1-1-8 0,0 0 8 0,0 0 2 16,-1 1-6-16,-1 0 6 0,-2-1-6 0,2 1-2 0,-2-2 2 0,0 1-2 15,1 0 2-15,-3 0-6 0,0 0 0 0,-2 1-5 0,-1 0-1 0,-1-1-10 16,-2 1-15-16,2 0-10 0,-2 0-15 0,0 0-6 0,-1 0-20 16,-1 1-3-16,-1-1-16 0,1 1-15 0,-1 0-13 0,0 1-44 0,-1-1-40 15,0 0-49-15,-1 0-56 0,0 0-47 0,-1 0-35 0,-2 1-21 0,-1-1 17 16,1 0-66-16</inkml:trace>
  <inkml:trace contextRef="#ctx0" brushRef="#br0" timeOffset="29435.64">10216 14028 1039 0,'0'4'374'0,"2"-1"-67"15,0 1-63-15,1-1-43 0,1-2-24 0,1 1-17 0,2-1-10 0,0 0-9 16,1 1-6-16,0-1-8 0,-1 1-12 0,1 0-16 0,0 0-15 0,2 0-14 16,-1-1-19-16,0 1-14 0,0-1-6 0,-1 0 3 0,-1 1-6 15,1-1-5-15,-2 1-4 0,2-1-12 0,-1 0 4 0,0 1-3 0,1-1-2 16,-1 0-6-16,1-1-2 0,-2 0 4 0,2 0-2 0,0 0 2 15,1 0-4-15,0-1-2 0,1-2-2 0,1 1 6 0,-2-1-2 0,2-1-7 16,0 0-2-16,-1 0-20 0,2-1-2 0,-2 0-14 0,-1-1-20 0,1 0-24 16,-1-1-37-16,1 1-35 0,0 0-49 0,0-1-51 0,-2-2-51 15,2 0-40-15,0 0-29 0,1-1-1 0,0 0 10 0,1 1 2 0,0-2-2 16</inkml:trace>
  <inkml:trace contextRef="#ctx0" brushRef="#br0" timeOffset="29785.17">10908 13469 1046 0,'-10'4'457'0,"0"1"-139"0,-2 1-52 16,1 0-40-16,0 1-34 0,0-1-32 0,0 0-24 0,2 2-14 0,-1-1-9 16,1 0 0-16,0 0-7 0,1 1-13 0,-1-1-9 0,2 1-12 15,0-1-11-15,0 0-5 0,2 0-7 0,1-2-7 0,1 2-10 0,2 1-5 16,1-1-6-16,3 1-7 0,-1-1 3 0,2 0 3 0,1 0-9 0,1-1 5 15,-1 0-9-15,2 0 3 0,2-1 6 0,1 1-12 0,1-1 5 16,3-1-7-16,-1 1-5 0,4-1 6 0,0 0-5 0,2 0-1 0,-1-1 10 16,2 0-3-16,0 0 6 0,-2 0-2 0,1-1-8 0,1 1-2 15,-3 0 2-15,0 1-2 0,-2 0 6 0,0 0-2 0,0 1-6 0,-2 0 6 16,1 1-6-16,-1 1 6 0,-2 1 2 0,0-1-4 0,-1 1 8 0,-2 0-6 16,-1 0 2-16,-1 0-4 0,-2 1 2 0,-1 1 2 0,-2-1-4 15,-2 0 13-15,-1 2-11 0,-2 0 0 0,0 1 2 0,-2 0-12 0,-2 1 10 16,-1-2-4-16,-1 1-17 0,0 0-1 0,-2 0 6 0,0 0 8 15,-1-1 8-15,-1 2-7 0,-1-1-17 0,-1 1-27 0,-1-1-3 0,-1-1-15 16,0 2-33-16,-1-1-23 0,0 0-60 0,0 1-71 0,-2-1-76 0,0 1-137 16,1 0-134-16,-1-1-66 0,3 0-117 0</inkml:trace>
  <inkml:trace contextRef="#ctx0" brushRef="#br0" timeOffset="33352.91">4387 13393 1125 0,'1'5'423'0,"1"0"-170"15,-1 3-12-15,-1 2-31 0,1 1-4 0,0 2-12 0,0 1-19 16,1 1-18-16,2 4-26 0,-1 2-20 0,1 2-21 0,0 5-18 0,1 1-15 15,0 4-10-15,2 2-8 0,1 1-5 0,1 3-6 0,2 4-6 16,0 4 1-16,1 4-27 0,-1 1 14 0,2 3-3 0,0 1-3 0,1-1 17 16,-1 0-19-16,-1-2-4 0,1-3-6 0,0-4 1 0,0-4 1 0,-2-5-17 15,0-3-7-15,-1-3-9 0,-2-1-26 0,0-3-12 0,-1-3-23 16,-1-3-13-16,0-3 5 0,-2-3-18 0,-2-1-11 0,-1-3-31 0,-1-3-44 16,-1-3-32-16,-1-2-43 0,0-4-50 0,-2-1-46 0,0-3-7 0,-3-3 35 15,0-4-43-15</inkml:trace>
  <inkml:trace contextRef="#ctx0" brushRef="#br0" timeOffset="34418.66">4424 14057 764 0,'-7'-42'348'0,"-1"-4"-131"0,-2-11-14 0,2 6-36 16,3 7-30-16,2 2-12 0,1 4-7 0,4 3-10 0,1 3-12 15,2 4-1-15,2 1-6 0,1 2 1 0,0 3-3 0,0 1-7 0,4 2-10 16,-1 3-8-16,1 1-7 0,0 2-9 0,-1 1-10 0,2 2-9 0,3 2-3 16,1 1-1-16,0 2-3 0,2 2-2 0,1 2-6 0,2 2-3 15,-1 3-2-15,0 2 5 0,0 2-3 0,1-1-4 0,0 3-3 0,-1 1 0 16,1 0-4-16,1 3-2 0,-2 0 1 0,0 0-6 0,-2 3 0 0,-1 1-3 15,0 1-5-15,-3 2-9 0,-2-1-9 0,-3 0-5 0,-1 1-7 16,-2 0-6-16,-5-1-4 0,-1 3-16 0,-3 0-22 0,-2-1-28 0,-1 3-19 16,-4-2 5-16,-1 3 20 0,-4-1 31 0,-1-2 20 0,-1 0 29 0,-2-1 10 15,-1-3 5-15,-1 2 2 0,-1-2-8 0,-2-3 0 0,1 1 5 16,1-2 12-16,-1-1 17 0,1-2 22 0,2-2 20 0,2-2 15 0,2-2 9 16,1-2-11-16,4-2-8 0,0-1-11 0,4-1-10 0,2-1 1 15,0-1 0-15,3 0 9 0,0-2 8 0,2 0 2 0,0-1 2 0,2-1-6 16,2 0 1-16,0 0 3 0,2 2-1 0,1-2-5 0,-2 1-2 0,4 2-11 15,-2-1-5-15,1 2-1 0,1 0-2 0,0 1-5 0,1 1-5 16,0 1-5-16,1 1 6 0,1 2-3 0,0 0-1 0,0 1-2 0,0 1-1 16,0 0-2-16,1 1-2 0,-1 0 4 0,-1 1-11 0,1-1 4 0,-1-1-4 15,1 2-5-15,0 0 2 0,-1-1 1 0,0 2-4 0,0-1-4 16,-1 1 0-16,0 0-5 0,0-1 3 0,-2-1 3 0,0 1-11 0,0-2 7 16,1 0-2-16,1 1-7 0,-2-2 9 0,0-1-6 0,1-1 4 0,0 0 6 15,0-1 3-15,-1 0-1 0,1-1 0 0,-1 0 0 0,1-2 6 16,2-1 5-16,-1-1-2 0,1-1 0 0,0 0 0 0,-3-2 5 0,3 1 1 15,-1-1 6-15,0 1-4 0,1 1-3 0,-1-2-2 0,1 2 2 0,0 0 2 16,1 1-2-16,-1 1-4 0,0 0 4 0,1 2-3 0,0-1 0 16,0 0 3-16,-3 1-5 0,-1 0 1 0,1-1 2 0,1 0-1 0,-1 0 0 15,-2-2-1-15,1-1 1 0,-1 0 3 0,-1 0-2 0,1-2-3 16,0 0 4-16,-2-1-1 0,2 0 9 0,-2-1 1 0,-1-2 1 0,0 1 6 16,0-2-3-16,-1-1 5 0,-2 2 1 0,0-2-4 0,-2 2 2 0,0-1-6 15,0 1-1-15,-2 1 5 0,-1 0-2 0,-2-1-1 0,-1 2-6 16,-1-1-7-16,-1 0-1 0,-2 1 0 0,-1 1-16 0,0 0 4 0,-2 1-6 15,-1 0 0-15,-1 1 16 0,-1 2 6 0,-1 1-17 0,-1 1 10 16,-1 2-17-16,1 1-16 0,0 2 10 0,0 2-18 0,3 2 22 0,0 0-4 16,1 3 6-16,3 1 3 0,2 1-15 0,0 2-3 0,4-2-12 0,-1 1-5 15,2 1-6-15,1-1-3 0,1-1-3 0,1 1-6 0,1-2-1 16,3-1-11-16,1-1-9 0,1-1-8 0,1-2-1 0,0 1 6 0,3-2 7 16,1 0 7-16,2-1 13 0,1-1 14 0,0-1 16 0,2-1 12 0,-1-2 11 15,1 0 8-15,0-1 13 0,1-1 17 0,0-1 20 0,-1-1 20 16,-2-2 19-16,0 0 2 0,0 1 2 0,0 0 6 0,-1-1 0 0,0 1 5 15,1-1-3-15,1 1-3 0,-1 1-12 0,0 0-7 0,-2 1-1 16,3 0-14-16,0 1-2 0,-1 1-2 0,2 1-9 0,-3 2 0 0,2 0-9 16,0 1-4-16,-1 0-3 0,-1 2-12 0,1 1 9 0,0 0-12 0,0 0-1 15,0 1-2-15,-2 0-10 0,2 1 6 0,-2 1-7 0,0-2-2 16,-1 1-4-16,-1-2 1 0,-2 0 3 0,1-2 0 0,0 1 0 0,-1-1-6 16,0-2-1-16,0-1 9 0,0 0-2 0,-1-1 2 0,0 0-4 0,-2-2-7 15,1 1 8-15,-1-2-3 0,0-1-1 0,1 1 3 0,-1-2-1 16,-1-1-4-16,1-1 7 0,1 1-2 0,-1-2-2 0,1 0 4 0,0-1-3 15,0 0 3-15,-1 1 0 0,2-2 5 0,0 0-5 0,0-2-3 0,0 0 4 16,0 0-2-16,0-2 4 0,0 0 2 0,1-1-3 0,0 1 2 16,-1 1-4-16,1-1 5 0,1 1-3 0,1-1-16 0,0 2 0 0,0 0 7 15,-1 1 2-15,-1 1 10 0,1 1 10 0,0 0-15 0,0 0 9 16,0 3 3-16,-1-1-8 0,0 1 3 0,1 0-2 0,-1 1-1 0,-3 0 3 16,2 2 3-16,0 1-1 0,-1 0 0 0,0 1 7 0,-1 0-8 0,-1 0 7 15,1 1-3-15,0 1 2 0,1 1 11 0,-1-1-2 0,0 2 4 16,-1 0 2-16,2 1-2 0,-3 1 1 0,3 0-3 0,-1 2 1 0,1 0-8 15,2 0 4-15,-1 1-1 0,0 2-18 0,1 1 3 0,0 0-6 16,0 0 19-16,1-1 9 0,0 2-6 0,1 0 1 0,-1-1-20 0,0 1 1 16,1-2 2-16,0-1-4 0,0 1 3 0,0-1-3 0,0-1 2 0,2 0-10 15,-2-1 6-15,0 0 4 0,0-1 4 0,-2 0-3 0,2 0-9 16,-1-2 6-16,1 0-5 0,-1-2 4 0,-1-1 1 0,2-1-2 0,-2 0 0 16,0-1-3-16,0-1 3 0,-1-2 1 0,1-1 3 0,-1 1-4 15,0-2-4-15,0 0 8 0,-2-1-9 0,1-1 3 0,-1 0-4 0,-1 0-5 16,0-1 5-16,-1-1-7 0,0 0 2 0,1-1-17 0,0-1 0 0,-1 1-9 15,0-1-35-15,-2 1-12 0,1 0-22 0,-3 0-22 0,1 1-19 0,-1-1-44 16,-1 0-60-16,1 0-71 0,-3-1-64 0,1 0-46 0,0 1-12 16,-2 0 32-16,1 0-36 0</inkml:trace>
  <inkml:trace contextRef="#ctx0" brushRef="#br0" timeOffset="34651.87">6145 13717 742 0,'-1'4'441'0,"-2"1"-193"0,0 1-25 0,-1 1-35 0,2 0-9 16,0-1-9-16,2 2-3 0,0 0-3 0,2 2-13 0,2 0-11 16,-1 1-22-16,3 0-24 0,1 2-12 0,1-1-21 0,3 2-13 0,-1 0 5 15,2 1-5-15,2-1-12 0,0 1 4 0,2 1 10 0,-1-1-4 16,2-1 4-16,0 1 2 0,0-1-24 0,-1-3-3 0,2 0-1 0,0-3-14 16,-1-2 1-16,-2-1 2 0,0-2 1 0,2-1-3 0,-2-2-1 0,1-1-1 15,1 0-1-15,-2-2 0 0,0 0-5 0,-2 0-3 0,0-1-3 16,-2-1 1-16,-3-1 0 0,-1-1-6 0,0 0-5 0,-2-2-20 0,1 0-20 15,0 0-28-15,0 0-39 0,-1 1-82 0,0-2-99 0,-1 3-130 16,-1 0-216-16,0 0-127 0,0 0-80 0</inkml:trace>
  <inkml:trace contextRef="#ctx0" brushRef="#br0" timeOffset="42636.13">11386 13501 1643 0,'-6'-1'145'0,"0"2"20"0,-2 0-9 0,0 1 11 0,3 0-19 0,1 1-26 16,1 1-11-16,0 2-12 0,0 0-6 0,0 3-7 0,2 1-11 0,-1 3-3 15,2 1-11-15,1 0-4 0,1 5-6 0,1 1-1 0,2 2 2 16,1 2-4-16,2 2 3 0,0 1-5 0,1 5-7 0,1 1 2 0,1 3-5 16,0 2-4-16,0 0-21 0,2 3 6 0,0-3-10 0,2 0-5 15,2 2 12-15,1-4-7 0,0 0-7 0,1-3 0 0,0 0 2 0,-3-2-6 16,2-1 2-16,0-2-3 0,0-2-1 0,-1-4-3 0,0-1-5 0,0-3-16 16,-2-3-13-16,0-1-8 0,-1-3-11 0,-2-2-6 0,-1-1-18 15,-3-3-23-15,-1-2-24 0,-2-1-35 0,-2-3-37 0,-2-2-49 0,-2-2-65 16,-2-3-73-16,-3-3-81 0,-1-4-34 0,-1-2-106 0</inkml:trace>
  <inkml:trace contextRef="#ctx0" brushRef="#br0" timeOffset="42886.47">11477 13642 560 0,'-6'-8'244'0,"-1"-1"-28"16,0-2-12-16,1 2-18 0,1-1-10 0,2 2-16 0,1 0-2 0,2 0-5 15,1 0-5-15,2-1-16 0,1 2-12 0,2-2-8 0,1 2-12 16,1 0-11-16,1-2-16 0,2 2-15 0,1 0-7 0,3 1 2 0,1 2-5 15,2 0-7-15,-3 2-8 0,3 1-8 0,0 1-8 0,-1 2-1 0,2 2-2 16,-2 1-5-16,1 0 2 0,-1 2-4 0,1 0-5 0,0 2 5 16,-1-1-7-16,-2 1 0 0,-1 1-4 0,-2 1 4 0,-3 1 0 0,-2 1 2 15,-3 0-4-15,-1 1-3 0,-2-1 1 0,-2 1-6 0,-2-2 3 16,-1 1-13-16,-2 1-4 0,-3-1-3 0,-2 1-6 0,-1-3 4 0,-1 2-1 16,-1-1 6-16,-1-1 6 0,0 1-6 0,-1-3 2 0,1 0-5 15,0-2-10-15,1-2-9 0,-1-1-7 0,2-2-22 0,-1-1-13 0,2 0-15 16,2-2-15-16,2-1 6 0,3-1-19 0,2-1-21 0,2-1-39 0,2-1-43 15,3-1-32-15,1 0-32 0,3 1-11 0,1-3 0 0,1 1-33 16</inkml:trace>
  <inkml:trace contextRef="#ctx0" brushRef="#br0" timeOffset="43586.23">11922 13637 324 0,'10'5'356'0,"2"0"-118"0,1 3-11 0,-2 0-15 16,-2 0-10-16,-2 0-30 0,2 1-16 0,-1 0-12 0,-1-1-17 15,-1 0-8-15,-1 1-12 0,-1 0-17 0,-1 1-7 0,-1-1-12 0,-3 0-5 16,1-1-7-16,-3 0-9 0,-2 0-4 0,-1 0-7 0,-2-1-9 0,-1-1-1 15,-1-1-6-15,2-1 1 0,-2-1-1 0,1-2-6 0,0-1 0 16,-1-1-7-16,1-3-3 0,0 0-1 0,1-2-5 0,0-1 5 0,2-2-5 16,1 0 1-16,1 0 7 0,1-2-1 0,0-1 6 0,2-2 2 0,0 0-2 15,1 0 2-15,1-2 0 0,2-1-6 0,2 0-8 0,1 2-6 16,2 0-1-16,1 1 3 0,1 1 2 0,0 2 2 0,0-1-5 0,0 1-8 16,0 1 6-16,0 1-2 0,-2 2-2 0,4-1-5 0,0 3-10 0,0 0-16 15,1 0-15-15,-2 2-15 0,-2 1-23 0,2-1-14 0,-1 3-18 16,0-1-21-16,0 1-18 0,-2 0-18 0,-1 2-18 0,2 0-8 0,-2 2 2 15,1 0 8-15,-1 0 16 0,-1 0 31 0,1 1 33 0,0 2 37 16,-1 1 37-16,-1 0 26 0,0 0 19 0,-1 2 20 0,-1 0 18 0,0-1 28 16,-1 1 22-16,0 0 22 0,0 0 15 0,-1 0 1 0,1 0 5 0,0-1-4 15,0 1-1-15,1 0-1 0,1-2-4 0,-1 0-9 0,2-2-12 16,-1 0-11-16,1 0-17 0,0-2-13 0,1-2-11 0,2 0-13 0,-1-1-4 16,1-1-7-16,0 0-9 0,0-1 4 0,0-1-9 0,0 0 8 0,-1-2 4 15,1 0-2-15,0 0 1 0,0-2-1 0,-1 0-3 0,2-1-2 16,-2-2 5-16,0 0 4 0,-2-1-1 0,0 0-2 0,-1-1-7 0,-1 0-6 15,0 1 3-15,-2-2 1 0,0 2 4 0,-2-1-2 0,-1 1-5 16,-2 0 4-16,-1 1-3 0,-2 2 3 0,-1 0 3 0,-2 2-5 0,-1 2 3 16,-1 0 0-16,0 1 1 0,0 0 4 0,0 2-2 0,-1 0 4 15,1 2 1-15,-1 1-6 0,3 2 13 0,-1-1-8 0,1 4-1 0,0 0 1 16,1 2-8-16,1 2 3 0,0 1 8 0,3-1-3 0,1 2 5 0,1 0-6 16,4 2-5-16,0-1 2 0,3 2 1 0,1 0-9 0,2 1 0 0,2 0-3 15,0 0-5-15,2 0-2 0,1-3 3 0,1-1-4 0,1 0-1 16,3-3 0-16,0-1-4 0,0-2-1 0,3-3-6 0,0-1-10 0,0 0-10 15,1-3-15-15,0-1-16 0,-1-3-19 0,2-1-10 0,-2-2 4 16,-1-2 0-16,0-2 13 0,-1-2 5 0,0-1 5 0,-1-2 15 0,-1-1 5 16,-1-1 5-16,-1-2-4 0,1 0 3 0,0 0 7 0,0-1 11 0,-2 2 13 15,-1-1 16-15,-3 0 7 0,-2-1 15 0,-1 2 13 0,-2-1 14 16,-2 1 12-16,-1 2 4 0,-1 1-4 0,-1 0-4 0,0 3-8 0,0 2-4 16,-1 2 0-16,-1 4-1 0,1 1 4 0,-1 2 9 0,1 2-3 0,0 2-3 15,-1 1 1-15,0 2-3 0,-1 1 1 0,1 3 5 0,0 3-10 16,0 0-4-16,1 3 0 0,2 1-12 0,0 3 1 0,2 3-3 0,0 0-3 15,0 2-3-15,0 0 3 0,2 3-14 0,0 0-1 0,1 3-9 16,1 1-5-16,0 2 2 0,0-2 0 0,2 0-15 0,-1-2 5 0,1-1-5 16,1-3-2-16,-1 0 11 0,0-3-32 0,-1-2-19 0,0 0-29 0,-1-3-31 15,-1-3-12-15,0-2-27 0,-3-2-27 0,-1 0-40 0,-1-2-47 16,-1-1-61-16,-2-3-70 0,0 0-52 0,-1-5-9 0,0-1 49 0,0-3 35 16</inkml:trace>
  <inkml:trace contextRef="#ctx0" brushRef="#br0" timeOffset="43786.53">12712 13712 585 0,'3'-28'320'0,"2"-3"-188"0,2-6 15 0,1 6 6 0,1 10-9 16,0 1-13-16,-1 3-21 0,1 4-16 0,-1-1-6 0,0 3-5 16,2 3-8-16,-1 1-11 0,-1 1-4 0,1 2-12 0,-2 1-2 0,1 2 5 15,-1 1-5-15,0 0 12 0,1 3 9 0,-1-1 0 0,1 3 15 16,0 1-6-16,0 0-5 0,0 1-3 0,-2 1-4 0,-1 0-10 0,0 1-6 16,-1 0-17-16,-1 0-10 0,-1 1-9 0,-2 1-10 0,0-1 3 0,-2 1-5 15,0 0-9-15,-2 0-6 0,-2 1-16 0,0-1-19 0,-1 0-13 16,-4 0-15-16,1-2-4 0,-2 2 3 0,-1-2 5 0,1 0 6 0,1-1 9 15,-2-1 5-15,0-1 6 0,1-1-11 0,1-3-14 0,3 1-30 0,1-2-43 16,1 0-8-16,1-2-18 0,1 0-26 0,2 0-2 0,2-1-14 16,1 0-13-16,2-2-5 0,3 0-1 0,2-1-94 0</inkml:trace>
  <inkml:trace contextRef="#ctx0" brushRef="#br0" timeOffset="44271.91">13162 13469 1370 0,'0'2'321'15,"1"0"-61"-15,0 2-39 0,0 1-27 0,-1 0-40 0,0 2-42 0,-1 3-22 16,1 2-11-16,0 1-8 0,0 2-1 0,-1 2-4 0,0 2-11 0,-1-1-11 16,1 4-11-16,-1-1-10 0,0 0-8 0,0 1 0 0,-1 0-7 0,1-1-4 15,-1-1-4-15,1 0-2 0,0-3 4 0,0 0-4 0,-1-2 0 16,0-2-1-16,1-3-11 0,0-1-2 0,1-2-3 0,0-1 3 0,-1-3 2 16,1-1 5-16,1-2 2 0,-1-1-2 0,1 0 9 0,1-2-5 0,-1-2-2 15,2 0 4-15,-1-2-1 0,2-1 4 0,0-1 4 0,2-1-6 16,-1-1-3-16,3 0 0 0,0 0 5 15,1 0-6-15,1 2 3 0,0 0 0 0,1 0-6 0,0 2 5 0,-2 1 1 0,1 0 1 0,-1 1 1 0,0 1-3 16,1 0 8-16,-1 1-3 0,-1 1 3 0,0 1-3 0,0 0-6 16,0 1 5-16,-1-1 4 0,-1 0 8 0,-2 1 0 0,0 1-2 0,-1-1 1 15,0 0-1-15,-1 1-1 0,-1-1 1 0,0 0 4 0,0 0-10 16,-1 0 5-16,1 1 1 0,-1-1-6 0,-1 1 8 0,1 0-9 0,-1-1-1 16,0 1-2-16,1 0-5 0,-1-1 1 0,1 1 3 0,-1 0-5 0,1 0-2 15,0-1-8-15,0 0-3 0,1 0 1 0,1 0-1 0,1 0 7 16,0 0-2-16,1 0 0 0,-1-1-1 0,1 0 5 0,0 0 3 0,0 0 3 15,0 0 3-15,0 1-1 0,0-1 0 0,0 0-1 0,0 0 6 0,0-1-3 16,-1 0 0-16,0 0 4 0,1 0 1 0,-1 0 2 0,0 0 5 16,0 0 3-16,-1-1-5 0,1 0 6 0,-1-1 1 0,0 0-3 0,-1 0 4 15,0 0-3-15,-1-1-2 0,0 0 6 0,0 0-9 0,-1-1 1 16,1 2-4-16,-1-2 2 0,0 0 1 0,0 0-2 0,0-1 0 0,-1 0-2 16,0 0-8-16,0 1-2 0,-1 0 4 0,1 0-3 0,-1 2 1 0,1 2-1 15,-1 1-13-15,0 2 1 0,0 0-6 0,0 1-10 0,0 2-9 16,-1 1-21-16,0 1-9 0,0-1-18 0,1 0-30 0,0 1-34 0,0-1-59 15,1-1-77-15,0 1-116 0,2-2-135 0,0 0-272 0</inkml:trace>
  <inkml:trace contextRef="#ctx0" brushRef="#br0" timeOffset="45303.88">13217 13663 578 0,'1'13'496'0,"1"2"-341"0,0 2 1 16,-1-1-10-16,-1-2-15 0,0 1-29 0,1 0-16 0,0 0 3 0,0 0 8 15,0-1 25-15,-1-2 3 0,-1-1-7 0,0-1-8 0,-1-2-18 0,0-1-9 16,-1-1-13-16,0-1-2 0,-1-1-13 0,0 0-3 0,0-1-2 15,-1-1-13-15,-2-2 5 0,0-1-8 0,-1-2 1 0,-1 0-5 0,1-2 0 16,-2 0-5-16,1-2-9 0,0-1-2 0,-1-1-9 0,2-3 1 0,-1 1-1 16,1-3 0-16,0 0 1 0,1-1 4 0,2 1-1 0,-1-3 2 15,2-1 9-15,1 0-2 0,1 0 7 0,2-1-3 0,1 0-2 0,2 1-5 16,1 0 1-16,2 0-3 0,1 2-7 0,1 1 5 0,2 1-6 16,0 3 10-16,0 1-6 0,0 2-5 0,1 3-4 0,-1 0-4 0,1 2 4 15,-1 1 2-15,1 0-2 0,0 3 0 0,-2-1-7 0,2 1 5 0,-1 1 2 16,1-1-9-16,-1 0 1 0,0 0-18 0,-1 0-23 0,-4-1-11 15,1 0-21-15,-1 1-19 0,1-1-20 0,-1 0-22 0,0 0-22 0,0 0-30 16,-1 0-39-16,0 0-44 0,0 0-46 0,0 0-52 0,-1 1-38 16,0 0-39-16,0 0 47 0</inkml:trace>
  <inkml:trace contextRef="#ctx0" brushRef="#br0" timeOffset="45570.03">13376 13681 986 0,'-2'8'291'0,"1"0"-23"15,0 2-20-15,0 0-31 0,1 0-30 0,1 1-33 0,1 1-27 0,2 1-10 16,1-1-18-16,0 2-14 0,1 0-18 0,2 1-22 0,1 0-13 16,1 0-3-16,1-1-2 0,0-1-1 0,-1-2-7 0,1-4-14 0,0 0-2 15,0-1-1-15,0-2 1 0,0-1 9 0,1 0-3 0,-2-1-4 0,1-2 11 16,-1 0 1-16,0-2-1 0,-2-2 3 0,0 0 11 0,1-1 3 16,-2-1 8-16,0-2 13 0,0-2-18 0,-2-2 0 0,0-1 2 0,-1-1-7 15,-1 1-2-15,-1-2-8 0,0 1-5 0,-2 0-8 0,0 0 1 0,-2 2 6 16,-1-1-1-16,-2 2 7 0,-1 0-2 0,-4 1-4 0,-1 1-2 0,-1-1-9 15,-1 1 3-15,-2-1-5 0,-2 1-2 0,-1-1 4 0,-1 2-2 16,-2 2 1-16,0 0-3 0,0 2-11 0,0 2 4 0,1 3-10 0,2 2-2 16,0 2-9-16,2 2-18 0,0 4-4 0,3 2-18 0,-1 2-11 15,1 0-14-15,1 0-30 0,3 1-16 0,2 0-30 0,3-1-37 0,2-1-37 16,3-1-58-16,3-1-93 0,4-1-111 0,2-2-149 0</inkml:trace>
  <inkml:trace contextRef="#ctx0" brushRef="#br0" timeOffset="45819.98">13999 13539 1206 0,'5'-5'364'0,"1"0"-104"15,0 0-28-15,-3-2-39 0,0 2-47 0,-1 0-33 0,-1 0-23 0,-2 1-14 16,0 1-3-16,-3 1-10 0,-2 0-5 0,-1 0-7 0,-3 1-16 16,0 0-6-16,-2 1-10 0,-1 0-7 0,-1 2-3 0,1 1-4 0,-3 2 3 15,-1 2 1-15,1 1-5 0,0 2 2 0,1 1 0 0,0 2 4 0,1 3 9 16,1 2 0-16,0 0 4 0,2 2-4 0,2 1 1 0,1 0-1 0,3 1-3 15,2 1 4-15,3-1 1 0,1 1-2 0,2-1 1 0,2 1-4 16,2-1-5-16,1-3 4 0,3-1-10 0,1-3-1 0,0-3-4 0,3-2-31 16,0-3 8-16,2-2-11 0,0-2-14 0,3-1-5 0,0-3-33 15,-1-1-29-15,2-1-24 0,-1-3-53 0,0-1-90 0,1-2-140 0,0-3-162 16,0-1-221-16</inkml:trace>
  <inkml:trace contextRef="#ctx0" brushRef="#br0" timeOffset="46970.97">14111 13801 1570 0,'5'6'244'0,"-1"-1"-2"0,4 1-21 0,1-2-40 0,1-2-41 0,0-1-39 15,1-1-27-15,0-2-11 0,0 0-3 0,1-3-6 0,0 0 4 16,1-2-5-16,0-2-9 0,-1 0 1 0,0-2-10 0,-1 0-1 0,1-3-4 16,-2-1-1-16,0 0-8 0,0 0-8 0,-1-1-4 0,-1 0-2 15,-1 0 0-15,-1 1-3 0,-1 0-2 0,-2 0-6 0,-2 0-1 0,-2 2 3 16,-1 0-2-16,-3 1 3 0,-2 2-5 0,-2 0 4 0,-1 1 10 0,-2 3-3 16,-1 1 9-16,-3 1-6 0,0 2-8 0,-1 2 3 0,1 2-3 15,0 2 2-15,-1 1 2 0,0 3-8 0,2 2 2 0,-2 2 2 0,1 2-3 16,1 2-1-16,2 1 6 0,1 1 0 0,0 1 3 0,3-1 2 15,1 1-8-15,1 2 2 0,4-1 3 0,2 2 0 0,3-1 3 0,1-1-4 16,3 1-3-16,2-1 0 0,2-2 10 0,1 0-5 0,1-2 1 0,2-2-1 16,2-3-7-16,1-3-7 0,1-2-2 0,0-2-7 0,3-2 2 15,1-1 7-15,0-1 16 0,2-3-2 0,-1-2 10 0,2-2-8 0,-1-2-14 16,-2-1 7-16,1-2-9 0,-1-1 9 0,-1-2-2 0,0 1 0 0,-1-2 2 16,-1 0-2-16,0-1 4 0,0 1-2 0,-2-1 2 0,0 1-2 15,-2 0 0-15,0 2 4 0,-2-2-8 0,0 1 6 0,-2 1 0 0,-1 0-1 16,-1 0 7-16,-2 0 1 0,-3 0 2 0,-1-1-2 0,-1 2-4 0,-1 0-1 15,-3 1-2-15,-1 1 1 0,-1 1 5 0,-3 2-8 0,0 0 5 16,-2 0 1-16,-1 2-6 0,0 0 3 0,-1 1-5 0,1 1 1 0,-1 1 4 16,0 1-3-16,0 0 2 0,0 1-2 0,1 1 0 0,0-1-2 0,0 2 2 15,0-1-3-15,0 2-1 0,1 0 8 0,1 0-8 0,2 1 6 16,0 1-2-16,0 1-2 0,1 0-2 0,1 2 2 0,0 1 1 0,0 2 2 16,1-1 1-16,0 2 0 0,3 1-4 0,0 0 2 0,2 1-2 15,1 0-5-15,1 1 0 0,1 1 5 0,2-1 2 0,1-2 2 0,0 1-6 16,3 1-9-16,1-1 4 0,1 0-3 0,0-1 4 0,0 1-12 0,0-1-5 15,1 0 2-15,-1-1-1 0,1 0 5 0,-2 0 5 0,1 1 1 16,-1-1-8-16,-2 0 5 0,-1 0 4 0,-1-1-6 0,-3 1 2 0,-1-1 2 16,-1 1-1-16,-2-1-1 0,-2 0-8 0,-1-1-6 0,-1 0-20 15,-2-1 1-15,0 0 7 0,-3-2 3 0,1 1 16 0,-1-1 4 0,0-1 1 16,-1-1 8-16,1-1 5 0,0-1 9 0,2-1 1 0,0 0 1 0,1-2 6 16,2-1-1-16,0 0 4 0,2-1-11 0,1-2-4 0,2 0-7 15,1-1-5-15,2 0 14 0,1-2 11 0,2 0 6 0,1-2 4 0,2-1-1 16,1 0-5-16,1-3-3 0,2-2-1 0,0 0 1 0,1 0-6 0,0-1 1 15,-1-2-6-15,-1 1 1 0,1-2-1 0,0-1 2 0,0 1 5 16,-2 0 1-16,0-2 2 0,0 2 3 0,0-1-2 0,-2 1-4 0,-1 1 6 16,0 0-4-16,-3 1 0 0,-1 2 6 0,-2 2-10 0,-2 1 3 15,-1 2 3-15,-3 2-4 0,0 1 3 0,-3 1-3 0,-1 2-4 0,-1 0-3 16,-2 1-1-16,0 2 1 0,0 1 1 0,-2 1 1 0,1 2-5 0,0 2-1 16,-1 0 1-16,1 0-2 0,1 2 2 15,-1 1 2-15,2 1-2 0,1 0-2 0,1 1 4 0,1 1-2 0,2 0 5 0,0-1 2 0,2 1-2 16,2 1 1-16,0 0 1 0,2 1-4 0,2 0 4 0,1 1 1 0,1 1-7 15,2 0 6-15,1-1 1 0,0 0-5 0,1 0-1 0,0 0-2 16,1 0-4-16,0-1 3 0,0-1-3 0,1 1-1 0,-1-1-1 0,1 1-1 16,-2-2-2-16,0 0-8 0,-2 1-7 0,1 0 1 0,-3-1-1 0,0-1-6 15,-2 1 4-15,-1-2 0 0,-1-2 3 0,-1 1 6 0,-2 0-4 16,0 0 4-16,-1-1 5 0,-1-2 4 0,1 0 8 0,-1-2 0 0,1 0 10 16,-1-2 11-16,1 0 1 0,0-3 9 0,0 0 0 0,1-1 1 15,0-3 4-15,2-1 5 0,-1 0-2 0,2-2 2 0,0 1-12 0,1-1-9 16,2-1-2-16,1 0-11 0,-1 0 2 0,3 1-4 0,0 1-5 15,0 1 2-15,1 1-2 0,-1 1 2 0,1 1 0 0,-1 2 3 0,1 0 4 16,-1 2 1-16,1 0-3 0,-1 2 0 0,0 1-1 0,-1 1 1 0,-1 0 0 16,1 0-5-16,-1 2 0 0,0 1 2 0,0 0-3 0,0 0 3 0,-1 1-4 15,1-3-2-15,-1 2-3 0,1-2 3 0,-1 0-7 0,0 0-8 16,-2-2-12-16,0 1-29 0,-1-2-26 0,0 0-32 0,-1-1-40 0,0-2-41 16,0 1-84-16,0-1-126 0,-1 0-154 0,-1-2-87 0,0-2-58 0</inkml:trace>
  <inkml:trace contextRef="#ctx0" brushRef="#br0" timeOffset="47603.48">15154 13466 929 0,'-2'-1'630'0,"1"0"-365"0,-1 1-3 15,0 2-38-15,1 0-48 0,0 1-38 0,0 0-15 0,0 0-24 0,1 1-14 16,-1 1-8-16,1 0-11 0,0 2-25 0,0-1-7 0,1 1-8 0,1-1-16 16,1-1 1-16,1 0-6 0,-1 0-8 0,2 0-1 0,-1 1-8 0,1-2-11 15,0 1-19-15,0-1-29 0,0-1-30 0,0 0-23 0,0-1-25 16,0 1-18-16,1 0-11 0,0-1-16 0,0 1-6 0,1-1 0 0,1 1-6 15,0 1-5-15,-1-2 0 0,2 1 5 0,-1 0 18 0,0-1 29 0,0 0 39 16,0 0 40-16,0 0 34 0,-1 1 28 0,0-1 15 0,0 1 19 16,-1 0 23-16,0-1 20 0,-1 0 26 0,-1 0 21 0,1 1 9 0,0-1 8 15,0 1 4-15,0-1 0 0,0 0-3 0,-1 0-5 0,0 0-13 16,0-1-10-16,1 1-12 0,-1 0-10 0,0-1-7 0,1 1-11 0,0 0-15 16,-1 0-11-16,1 0-2 0,0 0 0 15,1 0 3-15,0 0 4 0,0-1 2 0,0 1 2 0,-1-1 3 0,1 0 7 0,1 0-5 0,-1-1-4 16,-1 1-1-16,1-1-3 0,-1 0 3 0,1 0 4 0,0-1-5 0,0-1-7 15,-1 0 10-15,1 0-11 0,-1-1 5 0,0 1-2 0,1 0-10 16,-2 0 4-16,0-1-3 0,0 0-3 0,0 1-4 0,-1 0-1 0,0 0-1 16,0 0-4-16,1 0-1 0,-2 1 0 0,0 0-3 0,1 1 1 0,0 0 0 15,0 0 2-15,0 0-2 0,0 0-1 0,1 1-2 0,1-1-3 16,-1 0-1-16,1 1 4 0,2-1 2 0,-1 1-5 0,2 0 3 0,-1-1 0 16,0-1-4-16,1 0 6 0,0 0-3 0,0 1-1 0,1 1 0 0,-1 0-1 15,1 0 1-15,0-1 1 0,0 1-3 0,1-1 3 0,-2 1-4 16,1 1 0-16,0-2 3 0,0 1 2 0,0-2 4 0,-1 0 6 0,2-1-3 15,-2-1 5-15,1 0 7 0,1-1 5 0,-1-2 12 0,0-1 1 16,1-1-2-16,-1-1-3 0,0-1-6 0,0-2 3 0,0-1 2 0,-1-1-2 16,0 1-3-16,-1 0-6 0,0-2 4 0,-3 1 6 0,-1 0 0 0,-1 3 0 15,-2 0-9-15,-2 0-8 0,-2 1-1 0,0 1-6 0,-4 0-16 16,-1 2 1-16,-2 2-13 0,-2 1 2 0,-1 1 13 0,-1 2-7 0,-2 2 3 16,-1 1-1-16,2 2 5 0,-1 1 4 0,0 3 2 0,1 0 12 0,2 3-4 15,2 0 14-15,2 0-8 0,2-1 3 0,2 2 2 0,3 0-10 16,1 1 4-16,3 1-2 0,2 1 0 0,2 1 0 0,2 1 6 0,2 1 0 15,3-2 0-15,-1 2 2 0,3-3-3 0,1 1-3 0,0-2-3 16,0-1-3-16,-1 0 3 0,0 0-8 0,1-2-2 0,-1 2-8 0,-2-1 4 16,0-1 4-16,-1 0 3 0,-1 0-3 0,-2-1-6 0,-2 0 4 0,-2-1-10 15,-2 1 8-15,-3-1-9 0,-1 1-3 0,-3 0-15 0,-2 1-8 16,-2-1-3-16,-1-1-12 0,-2-1 1 0,-1 0-10 0,-2-2-12 0,-1-1-26 16,0-1-18-16,1-1-20 0,-1-1-29 0,-2-2-23 0,1 0-48 15,0-1-81-15,-1 0-103 0,1-2-98 0,0-1-74 0,2 0-28 0</inkml:trace>
  <inkml:trace contextRef="#ctx0" brushRef="#br0" timeOffset="47986.2">16564 13263 1228 0,'-5'-1'252'0,"2"2"7"0,-2 0-11 0,0 1-23 16,2-2-47-16,0 2-8 0,0 0-34 0,1 0-13 0,0 3 5 0,-1 0-22 15,1 4 16-15,0 1-14 0,1 2-16 0,0 2-4 0,0 2-31 16,1 3-8-16,2 2-12 0,0 2-16 0,2 4 1 0,0 2-3 0,1 3-6 16,0 3-5-16,1 4-2 0,0 0-1 0,-1 2-3 0,3 0 0 0,-1-1 4 15,1 1-12-15,0 2 2 0,1-4-15 0,0 0 1 0,0-4-7 16,0-1-22-16,-1-2-7 0,1-4-42 0,0-2-28 0,-1-4-29 0,1-5-39 16,-2-2-37-16,2-3-48 0,0-3-56 0,-1-2-89 0,1-3-102 0,-1-3-53 15,0-3 53-15</inkml:trace>
  <inkml:trace contextRef="#ctx0" brushRef="#br0" timeOffset="48202.48">16725 13422 1650 0,'-1'-22'164'0,"-1"-2"27"0,1-6 0 0,2 8-66 0,1 2-42 16,2 4-9-16,0 3-8 0,1 0 9 0,1 2 9 0,2 2-8 0,2 1 6 16,0 1-10-16,2 2-14 0,0 2-10 0,-1 1-12 0,2 2-1 0,0 1-9 15,1 1-3-15,0 2-4 0,0 1 4 0,1 1 6 0,-1 0-4 16,-2 1-4-16,-2 2-23 0,1-2 0 0,-3 2 1 0,-2-1-3 0,-1 0 22 15,-3 1-5-15,-1 0-24 0,-2 0-11 0,-1 1-27 0,-2 0-18 0,-1 0-3 16,-2 1-9-16,-2-1-3 0,1 0-5 0,-2 0-9 0,-2-1-1 16,-1 0-11-16,-2 0-1 0,1 1 10 0,-1-1 5 0,0-1 9 0,2 0-1 15,0-1-14-15,0-1-32 0,1-1-38 0,0 1-54 0,2 0-47 0,2-1-22 16,1 0 14-16,2 0 29 0,2-1-49 0</inkml:trace>
  <inkml:trace contextRef="#ctx0" brushRef="#br0" timeOffset="48369.92">17134 13402 1326 0,'2'4'281'0,"1"2"-56"0,1 1-14 0,-1 1-35 15,0 1-26-15,0 1-28 0,0 0-21 0,-1 1-10 0,0 0-16 0,0 1-14 16,0 2-11-16,-1 0-16 0,-1 0-16 0,1 1-2 0,0 0-11 16,-1 0-9-16,0 0-4 0,1-1-13 0,-1 0-17 0,0-1-25 0,-1-1-31 15,1-2-20-15,0 0-28 0,-1-2-18 0,1 0-21 0,-1-1-41 16,1-2-54-16,1-1-65 0,-1-2-66 0,0-1-80 0</inkml:trace>
  <inkml:trace contextRef="#ctx0" brushRef="#br0" timeOffset="48538.36">17196 13103 1406 0,'-4'-10'620'16,"-1"1"-453"-16,-1-1 35 0,1 5-10 0,0 4-57 0,1 2-31 0,-1 1-21 15,0 2-16-15,0 1 1 0,-1 1-12 0,0 0-7 0,-1 1-16 16,0 1-12-16,1 0-16 0,0 1-5 0,1-2-10 0,2 0-17 0,-1-1-18 15,2-1-33-15,-1-1-33 0,2 1-43 0,1-2-52 0,1 1-70 0,1-1-105 16,1-1-143-16,1 0-79 0,1 0-43 0</inkml:trace>
  <inkml:trace contextRef="#ctx0" brushRef="#br0" timeOffset="48736.69">17337 12822 2285 0,'-4'-11'221'16,"0"1"20"-16,-2-1-35 0,2 1-75 0,0 5-37 0,0 1-28 0,1 4-18 16,-1 1-3-16,1 3-1 0,-1 3-1 0,0 2 5 0,0 3-9 0,2 2-8 15,-1 4-4-15,1 1-9 0,1 4-8 0,0 4-7 0,2 4-6 16,1 3-1-16,2 4 0 0,-1 1-5 0,3 3-6 0,0 1-6 0,2 0-7 16,0 2-18-16,1 1 6 0,1-1-29 0,1-3-32 0,-1-1-26 0,1-5-71 15,1-3-70-15,1-3-93 0,-1-4-120 0,0-2-145 0,0 0-261 16</inkml:trace>
  <inkml:trace contextRef="#ctx0" brushRef="#br0" timeOffset="49220.87">17461 12994 2049 0,'-4'-9'148'16,"0"-1"29"-16,-1-1 3 0,2 2-43 0,2-1-29 0,1 3-16 0,2-1-14 16,0 2-18-16,2 0-5 0,1 2 3 0,0 1-2 0,2 0-10 15,-1 1-5-15,1 0-9 0,1 2-8 0,0 1-10 0,1 0-1 0,1 2-8 16,0 1-6-16,0-1 2 0,1 3-2 0,1 1-3 0,0 1 2 0,1 0 2 16,-1 2-7-16,0 0 0 0,0-1-1 0,0-1-4 0,-1-1-3 15,-2 0-3-15,0-1-7 0,0 0-9 0,-1-1-3 0,-1 1-9 0,-1-2 4 16,-1 2 2-16,-2-1-1 0,-2-1-2 0,-1 2 4 0,-1-1-2 15,-2 0 1-15,-3 0 6 0,0 1 0 0,-3 0-1 0,-2 0 4 0,1 0 3 16,-3 0 7-16,-2 0 8 0,-1-1 7 0,0 0 4 0,0 1 2 16,-1 0 2-16,0-1-2 0,1 0-2 0,-1 0-3 0,1-1-5 0,0 1-7 15,1 0-15-15,1 1-29 0,1 0-15 0,2-1-18 0,2 2-8 0,2-1-6 16,1 2-15-16,2-1-10 0,1 0-10 0,3 1-18 0,2-2-28 16,1 1-37-16,2-2-30 0,1 1-21 0,3-1 2 0,1-2-57 0</inkml:trace>
  <inkml:trace contextRef="#ctx0" brushRef="#br0" timeOffset="49535.82">17904 13146 1326 0,'5'0'320'0,"2"1"-64"0,0 0-33 0,0 0-39 0,-1 0-50 16,1-1-38-16,-1 0-15 0,0 0-7 0,-1 0 0 0,0-1-1 16,-1-1-1-16,1 0-3 0,0 0 2 0,-1-1-9 0,0-1-14 0,0-1-6 15,-1-1-12-15,1 1-3 0,0-1-2 0,-2 0-11 0,0 0-1 0,-1 1-2 16,0-1-2-16,-1 0 0 0,-1 0-8 0,0 1-2 0,-1 0-8 15,-1 0-2-15,0 0 0 0,-2 0-11 0,0 1 8 0,-1 1-6 0,-1-1 6 16,0 2 11-16,-1 0-8 0,0 1 2 0,-1 2 0 0,1 1 4 0,-1 0 3 16,0 1 6-16,1 0-6 0,1 1-2 0,1 1 10 0,0 1-3 15,1 2 8-15,0-1-2 0,2 1 3 0,1 2 4 0,1-2-2 0,1 4 6 16,2 0-7-16,1 1 3 0,1 1-7 0,1-1-5 0,3 2 6 16,-1 0-6-16,3 0 7 0,1-2 2 0,0 0-10 0,1-1 1 0,1-2-19 15,-2-1-6-15,2-1-5 0,-1-3 23 0,2 0 6 0,-1-2-3 0,1 0 0 16,1-2-28-16,0-1-3 0,0-2-26 0,-2-2-4 0,2-1-14 15,-2 0 1-15,0-2 8 0,-1-1-25 0,-1-2-27 0,-1-1-63 0,1-4-59 16,-1 1-91-16,-1-4-74 0,-1-1-25 0,1 0-3 0,-2-3-127 16</inkml:trace>
  <inkml:trace contextRef="#ctx0" brushRef="#br0" timeOffset="49703.26">18271 12671 1227 0,'-5'-13'418'0,"0"-2"-77"0,-3-4-39 0,0 5-71 15,1 3-47-15,-1 1-33 0,-1 3-35 0,0 2-23 0,1 4-20 0,0 3-6 16,0 2 8-16,0 4-5 0,0 4 3 0,0 1-2 0,0 4-19 15,0 3 14-15,2 2-10 0,0 3-14 0,2 5 6 0,0 0-29 0,1 3-6 16,2 1-1-16,2 2-10 0,0 3 2 0,1 0 0 0,2 1-1 0,0-1 1 16,1-3-4-16,0-1-4 0,2-2-3 0,0-1-16 0,1-2-18 15,-1-3-29-15,-1-4-67 0,0-2-50 0,0-3-51 0,0-2-76 0,0-1-86 16,2-1-146-16,1-2-168 0,0-2-155 0</inkml:trace>
  <inkml:trace contextRef="#ctx0" brushRef="#br0" timeOffset="49891.14">18449 13208 1238 0,'-1'-2'374'0,"0"0"-141"15,1 0-12-15,-1 2-26 0,2 1-52 0,-1 1-44 0,0 0-28 0,0 1-17 16,-1 2 12-16,1 0-4 0,0 2-4 0,0 2-13 0,1 0-21 0,-1 1-23 16,1 0-2-16,-1 2 1 0,2-2-4 0,0 2 11 0,0 0-12 15,1 0-12-15,-1 1-5 0,1-3-3 0,0 1-1 0,0 0-10 0,1-2-12 16,-1-1-31-16,1-1-22 0,0-1-26 0,-1-2-46 0,1-1-39 15,0 0-50-15,0-2-55 0,0-1-32 0,0-2-17 0,-1-1-14 0,-1 0 67 16</inkml:trace>
  <inkml:trace contextRef="#ctx0" brushRef="#br0" timeOffset="50053.6">18454 13115 983 0,'-4'-12'512'0,"1"0"-222"0,-2-1-33 0,2 2-65 15,1 4-52-15,0 2-31 0,1 2-29 0,0 2-18 0,-1 0-10 0,1 2-17 16,0 1-12-16,1 0-2 0,0 0-11 0,-1 1-6 0,1 0-1 15,1 0-15-15,-1 0-4 0,1 0-7 0,-1 1-16 0,1 1-14 0,-1 0-22 16,1 0-33-16,1 0-35 0,-1-1-42 0,1 0-49 0,0 1-52 16,1-1-45-16,0 1-23 0,1 0 8 0,1-1-113 0</inkml:trace>
  <inkml:trace contextRef="#ctx0" brushRef="#br0" timeOffset="50403.59">18618 13193 453 0,'5'-1'227'0,"0"-1"-3"0,0-1 11 0,0 1 5 15,1 0-22-15,-1-1-31 0,0 2-30 0,1-1-22 0,-2 2-11 0,1 0-14 16,-2 1-20-16,0 0-21 0,-1 0-14 0,1 1-11 0,-1 0-11 0,0 0-4 16,0 1-7-16,0 1-7 0,0 0-1 0,0 1-7 0,0 1-1 15,1 0-4-15,0-1-4 0,0 0 1 0,0 1 2 0,1-1-4 0,0 1-3 16,0-1 1-16,0 0-5 0,0-1 2 0,2 1 6 0,0-2-18 0,0 0 2 16,0 0 4-16,0-1-2 0,0 1 16 0,1 0 0 0,1-1-7 15,-1-1 6-15,1 1 2 0,0-1 1 0,-1-1 3 0,0 0 3 0,0-1 6 16,1-1 4-16,1 0 1 0,0-1 13 0,0-1-14 0,0 0 19 0,1-1 0 15,-2-2-1-15,1 0 15 0,0-1-10 0,0-2 3 0,0-1-7 16,-1 0-4-16,0-2 15 0,-3 0-3 0,0-1-3 0,-1 1 4 0,-2-3-9 16,-2 0 2-16,-2 0 1 0,-1 1-13 0,-2 0-7 0,-1 1-15 15,-2 2-1-15,-1 1-2 0,-2 4-10 0,-1 0 5 0,0 2-12 0,0 4-3 16,-2 1 7-16,-1 3-7 0,0 2 2 0,1 2 2 0,0 2 3 0,1 1 8 16,1 4-1-16,1 0 2 0,3 2-1 0,2 3-6 0,2 0 2 15,3 2 1-15,2 0 1 0,3 0 3 0,2-1 4 0,2 0-20 0,3-3 1 16,3-2 1-16,1-4-12 0,1-1 3 0,2-1-23 0,2-3-30 15,1-2-23-15,2-1-42 0,0-3-48 0,1-1-87 0,2-2-129 0,-1-2-125 16,3-2-117-16,0-3 66 0</inkml:trace>
  <inkml:trace contextRef="#ctx0" brushRef="#br0" timeOffset="55169.76">19070 12315 452 0,'-1'18'318'16,"2"3"-204"-16,1 5-8 0,1 0 9 0,1-3-4 0,2 3-4 0,1 3 0 15,2 3-6-15,2 2-2 0,0 7-8 0,3 0-15 0,1 5-5 0,1 6-17 16,0 1-14-16,2 7-12 0,2 3-20 0,1 2-9 0,0 1 0 16,1 1-5-16,-1-1 5 0,1-2-4 0,0-2-4 0,-2-2-4 0,1-3-1 15,-1 0 5-15,0-3 2 0,1-1 5 0,0-2-7 0,-1-2 5 0,2-2-2 16,-1-2 4-16,-1-3 4 0,0-2-4 0,-1-2-3 0,-3-2 8 15,0-2 4-15,-1-1 5 0,-1 0 9 0,-3-1 1 0,2-4 17 0,-1-1 26 16,-1-3 21-16,-1-1 22 0,0-1 8 0,-3-3-4 0,1-1-6 0,-1-1 2 16,1-2-13-16,-1-3-5 0,2-1-3 0,0-2-5 0,1-2-3 15,0-2-5-15,2 0-9 0,0-3-12 0,1 0-6 0,1-1-4 0,3-3 0 16,0 0-5-16,1-1-2 0,0-3-7 0,2 0 3 0,1 0-2 0,1-1-15 16,2-1 2-16,-1 0-11 0,0-2 5 0,1 0 5 0,-1 1-9 15,2 0-3-15,1 1 4 0,-3 1-4 0,2 0 5 0,-2 0 1 0,0 0-12 16,-1-1 2-16,0 1-2 0,0 1-8 0,0-1-5 0,-2 1-14 15,0 1-20-15,-2-1-20 0,-3 1-16 0,0 0-21 0,-1 0-22 0,-2 0-18 16,-2-1-31-16,-1 0-30 0,-2 0-43 0,0-2-75 0,-2 0-107 16,-2-1-109-16,-2-2-74 0,-2-1 129 0</inkml:trace>
  <inkml:trace contextRef="#ctx0" brushRef="#br0" timeOffset="55406.35">19086 12380 1657 0,'-15'-8'307'0,"1"0"-122"0,-3-3 34 16,6 0-21-16,4 2-50 0,4-1-26 0,3 1-23 0,4 0-4 0,2 1-10 16,3-2 0-16,2 1-14 0,3 0-1 0,2 1-10 0,2 1-16 15,2 0-4-15,-1 2-16 0,3 0-5 0,0 1-3 0,1 1 1 0,1 2-6 16,-1 2-3-16,2 1 1 0,-2 2-7 0,-1 2-2 0,-1 0-6 15,0 2-3-15,-3 0-6 0,-1 1-20 0,-1 1-23 0,-3 0-35 0,1 0-40 16,-1 0-35-16,-1 0-52 0,-1-1-69 0,-1 0-52 0,0 0-74 0,0-2-111 16,0-2-188-16</inkml:trace>
  <inkml:trace contextRef="#ctx0" brushRef="#br0" timeOffset="55836.92">19526 11818 1373 0,'-2'3'373'15,"1"-1"-176"-15,0 1 16 0,2 0-24 0,1-1-28 0,1 2-19 0,2 1-20 16,0 1-21-16,2 1-10 0,0 3-11 0,2 1-7 0,0 1-8 15,2 2-12-15,1 3-10 0,0 1-7 0,1 1-11 0,2 3-7 0,0 0-7 16,0 2-16-16,-2 0 1 0,1-3 2 0,-1 1 8 0,-2-2 8 0,0-3-3 16,-2-2-5-16,0-2-6 0,0-3 0 0,0-1-4 0,0-2 0 15,0-2 6-15,0-2-2 0,-3 0 7 0,1-3-3 0,-1 0-8 0,-1-2 12 16,0-2 1-16,-2-1 0 0,0-2 2 0,1-2-7 0,-1-2-8 0,0 0 15 16,0-3 2-16,-1 1 1 0,0-2 9 0,0 0-31 0,0 1 8 15,0 1 11-15,-1-1 4 0,1 1 18 0,-1-1-6 0,0 0-5 0,0 2 2 16,2 0 5-16,-1 1-5 0,0 1-5 0,2 1 0 0,-1 3 0 0,1 1 0 15,0 3-5-15,0 0 3 0,2 3-7 0,0 1-1 0,1 0 7 16,0 4-9-16,0 2 1 0,1 2-2 0,0 2 0 0,2 2-8 0,0 1 4 16,1 2-16-16,1 0-5 0,-1 1 23 0,2 0-4 0,-1 1 4 0,0-1 13 15,-1 0-25-15,-2-1 0 0,1-1-11 0,0-3-21 0,0-2-29 16,1 0-36-16,-1-1-30 0,0-1-55 0,1 0-74 0,0-2-105 0,-1-1-128 16,1-1-188-16,1 2-292 0</inkml:trace>
  <inkml:trace contextRef="#ctx0" brushRef="#br0" timeOffset="56520.45">20938 13856 160 0,'-1'5'86'0,"2"-1"-5"0,0 2 5 16,-1-2 5-16,1-1-1 0,-1 1-1 0,1-1 0 0,0 0 5 0,0 0 5 16,0-2 8-16,0 2 11 0,1-1 7 0,-1-1 7 0,0 1 6 15,0-1 2-15,1 0 7 0,0 0-2 0,1-1-4 0,0 0-13 0,0 1-18 16,1-1-9-16,-1 0-6 0,0-1-4 0,0-1-6 0,-1 1-6 0,1-1-6 15,0 1-9-15,-1-1 0 0,1-1-11 0,-1 1-7 0,-1-1-2 16,1-1-9-16,-2 0-10 0,-1 0-7 0,0-1-2 0,-2-1-9 0,-1-1-1 16,-3 1-6-16,-2 0-9 0,-1 1-4 0,-3 0-8 0,-1 1-2 0,-3 3-1 15,-3 0 0-15,0 2-1 0,-2 2 9 0,-2 3-1 0,1 4 6 16,-2 3 11-16,1 3-7 0,-1 3 6 0,1 4 1 0,1 1 1 0,3 3 1 16,1 4-4-16,4 1 1 0,2 5 1 0,3-1 1 0,3 1-1 15,4 2 0-15,4-1-8 0,4-1 2 0,3-1-2 0,2-3-1 0,2-3-3 16,2-4-5-16,2-1-4 0,4-4-6 0,1-4-1 0,3-3-14 0,3-3-24 15,1-4-35-15,2-2-43 0,1-3-37 0,1-2-45 0,1-2-42 16,1-2-59-16,-1-2-80 0,0-1-79 0,0-2-97 0</inkml:trace>
  <inkml:trace contextRef="#ctx0" brushRef="#br0" timeOffset="57253.52">19595 13178 768 0,'-1'1'309'16,"1"0"-127"-16,0 0-1 0,0 0-9 0,0-1-6 0,1 1-16 0,0 1-23 15,1-1-15-15,-1 1-14 0,2 0-6 0,0 1 0 0,0-1-8 16,2 0-3-16,2 0-7 0,1 0-7 0,1-1-3 0,3 0-9 0,2 0 2 15,2-1-7-15,4 1-2 0,1 0-3 0,0-2 0 0,4-1-1 16,0 0 0-16,3 0 0 0,3-2 3 0,0 1-1 0,4-2-8 0,5-2 6 16,0 0-9-16,4-2 2 0,3 0-7 0,1-1-4 0,3-3 4 0,2 2-4 15,3-2 8-15,2 2-10 0,0-1 1 0,1 0 3 0,1 1-8 16,0 0-3-16,1 1 2 0,1 1-4 0,-1-1 3 0,0 1 1 0,0 1-5 16,1-1-1-16,-1 0 7 0,-1 1-1 0,0 1-1 0,-2 1 7 0,0 0-7 15,0 0 1-15,-2 0 9 0,-2 1-12 0,-2-1 10 0,0 2 0 16,-3-1-8-16,-2 1-12 0,-2 0-6 0,-4 0 0 0,-3 2 0 0,-2 0 0 15,-2 0 0-15,-4 1 0 0,-4 0 0 0,-2 2 0 0,-5 1 0 0,-2 1 0 16,-4-1 0-16,-1 1 0 0,-3 1 0 0,-2 0 0 0,-2 0 0 16,-2 1 0-16,-2-1 0 0,-2 1 0 0,-1 0 0 0,-1-1 0 0,-2 1 0 15,-1 0 0-15,-2 0 0 0,-1 1 0 0,-1-2 0 0,-1 0 0 0,1 1 0 16,-2-2 0-16,-1-1 0 0,0 0 0 0,-1 0 0 0,0-1 0 16,-1-1 0-16,0 0-20 0,0-1-22 0,-1-1 2 0,1 0-11 0,-2-1-17 15,1 0-19-15,1 0-17 0,-1 0-18 0,1-1-22 0,0 2-31 16,1-1-54-16,0 1-64 0,0-1-85 0,1 0-91 0,3 1-62 0,-2-1-10 15,1 0-100-15</inkml:trace>
  <inkml:trace contextRef="#ctx0" brushRef="#br0" timeOffset="57720.46">21738 12606 744 0,'-2'-4'245'0,"0"-2"-76"15,0-1 10-15,1 2-2 0,-1 0-1 0,0 1-1 0,2 2-14 16,-2 0-4-16,2 2-9 0,-2 0-16 0,1 0-13 0,-1 1-13 0,1-1-18 16,-1 1-2-16,-1 1-8 0,0 0-6 0,0 0-3 0,-1 1-3 15,1 1-5-15,0 0-4 0,-1 0-3 0,0-1-1 0,1 1-13 0,0 1 9 16,0-2-3-16,2 2-5 0,0 0 6 0,-1-1-10 0,1 0-3 0,1 0 0 15,-1 0-1-15,1 1-3 0,0-1 1 0,0 0-10 0,1-1-11 0,0 1 0 16,0-1-2-16,1 1 1 0,-1 0 11 0,2 0-7 0,0 0-1 16,1 0 6-16,0 0 9 0,1 0 0 0,1 0 1 0,-1 0-6 0,0 0-6 15,1 0-4-15,-1-1-2 0,0 1 6 0,1 0-4 0,-2 0-2 16,2 0-10-16,0 0 0 0,0-1 0 0,0 0 0 0,0 1 0 0,2-1 0 16,1 0 0-16,1 0 0 0,1-1 0 0,1 0 0 0,2 1 0 0,3-1 0 15,1-1 0-15,2 0 0 0,2 0 0 0,1 1 0 0,3 1 0 16,0 0 0-16,3-1 0 0,0 1 0 0,2 1 0 0,-1 0 0 0,1 0 0 15,-1 2 0-15,3-1 0 0,-1 1 0 0,0 1 0 0,-1 0 0 0,-1 1 0 16,-2 0 0-16,-1 2 0 0,-1-1 0 0,-2 1 0 0,-2 1 0 16,-1 0 0-16,-3 2 0 0,-1 0 0 0,-1-1 0 0,-6 3 0 0,-2 0 0 15,-2 2 0-15,-4 0 0 0,-4 2 0 0,-4 1 0 0,-3 0 0 16,-4 2 0-16,-5 1 0 0,-4 1 0 0,-5 2 0 0,-5-1-62 0,-4 3-56 16,-3 1-55-16,-7-1-62 0,-4 3-79 0,-3 1-220 0,-5 1-283 0,-5 5-109 15,-5 0 154-15</inkml:trace>
  <inkml:trace contextRef="#ctx0" brushRef="#br0" timeOffset="62088.53">23307 12342 1225 0,'-2'4'400'0,"-1"-1"-232"15,1 1 4-15,1 0-9 0,2-1 22 0,0 1-7 0,2-2-33 16,2 2-11-16,1-1-13 0,2 0-7 0,1 0 2 0,2-2-13 0,0 2-17 16,1-2-10-16,2 1-14 0,1 1-6 0,2-2-3 0,2 1-8 0,0-1-9 15,3 0-10-15,2 0 3 0,-1-1-1 0,2 0-3 0,0-1 10 16,-1-1-20-16,2-1-1 0,-1 0-5 0,1-1-7 0,1-1 8 0,1 0-6 15,-1-1-6-15,0 1 4 0,0-2-6 0,-2 0 0 0,1 0 2 0,-2 1 4 16,0-1-4-16,-1 1 4 0,-1-1 2 0,-1 1-14 0,0 1 4 16,-3 1-7-16,1-2-12 0,-2 0-6 0,-1 0-15 0,0 0-20 0,0 0-14 15,-2 1-26-15,-1-1-26 0,-1 1-34 0,-2-1-32 0,-2 1-47 0,-3-1-87 16,-1 0-106-16,-2 0-119 0,-2-1-53 0,-2 1-21 0</inkml:trace>
  <inkml:trace contextRef="#ctx0" brushRef="#br0" timeOffset="62270.92">23599 11967 2119 0,'-11'-8'227'0,"0"1"11"15,-2-1-9-15,0 2-18 0,3 2-30 0,1 2-25 0,3 0-21 16,2 3-21-16,0 1-14 0,2 2-12 0,1 1-14 0,1 5-8 0,2 3-11 16,0 4-7-16,3 3-2 0,1 5-38 0,4 5-8 0,2 4 0 0,2 5 0 15,0 5 0-15,2 4 0 0,0 3 0 0,0 3 0 0,0 3 0 16,0 1 0-16,0 3 0 0,-1 2 0 0,-3 2 0 0,1 4 0 0,0 1 0 15,-2 1-108-15,-2-1-114 0,-1-1-126 0,0-3-243 0,0-3-362 16,0-2-373-16</inkml:trace>
  <inkml:trace contextRef="#ctx0" brushRef="#br0" timeOffset="64405.85">24639 11568 152 0,'0'2'117'0,"-1"1"-37"15,1 1 2-15,-1 1 2 0,0 0 9 0,1 1 8 0,-1 0 6 0,1 2 13 16,0 0 4-16,1 1 3 0,-1 0-1 0,1 2-13 0,0 0-3 16,0 1-8-16,0 1-6 0,0 0-2 0,1 3-8 0,0 1-9 0,1 1-5 15,1 0-12-15,1 3-11 0,2 3-10 0,0 1-16 0,2 6-1 0,1 0-10 16,1 4 3-16,2 3-4 0,2 0-14 0,-1 4 7 15,2 0-4-15,0 0-1 0,-1 3 8 0,0-1-10 0,0 0 3 0,-1 0-3 0,-1 1 6 16,-1-4-6-16,-1-1-4 0,0-3-11 0,-2-5-28 0,0 0-20 16,-1-5-29-16,-2-1-22 0,0-4-13 0,-1-2-13 0,-2-2-13 0,0-4-8 15,-1-3-2-15,-2-2 2 0,0-1 10 0,-2-2 14 0,-1-3 12 0,-1-2 18 16,-1-4 29-16,-1-2 27 0,1-2 20 0,-2-2 17 0,-1-2 8 16,1-2 6-16,-2-3 13 0,0-3 11 0,-1-1 17 0,1-2 20 0,-1-1 21 15,0-2 16-15,0-1 16 0,1-2 18 0,-1-1 10 0,1-1 17 0,2-5 7 16,-2 0 1-16,2-3-1 0,-1 0-14 0,-1-1-13 0,1-2-16 15,1 1-11-15,0-2-14 0,1 0 4 0,1 0-10 0,1 1-6 0,0-2 5 16,1 2-21-16,2 2-7 0,0 2-6 0,2 3-14 0,2 1-1 0,2 4-2 16,0 3 2-16,1 5 5 0,1 4-1 0,1 4-2 0,1 3 2 15,0 3 3-15,0 3 1 0,-1 2 1 0,-1 2-7 0,1 2-10 0,0 2-3 16,1 2-4-16,1 1 3 0,2 3-5 0,1 2-4 0,0 3-3 16,2 1-8-16,0 4 4 0,3 2-3 0,-1 0-1 0,3 4-3 0,0 1-6 15,-1 1-2-15,2 2 4 0,-1 2 0 0,-1 2 0 0,1 3-7 0,0 1 3 16,-2 2-14-16,0 0-6 0,0-1-13 0,0 3-28 0,-4-1-6 15,1-1-21-15,-1 0-13 0,-1-1-16 0,-2-2-14 0,0 0-17 0,-1-4-22 16,-1-2-31-16,-2-4-45 0,0-1-42 0,-1-4-55 0,-1-2-54 16,-1-2-33-16,-2-3-26 0</inkml:trace>
  <inkml:trace contextRef="#ctx0" brushRef="#br0" timeOffset="64605.19">24871 12260 1222 0,'-9'-1'949'0,"0"1"-784"0,-1-1 2 0,2-1-40 0,3 0-17 16,2-1-19-16,1 0-11 0,2 1-3 0,2 0-5 0,-1 0-3 0,2 0 0 16,1-1-7-16,1 0 3 0,3 0-6 0,-1-1-15 0,4 0-5 15,0 0-12-15,2 0 3 0,1 0-8 0,-1-1-12 0,3 0-1 0,0 1-11 16,-1 0-4-16,0 0-9 0,1 1-23 0,0 1-27 0,0-1-21 0,-2 2-18 16,0 0-21-16,0-1-25 0,-1 1-33 0,0-2-50 0,-2 0-60 15,2-1-89-15,1 0-115 0,0-1-80 0,-2-1-77 0</inkml:trace>
  <inkml:trace contextRef="#ctx0" brushRef="#br0" timeOffset="64839.22">25275 11505 2097 0,'-12'-12'213'0,"-1"0"-80"15,-3-1 24-15,0 1-15 0,3 4-13 0,1-1-19 0,2 3-26 0,1 0-14 16,3 4 0-16,0 3-20 0,1 1 3 0,2 4 7 0,-1 1-13 15,2 3 3-15,0 3-17 0,1 6-15 0,1 4-5 0,3 3-5 0,2 7 1 16,1 2-9-16,2 5 8 0,0 6-6 0,1 3-6 0,1 2 0 0,0 2-5 16,2 0 1-16,0 1 6 0,0 1 8 0,0-1-4 0,-1-4-8 15,1-2-14-15,-1-4-26 0,0-4-18 0,1-6-27 0,-1-3-23 0,0-4-31 16,0-4-30-16,0-4-34 0,-1-4-46 0,3-5-62 0,-1-3-98 16,0-3-86-16,1-2-54 0,-2-4 23 0</inkml:trace>
  <inkml:trace contextRef="#ctx0" brushRef="#br0" timeOffset="66070.73">25715 11882 1430 0,'2'0'110'15,"0"4"21"-15,1 0-17 0,-1 1 4 0,-1 3 8 0,1 0-9 0,-1 3-1 16,1 1-6-16,0 2-10 0,0 2-11 0,2 3-12 0,-2 0-14 16,1 3-21-16,0 0-1 0,1 0-1 0,1 2-2 0,-1 0 4 0,2-1-20 15,0 0-8-15,1-1-7 0,0-1-1 0,1-3 3 0,1-1-1 0,-1-3-2 16,1 0-10-16,1-3 2 0,1-2-3 0,1-3 0 0,1-2-2 15,1-1-4-15,-2-2 9 0,0-2-1 0,0-2 6 0,1-2 2 0,-1-2 2 16,-1-2 5-16,2-2 5 0,0-1 5 0,0 0-7 0,0-2 6 0,-1-1-5 16,0-2 3-16,-1 1 1 0,-3-1-4 0,0 0 2 0,-1 0-1 15,-2 1-1-15,-2-1 8 0,-1-1-2 0,-2 2-3 0,-1 0 3 0,-3 0-12 16,-1 0 4-16,-2 0-3 0,-3 1-2 0,-1 0-5 0,-3 2 1 0,0 0 1 16,-2 4-6-16,0 0 0 0,0 2-13 0,0 2-3 0,-1 3-9 15,0 1 0-15,0 2-2 0,1 3-3 0,-2 2 2 0,1 2-1 0,0 1-8 16,0 4-8-16,0 4 1 0,1 1-2 0,0 1-8 0,1 3 2 0,0 0-11 15,4 0-11-15,1 1 0 0,4-1-16 0,2-2-12 0,2-1-10 16,2-3-23-16,4-2-3 0,1-1 3 0,3-2 8 0,2-3 16 0,3-2 12 16,2-2 10-16,2-1 14 0,-1-1 18 0,3-2 16 0,1-2 18 15,0 0 10-15,3-2 10 0,-1 0 7 0,-1 1 7 0,1-1 2 0,-1 1-2 16,2 1 1-16,1 0 2 0,-1 3 7 0,1 0 5 0,-1 3-1 0,-1 2 2 16,0 0-7-16,0 3-2 0,-1 1-3 0,0 0-4 0,-1 5-7 15,1 1-5-15,-2 2 1 0,-2 0-1 0,-1 2 1 0,-1 1 1 0,0 0-2 16,-1 1-1-16,-1-1 3 0,0-1-4 0,0 0 0 0,-2 0-1 15,0-1-5-15,-2 2 0 0,-1 0 2 0,-1-2-7 0,-1 1 2 0,-3 0-6 16,-1-2-2-16,-3 1 4 0,-2-2 2 0,-2-2 6 0,-2 1-2 0,-2-1 1 16,-2 0-7-16,-2-2-4 0,-2 0-2 0,-3-1-3 0,1-2 1 15,-5-2 10-15,-1 0 6 0,-2-3 21 0,-1-2 24 0,-1-2 19 0,1-2 29 16,-1-2 14-16,2-2 4 0,1-2 5 0,2 0-3 0,0-4-4 16,1 0 8-16,3-2-14 0,2-2-3 0,2-2-13 0,3-1-12 0,2-2-9 15,2-3-15-15,3-2-9 0,1 0-6 0,3-3-2 0,4-1 4 0,2 0-6 16,1 0-3-16,4 0-4 0,1 1-4 0,3-2 3 0,2 1-8 15,-1 0 0-15,3 1-8 0,-1 2 2 0,-1 2 1 0,2 1-1 0,0 1 0 16,-1 0-2-16,1 2 6 0,-1 0 2 0,1 1 15 0,-1 2-2 0,-1 1 7 16,0 0 5-16,-2 3-4 0,0 2-1 0,-1 0 16 0,-1 3-5 15,0 1 7-15,-4 1-3 0,1 2-15 0,-2 1 1 0,0 2-9 0,0 2-1 16,-2 1-5-16,0 2 7 0,-1 1-5 0,-1 1-7 0,-1 2 16 0,2 0-11 16,-2 0 0-16,1 2 11 0,-1 0-16 0,0 2-11 0,0-1 8 15,1 0-15-15,-1-1 3 0,1 0 6 0,0 0-12 0,1-2 12 0,-1 0-13 16,1-1-1-16,0-2-2 0,-1 0-5 0,2-2 5 0,1-2-2 15,0 0 11-15,1-3-2 0,-1 0 8 0,1-2 2 0,0-1-4 0,0-1 12 16,-1-1-2-16,-1 0 8 0,0 0 3 0,-1-2 3 0,-1 1 3 0,0 0 2 16,-1-2-1-16,0 0-1 0,-1 0-4 0,-1-1-4 0,-1 1 7 15,-1 1-19-15,-1-1 11 0,-1 1-4 0,-2 0 1 0,0 0 18 0,-2 0-21 16,-2 0 4-16,0 0 0 0,-4 0-4 0,-1 1 2 0,0 1-4 0,1 2-5 16,-1 1-5-16,0 3-16 0,-1 1 1 0,0 2-1 0,1 2-1 15,-1 1-4-15,2 2-7 0,0 3-9 0,1 1 3 0,1 1 2 0,0 1-13 16,2 0 2-16,1 1-3 0,3-1-10 0,1 1 6 0,2-1-12 15,2-1-18-15,2-1-5 0,2-2-7 0,1-3 1 0,2 0 8 0,1-3 9 16,2-1 3-16,1-1-7 0,1-2-4 0,1-2-9 0,2 0 2 0,1-3 10 16,0 1 15-16,1-3 19 0,0-1 16 0,-1-1 14 0,1-1 12 15,0 0 7-15,0 1 0 0,-3 0 19 0,1 0 10 0,0 0 12 0,-2 1 23 16,0 0 8-16,-1 0 10 0,1 3 10 0,0-1-4 0,1 1 3 0,-3 1-4 16,1 1-6-16,0 2-4 0,0 2-19 0,0 0-6 0,-1 1-7 15,-1 1-15-15,0 2 6 0,2 1-9 0,0 1-10 0,0 0 4 16,0 0-9-16,1 1-6 0,-2-1 5 0,0 1-5 0,-1-1-4 0,0-1-6 0,0-1 8 15,-1 0 7-15,0-1-6 0,-3 1 11 0,-1-1-10 0,-1 0-7 16,-2-1 3-16,0-1 4 0,-2-1 9 0,-1 0 13 0,-1-2 10 0,0 0 7 16,-1-2-4-16,-2 1-27 0,0-1 10 0,-2-1-13 0,0-1-1 15,-1-2 14-15,0 0-18 0,0-2 0 0,-1 2 4 0,1-2-1 0,0-1 8 16,0 1 2-16,2-1-7 0,1 1 8 0,1 0-2 0,1 0 0 0,1-1 2 16,1 0-14-16,1 1 0 0,0 1-7 0,1 1 0 0,2 2-9 15,0 0-11-15,1 1-4 0,1 1-15 0,0 0-6 0,1 2-9 0,1 0 5 16,0 0 0-16,2 1 2 0,0 1 3 0,0 0-16 0,2 0-6 15,1 0-23-15,0-1-21 0,1 1-10 0,-1-1-23 0,1-1-17 0,1 0-20 16,0 0-22-16,0 0-10 0,-1-1-2 0,0 1 20 0,-1 0 37 0,-1 0 53 16,0-1 47-16,-1 1 39 0,-1 0 24 0,0 0 7 0,0 1 15 15,-2 1 15-15,0 0 15 0,-1 0 24 0,-1 0 16 0,-1 2 20 0,0 0 23 16,-1 0 7-16,-1 1-2 0,0 1-12 0,-1 0-21 0,0 0-17 0,0 0-1 16,0 0-13-16,0 1-5 0,1 1-11 0,-1 0-6 0,1 1-3 15,-1 1-2-15,0-1-5 0,1 2-9 0,0 0-3 0,1 0-5 0,-1-1-6 16,2 1-5-16,0 1-9 0,1-2-6 0,0 2-4 0,1 0-1 0,-1 1-1 15,1 1 1-15,0-2-4 0,0 1-3 0,0 0-3 0,1-1 5 16,-1 0-1-16,0-1-6 0,-1-1-2 0,1-1-9 0,-1 0-9 0,0-2-5 16,0 0-11-16,0-1-14 0,-1-1-7 0,0-1-16 0,-1-3-16 0,0-1-18 15,-1-1-26-15,0-2-29 0,0-1-50 0,-2-1-65 0,0-1-38 16,-1-2-36-16,-1-3 1 0,-1-2-21 0</inkml:trace>
  <inkml:trace contextRef="#ctx0" brushRef="#br0" timeOffset="66370.89">27104 11558 1500 0,'-1'-14'225'0,"1"1"-3"0,0-1-72 16,0 5-22-16,1 3-25 0,0 3-24 0,0 2-6 0,0 2-14 0,0 1-6 16,-1 2-1-16,1 0-3 0,1 0-7 0,-2 3-12 0,2 0-14 15,1 0-4-15,-1 1-9 0,2-1-5 0,-1 0 1 0,1 0-6 0,0-2-4 16,-1-2-9-16,1 0-13 0,1-2-12 0,-1-1-8 0,2-2-6 0,-1-1-12 16,-1-1-14-16,1-3-26 0,1-2-26 0,0 0-5 0,2-2-5 15,-1-1 13-15,1 0 17 0,1-1 14 0,1 0 29 0,-1 0 26 0,2 1 29 16,-1 2 24-16,0-1 11 0,0 2 25 0,-1 1 21 0,0 2 23 0,1 1 25 15,-2-1 11-15,1 1 3 0,-2 1 1 0,-1 2-5 0,1 0-9 16,-2 2-18-16,-1 2-8 0,1 1-11 0,-2 3-7 0,1 2-8 0,0 1-12 16,0 3-8-16,0 3-14 0,0 2-15 0,1 4-2 0,0 2-4 15,0 2-6-15,1 2 2 0,0 0-7 0,1 3 4 0,-2-1 1 0,2 1-3 16,1 1-1-16,-2 0-2 0,1-2-7 0,1-1-2 0,0-3-6 0,1 0-11 16,-2-2 0-16,2-3-9 0,-2 1-14 0,1-2-15 0,-1-3-27 0,-2-1-27 15,0-2-29-15,-1-2-28 0,-1-1-29 0,0-2-38 0,-2-3-28 16,-1-1-25-16,0-3-2 0,-1-1 20 0,-2-3 20 0</inkml:trace>
  <inkml:trace contextRef="#ctx0" brushRef="#br0" timeOffset="66672.88">27427 11815 779 0,'-4'-7'268'0,"0"-2"-36"0,0-1-32 15,2 4-25-15,1 1-23 0,2 2-37 0,1 1-36 0,1 0-23 16,1 2-7-16,0 0-16 0,1 1 0 0,1 0-5 0,1 1-12 0,1 0 0 16,1 0-6-16,1 0-2 0,-1-1-7 0,2 0 2 0,1 0-1 0,0-1 5 15,1 0-1-15,0-2-4 0,1-1 4 0,1 0-9 0,-1-1 6 16,-1-1-3-16,0 0-2 0,1-2 5 0,-1 0-6 0,1-2 9 0,-3 0 3 15,2-1 2-15,-2 1 11 0,0 2 10 0,-1 0 17 0,-1 1 20 16,-1 0 9-16,0 0 8 0,-1 1 0 0,-1 1-5 0,0 2-6 0,-1 0-13 16,-1 1-4-16,0 1-12 0,-1 2-8 0,0 1-1 0,0 1-6 0,-1 1-3 15,1 1-1-15,-2 0-9 0,3 1-6 0,-1 1 1 0,1 1-12 16,0 2-2-16,0 1-1 0,1 1-9 0,0-1 2 0,0 2 0 0,1 0-10 16,-1 0 1-16,1-2 1 0,0 1-3 0,0-1 6 0,0-1-1 15,-1-2-1-15,0-1 2 0,0-2 11 0,-1 0-4 0,0 0 5 0,-1-1 5 16,0-1-3-16,-1-1 7 0,1 1-2 0,-1-1 1 0,-1 2-1 0,0-1-2 15,0 2-3-15,0 0-3 0,0 1-2 0,0 0-4 0,-1 1-1 16,-1 0-4-16,1 0-10 0,1 0-12 0,-1 0-16 0,1-2-22 0,-1 1-21 16,1-3-33-16,0 0-42 0,1-1-62 0,-1-1-91 0,1 0-117 0,0-2-100 15,0-1-197-15</inkml:trace>
  <inkml:trace contextRef="#ctx0" brushRef="#br0" timeOffset="70741.11">18524 11289 1393 0,'-10'12'235'16,"3"2"-201"-16,-1 5-32 0,7 3-6 0,4 1-10 0,4 4 3 15,4 3-4-15,4 4 1 0,2 5 7 0,2 2-1 0,0 4 8 0,1 4-1 16,1 3-8-16,-2 5-12 0,3 3-3 0,-1 3-9 0,3 3 0 0,3 5 3 16,-1 3-5-16,3 3-3 0,-1 2-7 0,3 3-17 0,-1 1-8 15,1 0 3-15,0 2 10 0,-1-2 18 0,-2 1 17 0,1 1 10 0,-1 1 6 16,-1 1 1-16,-1 3 1 0,-2-1-3 0,-1 2 6 0,0 2 2 0,1 1 1 16,1 1 6-16,-2-2 0 0,1-3 7 0,-3-3 6 0,1-4 7 15,1 0 8-15,-2-3 13 0,2-1 16 0,0 1 15 0,-3-3 10 0,1-2 2 16,-1-1-12-16,-1-1-9 0,1 0 2 0,0-1-2 0,-1-1 2 15,2-2-10-15,0 0-11 0,-1 0-10 0,3-1-8 0,2-1-19 0,-1-1-8 16,2-1-4-16,-1-1-4 0,1-4 9 0,-1-1-1 0,2-1-5 16,1-2 2-16,0-2-3 0,1-2 1 0,0-3-4 0,2-2-3 0,-1-4 0 15,2-2-3-15,0 0 2 0,2-4 2 0,1-1-2 0,1 0 2 0,1-4-3 16,0-1 4-16,2-4 3 0,1-2-3 0,1-1 1 0,2-1-5 16,1-1 7-16,0-2-2 0,2-1 1 0,2-5 1 0,2-2-6 0,0-4 8 15,2-2 5-15,3-2-6 0,0-3 0 0,4-4 8 0,2-3-5 0,2-3 10 16,5-3 0-16,0-4-2 0,4-3 8 0,4-2-9 0,0-4 3 15,5 0-1-15,3-2-7 0,1-1 1 0,5-4-2 0,2 0 8 0,6-4 5 16,-1-1 1-16,4-1 1 0,4-2-10 0,3-1-1 0,5-3 4 0,1-1 2 16,5-1-3-16,4-4 0 0,5-2 0 0,4-2 1 0,2 0-1 0,2 0-6 15,2-1 2-15,3 0-14 0,5-2 13 0,3-1-1 0,4-2-3 16,2 0 9-16,2-2-12 0,3 2 0 0,0-1 2 0,4-1-1 0,-2 1-1 16,4-1 2-16,1 0-2 0,3 2-2 0,-1 1-1 0,0 2 0 15,0 2-1-15,-2 1-1 0,0 3 4 0,-1 3-4 0,1 5 2 0,1 3 0 16,-1 2-1-16,-4 5-2 0,-2 0 3 0,-3 4 0 0,-5 3-6 0,-3 4 0 15,-4 2 9-15,-7 4-2 0,-4 2 5 0,-2 3 3 0,-5 1-12 16,-4 2 6-16,-1 1 8 0,-4 4-1 0,-3 1 2 0,-4 3-4 0,-6 1 2 16,1 0 8-16,-5 1 2 0,-5 2 3 0,-6-1 3 0,-6 2 1 15,-4-1 12-15,-3 0 1 0,-4-1 9 0,-6 2 3 0,-6 0 1 0,-5 0-11 16,-5-1-5-16,-4 0 5 0,-5 0-9 0,-3-2 9 0,-4-1 0 0,-5 0-16 16,0-1 1-16,-4-2-2 0,-3 0-5 0,-3-1-12 0,-3-1-2 15,-5-2-9-15,-1 0 7 0,-3-3 8 0,-4-1-6 0,0-1-3 0,-3-5-5 16,-1-3-5-16,-2-5 1 0,-2-3 4 0,-4-6-7 0,-2-3 6 15,-3-4-3-15,-3-9-4 0,-5-4-6 0,-5-5-1 0,-3-6-3 0,-4-5-2 16,-3-6-5-16,-3-10-4 0,-2-5 2 0,-5-6 2 0,-2-6 2 0,-5-7 12 16,-2-9-6-16,-3-5-10 0,-4-7-11 0,-3-2-14 0,-1 0-2 15,1-1 22-15,0 4 12 0,1 3 9 0,2 6 21 0,-2 3-4 0,1 6 4 16,0 4 4-16,0 7 5 0,3 4 7 0,-1 4 13 0,1 5 7 0,0 2-6 16,0 3 3-16,0 2-6 0,0 3-14 0,0 4-4 0,0 1-9 15,1 4-7-15,0 4-23 0,-2 2-17 0,0 4-28 0,0 0-60 0,-2 2-58 16,-2 1-105-16,-4-3-116 0,-7-4-196 0,-12-9-85 0</inkml:trace>
  <inkml:trace contextRef="#ctx0" brushRef="#br0" timeOffset="71270.37">19102 11485 2240 0,'49'-24'27'0,"11"-1"-6"0,22-10-14 15,5 2 1-15,4-1 5 0,11-2-5 0,8-1-1 0,11-3-1 16,7 0-4-16,5-2-8 0,6 0 0 0,3 2-3 0,5 1-3 0,3 1-6 16,4 1-8-16,3-1-8 0,3 2-1 0,2 3-9 0,3-1 14 15,4 2 10-15,2-2 0 0,3 1 16 0,1-2-16 0,2 2-3 0,0 0 8 16,2 2 1-16,0 0 5 0,2 0 6 0,2-1-1 0,0 1 7 0,2 0-6 15,-1 2 6-15,0-1 11 0,1 1 1 0,0-1 9 0,2 0 5 0,-2 0-1 16,0 0 8-16,-1 2 2 0,-1 0 12 0,3 0 8 0,-2 2 9 16,3-2 20-16,-2 2-1 0,-2 0 0 0,0 1-4 0,-1 3-11 0,-2 1-1 15,-5 1-13-15,-3 1-10 0,-4 0-3 0,-5 1-10 0,-3 1-1 16,-2-1 2-16,-4 1-11 0,-2 2 4 0,-6 3-7 0,-5 1-5 0,-6 2-6 16,-5 1-3-16,-6 2 0 0,-4 3-3 0,-6 0 1 0,-5 3 0 15,-8 1 3-15,-3 1-8 0,-7 2-2 0,-6 1-7 0,-4 1 2 0,-7 1-4 16,-6 0-15-16,-5 1-20 0,-5-1-28 0,-5 0-46 0,-6 1-38 0,-8 0-53 15,-4 0-86-15,-4-1-173 0,-6 0-101 0,-3 1-68 0,-6-2 127 16</inkml:trace>
  <inkml:trace contextRef="#ctx0" brushRef="#br0" timeOffset="72722.64">29788 11143 639 0,'-7'4'102'0,"-1"1"-68"16,-1 2 3-16,2-2 28 0,3 0 40 0,-1 1 26 0,0-1-6 0,1 0-23 15,-2 0-34-15,3-1-24 0,-2 1-9 0,2 0 1 0,-1 0 6 16,2 0 9-16,0-1 13 0,0 1 3 0,2-1 3 0,0 0-2 0,1-1-12 16,0-1-11-16,2 0-10 0,0 0-4 0,1 0-3 0,2 0 2 0,1-1 1 15,2-1-4-15,2 1-2 0,1-2-3 0,2 1-3 0,1-1 2 16,1 0-2-16,0 0 2 0,1-1-4 0,0 1-7 0,2-1 4 0,1 1-4 15,0 0 1-15,1 0 6 0,0 0 4 0,0-1 5 0,-1 1 10 16,1 0-4-16,-2 0-1 0,1 1-4 0,-1-1-3 0,-1 1-3 0,-1-1-4 16,0 1 6-16,0 0-7 0,-4 1 0 0,1-1-5 0,-1 1-6 0,0-1 0 15,-2 1-2-15,-3-1 2 0,2 0 3 0,-2-1-3 0,0-1-4 0,-1 0 1 16,-2 0-12-16,-2-1-9 0,-1-1-33 0,0-1-37 0,-1-1-34 16,-1 1-23-16,-1-3-21 0,-1-1-32 0,-1-1-39 0,0 0-53 0,-1-1-38 15,1 1-12-15,-3-2 36 0,2 0-46 0</inkml:trace>
  <inkml:trace contextRef="#ctx0" brushRef="#br0" timeOffset="73040.27">30263 10898 53 0,'-1'-4'63'0,"0"-1"12"15,0-1 15-15,0 2-6 0,0 0-8 0,-1 1-15 0,0 1-13 0,-1 0 0 16,0 0 1-16,0 1 3 0,-1 0 11 0,2 2 7 0,-1 0 1 16,0 1 1-16,1 0 0 0,-1 0 0 0,1 2 0 0,0 0 2 0,0 0-2 15,2 0-3-15,-1 0 5 0,2 0 2 0,1 0 2 0,1 1-8 16,1 0-13-16,0 0-13 0,2-1-12 0,1 1-3 0,0 0 0 0,2-1-3 15,0 0 0-15,-2 0 0 0,2 1-1 0,0-1 1 0,1 0 2 0,2 1-7 16,0-2 2-16,-1 2 0 0,1 1 3 0,1 0 3 0,1 2 6 16,1-1 3-16,1 1 7 0,-1 0 3 0,0 0-1 0,1 0-1 0,-2 0-2 15,3 1-2-15,1-1 5 0,-2 0-5 0,2 1 1 0,0-1-1 0,0 1-6 16,0 1 10-16,0 0-7 0,0 1 6 0,-1 0-1 0,-1 0-12 16,-1-1 10-16,-2 2-6 0,-2-1-5 0,-2 0 7 0,0 0-13 0,-2 0-1 15,-2-1 6-15,-2 2-9 0,-2 1 0 0,-1 2-7 0,-2 0-5 0,-1 2-2 16,-4 1 0-16,-2 2-3 0,-2 0 0 0,-4 2-4 0,-4 1-16 15,-2 1 5-15,-3 2-12 0,-2 0-2 0,0 1 4 0,-2 1-16 0,-1 0-10 16,-1-2-21-16,-1 0-29 0,-1-1-40 0,1-3-42 0,-1 0-62 16,3-2-73-16,3-3-89 0,0-2-61 0,4-3-24 0,0-3-71 0</inkml:trace>
  <inkml:trace contextRef="#ctx0" brushRef="#br0" timeOffset="4029.19">5522 7201 876 0,'10'9'57'0,"5"4"-37"0,7 5-6 16,2 1-5-16,4 0-5 0,2-2-2 0,3 0-1 0,0 1 0 15,0 2 2-15,1 1-3 0,3 2 0 0,0 2-4 0,2 3-6 0,2 1 1 16,-1 0 0-16,0 0-4 0,4-1 7 0,0 1 7 0,4-3 1 0,2 2 7 16,1-2 2-16,6 0-2 0,-2 0 1 0,4-2 9 0,2 0 10 15,1-1 13-15,3-1 15 0,1 0-2 0,3-2-5 0,4 0-5 0,2-1-4 16,4-2 6-16,3-1 7 0,3-2-4 0,1 0-2 0,5-3-7 0,-1 0-8 15,6-1-7-15,0-2-5 0,4-1-4 0,2-2-2 0,0-1 4 16,3-2 7-16,-1-1 8 0,0-2 5 0,2-2 9 0,1-1-1 0,-1-1 5 16,1-2 1-16,0-2 0 0,1 0 1 0,-2-2-4 0,-2 0-7 15,-1-2-7-15,-1-1-2 0,-2-2-8 0,1 1-7 0,-4-2 1 0,-1-2-7 16,-2 0 2-16,-1-2-3 0,0 0 2 0,-2 0-3 0,0-3-4 0,-2 0 1 16,-1-1-3-16,-3-3-1 0,-4 1-14 0,-3-1 3 0,-3 1 14 15,-2-2-6-15,-5 0 21 0,-1 0-2 0,-3-1-10 0,-4 1 6 0,-3-1-2 16,-4 2-2-16,-4-1-1 0,-3 1-1 0,-4-2 1 0,-1 0 1 15,-6-1-1-15,-3 1 2 0,-4-1-5 0,-4 2 5 0,-6-1-1 0,-2 1 1 16,-6-1 0-16,-4 1-13 0,-4 0-8 0,-6 1 3 0,-4-2 0 16,-4 2 9-16,-4-2 7 0,-4 1-6 0,-3-1-2 0,-4 1 2 0,-4 1-7 15,-1 1-1-15,-5 1 3 0,-3 1 0 0,-2-1 0 16,-5 0-2-16,-2 2 2 0,-3 1-1 0,-4 0 1 0,-3 4 3 0,-1-1-3 0,-3 1 1 16,0 2 3-16,-3-1-3 0,0 0 6 0,-1 1-3 0,0 1-5 0,-2-1 1 15,0 2-5-15,-3 0-13 0,-3 1 7 0,0 0 2 0,-2 0-3 16,1 1 22-16,-2 1-5 0,-1 2-2 0,-1-1 2 0,-2 0-8 0,-2 0 1 15,1 1 0-15,-3 1 1 0,1-1-2 0,0 1 3 0,0 0-4 0,0 0 6 16,-2 1-4-16,1-1-9 0,2 2 0 0,-1-2-5 0,4 2 5 0,-2 0 3 16,0 1 7-16,2 1-4 0,-1 0 2 0,1 1-3 0,2 0-2 15,-1 1 0-15,2 1 2 0,0 0 6 0,2 0-3 0,-1 0 6 0,0 0-3 16,2 1-3-16,1 1 1 0,-1 0-4 0,3 1 3 0,-2 1 1 16,2 1 2-16,0 1-3 0,-2 0-3 0,2 1-2 15,0 2-1-15,-1 1 4 0,3 1-1 0,-1 1 6 0,-1 1 0 0,1 2-3 0,0 2 0 0,2 1 0 16,2 1 4-16,-1 2 1 0,2 0-4 0,2 1-1 15,5 3-6-15,4 0 4 0,2 1 7 0,5 2-2 0,2 1 3 0,4-1-8 0,3 2 2 16,3-1-2-16,2 2-1 0,2-1 0 0,3 4-2 0,1-2 7 0,4 0 4 16,3-1-1-16,2-2 2 0,3-2-2 0,2 1-8 0,4 0 9 15,1-2 0-15,1 1-3 0,3-3 7 0,0 1 1 0,3-1-3 0,1-2 4 16,2 2 3-16,1-1 4 0,1 0 7 0,1 2-6 0,1 0-1 0,1-1-5 16,3 1-5-16,-1-2 4 0,2 1-9 0,2 0 2 0,0-2-1 15,1 2-4-15,0 0-1 0,0-1-2 0,0 1 2 0,1-1-1 0,0-1 5 16,-1-1-6-16,1 0-1 0,-1-2-3 0,-1 1-8 0,-1-2-8 0,0 0-13 15,-1-1-24-15,0-1-32 0,0 0-30 0,-1-2-38 0,-1-1-28 16,0-2-37-16,-2 0-74 0,-1-2-59 0,-2-1-31 0,0-2-56 0</inkml:trace>
  <inkml:trace contextRef="#ctx0" brushRef="#br0" timeOffset="4662.07">3160 8868 2574 0,'-19'-28'29'0,"4"3"-7"0,2-8-12 0,9 7-13 16,6-1-1-16,3-1 9 0,2-1 0 0,1 0-8 0,2 3-10 0,1 2-29 15,2 3-43-15,3 1-53 0,2 1-47 0,2 2-33 0,3 0-15 16,3 2-12-16,3 0 7 0,0 2 22 0,5 0 40 0,0 0 60 0,2 1 46 16,-1 0 38-16,1 1 27 0,0-1 13 0,4-1 10 0,3 0 15 15,1 0 14-15,2-1 10 0,3 0 11 0,4 0 3 0,3-2 0 0,2 2-5 16,3-3-3-16,1 1-5 0,4 0-4 0,2 0-1 0,2 0-5 0,3 0-7 15,2-1-8-15,1 2-2 0,4 0-5 0,0 1 3 0,1 1-2 16,1 2 4-16,-1 2 8 0,2 1 2 0,1 1 5 0,0 3-3 0,-1 3-8 16,1 1-6-16,0 4-8 0,-2 1 1 0,-1 3-4 0,1 1-3 15,-4 1 0-15,-1 2-7 0,-1 2-1 0,-3 1-2 0,0 2 1 0,-4 1 2 16,0 2-9-16,-2 0-1 0,-2 1 9 0,-2 2 1 0,-5 0 5 16,0 2-2-16,-4 1-8 0,-3 0-3 0,-2 2 0 0,-6 1 1 0,-4 1-2 15,-2 0 1-15,-4 3-2 0,-3-2 1 0,-5 2-1 0,-5-1 4 0,-3 0-2 16,-6 1 1-16,-2 1 1 0,-4 1-1 0,-6-1 3 0,-3 0-8 15,-3-2 14-15,-4 0-5 0,-3 0 6 0,-5 1 10 0,-2-1-12 0,-6 1 2 16,-4-2 3-16,-2 1-4 0,-5-2 5 0,-4 2-3 0,-3-1-1 0,-3 0 5 16,-1-2 2-16,-3-2 14 0,1-2 15 0,1 1 6 0,-1-2 2 15,2 1-7-15,-1 1-8 0,-2-3-6 0,2 0-2 0,1-2-18 0,0 0-1 16,0-1-9-16,-2-2 13 0,0-2 10 0,1 2 0 0,2-3 1 0,1-3-21 16,0-2-2-16,2-2-4 0,2-3 1 0,1 0 1 0,0-1-1 0,3-4-1 15,2 0 2-15,-1-3 1 0,2-2 2 0,-1-1-4 0,2-2-2 16,2-2 1-16,1-1 2 0,3-2-15 0,-1-2-4 0,2-1-2 0,1 0 4 15,0-1 7-15,3-3-7 0,-1 1-14 0,1-2-24 0,1-2-20 16,1 0-22-16,1-1-30 0,0-1-45 0,1 0-62 0,2-1-77 0,1 0-91 16,-2-2-60-16,2-3-51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7T13:04:18.11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12067 7590 812 0,'-3'-7'-20'16,"0"1"-42"-16,0 0-39 0,3 4 2 0,2 4 16 0,1 1 11 0,1 2 10 16,3 1-1-16,3 1-1 0,1 2 2 0,1 1-18 0</inkml:trace>
  <inkml:trace contextRef="#ctx0" brushRef="#br0" timeOffset="95339.57">7525 11645 35 0,'-2'-7'20'0,"0"0"14"0,0-1 9 0,2 1 2 16,2 0-9-16,0 1-7 0,0-1 1 0,2 1-1 0,-1 0-2 0,1-1-1 15,1 1-3-15,0 0-2 0,0 0 0 0,2 1-4 0,1 0 0 0,-1 1 3 16,3 0-2-16,0 0-2 0,-1 0 0 0,3 0-1 0,0 0 2 16,1 2-2-16,1-1 0 0,1 2-2 0,3 0-3 0,2 0 0 0,1 2 4 15,3 1-2-15,1 1 3 0,0 3-1 0,2 1 0 0,0 3-2 16,1 1 0-16,0 2 1 0,1 1-3 0,0 2-1 15,1 1-3-15,0 0 4 0,2 1-1 0,0 0-2 0,0-1 1 0,1-3-5 0,3 0 2 0,-2-1 2 16,2-4-1-16,1-3 3 0,0-4 1 0,3-2-1 0,-2-2 2 16,0-1-2-16,1 0 0 0,0-3 0 0,0 0-3 0,1-1 0 0,-2 1 4 15,-1 0-2-15,0 0 6 0,-1 1-3 0,1 1 0 0,-2-1 3 16,0 0-1-16,-2 1 3 0,-2 1-1 0,1 1 1 0,-2 0 1 0,-1 0 1 16,-1 2 3-16,-3 1 3 0,-1 0 6 0,-1 2-4 0,0 0 2 0,0 1-4 15,-2 0-6-15,1 2 0 0,0 0-2 0,-2 3-4 0,2 2-1 16,0 1 1-16,0 0-1 0,0 0 0 0,-1-1-2 0,0 0-7 0,1-2 1 15,-1 1-2-15,2-2 0 0,0 0 2 0,0-1 1 0,0 0 0 0,-1 0 1 16,0 0-2-16,2-2 4 0,-1 0 0 0,1 0 2 0,-1-1 1 16,-2 0 0-16,0-1 4 0,-1 1 8 0,-1 0 3 0,2-1 8 0,0 0-1 15,0 1-1-15,1 1-2 0,-1 0-4 0,-2 0-2 0,1 0-2 0,0 0 2 16,0 0-6-16,1 0-2 0,-1 0-2 0,0 0-4 0,1-1-1 16,0 1-6-16,0-2 2 0,2 0-2 0,1-1 0 0,-2 0 2 0,0 0 3 15,-2-1-5-15,0-1 0 0,1 0 1 0,-1-1 3 0,1-2 0 0,-1 1 9 16,-1-1-2-16,0 0 0 0,-2-3 10 0,1 0 1 0,-2-2 6 15,0-2 1-15,2 1-5 0,-1-2 0 0,-1 1-5 0,2-1 3 0,0 0 0 16,0 0-7-16,1 0 3 0,0 0-5 0,-1 1 1 0,1 0-2 16,0 2-5-16,0 1 0 0,-2 1-2 0,1 2-4 0,1 0 0 0,-1 1 0 15,1 1 0-15,2 2 1 0,0 1-4 0,1 1 1 0,-1 0 2 16,-2 2-6-16,2 0 5 0,-1 1-2 0,-1 0 1 0,1 1-1 0,0 0 0 16,-2 0 0-16,1 0-1 0,0-2-1 0,-3 2 8 0,1-2-9 0,-2 0 3 15,1 0 3-15,-2-1-7 0,0 0 10 0,-1 0-2 0,0-1-3 16,0 0-1-16,-2-1 2 0,0 1 2 0,0 0 1 0,-1-1 1 0,1 0-1 15,-1 0-3-15,-1 0 4 0,1 0 0 0,1 0 2 0,-1 0 4 0,0 0-7 16,1 0 3-16,-2 0-5 0,1 0 0 0,0 1 0 0,-1 0-1 16,2-1 1-16,-2 0 0 0,0 0-2 0,2 0-4 0,0-1 2 0,-1 1-5 15,0-1 4-15,-1 0 4 0,-1 0-2 0,1-1 3 0,0 1 0 0,-1-1 4 16,0 0-2-16,0 0-1 0,0 0-4 0,0-1 2 0,-2 1-2 16,0-1 0-16,-1 1 4 0,1 0-5 0,-1-1 4 0,0 1 1 0,0 0-1 15,0 0 2-15,-1 1-2 0,0-1-2 0,0 0-2 0,-1 1-1 0,1 0 4 16,-1-1-1-16,0 1 1 0,0 0-2 0,0 0-2 0,0 0 1 15,-1 0 1-15,0 1 1 0,-1-1 1 0,1 0-1 0,0 0 2 0,-1 0-3 16,1 0 0-16,-1 0 3 0,0 0-4 0,0 1 4 0,0-1 1 0,0-1-7 16,0 1 5-16,0 0-1 0,1 0-1 0,-1 0 2 0,0 0-4 15,1 0 5-15,-1 0-1 0,0 0 2 0,0-1 1 0,0 1-7 0,0 0 5 16,0-1-4-16,0 1 2 0,-1 1 2 0,1-2-3 0,-1 2 3 16,1-1-1-16,-1 0 4 0,0 0-2 0,1-1 5 0,-1 1-9 0,0 0 3 15,0 0-4-15,0 1 2 0,0-1 5 0,0 0-4 0,0 0 4 0,0 0-3 16,-1-1-1-16,1 1 2 0,0 0-2 0,0 0-5 0,0-1 6 15,0 1-3-15,0 0-2 0,0-1 5 0,0 0-9 0,0 0 2 0,-1 0 4 16,1 0 0-16,-1 1 1 0,1-1 1 0,-1 1-5 0,0-1-7 16,0 1-12-16,0-1-8 0,0 1-23 0,0 0-23 0,0 0-31 15,0 0-42-15,0 0-61 0,-1 1-60 0,0-2-43 0,-1 1-36 0,0-1-28 0,0 1 20 16</inkml:trace>
  <inkml:trace contextRef="#ctx0" brushRef="#br0" timeOffset="96921.94">11964 11592 728 0,'-19'-8'131'0,"0"0"-81"16,-2 0-2-16,3 1-5 0,4 2-9 0,2 0-19 0,1 2-13 0,2 0-1 16,3 0-4-16,0 2-3 0,2 0-2 0,2 0-4 0,1 1-11 15,1-1-8-15,0 1-7 0,2 0-6 0,1 0 6 0,2 0 9 0,2 0 7 16,1 0 6-16,0 0 4 0,2 1 0 0,2-1 3 0,0 1 5 0,2 0 3 16,1 0 2-16,-1 0 3 0,2-1 3 0,1 1 2 0,1-1 4 15,1 0 0-15,1 1-1 0,0 1 1 0,-2 0 2 0,1-1 5 0,1 0 5 16,1 0 5-16,2 2 5 0,0-1 9 0,-2 1 3 0,1 0 4 15,-2 0 4-15,1 1 0 0,0-1 1 0,-1 2 0 0,1 0 0 0,1 0 0 16,0-1-2-16,0 2 0 0,0 0-5 0,-2 0-6 0,3 1 3 0,-1 1 2 16,-1-1-4-16,1 2-3 0,1 0-7 0,-2 2-12 0,2-1-8 15,-1 0-1-15,2 1-5 0,1-1 1 0,-1 2-1 0,1 0-6 0,0 0 3 16,4-1 1-16,0-2-5 0,1 0 5 0,0-1-6 0,0-2 1 0,-1 0 3 16,1 0 0-16,2-2 4 0,-1 0 2 0,0-1-4 0,1-2 3 15,-2-1-9-15,3 0 5 0,-3-1 3 0,1 0-3 0,-1 0 7 0,1-1-5 16,-2 0 1-16,2 0 7 0,-2 0-5 0,1 1 3 0,1 0 0 0,0 1-3 15,-1 1 0-15,1-1-3 0,-2 2 3 0,0 0-4 0,2 1 4 16,-1 1 3-16,1 0-8 0,1 0 5 0,-2-1-1 0,3 1-2 0,-1-1-1 16,0 1-4-16,0 0-2 0,1-1 1 0,-2 2 3 0,0-2-4 0,0 0 2 15,-2 1-5-15,1-1 0 0,0 0 3 0,-2 0 4 0,1 0-2 16,-3 0 4-16,-1 0-6 0,0 0 3 0,-3-1-2 0,0 1-2 0,-1-1 4 16,-2 0-3-16,-1 0 4 0,0 1 2 0,-3-1 3 0,1-1-2 0,-1 1 3 15,-1-1-4-15,-1 0 0 0,-1-1 3 0,2 0-2 0,0-1 2 16,0 0 2-16,-1-1-5 0,1-1-2 0,-1 1 4 0,1-1-4 0,0 0 5 15,-1 0-1-15,2 1 1 0,-1-1 3 0,-1 0 4 0,-1 1-1 16,-1 0 8-16,0 0-1 0,0 1 4 0,1-1-3 0,-2 1-4 0,1 0 1 16,0 0-12-16,1 1 6 0,0 0-11 0,2 0-3 0,0 1 3 15,0 0-5-15,1 0 6 0,-1 1-4 0,0-1 1 0,2 1 1 0,1 0-4 16,0 0 1-16,0 1 4 0,1-1-6 0,1 1 6 0,0-1-5 0,2 0-1 16,-1 0 1-16,1 0-1 0,1 1 3 0,-1-1 0 0,-1 0 0 15,0-1 2-15,0 0-2 0,-1 0 0 0,0-1-2 0,0 2 1 0,-2-2-1 16,1 0 4-16,0 0-1 0,0 0 4 0,-1 0-3 0,0 0-1 0,0 1 2 15,-1-1-1-15,1 1-1 0,0 1 3 0,0 0 0 0,2 0-1 16,-1 0 1-16,2 1-1 0,-3 0-5 0,1 0 4 0,1 0-1 0,-1 1-1 16,2-1 2-16,1 1-4 0,-1-1 4 0,2 0-2 0,1 0 0 15,-1 0 0-15,2-2-3 0,1 1 6 0,-1-1-5 0,1 1 2 0,0-1 4 16,1 0-8-16,-1 0 6 0,0-1-4 0,1 1 1 0,-1 0 2 0,0 0 1 16,0 0 0-16,-2 0-2 0,1 1 0 0,0-1 3 0,1 0-3 15,0 0 0-15,-1 0-3 0,0 1 4 0,-2-2 2 0,0 1-4 0,1 0-2 16,-2-1 6-16,1 0-3 0,1-1 1 0,-2 0 4 0,1 0-7 0,-1-1 2 15,1 0 2-15,-1 0-4 0,-2 1 1 0,1-1-2 0,0 0-4 16,-1 0 7-16,1-1 4 0,-1 1-1 0,-1-1 3 0,-1 1-3 0,2-1-6 16,-1 0 6-16,-2 0-3 0,1 1 3 0,-1-1-3 0,-1 0-3 0,-1 0 3 15,1-1 3-15,0 1 2 0,1 0-5 0,-3 0 0 0,2 1 0 16,-2-1 2-16,0 0 4 0,-1 0-4 0,-2 1-1 0,1 0-1 0,0-1-1 16,0 1 2-16,0 0-2 0,-1 0-1 0,-1 1-1 0,1 0 1 15,-1 1 1-15,1-1 2 0,1 0 1 0,0 0-2 0,-2 1 0 0,3-1-3 16,-2 1 3-16,1 0 0 0,0 0-3 0,-1 0 4 0,3 0-2 0,-1 0-3 15,0-1 3-15,0 1-6 0,-2-1 7 0,0 0 0 0,1 1 0 16,-1-1 2-16,0 1-2 0,0 0 0 0,-1-1-2 0,-1 1 2 0,2 0 0 16,-2-1-1-16,0 1 2 0,-1-1-4 0,0 0 6 0,0 1-1 0,-2-1-4 15,-1 1 2-15,1-1-4 0,0 1 2 0,1-1 2 0,-2 1 5 16,0-1-7-16,1 1 4 0,-1 0-5 0,-1 0 3 0,0 0 3 0,0 0-5 16,1 0 5-16,0 0-6 0,-1 0 0 0,1 0 5 0,-2 0-2 15,0 0 4-15,0 0-4 0,1 0 0 0,-1 0 4 0,-1 1-8 0,2-1 4 16,-1 0 0-16,0 1-1 0,0-1 1 0,0 1-3 0,0-1 4 15,0 0-1-15,-1 1-1 0,0-1-1 0,0 1 1 0,1-1-1 0,-1 1 5 16,0-1-4-16,-1 0 4 0,0 1-2 0,0-1-1 0,0 0 2 0,1 0-4 16,-1 0 4-16,0 0 4 0,0 0 1 0,0 0-1 0,0 0-3 0,0-1-3 15,0 1 6-15,0 0-6 0,0 1 2 0,-1-1-2 0,1 0-2 16,0 0 6-16,0 0-6 0,1 0 2 0,-1 0-2 0,1 0 4 0,-1 0-2 16,0 0 2-16,-1 0-4 0,2 1-1 0,-1-1 3 0,1 0-3 0,-1 1 1 15,1-1-3-15,-1 1 1 0,0-1 0 0,0 1-2 0,1 0 4 16,-1-1 1-16,1 1-5 0,0-1-1 0,0 1-5 0,-1 0 1 0,1-1-5 15,-1 1 3-15,1-1-1 0,-1 0-1 0,1 0 7 0,-1 0 0 16,1 0-1-16,-1 0 0 0,0 0-2 0,0-1 3 0,0 1-1 0,0 0 0 16,0-1-2-16,0 1-1 0,0 0 1 0,0 0 5 0,1 0 2 0,-1 0-7 15,-1 0 2-15,1 0-4 0,0 0-7 0,0 0 1 0,0 0-4 16,-1 0 0-16,1 0-4 0,-1 0 2 0,1 0-5 0,0-1-1 0,-1 1-3 16,0 0-10-16,1-1-2 0,0 1-7 0,-1-1-2 0,1 1-8 15,-1 0-7-15,1-1-7 0,-1 1-2 0,0-1 0 0,0 0-2 0,0-1-2 16,-1 0-2-16,0 0 2 0,-1-2-11 0,0 0-1 0,0-1-5 0,-2-1-3 15,0 0 5-15,-2-2-8 0,1-1-3 0,-4 0-4 0,0-3-8 0,-3-1-49 16</inkml:trace>
  <inkml:trace contextRef="#ctx0" brushRef="#br0" timeOffset="98439.86">18246 12083 901 0,'0'-1'136'0,"0"2"-101"0,1 0-29 0,2 0-25 16,0-2-33-16,2 1-27 0,2-2 0 0,4-1 13 0,4 0 18 0,3 0 27 16,0 0 21-16,3-1 13 0,0 0 15 0,0 1 3 0,4 1 6 0,4 0-5 15,0 0 4-15,4-1-1 0,0 2-2 0,1-1 5 0,4 1-9 16,0 0-2-16,5 2-6 0,3 0-3 0,2 1-4 0,3-1 6 0,2 0-6 15,1 0 1-15,2-1-2 0,2 0-8 0,0-2 2 0,1 0-7 0,-1-2 6 16,-2-1 3-16,1-2 1 0,-1 0-1 0,0-1-8 0,0 0-1 16,-2-1-1-16,0 2 2 0,0-1 1 0,-2 0 0 0,-1 0 2 0,-1 2 1 15,-2 0 2-15,0 0 1 0,-1 0 1 0,0 1-3 0,-3 2-1 0,0-1 3 16,1 1 8-16,-2 0 7 0,-1 0 5 0,0 2 3 0,0-1 5 16,0 1 0-16,0 0-3 0,0 1-2 0,0-1-7 0,-1 0-6 0,3 1 0 15,-1 0-7-15,0-1-1 0,1 0-2 0,1-2 2 0,0 1-3 16,0-2 1-16,1 0 1 0,0 0-4 0,0-2 3 0,1 0 5 0,0 0-3 15,1 0 1-15,-2-1-3 0,1-1 1 0,0 1 0 0,0-1 4 0,0 1-1 16,1 0-2-16,-2-1 6 0,2 1-7 0,-2 2 4 0,1 0 6 16,0 0 2-16,0 1 1 0,3 0 0 0,-4 1 1 0,0-1-1 0,0 1 1 15,0 1-5-15,-1 0-5 0,-1 0-1 0,1 0-5 0,0 0-1 0,-1 0-1 16,-1-1 1-16,1 1-3 0,-1 0 1 0,-1 0 1 0,-1 1 0 16,0-1 6-16,-2 0 4 0,0 1-2 0,-2 0 0 0,-1 0 2 0,0 1-2 15,-2 0 4-15,0 0 5 0,-1 1 4 0,-1-1 2 0,-2 0 2 0,0 2 0 16,-2 0-9-16,1 1 0 0,0 0-5 0,-1 1-5 0,-1 0-7 15,1-1 2-15,-4 2-3 0,1-1 0 0,1 1-6 0,-3-1-13 0,3 0-11 16,-3 1-27-16,-1-1-29 0,0-1-47 0,-2-1-64 0,0-2-69 16,-1-1-47-16,-2-2-23 0,0 0-18 0,2-4-114 0</inkml:trace>
  <inkml:trace contextRef="#ctx0" brushRef="#br0" timeOffset="120372.81">22865 11703 338 0,'2'1'99'0,"1"2"-56"0,2 1-17 0,0-1-7 15,2 0-2-15,2 0-6 0,2-1 2 0,2 0-7 0,1 0-1 0,0-2 0 16,-1 1-6-16,1-1 0 0,0 0-4 0,2-1-3 0,-1-1 0 16,0 0 0-16,2 0 2 0,1-1 4 0,-1 0 2 0,2-1 2 0,0-1 4 15,-1 0 0-15,-1-1 4 0,0 1 4 0,1-2 1 0,-2-1 0 0,2-1-2 16,0 0 1-16,-1 0 0 0,0 1 2 0,1 0 1 0,-1-2-4 0,0 0-1 16,0 0 1-16,0 0-4 0,1 0 1 0,-2 1-3 0,1 0-1 15,-1-1 1-15,-1 0-4 0,1 0 3 0,-1-1 0 0,0 1 1 0,-1 0 4 16,0-1 6-16,1 0 10 0,-1-1 10 0,1 0 5 0,-3-1 2 15,1-2 0-15,0-1-4 0,-1-1 4 0,1 1-5 0,-1-3 0 0,2 0-9 16,-1-2-14-16,1-2-4 0,-1 0-10 0,2 0-1 0,-1-2 0 0,0 1-5 16,-1-3-4-16,-2-2-3 0,1 0-3 0,0-3-1 0,-1 2 7 15,-3 1 8-15,-1 2 6 0,-4 1 8 0,0 2 6 0,-1-1 6 0,-1 1 3 16,-2 1 2-16,1 0-2 0,-2 1 2 0,-1 0-1 0,1 1-2 16,-2 2 2-16,0 0-6 0,-2 1-4 0,1 1-5 0,-2 0-4 0,0 0-2 15,-1 1 0-15,-1 1-1 0,-1 0-3 0,0 1-1 0,-3-1 3 0,-1 2-4 16,-1 1-2-16,0 1 0 0,-2 0-6 0,-1 1 1 0,0 1-1 15,-1 0-3-15,-2 3 6 0,-2-2-4 0,0 2 1 0,-2 0 2 0,1 1 1 16,-2 0 2-16,1 2 0 0,-1 0-1 0,-1 1-1 0,1 0 4 0,0 1-1 16,0 1 4-16,0 0 1 0,1 2 2 0,-1-1 5 0,1 1-6 15,1 0 6-15,1 1-7 0,-1 0-5 0,2 2 0 0,0-1-1 0,0 1 3 16,-1 2-2-16,1-1 1 0,2 1 1 0,-2-1-4 0,1 1 3 0,-1 2-1 16,-1-1 1-16,0 1-1 0,1 2-2 0,0-1-2 0,2 1 2 15,-1 0 0-15,2 1 1 0,-1 1-2 0,1 0 0 0,0-1-2 0,-1 2 3 16,2 0-2-16,-1 0 3 0,1-1-3 0,1 3-3 0,-1-1-2 0,2 2 6 15,0-1 5-15,2 3 2 0,0-1 2 0,0 0-7 0,0 3 0 16,2 0-3-16,-1-1-2 0,2 1 1 0,0-1 2 0,0 0-2 0,2 2-2 16,0-1 0-16,-1 1-5 0,1 0 1 0,-1 0 0 0,2-2 4 15,0 0 1-15,1-2 4 0,3 0 0 0,0 0-4 0,1-1 3 0,3 0-3 16,1 0 0-16,1 1-2 0,4 1-4 0,0-1-9 0,5 1-18 0,2 1-21 16,3 0-41-16,0 0-32 0,4 0-12 0,0-1-11 0,1 2-9 15,3 2-20-15,1 0-135 0</inkml:trace>
  <inkml:trace contextRef="#ctx0" brushRef="#br0" timeOffset="130958.95">4014 13185 402 0,'-6'-15'74'0,"2"-1"-68"0,2-4 7 0,5 3-4 0,4 3 3 16,2 0 4-16,0-1 2 0,1 0 7 0,2 0-3 0,-1 2 2 16,4-1-3-16,1 2-4 0,2 0-3 0,0 1-1 0,3 3-3 0,0 0-1 15,-1 4 1-15,2 0-2 0,1 2 3 0,-2 2 3 0,3 1 2 0,0 2 3 16,1 1-2-16,1 1 2 0,0 2 3 0,2 2-2 0,-1 0 1 16,3 1-4-16,0 0-5 0,3-1-1 0,1 0-1 0,3-1-2 0,1 0 2 15,0 1-1-15,2-2 2 0,0 0 4 0,3 0 6 0,3-2 5 16,0 0 4-16,1-2 6 0,3 1 10 0,0-2 0 0,1 2 3 0,3 0-6 15,-1 0-5-15,1 0-3 0,1 0 1 0,0 1 5 0,1 1-4 0,2 2 1 16,0-1 3-16,1 0 1 0,2 1 6 0,3 0 0 0,2 2-3 16,2 0-5-16,1-1-5 0,2 2-4 0,0 0-2 0,3 0-1 0,2 3-8 15,2 0-4-15,1 1-3 0,-2-1-9 0,1 1-1 0,0 0 1 16,-1 1 3-16,0 0 7 0,1 0 2 0,-1 0-11 0,0-1-5 0,1-3 2 16,-1 1-4-16,-2-2 2 0,-3 0-2 0,-1-3 1 0,1-1 4 0,2-1 4 15,0-3 5-15,2-1 2 0,1-1 2 0,0-2 2 0,1-2-2 16,-3 0-2-16,1-3 0 0,-1 0-1 0,0-2-3 0,-1 1 2 0,0-2-3 15,-1-1 2-15,0 0 2 0,-2 0 1 0,2-3 3 0,-2 0-2 0,0-2 0 16,-2 0-11-16,0 0-10 0,1 0 11 0,-1-1-3 0,0-1 10 16,-2-1 2-16,0-2-4 0,1 0-2 0,0-2 1 0,-2-1 0 0,-1 1-8 15,0-1 5-15,-3-1-4 0,1 1-4 0,-2-1 5 0,-4-1-3 0,-1-3 6 16,-1-1 0-16,-1-2-3 0,-2 1 0 0,-4-1 3 0,-5 1-4 16,-4 1-1-16,-3 0-2 0,-4 1-4 0,-4 0 7 0,-4 2-10 0,-3-1 8 15,-5 2-3-15,-4-2 5 0,-3 1 11 0,-3-1-1 0,-4-2 0 0,-3 2-2 16,-3-1-1-16,-3 0 0 0,-3-1 5 0,-4 1 1 0,-3-4-3 15,-4 0-2-15,-3-2-10 0,-5 1-3 0,-3-1-2 0,-2 0-6 0,-5 1-1 16,-2-3-2-16,-4 1-7 0,-3 1 15 0,-2 0 4 0,-4-1-3 16,-1 2 9-16,-3-1-15 0,-2 2-3 0,-2 1 2 0,-2 0-7 0,-4 1 1 15,-3-1 0-15,-3 1-3 0,-3-2 7 0,-2 2 0 0,-3-1 5 16,-1 2 10-16,-2 2 5 0,-3-1-6 0,-5 2-12 0,-5-2-1 0,-2 2 3 16,-1 0 1-16,0 3 18 0,0-2-21 0,-9 3-17 0,-9 4 5 0,-6 2-6 15,-3 4 25-15,3 1 17 0,4 2-1 0,1 1 1 0,0 5-8 16,-4 3-3-16,-5 6-1 0,-3 7-1 0,-2 4 7 0,7 3 4 0,2 0 1 15,3 2 4-15,0 4 1 0,-3 5 0 0,-2 8 2 0,-3 7-5 16,-2 6-1-16,-2 7-8 0,2 5 2 0,1 6 2 0,2 3-10 0,2 7-2 16,4 5-1-16,7 0-8 0,10 1-8 0,13-2-8 0,10-2-41 0,11 1-52 15,6 1-74-15,6 5-73 0,6 3-56 0,8 8-63 0,8 3-239 16</inkml:trace>
  <inkml:trace contextRef="#ctx0" brushRef="#br0" timeOffset="137308.68">5368 14721 55 0,'-20'1'-23'15,"4"1"11"-15,-4 0 40 0,7 0 10 0,2 0 1 0,0-1-18 0,1 1-7 16,-1 0 3-16,2 0 2 0,-1 0 2 0,1 0-3 0,0 0-4 15,1 0-3-15,0-2-1 0,0 2-2 0,0 0 2 0,2 0-2 0,2-1-1 16,2 0 0-16,1 0-5 0,1-1-2 0,2 0-1 0,3-1 0 0,3 0 3 16,2-1 1-16,2-1 1 0,2 0 1 0,3-4 2 0,2-1 2 15,2-1-2-15,4-2 1 0,4 1-2 0,3 1-1 0,2 1 0 0,6 0-2 16,1 2 2-16,3 0-1 0,4 2-2 0,0 1 1 0,2 0-3 16,3-1 0-16,2 0 0 0,1-3 4 0,2 0 0 0,1-1 1 0,1-3 1 15,2-2-5-15,3-1 0 0,3 0 4 0,0 1 3 0,2-1 0 0,1 1-3 16,-2-1 0-16,-2 1-2 0,-4 4-1 0,1 1 1 0,-1 0 2 15,0 0 1-15,0 0-2 0,-2-1 0 0,1 1-2 0,1 1-2 0,-3-1 0 16,-1 1 0-16,0 0-1 0,-2 1 1 0,1 1 2 0,0 0 1 16,-2 1-1-16,0 0 0 0,-1 2 0 0,-1 1 1 0,-1 2 5 0,-2 2 1 15,0 1 4-15,-1 2 4 0,-4 1 1 0,-1 1 0 0,0 2 2 0,-1 0 0 16,-3-1 0-16,0 1 3 0,1 0-3 0,0-1 0 0,-1 0-1 0,2-1 4 16,1 0 1-16,0-2 0 0,2 0 0 0,2-1-5 0,0-2-3 15,0 0-2-15,2-2-1 0,1-1-5 0,1 0 6 0,3-1 0 0,-1 0 4 16,2-1 0-16,1 0-4 0,-1 0 5 0,1 0 2 0,0 1 7 15,-1 0 3-15,1-1-9 0,-1 1 1 0,-1 0 0 0,0 1 4 0,-1 1 9 16,-1-1-1-16,-2 0 0 0,0 1-2 0,-2 1-3 0,-1 1 1 16,-1-1-4-16,-3 1-1 0,-1 0-4 0,0-1 0 0,-2 2 0 0,-1-1 3 15,0 0-2-15,-4 2 0 0,1-1 1 0,-2 2-11 0,-2-2 8 0,-1 0-3 16,-3-1 0-16,1 0 3 0,-1 1-3 0,-1 0 1 0,-2 0 0 16,-2-2 1-16,-2 0-3 0,-2-2-4 0,-1 0 3 0,0 0-3 0,-2-1 1 15,-1 0 0-15,0-1-8 0,-1 0 4 0,-3 0-4 0,1-1 2 0,-2 1-4 16,0-1 4-16,-2 1-4 0,0 1-4 0,-2-1 6 0,0 0-10 15,-1 0 1-15,-1-1 11 0,0 2-8 0,-1 0-25 0,0 0-17 0,-1 2-42 16,2-1-50-16,0 1-35 0,0 2-45 0,2 0-23 0,0 1-5 16,4 0 3-16,2 4-102 0</inkml:trace>
  <inkml:trace contextRef="#ctx0" brushRef="#br0" timeOffset="138658.2">11706 14468 260 0,'-11'4'55'15,"0"0"7"-15,-2 1 7 0,1-2-13 0,1 0-16 0,0-1-12 0,-1-1-4 16,2 0-7-16,-1 0 3 0,0 0-1 0,0-1-1 0,0 0 1 16,-1 0 0-16,2 0-4 0,0 0 0 0,0 0 1 0,2 0-6 0,1 0 1 15,1 0-2-15,0 0-1 0,2 1-3 0,1-1-1 0,-1 1 0 16,2-1-3-16,0 0 3 0,0 0-2 0,2 0 1 0,0 0-1 0,-1 0-4 16,2 0-1-16,-1-1 1 0,1 1 1 0,0 0 2 0,1-1 3 0,0 0-1 15,2-1 5-15,0 1 0 0,2 1 1 0,1-1 4 0,3 1 0 16,1-1 3-16,3 1 3 0,0-2 0 0,2 1-4 0,2-1 4 0,2 0-1 15,0-1-1-15,4 0 1 0,1 1-1 0,2 0-1 0,2-1 0 16,3-1 1-16,1 1-1 0,4-1-7 0,-1 0 4 0,3 1-4 0,1-2-2 16,0 0 2-16,2-1-4 0,2 0 0 0,0-2 3 0,2 1-3 0,2-1 0 15,-1 0-3-15,1 0 2 0,2-1-2 0,2 0 3 0,1 0 4 0,1-1-4 16,0-1 4-16,0 1-5 0,0-2-1 0,1 1 4 0,-3-1-5 16,0-1 0-16,-1 1-1 0,-2 1-1 0,-1 1 6 0,-1 1-1 0,-1 1 1 15,-1 0-4-15,-2 1 1 0,-2 0 5 0,-1 1 8 0,-4 1 6 0,0 2 4 16,-3 0 1-16,-2 1 0 0,1 1 2 0,-4 0 2 0,0 1 1 15,-4 1 2-15,-3 0-6 0,-1 1 0 0,-2 1 0 0,-3-1-3 0,0 2 2 16,-1 1-3-16,-2-1-1 0,-2 1 4 16,-2-1 0-16,-2-1 2 0,0 1 2 0,-3 0 0 0,0 0 8 0,-2 0-1 0,0 0-6 0,-1 1 0 15,-1 1-8-15,-2 0-9 0,1 2-4 0,-2 2-1 0,-1 1-7 0,-1 1 1 16,0 0-1-16,-1 0-4 0,-2 2 1 0,0 0-5 0,-1 1-6 16,0-2-6-16,0 1-1 0,1 1-11 0,0 1-9 0,-1-2-13 0,1 1-15 15,1-1-13-15,0-1-16 0,2 0-15 0,0 0-15 0,3-2-14 16,-1 0-12-16,2-1-8 0,2-1-5 0,0-2-10 0,3-1 11 0,2 0 14 15,4-1-10-15,3-2 31 0</inkml:trace>
  <inkml:trace contextRef="#ctx0" brushRef="#br0" timeOffset="139475.21">14172 14495 142 0,'0'5'40'0,"0"1"-3"16,1 2-10-16,-1-2-11 0,2 0-9 0,1-1-3 0,-1 0 1 0,2 2 2 15,2 0 4-15,1 1 5 0,1-2 4 0,0 2 2 0,2-1-1 0,1 1 2 16,0-1 4-16,3 0-1 0,1-1 5 0,0-1-3 0,0 2-3 15,3-1 1-15,0 0-2 0,2 1 2 16,-1-1 0-16,2 0-3 0,0-1-2 0,0 0 0 0,1-1-3 0,0-1 1 0,2-1-5 0,1 0-1 0,0-2-2 16,3 1-3-16,0-1 1 0,3 0-3 0,1-2 2 0,1-1 0 15,0-1 1-15,0-1-1 0,-2-1 1 0,2-1 2 0,-2 0-1 0,2-2 3 16,0 1 0-16,0 0-4 0,1-1-2 0,0-1-1 0,0-1 2 16,-2-1 13-16,2 0-1 0,-2 0 0 0,1-3-2 0,-1 0-7 0,-1 0 3 15,1-1 0-15,0-1-4 0,-3-2-4 0,1-1-3 0,-4 0 1 16,-1-1 0-16,0 0-2 0,0-2 2 0,0-4-5 0,-1 2 4 0,-1-3-2 15,-1 2 1-15,0-1 0 0,-1 1 1 0,-2-1-1 0,2 0 0 0,-2-1 2 16,-1 0-2-16,-1 0-1 0,-1 0-2 0,-2 2 2 0,-2 0 1 16,0 2 11-16,-2-1 4 0,0 0 1 0,-2 3 2 0,-1-1-6 0,-1 2-2 15,-3 0 0-15,-1 1 4 0,0 1-2 0,-3 0 2 0,-1 0 4 0,-1 0-6 16,-3 1 7-16,0-2 0 0,-2 0 0 0,0 2 5 0,-1 0-4 16,-1 1 0-16,1 1-2 0,-3 1-1 0,0-1-1 0,-1 1 1 0,-3 1-4 15,1-2-2-15,-2 1-2 0,-2 0 4 0,0 0-1 0,-3 2 0 0,-2 0 3 16,0 0 0-16,-3 0 0 0,0 2 3 0,-2 0-4 0,-1 0 2 15,0 2-1-15,-1 0-1 0,-3 1 3 0,-1 1-10 0,-2 1-1 0,0-1 0 16,-1 2 0-16,-2-2 10 0,0 1 4 0,-2 0-5 0,0 0-4 0,-1 0-5 16,-1 1-6-16,-3-1 0 0,0 0 2 0,0 0-5 0,-2 1 6 15,1-1 1-15,0 3-2 0,2-1 2 0,1 2-4 0,1 2-2 0,0 0 9 16,1 3 2-16,2 1 3 0,-1 0-3 0,4 2 1 0,0 0 3 16,1-1-1-16,3 2 3 0,0 2-4 0,3-1-3 0,0 1-6 0,1 1 5 15,-1-2 8-15,4 0-1 0,-1 1 7 0,5 0-4 0,-1 2-8 0,1 0 2 16,2 0-3-16,-1 0-7 0,1 1 0 0,2 0-6 0,0 1 4 15,0-1 2-15,2 0-3 0,1-1-4 0,0 2 0 0,1-1-2 0,1 0-3 16,-1 0 1-16,1-1-5 0,1 1-1 0,1 0 1 0,2 1-6 0,0 0 0 16,0-2-8-16,1 2-7 0,0 0-6 0,2 1-11 0,1 1-13 15,1 1-16-15,1 2-22 0,2 0-22 0,3 1-27 0,1 1-28 0,5 2-16 16,3 3-11-16,6 4 1 0,7 4 4 0,7 5-104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7T13:07:03.50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7118 7499 38 0,'18'-1'33'0,"9"-3"4"0,6 0-7 15,1 2 1-15,-5 0 1 0,2 1 3 0,3 0 1 0,1-1-2 0,3 1-3 16,1 0-5-16,2 1-2 0,2 0 2 0,1-1 0 0,2 0 2 16,1-1-3-16,4 0-2 0,0 0 0 0,0-1 0 0,3 0 1 0,1 0 0 15,1-1 1-15,2-1-2 0,2-1 3 0,1-1 0 0,1-2 0 0,2 0 0 16,3 0-4-16,2 0-4 0,2-2-3 0,0 1-1 0,0 0-3 0,2-1 2 15,0 0-3-15,1 0-2 0,1-1-2 0,-1 0-3 0,0-1-1 16,2 1 1-16,-1-2-5 0,-2 1 5 0,0-1-1 0,1 1-1 0,-2 1 5 16,1 0-7-16,-2 1 3 0,-3 0-1 0,-1 0 1 0,-3 2 1 15,-2-1-1-15,-1 0 0 0,-3 0 1 0,-2-1-1 0,0 0 0 0,-3-1-2 16,0-1 3-16,-1-1-2 0,-2 0 1 0,-2-1-1 0,-2 1-2 0,-3-3-1 16,-1 0 1-16,-1 1 3 0,-2-3 1 0,-1-2 5 0,-1 1 2 15,-2-2 1-15,-2-1 5 0,-4 1 2 0,-1-2 0 0,-4 0 0 0,-1 1-1 16,-2-2 0-16,-3 0 3 0,0-1 0 0,-4-2-6 0,-3-2-2 0,-6 0-7 15,-1 0 0-15,-4-1-2 0,-4 2-10 0,-5-3-4 0,-5 2-10 16,-6-2-4-16,-4 0-4 0,-5 1-3 0,-5-1 1 0,-7 2 1 0,-5-1 4 16,-7 1 2-16,-6 0 1 0,-4 0 1 0,-4 0 6 0,-4 0 3 0,-4 0 5 15,-1-1 4-15,-3 0 3 0,-3-1 3 0,2 0 7 0,-2 2 4 16,2 0 9-16,1 3 5 0,0 1 5 0,0 1-1 0,-2 3-5 0,2 2-5 16,-1 3-7-16,-1 4 2 0,3 3-2 0,-2 3 1 0,1 3 0 0,1 3-5 15,-1 3-1-15,0 3-1 0,0 3-5 0,0 2 1 0,-3 5-1 16,-2 4 1-16,-3 3 2 0,-2 3-4 0,-3 4 1 0,-1 2-5 0,1 3 1 15,-1 3-1-15,1 2-1 0,0 0 4 0,2 0 2 0,-1-1 2 16,5 2-4-16,1 0 2 0,5 2-3 0,6-2-4 0,0 1 2 0,4-1 0 16,3 1 2-16,2 0 6 0,6-2-1 0,4 2-3 0,3-1 2 0,4 0-5 15,4-1 2-15,5-1-4 0,4-2-1 0,2-2 1 0,6 1-1 16,1 0-3-16,3 0-4 0,4-1-13 0,2-2-6 0,4 1-10 0,4-2-12 16,5 0-11-16,4-1-17 0,3 0-9 0,5-3-6 0,3 1 2 15,3-2 6-15,2 2-1 0,0 0-2 0,4-1-48 0,0 0 8 0</inkml:trace>
  <inkml:trace contextRef="#ctx0" brushRef="#br0" timeOffset="867.42">7070 8657 931 0,'5'-19'-25'0,"1"-5"23"15,1-3 8-15,2-1 4 0,-4 15 30 0,5 2-22 0,6 2-5 16,8 1 0-16,3 0-5 0,7 0-1 0,3 2-2 0,3 0-3 0,6 2-4 16,3 0 1-16,6 1-5 0,2 2-5 0,5 1-8 0,1 1-15 0,6 1-16 15,2-1-11-15,1 2-4 0,2-1 5 0,3 1 9 0,1 0 11 16,0 0 9-16,0 1 9 0,-1-1 9 0,0 1 5 0,-3 0 6 0,0 0 3 16,0-1 9-16,-3-1 10 0,0 1 10 0,-1-2 8 0,-3 0 4 15,-1-1 3-15,0 0-3 0,-4-1 5 0,1 0 4 0,-1-2 4 0,0 1 3 16,2-1 0-16,0-1-1 0,3 0-1 0,2-1-9 0,2 0-3 0,2-1-5 15,0 0-9-15,1 0-4 0,1-1-4 0,1 1-3 0,2-1-5 16,2 2-2-16,1 0-4 0,0 0-3 0,1 1-3 0,-1 0 1 0,-2 1-3 16,3 1-1-16,3 0 1 0,0 0 0 0,2 0-4 0,-5 1-1 0,-5 1-3 15,-1 0-6-15,-3 0 2 0,-1 0-2 0,-1 0 1 0,-3 1-1 16,1-1 1-16,0 0 3 0,-2 0 2 0,-3-1 5 0,-3-2-4 0,-3-1 5 16,-1-2 3-16,-1-2 0 0,-2 0 2 0,0-2 1 0,-1-2-3 15,-3-2 2-15,0-3 2 0,-2 0-3 0,0-5 0 0,-1 0-7 0,-3-2 0 16,-1-2 3-16,-1 0-1 0,0-4 10 0,-4 1 2 0,-4-4-9 0,-4 0-4 15,-5-1-9-15,-5-2-9 0,-5-1-6 0,-5-2-7 0,-6-1-5 16,-5-1-2-16,-7 1 1 0,-5 1 6 0,-6-1 6 0,-7 0 0 0,-7 0 4 16,-3 1 14-16,-6-1 8 0,-4 0 11 0,-4-1 9 15,-3 0-2-15,-4 2 1 0,-2-1-1 0,-4 2-3 0,-2-1-3 0,-3 1 0 0,-3 2-1 16,-2 1 3-16,-2 4 1 0,-1 0 0 0,-1 2 1 0,-1 1-2 0,-3 2-7 16,-2 1-3-16,0 2-5 0,-4 4 4 0,1 0 6 0,-4 1 3 15,0 4-1-15,-2-1-4 0,-1 1 0 0,-2 3-1 0,1 2 1 0,-1 2 1 16,-1 3-1-16,0 1-3 0,-1 3-1 0,-2 3-2 0,-2 1-1 0,1 4 3 15,0 3 0-15,0 2 4 0,2 1-4 0,0 1-2 0,4 2 0 16,-1 2-1-16,4 2 4 0,-2 0 9 0,2 3 0 0,2 0 1 0,3 1-9 16,3 2-3-16,3-2-3 0,4 3 3 0,5-1 7 0,2 4-3 15,4 0 1-15,4 1-3 0,1-1 2 0,5 1-6 0,4-1 2 0,3 3 1 16,3-1-2-16,4 3 1 0,3 1 0 0,1-1-3 0,6 4-2 0,1-2 5 16,6 0-1-16,2 3 4 0,1-1 1 0,5 2-4 0,1 1 0 15,2 0-3-15,2-2 0 0,4 0-2 0,3-3-1 0,3-1-3 0,3 1-4 16,1-2-2-16,2 1-4 0,2-5-7 0,1 1-4 0,1-4 4 0,-1-1 0 15,0-3 5-15,0-2 3 0,-2-3-1 0,1-3 1 0,-1-4 2 16,-1-2 2-16,1-4 4 0,-3-3 3 0,1-2 5 0,-2-1 7 0,-2-2 3 16,1 0 4-16,0-1-2 0,0-1-1 0,0-1-3 0,0 0 0 0,0-1 2 15,1-1-6-15,0 0 3 0,1-1-3 0,0-1-3 0,2 1-1 16,-1 0-1-16,1 0-3 0,1-1-2 0,1 0-2 0,1 1-6 0,1-1-6 16,1 1-6-16,1 0-18 0,1 2-9 0,2-1-12 0,1 0-11 0,1 0-2 15,-1 1-6-15,3 0-5 0,1 0-6 0,-1 1-80 0</inkml:trace>
  <inkml:trace contextRef="#ctx0" brushRef="#br0" timeOffset="2183.32">5573 8454 109 0,'-10'-2'13'0,"0"0"19"15,-1 0 0-15,2 1-2 0,3 0 3 0,2 1 0 0,0-1-2 0,2 1-6 16,0-1-4-16,1 0-7 0,2 0-7 0,0 0-2 0,2 1-2 16,0 0-1-16,2 0 1 0,3 0 3 0,1 0 2 0,2 0 0 0,2 0 1 15,-1 0-2-15,3-1 2 0,2 1 0 0,1-1-1 0,2 0 0 0,1 0 0 16,4 1 1-16,-1 0 1 0,2 0 0 0,1 1 2 0,2-1 0 0,2 1-1 16,4 0 2-16,0-1 1 0,3 1 1 0,-1 0 0 0,3-1-1 15,2-1-1-15,0 1 1 0,4 0-1 0,0 0 0 0,3 1 2 0,0 0-3 16,1 0-1-16,1 0 0 0,2 1-3 0,-1-1-2 0,2 1-1 15,-2-1-4-15,-2 1 1 0,0-2 0 0,-1-1 1 0,1-1 3 0,0-2-2 16,0-2 0-16,-1 0-2 0,0 0 2 0,-1-1-2 0,0 0-1 16,-2 1 2-16,-2 1-4 0,-2 1 1 0,-1 1 0 0,-1 2-2 0,-1 0 2 15,0 2 1-15,-3 1-1 0,0 3 2 0,-4 3-1 0,-1 2-1 0,-2 2 0 16,-1 4-1-16,-2 3 3 0,-2 4 1 0,-2 5 1 0,-4 3-1 16,-3 2 0-16,-2 4 0 0,-3 3-2 0,-3 3 2 0,-4 5-2 0,-3 4-4 15,-3 3 7-15,-4 3 0 0,-3 2 0 0,-3 1 4 0,-4 3-11 0,-2-1-3 16,-6-1-5-16,-3-3-6 0,-3-3-3 0,-3-3-2 0,-4-3-2 15,-1-1 11-15,-5-3 7 0,-5-2 4 0,-2-1 7 0,-5 0-4 0,-4-3 2 16,-3 0-1-16,-4 0 2 0,-3-3 0 0,1-1 0 0,-1-4 8 0,-2-2 3 16,1-1 6-16,-3-3 7 0,-1-3-2 0,2-3 5 0,-2-2 0 15,0-7 2-15,2-2 3 0,2-4-4 0,2-5-5 0,1-4-2 0,4-6-2 16,0-3 1-16,4-7 0 0,3-4 1 0,1-5-5 0,5-6-3 0,3-4-6 16,3-6-5-16,3-6-2 0,3-3 1 0,4-5-3 0,1 0-6 15,6-4-2-15,3-4-3 0,4-2 0 0,4 0 5 0,5-3-1 0,2 0-8 16,4-1-9-16,4-1-11 0,5 0-13 0,4 2 1 0,5 0 4 15,3 3 5-15,3 3 7 0,3 1-6 0,1 1-5 0,0 2-4 0,1 4-6 16,0 0-3-16,-1 6-2 0,2 1-1 0,0 3 5 0,-2 3 0 0,1 1 0 16,0 2-3-16,3 1-6 0,-1 2-1 0,-1 2-6 0,3 1-28 15</inkml:trace>
  <inkml:trace contextRef="#ctx0" brushRef="#br0" timeOffset="3450.73">14851 9649 435 0,'6'-2'112'0,"2"0"-67"0,3-2-20 0,3 1-13 15,1-1-7-15,1 1-4 0,5-1-6 0,3 0 1 0,2 0-1 16,2 2 1-16,2-2 0 0,2 1 1 0,1-1 3 0,2 1 1 0,-1-1 4 15,1 1 0-15,1 0 4 0,3-1 1 0,1 1 1 0,0 1 5 0,0 0 0 16,1 1 4-16,0 1 1 0,2 1 4 0,1 0-3 0,0 1 2 16,0 1-1-16,-1 1-6 0,2 2-4 0,0 0 2 0,0 1-3 0,2-1 1 15,0 2 3-15,-1 1 1 0,-1-1 2 0,-1 2 5 0,0 0 3 0,-1 1 1 16,0-1 4-16,1 1 1 0,-1 1-1 0,0-1 0 0,1-1-5 16,-1-1-7-16,-2-1-3 0,2 1-6 0,1-1-3 0,0 0 1 0,0-2-4 15,0-1-3-15,1-1 1 0,-2-1 0 0,2-1-3 0,-2-2 3 0,-1-2-3 16,1-2-1-16,-3-1 4 0,1-1 0 0,-4-2-1 0,0 0 5 15,-4-3 2-15,-1 1 2 0,-2-1 6 0,-1-1 6 0,-3 0 7 0,-2-2 14 16,-4 2 21-16,-1-2 16 0,-3 0 18 0,-1 0 5 0,-3 0-9 0,0 2-13 16,-2-2-12-16,-1 0-17 0,-1-1-10 0,-2 0-19 0,-1 1-2 15,-1-3-5-15,-1-1-5 0,-1 1 3 0,-1-5-12 0,0-1-8 0,-2 0 2 16,0-3-4-16,-1-1 1 0,-1-3 2 0,0 0-2 0,-1-4 4 16,-1-2 0-16,0-3 2 0,-1 1-5 0,-1-2 1 0,0 0-3 0,-1 0-1 15,0 0 7-15,0 0-2 0,0 1 6 0,-1 1 1 0,-1 0 8 16,-1 2 7-16,-1-2 3 0,1 3 5 0,-1 1 4 0,-2 0 5 0,0 2 6 15,-3-2 0-15,-1 2-10 0,-2-1-2 0,-1 2-12 0,0-1-5 0,-3 2-9 16,0-1-5-16,-4 2-1 0,-1-1-1 0,-2 2-14 0,-3 0 8 16,-3 1 1-16,-4-1 0 0,-2 1 10 0,-5-2-7 0,-2-1-1 0,-2 3 0 15,-4-1 0-15,-3 2 3 0,-2 1-3 0,-3 1 1 0,-4-1-2 0,-4-2-1 16,-3 3 0-16,-3 0 2 0,0 2 6 0,-1 4 3 0,2 1 6 16,0 2 4-16,1 4 2 0,0 0 2 0,0 2 1 0,-2 2 1 0,0 2 1 15,-3 3-3-15,1 4-2 0,-1 3-2 0,1 2-2 0,5 3 5 0,1 2-5 16,2 3 1-16,4 5 3 0,1 4-8 0,0 4 5 0,2 4-6 15,2 4-4-15,4 2-2 0,4 4-5 0,4 1 0 0,5 5-1 0,2 0-13 16,4 4 15-16,4 2 0 0,3 0-9 0,4 3 5 0,3 1-23 0,6 0-8 16,3 0-12-16,3-1-15 0,5-1-30 0,4 0-45 0,3-3-65 15,3 0-36-15,5-2-21 0,3-2 15 0,3 1 35 0,4-2 3 16,1 0 5-16,5-2-2 0,2-1-75 0</inkml:trace>
  <inkml:trace contextRef="#ctx0" brushRef="#br0" timeOffset="6903.13">15976 10771 451 0,'2'3'152'15,"3"1"-80"-15,1 2-33 0,3 0-14 0,1 1-21 0,4 1-12 0,3-1-8 16,5 1-5-16,3 0-1 0,5 0 7 0,1-1 4 0,3 1 4 16,0-1 4-16,2 1-2 0,0-2 6 0,1 1-1 0,3-1-1 0,-1-1 2 15,1 0-1-15,2-1 0 0,-1-2 3 0,2 0-2 0,1 0 2 0,-1-1-1 16,0-2 2-16,0 1 3 0,3-1 1 0,-1-1 2 0,0 1 1 15,2-1 3-15,2-1 1 0,-1 0 3 0,1-1 0 0,1-1 1 0,1 0 0 16,1 0-4-16,-1-1 0 0,1-1-1 0,0 0 0 0,0-2-1 0,1 2-3 16,-1-2-3-16,-1 0 1 0,0-1-3 0,-2 0 0 0,-1 1-6 15,0 0 3-15,0 0-1 0,-1-2 5 0,0-1 1 0,-1 0-1 0,0-2 0 16,0 2-2-16,0-2 2 0,-3 0 1 0,1-1 1 0,-2 0 1 16,0-1-4-16,-1-1-2 0,-3 1 0 0,-1 0-1 0,0-1 1 0,-1 0-1 15,0-2 1-15,-2 1 1 0,-2-2 4 0,0 0 1 0,-1 0-1 0,-1-1 2 16,-2 0 0-16,-1 1 1 0,-1-2 0 0,-2 0 3 0,0 1 0 15,-3-2 3-15,-2 0 0 0,-1-3 1 0,-2 0 0 0,-2 0-2 0,-1-1-1 16,-2 1-2-16,-2-2 5 0,-1 2 0 0,-3-4 4 0,-1 2 7 0,-2-1-5 16,-2 0 8-16,-2 1-6 0,-2 0-2 0,-2 1-3 0,-1-2-11 15,-3 1 0-15,-2-3-8 0,-2 2-4 0,-1-1-1 0,-3 1 2 0,-3-2-3 16,-1 1 6-16,-5-3-5 0,-2-1 2 0,-3 0-4 0,-3 0-4 0,-3-3 3 16,-1 0-4-16,-3-1 4 0,-4 0-2 0,-1 2 2 0,-1 1 3 15,-3 1 4-15,0 0 2 0,-2 1 1 0,-3 2 4 0,-1 0 0 0,-4 4 2 16,-1 2-1-16,-3 2-1 0,-2 3-4 0,-3 0 0 0,-3 4-8 15,-1 3 1-15,-1 3 2 0,0 3-4 0,0 3 9 0,1 2 5 0,0 4 9 16,2 3 13-16,5 3 7 0,-2 2 10 0,3 2 0 0,2 3 4 0,-1 2-2 16,3 2-7-16,0 0-9 0,3 2-3 0,2 2-3 0,1 3-2 15,3 2 3-15,1 0 2 0,3 3-7 0,3-1-1 0,1 0-7 0,1 2-9 16,2 1-2-16,1 0-5 0,2 2-4 0,2 0-2 0,3 0-2 16,0 4-2-16,3-3 2 0,2 2 0 0,3 1-3 0,0-1-3 0,1 1 2 15,3 1-1-15,1 1 0 0,2 2-4 0,3-1-6 0,1-1-11 0,1 1-9 16,3 0-11-16,1 1-20 0,4-1-17 0,0 1-36 0,1-2-36 15,3 1-15-15,3 0-24 0,1-2-17 0,3 0-6 0,2 0-127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7T13:18:51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3497 6179 36 0,'-1'-13'23'0,"0"0"-9"16,1-3 11-16,0 5 2 0,1 1-1 0,0 2-3 0,0 1-7 0,0 1-2 16,0 1-4-16,1 1-5 0,0 1-1 0,0 0-2 0,0 2-3 15,1 1 0-15,1 1 0 0,0 1-2 0,0 1 2 0,2 0-2 0,-1 2 1 16,1 0 1-16,1 0 0 0,-1 1 0 0,1-1 2 0,-1 1 0 0,-1-1-2 16,1-1 2-16,-1 1-1 0,1-2 2 0,0 0 2 0,-1 0 3 15,0-1 3-15,0 0 6 0,0-1-1 0,0 0 1 0,0 0 0 0,-1 1-3 16,0 0 2-16,0 0 1 0,1 0 0 0,0 1 2 0,-1 0-2 0,1 0-2 15,-1 0-1-15,0 0 0 0,2 0-1 0,-1 1-1 0,0 0-1 16,1 1 1-16,-1 1 1 0,2-2-2 0,1 2 1 0,0 0 0 16,2-1-3-16,0 1 0 0,1 0-2 0,0 0 0 0,2 1 1 0,1-2-1 15,0 1 0-15,1-1-1 0,-1-1 1 0,3 0 0 0,0 0 0 0,0-1 1 16,2-1 1-16,0 0-2 0,0 1 1 0,0 0 0 0,1 0 0 16,0 1 1-16,-1 0 0 0,0 0 0 0,-1 1-1 0,-1-1-1 0,0 2 1 15,-1-1-2-15,0 0 1 0,-1 1-2 0,1 0-1 0,1 1-3 0,1-1 3 16,2 1 0-16,1 1 0 0,-1 0 3 0,1-1-6 0,1-2 1 15,-2 0-2-15,2 0-1 0,1-1 4 0,-2 0 1 0,3-2 5 0,2 0 2 16,-1-1 0-16,2-1 3 0,0 0-2 0,0 1 3 0,0-1 6 0,0 1 1 16,1 0 1-16,1-1 6 0,-1 1 1 0,1 1 2 0,0-1 4 15,0 0-2-15,3 0 2 0,0-1-2 0,3 0-5 0,1 0-8 0,0-1-6 16,4-1-1-16,-2 0 2 0,3-2 1 0,1 0 0 0,0-2 0 0,1 0-3 16,0-2-1-16,1 0 2 0,-1-2-6 0,0-1 4 0,0 0 3 15,-2 0-3-15,-1 0 3 0,2-2-9 0,-1-1-4 0,-2-1 0 16,1 0-2-16,-3 0 7 0,1-1 1 0,-1-2-4 0,-1 1 4 0,-1-2 0 0,0-1 0 15,0 1 0-15,-1 0 4 0,-3-2 1 0,-1-1 1 0,-1-1 5 16,-1-2 2-16,-1-1 2 0,-2-1 1 0,0 0 0 0,-4 0-3 0,1-1-1 16,-2 0 3-16,-2-4-6 0,-1 0-2 0,0-1-1 0,-1-3 2 0,-4 2 2 15,1-2 1-15,-3 2-1 0,-2-3-5 0,-3 1 1 0,-3 1 1 16,-2-3-1-16,-3-1-3 0,-5-1-1 0,-2-2-3 0,-2 1-2 0,-3 2 2 16,-4 1-1-16,-4 1-2 0,-4 0-9 0,-5 1 1 0,-5 2-3 15,-3 2 2-15,-5 2 9 0,-5 1-1 0,-4 2-3 0,-7 3 2 16,-4 1-2-16,-4 3 2 0,0 1 7 0,-3 2-2 0,1 1 2 0,-3 2 0 0,0-1-7 15,-2 2-4-15,0 2-2 0,-3 3-1 0,-2 4 14 0,-1 2-1 16,-5 2 2-16,2 0 2 0,1 2-15 0,0 2 3 0,2 1-4 0,-1 2 1 16,0 4 2-16,-1 1 5 0,1 2-1 0,0 0-2 0,2 1-1 15,1 0 0-15,-1 3-1 0,2 1-9 0,2 2 2 0,0 2-1 0,4 0 1 16,1 3 5-16,7-1-5 0,1 3 0 0,5 1 7 0,3 2 4 0,4 2 2 16,6 2 2-16,1 0-5 0,3 1-2 0,4 2 3 0,4 2 0 15,4 3-6-15,4 0 0 0,1 3 1 0,1 0 0 0,4 3 0 0,1 0-10 16,4 1 2-16,3 1 4 0,4 2 3 0,1-1 4 0,3 0-2 0,3-1-7 15,4-2-1-15,3 0 2 0,2-2 1 0,2-2-1 0,4-3-2 16,3-4-2-16,3 0 5 0,4-7 0 0,2-2 6 0,2-3 0 0,2-3-8 16,1-2 0-16,5-2-1 0,-1-3 4 0,2-2 5 0,2-2 4 0,-3-3-3 15,2 0 3-15,-3-1 1 0,1-2-1 0,2-1-2 0,-1 0-1 16,1-1 1-16,-4-1 0 0,0-2 6 0,1 0-5 0,-1 1-3 0,2-1-2 16,-2 1 3-16,2-1-1 0,-1 0-1 0,-1 1-3 0,2-1-14 0,0-1-14 15,2 1-44-15,1-1-47 0,3 0-71 0,2 1-57 0,2 1 2 16,2 0-2-16,3 2 32 0,5 0-42 0</inkml:trace>
  <inkml:trace contextRef="#ctx0" brushRef="#br0" timeOffset="1100.71">18097 6000 871 0,'-15'-4'147'15,"-2"1"-76"-15,-6-1-79 0,3 2-29 0,5-1-5 0,-1 1 7 0,3 0 14 16,1 1 15-16,2-1 10 0,-1 0 5 0,0 2 6 0,1-1-1 0,0 1-3 15,1 0-3-15,1-1-1 0,0 2-5 0,0-1 4 0,2 0 3 16,-1 0 1-16,2-1 5 0,0 1 5 0,1 0 0 0,1-1 1 0,1 1-2 16,0 0-3-16,1-1 0 0,1 1-1 0,0 0 3 0,1 0 0 15,0 0-2-15,0 0-2 0,0 1-5 0,1 1-6 0,0 1-3 0,3 0-3 16,1 1 3-16,2 1 0 0,2 1 5 0,0 1-1 0,1 2 1 0,3 1-1 16,2 2 2-16,2 1-2 0,0 2-1 0,2-1 3 0,4-2-1 15,0 2 0-15,4 0 3 0,0 0-1 0,1-2 1 0,1 2-5 0,3-2 2 16,0 0 3-16,4-1 1 0,0-1 5 0,2 0 2 0,2 0 0 15,2-1-1-15,0 0 1 0,1-2-8 0,0 0 3 0,-2-1 1 0,0-2 1 16,1 0 5-16,-1 0-4 0,1-3-3 0,2-2-2 0,-2 0-6 0,0-3-1 16,2-1 0-16,-2-1-3 0,0-3 0 0,1-1-1 0,0-2 0 15,0-2-1-15,-2 0 1 0,-1-2-3 0,-2-1 3 0,-1-2-1 0,2-1 2 16,-2-3-1-16,1-2-1 0,-1-1 1 0,-3-1-3 0,-2 0 4 0,-2 1 1 16,-2 1 3-16,-4 0 6 0,-2-1 3 0,-4 1 6 0,-3-1 1 0,-2-1 3 15,-2 0-5-15,-3 1 1 0,-1-3 1 0,-2 1-9 0,-3-2 3 16,0 0-10-16,-2-2 0 0,-2 0 3 0,-2-1-3 0,-1 1-1 0,-2 0 2 15,-2-2-2-15,-2 0 1 0,-2 0 6 0,-2-1 0 0,-2 4 7 16,-3-3-5-16,-2 3 2 0,-2 0-3 0,-4 0-3 0,-2 1 4 0,-4 2 2 16,-1-1-2-16,-3 1-6 0,-1 0-4 0,-2 0-7 0,-4 1 2 15,0 3-4-15,-4 1-1 0,-3 4 2 0,-3 3 4 0,-1 3 6 0,-4 4 1 16,-1 3-1-16,-2 4-3 0,-5 3-2 0,-1 2-2 0,-3 4 0 0,-1 3-2 16,-3 4 6-16,1 2 9 0,0 5 7 0,-1 4 6 0,2 3 12 0,-1 5-4 15,2 2-11-15,2 4 0 0,-1 4-19 0,3 2-1 0,4 3 2 16,3 2-5-16,5 2 0 0,4 1-3 0,2 2 3 0,6-2-1 0,3-1 2 15,3-1 3-15,4-2-7 0,4-2 5 0,2-1-2 0,4-4-2 16,5-2 5-16,1-2-3 0,4-3-4 0,2-2-4 0,4-3-11 0,2 0-15 16,3-2-23-16,3-2-11 0,3-3-8 0,3-2 5 0,2-3 7 15,4-2 3-15,2-3-4 0,2 0-4 0,1-2-2 0,5-3 4 0,3 0-7 16,2-2-7-16,2-1 9 0,2 1 3 0,2-2 7 0,3 0 13 0,2-1-8 16,3 0-8-16,2 0-4 0,4-1-9 0,3 1-4 0,3 0 11 15,5 1 8-15,3 2-41 0</inkml:trace>
  <inkml:trace contextRef="#ctx0" brushRef="#br0" timeOffset="1784.42">21898 6485 2255 0,'-1'0'137'0,"2"-1"-148"15,0 0-93-15,3-1-12 0,2 0 12 0,3 0 30 0,2 0 32 16,3 1 14-16,4 1-1 0,4 0-3 0,3 0-10 0,6-1-7 16,5 0-3-16,3 0-3 0,5 0-2 0,5 0 9 0,1 0 10 0,2 0 7 15,0-1 13-15,-1 1 6 0,0-1 2 0,1-1 4 0,1 0 3 16,0-1-1-16,1 1 4 0,0 0 1 0,2 1 8 0,0 0 0 0,1 1 4 0,-2-1 4 15,0 2-1-15,-1 1 4 0,-1 0 5 0,0 0-7 0,-1 1 0 16,1-1-6-16,0 1-3 0,0 0-1 0,0 0-4 0,3 0 0 0,-3 0 1 16,1-1-1-16,0 1 1 0,-2-2 4 0,1 1 1 0,1-1-1 15,-2-1-1-15,1-1-2 0,-1 0-3 0,0-1 9 0,0-2-2 0,1 1 2 16,0-3-1-16,-1 0-2 0,2-2 4 0,-2 0-1 0,2-3-3 0,0-1-9 16,-1 2 0-16,1-3 4 0,-1 0 0 0,-1-2 7 0,-1 0-6 15,-1-1-1-15,-2-1 1 0,-2 0 6 0,-2 1 0 0,-2-2 2 0,-2 2-1 16,-1 0-3-16,-2 1 3 0,-3 0 2 0,-5 0 2 0,0 2 9 0,-4-1 2 15,-2 1 4-15,-2 1 9 0,-2 1-6 0,-2-1-2 0,1 0-4 16,-3 0-13-16,-1 0 3 0,0 1-10 0,-1-2-3 0,-1-1-4 0,-1 0-5 16,1 0-6-16,1-1-5 0,-1 0-1 0,0-3-4 0,0 0 2 0,1-3-3 15,-1-1 4-15,-2 0 4 0,-3-2 6 0,-3 0 7 16,-2-1 3-16,-2-1 9 0,-4-1 7 0,-2 0 3 0,-6-1 4 0,-3-2-2 0,-2 4-5 16,-4-2 0-16,-2 1-6 0,-2-1-9 0,-5-1-1 0,-3-2-6 0,-6 1-2 15,-4-2-4-15,-4 2 6 0,-3-1 0 0,-6 1 2 0,-3-1 2 16,-2-1-5-16,-4-1 1 0,-4 1 6 0,-4 0-3 0,-3-1 4 0,-3 2 5 15,-1-1-9-15,-3 1 4 0,-2 1-1 0,-2 2-4 0,-3 0-1 16,0 1 2-16,-3 0 6 0,2 0 0 0,-1 2-5 0,-3 0-2 0,-2 3-5 16,-4 1-3-16,-1 3 12 0,0 2 2 0,-2 2 0 0,0 2 6 0,1 2-8 15,-2 3 5-15,1 3 4 0,1 1 0 0,-1 3 3 0,2 1 1 16,1 3-1-16,0 1 6 0,4 4 3 0,2 4-9 0,3 2 1 0,2 4-7 16,0 3-6-16,2 5 3 0,1 4-4 0,2 5-4 0,2 3-5 15,0 4-4-15,-1 3-2 0,4 3-1 0,1 3 1 0,2 4-13 0,4 2-2 16,1 3-9-16,4 2-11 0,4 3-9 0,4 2-25 0,4 1-40 0,6-1-46 15,4-2-53-15,6-3-35 0,5-2-5 0,2-2 35 0,4-4 44 16,3-4 36-16,4-3 19 0,5-1 26 0,2-1-88 0</inkml:trace>
  <inkml:trace contextRef="#ctx0" brushRef="#br0" timeOffset="23200.54">3412 7178 21 0,'-28'-3'18'0,"-3"1"3"0,-6-2 5 0,4 0 1 16,7-1 0-16,0 0-4 0,3-1-1 0,2-1 3 0,0 0 0 15,2 0 0-15,3 1 0 0,2 0 0 0,0 1 0 0,3-1-2 0,2 0 2 16,1 0-7-16,1-1 0 0,0 0-1 0,1 0-2 0,1 0 1 16,1 0-1-16,-1 0 0 0,2-2 0 0,-1 0-1 0,2-2-1 0,1-1 1 15,1 0-3-15,1 1 3 0,1-1 1 0,2-2 0 0,1-1 0 0,3-1-1 16,2-1 1-16,2-2 5 0,1 1-4 0,3 0 3 0,2-1 1 15,3-1-1-15,1 2 3 0,3-2-4 0,1 0 2 0,3 0-3 0,2-1-3 16,6-1 1-16,1-1-3 0,4-2-2 0,3 1-1 0,0 1-5 16,2 2-2-16,2 2-1 0,2 3 1 0,0 1 0 0,2 1 0 0,0 3-2 15,0 0-1-15,0 2 4 0,0 2-3 0,0 2 1 0,-2 2-1 0,-1 2-1 16,-2 2 1-16,0 2 3 0,-1 2-3 0,2 2 1 0,-2 4 0 16,2-1-1-16,-1 4 3 0,0 1 0 0,2 0-1 0,-1 1 1 0,0 1-2 15,0 2-1-15,0 1 1 0,0 0-2 0,-1 1 1 0,-1 0-4 0,1 0 0 16,-2 1 0-16,1 0-1 0,-2 2 3 0,-3 1 0 0,0 2 2 0,-5 3-1 15,-1 0 1-15,-1 4-4 0,-3-1 0 0,-3 3 3 0,-3 0 1 16,-2 2 5-16,-2 1 1 0,-3 0-2 0,-2-1 3 0,-1 1 2 0,-3 0-3 16,-3-1 5-16,-3 1-3 0,-3-4 2 0,-2 0 1 0,-5-2-2 15,-2 0 1-15,-4 0 0 0,-5 0-1 0,-5-3-7 0,-5 1 4 0,-3-2 1 16,-5 0 3-16,-6-2 7 0,-6 0 1 0,-5-2-1 0,-5 0-3 0,-4-2-4 16,-3-3 2-16,-3 0-4 0,-4-1 2 0,-3-1 1 0,-1 2-5 15,-4-1 1-15,-2-1-2 0,-1-1 0 0,-2-2-1 0,0-1 2 0,2-2-3 16,2-1 0-16,2-2 1 0,1-2-3 0,3-2-1 0,1-3 2 15,3-2 2-15,3 0-1 0,3-2 2 0,3 1-4 0,4 0 2 0,6-1-2 16,8-2 1-16,8 0 0 0,7-3-3 0,7-1 0 0,8 0-5 16,4 0-4-16,4-1-6 0,6-1-4 0,4-2-5 0,6-3-5 0,7-1-5 15,7-4-11-15,9-1-15 0,5 0-16 0,7 0-14 0,5 0-4 0,6 1-4 16,3-1-1-16,8 1-2 0,4 2-4 0,3 0 2 0,4 3-65 0</inkml:trace>
  <inkml:trace contextRef="#ctx0" brushRef="#br0" timeOffset="23703.59">11605 7653 775 0,'2'-12'26'16,"3"0"-11"-16,4-2 0 0,9 4-26 0,4 2 2 0,6 0 4 0,9-1 0 16,5 0-1-16,5 1-4 0,4 0-22 0,5 2-26 0,5 2-22 15,1 3-14-15,6 4 2 0,3 2 9 0,1 3 8 0,3 2 6 0,-3 1 14 16,0 1 13-16,0 0 0 0,-1 1-20 0</inkml:trace>
  <inkml:trace contextRef="#ctx0" brushRef="#br0" timeOffset="24066.73">13204 7696 83 0,'39'-2'49'0,"1"1"7"0,11 0-8 0,-3-1-6 16,-5 0-4-16,3 0-10 0,0 0-6 0,2 1-4 15,-1 0-5-15,1-1-1 0,1 0-4 0,0 0 0 0,1 0 0 0,-1-1 0 0,-2-1-1 16,-1 1 0-16,-1-1 1 0,-2-1 0 0,0-1 2 0,-4-1-2 0,1 0 3 16,-5-2 5-16,-1 0 7 0,-2-1 14 0,-2 0 5 0,-2-2 6 15,-2 0 1-15,-2-3-5 0,0 0-2 0,-1 0-4 0,-3-1 1 0,0 0 3 16,-1 0 1-16,-3-1 0 0,-2-2-2 0,-1 1-6 0,-2 1-2 0,-2-2-11 16,-2 0-9-16,-2 0-10 0,-2-3-12 0,0-2-6 0,-2-1-8 15,-2-1 0-15,-3-2-3 0,-3 0 3 0,-1 1-1 0,-5-4 5 0,-1 0 3 16,-4-1 5-16,-2-1 0 0,-4 1 4 0,-3-1 5 0,-4 0 3 0,-3 0 12 15,-4-2 3-15,-2 1 4 0,-4 0 8 0,-2 1 4 0,-3 0 8 16,-2-1 5-16,-1 0 0 0,-4-2 0 0,-1 3-4 0,-1 1-6 0,-3 2-6 16,1 1-8-16,-2 2-8 0,-2-1-6 0,-3 2-5 0,-3-1-10 0,-3 0-4 15,-1 4 8-15,-1-1-3 0,-2 2 3 0,-1 2 0 0,-1 0-8 16,-2 3 4-16,-2 1 10 0,-1 2 3 0,2 2 7 0,0 2-1 0,1 3 3 16,-2 2 1-16,-3 2 4 0,-1 1 4 0,-3 5 4 0,0 2 1 0,-1 3 1 15,3 3 0-15,0 3-6 0,4 2 1 0,1 3-4 0,1 4-4 16,1 1-3-16,2 3-1 0,1 3 1 0,0 3-2 0,5 3 1 0,2 1-5 15,2 2-4-15,2 2 2 0,1 3-1 0,0 1-4 0,4 2 0 16,4 0-5-16,4-2 2 0,5 2 1 0,3 0-7 0,4 3-10 0,4-1-4 16,3 1-7-16,5 0-10 0,5-1-12 0,6 0-36 0,4 0-57 0,6-2-53 15,4 1-28-15,4-2-3 0,6 0 22 0,3 0 43 0,4 0-67 16</inkml:trace>
  <inkml:trace contextRef="#ctx0" brushRef="#br0" timeOffset="28851.5">2866 5423 621 0,'-3'-3'111'0,"0"0"-27"0,-1 0 16 0,1 0 4 16,0 2-1-16,1 0-9 0,0-1-14 0,0 0-2 0,-1 1-3 0,1 0 3 16,-1-1 0-16,0 1-8 0,0-1-4 0,-1 2-6 0,-1-1-8 15,1 1 0-15,-1-1-3 0,-1 1-7 0,0 1 1 0,-2 0-4 0,1 1-2 16,-2 0 3-16,1 0 0 0,-1 0 0 0,-2 1-6 0,-1 1-3 0,-1 1 1 15,0 0 4-15,-1 2 5 0,0-1 1 0,0 0-2 0,0 1-1 16,0 1-4-16,0 0 2 0,-1 3 0 0,-2-1 4 0,3 2-3 0,-4-1-4 16,1 1-3-16,0-1-1 0,-1 1-5 0,1 3 5 0,-2 1-3 15,3 0-20-15,-2 3 1 0,0 0 1 0,1 0-1 0,-2 2 19 0,-1-1-3 16,1 0-14-16,-1 1 1 0,0 1-3 0,2 0 14 0,1 1 15 0,-1 1-4 16,3-1 3-16,1 1-11 0,-1-1-9 0,1 0 5 0,0 1-5 15,1-2 3-15,1 3 1 0,-2 1-8 0,1-1 4 0,-1 1-5 0,0-2 0 16,0 0 0-16,0 2 0 0,-1-2-2 0,3 3-2 0,-1 0-5 15,0 1 7-15,1 0-6 0,-2 1-6 0,3 0 3 0,-1 2-4 0,0-3 4 16,2 2 5-16,-2-1-1 0,3 0-4 0,1-1 0 0,1 0-2 0,0-1 2 16,0 0 0-16,2 3 2 0,0-2 7 0,1 1-7 0,1-1 7 15,0-1-2-15,0-2 1 0,1 2-1 0,1-1 0 0,2 0 6 0,0 1 0 16,-1-1 0-16,0 1 1 0,2-1-1 0,1 0-7 0,-1 1-1 0,0-3 1 16,0 1 9-16,-1-1 9 0,1 1-4 0,2 0 4 0,-2 0-18 15,2 1 1-15,-2-2-1 0,0 1 2 0,2-1-3 0,-1 2 3 0,1 0-5 16,-1-1 1-16,-1 0-2 0,2-1 4 0,1-1-3 0,0-1 3 0,-1 0 7 15,0 0-13-15,0 1 6 0,3-1-2 0,-1 1-6 0,-1-2 9 16,2 1-1-16,-2 0-15 0,1-3-5 0,3 0-3 0,-2 0 2 0,3-1 32 16,-3-2 2-16,2 1 4 0,0-2 0 0,1 0-16 0,1-1-1 0,0 0 4 15,1 0-3-15,1-1 1 0,1-2-4 0,1-1 1 0,0-1 3 16,-1-1 3-16,0-1 7 0,-1 1-5 0,1-1 3 0,1-1-5 0,0-1-1 16,-2 1 0-16,3-2-1 0,0 1 5 0,0-1-10 0,-2-1 2 15,3 0 1-15,-2 0-11 0,1 0 12 0,-1 0 2 0,0 0-6 0,1-1 4 16,0-1-10-16,-2 0-4 0,1 0 6 0,0-2-4 0,0 1 2 0,-2 0 8 15,2-2-8-15,0 0 4 0,-2 0 4 0,-1-1-2 0,2 0 0 16,0 0-2-16,0-1-4 0,0-1-4 0,-2 2 10 0,0-1 1 0,1 0-3 16,0 0 4-16,-2 1-4 0,-1 1 0 0,1 0 0 0,-1 0 0 15,0 0 0-15,0 1 0 0,-2 0 0 0,-1 1-4 0,0 0-2 0,-1 0 2 16,0 0-10-16,-2 1-15 0,-1-1-16 0,-1 0-26 0,0 0-15 0,1 1-24 16,0-2-34-16,-1 0-43 0,-1 0-53 0,0-1-60 0,0-1-43 15,0 0-84-15,1-3-82 0,0 1-12 0,0-1-166 0</inkml:trace>
  <inkml:trace contextRef="#ctx0" brushRef="#br0" timeOffset="29284.36">2677 7675 724 0,'-1'0'264'0,"0"0"-17"16,-1-1 22-16,1 1-4 0,0-1-24 0,0 1-40 0,1 0-37 0,-1 0-26 15,1 1-15-15,1 0-12 0,-1-1-9 0,0 1-16 0,1 0-11 16,1 0-8-16,-1 0-9 0,1-1-6 0,0 1-4 0,0 0-3 0,3 0-6 16,-1 0-5-16,1 0-3 0,0 0-5 0,1 0-1 0,0 1-3 0,0-2 4 15,1 0-5-15,1 0-1 0,0 0 0 0,-1 0-7 0,2 0 2 16,0-1-3-16,1 0 1 0,-2 0 0 0,1 0-2 0,2 0-2 0,-1-1 1 16,1 0 1-16,-1 1-1 0,-1-1-7 0,1 1-1 0,2-1 2 15,-1 1 0-15,1-1 2 0,-1 0-1 0,1 1-3 0,0 0 2 0,-1 1 0 16,1 0 0-16,-1 0-4 0,-1 1-2 0,2-1 2 0,-2 1 0 0,2 1-4 15,-1 0 10-15,-3 1-5 0,2 1-1 0,-1-1 6 0,0 2-6 16,0 0 17-16,-1 0 1 0,0 1-5 0,-1 0 0 0,-3 1-5 0,1 0 2 16,1-1-1-16,-1 2 3 0,0 1-3 0,-2 0 3 0,-1 0 0 0,0 1-1 15,-1 0-5-15,-1-1 2 0,0 1 2 0,-1 0-5 0,-1 0 3 16,-1-1-4-16,-1 0-4 0,0 0 2 0,-1 0 4 0,-1 0-2 16,0 1 4-16,0-1-4 0,0 0-3 0,-1 0 5 0,0-1-4 0,0 0 2 15,-1 0 0-15,2-1 0 0,0 1 0 0,0-1 4 0,1-1-4 0,1 0-2 16,-1-1 2-16,1-1-4 0,-1 0 2 0,0 1 0 0,1-2-6 15,1 1-4-15,-1-1-2 0,1-1-25 0,0 0-27 0,0 0-44 0,0-1-57 16,1-1-77-16,0-1-124 0,1-1-154 0,0-2-259 0,0 0-7 0,1-2 54 16</inkml:trace>
  <inkml:trace contextRef="#ctx0" brushRef="#br0" timeOffset="39001.25">12228 8363 865 0,'-19'-2'86'0,"-2"0"-93"16,-2-1-11-16,6 2 10 0,6-1 10 0,1 1 0 0,2-1-2 0,1 1-5 15,1-1-2-15,2 1 0 0,0-1 0 0,-1 0 1 0,1 0 1 16,0-1 0-16,-1 0 3 0,1 1 3 0,-2-2-1 0,1 0 5 0,-1-1-4 15,1-1 0-15,1 1-1 0,-1-2-2 0,2 0 3 0,-1-2-7 16,0 0 3-16,1 0 3 0,0-1 4 0,1 1 6 0,0-1 1 0,1-2-1 16,2-1-6-16,0-1 2 0,3-1 0 0,0-1 2 0,3-1 0 0,0 0-4 15,3-3 2-15,2 0-3 0,2 0 1 0,1 0 2 0,1 0 0 16,2 2 2-16,2 1-1 0,0 0 0 0,1 3-1 0,1-1 3 0,-2 2 3 16,3 0 2-16,0 1-2 0,0 1-1 0,4 1-1 0,0-1 5 0,3 2-2 15,0 1 3-15,3-1 1 0,-1 2-1 0,2 2-1 0,1 0-4 16,2 0-5-16,2 2 3 0,0 0-6 0,4 1 1 0,1-1 0 0,2 2-4 15,2 0-2-15,2 0 5 0,0 1-4 0,2 0-2 0,1-1 3 16,2 1-3-16,0 0-1 0,1 0-2 0,0 0-2 0,-1 0 0 0,1 1 0 16,-2 1 6-16,-1 1 2 0,-1 0 1 0,-1 1-1 0,-1 1 2 0,-1 0-1 15,0 1 3-15,-2 2 4 0,0 2-3 0,-3 1 7 0,0 2-1 16,-2 0 0-16,-1 2 3 0,-1 2-1 0,-2 0 6 0,-2 0 0 0,-2 1 3 16,-2 0 2-16,1 0-5 0,-3 1-2 0,2 0-1 0,-4 2-3 15,1-2-2-15,-2 3-1 0,-1-1-4 0,0-1-1 0,-2 2-3 0,-1 0-1 16,0-2-4-16,-1 1 5 0,-1 0 2 0,-2-1 2 0,-1 2 2 0,-2 0-5 15,-1 1 0-15,-3 0-1 0,0 0 5 0,-2 1-1 0,-1-1 3 16,-3 0 2-16,-2 2-1 0,-2 1 6 0,-3 1-1 0,-3 0-2 0,-3 3-1 16,-2-1-3-16,-4-1-3 0,-2 1 0 0,-2 0 2 0,-5 0 0 15,-2 0 1-15,-4-1 1 0,-2-1 0 0,-1-2-2 0,-1-2 3 0,-2 1-1 16,-2-2 2-16,-2-1 7 0,0-1 0 0,-1-2 5 0,-2-1-3 0,1 0 1 16,-3 1-2-16,-3-3 0 0,-1 0-3 0,-4-1-1 0,0 1-1 15,-2-1-2-15,-3 0 4 0,-2 0 2 0,0 0 2 0,-1-1 7 0,0-1 5 16,-2-3 1-16,-2 3 2 0,1-2-2 0,-1 1 2 0,0 1-4 0,1 0 0 15,-2 0 7-15,1 2-3 0,1 1 4 0,2 1-1 0,3 0-5 16,-1 1-1-16,4 1-10 0,2 0-11 0,1 0-2 0,5 1-10 0,2 0 0 16,1-2-5-16,4 1-7 0,1-1 1 0,3-3-12 0,3-1 21 15,0-1 1-15,5-1-1 0,0-2 5 0,1-3-25 0,3-1-7 0,0-3-12 16,3-2-13-16,0-3-22 0,-1-5-26 0,2-2-34 0,2-6-13 0,-1-3-16 16,2-4-5-16,3-7 12 0,0-5 9 0,1-6 19 0,1-5 17 15,3-5 7-15,0-4 7 0,2-4 0 0,2-7-4 0,0-4-2 0,1-5-10 16,3-5-15-16,2-9-9 0</inkml:trace>
  <inkml:trace contextRef="#ctx0" brushRef="#br0" timeOffset="43350.81">22531 7787 1369 0,'-5'5'227'0,"-2"2"-46"0,-2 2-14 16,1 1-1-16,1-2-8 0,0 2-19 0,1 0-33 0,0 0-34 15,0 2-9-15,1 2-7 0,-1 1-2 0,0-1-1 0,0 3-3 0,0 1-7 16,0 2-5-16,2-1 1 0,0 3-7 0,1 0 8 0,0 3 3 16,1 3 3-16,0 1 5 0,1 5-4 0,1 1 0 0,2 2-17 0,2 2 5 15,1 0 10-15,3 0 1 0,0 2 3 0,3-2-8 0,2 1-20 0,0-1-8 16,2-1-4-16,2 0-3 0,-1-3-10 0,2-1 4 0,1-4-6 15,1-2-1-15,1-2 9 0,1-2-4 0,3-2 2 0,-2 0-4 0,1-3 4 16,-1-3 6-16,1 0-17 0,-1-2-8 0,0-2-11 0,2-1-31 0,-1-3-1 16,1-1-8-16,-1 0-4 0,-2-2 9 0,-1 0 0 0,0-1-6 15,-2-1-15-15,0-2-11 0,1 0-16 0,-3-2-5 0,2-1-4 0,0-1-6 16,-2-1-13-16,1-1-30 0,0 1-39 0,0-2-73 0,-2 0-81 16,0 1-41-16,0-4 36 0,-1 0-13 0</inkml:trace>
  <inkml:trace contextRef="#ctx0" brushRef="#br0" timeOffset="44202.15">23360 8210 162 0,'-2'-7'183'0,"0"-2"-34"0,-1-2-1 0,2 0 13 0,-1 3 9 0,1 1 6 16,0 1 7-16,0 1 10 0,2 1 9 0,0 0 7 0,1 2-6 15,-1-1-20-15,0 3-17 0,0 1-27 0,0 0-18 0,1 1-13 0,0 2-14 16,1 1-8-16,0 1-8 0,-1 3-10 0,1 2-2 0,1 2-11 0,-1 1-3 16,1 2-3-16,0 2-10 0,-1 1-21 0,-2 1-11 0,3 1 21 15,-1 1-8-15,0 0 10 0,2 1-2 0,-1 2-24 0,1-1 2 0,1 2-5 16,-1-1 3-16,0 0 0 0,1 0-4 0,-1-1 0 0,2 1 2 16,-2-3-4-16,2-1 6 0,0-2-2 0,2-3-1 0,0-2-2 0,-1-1-1 15,2 0 2-15,-2-2 3 0,1-1-1 0,0-3 6 0,2 1-1 0,-1-2 8 16,2-2 0-16,-1 0 6 0,0-1-4 0,2-2 0 0,-1 0 1 0,1-2-7 15,-1-1-1-15,2-1-1 0,2-1-3 0,-1 0 0 0,1-1-6 16,0 1 3-16,1-1 3 0,-1 0-10 0,0-1 8 0,1 0-15 0,-1-1-3 16,0 0 7-16,-2 0-11 0,0-1 7 0,1 0-2 0,-2-1-14 0,-1 2-14 15,0-2-27-15,-2-1-25 0,-1 1-32 0,-2-2-45 0,0-1-50 16,-3 0-61-16,-1-1-94 0,-2 0-170 0,-1 0-132 0,-4 0-112 0</inkml:trace>
  <inkml:trace contextRef="#ctx0" brushRef="#br0" timeOffset="44401.49">23266 8294 1180 0,'-1'4'246'16,"0"-1"-4"-16,0 1-16 0,2-3-11 0,3 0-29 16,3-2-43-16,4-2-24 0,1-1-24 0,3-3-12 0,1-1-1 0,1-2-11 0,0 2-6 15,1-3-13-15,0 0-15 0,2 0-11 0,1-1-12 0,0 0-10 0,1 0 1 16,1 1 2-16,-3-1-4 0,0 2-4 0,-2 1 1 0,-2 1-16 15,1 2-31-15,-2 0-33 0,0 2-50 0,-2 1-57 0,1 2-60 0,-1 0-91 16,0 3-108-16,-1 1-117 0,-1 2-227 0</inkml:trace>
  <inkml:trace contextRef="#ctx0" brushRef="#br0" timeOffset="44585.87">23532 8568 927 0,'-6'10'238'16,"1"-2"-28"-16,-1 2 1 0,3-4 8 0,3-1-13 0,2-2-40 0,1-1-34 15,2-1-25-15,1-2-10 0,2 0-10 0,2-2-10 0,1-2-14 16,2 0-14-16,-1-1-12 0,2-1-11 0,1-1-7 0,1-1-7 0,0-1-7 16,2-1 1-16,1 2-6 0,-2-1-6 0,1 1-16 0,0 1-23 0,-1-1-31 15,-1 1-37-15,1 1-36 0,-2-1-45 0,1-1-43 0,2 1-47 16,-1 0-50-16,3-1-39 0,-1-1-14 0,3 0-30 0</inkml:trace>
  <inkml:trace contextRef="#ctx0" brushRef="#br0" timeOffset="44852.98">24407 8136 836 0,'-2'-2'318'0,"0"-1"-73"0,-1-1-24 0,-3 1-12 0,0 2-23 16,-2 0-29-16,-1 2-28 0,1 1-30 0,-2 1-13 0,0 2-9 15,-2 0-4-15,-2 2-5 0,1 1-4 0,-2 1-3 0,0 2-4 0,0 2-6 16,-1 0-4-16,3 1-6 0,-2 2-1 0,0-1-19 0,1 1-4 0,2-1 1 16,1 0 15-16,2 0 16 0,2-1-3 0,2 0 1 0,3-3-24 15,1 0-8-15,2 0-3 0,3-1-6 0,0 0 3 0,3-1-2 0,2-1-2 16,2 0 3-16,2-1-7 0,3 0 1 0,1-1-4 0,2-1 2 0,1-1 0 15,2 0-1-15,0 0 1 0,2 1-2 0,-2 0-2 0,-3-1 2 16,1 1 1-16,-1-1-5 0,-3 0-1 0,-2-1 0 0,-2 1-1 0,-3 1 5 16,-2 0-1-16,-2 2-1 0,-2 0 1 0,-1 1 1 0,-4 1-10 0,-1 1 0 15,-2 1-8-15,-1 1-17 0,-2 1-4 0,-1-2-13 0,0 2-9 16,-2-2-14-16,-1 0-12 0,-1-1-28 0,0-1-24 0,1-3-21 0,2 0-36 16,-2-3-65-16,3-1-125 0,-1-3-85 0,2-2-20 0,1-3-34 15</inkml:trace>
  <inkml:trace contextRef="#ctx0" brushRef="#br0" timeOffset="45018.42">24686 7833 1383 0,'4'-12'413'0,"0"1"-117"0,0-2-24 0,-1 6-41 0,-1 4-37 0,-2 2-36 16,1 3-37-16,-2 3-19 0,0 2-19 0,0 3-2 0,-1 3-12 0,0 4-7 16,-1 3-9-16,0 5-8 0,-1 4-6 0,0 5-14 0,0 1-6 15,-1 4-6-15,0 0-6 0,1 3-5 0,-1 4 0 0,0 2-19 0,1 0 25 16,1 0-1-16,1 0-7 0,2-3-7 0,1-5-55 0,1-4-45 0,1-3-66 15,1-6-71-15,2-1-104 0,0-2-120 0,3-4-202 0,1-3-62 16,1-2 27-16</inkml:trace>
  <inkml:trace contextRef="#ctx0" brushRef="#br0" timeOffset="45436.91">24882 8263 1218 0,'-3'5'302'0,"0"1"-80"16,-1 4-10-16,2 1-4 0,0-1-13 0,1 1-47 0,2 2-57 0,-1-2-25 16,1 2-17-16,1 0-4 0,0 1 0 0,1 0-10 0,1-1-14 0,2 3-2 15,-1-2-11-15,1 0-4 0,2-2 2 0,0-1-11 0,3 0 4 16,1 0 1-16,0-3-2 0,0-1 4 0,0-2-2 0,0-3 0 0,2-2 1 16,-1-1 1-16,1-1 3 0,-1-2 2 0,0-2-6 0,1-2 1 15,-1-2-2-15,0-1 2 0,-2-1 1 0,1 1 6 0,0-2-3 0,-2-1 3 16,-2-2 3-16,0 1-2 0,-3-1 3 0,0 0-7 0,-1 0-1 0,-2 0-2 15,0 0-3-15,-3 1-12 0,0 0-5 0,-2 2 17 0,-2-1-2 16,-1 1 16-16,-3 0-5 0,-2 1-21 0,-1 2-4 0,-1 1-6 0,-1 2 5 16,1 1 1-16,-1 4 4 0,0 1 2 0,1 3 1 0,0 2 3 0,-1 1-3 15,1 3 4-15,2 0 0 0,1 4 4 0,2 1-1 0,0-1-10 16,3 1 1-16,1-2 14 0,3 2-3 0,1 0 17 0,2 0-6 0,2-2-21 16,2 0 4-16,2-1-3 0,2-1 5 0,1 0 0 0,3-2 3 0,1 0 1 15,0-2-2-15,2 0 0 0,1-2-3 0,0 0-3 0,-1-2 6 16,2 0-4-16,1-1 2 0,-2-2 3 0,1 0-4 0,0-2 5 0,0 0 0 15,0-1-2-15,0-1 4 0,-2-2-2 0,0 0 0 0,0-1-5 16,0-1 2-16,-1 0-6 0,1-2-9 0,-1 0-8 0,0-1-32 0,-3 0-3 16,1 1-12-16,-1-1-12 0,0-1-2 0,-1-2-30 0,-1 1-28 0,-1-2-41 15,1-1-61-15,-2 0-81 0,1 1-50 0,-1-3 2 0,-1 0 81 16,0 1 35-16</inkml:trace>
  <inkml:trace contextRef="#ctx0" brushRef="#br0" timeOffset="45635.25">25555 7711 1391 0,'-5'-6'255'0,"0"0"-10"16,-2 0-33-16,3 2-23 0,1 3-31 0,1 0-24 0,0 2-24 0,0 1-10 15,1 2-6-15,0 2-10 0,0 3-5 0,1 2-13 0,0 2-10 16,1 5-13-16,1 3-10 0,0 0-8 0,2 5-10 0,0 1-5 0,0 1-2 16,1 5-5-16,0 0-1 0,1 2 3 0,0 1-5 0,1-2 0 0,-1 0-5 15,1-1-9-15,-1-1-15 0,2-1-8 0,-1-3-24 0,1-3-43 16,0-1-26-16,0-3-16 0,1-2-44 0,0-1-33 0,-2 0-55 0,1-4-97 15,-1 0-102-15,0-1-36 0,0-2-88 0</inkml:trace>
  <inkml:trace contextRef="#ctx0" brushRef="#br0" timeOffset="46385.44">25439 8228 883 0,'1'1'193'0,"1"1"-38"0,1-1 1 0,1 0 10 0,2-1-10 15,0 0-27-15,3-1-30 0,2-1-14 0,2-1 0 16,2-1 11-16,0-1-1 0,1 0-9 0,1 1-12 0,-1-2-16 0,0 1-11 0,1 0-6 16,0 0-4-16,-1 0-6 0,0 1-5 0,0 1-7 0,-1 1-6 0,-1 1-1 15,-1 0-2-15,0 1-2 0,1 2 0 0,-1 0-5 0,0 1 2 0,-3 1-5 16,1 0-3-16,0 1 1 0,-1 0 1 0,0 0-1 0,-1 0 0 16,-1-1-3-16,2-1-9 0,-1 1-4 0,1-1-5 0,-2-1-6 0,0 0 0 15,0-1 1-15,-1-1 3 0,1 0 7 0,0-1 6 0,0-1 7 16,0-1 5-16,-1 0-2 0,0-1 5 0,0 0-3 0,-2 0 5 0,0-2-2 15,1 0 5-15,0 1 0 0,-1-1-1 0,1 1 4 0,-1-1-3 0,-1 0 1 16,0 0 1-16,0 0 1 0,0 1 0 0,0 0 4 0,0 0-2 16,-1 1-2-16,1 0 1 0,-1 2-1 0,2 1-1 0,-1 1 3 0,1 0-3 15,0 1 1-15,0 1-6 0,1 0 2 0,0 1-2 0,0 0-4 16,1 0 7-16,-2 1-4 0,2-1-1 0,0 0-3 0,0 0 2 0,0 0-4 16,0 0 4-16,0-1-4 0,0 0 0 0,0-1 2 0,-1 0 4 0,1-1-3 15,1 0-1-15,-1-1 0 0,0 1-1 0,1-1 1 0,0 0 1 16,-1-1 1-16,0 0 0 0,0-1-1 0,1 0 4 0,-1 1-1 0,0-1-1 15,0 0-1-15,-1 1-1 0,0 0 1 0,1 0-2 0,-2 0 1 16,1 0-1-16,-1 0 0 0,1 0 5 0,-1 0-5 0,0 0 0 0,0 0 5 16,-1 0-5-16,0 0 2 0,0 0-2 0,0 1-3 0,0-1 4 0,0 1-1 15,0 0-1-15,-1 1 2 0,1 0-2 0,0 0 1 0,0 0 1 16,1 1-1-16,1-1-1 0,-1 2 1 0,1-1-2 0,1 1 0 0,0 0 2 16,0 0 2-16,0-1-2 0,1 1 2 0,1 0-2 0,-1-1-2 0,0 1 4 15,0 0-4-15,-1-1 2 0,0 0 2 0,-1 0 1 0,2 0-1 16,-2 0-1-16,0-1 4 0,1 1-3 0,-1-1 8 0,1 0-3 0,-1 1 4 15,0-2 1-15,-1 1 0 0,0 0 3 0,0 0 4 0,0-1-4 0,1 0-3 16,0 0 3-16,0-1-8 0,0 0 5 0,1 0 0 0,0 0-7 16,0 0 4-16,-2 1-4 0,1-1-4 0,0-1 3 0,0 1-4 0,0-1 2 15,0 1-2-15,0 0 1 0,0-1 3 0,0 1-3 0,0-1 6 16,-1 1-3-16,0-1-1 0,2 0 4 0,-1 0 0 0,0 1 10 0,0 0 8 16,-1-1 3-16,0 1 5 0,-1-1 0 0,1 0-3 0,-1 0 2 0,0 0-1 15,-2-1-2-15,1 0-4 0,0-1-5 0,0 0-6 0,-1-1 1 16,-1 1-1-16,0-2 3 0,-2 0-3 0,-1 1 3 0,-1-1-6 0,-1-1-2 15,-1 0-5-15,-3-1-8 0,-1 1 0 0,-3 0 1 0,0 1-3 0,-3 1 4 16,1 0-3-16,0 2-2 0,-2 2 3 0,0 2-3 0,1 3 3 16,-1 1 4-16,2 3-2 0,-1 0 6 0,3 3-2 0,-1 2 3 0,2 0 1 15,2 0-5-15,2 0 7 0,1 1-6 0,2 1 3 0,2 1-1 0,3 0-6 16,2-1 0-16,2 2-3 0,4 0 3 0,1 0-2 0,4-3-3 16,1 0 3-16,0-2 0 0,2-1-1 0,2-2-2 0,2-2-4 0,1-3-9 15,4-1-15-15,-2-3-12 0,3-2-19 0,-1-2-17 0,0-3-13 16,-2-2-7-16,2-4-13 0,-1-1-8 0,0-2-25 0,0-2-60 0,-2-2-106 15,1-1-144-15,-1-3-86 0,-2 0 45 0,0-3 23 0</inkml:trace>
  <inkml:trace contextRef="#ctx0" brushRef="#br0" timeOffset="46568.17">27024 7273 1469 0,'-23'-27'260'0,"-2"0"-13"16,-9-5-23-16,2 8-35 0,2 6-24 0,2 6-21 0,2 6-23 0,3 7-19 15,4 6-1-15,2 5-13 0,1 5-5 0,3 4-11 0,1 3-9 16,4 3-1-16,2 7-15 0,4 2-1 0,3 7-5 0,4 4-4 0,4 4-1 15,5 7-4-15,4 5-17 0,5 5 17 0,4 5 8 0,5 3-6 16,3 4 12-16,4 3-25 0,-1-1-13 0,1 2 0 0,0-1 7 0,-2-3-5 16,-3-1-8-16,-5-2 0 0,-4-1-12 0,-8-3-1 0,-5 1-9 0,-5-2-28 15,-5-3-38-15,-6-1-53 0,-5-5-75 0,-3-2-216 0,-8-5-516 16,-5-3-84-16,-3-3 227 0</inkml:trace>
  <inkml:trace contextRef="#ctx0" brushRef="#br0" timeOffset="76904.64">10224 9824 352 0,'-17'-12'45'0,"-2"0"-32"15,-3 0 34-15,4 4-11 0,5 2-5 0,3 1-13 0,0 1-4 16,2 1 1-16,1 0-4 0,0 0-1 0,-1 2-1 0,-1-1-4 0,-1 1-2 15,0 0 0-15,-2 0 0 0,0 0-2 0,1-1 1 0,-3 2-2 0,0-1 1 16,-1 0 1-16,0 0-1 0,-4 0 0 0,-1 0 1 0,0 1 0 16,-3 1 0-16,0-1 2 0,1 0 2 0,0 0 2 0,2-1 4 0,2 0 0 15,1-1 2-15,2 0 0 0,2-1 1 0,5-1 1 0,2-1-3 0,2-1 3 16,4-2-6-16,2-2-2 0,5-3-2 0,2 0-5 0,6-5 1 16,7-4 0-16,4-1-1 0,8-6 2 0,4 0-7 0,6-4 1 0,4 3 9 15,3-2 3-15,2 2 8 0,1 1 1 0,4 1-5 0,2 0-4 16,4 0 2-16,3 2-1 0,3 1 1 0,1 2 0 0,2 2-3 0,1 1 1 15,1 4-2-15,1 1 1 0,2 2 3 0,1 3 2 0,3 2-2 0,2 3-3 16,-1 2 0-16,3 2-6 0,-1 0 1 0,2 0 0 0,1 2-6 16,-2 1-1-16,0 3 2 0,-2 1 1 0,2 2 2 0,-1 1 2 0,3 1-4 15,-2 2-3-15,-5 1 0 0,-2 3 1 0,-5 3-2 0,-4 2 0 0,-3 5 3 16,-2 1-3-16,-5 3 3 0,0 2-3 0,-1 2-3 0,-1 1 1 16,-3 2 5-16,-1 1 4 0,-1 3-2 0,-2 0 3 0,-1 1-5 0,-1 2-3 15,-3 0 2-15,-2 1 1 0,-4 1 1 0,-3 0-3 0,-4-3 0 16,-5 0-2-16,-5-1-3 0,-1 1 5 0,-4-4-4 0,-4-1 8 0,-1 0 3 15,-4-2 0-15,-5 1 6 0,-2-4-2 0,-4 0 2 0,-4-3 2 0,-2-2 1 16,-4 1 3-16,-5-1-1 0,-3-2 4 0,-5 1 2 0,-5-4-1 16,-6-2-2-16,-7-1 0 0,-6-3-5 0,-6 0-7 0,-7-1-10 0,-5-2-14 15,-6-1-11-15,-6-3-14 0,-5 1-4 0,-6-2-2 0,-3-1 5 0,-3-2 14 16,-4 0 12-16,-3-2 12 0,-1 1 11 0,-4-2 11 0,1 1 11 16,0 1 23-16,1 1 4 0,0 2 10 0,5 0 4 0,5 2-3 0,4 0 8 15,9 0 0-15,7-3-6 0,5 2-8 0,6-1-18 0,5 3-7 16,3 1-8-16,2 0-8 0,6 0 0 0,4-1-2 0,7-1-3 0,7 0 3 15,7-4-3-15,6-1-3 0,6-1-1 0,4-2-10 0,5 0-8 0,1 0-2 16,3-2-8-16,1 1 6 0,3 0 1 0,2 0 5 0,4-2 5 16,2-1 0-16,3-1 5 0,3-5 3 0,2-2-3 0,1-2 0 0,2-3-5 15,1-1 0-15,0-1 5 0,4-1 0 0,-2-1 2 0,0 2 0 16,0-2-7-16,-4 0 0 0,1 1-3 0,0 0-1 0,1 1 0 0,-1-1 0 16,-1 3-7-16,0-1 2 0,0 2-3 0,-1 1-3 0,-1 2-5 0,-1 0-5 15,-1 1-5-15,0 1-8 0,-1 1 1 0,-2 2-12 0,-1 1-2 0,0 1 0 16,0 2-4-16,-3 0-3 0,2 1-6 0,-2 0-2 0,1 1 0 15,-1 1 5-15,-2 0 6 0,1 0 3 0,0 1 6 0,1-2 1 16,2 2-4-16,0-1-4 0,4 1-6 0,3-1-5 0,0 0-1 0,4-1 12 16,1 0-65-16</inkml:trace>
  <inkml:trace contextRef="#ctx0" brushRef="#br0" timeOffset="77634">3908 10587 83 0,'-25'-2'-10'0,"-1"0"13"0,-6 1-2 16,7 2 1-16,5 1-1 0,2 1 0 0,3 1-1 0,1 0-3 0,2 2-2 15,1 2-7-15,2 0-11 0,2 1-14 0</inkml:trace>
  <inkml:trace contextRef="#ctx0" brushRef="#br0" timeOffset="78954.11">3620 10682 54 0,'-8'0'37'0,"-1"2"-2"0,-1 0-2 0,0 2-8 15,3 1-2-15,0-1-9 0,2 2-3 0,-1-1-3 0,2 0-5 0,2-1-2 16,0 1-1-16,3-1-3 0,1 1 1 0,1-2-1 0,2 0 3 0,2-2-1 15,0 0 1-15,3-2 2 0,0-1-1 0,2-1 1 0,0-3-1 0,0 1 0 16,2-1 1-16,-2-1 0 0,0-1 2 0,-1 0-2 0,-1-2 1 16,1 1 0-16,-1 0 1 0,0-1 0 0,0 2 0 0,-2-2 1 0,0 1 3 15,-2 2 9-15,-1 0 4 0,-1 1 4 0,-1 0 2 0,0 0-6 16,0 1-3-16,0 2-2 0,0 1-4 0,0 2 3 0,1 0 1 0,-1 2 2 16,1 1 2-16,0-1 0 0,1 3 1 0,0 2-2 0,1 0 1 0,0 1-3 15,2 0 2-15,-1 1 2 0,2-1 0 0,-1-1 2 0,1-1 1 16,0 0 1-16,0-1-4 0,2 0-1 0,1-2 0 0,1 0-4 0,0-2 5 15,-1-1 0-15,0 0 1 0,1-1 1 0,0-1 4 0,0 0 0 0,-1-2 0 16,1-1 2-16,0-1-4 0,-1-2 2 0,1 1-1 0,-1-2-1 16,1-3-2-16,0 1 0 0,0-2-1 0,0 0-1 0,-1-1 4 0,2 0-5 15,0 0-2-15,0 1-1 0,-3 1-5 0,0 0 4 0,-1 1-1 0,-1 0-3 16,0 1 3-16,-1 2-5 0,0 0-3 0,0-1-2 0,2 2-7 16,0 1-2-16,1 2 0 0,-1 1 0 0,-1 3 5 0,-1 1 3 0,0 2 1 15,1 1 2-15,0 2 5 0,0 3 6 0,0 1 4 0,-2 1 4 16,-1 2-2-16,-1 1-1 0,0 1-1 0,2-2-6 0,-1 0-4 0,0 0-8 15,2-2 0-15,0-1 3 0,2-1-1 0,0-2 3 0,4-2 0 0,1-2-2 16,1-2 4-16,0-2-1 0,1-4-1 0,1-1 3 0,2-3-6 16,1-2 3-16,2-2-4 0,0-2-1 0,0-1 1 0,0-5 3 0,-1-1-3 15,0-1 0-15,-2-2 3 0,-3-1-5 0,0 2 8 0,-2 1-1 16,-1 2-2-16,-3 2 2 0,-1 2 2 0,-1 0 3 0,0 6 10 0,-2 0 4 16,-1 3 4-16,-2 3-3 0,-2 2-3 0,0 2-8 0,0 3 1 0,1 1 2 15,0 4-3-15,0 3 9 0,1 3-1 0,0 2-4 0,0 4 0 16,1 1-9-16,2 1-4 0,2 1-4 0,0 0 0 0,3-1-4 0,-1-1 6 15,3-1-3-15,3-5-3 0,1 0 1 0,1-1 1 0,4-3-5 0,-1-3 4 16,1-2-3-16,4-3-2 0,-2-2 8 0,3-3-2 0,-2-2-2 16,2-2-1-16,1-2-1 0,-2-1 5 0,0-2-3 0,-3-1 3 0,-1 1 1 15,-2-4-2-15,1 0 0 0,-1 0 2 0,-3 1-3 0,0 1-3 0,-1 3 5 16,-2 1-7-16,-3 4 7 0,-1 1 5 0,0 2-3 0,-2 2 1 16,-1 0 0-16,0 2-3 0,-1 1 8 0,1 3 5 0,1 1-3 0,1 1 0 15,0 3-6-15,1 1 3 0,2 0-3 0,0 1-3 0,4-1 2 16,1 0-4-16,1 1 4 0,0-3 0 0,4-1-4 0,0-2 2 0,0-2-6 15,2-1 3-15,-2-1-3 0,0-2 0 0,1 0 2 0,0-3 2 0,0 0 1 16,0 0-2-16,-1-3 0 0,0-1-4 0,-1-1-1 0,1-1 4 16,-1 2 4-16,-1 1-2 0,-1 0-1 0,-2 2-3 0,-2 2-1 0,-1 0 1 15,-2 1-2-15,-1 1 5 0,-1 0 2 0,1 0 0 0,0 1 1 0,-1 1-5 16,2 0-1-16,0 1 3 0,2-1-3 0,3-1 0 0,1 0 2 16,0-1 3-16,3-1-5 0,1-1 3 0,3-1-3 0,2-2 0 0,-1 1 4 15,1-3 1-15,-1-2-8 0,3 1 3 0,-2-3-2 0,2-1 5 0,-3-1 4 16,0-2-4-16,-3-1 3 0,-1 1-5 0,1-1 3 0,-2-2-4 15,0 1 1-15,-2 0 2 0,-3 4-3 0,-1 2 10 0,-3 2-10 0,-2 3 1 16,-2 1 7-16,-1 2-5 0,-2 2 13 0,-1 1 4 0,0 1 5 16,-1 2 7-16,2 2-6 0,-1 1-1 0,2 3-9 0,4 2-3 0,-1 1-2 15,4 3-9-15,2 2 1 0,1 0 4 0,3-1-9 0,3 1 5 0,2-1-1 16,1-2-5-16,1-2 6 0,-1-1 0 0,3-2-3 0,0-3 0 16,1-2 2-16,-2-2-4 0,-2-2 2 0,-1-2 2 0,-3-1-2 0,0-2 0 15,0 1 2-15,-3-3 1 0,1 0-2 0,0-1 4 0,-2-1-1 0,1-2-1 16,-1 0 3-16,0 1-1 0,-2 0 2 0,0 1-1 0,0 1 6 15,-4 0-2-15,1 1 1 0,-1 1-1 0,-2 2-2 0,1 1 2 0,-2 2-5 16,1 1 5-16,1 1-8 0,1 1-1 0,2 3 1 0,0 1 0 16,3 2-1-16,1 2 1 0,1-3 0 0,0 3-6 0,1-1 6 0,1 0 3 15,0 1-5-15,2-2 2 0,-1 0-4 0,-2-1-1 0,0-1 1 0,-2-1 2 16,-1-1-2-16,-2-2-1 0,0-1 1 0,-1-1 2 0,-1-1 5 16,1 0 0-16,-1-1-1 0,0 1 1 0,-1-1 1 0,-2 0 3 0,1 1-8 15,1 0-1-15,-1 1-3 0,1 2 0 0,-1 0 1 0,2 2 4 0,1 0-1 16,-1 2 8-16,1 2-4 0,0 1 1 0,2 2 0 0,1 0-8 15,1 1 5-15,1 0-8 0,0-1 9 0,0 0-6 0,-1-2 2 0,1 0 2 16,-1-2-2-16,-2-1 6 0,0-2-4 0,-1 0-2 0,0-3 2 0,-2-1-2 16,0-2 6-16,-2-2 6 0,0 0-2 0,0-2-1 0,0-2 4 15,2-1 4-15,0-2 9 0,0-2-4 0,0-3 2 0,-2-3-3 0,2 1-9 16,0-4-4-16,0-1 6 0,-1-1-5 0,-1-2-2 0,2-1-2 16,-1-2-1-16,0 0-1 0,0-2-20 0,-2 2 11 0,1-4-6 0,0 0 5 15,0-2 20-15,0-1-8 0,-1 0 0 0,-1-1-5 0,0 2 0 16,-2 0 2-16,0-1-1 0,-3-2-4 0,0 0 5 0,-4 1 3 0,-1-1-5 15,-4 2-2-15,-2-1-1 0,-3-3-23 0,-3 2 8 0,-5-3 5 0,-3 0-3 16,-6 0 13-16,-4-1-13 0,-5 0-1 0,-6 1-5 0,-4 1-2 16,-7-2-1-16,-6-1-14 0,-6-2-8 0,-6-4-10 0,-5 0 1 0,-2-2-14 15,-6-1 10-15,-4-1-5 0,-5-1-2 0,-5 0 18 0,-7 0 1 16,-3 3 9-16,-4 0 3 0,-9 4-5 0,-6 4-4 0,-8 4-6 0,-7 8 1 16,-9 4 6-16,-3 7 5 0,-6 5 12 0,-3 7 5 0,-1 7 2 0,-6 8 4 15,-2 9-2-15,-4 8 5 0,-4 11 2 0,-3 10 3 0,-1 10 4 16,-3 10 1-16,-1 10-8 0,0 7-1 0,0 9 9 0,2 7-1 0,7 6 8 15,9 0 2-15,11 1-13 0,12-2-1 0,15-3 8 0,14-1 1 0,16-3 2 16,15-4 2-16,16-4-9 0,12-7-2 0,16-7-9 0,15-7-5 16,13-5 5-16,15-5-7 0,15-6-5 0,10-6-3 0,12-7-18 0,9-9 3 15,11-8-6-15,8-9-3 0,9-11-14 0,6-8-43 0,4-7-50 0,6-6-43 16,-1-3-41-16,2-4-5 0,1-3-131 0</inkml:trace>
  <inkml:trace contextRef="#ctx0" brushRef="#br0" timeOffset="80422.66">16935 10751 678 0,'-6'-3'290'0,"3"0"-193"0,0-2-85 15,2 0-32-15,1 1-31 0,2-1-29 0,3-1-13 0,4 1 1 16,1-1 19-16,3-1 21 0,2 1 17 0,1-1 10 0,3 1 5 0,0-1 3 16,1 1 1-16,2-1 0 0,1 0 3 0,-1 2 4 0,1-2 2 0,1 0 6 15,0 1 1-15,3 0 3 0,-1 0 2 0,2 0 1 0,-1 2 4 16,0-1 4-16,2 0 9 0,2 1 4 0,2 2 6 0,3-1 0 0,1 0-1 16,3 1 0-16,3 0-2 0,2 2 1 0,4 1 0 0,1 0-6 15,2 2-4-15,2 1-4 0,1 0-1 0,2 2 1 0,1 1 6 0,1 1 11 16,2 0 6-16,3 0 13 0,1 2-1 0,0-1-4 0,0 0-1 0,2 0-1 15,-2 0 4-15,2 0-1 0,2 1-4 0,0 0-8 0,3 1-1 16,2 1-7-16,-1 0-2 0,0 1-2 0,2-1-13 0,-2-1 1 0,2 1-3 16,-1-1-2-16,-1 0 4 0,0 0-3 0,-1-2-6 0,-3-2 1 15,-1 0-3-15,-1-2 3 0,2-2-2 0,2 0-2 0,1-2 2 0,1-2-1 16,-2-2-4-16,0-2-3 0,-1-2-2 0,-1 0-5 0,1-2 7 0,-3-3 4 16,-3 0 7-16,-3 0-2 0,-3-2 6 0,-4 2 9 0,-3-4 2 15,-2-1 17-15,-4 0 5 0,-4-1 12 0,-2-1 15 0,-4-1 10 0,-3 1 7 16,1-1 2-16,-3-1-4 0,-1 1-17 0,-2-3-8 0,-4-1-16 15,-1-2-11-15,-3-2-11 0,0 1-15 0,-2-3-11 0,-3 1-7 0,-3-1-7 16,-4-1-1-16,-4-1 2 0,-4 0-3 0,-4-2 3 0,-5 1 2 0,-6-2-5 16,-4-2 10-16,-5 1-1 0,-7-3 2 0,-4 1 1 0,-9 0-1 15,-5-3 1-15,-7-1-1 0,-6-2 1 0,-7-4 8 0,-5 1 2 32,-5-2 2-32,-4 0 0 0,-1 1-13 0,-2 0 8 0,0 0 8 0,-1 4 6 0,1 1 11 0,-1 0-10 0,1 4 0 0,-1 0-8 0,0 0-4 0,-1 0 1 15,-5 1-2-15,-3 0 0 0,-4 2 1 0,-4 1-1 0,-1 1 2 0,2 2 3 16,0 4 7-16,4 1-6 0,2 6 3 0,1 2 9 0,-2 5-6 15,-1 4 10-15,-2 4-8 0,-3 4-13 0,-3 3-1 0,-2 4-12 0,1 5 2 16,0 4 16-16,2 5 4 0,0 4 11 0,3 4 3 0,0 3-9 0,2 4 5 16,3 2 9-16,7 3 1 0,4 4-2 0,8 1-11 0,7 3-3 0,7 4-7 15,6 0 0-15,6 5-7 0,6 2-11 0,6 2 8 0,6 0-5 16,4 0 2-16,8 2 6 0,4 0-11 0,3 0 1 0,3-3 3 0,4 0 2 16,3-5-3-16,3-2 4 0,2-3-9 0,1-4 6 0,3-2 5 15,1-3 2-15,3-1 6 0,1-2-6 0,3-1 2 0,2 1-2 0,0-2 6 16,1 1 2-16,1-3-7 0,1 0 5 0,2-5 1 0,-1 0-6 0,0-2 2 15,2 0-4-15,0-2-6 0,0 1-5 0,0-1-8 0,0-3-14 16,-1 1-20-16,0-2-26 0,2-2-18 0,1 1-29 0,2 0-41 0,4-1-66 16,2 0-53-16,5-2-22 0,1 0-3 0,7-2 37 0,6 1 65 15,7-2-10-15</inkml:trace>
  <inkml:trace contextRef="#ctx0" brushRef="#br0" timeOffset="82338.95">4212 11243 131 0,'1'-11'-22'0,"2"-1"27"0,3-4 6 0,4 3 4 0,1-2 3 15,4-2 0-15,0 1 2 0,3-4 0 0,0 0 3 0,3-1 1 0,1 2-4 16,0 0 0-16,4 0-1 0,-1 2-1 0,2-1 0 0,-1 1-4 15,0 0 1-15,0 0-4 0,0-1 4 0,2 0 0 0,-2 3-3 0,2-2 1 16,-1 1-1-16,-1-1-1 0,4 0 2 0,0 1 2 0,3-1 4 16,2 0 3-16,1 0 3 0,3-2 3 0,-1 0 6 0,3 1-2 0,2 0-2 15,0 0-6-15,1 2-9 0,4 0-2 0,0 0-4 0,2-1 6 0,4 3 1 16,1-2 5-16,4 0 2 0,3 1 0 0,0 1-4 0,3 0-2 0,1 1 2 16,3 0-1-16,2 1 1 0,0-1 3 0,1 1-6 0,1 1 0 15,0 0-2-15,1 3-2 0,1 1-4 0,-2 1 0 0,2 2 1 0,1 0 1 16,-1 0-2-16,1 2-1 0,-1 1 1 0,1 1-3 0,1 0 3 15,-1 3-3-15,3 1-3 0,-2 2-1 0,-2 2 0 0,-2 2 0 0,-1 3-1 16,-3 5 0-16,-3 3 1 0,0 1-3 0,-5 3 0 0,-1 0-1 0,0 2-2 16,-2 3 5-16,-1 3-4 0,-1 1 1 0,-2 5 1 0,0-2-7 15,-1 2 12-15,0 2-1 0,-2-2 0 0,-1 1 7 0,-2 0-6 0,-1-1-2 16,1 2 2-16,-4 0-2 0,0 1-1 0,-3 0 1 0,-4 1-5 0,-2-2 3 16,-2 2-4-16,-4 1 9 0,-1 0-2 0,-3 1 1 0,-3 0 10 15,-1 3-6-15,-5-1 9 0,-2 1 4 0,-3 2-6 0,-3 1-1 0,-4 1-5 16,-3-1-3-16,-4 0 1 0,-4 1-2 0,-5 2 1 0,-4-1-6 15,-5 1-4-15,-5 2 3 0,-3-4 3 0,-7 0 1 0,-1-1 6 0,-4-1-3 16,-6-1 0-16,-3 0-3 0,-4-4-2 0,-4-4 0 0,-2-1 4 0,-2-2 5 16,-3-3 1-16,-2-1 7 0,-3-4 8 0,-2-1 8 0,-3-4 13 15,-1 0 6-15,-3-3-7 0,1-4-1 0,-2-2-11 0,0-2-10 0,-1-3 4 16,0-2-1-16,0-5 10 0,0-2 3 0,0-2-10 0,-1-1-6 16,1-2-6-16,-2 0-5 0,2-4 0 0,2 0 3 0,0-2-3 0,1-1 2 15,1 0 0-15,2-2-1 0,2 1-5 0,2-1 2 0,3 0 4 0,4-1-1 16,2 0 2-16,3 1-11 0,3-2-8 0,0 0-2 0,3 2 5 15,3-1 8-15,2 2 4 0,3-1 4 0,4-2-5 0,1 1 5 0,3 0 0 16,3-2-4-16,0 0 0 0,6 1-6 0,1-2-5 0,2 0 1 0,5-1-4 16,-1-1-2-16,3 1-2 0,3-1-5 0,1-2 5 0,0 0 3 15,1 0 0-15,4-2-3 0,0 2 0 0,2-2-4 0,2 1 6 0,-1 2-2 16,1 0 3-16,2 1 2 0,-1 1 0 0,0 3 0 0,0-1 1 0,0 1 2 16,-1 1-1-16,1 1 3 0,0 0 2 0,-1 2-6 0,0 0 2 15,0 2-2-15,1 0-3 0,0 2 3 0,0 0 1 0,2 0-7 0,-2 2 1 16,2-1 4-16,0 2-4 0,0 1 5 0,0-1-13 0,1 2 6 15,0 0-11-15,1 0 0 0,1 0 21 0,-1 1-13 0,2 1 6 0,0-1 2 16,0 1-20-16,2 0 14 0,0 0 6 0,0 1-3 0,2 0 12 0,-1 1-16 16,2 0 6-16,-1 2-4 0,-1 0 4 0,2 0 1 0,-1 1 2 15,0 0 0-15,0 1-2 0,0 0 2 0,-1 1-3 0,1 1 0 0,-1-1-1 16,1 2-2-16,0-2 1 0,-2 2 2 0,1-1 0 0,-2 0 5 0,1 0-1 16,-1-2-2-16,0 1 0 0,0-1-2 0,0 0 4 0,-1-1 0 15,1-1 0-15,-2-1 0 0,2-1-3 0,-2 0 0 0,1 0 4 0,0-1-1 16,-1 0 2-16,0-1-4 0,-1 0 4 0,1-2 0 0,0 0 5 0,0 0 0 15,0 0 0-15,-1 0-5 0,0-1-2 0,0 0 3 0,1 0-4 16,-1 0 3-16,-1-1 0 0,1 1-1 0,-1-1 0 0,0 1-3 0,0 1 2 16,0-1-4-16,0 1 1 0,-1 0-1 0,2-1-2 0,-2 2-3 15,1-1-26-15,0 1-24 0,1 0-23 0,-1 1-26 0,1 0-14 0,1 1-10 16,0 1-10-16,2 0 2 0,0 1 2 0,1 1 1 0,2 2-3 0,1 1-1 16,1 0 15-16,3 1-70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62FA-93CC-9337-CAF2-7AC53D6FD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EE853-8A79-8416-66C1-A5D7AC202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2F70E-6A27-35F4-1B9E-5C5741D8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98E60-A416-0264-F44D-2A74E5504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5AEF3-5F08-BDEF-9F75-6D01DD0DA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6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401D-989E-4EE9-5CAC-1349C073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DEA25-4550-2DED-F22D-F5C85E5E6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23EB2-9507-7950-9A66-3D79CBDDE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DA4F7-D5C6-FA69-D530-B8F0F131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B7584-184F-6E32-FEED-D65CC4A2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BBAE4-02E5-C3D1-2660-6A72CDCB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7E650-F784-7DBB-5E4C-A36C91135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6FC27-B9BC-8D9E-CE8D-D9CB9DE6A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56CB5-C51A-D3C6-CBCB-F9DA9BDF9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C59DA-48EB-E567-A01A-9AE44B88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9489-0753-6BFC-BB1C-BCEA0F4F6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D9B8A-EE7F-96EC-3035-B5B63F872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8CA56-1EC3-B01C-FF0C-981D5F000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E8C09-1924-47FE-6653-9166A6FCA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EABCF-CF4F-762F-B462-05438EA2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B28DD-614D-0776-5E46-71C2D37C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07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1DF17-3445-CCDA-8120-DDB403A6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662FC-6121-AB62-0850-D8BDF93F3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155534-7D7F-59FB-13E0-D4630F1E8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BAA44-C7D2-25DB-69F9-0082ECE63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CEE35-A7E2-18D3-A789-7C2520B62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A23925-A181-9D6B-5B8A-E3488CF01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43A29-51F5-A16E-E6FB-CB27AFFFE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FA4812-F9FD-7155-B9FC-DB488BB2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2076-43FE-8773-2C5F-D13C52E9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C1BC12-8846-8AE8-3654-2EEEF436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2469F-74FA-8241-7C45-7F7169E6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5532B-D759-5F48-EB3B-3EEB293F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1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9A2FA-3CAD-EC08-23D2-63B04D10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681AD-F528-DCF0-D3C7-0FBD29C9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1C3BE-9352-B104-92BF-46C161B9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42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D153F-1FE8-5DB3-FFA5-AA5FC5E6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F10F4-9260-6C28-2CAF-8BB976209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E1D8E-4FC2-6985-527E-B77DCA295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94D3E-494F-267F-542F-E12F1664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C9D9D-9951-BD3D-54C7-6E28BE0F3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29422-FE05-607A-3557-C718CA15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92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0F4BE-CF91-3331-87B1-46E83CE6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C77E9-EBBD-E4B9-3645-52E8CCC5B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FD895-309E-4F4A-C480-31BE30210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CDAA5-ADD7-EAE2-D3C0-29A6B8C83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1ED97-EF4F-66B0-0EA9-679CADBC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6E6EE-572B-9A2B-1A4E-5722F42E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07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5E5C1-DAAA-C7C1-0A4C-C149CE843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37065-36CC-A8E6-8B31-127E2FD17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D4435-7EFF-81E2-7472-DE470127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F6BCA-8E19-AB28-3A00-95C8D18F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8A79B-ED0E-CFAF-D29F-A595B440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21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F90D7A-5A51-362A-0D82-AAEB730438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D36D4-4BC5-1268-FDD2-0A69B33EF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BF06B-9E81-54F4-1FEB-C33521F13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17F78-8659-3937-2B20-8E53F2A7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292EA-0974-C62C-F03F-E94D404A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4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490AE1-F4DA-18D9-1974-DFE40415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E6E0E-1406-FEEB-9488-621AB420E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8C866-A55A-C051-E7FB-F4E4B0B2E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C6BE7-CE04-48D8-836C-A108182860A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94A15-376B-0679-7323-560974306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D24AE-6439-07E5-3424-5A794F7EA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0097E-8D3D-46FA-8E7A-B3D72BC6C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64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C054-2CEF-071E-8BD8-2C0D3E8D4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Modular Programming(9-dars)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6404E-A946-ED00-FAAB-1AE6D50DD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8732"/>
            <a:ext cx="9144000" cy="569068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13E298-D274-B93F-D8EA-EF59238F118A}"/>
                  </a:ext>
                </a:extLst>
              </p14:cNvPr>
              <p14:cNvContentPartPr/>
              <p14:nvPr/>
            </p14:nvContentPartPr>
            <p14:xfrm>
              <a:off x="3711240" y="4779360"/>
              <a:ext cx="164160" cy="27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13E298-D274-B93F-D8EA-EF59238F11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01880" y="4770000"/>
                <a:ext cx="182880" cy="4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2320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298C-8455-10A7-A130-F1858356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B111D-94C6-EDF4-EF03-6E0E250F4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3: Discussion</a:t>
            </a:r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Data Preprocessing Pipeline:</a:t>
            </a:r>
          </a:p>
          <a:p>
            <a:pPr lvl="1"/>
            <a:r>
              <a:rPr lang="en-US" dirty="0"/>
              <a:t>Manual</a:t>
            </a:r>
          </a:p>
          <a:p>
            <a:pPr lvl="1"/>
            <a:r>
              <a:rPr lang="en-US" dirty="0"/>
              <a:t>Auto</a:t>
            </a:r>
          </a:p>
          <a:p>
            <a:r>
              <a:rPr lang="en-US" dirty="0"/>
              <a:t>Data Preprocessing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Model Training Pipeline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13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 3: Discussion</a:t>
            </a:r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CB3F-A844-9F09-6E68-BA5A4522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D923-013E-155B-0E9A-69A707D0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012459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298C-8455-10A7-A130-F1858356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B111D-94C6-EDF4-EF03-6E0E250F4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3 </a:t>
            </a:r>
            <a:r>
              <a:rPr lang="en-US" dirty="0" err="1"/>
              <a:t>xolati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savol</a:t>
            </a:r>
            <a:r>
              <a:rPr lang="en-US" dirty="0"/>
              <a:t>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Pipeline in ML:</a:t>
            </a:r>
          </a:p>
          <a:p>
            <a:pPr lvl="1"/>
            <a:r>
              <a:rPr lang="en-US" dirty="0"/>
              <a:t>Data Loading</a:t>
            </a:r>
          </a:p>
          <a:p>
            <a:pPr lvl="1"/>
            <a:r>
              <a:rPr lang="en-US" dirty="0"/>
              <a:t>Data Preprocessing</a:t>
            </a:r>
          </a:p>
          <a:p>
            <a:r>
              <a:rPr lang="en-US" dirty="0"/>
              <a:t>Manual </a:t>
            </a:r>
            <a:r>
              <a:rPr lang="en-US" dirty="0" err="1"/>
              <a:t>Preprocessingda</a:t>
            </a:r>
            <a:r>
              <a:rPr lang="en-US" dirty="0"/>
              <a:t> </a:t>
            </a:r>
            <a:r>
              <a:rPr lang="en-US" dirty="0" err="1"/>
              <a:t>muammolar</a:t>
            </a:r>
            <a:endParaRPr lang="en-US" dirty="0"/>
          </a:p>
          <a:p>
            <a:r>
              <a:rPr lang="en-US" dirty="0"/>
              <a:t>Auto Pipeline</a:t>
            </a:r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E0C696-F812-93EA-EA48-4D7DF5B5A8A4}"/>
                  </a:ext>
                </a:extLst>
              </p14:cNvPr>
              <p14:cNvContentPartPr/>
              <p14:nvPr/>
            </p14:nvContentPartPr>
            <p14:xfrm>
              <a:off x="1095120" y="2650320"/>
              <a:ext cx="5683680" cy="2509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E0C696-F812-93EA-EA48-4D7DF5B5A8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5760" y="2640960"/>
                <a:ext cx="5702400" cy="252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054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D03C5-5202-ECF7-CA58-ACFA0C064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B5CE-559D-75E1-145C-BF5C2B21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E9152-C317-C656-ABEC-AED6FD3FD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ColumnTransformer</a:t>
            </a:r>
            <a:r>
              <a:rPr lang="en-US" dirty="0"/>
              <a:t>:</a:t>
            </a:r>
          </a:p>
          <a:p>
            <a:r>
              <a:rPr lang="en-US" dirty="0"/>
              <a:t>Barcha transformation </a:t>
            </a:r>
            <a:r>
              <a:rPr lang="en-US" dirty="0" err="1"/>
              <a:t>avtomatik</a:t>
            </a:r>
            <a:r>
              <a:rPr lang="en-US" dirty="0"/>
              <a:t> </a:t>
            </a:r>
            <a:r>
              <a:rPr lang="en-US" dirty="0" err="1"/>
              <a:t>kechadi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Numeric → Missing </a:t>
            </a:r>
            <a:r>
              <a:rPr lang="en-US" dirty="0" err="1"/>
              <a:t>values,MinMaxScaler</a:t>
            </a:r>
            <a:r>
              <a:rPr lang="en-US" dirty="0"/>
              <a:t>, </a:t>
            </a:r>
            <a:r>
              <a:rPr lang="en-US" dirty="0" err="1"/>
              <a:t>StandardScaler</a:t>
            </a:r>
            <a:endParaRPr lang="en-US" dirty="0"/>
          </a:p>
          <a:p>
            <a:pPr lvl="1"/>
            <a:r>
              <a:rPr lang="en-US" dirty="0"/>
              <a:t>Categorical → Missing values, </a:t>
            </a:r>
            <a:r>
              <a:rPr lang="en-US" dirty="0" err="1"/>
              <a:t>OneHotEncoder</a:t>
            </a:r>
            <a:r>
              <a:rPr lang="en-US" dirty="0"/>
              <a:t>, </a:t>
            </a:r>
            <a:r>
              <a:rPr lang="en-US" dirty="0" err="1"/>
              <a:t>LabelEncoder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BE5C96B-900C-C1D5-1628-7333DFBA4140}"/>
                  </a:ext>
                </a:extLst>
              </p14:cNvPr>
              <p14:cNvContentPartPr/>
              <p14:nvPr/>
            </p14:nvContentPartPr>
            <p14:xfrm>
              <a:off x="1172520" y="1471680"/>
              <a:ext cx="8411400" cy="2935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BE5C96B-900C-C1D5-1628-7333DFBA41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3160" y="1462320"/>
                <a:ext cx="8430120" cy="295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545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D2AAE-8CFD-AAF3-F054-84D158476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B20F-4206-CF98-83E8-541D871C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CAFF6-F415-2989-87D4-4A91443AF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ML: Pipeline</a:t>
            </a:r>
          </a:p>
          <a:p>
            <a:endParaRPr lang="en-US" dirty="0"/>
          </a:p>
        </p:txBody>
      </p:sp>
      <p:pic>
        <p:nvPicPr>
          <p:cNvPr id="1026" name="Picture 2" descr="ML pipelines | Machine Learning | Google for Developers">
            <a:extLst>
              <a:ext uri="{FF2B5EF4-FFF2-40B4-BE49-F238E27FC236}">
                <a16:creationId xmlns:a16="http://schemas.microsoft.com/office/drawing/2014/main" id="{05B65B37-4120-B441-579B-57366498C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658" y="1143572"/>
            <a:ext cx="5616575" cy="553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C519BC-1945-E375-C37E-10E5CD2B1EA8}"/>
                  </a:ext>
                </a:extLst>
              </p14:cNvPr>
              <p14:cNvContentPartPr/>
              <p14:nvPr/>
            </p14:nvContentPartPr>
            <p14:xfrm>
              <a:off x="1521360" y="1128240"/>
              <a:ext cx="9560160" cy="5463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C519BC-1945-E375-C37E-10E5CD2B1E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2000" y="1118880"/>
                <a:ext cx="9578880" cy="548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934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9AEE2-4DB6-46E6-180E-64958152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FDAD2-6A97-2934-D005-DBA9C601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C7D9F-88E0-C919-56DC-97C6CE5DF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Asosiy</a:t>
            </a:r>
            <a:r>
              <a:rPr lang="en-US" dirty="0"/>
              <a:t> +:</a:t>
            </a:r>
          </a:p>
          <a:p>
            <a:pPr lvl="1"/>
            <a:r>
              <a:rPr lang="en-US" dirty="0"/>
              <a:t>Production-ready</a:t>
            </a:r>
          </a:p>
          <a:p>
            <a:pPr lvl="1"/>
            <a:r>
              <a:rPr lang="en-US" dirty="0"/>
              <a:t>Clean &amp; maintainable</a:t>
            </a:r>
          </a:p>
          <a:p>
            <a:pPr lvl="1"/>
            <a:r>
              <a:rPr lang="en-US" dirty="0"/>
              <a:t>Automatic handling of new data inputs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8AD03E-0210-1576-E354-101D9E8495B9}"/>
                  </a:ext>
                </a:extLst>
              </p14:cNvPr>
              <p14:cNvContentPartPr/>
              <p14:nvPr/>
            </p14:nvContentPartPr>
            <p14:xfrm>
              <a:off x="1915560" y="2873520"/>
              <a:ext cx="53640" cy="3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8AD03E-0210-1576-E354-101D9E8495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6200" y="2864160"/>
                <a:ext cx="72360" cy="2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1320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2F40A-97CA-07C9-7D38-F9587AA7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9410-1A8F-8000-3E07-074DFDAC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F5BF2-075A-F761-05D9-D36B099C3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componentlar</a:t>
            </a:r>
            <a:r>
              <a:rPr lang="en-US" dirty="0"/>
              <a:t>:</a:t>
            </a:r>
          </a:p>
          <a:p>
            <a:r>
              <a:rPr lang="en-US" dirty="0" err="1"/>
              <a:t>ColumnTransformer</a:t>
            </a:r>
            <a:r>
              <a:rPr lang="en-US" dirty="0"/>
              <a:t>– 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ustunlarni</a:t>
            </a:r>
            <a:r>
              <a:rPr lang="en-US" dirty="0"/>
              <a:t> </a:t>
            </a:r>
            <a:r>
              <a:rPr lang="en-US" dirty="0" err="1"/>
              <a:t>birgalikda</a:t>
            </a:r>
            <a:r>
              <a:rPr lang="en-US" dirty="0"/>
              <a:t> </a:t>
            </a:r>
            <a:r>
              <a:rPr lang="en-US" dirty="0" err="1"/>
              <a:t>ketishini</a:t>
            </a:r>
            <a:r>
              <a:rPr lang="en-US" dirty="0"/>
              <a:t> </a:t>
            </a:r>
            <a:r>
              <a:rPr lang="en-US" dirty="0" err="1"/>
              <a:t>taminlaydi</a:t>
            </a:r>
            <a:endParaRPr lang="en-US" dirty="0"/>
          </a:p>
          <a:p>
            <a:r>
              <a:rPr lang="en-US" dirty="0"/>
              <a:t>Pipeline---Preprocessing + </a:t>
            </a:r>
            <a:r>
              <a:rPr lang="en-US" dirty="0" err="1"/>
              <a:t>Algorithmni</a:t>
            </a:r>
            <a:r>
              <a:rPr lang="en-US" dirty="0"/>
              <a:t> </a:t>
            </a:r>
            <a:r>
              <a:rPr lang="en-US" dirty="0" err="1"/>
              <a:t>birlashtiradi</a:t>
            </a:r>
            <a:endParaRPr lang="en-US" dirty="0"/>
          </a:p>
          <a:p>
            <a:pPr lvl="1"/>
            <a:r>
              <a:rPr lang="en-US" dirty="0"/>
              <a:t>Automates workflow, reproducible, deployable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AFFA5D1-6B45-CA0B-3A46-9074C7DED042}"/>
                  </a:ext>
                </a:extLst>
              </p14:cNvPr>
              <p14:cNvContentPartPr/>
              <p14:nvPr/>
            </p14:nvContentPartPr>
            <p14:xfrm>
              <a:off x="1119240" y="1971360"/>
              <a:ext cx="10555200" cy="3867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AFFA5D1-6B45-CA0B-3A46-9074C7DED0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9880" y="1962000"/>
                <a:ext cx="10573920" cy="388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9574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9C9DF-20D7-A5BD-FC62-1C2ADED1C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646E-09F9-54D1-270B-D6BF466D6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9167A-918D-8641-58B6-3FC74BE7A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componentlar</a:t>
            </a:r>
            <a:r>
              <a:rPr lang="en-US" dirty="0"/>
              <a:t>:</a:t>
            </a:r>
          </a:p>
          <a:p>
            <a:r>
              <a:rPr lang="en-US" dirty="0" err="1"/>
              <a:t>OrdinalEncoder</a:t>
            </a:r>
            <a:r>
              <a:rPr lang="en-US" dirty="0" err="1">
                <a:sym typeface="Wingdings" panose="05000000000000000000" pitchFamily="2" charset="2"/>
              </a:rPr>
              <a:t>LabelEncoder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handle_uknown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Error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Ignore</a:t>
            </a:r>
          </a:p>
          <a:p>
            <a:pPr lvl="2"/>
            <a:r>
              <a:rPr lang="en-US" dirty="0"/>
              <a:t>(</a:t>
            </a:r>
            <a:r>
              <a:rPr lang="en-US" dirty="0" err="1"/>
              <a:t>handle_unknown</a:t>
            </a:r>
            <a:r>
              <a:rPr lang="en-US" dirty="0"/>
              <a:t>='</a:t>
            </a:r>
            <a:r>
              <a:rPr lang="en-US" dirty="0" err="1"/>
              <a:t>use_encoded_value</a:t>
            </a:r>
            <a:r>
              <a:rPr lang="en-US" dirty="0"/>
              <a:t>', </a:t>
            </a:r>
            <a:r>
              <a:rPr lang="en-US" dirty="0" err="1"/>
              <a:t>unknown_value</a:t>
            </a:r>
            <a:r>
              <a:rPr lang="en-US" dirty="0"/>
              <a:t>=-1)</a:t>
            </a:r>
          </a:p>
          <a:p>
            <a:r>
              <a:rPr lang="en-US" dirty="0"/>
              <a:t>One-hot encoder:</a:t>
            </a:r>
          </a:p>
          <a:p>
            <a:pPr lvl="1"/>
            <a:r>
              <a:rPr lang="en-US" dirty="0" err="1"/>
              <a:t>Handle_unknown</a:t>
            </a:r>
            <a:r>
              <a:rPr lang="en-US" dirty="0"/>
              <a:t>=‘ignore’(</a:t>
            </a:r>
            <a:r>
              <a:rPr lang="en-US" dirty="0" err="1"/>
              <a:t>nol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CA24EA-1D1C-9087-006F-743B9BC706EE}"/>
                  </a:ext>
                </a:extLst>
              </p14:cNvPr>
              <p14:cNvContentPartPr/>
              <p14:nvPr/>
            </p14:nvContentPartPr>
            <p14:xfrm>
              <a:off x="1440720" y="2724840"/>
              <a:ext cx="7135560" cy="2586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CA24EA-1D1C-9087-006F-743B9BC706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1360" y="2715480"/>
                <a:ext cx="7154280" cy="260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9221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BDD54-E2ED-70BB-3E50-FA60357C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9814-C005-DBAB-61C1-1B6687D1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F3F0C-8174-9500-55A1-7E3443340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Asosiy</a:t>
            </a:r>
            <a:r>
              <a:rPr lang="en-US" dirty="0"/>
              <a:t> +:</a:t>
            </a:r>
          </a:p>
          <a:p>
            <a:pPr lvl="1"/>
            <a:r>
              <a:rPr lang="en-US" dirty="0"/>
              <a:t>Production-ready</a:t>
            </a:r>
          </a:p>
          <a:p>
            <a:pPr lvl="1"/>
            <a:r>
              <a:rPr lang="en-US" dirty="0"/>
              <a:t>Clean &amp; maintainable</a:t>
            </a:r>
          </a:p>
          <a:p>
            <a:pPr lvl="1"/>
            <a:r>
              <a:rPr lang="en-US" dirty="0"/>
              <a:t>Automatic handling of new data inputs</a:t>
            </a:r>
          </a:p>
          <a:p>
            <a:pPr lvl="1"/>
            <a:r>
              <a:rPr lang="en-US" dirty="0"/>
              <a:t>Automation: Users only provide raw input</a:t>
            </a:r>
          </a:p>
          <a:p>
            <a:pPr lvl="1"/>
            <a:r>
              <a:rPr lang="en-US" dirty="0"/>
              <a:t>Preprocessing is automatic.</a:t>
            </a:r>
          </a:p>
          <a:p>
            <a:pPr lvl="1"/>
            <a:r>
              <a:rPr lang="en-US" dirty="0"/>
              <a:t>Consistency: No risk of forgetting scaling or encoding steps.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0B0045-A398-5943-0EED-56CBA2051FA4}"/>
                  </a:ext>
                </a:extLst>
              </p14:cNvPr>
              <p14:cNvContentPartPr/>
              <p14:nvPr/>
            </p14:nvContentPartPr>
            <p14:xfrm>
              <a:off x="1923480" y="2069280"/>
              <a:ext cx="4892760" cy="1857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0B0045-A398-5943-0EED-56CBA2051F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4120" y="2059920"/>
                <a:ext cx="4911480" cy="187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63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A174-B293-D091-0097-925028462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E372-0406-D2DA-F1C7-56714745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Auto Pipeline: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6437026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D494-1D32-6143-5790-2A8227677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94AA-223D-1188-0613-70252A3A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901285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1DCB3-85F2-5A84-41FF-88C8F6275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74FE1-E0E6-09E3-A48C-A0A87715E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3-Project </a:t>
            </a:r>
            <a:r>
              <a:rPr lang="en-US" dirty="0" err="1"/>
              <a:t>kamchiliklarini</a:t>
            </a:r>
            <a:r>
              <a:rPr lang="en-US" dirty="0"/>
              <a:t> </a:t>
            </a:r>
            <a:r>
              <a:rPr lang="en-US" dirty="0" err="1"/>
              <a:t>ro’yhatini</a:t>
            </a:r>
            <a:r>
              <a:rPr lang="en-US" dirty="0"/>
              <a:t> </a:t>
            </a:r>
            <a:r>
              <a:rPr lang="en-US" dirty="0" err="1"/>
              <a:t>tuzing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taxlil</a:t>
            </a:r>
            <a:r>
              <a:rPr lang="en-US" dirty="0"/>
              <a:t> </a:t>
            </a:r>
            <a:r>
              <a:rPr lang="en-US" dirty="0" err="1"/>
              <a:t>qiling</a:t>
            </a:r>
            <a:endParaRPr lang="en-US" dirty="0"/>
          </a:p>
          <a:p>
            <a:r>
              <a:rPr lang="en-US" dirty="0"/>
              <a:t>9-dars </a:t>
            </a:r>
            <a:r>
              <a:rPr lang="en-US" dirty="0" err="1"/>
              <a:t>uchun</a:t>
            </a:r>
            <a:r>
              <a:rPr lang="en-US" dirty="0"/>
              <a:t> 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/>
              <a:t>Final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Projectni</a:t>
            </a:r>
            <a:r>
              <a:rPr lang="en-US" dirty="0"/>
              <a:t> 12-dars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tayyorlang</a:t>
            </a:r>
            <a:endParaRPr lang="en-US" dirty="0"/>
          </a:p>
          <a:p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fileda</a:t>
            </a:r>
            <a:r>
              <a:rPr lang="en-US" dirty="0"/>
              <a:t> </a:t>
            </a:r>
            <a:r>
              <a:rPr lang="en-US" dirty="0" err="1"/>
              <a:t>kichik</a:t>
            </a:r>
            <a:r>
              <a:rPr lang="en-US" dirty="0"/>
              <a:t> dataset bn </a:t>
            </a:r>
            <a:r>
              <a:rPr lang="en-US" dirty="0" err="1"/>
              <a:t>Pipelinedan</a:t>
            </a:r>
            <a:r>
              <a:rPr lang="en-US" dirty="0"/>
              <a:t> </a:t>
            </a:r>
            <a:r>
              <a:rPr lang="en-US" dirty="0" err="1"/>
              <a:t>foydalangan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preprocessing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1CFC4A-8E31-8A8C-6D5F-77A302C8163E}"/>
                  </a:ext>
                </a:extLst>
              </p14:cNvPr>
              <p14:cNvContentPartPr/>
              <p14:nvPr/>
            </p14:nvContentPartPr>
            <p14:xfrm>
              <a:off x="674640" y="1657080"/>
              <a:ext cx="9114840" cy="2972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1CFC4A-8E31-8A8C-6D5F-77A302C816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280" y="1647720"/>
                <a:ext cx="9133560" cy="299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8739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3126</TotalTime>
  <Words>233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Modular Programming(9-dars)</vt:lpstr>
      <vt:lpstr>Bugun</vt:lpstr>
      <vt:lpstr>Project 3: Discussion</vt:lpstr>
      <vt:lpstr>Takrorlash</vt:lpstr>
      <vt:lpstr>Takrorlash</vt:lpstr>
      <vt:lpstr>Auto Pipeline</vt:lpstr>
      <vt:lpstr>Auto Pipeline</vt:lpstr>
      <vt:lpstr>Auto Pipeline</vt:lpstr>
      <vt:lpstr>Auto Pipeline</vt:lpstr>
      <vt:lpstr>Auto Pipeline</vt:lpstr>
      <vt:lpstr>Auto Pipeline</vt:lpstr>
      <vt:lpstr>Auto Pipeline: Amaliy</vt:lpstr>
      <vt:lpstr>Vazifa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5</cp:revision>
  <dcterms:created xsi:type="dcterms:W3CDTF">2025-09-30T00:56:11Z</dcterms:created>
  <dcterms:modified xsi:type="dcterms:W3CDTF">2025-10-07T13:41:52Z</dcterms:modified>
</cp:coreProperties>
</file>