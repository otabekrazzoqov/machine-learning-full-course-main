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0" r:id="rId4"/>
    <p:sldId id="306" r:id="rId5"/>
    <p:sldId id="304" r:id="rId6"/>
    <p:sldId id="305" r:id="rId7"/>
    <p:sldId id="307" r:id="rId8"/>
    <p:sldId id="308" r:id="rId9"/>
    <p:sldId id="309" r:id="rId10"/>
    <p:sldId id="318" r:id="rId11"/>
    <p:sldId id="310" r:id="rId12"/>
    <p:sldId id="321" r:id="rId13"/>
    <p:sldId id="311" r:id="rId14"/>
    <p:sldId id="312" r:id="rId15"/>
    <p:sldId id="313" r:id="rId16"/>
    <p:sldId id="319" r:id="rId17"/>
    <p:sldId id="320" r:id="rId18"/>
    <p:sldId id="314" r:id="rId19"/>
    <p:sldId id="315" r:id="rId20"/>
    <p:sldId id="316" r:id="rId21"/>
    <p:sldId id="31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05:45.9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4987 6262 1177 0,'18'4'562'0,"6"3"-523"0,9 4-31 0,3 3-12 16,3-1-1-16,2-1 0 0,3 0 5 0,4-1-5 0,1 0 3 0,2-1-13 16,3 0-9-16,-1 0-11 0,3 2-10 0,0 1 11 0,2 0 6 15,1-1 14-15,1-1 10 0,2 0 2 0,1-1 7 0,0-2-3 0,1-1 7 16,-1-1 2-16,2-3 2 0,0 0-2 0,-1-1-4 0,1-2 1 0,0-1-2 15,2-2 3-15,0-2 0 0,0-2-4 0,1-2 0 0,-2-4 2 16,0-1-5-16,1-1 3 0,-1-1-1 0,-1-1-5 0,-2-1 1 16,0-1-4-16,-2-2 3 0,-1 0 8 0,-2 0 5 0,-2-3 4 0,-2-1 0 15,-1-2-5-15,-2 0 3 0,-4-2 1 0,-2-1 2 0,-2 0-1 0,-3-1-6 16,-2-2-3-16,-1-1-2 0,-3-3 1 0,-2 0-2 0,-2 0 0 0,-3 0 1 16,-4-1-4-16,-2-1-7 0,-3 0-1 0,-4-1 3 0,-2-1 3 15,-2 0 3-15,-4 0 4 0,-5 0-8 0,-3 1 2 0,-5 0 2 0,-3-1-1 16,-3 0-2-16,-3 1-1 0,-3-1-2 0,-4 2 0 0,-3 1-1 0,-5-1 2 15,-2 1-3-15,-5 1 0 0,0 3 5 0,-1-1 2 0,-4 2 2 16,-1 1-2-16,-3-1-3 0,-3 4-5 0,-2-1 3 0,-4 3-1 0,0 0-1 16,-3 2 2-16,-2 1 2 0,-1-1-1 0,-3 2-2 0,-1-1 2 15,-1 2 3-15,-2 3-2 0,-3 1 3 0,-1 1-2 0,-2 2 1 0,-1 1 1 16,-4 1 0-16,-1 0 2 0,-1 2-4 0,-3 1 5 0,-1 2-4 0,0 1-2 16,-3 1 6-16,2 0-6 0,-3 2 3 0,0 1 0 0,-2 2 2 15,0 1-1-15,-1 3 5 0,-1 2-2 0,0 3-1 0,-2 2 2 0,-2 0 3 16,0 4 0-16,0 1 3 0,-1 1 0 0,0 0-4 0,1 3 2 0,0 2-2 15,2 1-1-15,2 4-1 0,2 2 0 0,2-2-4 0,5 3-2 16,1-2-1-16,3 1-3 0,5 1 1 0,1 2 1 0,1 1-4 0,4 4-2 16,1 0-3-16,1 2 1 0,3 1 7 0,1 1 2 0,2 1 2 0,3 1 0 15,3-2-6-15,4 1 1 0,3 1 5 0,4-1-2 0,1 1 1 16,4-1-1-16,4-1-3 0,3 1 1 0,3 0 2 0,-1 0-5 0,3 0-3 16,3 1 10-16,4-2 1 0,5-1 2 0,5-1 4 0,5-2-7 0,6-1 0 15,4-3 1-15,7 0 0 0,4-2 6 0,6-2 3 0,7-2 6 16,3-2 6-16,6-3-2 0,2 0-1 0,4-2 3 0,5-1-1 0,3 0 6 15,5 0-3-15,3-2-4 0,3-1 0 0,2-1-6 0,5-2 0 16,1-1 1-16,4-1-6 0,3-1 0 0,1 0-1 0,0-2 0 0,6 0 2 16,-1-1-2-16,1-1 0 0,0 0-9 0,1 0-3 0,0 0 3 0,1 0-2 15,0 0 7-15,0 1-2 0,-1 1-3 0,1 0-3 0,-1 1 7 16,0-1-1-16,0 0-6 0,-1-1 13 0,0-1-5 0,1-1 1 0,0-2 8 16,-2-2-6-16,2-3-10 0,-2-2 2 0,-1-4-4 0,2-1-1 0,-2-3 11 15,0 1 8-15,-1-1 3 0,-4-3 3 0,-1-1-1 0,-3-2-5 16,-2 0-2-16,-2-1-3 0,-3-1 0 0,-3 2 0 0,-3-2 1 0,-1 1 1 15,-3 1-2-15,-4 0-3 0,-3-1-1 0,-6 3-1 0,-3-1 1 16,-2 1-5-16,-4 2 2 0,-3 0-4 0,-5 0-4 0,-3 0 3 0,-3 1-9 16,-3 2 1-16,-2 0-15 0,-3 0-22 0,-1 0-35 0,-1 0-59 0,-3 0-79 15,3-2-99-15,-1-1-140 0,0-2-276 0</inkml:trace>
  <inkml:trace contextRef="#ctx0" brushRef="#br0" timeOffset="30401.51">4306 8053 592 0,'-7'-11'411'0,"3"1"-346"15,0-1 29-15,4 2-34 0,3 2-6 0,2-2-13 0,1 0 0 16,3-2-2-16,3 1-6 0,3-2-6 0,3 1-3 0,1-2-5 0,4 1-9 16,2 0-2-16,2 0-4 0,2 1-1 0,-1 1 0 0,2 2-2 0,2 0-2 15,1 1 1-15,2 1-2 0,-2-1 1 0,-1 0-1 0,0-1 0 0,1 1-1 16,-2 0-1-16,3-1 2 0,-1 2 1 0,0 0-9 0,-1 0 2 16,0 0 2-16,-1-1 0 0,2 0 8 0,-1 0 1 0,0-1-6 0,2 0 2 15,-2 0 1-15,3 1-2 0,0 0 2 0,2-1 0 0,-1 0 0 16,-1 1 0-16,2-1 2 0,1 2-4 0,1 0-3 15,0 1 1-15,-1 3-5 0,0 1 5 0,-1 2 1 0,1 2 3 0,-2 3 0 0,0 2 0 16,-1 3 6-16,-2 4-3 0,1 1 0 0,-2 3-1 0,1 1 0 0,-2 2 3 16,-1 2 5-16,-1 2-3 0,1 0 0 0,0 2-6 0,3-2-1 0,1-2 2 15,2-1-1-15,3-6 1 0,2-1-1 0,1-3 2 0,4-1-1 16,-1-2 3-16,3-1 1 0,1 0 0 0,1-2-2 0,-1-1 1 0,-2 0 0 16,0-1-3-16,0-1 1 0,0-1-2 0,-3-1-2 0,-1-1-3 0,0 1 4 15,-2-1 0-15,1-1 3 0,-2-1 2 0,3 0-2 0,-2-1 0 16,1-1-2-16,3 0 1 0,-2 0 1 0,2-1-1 0,0-1 2 0,0 0-3 15,1 1 2-15,-1 1 0 0,-1 0 0 0,-3 0 3 0,-1 1 4 0,-1-1 5 16,-2 0 5-16,-1 1 6 0,-2 1 2 0,0 0 0 0,0 1 6 16,-2 0-4-16,-1 1 1 0,-2 1-3 0,-1 1 0 0,-1 0-1 15,-1 1-1-15,0 1 1 0,1-1-3 0,-1 1-3 0,1 0-9 16,-1 1 2-16,0 0-5 0,0 0-2 0,1-1 5 0,3-1 1 0,1 1-2 0,3-1-1 16,1 0 0-16,3-1-2 0,3-1 0 0,2 0-2 0,4 0-5 0,-1 0 2 15,1-2-4-15,0 1 2 0,2-2 3 0,0-1-5 0,-1-1 2 16,1-1-2-16,-2 0-2 0,1-1 6 0,-1-1-2 0,0 0 2 0,0-1 5 15,0-1-1-15,0 1 7 0,-1 0 2 0,-2-1 6 0,0 1 7 0,0 0 7 16,-2 1 6-16,0 1-3 0,2 0 2 0,0 1-9 0,-1 0 0 16,1 1-7-16,4 1-7 0,0 0-5 0,2 1-1 0,2 0-1 0,0 1-4 15,1 1-1-15,0 0-6 0,-1 0 1 0,-1 1 3 0,-1 0-3 16,-3 1-1-16,-1 0 2 0,-4 0-1 0,-1 1 1 0,0 0 3 0,-2-1-2 16,-2 1 0-16,0-1 5 0,-1 0-7 0,-2 0 4 0,-3 0-5 0,0 0 3 15,-2 0 2-15,1 0-6 0,1 0 4 0,1 1-2 0,0 0 4 16,1 0 1-16,1 0-2 0,-1 1 0 0,-1 0 0 0,-1-1 0 0,-1 0 1 15,-1 1-2-15,0-1 1 0,-3 1-3 0,0 0 1 0,-4 0-2 0,-2-1-2 16,0 2 4-16,-1-2-1 0,-1 1-2 0,1 0 1 0,-2-1-5 16,-1 1 0-16,-2-1-1 0,1 2-4 0,0 0-1 0,1 0-5 0,-1 0-8 15,-1-1-16-15,1 0-36 0,-2 0-37 0,-2-2-35 0,2 0-30 16,-1-2-24-16,0-1-24 0,1 1-111 0,-4 2 68 0,-1 2 51 0,-3-1-52 16,-2 0-79-16</inkml:trace>
  <inkml:trace contextRef="#ctx0" brushRef="#br0" timeOffset="31068.51">11796 7131 917 0,'-8'-28'196'0,"0"-2"-132"0,-3-5 36 0,1 4 7 0,2 6-11 16,2 1-7-16,1 0-6 0,0 1-14 0,1 0-9 0,0 1-8 16,0 0-12-16,1 0-2 0,0 3-3 0,0-1-9 0,2 1 3 0,0 1-8 15,0 0-3-15,1 1 1 0,1 0-8 0,1 1 2 0,1-2-9 0,1 1-1 16,3-1 3-16,1-1-5 0,1-1 4 0,3 1-2 0,1 1-3 16,3-1 4-16,-1 1 0 0,3 1-2 0,0-2 5 0,2 0-4 0,0 0 1 15,1 1 2-15,3 0-3 0,-1 0-8 0,3 2-2 0,1-2 0 16,3 2 3-16,0 1 12 0,4 1 5 0,0 0-1 0,4 2-2 0,1-1-4 15,1 2-2-15,2 1 0 0,0 0 2 0,2 2-3 0,2 1 2 0,2 0-5 16,0 2-2-16,2 0 1 0,1 2 2 0,3 0 1 0,2 3-1 16,6-1-1-16,3 0 0 0,3 2 2 0,3 0-5 0,0 1 3 0,2 2-5 15,0 0 4-15,2 1 2 0,0 0 1 0,0 1 1 0,-1 1-3 0,-2-1-3 16,-1 1 3-16,-2-1 0 0,-2 0-2 0,-1-2 5 0,-2 2-3 16,0-1 0-16,1 1-3 0,-2 0 5 0,0 0-1 0,0 0-4 0,-3 2 3 15,-2 0-3-15,-1 1 0 0,-3 1 6 0,-1 1 2 0,-2 1 6 16,-3 0 0-16,1 2-1 0,-3 0 2 0,1 4-9 0,-1 2 4 0,0 1-5 15,-3 3-1-15,-4 0-1 0,0 1-4 0,-4 2 7 0,-1 2-2 0,0 4 2 16,-2 0-3-16,-1 3-4 0,-1-1-1 0,-2 2-5 0,-3 3 5 16,-2 1-3-16,-3 2-6 0,-2 2 0 0,-2 1-4 0,-2 2 7 0,-2 0 2 15,-3 3 7-15,-1 2 0 0,-3 0-4 0,0 0 3 0,-3-1 0 0,-3-1 0 16,-2 0 0-16,-3-1-3 0,0 0-1 0,-3-3 0 0,-1-2 1 16,-2-2 4-16,-3-1 0 0,-1 0 1 0,-3-1-2 0,-5 2-9 0,-4 1 1 15,-7 1-6-15,-4 0-6 0,-2-3 4 0,-4-1-8 0,-1-2-2 16,-1-1-1-16,-1-4-12 0,-2 0 1 0,-3-3-3 0,-1-3 2 0,-1-2 7 15,-1-2 3-15,0-4 2 0,-1-4 3 0,-1-3 1 0,1-5 3 0,-2-3 3 16,1-5 6-16,-4-3 8 0,-3-4 3 0,-3-5-2 0,-5-2 7 16,-4-5 1-16,-3-5 1 0,-6-2 9 0,-2-4 3 0,-6-3 4 0,-1-3 3 15,0 1 6-15,2-2-3 0,3 0 5 0,4 2-3 0,4 0 1 0,3 2-3 16,3-2-6-16,1 1-4 0,-4 0-7 0,-2 0-5 0,1 3-1 16,0 1 2-16,6 1-1 0,6 0 0 0,5-1-2 0,5 1-12 0,5-2 9 15,1 0-2-15,3-1-2 0,3 1 2 0,0 1-9 0,6 1-4 16,5 2-19-16,3 3-23 0,6-1-38 0,2 4-61 0,3-1-60 0,3 0-76 15,1 2-355-15</inkml:trace>
  <inkml:trace contextRef="#ctx0" brushRef="#br0" timeOffset="53285.55">4020 9325 1174 0,'-1'-5'-30'0,"0"-2"-38"0,1-1-32 0,-1-4-30 0,2 2 2 0,-1-1 10 0,0-2 13 0,0 1 25 0,0-1 21 16,0-2 21-16,-1 0 21 0,0 0 14 0,-1 1 14 0,-1 0 18 0,0 1 19 15,-1 2 25-15,-2 1 21 0,1 0 15 0,-3 0 8 0,-1-1-2 0,1 2-9 16,1 0-7-16,1 1-9 0,0 2-10 0,1-1-7 0,1-1-9 16,1 1-7-16,2 1-9 0,1-1-12 0,2 1-8 0,1 1-9 0,3-1-8 15,1 0-6-15,4 0 1 0,2-1-3 0,2-1 0 0,3 1 3 16,2 0-4-16,4-1 1 0,0 1-1 0,4-1-7 0,1 2-1 0,4-1-1 15,1-1 0-15,2-1 3 0,2 0 3 0,-1 0-2 0,1 1 0 0,-2 1 1 16,2 3-1-16,-1 0 4 0,-1 1-1 0,-1 1 2 0,-1 1 7 16,2 1-11-16,-3 3 4 0,-1 2-2 0,-3 1-4 0,-2 5 8 0,-2 1 1 15,0 3 9-15,-3 1 1 0,1 0 0 0,-1 3 3 0,-1 1-6 0,0-1 3 16,0 2-6-16,-1 1 2 0,2-2-2 0,0 1-5 0,0 0 3 16,4-2-5-16,0 1 3 0,3-2-1 0,0-2-3 0,3-1 6 0,1-3-3 15,4-2 0-15,-1-4 1 0,2-3 0 0,0-3 4 0,-2-3 6 16,-1-2 1-16,-2-3-3 0,-1 0-1 0,0-2-2 0,1-2 2 0,0-1-1 15,0-2 5-15,-1-2 2 0,0 1 3 0,2 1 2 0,-2-1-7 0,3 0 1 16,-1 0 1-16,3 2-3 0,-1-1 1 0,2 3-6 0,0 0-5 16,-4 4 0-16,3 4-4 0,-3 2 6 0,0 4-7 0,0 2 3 0,-2 2-4 15,0 3-8-15,-3 1 2 0,0 2 1 0,-2 0 5 0,1 0 4 0,0 2-3 16,-1 0 0-16,2 0-2 0,-2-1-2 0,4-2 4 0,0-1 1 16,3 0 2-16,2-4 0 0,-1-1-3 0,3-2 0 0,-1-2-4 0,2-2 2 15,1-1 2-15,0-2 3 0,1-1-6 0,-1 0-4 0,-3-1 0 16,1 1 0-16,-2 1 7 0,-1-1 0 0,-1 1 0 0,-3 0 2 0,0 1-1 15,0-1 3-15,-1 1 1 0,0 0-4 0,-2 0 3 0,0 1 2 0,-1 1-2 16,1 0 0-16,-1 1-1 0,2 0 0 0,0 1 3 0,1-1-2 16,-1 1-5-16,0 0-4 0,1 0 5 0,0 1 0 0,0-1 3 0,3 2 1 15,-2-2-1-15,1 1 0 0,-1-2 4 0,0 0 3 0,1 0-1 0,1-1 1 16,-1-1-2-16,1-1 1 0,-2-1-3 0,2 1 1 0,-2-2-3 16,3-1-1-16,0 1 2 0,0-1-7 0,1 0 7 0,0 1-7 0,-1 2-1 15,1-2 2-15,0 2-5 0,-1-1 6 0,1 1 0 0,1 1 3 16,-2 0-2-16,3 1-5 0,-3 0 1 0,1 1 0 0,-2 0 2 0,-1 1 2 15,0 1-1-15,-1 0-3 0,0 1 3 0,-1 1-3 0,1 0 6 0,-1 1 0 16,0 1-9-16,-2 1 6 0,0 0-5 0,1 1 2 0,-1-2 6 16,1 1-8-16,0-2 5 0,0-1 2 0,-2-1-1 0,4 0 2 0,0-2 1 15,2 0 1-15,-2-2-2 0,1 0 4 0,0-1-3 0,2 1 3 0,0-1-1 16,2 0-3-16,1 0-1 0,-1 0-1 0,1 0 1 0,-1 1 2 16,1 1-1-16,1 1-2 0,-2 1-1 0,0 2 0 0,-3 0-1 0,1 0 4 15,-3-1-5-15,-1 0 1 0,-3 3 1 0,-2 1-2 0,0 2-1 0,2 2 6 16,-1 0-1-16,2 0-1 0,1-1 4 0,0-2-7 0,0 0-1 15,1-3 0-15,0-1-2 0,0 0-1 0,2 0 0 0,4 1 6 0,1-1-3 16,3 0 3-16,2 1 0 0,3-2-3 0,2-1 0 0,2 0 0 16,-2-3 0-16,-1 0 1 0,0-1 3 0,0-3-1 0,-3 1-3 0,-1-2-1 15,-3 0 1-15,-3-2 0 0,-1 0 7 0,-2-1 6 0,-2-2 19 0,-2-2 12 16,-4-4 4-16,-1-1 0 0,1 2-18 0,-1-1-8 0,2 2-7 16,1 0-9-16,1 1-7 0,1 1-4 0,3-1-2 0,-2-2-1 0,1-1 4 15,-2-1-7-15,-1-1 4 0,-1-2-14 0,-5 1-3 0,-2-2 2 0,-4 1 12 16,-3-2 8-16,-2-1 2 0,-3-1 0 0,-2-4-7 0,-2 1 10 15,-3-2 4-15,-1 1 2 0,-4-2-3 0,-1 1-1 0,-3-2-4 0,-2-1-1 16,-1-2 0-16,-3 1-1 0,-4 0-5 0,-3 2-3 0,-2-1-2 0,-6 1 1 16,-2-1 9-16,-5-3 8 0,-4-6 16 0,-4-7 2 0,-4-2-4 15,-5 1-7-15,0 5-18 0,-2 7-9 0,-2 3-3 0,-3 4 3 0,-3 0 1 16,-5 2 7-16,-2-1 1 0,-2 3-1 0,-4-2 5 0,0 2-5 0,-3 1 2 16,1 1-4-16,-2 3 2 0,-2-2-2 0,0 2-3 0,-2 0 8 15,0 0-2-15,1 0 10 0,0 1 1 0,0-2-4 0,-1 1 0 0,0 0-5 16,-1 0-4-16,-2 2-10 0,-2 0-5 0,-1 0-4 0,-4 4-1 15,-2-1 3-15,-2 2 5 0,-3 1 1 0,1 1 5 0,0 2-4 0,-1-1 9 16,2 0 3-16,1 1 4 0,0-1 2 0,1 1 1 0,4-1 1 16,2 1 1-16,2 2 10 0,5 0-3 0,0 2 0 0,3 1 5 0,3 1-10 15,2 0 3-15,5 1 2 0,2 1-1 0,4 1 0 0,3 2 1 0,2 1-2 16,3 2-2-16,3 0 0 0,1 2-6 0,2 0-4 0,1 0-1 0,0 1-3 16,0 2 0-16,2 1 1 0,-1 0-7 0,1 2 3 0,-3 0-3 15,0 0 2-15,-2 2 0 0,-3 0-1 0,0 1-2 0,-3-1-1 0,-1 2 4 16,-1 1 2-16,-1 0 2 0,0-2 4 0,0 2 2 0,0-1 6 15,1 0 6-15,1-1 0 0,1-1 3 0,2 0-7 0,3-1-1 0,1-1 2 16,2-1-1-16,4 0 2 0,2 0 1 0,3 0 1 0,2-1 0 0,4 0 1 16,1-2 2-16,5 0 1 0,1-3-5 0,2 0-2 0,0 0-1 15,3 0-2-15,-3 1 2 0,3-1 2 0,1 2-3 0,-2 1-4 0,2 0 4 16,-3 1-1-16,0 0-1 0,-3 0 1 0,-2 3 5 0,1 1 3 0,-3 2-5 16,-1 1 5-16,0 0-7 0,-2 3-4 0,1-1 3 0,-2 1-2 15,2 1 3-15,-1 0-1 0,-1 0 3 0,3-1-2 0,-1 2-3 0,3 0-1 16,2-2 2-16,2 1-2 0,0-1 2 0,3-2 0 0,-1 1-1 15,0-1-2-15,2-1-1 0,1-2 0 0,3 1 2 0,1-1 2 0,2 1-3 16,2-1 4-16,2-1-5 0,0 1 0 0,1-1 4 0,1 1-3 0,0-1-2 16,1 0 0-16,2 0 1 0,-1 0-1 0,2 0 1 0,0 0 1 15,1 0-2-15,2 0-6 0,-1 0 2 0,2 2 0 0,-1-1 1 0,0 4 2 16,0 0 6-16,1 0-6 0,1-1-6 0,0 0-1 0,3 1-13 0,1-1-13 16,2-2-44-16,2 1-94 0,2-1-73 0,2-1-87 0,4-1-333 15</inkml:trace>
  <inkml:trace contextRef="#ctx0" brushRef="#br0" timeOffset="86520.58">3699 10072 1138 0,'-17'1'216'0,"-2"3"-158"0,-3 0-40 0,6 2-14 16,3-1 9-16,-1 1 2 0,2 0-6 0,-1 0 0 0,2 2-15 16,-1 0-12-16,1 1-2 0,0 1-6 0,0 1 1 0,1 1 1 0,2 0-6 15,0 0-11-15,1-2-7 0,1-1-6 0,2-2 0 0,1-1 4 0,1-3 7 16,1 1 5-16,0-2 6 0,1-1 8 0,1 0 6 0,1 0 9 15,0-1 1-15,0 1 5 0,-1-1 4 0,0 0 5 0,0 1 2 0,0 0 0 16,1-1 0-16,0 1 2 0,0-1 2 0,0 1 2 0,0-1 2 16,2 1 4-16,1-1 3 0,1 0 1 0,1 1 5 0,2-1-1 0,1 1 2 15,0-1 1-15,2 0 4 0,3 1 1 0,-1-1 2 0,4 1 2 0,3 1-1 16,-1 1-5-16,4 0-2 0,2 1-8 0,0 1-5 0,4 0-6 16,0 2-6-16,4-1-1 0,1 1-2 0,3 0-2 0,2 1-1 0,2 0 1 15,1-1-4-15,2 1 1 0,-2-1 0 0,3 0-4 0,2 0 5 0,1-1-2 16,1 1 1-16,1 0 3 0,1-1-2 0,0 1 4 0,1-1-4 15,1 1 0-15,0 0 4 0,2-1-1 0,1 0 2 0,-1 0 1 0,2 1-5 16,2 0 3-16,0 0 6 0,1 1-1 0,2-1 5 0,1 1 0 16,1-1 0-16,-1-1 5 0,2 0-1 0,-3 0-7 0,2 0-5 0,1 0-6 15,-1-1 5-15,0-1 2 0,0-1 0 0,1-1 6 0,0 0-6 0,-2-2 3 16,-2 0 8-16,-2-2-3 0,-2 1-2 0,0-2 1 0,-3 0-3 16,-1 0 5-16,-2-2 11 0,-1 2-1 0,0 1 1 0,-3-1-3 0,1 0 1 15,-3 0-3-15,1-1-6 0,-3 0 4 0,1 0-4 0,-1 0-9 0,0-2 3 16,0-1-4-16,-2 0-2 0,1 1 7 0,-2-2-7 0,-1 1 5 15,0-1-5-15,-2-1 4 0,0 1 2 0,0-2-1 0,-2-1-2 0,-3-1-1 16,0 0 1-16,-2 0 3 0,-1-2 4 0,0-2-3 0,-3 0 5 0,0-1-8 16,-2-3 3-16,0 0 5 0,-2 0 0 0,-1-3 3 0,-2-1-14 15,-1 2-4-15,-2-3 2 0,-3 0 0 0,1-1 12 0,-4-2-6 0,-4 1-7 16,-2-2-10-16,-3 2-9 0,-5-3 1 0,-4 1-4 0,-3-4-2 16,-4-1-1-16,-3-3 3 0,-3 0 0 0,-4 1 8 0,-4-2 5 0,-1 2 4 15,-4-2 10-15,-2 1-10 0,-4 1 6 0,-4-2 2 0,0 3-3 0,-2 1 16 16,-2 2 0-16,-4 0-3 0,2 2-2 0,-5 0-10 0,0 1-6 15,-2 1-5-15,-4 0-2 0,-2-1 2 0,-2 2-2 0,-1-1 2 0,-2 3-6 16,0 1 7-16,0 0-4 0,-3 3 3 0,1-2 4 0,-2 1 0 0,-2 1 5 16,-1 1 2-16,0 0 3 0,-2 3-9 0,0 0 0 0,-1 3-4 15,-1 2 6-15,2 3 13 0,-3 2 1 0,-2 1-3 0,2 2 0 0,-3 3-10 16,0 3 2-16,1 2 1 0,-2 1-6 0,1 3 6 0,2 0-3 0,-1 3 10 16,0 4 1-16,1 2-5 0,2 1 3 0,-1 1-9 0,1 3 0 15,3-1 2-15,0 3-2 0,0 1-5 0,3 1-1 0,-1 2 2 0,2 0-4 16,0 3 5-16,1 0-4 0,1 2-4 0,1 0 1 0,1 0-2 15,2 2 0-15,1 1 2 0,1 1-6 0,-1 2-2 0,2 2 0 0,1 0 6 16,1-2 4-16,3 2-10 0,1-2 1 0,2-2-14 0,2-1-2 0,4-5 13 16,5 0-3-16,3-4-6 0,5-2-6 0,4-3-8 0,5-5-8 15,2-3 2-15,5-3-10 0,4-2-11 0,4-2-24 0,4-3-34 0,5-2-21 16,4-1-32-16,6-1-51 0,6-3-270 0</inkml:trace>
  <inkml:trace contextRef="#ctx0" brushRef="#br0" timeOffset="98055.58">8569 9667 50 0,'-2'-4'71'0,"0"1"2"0,0-1 29 0,2 1-10 0,1 1-27 16,1-1-17-16,0 0-4 0,1 1-4 0,2-2-4 0,0 1-5 0,2-1-6 15,0 1-4-15,2-1-5 0,1 0-4 0,1 0 0 0,0 2-3 0,1-1 2 16,1-1 1-16,1 1-1 0,-1 1 0 0,1-1-2 0,1 2-3 16,0 0-2-16,2 1-1 0,-2 1 1 0,1 0 1 0,0 0-4 0,1 2 1 15,0-1 2-15,1 1-1 0,0 0 1 0,-2-1 1 0,1 0-2 0,-1 0 2 16,0 1-1-16,-1 0 4 0,1 1 0 0,1-1 1 0,-1 0 9 15,-1 0 2-15,0 0 6 0,0 0 4 0,-3-1-1 0,-1 1-1 0,1 0 3 16,0-1 3-16,-1 0-1 0,-1 1 3 0,-1-1-7 0,-2 0-4 16,1 0 0-16,0 0-3 0,-2 0 1 0,0 0-3 0,0 0 2 0,-1-1 1 15,-1 1-4-15,1-1-2 0,-1 1-3 0,-1-1-3 0,1 1-2 0,-1 0 1 16,0 0-2-16,1 1 0 0,-1 0-4 0,0 1-2 0,0 0 0 16,-1 0 0-16,-1 2 3 0,-1-1 2 0,0 2-3 0,0 1-2 0,-1 0 2 15,-1 0-3-15,-1 0 0 0,-1 1 1 0,-1 0-1 0,-1 1 2 0,0-1 3 16,0 0-1-16,-1-2 1 0,-1 1 0 0,-1 0 3 0,1-1 2 15,0-1 4-15,0-1-1 0,1-1 5 0,-2 1 1 0,-1-2 4 0,1 0-3 16,-1 1-2-16,0-2-1 0,0 1-4 0,1 1 1 0,-1-1-1 0,0 0-1 16,-1 0-5-16,-1 1-2 0,0 0-1 0,0 0-2 0,-2 1 1 15,-1 0-3-15,0 0-1 0,-1 1 4 0,-1 0-4 0,-1 0 0 0,0-1 2 16,-4 0 0-16,0 0 1 0,0 1-1 0,-2-2 1 0,0 1 0 16,2-1-5-16,-4-1 4 0,1 0-2 0,-3 0-2 0,-1-1 5 0,0 0-2 15,-2 0-1-15,0-1 3 0,-1 0 1 0,-2 0-5 0,-1-2 2 0,-2 0-2 16,-1 0 1-16,-1-1 2 0,0 1 2 0,-1 0 0 0,-1 0-4 15,-2 0 3-15,-1 1-3 0,-1 0 0 0,-1 0 3 0,-2 2-5 0,-1-1-2 16,0 0 2-16,-3 1-4 0,0 0 1 0,-4 0 0 0,0 0-3 0,0 1-3 16,-3 0-1-16,-1 0 3 0,-3 0 3 0,-3 1-5 0,0 0 2 15,1 0-6-15,-5 0-8 0,1 1 1 0,-3 1-5 0,-1-1 1 0,0 1 13 16,0 0 3-16,0-1 3 0,0 0 5 0,0-2-1 0,2-1 8 16,2 0 6-16,4-2 0 0,3 0 2 0,2-2 2 0,1-1 3 0,2 0 1 15,2-1-9-15,2 0-6 0,2-1-2 0,-1 2-2 0,0-1 4 0,-1 2 0 16,-1 0-5-16,-1 1 1 0,-1 1 0 0,-2 1 11 0,-1 0-6 15,-3 2-2-15,0 2-2 0,-3 3-10 0,-3 1 4 0,-1 2 1 0,-5 3-3 16,-3 2-1-16,-1 1-2 0,0-1 0 0,-1 1 7 0,1 0-1 0,-2-1 5 16,2 0 10-16,0 1-5 0,2-2 4 0,4-2-3 0,2-1-2 15,2 0 2-15,5-2 4 0,4-1-1 0,3-2-5 0,3 0 0 0,1-2-1 16,4 0 3-16,3 0-1 0,2-1-3 0,1-1 4 0,2 0-7 16,-1-1 2-16,1 0 2 0,0 0-3 0,1 0 5 0,-1 1-4 0,3 1 0 15,-2 0 3-15,1 1 1 0,0 0 0 0,-3 1-2 0,1-1-3 0,1 1-1 16,-1 1-3-16,2 0 5 0,1 1-1 0,-1 0 0 0,2 0 10 15,-1-1-6-15,2 1-1 0,2-1-2 0,1 1-8 0,1 2 9 0,1-1 1 16,3 1-1-16,0-1-1 0,1-1-4 0,2 2 0 0,-1-1 4 0,2-1-1 16,0 1 0-16,1-1-1 0,3 1 0 0,0-1 0 0,1 1 3 15,0 2-3-15,0-1-3 0,-2 2 1 0,0 0 0 0,1 0 6 0,-1 3-2 16,0-1-2-16,3 0 2 0,-2 0-2 0,1 0 10 0,2 0 0 0,1 1-3 16,0-1 4-16,1-1-13 0,1 2 5 0,1-2-6 0,1 0-5 15,0 1 8-15,1 1-5 0,0 1 6 0,0 1 6 0,-1-2-4 0,2 1-2 16,0 0 2-16,0 0-6 0,1 0 2 0,-1 0 1 0,3 0-3 15,1-1 4-15,0-1-1 0,2 1 0 0,0 0 3 0,2-1-6 0,0-1 2 16,0 2 0-16,1 1 2 0,-1 0-1 0,1-1 0 0,1 1-1 0,0-2-5 16,1-1 5-16,0 0 0 0,0 0 3 0,1 0 0 0,0-1-4 15,2 1 4-15,1-2-4 0,1 1 5 0,2 1-3 0,0-1 3 0,1 0-2 16,1-1 3-16,1 0 3 0,-1 0 0 0,2 0 1 0,1-1-2 16,1 1 7-16,0-3-1 0,2 1-4 0,0-1 0 0,1 0-1 0,-1-1 1 15,2-1 8-15,-1-1 0 0,0 0 1 0,1-1 0 0,1 0-3 0,-1-1-13 16,0-2 8-16,1 0-8 0,-2 0 7 0,1 0 5 0,1-1-3 15,0 0 3-15,-2 0-3 0,2-1-3 0,-1 0-1 0,-2 0-3 0,-1 0 2 16,-2 0 5-16,-2-1-2 0,-1 1 0 0,0 0-5 0,-1 0 0 0,-2 1-4 16,0-1 5-16,-2 1 0 0,-1 0 1 0,0 0 0 0,-1 1-6 15,-1-1 1-15,1 1 1 0,-2 0-1 0,0 0 2 0,-1-1 1 0,-1 1-6 16,1 1 7-16,-1-1-8 0,0-1 4 0,-2 1-3 0,1 0-9 0,-1 0 11 16,-1 0-18-16,0 1 6 0,-1 1 2 0,-1 0-13 0,-1 0-2 15,1 0-16-15,-1 0-41 0,0-1-43 0,0-1-58 0,0 1-51 0,0-2-51 16,2-1-72-16,0-1-162 0</inkml:trace>
  <inkml:trace contextRef="#ctx0" brushRef="#br0" timeOffset="98521.58">2905 11070 965 0,'-8'-5'154'0,"3"2"-57"0,0-2-23 0,5 2-27 0,5 0-21 16,0-1-3-16,4 0 2 0,1-1-2 0,1-1 4 0,2 1-5 0,2 1-2 15,-1 2-9-15,4 0 0 0,0 1-5 0,0 2 0 0,1 1 0 16,1 1-6-16,-1 3 1 0,-1 1-5 0,0 2 1 0,-1 2 0 0,-1 0-6 16,1 2 2-16,-1-2-6 0,-2 2-3 0,0 1 6 0,-3 1-1 15,0 0 1-15,-1 2 2 0,-2-1-5 0,0 1-1 0,-2-1 2 0,-1 0 0 16,-1 1 6-16,-1 0 0 0,-1-1 5 0,-2 1 2 0,-1 0 2 0,-1-2 3 16,-1 1 2-16,-2-2 1 0,0-1 2 0,1-1 8 0,-3-1 0 15,-1 1 8-15,-1 0 6 0,-1 0 1 0,0 0 4 0,-2-3-1 0,1 1 1 16,-1 0 0-16,-1-2-5 0,0 1 8 0,1-1-5 0,1 1 0 0,-1-1-2 15,-1 1-6-15,-2 0 1 0,1 0 0 0,-2 0 1 0,0 0-9 16,0 0 0-16,1 0-7 0,-2-1-3 0,1 1 1 0,-1 0-8 0,3-1 5 16,0 1-4-16,1-1-2 0,1-2 1 0,3 0-4 0,3-1-2 15,0 0-3-15,3 0-2 0,0-1-9 0,3-1-8 0,2 0-7 0,2-1-18 16,4-1-63-16,3-3-85 0,3-3-126 0,6-4-238 0,4-4-16 0</inkml:trace>
  <inkml:trace contextRef="#ctx0" brushRef="#br0" timeOffset="102321.58">8308 12294 717 0,'-3'-16'273'15,"0"0"-168"-15,-2-4-36 0,1 3-44 0,0 1-11 0,0 0-7 0,2 0-7 16,0 0-5-16,0 0-3 0,2 1-8 0,-1 1-1 0,2 0 0 15,-1 2 4-15,0 0 2 0,1 3 8 0,-1 1 9 0,1 4 10 0,0 0 7 16,0 3 6-16,-1 0 3 0,1 1 0 0,0 0 7 0,0 2 3 0,2-1 3 16,0 2-1-16,1-1-1 0,1 0 1 0,2 0 7 0,1 0-6 15,1 0 3-15,3 0-4 0,1 0-20 0,2-1 6 0,2-1-7 0,1-1-3 16,1-1-8-16,1 0-8 0,0-2-4 0,3 1 4 0,2 1 6 16,0-2-2-16,3 0 4 0,0 0-2 0,3-1-2 0,-2 2 0 0,2 1-1 15,0 0-1-15,1 1-1 0,-1 0 3 0,2 0-1 0,-2 2 1 0,1-2-8 16,0 0 0-16,-1 1-4 0,2-1-3 0,0 0 12 0,1 0 1 15,0 0 2-15,-2-1-5 0,-1-1-2 0,1-1-2 0,0 1 1 0,2-1 5 16,0 0-8-16,1 1 5 0,-2-1 6 0,1 2-2 0,0-2 6 0,1 0 3 16,1 1-5-16,-1 0 7 0,1 1-5 0,-2 0 1 0,1 0 1 15,1 2-7-15,0-2 3 0,2 2-1 0,-3-1-2 0,2 1-3 0,-1 1-1 16,1 1 0-16,1 0-6 0,-1 0-3 0,1 0 2 0,0 1 0 16,0 1-2-16,1-1 12 0,0 0-5 0,0-1-1 0,2 1-3 0,0 0-1 15,2 0 2-15,0-1 5 0,0 0 3 0,0-1-5 0,1 0 1 0,3-1-1 16,0-1-8-16,0-1 0 0,0 0-1 0,1-2-4 0,-1 0 12 15,0 1 0-15,2-1 4 0,0 0 2 0,2 1 0 0,-1-1 5 0,1 1 6 16,0 0 6-16,2 2 2 0,0 1 2 0,0 2 4 0,2 2-2 0,-2 0 3 16,0 1-2-16,2 1-12 0,0-1-1 0,1 2-5 0,1 0-8 15,-1-1-7-15,1 1-9 0,2-1-3 0,-1-1 0 0,1 2 9 0,-2-1 5 16,0 0 1-16,2-3 1 0,0 1 2 0,-1-1-3 0,2 0 0 16,0-2-1-16,-1 0-7 0,0 0 2 0,0-3 3 0,-1 1 2 0,0-2 1 15,-1 0 1-15,1 0-1 0,-1 0 3 0,1 1-1 0,0-1-4 0,-1 0 5 16,0 2-1-16,2 0 11 0,-2 1-1 0,0 0-3 0,-1 1-3 15,0 1 3-15,1 1 2 0,0 1 2 0,-1 0-1 0,1 2-9 0,0 0-4 16,-1 1-4-16,0 0 1 0,-1 1-1 0,-1 0 1 0,-1 0-1 0,0 0-1 16,-1 0 5-16,-1 0 1 0,0-1-5 0,0 0 8 0,-1-2-4 15,1 1-1-15,-2-2 4 0,2 0-5 0,-1-1 6 0,-1-2 3 0,0 1 0 16,1-1 1-16,-2-1-4 0,2 0-3 0,-1 0 3 0,2-1 0 0,2 1 0 16,-3-1 2-16,2 0-7 0,0-1 2 0,0 0 5 0,0 1-5 15,-1-1 6-15,0 1-4 0,-2 0-4 0,2-1 2 0,-2-1 0 0,2 1-1 16,1 0-3-16,-2 0 4 0,1 0 0 0,-2 0 2 0,2 0 0 15,-1 0-1-15,1 1-2 0,-1-1 2 0,-1 1 1 0,-1 0-1 0,3 0 2 16,-1 0-3-16,1 1 0 0,0 0 0 0,-1-1 6 0,0 1-3 16,0 0 2-16,1-1-4 0,-2 0-1 0,0-1 3 0,-2 1 0 0,0-2-1 15,-1 1-4-15,0 0 1 0,0-1 1 0,0 0 3 0,2 0-1 0,-2 0-2 16,0-1 0-16,1 1 0 0,0-1 3 0,0 0 0 0,1 0 1 16,-2 0-1-16,0 0 0 0,0-1 5 0,0 1-3 0,0 0-2 0,0 1 0 15,0-1-5-15,-1 1 4 0,-1 0 3 0,0 1-4 0,2 0 1 0,-2 0-4 16,-2 1 4-16,2 0-4 0,-3 1 2 0,-1-1 0 0,0 1-1 15,-1 1 1-15,0 0 3 0,1 0 0 0,-1 2-2 0,-1-2 1 0,0 2-4 16,-1 0 4-16,-1 0 2 0,-1 0-7 0,-1 0 13 0,0 0-6 0,1 0 1 16,-1-1 3-16,-2-1-7 0,0 1 6 0,-1 0-1 0,-1 0-2 15,-1-1 4-15,0 0-5 0,-3-1 0 0,0 0 1 0,1 0-1 0,-2-1 0 16,0-1-2-16,-2 0 3 0,-1 0-3 0,-1 0 5 0,-3-1 5 0,0 0-3 16,-1-1 0-16,-1 1 3 0,0-1 0 0,0 0 9 0,-2 2-9 15,0-2-2-15,0 1-5 0,1 0-6 0,0 0 8 0,-1 0-10 0,0-1-3 16,0 2-1-16,1-1-1 0,-1 1 7 0,0 1 12 0,0-1-2 15,-1 0-5-15,0 0 0 0,-1 0-8 0,-1 0 0 0,1 0 2 0,-1 1-2 16,1 0-1-16,-1-1 1 0,-1 1 0 0,0-1 2 0,0 0-6 0,-1 0 1 16,-1-1 1-16,0-1 1 0,0 0 1 0,-1-2-1 0,0-1-3 15,1 0-2-15,1 0 3 0,-1-1 1 0,1 0 4 0,0-1 0 0,1 0 3 16,1-1-1-16,2-1-1 0,2 0-1 0,0-2-3 0,-1-1 1 16,1 1 0-16,1 0 2 0,0 0 3 0,0-1-3 0,0 2-1 0,0-2-6 15,0 0 1-15,0 0 4 0,1 0 1 0,0 0-4 0,-1-3-1 0,1 0 1 16,0 1-1-16,1-1 1 0,-1 1 0 0,1-2 1 0,0 0-1 0,0-1 1 15,1-1 0-15,0 0-2 0,-1 0 2 0,0-2 2 0,0 1-1 16,-1-1 2-16,0-1 2 0,0 2-2 0,-2 0 10 0,0-1 1 0,-3 0-4 16,1-3 0-16,-2 0-7 0,-1-3 4 0,-1 0-8 0,-2-1 1 15,-2-2-1-15,-2 0-7 0,-3-3 0 0,-1-2 6 0,-2-1-3 0,-2-2 2 16,-2 2 5-16,-2-1-2 0,-1-1 0 0,-1 1 1 0,0-1-8 0,1 0 8 16,-3 2 4-16,0-1 0 0,-1 2 6 0,-2-1-4 0,1-2-2 15,-3 2-1-15,-1-2-3 0,-1 1 0 0,-4-2 4 0,-1 0 5 0,-2 1 0 16,-4 1 2-16,0 0-2 0,-4 0-2 0,-2 1 1 0,-2 0 0 0,-5 1-2 15,-2 1-2-15,-4 2 2 0,-2-2-2 0,-5 2 1 0,-2 1-2 16,-5 1 4-16,-6 1 6 0,-3 2-1 0,-5 0-1 0,-3 0-4 0,-3 0-8 16,-1 1 1-16,-4 0 2 0,-2 4-5 0,-4 1-4 0,-1 0 2 15,-4 3-9-15,2 0 0 0,0 0 4 0,0 2 0 0,-1 2 10 0,0-1 6 16,-2 1-2-16,3 1 3 0,-1 2 0 0,0 0 1 0,-3 1 1 16,-2 4 0-16,-2-1 7 0,-2 3-2 0,-1 0-1 0,-3 2-1 0,-2 2-1 15,-2 2-3-15,-3 0 0 0,-2 4-1 0,-2 0-8 0,-3 2-2 0,-2 2-1 16,-2 2 9-16,1 2 7 0,-1 0-2 0,-2 2 2 0,1 1-8 0,-1 1 7 15,2-1-4-15,1 2 6 0,0 2-4 0,0-2 0 0,3 1 6 16,1-1-2-16,2 0 6 0,2 0-4 0,2 0 6 0,0 0-1 0,2 0-8 16,3 0 8-16,-1 0-9 0,3-1 3 0,-1-3 4 0,2 0-6 0,3-1-5 15,0 1 8-15,2-3 2 0,1 1 4 0,-1 0 3 0,3-1-3 16,3 1 3-16,-1 0 6 0,2 0 4 0,0 2-1 0,-1 1-2 0,0 1-3 16,3-1-3-16,-1 2-10 0,3 0 15 0,0 1-7 0,2-2-4 15,2 1-1-15,3 2-4 0,2-2 5 0,3 3 0 0,4-1 8 0,2-2-9 16,3 2-5-16,4-1-1 0,5-1-3 0,1-1-6 0,3-1-2 0,1 1-6 15,1-2-2-15,2 0-4 0,3 1 12 0,1 0-5 0,2-1-1 16,1-1 3-16,0 1-8 0,1-1-1 0,2-1 4 0,1 0 4 0,2-2 0 16,2 0 9-16,4-1-4 0,1-2 1 0,1 0 2 0,4-1-5 0,0-1 9 15,4 0-3-15,1-1 3 0,4-3-2 0,-1 1-8 0,2 0-3 16,3-1-5-16,0 1-2 0,1-2-11 0,3 1-11 0,-1-1-9 0,2 0-12 16,0 0-17-16,1-1-16 0,2 1-9 0,0 0-13 0,2-1 0 15,0 1-5-15,1 0-1 0,0 0-5 0,1 0-8 0,1 1-9 0,-2-1-13 16,2 1-16-16,1 0-13 0,0 1-5 0,1-1-31 0,1 2 26 0</inkml:trace>
  <inkml:trace contextRef="#ctx0" brushRef="#br0" timeOffset="125523.15">6855 12611 1255 0,'-5'1'176'16,"0"1"-36"-16,-1-1 2 0,2 2 9 0,2-1-1 0,-1 0-15 15,0 1-23-15,1-1-15 0,-1 1-5 0,0 0-6 0,1 0-3 0,-1 0-3 16,1 1-3-16,0-1 3 0,2 1-8 0,-1 0-4 0,1 0-6 0,1 0 1 16,0 1 0-16,3-2 2 0,0 2 0 0,0-1-7 0,1 1-13 15,1-1-6-15,2 1-3 0,1-1-2 0,1 0 1 0,2 0-5 0,1-1 0 16,1-1-4-16,1 0-3 0,0-1-2 0,3 1-12 0,0-1 1 0,-1-1 1 16,0 1 1-16,2-2-3 0,1 0-3 0,0-1 4 0,2 0-3 15,-2 1 1-15,1 0 4 0,1 0-9 0,-2-1-1 0,-1 0 0 0,2-1-2 16,-1 0 2-16,0 0 2 0,0 1 11 0,0 0-9 0,-1 0 10 15,1 1-8-15,-1-1-5 0,0 0 5 0,0 0-10 0,-1 0 4 0,-2-1-10 16,-1 1 5-16,0-1-3 0,0 0 4 0,-3 1 4 0,1-1-4 0,-1 0 0 16,-1-1-4-16,0 1-15 0,-3-2-10 0,-1 1-23 0,0-1-29 15,-1 0-22-15,0 0-22 0,-2-1-23 0,-1 0-13 0,-2-1-27 0,-1 1-20 16,0-2-37-16,-1 0-73 0,-1 0-117 0,0-1-147 0,-2-1-212 0</inkml:trace>
  <inkml:trace contextRef="#ctx0" brushRef="#br0" timeOffset="125757.15">7251 12257 1713 0,'-1'0'263'0,"1"0"-62"0,-1 1-21 0,2 0-10 0,0 1-9 16,1 1-10-16,-1 2-14 0,1 1-19 0,-1 2-9 0,0 1-11 15,1 1-17-15,0 1-7 0,0 1-17 0,1 2-13 0,-1 0-4 0,0 0-12 16,1 1-4-16,1 1-5 0,-1 0-7 0,1-1 3 0,0 2-4 15,0 2-1-15,1-1-1 0,1 1-5 0,-1 2 2 0,1 1 0 0,-1 1-8 16,0 1 4-16,1 2-2 0,-1 0-14 0,1 0 20 0,0 1-10 0,-1 0 0 16,1-2 12-16,1 0-23 0,-1-1-3 0,0-1-18 0,0-2-14 15,0-3-23-15,0 1-25 0,-2-2-37 0,0 0-37 0,-1-3-48 0,0 1-71 16,-1-2-131-16,1-1-239 0,0-1-383 0</inkml:trace>
  <inkml:trace contextRef="#ctx0" brushRef="#br0" timeOffset="127591.67">8008 12546 1279 0,'-5'-7'360'0,"0"-2"-97"0,-1-2-43 0,1 1-29 0,2 1-23 0,-1 2-21 16,1 0-12-16,0 2-17 0,1-1-11 0,0 2-9 0,0-1-6 16,1 2-1-16,0 0 3 0,1 1-7 0,0 2-11 0,0-1-7 0,0 2-11 15,1 0-3-15,0 1 2 0,0 2-3 0,1 0-11 0,1 2-4 0,-1 1 2 16,1 0-4-16,0 3 9 0,0 1-6 0,1 1-10 0,-1 1-30 16,1-1 0-16,0 3 0 0,-1 1 0 0,2 1 0 0,0 0 0 15,1 2 0-15,0 1 0 0,2-1 0 0,0 2 0 0,-2 0 0 0,1-1 0 16,-1 2 0-16,2-1 0 0,0 1 0 0,0 0 0 0,0 0 0 0,1-1 0 15,1 0 0-15,0-1 0 0,1-1 0 0,0 0 0 0,0 1 0 0,1-1 0 16,0-1 0-16,0-2 0 0,0-2 0 0,0-5 0 0,-1 0 0 16,0-1 0-16,-1-2 0 0,0-1 0 0,0-1 0 0,1-1 0 0,0-1 0 15,0-1 0-15,0-1 0 0,0-2 0 0,0 0 0 0,2 1 0 16,0-1 0-16,0 0 0 0,-1-1 0 0,-1-1 0 0,0 0 0 0,0-1 0 16,0 0 0-16,1 0 0 0,-2 0 0 0,0 0 0 0,0-2 0 0,-2 0 0 15,1 0 0-15,-2-1 0 0,0 0 0 0,-1-1 0 0,-1 0 0 0,0 0 0 16,0-1 0-16,-2-1-14 0,0 0-64 0,0-1-24 0,-1 1-22 15,1-2-15-15,-2 0-38 0,-1 0-40 0,0-2-41 0,-2 1-48 0,-1-2-70 16,0 0-131-16,-2 0-203 0,-2 1-95 0</inkml:trace>
  <inkml:trace contextRef="#ctx0" brushRef="#br0" timeOffset="127808.67">7900 12441 1471 0,'-6'2'629'15,"-2"-1"-389"-15,0 0-47 0,3-1-22 0,3-1-18 0,2-1-22 0,0 1-19 16,3-1-16-16,0-1 2 0,1 0-6 0,2 0-8 0,2-1-12 16,0 1-12-16,2-1-11 0,1-1-9 0,0 1-15 0,1 0-8 0,-1 0-2 15,2 1-7-15,0-1-4 0,1 0-1 0,0 0-6 0,-1 1 3 16,1 1 2-16,1-1-8 0,-1 1 4 0,-1 0-23 0,2 1-19 0,0 1-11 16,-1 0-33-16,1 1-22 0,-3 0-30 0,1 0-31 0,1 2-17 0,-2 0-10 15,-1 1-6-15,-2 1-8 0,-1 0-32 0,-2 0-62 0,-2 1-108 16,-2 2-446-16</inkml:trace>
  <inkml:trace contextRef="#ctx0" brushRef="#br0" timeOffset="127976.67">8030 12781 1579 0,'3'6'460'0,"1"-1"-184"0,3 2-66 0,1-3-24 0,1-1-28 16,1-1-26-16,1-2-16 0,2 2-28 0,2-1-22 0,0 0-2 0,0-1-13 15,-2 0 6-15,2-1 2 0,1-1-19 0,0-1-4 0,0 0-2 16,1 0-16-16,-2 0-2 0,0 0-3 0,-2 1-11 0,1 1 1 0,-2-1-6 15,0-1-7-15,-1 0 6 0,0 0-11 0,0 1-7 0,1-1-34 0,-1 0-44 16,0 0-55-16,-2-1-51 0,1 0-50 0,0 1-67 0,1-2-95 16,0 0-181-16,1-1-414 0</inkml:trace>
  <inkml:trace contextRef="#ctx0" brushRef="#br0" timeOffset="128407.67">8724 12616 2171 0,'-1'-1'270'0,"1"1"-75"0,1 1-20 0,0 0-12 15,1 1-20-15,0 0-11 0,-1 2-20 0,1 0-14 0,1 2-1 0,0 1-11 16,1 1-14-16,2 1-17 0,-2 1-11 0,1 0-7 0,1 2 16 16,-1 2-2-16,1 1-2 0,0 0-9 0,0 2-18 0,0 1 0 0,0-1-14 15,2-1-8-15,-1 1 0 0,3-1 0 0,-1 1 0 0,0-2 0 16,-1 0 0-16,0 0 0 0,0-3 0 0,-1-2 0 0,1 0 0 0,1-2 0 15,-1-1 0-15,1-1 0 0,-1-2 0 0,0 0 0 0,0 0 0 0,-2-1 0 16,1-1 0-16,-1-1 0 0,1-1 0 0,0-2 0 0,0-1 0 16,2-2 0-16,-2 0 0 0,1-2 0 0,-1 0 0 15,0 0 0-15,0-1 0 0,0 0 0 0,-1 1 0 0,1 0 0 0,0 0 0 0,0 1 0 0,-1 1 0 16,-1 0 0-16,1 1 0 0,0 2 0 0,0 0 0 0,-1 1 0 16,0 1 0-16,1 1 0 0,-1 1 0 0,0 0 0 0,1 2 0 0,-1 0 0 15,-1 1 0-15,1 0 0 0,0 1 0 0,-1 0 0 0,1 0 0 0,-1-2 0 16,1 1 0-16,0 0 0 0,-1 0 0 0,0-1 0 0,1-1 0 15,-1-1 0-15,1 0 0 0,-1-1 0 0,0 0 0 0,0 0 0 0,0-1 0 16,-2 1 0-16,2 0 0 0,-2 0 0 0,0 0 0 0,1 0 0 16,-1 1 0-16,1 0 0 0,1 0 0 0,-1 0 0 0,0 2 0 0,0 0 0 15,1 0 0-15,-1 1 0 0,0-1 0 0,0 2 0 0,1 0-2 0,-2 0-72 16,1 0-19-16,1 0-16 0,-1 0-21 0,0-1-26 0,1-1-38 16,-1 0-42-16,1 0-43 0,-1-1-69 0,0-1-139 0,0-1-222 0,0 0-208 15</inkml:trace>
  <inkml:trace contextRef="#ctx0" brushRef="#br0" timeOffset="129289.67">9665 12829 1612 0,'-2'-6'305'0,"0"0"-89"16,-1-2-40-16,-1 0-27 0,0 2-22 0,-1 0-19 0,0 1-15 0,-2-1-8 16,0 1-6-16,-2 1-7 0,-1 1-8 0,2 1-10 0,-1 2-9 15,-1 0-6-15,1 1-7 0,-1 0-1 0,0 2-2 0,2 0-8 0,-2 0 5 16,1 2-8-16,0 1-6 0,0 0-1 0,1 0-11 0,0 2 9 16,1 1-3-16,0 1 3 0,-1 1 6 0,2-1-6 0,1 0 6 0,1 1-1 15,3 1-3-15,0 1 2 0,2 0-5 0,0 0 1 0,3 1-3 0,2 1 1 16,0 0 0-16,2 0-1 0,-1-1-2 0,2 0-4 0,1-2 0 15,1-1-2-15,0-3 2 0,3-1-6 0,-2-1 4 0,2-1-7 0,1-1 4 16,0-2-3-16,1 0-7 0,1-1 1 0,-1-1-5 0,0-1 3 0,-3 0-3 16,1 0-15-16,-1 0 1 0,-2 0 6 0,0-1 7 0,-3 0 23 15,1-2 6-15,0 0 0 0,-1-2 8 0,1 1 1 0,-1-2 9 0,-1 1 10 16,0-1-6-16,0 0-1 0,0 0-3 0,0 0-4 0,1 0 1 0,-1 1-3 16,0 2-6-16,0 1-2 0,-1 1-2 0,0 1-3 0,-1 2-1 15,1 1-5-15,0-1 2 0,1 3 0 0,-1 0-1 0,0 0-1 16,0 1-2-16,0 0 2 0,0-1-2 0,1 1 0 0,-2 0 0 0,1-1-2 15,1-1 2-15,-1 0 0 0,1 0-4 0,0-1 4 0,-1 0-9 0,0-1 3 16,1 0 3-16,-2 0-3 0,2-1 13 0,0 0-5 0,1-1 0 0,-1 0-2 16,1-1 0-16,-1 0 4 0,0-1-4 0,0-1 0 0,-1 1 0 15,1-2 6-15,-1 1 1 0,0 0 10 0,0 0 0 0,-1-2 2 0,1 0 4 16,-1-1 0-16,-1 2 6 0,-1-1-2 0,0 0 0 16,-1 0-1-16,-1 1-5 0,0-1 2 0,-1 0-3 0,0 1 2 0,-1-1-7 0,-1 1-3 15,-1 0 4-15,-1 1-10 0,-1-1 0 0,-1 0-2 0,-1 1 2 0,0-1 6 16,-2 1-6-16,1 0-6 0,-1 1-8 0,-1 0 2 0,0 0 6 15,-1 2 2-15,0 0-6 0,0 0-12 0,1 2-2 0,-2-1 2 0,1 2 1 16,-1 0-11-16,-1 1-15 0,1 1-12 0,-1 1-6 0,0 1 3 16,2 1 1-16,1 0-5 0,2-2-2 0,3 1-14 0,2 0-16 0,1 0-20 15,2-1-22-15,1-1-18 0,2 0-21 0,1 0-10 0,1-1-3 0,3 0-2 16,2-1 4-16,0 0 0 0,1-1 4 0,2 1 4 0,-1-1 4 0,2-1 9 16,1 1 20-16,0 0 34 0,-1 0 40 0,1-1 36 0,0 0 34 15,-1 1 32-15,-2-1 33 0,0 0 33 0,-1 1 24 0,0-1 19 0,-1 1 14 16,1 0 0-16,-2 1-1 0,1-2-9 0,0 3-14 0,-1-2-4 15,-1 2-13-15,1 0-6 0,-1-1-4 0,-1 2-3 0,0-1-1 0,2 0-7 16,-1 0-2-16,0 0-8 0,0 0-5 0,-1-1-9 0,-1 0-7 0,1 0-8 16,0-1-6-16,0-1-4 0,0 0-13 0,1 0 1 0,0-1 2 15,0 0 7-15,-1-2 6 0,-1 1 4 0,0-2 1 0,0 0-6 0,-1 1 9 16,0-3-14-16,0 0 4 0,-1-1 2 0,0 0-1 0,0-1 2 0,0 0-1 16,-1 1-2-16,-1-1-18 0,0 0-28 0,-1 0 0 0,-1 0 0 15,0 1 0-15,-2-2 0 0,0 1 0 0,-2 1 0 0,0-1 0 0,-1 1 0 16,-1 0 0-16,-1-1 0 0,0 2 0 0,-1-2 0 0,-1 0 0 15,-1 1 0-15,-1 0 0 0,0 2 0 0,2-1 0 0,-1 1 0 0,1 1 0 16,0 1 0-16,-1 2 0 0,0 0 0 0,0 0 0 0,1 0 0 0,-1 1 0 16,2 1 0-16,-1 0 0 0,0 0 0 0,0 2 0 0,0 0 0 15,-1 0-10-15,1 2-34 0,-1 0-8 0,1 1 3 0,2 0-14 0,1 0-10 16,0-1-21-16,2 0-17 0,1-1-23 0,1 1-23 0,2-2-23 0,0-1-27 16,3 1-23-16,-1-1-21 0,2-1-44 0,2 0-87 0,0-2-112 15,2 0-384-15</inkml:trace>
  <inkml:trace contextRef="#ctx0" brushRef="#br0" timeOffset="129674.67">10246 12459 1903 0,'-4'-7'310'0,"1"-2"-76"0,0-1-40 0,0 2-14 0,0 3-20 0,0 0-26 16,0 2-17-16,1 1-12 0,0 2-3 0,0 0-2 0,1 2-9 15,-1 1-13-15,2 1-7 0,-1 2-7 0,0 2-12 0,2 2-3 0,0 1-6 16,1 1-15-16,2 2 4 0,1 0-6 0,1 4-6 0,2 1-18 0,1 2-2 15,2 1 0-15,2 1 0 0,0 1 0 0,2-1 0 0,0 2 0 16,0-3 0-16,0 1 0 0,2-1 0 0,0 0 0 0,0-1-18 0,-2-2-6 16,1 0-6-16,1-3-2 0,-1-1 10 0,0-3 13 0,1 0-11 15,-1-2 10-15,-1-1 4 0,0-1 4 0,-2 0 2 0,0-1 2 0,-2-2-13 16,-2 0 1-16,1-1 0 0,-1-1 4 0,-1-1 8 0,-2 0 4 0,0-1 4 16,0 0 0-16,0-1 3 0,-1-1-1 0,0-2 0 0,0 0 2 15,0 0-3-15,0-2 3 0,-1 1 8 0,1 0-8 0,0 1-4 0,0 0 6 16,0 0-2-16,0 1-4 0,0 1 0 0,0 0-4 0,-2 1-4 0,2 0-2 15,0 0 0-15,-1 2 0 0,1-1 0 0,0 1 0 0,1 2 0 16,-1-1 0-16,1 0 0 0,-1 1 0 0,1 1 0 0,0-1 0 0,-1 1 0 16,0-1 0-16,1 0 0 0,-1 1 0 0,1 0 0 0,0 0 0 0,0-1 0 15,-1 0 0-15,0 0 0 0,0-1-2 0,-1 0-18 0,1-1-6 16,-2 0-6-16,1 0-4 0,0 1-9 0,0-1-6 0,0-1-9 16,-1 1-15-16,-1-2-16 0,1 0-18 0,-1 0-18 0,0-2-27 0,0-1-32 15,0 1-26-15,-2-2-37 0,1 1-62 0,-1-2-96 0,0 0-143 0,-1-3-392 16</inkml:trace>
  <inkml:trace contextRef="#ctx0" brushRef="#br0" timeOffset="130472.67">10726 12701 881 0,'-4'1'564'0,"1"1"-296"0,-1 0-57 0,2-1-32 0,0 0-35 0,0 0-19 16,1 0-25-16,0 1-17 0,1-1-2 0,0-1-14 0,0 1 0 0,1-1-6 15,0-1-3-15,1 1-7 0,0 0-7 0,1 1-10 0,0-1-8 16,1 0-7-16,1-1-10 0,-1 1-4 0,2 1-5 0,-1-2-2 0,1 1-3 15,0 0-9-15,0 0-10 0,0-1-8 0,1 1-15 0,0-1-10 16,1 1-13-16,0-1-13 0,1 1-8 0,0-1-1 0,1 0 4 0,0 1 5 16,0-1 6-16,1 0 8 0,-1 0 16 0,1-1 22 0,-1 0 15 0,0 0 15 15,1 0 8-15,0 0 3 0,-1 0 12 0,-1 0 5 0,0 0 1 16,-2 0 0-16,1 1 6 0,0 1 5 0,0 0 4 0,-1 2 0 0,1-1-6 16,0 2-5-16,-1 1-5 0,1 0-2 0,0 1 5 0,0 0-1 0,0 1 8 15,-1 1-4-15,2 0 6 0,-1-1-8 0,-1 1-4 0,2 0-1 16,0 0-6-16,-1 0 6 0,1-1-4 0,1 0 5 0,-1-1-3 0,0 0-9 15,1-1 7-15,0-1-7 0,1 0 2 0,-1 0-3 0,0-1-2 16,-1-1 3-16,2-1 4 0,-1 0-8 0,0 0-3 0,-1-2 3 0,-1 0-3 16,1-1 20-16,0 0 5 0,1-1-3 0,-1-1 4 0,0 0-6 0,0 0 2 15,0-1 1-15,-1 1-10 0,2-1 5 0,0 0-8 0,-1-1-2 16,1 0 2-16,0 1-5 0,0 0-2 0,-1-1-2 0,1 1 4 0,-1 0-6 16,-1-1 1-16,0 2-7 0,-2-1-12 0,0 1 6 0,0 0 1 15,-2 1 6-15,2 0 11 0,0 0-6 0,-1 0 8 0,-1-1-11 0,0 0-4 16,0 0 5-16,-1-1-10 0,0 0 7 0,-1 0 3 0,0 1-3 0,-1-1 2 15,-1 0-1-15,-1 2-1 0,-1-2 2 0,0 1 3 0,-1 1-7 16,-1 0-3-16,-2 1-1 0,-1-1-2 0,0 1 4 0,-2 1 10 0,1 1-4 16,-1 0-4-16,-1 1 0 0,-1 1 3 0,0 0 3 0,0 1-3 0,1 1-3 15,0 1 0-15,1-1 6 0,1 2 7 0,2-1 6 0,1 1-1 16,1 0 7-16,2 0-5 0,1 0 3 0,1 1 7 0,2 0-3 0,1 1-4 16,2 0-2-16,0-1-6 0,2 1-2 0,0-1-13 0,3 1-6 0,1-1 8 15,0 1 2-15,2 2 14 0,-1-1-1 0,-1 1-17 0,2-1 0 16,-2 0 0-16,2 0 4 0,-1 0-4 0,0 0-2 0,0 0 4 0,-1 0-12 15,-1 0 10-15,0 0 2 0,-1 0-12 0,-1-1 12 0,0 1-6 16,-2-1 3-16,-1-1 8 0,0 0-5 0,-2-2 4 0,0 0-10 0,-3-1 2 16,0 0 8-16,-2 0-2 0,0-1 3 0,-2 0-10 0,-2 1 3 0,0-1 0 15,-3 0-4-15,-1 1 4 0,-2-2-2 0,1 0 0 0,-2 0 2 16,1 0 0-16,-1 1 0 0,0-1 0 0,-1 1 2 0,2-2 0 0,0 1 0 16,-1 1 2-16,1-1-4 0,-2 2 1 0,2-1-1 0,-1 0-1 0,-1 1 4 15,1 1-3-15,0-1 2 0,1 2 2 0,0 0-10 0,0 0 8 16,2 0-2-16,-1 0-9 0,3 1 11 0,-1-3-2 0,1 2 15 0,2-1-3 15,0 0-5-15,2 0 1 0,-1 0-16 0,1-1 8 0,1 1-5 16,0-1 1-16,1 0 0 0,0-1 2 0,0 1 6 0,1-1-6 0,0-1-2 16,1 0 2-16,0 0 0 0,0 0 0 0,0 0 4 0,0-1 0 0,1 1 0 15,0-1 2-15,-1 0-2 0,1 1 0 0,0 0 0 0,-1 1 0 16,2-1 2-16,-1 0 1 0,0 1-3 0,1 0-2 0,-1-1 4 0,0 1-8 16,-1 1 8-16,1 0 2 0,0 1-6 0,-1-1 0 0,0 0-4 0,1 0 2 15,-1-2 4-15,-1 2 2 0,1-1-4 0,0 0-4 0,0 0-2 16,0 0-1-16,0-1 1 0,0 1-12 0,-1-1 1 0,1-1-14 0,-1 2-9 15,0-1-6-15,0 0-37 0,0 0-23 0,-1-1-46 0,0 0-42 0,-1-1-43 16,-1 1-91-16,1-2-135 0,-2 0-213 0,-2-1-340 0</inkml:trace>
  <inkml:trace contextRef="#ctx0" brushRef="#br0" timeOffset="149274.67">3127 12793 666 0,'-9'-7'327'0,"0"0"-242"0,0-1-18 15,4 1-24-15,2 2 0 0,2 0 11 0,1 0-5 0,0-1 4 0,2 0-8 16,2-1-9-16,1 0-6 0,1-1-11 0,2 0-4 0,2 0-11 16,1-1-3-16,3-1 1 0,2 1 3 0,2 0 1 0,1-3 2 0,1 0-2 15,1-3-4-15,1 0-2 0,4 1 0 0,1-3 4 0,0 0-3 16,2 0 5-16,-2-3-3 0,4 0-1 0,0 0 3 0,3-2 3 0,3-2 4 16,2 0-3-16,4-3 0 0,2 0-3 0,0-2-2 0,3 1 0 0,3-2-3 15,0 3 3-15,4 0-2 0,-1 1 7 0,-1 4 2 0,2 0 8 16,-2 2 5-16,0 4 2 0,2 2 6 0,-2 1-10 0,0 3 3 0,-2 2 6 15,-1 0-3-15,0 4 1 0,1 0-2 0,0 1-12 0,-2 1-1 0,0 2 3 16,-2 1-5-16,1 1 5 0,2 1-3 0,-3 0-4 0,0 2 0 16,-3 0 0-16,2 2 5 0,-2 0 1 0,-1 1 5 0,3 2-4 0,-2 1-2 15,0 1-4-15,0-1-5 0,-2 0 3 0,0 0-9 0,0 0 3 16,2 0 3-16,-1-1-8 0,0 1 5 0,0-1-6 0,0 0-1 0,-2 0 8 16,-1 0-2-16,0 0-1 0,-3 4-1 0,1 0 0 0,0 2 4 0,-4-1-2 15,0 3 2-15,-3 2-7 0,-1 1 5 0,-2 0 5 0,-2 1-4 16,-2 0 0-16,-2 1-2 0,-2 1-1 0,-3 0 5 0,-2 2 1 0,-3 1-8 15,-1 1 2-15,-3 1 0 0,-2-1 0 0,-2 2 12 0,-4-1-3 0,-1 2-5 16,-3 1 7-16,-1 0-4 0,-3 0 5 0,-2-1 4 0,-1 1 1 16,-3-1-5-16,0 4-3 0,-3-3 1 0,-1 1 4 0,-1-2 1 0,-3-1-6 15,-1-2 2-15,-1 1-10 0,-3-2 2 0,1 1 5 0,-3-1-5 16,-3-2 3-16,-2 2-8 0,-3-2 10 0,-3 2-2 0,2-2 0 0,-4 2 11 16,-2 0-11-16,-3-1 2 0,-2-1 0 0,-1-1-5 0,-1 0 9 0,-1-2-4 15,-1-2 0-15,2-1 0 0,-1-1-7 0,1-2 2 0,1 1-1 16,0-1 6-16,1-3-5 0,1-4 1 0,-1 0 1 0,2-2-7 0,-1-2 9 15,2 0 4-15,3-2 0 0,1-2 3 0,-1-1 3 0,0-2 2 0,0-2 9 16,1-1 8-16,1-2-5 0,0-1 10 0,2-1-2 0,1-3 2 16,0-1-4-16,2-2-14 0,0-1-1 0,1 2-9 0,3-3 3 0,0 1-6 15,2-2-9-15,0-1 1 0,2 0-10 0,1-2-4 0,2 0-10 16,0-1-17-16,1-1-12 0,2-1-23 0,1-1-24 0,2 2-21 16,4-2-35-16,1 0-61 0,4-3-59 0,1-2-102 0,4-2-394 0</inkml:trace>
  <inkml:trace contextRef="#ctx0" brushRef="#br0" timeOffset="-130291.35">15385 7621 644 0,'5'-6'101'0,"0"1"-43"0,3 1-24 16,2 1-1-16,1 2 0 0,2-1-5 0,2 0-6 0,0 0-6 0,4-1-2 15,1 0-1-15,2 0 3 0,4-2-3 0,2 0-5 0,4-3 0 0,1-2-11 16,4-2-11-16,2 0-12 0,4-3-10 0,3-2 0 0,2-1 11 15,3-1 12-15,2-2 11 0,3-2 11 0,1 1 14 0,2-1 14 0,2 0 22 16,4-2 15-16,2-2 11 0,2-1 11 0,4-2 2 0,5-1-3 16,2 1-5-16,5-1-12 0,4-1-7 0,3 0-4 0,5 0-7 0,4 0-3 15,3 1-1-15,5 1-3 0,2-2-4 0,4 3-3 0,2-3-10 0,4 1-3 16,3 0 0-16,2 0-8 0,3 0 0 0,3 0-5 0,2 2-4 16,1-3 4-16,3 1-10 0,-1-1-4 0,4 1 8 0,1 0-10 0,-1 2 5 15,2-2 5-15,-2 0-13 0,0 1 1 0,0 0 4 0,1-1 0 0,-2 2-1 16,1-1 7-16,-1 1 0 0,-1 2-6 0,-1-3 3 0,-2 4 4 15,1-1-3-15,-3 2 6 0,-2 0-5 0,0 1 3 0,-4 1-3 0,-2-2 0 16,-2 1 1-16,-3 0-1 0,-1 1 5 0,-3 3-2 0,-4 1 5 16,0 1-3-16,-4 2-3 0,-3 1 3 0,-3 1-5 0,-3 1 2 0,-5 1 1 15,-3 0-3-15,-5 1-1 0,-1 1-2 0,-6 0-10 0,-3 0 2 0,-2 2 0 16,-7 0-1-16,-3 1 4 0,-4-1 0 0,-5 0-4 0,-3 0 1 16,-5 1-4-16,-5-1-5 0,-2 2-12 0,-4-1-22 0,-3-1-35 0,-5-1-49 15,-2 0-58-15,-6 0-74 0,-3-3-88 0,-3 0-134 0,-4-4-298 0</inkml:trace>
  <inkml:trace contextRef="#ctx0" brushRef="#br0" timeOffset="-128691.81">12239 8637 714 0,'-1'-5'51'0,"1"2"-36"16,1 0-15-16,3 2-4 0,0 1 2 0,2 2 2 0,1 1 1 0,0 0-1 15,0 0-1-15,1 0-2 0,-1 0 0 0,1 1-1 0,0 1-1 16,-1-1 2-16,0 0 1 0,-1-1 3 0,1 0 1 0,-1 0-1 0,0-1 3 16,-1 0 3-16,2 0 5 0,0-2 7 0,0 1 4 0,0-1 9 0,0 1 10 15,0-1 7-15,0 1 8 0,0-1 1 0,-2 1-3 0,1 0-1 16,1 1-4-16,0 0 3 0,1 0 2 0,0 2-1 0,1-1-2 0,1 0 0 15,-1 1-1-15,4-1 1 0,2 2-3 0,2-1 2 0,2 1-1 0,3 0 1 16,3 1 8-16,3-2-2 0,5 1-1 0,2-2-4 0,5 0-9 16,5 0-5-16,4-2-7 0,4-1-5 0,4 0-1 0,4-2-6 0,3-2-4 15,4-1-1-15,2-1 0 0,3-1-6 0,0 0 3 0,4-2-1 16,1 0-4-16,1-1 3 0,0-1-3 0,2 0-3 0,3 0 3 0,-3 0-6 16,4 2 5-16,-1-2 4 0,1 1-3 0,3 0 7 0,-2 1 2 0,1 0 0 15,2 2 2-15,2 0-2 0,1 0-2 0,3 2 2 0,0 0 2 16,3 1-5-16,1 0 7 0,2 1-3 0,4 0-2 0,0 1 1 0,4 0-4 15,2 0 3-15,1 1-3 0,4-1-3 0,-1 0 5 0,1-1-7 0,1 0 2 16,0-2 5-16,0-2-7 0,1-3 4 0,1-2-5 0,-2-2 0 16,2-2 7-16,-2 1 4 0,1-2 7 0,-2-1 0 0,2 2 4 0,-3-3-2 15,-1 0 8-15,-3-1 0 0,0 2-3 0,-3 0-2 0,1 1-4 16,-2 4-4-16,-2-1-5 0,-1 1 0 0,2 1-4 0,-3 1-1 0,0 2 9 16,2 2-1-16,-4 0 0 0,1 1-1 0,0 1-10 0,-2-1-4 0,0 1-1 15,0 0 0-15,-3 1-1 0,-1 0 1 0,0 2 1 0,-4-1 1 16,-1 0-4-16,-3 1 7 0,-2-1-11 0,-3 0 1 0,-3 1 1 0,-3-1-1 15,-2 1 6-15,-2-1 1 0,-3 0-1 0,0 0 1 0,-4 0-3 0,-2-1-2 16,-3 1-1-16,-3-1 2 0,-3 0-4 0,-2 1 4 0,-5-1 0 16,-1 0-3-16,-4 0 1 0,-1-1 0 0,-5 2-1 0,-4-1 3 0,-1-1 2 15,-5 0-9-15,-1-1-12 0,-3 0-14 0,-3 0-21 0,-2-1-21 16,-1 0-29-16,-3-1-39 0,-4 0-58 0,-1-2-75 0,-4-3-101 0,-2-3-158 16,-2-3-313-16</inkml:trace>
  <inkml:trace contextRef="#ctx0" brushRef="#br0" timeOffset="-126508.73">10812 9769 1536 0,'1'-2'83'0,"3"1"-52"16,3 0-29-16,5 1 0 0,5 0 12 0,5-1 1 0,3 1 0 0,4-1-1 16,2 0-4-16,3 0-1 0,3-2-1 0,2 0-3 0,4 0-3 15,3-1-6-15,1 0 0 0,3-1 1 0,3-2 1 0,1 0 5 0,2-2-1 16,3 0-2-16,0 0 2 0,3-1 0 0,0 0-1 0,2-2 3 16,1-1-5-16,2 0 1 0,0 1 4 0,2 1 2 0,2-1 9 0,2-1 7 15,1 1 5-15,2-1 6 0,1 2-1 0,2-1 0 0,4 1 1 0,-2-1 6 16,4 3 4-16,0-1 2 0,3 1 4 0,4-2-7 0,0 0-2 15,3 0-2-15,2 0 1 0,3 0-3 0,2 2 1 0,2-2-5 0,4 2-10 16,1-1-7-16,2 1 1 0,4 1-1 0,-1 0-6 0,2 2 2 0,0-1-1 16,2 2-3-16,1 0 4 0,1 0 0 0,1 2-4 0,0 0 0 15,-1 1 3-15,2 0-2 0,0 1 4 0,0 1 0 0,1 0 2 0,0 0 0 16,1 0 2-16,0 0 2 0,1-1-9 0,1 1-1 0,-2 1-1 0,1 1-2 16,0 0 1-16,-1 1 1 0,1 0-1 0,-3-2-1 0,1 2-2 15,-2-2-1-15,-2 1 1 0,0-1 0 0,-2-1 5 0,0 0 4 0,0-1 2 16,0 0 1-16,-1-2 0 0,2 0 5 0,-2-1 0 0,2-1 1 15,1-1 1-15,1 0-2 0,-1-1-3 0,0 1-7 0,-1-1 0 0,0-1 2 16,-2 0 1-16,-1-1 1 0,-1 0-1 0,-4 1 2 0,-1 0 4 0,-3 2 2 16,-4 0 1-16,-2 1-3 0,-4 1-5 0,-5 1 3 0,-2 1 2 15,-2 0-3-15,-4 1 5 0,-2 1 2 0,-1 1-9 0,-3 0-2 0,-2 1-5 16,-2-1 2-16,-3 2-4 0,-2 0 1 0,-3 0 3 0,-2 0-11 16,-2 0 5-16,-3 0 1 0,-2-1-8 0,-3-1 12 0,-3 1-5 0,-4 0-3 15,-4-1 4-15,0-1-11 0,-6 0-1 0,-2 0 0 0,-4-1-14 0,-1-1-16 16,-2 0-18-16,0 0-15 0,-4-1-15 0,-1-1-11 0,-2 0-25 15,-3 0-33-15,-1-1-57 0,-1-2-93 0,-2-1-106 0,-2-5-107 0,-1-3-295 16</inkml:trace>
  <inkml:trace contextRef="#ctx0" brushRef="#br0" timeOffset="-121220.71">19003 11407 1782 0,'-20'-25'70'0,"-3"-2"-2"0,-4-4-23 0,2 6-52 0,4 8-49 0,3 2-45 16,0 5-43-16,1 2-20 0,1 2 0 0,0 1 11 0,-1 1 22 0,-2 0 19 15,2-2 16-15,-1 0 21 0,-1-1 18 0,-1 0 20 0,0-1 18 16,-2-1 12-16,1 0 8 0,-2-1 5 0,1-1 8 0,0 1 4 0,-2-1 7 16,0-1 7-16,1 1 8 0,-1 0 11 0,3 0 14 0,-1 1 13 15,2-2 5-15,3 1 2 0,1-1-2 0,1 1-7 0,3-1-7 0,1 2-16 16,3-1-19-16,2 0-12 0,2-1-11 0,2 0-7 0,3 0-4 0,1 0-6 16,3 0-3-16,1-1-1 0,2-2 5 0,3 1 1 0,0-3 3 15,1 1 7-15,-1 0-6 0,0 0 5 0,1 0 2 0,1-1 5 0,1 0 4 16,0 1 12-16,1-1 4 0,2 0-6 0,2 1 4 0,0-1-8 0,2 0-1 15,2-1-1-15,-1 3-6 0,3-2 1 0,1 0-9 0,3 3-5 16,3-1 1-16,0 2-6 0,2 0 5 0,2 0 3 0,0 1-3 0,2 0 2 16,1 0-2-16,2 1-4 0,1 1 3 0,2-1-2 0,0 3 2 15,2 0 1-15,1-1 0 0,-1 2 2 0,0 0-2 0,1 0-1 0,1 0 6 16,0 0 0-16,1 2 1 0,1 2 0 0,0-1 3 0,1 2-4 0,1 2 5 16,2 1-1-16,0 3-3 0,0 1 1 0,-1 1 0 15,-1 3-3-15,-1 1 2 0,0 1 0 0,-2 1-1 0,-3 0 9 0,-1 0 4 0,-1 3 3 16,-3-1 4-16,-1 2-2 0,-1-1 3 0,-2 3-4 0,0 1 2 0,-2 0-4 15,-1 4-2-15,-3 2-5 0,-2 1-1 0,-1 3-3 0,-2 1 0 16,-2 3 9-16,-2 1-5 0,-4 4 1 0,-2 0 3 0,-3 0-7 0,-3 3-1 16,-3 2-4-16,-2 1-3 0,-3 2-2 0,-2 1-1 0,-2 1 2 0,-4 1-7 15,-4 2-1-15,-3 2-7 0,-4 2-1 0,-4 1 1 0,-5 1 0 16,-4 0 4-16,-5-1 0 0,-3-2 3 0,-3-3 6 0,-2-4 3 0,-2-2 5 16,-1-4-3-16,-4-2 4 0,0 2 0 0,-1-5-8 0,-3 0 5 15,0-1-5-15,-1-3-2 0,-1 1-2 0,-1-2-11 0,-2-3-7 0,-1-2 0 16,1-2 5-16,-1-2 5 0,0-4 6 0,2-2 5 0,-2-4-1 0,-1-3 4 15,-2-4-2-15,0-3 4 0,-4-2 2 0,-2-4-2 0,0-2 1 16,-4-3 1-16,0-3 2 0,-3-1-3 0,-3-1-4 0,-3-2 0 0,-1 0 1 16,-2 0 7-16,1 1 13 0,4-1 15 0,3 1 10 0,4 0 9 15,2 2 2-15,4 1-13 0,3 0-17 0,3 0-4 0,4 1-16 0,5 0-4 16,4 0-9-16,4-1-5 0,3-1 1 0,3 0 1 0,1-1 8 0,1-4 4 16,1-2 1-16,0-3-1 0,1-4-4 0,1-3-2 0,2-2 10 15,-1-4-9-15,4-5 9 0,-2-5-4 0,5-4-2 0,1-2 8 0,4-3-6 16,3 0 2-16,3 0-17 0,4-1 11 0,4 2-4 0,4 0 5 0,7 2 5 15,3 1-8-15,5 4 2 0,5-1-2 0,2 2 5 0,5 2 7 16,3 1 2-16,6 1 4 0,2 2-1 0,5 1-2 0,2 2 1 0,2 2 6 16,5 0-1-16,1 2-2 0,5 2 8 0,2 1-12 0,3 2-2 15,2 4-4-15,2 2-6 0,1 6-1 0,0 3 2 0,-1 5-6 0,-1 2 3 16,-1 3-5-16,-3 4 0 0,-1 3 5 0,-2 3-4 0,-2 1 2 0,-2 2 5 16,-2 1-3-16,-3 0 2 0,-2 1-4 0,1-1 4 0,-1-2 3 15,-1 2-5-15,-3 0 5 0,0-1-7 0,-4 0 0 0,-4 1 4 0,0-2-2 16,-4 1 5-16,-1 0 1 0,-3-2-1 0,-1 0 3 0,-4-1 2 0,-4 0 3 15,-1-1 2-15,-2 0-8 0,-1 0-7 0,-3-1 0 0,-2 0-2 16,-1 0 10-16,0 0-3 0,-3-1-1 0,0 0 1 0,-1 0-4 0,-1 1 6 16,0-1-4-16,-1 0 4 0,0-1-1 0,-2 0-6 0,1 1 9 15,-1-1-1-15,-1 0 2 0,0 0 2 0,-1 0-4 0,0 0-4 0,0 0-1 16,0 1-1-16,-1-1 4 0,0 0-2 0,0 1 2 0,0-1 1 0,0 0-2 16,1-1 2-16,0 1-4 0,-1-1 2 0,1 1-1 0,-1-1 1 15,1 0-5-15,1-1 0 0,0 2 0 0,-1 0 2 0,1-1 4 0,0 1-2 16,0-1-4-16,1 0 0 0,0 0-5 0,1 0 5 0,-1-1 5 0,0 0-7 15,1 0 4-15,-1 0-7 0,0-1 3 0,0 1 2 0,0-1-3 16,0 1-3-16,-2-1-17 0,0 0-26 0,-2 0-17 0,-1-1-33 0,0 1-32 16,-5 0-36-16,-3 0-45 0,-3 0-44 0,-3 1-42 0,-4 0-46 15,-3 2-52-15,-4 0-259 0</inkml:trace>
  <inkml:trace contextRef="#ctx0" brushRef="#br0" timeOffset="-120641.71">8098 13088 1316 0,'-63'-22'366'0,"-3"1"-310"0,-13-3 7 16,15 5-28-16,14 4-11 0,6 0-16 0,7-2-3 0,4 0-5 0,4 0-2 15,3 1-4-15,4 1-13 0,1 0-15 0,4 1-21 0,3 1-20 16,4-1-10-16,0 1-6 0,4 0 8 0,3 0 13 0,2 0 15 0,3-1 22 0,2 0 5 15,2-1 11-15,3 1 8 0,2-1-2 0,2-1 9 0,3 0 12 16,4 0 17-16,1-1 21 0,6 0 24 0,1-2 14 0,4 0 2 0,4-3-6 16,5 1-17-16,4-1-15 0,4-2-7 0,3 1-4 0,6-2-6 15,5-1-8-15,4 1-2 0,4-1 1 0,2 1-4 0,4-3 5 0,3 2-3 16,2-2 1-16,4 1 9 0,2 1 3 0,3-1 7 0,4 0 2 0,2-1 2 16,6 1-7-16,0 2-7 0,4 2-7 0,1 2-5 0,2 3 2 15,1 1 4-15,2 4-5 0,2 2-7 0,0 1-8 0,-1 3-6 16,2 0-3-16,0 3 8 0,1 0-1 0,2 0-5 0,-2 2-2 0,1 1-5 0,-2 1 0 15,0 4 8-15,1 1-12 0,2 5-3 0,-3 3 1 0,0 2-5 16,-4 3 10-16,-2 5 10 0,-4 5-13 0,-4 5 9 0,-5 4-3 0,-4 6-7 16,-4 2 7-16,-7 4-2 0,-4 2 5 0,-7 2-3 0,-7 1-4 15,-7-3 5-15,-8-1-4 0,-6-2 1 0,-5-2 12 0,-7 0 0 0,-5-1 10 16,-5 0 7-16,-6-1-3 0,-4 2 6 0,-5 0 0 0,-6 1 8 0,-6 1-6 16,-7 1-2-16,-6-1 2 0,-11 3-5 0,-7 0-6 0,-10 3 9 15,-9 1-1-15,-10 2 4 0,-8 0 5 0,-12 3-11 0,-8 0-7 0,-9 1-6 16,-11 3 0-16,-11 2-24 0,-10 1-59 0,-9 3-64 0,-6 1-99 0,-5 1-118 15,-4 0-143-15,-3 1-415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09:43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4183 9231 210 0,'-20'0'79'0,"-1"1"-4"0,-5 0-6 0,4-1-6 15,2-1-5-15,1 0-7 0,1 1-8 0,-1-1 2 0,1 1-2 16,1-1-6-16,-1 0-4 0,2 0-5 0,1 0-4 0,1-1-2 0,0 1-4 16,0-1-7-16,1 0-3 0,3 1-3 0,-3-1 0 0,2 1 2 0,0-1-2 15,0-1-1-15,2 1-1 0,2-1-1 0,-1 0 1 0,2 0-2 16,1-1 0-16,1 0 0 0,0-1-3 0,1-1 3 0,0 0-1 0,2-1 0 16,-1-2 0-16,1 0-2 0,0 0 2 0,0 0 1 0,2 1 0 0,-1-1 1 15,2 0 0-15,-1 1 0 0,1-1 4 0,0 0-1 0,0-1 1 16,1 1-2-16,1 0 0 0,0-1 1 0,1-1 0 0,1 1-1 0,0-1-1 15,1-1 1-15,1 0 0 0,1 0 0 0,1-1-1 0,-1 1 1 16,1 1-1-16,0-1 3 0,-2 0-7 0,2 1 1 0,0 0 0 0,-1 0 0 16,2-1 5-16,-1 1 2 0,-1 0 0 0,2 0 2 0,0-1 1 0,1 0-4 15,0-2-1-15,0 2 0 0,1-1-1 0,1 0-1 0,-1-2 1 16,0 0-2-16,0-1 2 0,1 0 0 0,0 0-3 0,1-1-2 0,0 0-1 16,3 1 1-16,2-2 1 0,1-1 1 0,1 1 1 0,3-3 0 0,-1-1 0 15,3-1-2-15,1 0 2 0,0 0 5 0,2 1 2 0,1 0 11 16,2-1 13-16,2 0 7 0,1-1 8 0,2 0 0 0,2-1-7 0,3 1 4 15,4 1 13-15,3 0 2 0,1 0 6 0,5-1-2 0,5 0-17 16,3 0-4-16,6 0-7 0,1 0-4 0,6-1 3 0,4-1-4 0,4 1 0 16,4 0-5-16,5-1-12 0,3-2 0 0,6-1-7 0,5-1 1 0,2 1 3 15,2 0-8-15,4 2-2 0,2 0-2 0,6-1 2 0,2 1 2 16,4-2-6-16,2 1 2 0,-1 0 2 0,1 2 3 0,1-1 5 0,0 0-6 16,1 1-6-16,-2-1 0 0,-1 3 3 0,0 0 3 0,0 1-2 0,-1 1 1 15,-3 3-4-15,-4 1 1 0,-2 2 1 0,0 1-2 0,0 1 5 16,-1 1-4-16,-2 3 2 0,-3 0-4 0,-4 2 2 0,-3 3 1 0,-6 2-1 15,-4 3 1-15,-4 2-3 0,-5 2 1 0,-2 3 5 0,-4 3-1 16,-6 0-1-16,-1 2 5 0,-3 1-5 0,-3 1-1 0,-1 3 4 0,-3 0-1 16,-2 3-2-16,-2 2 4 0,-4 3-5 0,-2 3-5 0,-2 2-2 0,-5 4-2 15,-3 0-7-15,-3 3 5 0,-2-1 6 0,-5 0 0 0,-1 2 5 16,-4-2-1-16,-3 2-3 0,-2-1-2 0,-2 3 1 0,-5 1-3 0,-3-1 2 16,-5 1-1-16,-3 1 0 0,-4 0 1 0,-3 1-3 0,-3 2-7 0,-4 3 3 15,-5 1-2-15,-3 1-11 0,-4 0 5 0,-5 1-10 0,-3 2-11 16,-4 1-3-16,-3 0-11 0,-6 0-9 0,-3-1 1 0,-5-1 9 0,-4-1 14 15,-3-1 21-15,-4-1 14 0,-3-2 7 0,-3-1 5 0,-2-3-3 16,1-2 4-16,2-3 9 0,-1-2 3 0,2-2 10 0,0-4 11 0,1-1 8 16,-1-3 3-16,0-4 3 0,-3 1-7 0,-3-1-2 0,-3 0-5 0,-5 0-6 15,-3-1-8-15,-1-1 0 0,-7 0-11 0,-2-1-2 0,-6-1-10 16,-2 0-7-16,-4-2 7 0,-5-1 4 0,-3-2 4 0,-5 0-2 0,-5-3-7 16,-6-2-8-16,-3-3 9 0,-2-2 2 0,4-4 12 0,4-2 4 0,4-3-3 15,-1-2 7-15,-5 0-14 0,-1-3-4 0,-3-1-7 0,0 0-1 16,0-3 15-16,0-3-7 0,0-2 6 0,-2-1-6 0,2-4-6 0,3-1 5 15,0-1-9-15,2-3-10 0,-1-1-8 0,1-2-17 0,2-6-6 16,2-1-11-16,4-4-20 0,4-4-13 0,2-1-33 0,7-5-47 0,5-3-6 16,5-6 0-16,5-2-1 0,7-3-23 0,3 0-302 0</inkml:trace>
  <inkml:trace contextRef="#ctx0" brushRef="#br0" timeOffset="25218.56">7536 9313 1643 0,'14'-2'-10'0,"7"-2"-8"0,4 1-11 0,8-1-5 0,-8 4 4 0,-1 3 7 0,3 2 13 0,0 1 2 0,1 2 4 0,-1 2 4 15,0 3 3-15,-2 0 6 0,1 2 1 0,-1 1 3 0,0 2 0 0,2 1 0 16,-2 0 3-16,2 2 4 0,-2-1-9 0,1 0-2 0,0 1 11 15,-1 0-1-15,1-1 11 0,-1 1 6 0,1-1-8 0,0-2 5 0,-1 0-3 16,2 0 8-16,-2-3 0 0,0-2 7 0,0-1 9 0,2-1-1 0,1-1-4 16,-2-2 1-16,1 0-5 0,-2-1-5 0,2 0-2 0,-1-1-8 15,0-1-9-15,1-1-5 0,1 0-4 0,0-1-4 0,0 0-1 0,1 0-2 16,0 0-1-16,-1 0-4 0,0 0-3 0,-1 0-6 0,-1 0-10 0,0 0-11 16,-1-2-13-16,-3 2-16 0,-2 0-12 0,-1 0-13 0,-3 0-9 15,1-1-9-15,-1-1-14 0,0-1-16 0,-2 0-16 0,-1-2-20 0,-1-1-6 16,0-2-1-16,-2 0 2 0,-2-2 5 0,1-3 1 0,0-1-66 0</inkml:trace>
  <inkml:trace contextRef="#ctx0" brushRef="#br0" timeOffset="25500.56">9310 9594 19 0,'10'11'20'0,"0"1"8"16,3 0 5-16,1 1 5 0,-2-3 7 0,1 0 5 0,1 0 8 0,1-2 1 16,-2 0-1-16,2 0-1 0,1-2-3 0,2 0 7 0,0 0 1 15,1-1 8-15,0 2 2 0,-3-2-5 0,2 1 2 0,2-2 0 0,0 1-3 16,2 1 1-16,1-1-6 0,-2 0-7 0,2 1-4 0,-2 0-5 0,0 0 2 16,0 1-5-16,0-1 2 0,-2 1-4 0,1-1-7 0,-1 1-6 15,-3 0-5-15,1-1 0 0,-3 0 2 0,0 0 6 0,-2-1 1 0,-3 1 5 16,-2 0 3-16,-1 0 1 0,-1-1-1 0,-3 0 4 0,-2 1-5 0,-1 1-2 15,-3 0-7-15,-3 2-15 0,-2 1-12 0,-2 2-15 0,-5 2-15 16,-4 1-12-16,-3 2-20 0,-3 1-13 0,-3 2-20 0,-1 1-30 0,-2 0-34 16,-2 3-52-16,-2 1-69 0,0-2-149 0,-2 3 7 0</inkml:trace>
  <inkml:trace contextRef="#ctx0" brushRef="#br0" timeOffset="54570.56">3822 9625 1126 0,'-6'-9'58'0,"2"0"-32"0,-1-1-16 0,4 3 8 0,2 3 2 0,2 0-8 16,1-1 0-16,4 0-8 0,2 1-10 0,3 0 3 0,3 0-6 15,-1 0-1-15,3-1 0 0,2-1-1 0,0 0 1 0,4 0-3 0,4-1 0 16,0-2 6-16,2 0 1 0,1-2 10 0,1 1-4 0,2-2 8 15,2 1 5-15,0-2-1 0,3 0 9 0,1 0-4 0,0-1 2 0,0-1 7 16,4 0 8-16,0 1 4 0,3-1 8 0,4-1 3 0,2-1-1 0,3 2 0 16,3-1 1-16,3 0-3 0,3 0-11 0,2 2-2 0,3-1-10 15,1 2-6-15,3 0 3 0,2 1-10 0,0 2 0 0,3-1-6 0,2 1-1 16,-1-1-2-16,2 3-1 0,0 1 2 0,-2 3-2 0,1 1 5 16,0 3 0-16,-2 3 1 0,0 0-2 0,-2 4-4 0,-3 2 0 0,-2 1-3 15,-2 2 0-15,0 0 3 0,0 0 2 0,-3 0 4 0,0 1-3 0,-1 0 4 16,-2 0-10-16,-1 0-2 0,-1 1 2 0,-3-1-1 0,-1 1 8 15,0-1 0-15,-3 1-1 0,-3-1-2 0,-1 0-1 0,-3-1 0 0,0 0 0 16,-2 2 0-16,-1 1-7 0,-2 0 2 0,-1 1-2 0,-4 2-5 0,0 0 6 16,-4 2 11-16,-4 1-1 0,-2 2 7 0,-4 0-1 0,-4 0-8 15,-1 1-1-15,-3 0 6 0,-3 0 2 0,-3 1 2 0,-4-1 7 0,-6 2 5 16,-4 0 3-16,-3 0 6 0,-3-2-2 0,-4-1 0 0,-1-2 0 0,-4-2 0 16,1-2 1-16,-3-1 1 0,-1-3-1 0,-2-3-4 0,-4 0-2 15,0-2-5-15,-5 0-4 0,-1 0-2 0,-5-1-7 0,-5 1-1 0,-3-1-7 16,-5 0-10-16,-3 1-1 0,-6 1-3 0,-3 1-7 0,-5 1-5 15,-3 1-9-15,-4 0-9 0,-4 1-4 0,-4 2-1 0,-3-2 3 0,-2 0 6 16,-2-2 18-16,1 2 8 0,-1 1 27 0,2-1 9 0,-1 0 2 0,4-2 14 16,0 0-12-16,5-1 7 0,5 0 4 0,2-2 0 0,6 1 6 15,2-2-4-15,3 1-6 0,3 1-3 0,1 0-16 0,2 1-5 0,1-1-1 16,1-1-5-16,1-1-4 0,-1 2 10 0,1-1-11 0,1 0 1 0,-1 0-4 16,2 0-7-16,-1 0-2 0,2-2-8 0,1-1-11 0,1 1-18 15,1-1-49-15,2-1-68 0,1 0-86 0,1-2-138 0,2-1-424 0</inkml:trace>
  <inkml:trace contextRef="#ctx0" brushRef="#br0" timeOffset="79705.07">19225 12757 2622 0,'-9'4'3'0,"-2"4"2"0,-1 2 1 0,-1 3-4 0,8 0-2 0,2 2-3 0,2 1-2 0,1 1-1 0,1 1 1 0,-1 2-6 16,1 1-5-16,0 2 0 0,1 1-10 0,1-1 1 0,-2 2 2 15,3 0-2-15,-1 0 5 0,2 1-7 0,0 2-3 0,0 1-1 0,1 3-7 16,1 3 5-16,1 0-12 0,0 3 1 0,1 1 6 0,2 2-1 0,1 4 17 16,4 3-2-16,1 1 8 0,2 4 1 0,5 1 6 0,3-1 6 15,4 0-4-15,3 0 2 0,2-1-7 0,3-2-14 0,3-2-5 0,3-2-3 16,3-4 5-16,2-6 18 0,1-5 11 0,2-7 19 0,3-6 11 0,0-5 10 15,1-6 15-15,1-3 9 0,-1-4 10 0,-1-3 2 0,-2-1-10 16,-3-5-9-16,-2-2-3 0,-1-3-8 0,-3-3 4 0,-1-3-8 0,-1-3-15 16,0-2-7-16,-1-2-14 0,2-2-8 0,0 0 7 0,0-3-5 15,-1-2-11-15,0-1-11 0,1-5-21 0,-2 2-10 0,-2-3-8 0,1 0-5 16,-4-2-3-16,-1-1 1 0,0-2 0 0,-5 0 7 0,-1 0 9 0,-3-1 9 16,-2-3 7-16,-2 2 15 0,-4-1 0 0,-2 0 2 0,-4 1 1 15,-3-1-9-15,-5 2-3 0,-3-1-9 0,-3 0-6 0,-6 1 5 0,-3-2 13 16,-4 1 14-16,-6 2 21 0,-2 0-5 0,-6 1 3 0,-2 4 5 0,-5 1 4 15,-2 2 24-15,-5 3 5 0,-5 3 11 0,-1 4 6 0,-3 1-2 16,-3 4-2-16,-4 1 7 0,-3 3-5 0,-3 4-4 0,0 0-3 0,-1 1-10 16,-3 3-11-16,0 1-7 0,-2 4-10 0,0 1 3 0,-1 2-8 0,-2 4-2 15,1 1-3-15,-1 3-3 0,1 0-1 0,3 3 6 0,0 3 0 16,2 1-9-16,3 1 8 0,3 0 0 0,2 2-5 0,3 3 3 0,2 2-2 16,3 0-5-16,5 4 5 0,4 0-1 0,3 2-5 0,3 4-2 0,3-1-9 15,4 3-17-15,5-3-12 0,3 3-5 0,6-1-25 0,4 3-39 16,4 1-62-16,5-2-67 0,5 3-50 0,5-2-57 0,6 3-350 0</inkml:trace>
  <inkml:trace contextRef="#ctx0" brushRef="#br0" timeOffset="80038.08">22465 11713 2324 0,'-2'11'122'0,"-1"6"-60"0,0 6-26 0,0 5-3 0,-1 3-9 0,0 7-9 16,1 4-4-16,-1 4-21 0,2 3 9 0,-1 5 1 0,0 2-4 0,0 4 14 16,-1 5-10-16,1 4 2 0,0 1-2 0,0 6 0 0,0 0-10 0,1 5 8 15,-3 2 2-15,0 5 0 0,-1 5 10 0,0 3-20 0,1 3-4 16,-1 2 1-16,0 4-4 0,-2 0 3 0,-1 3-1 0,2 2-7 0,-1 0-4 15,0 2-2-15,0-3-11 0,-2 1-7 0,-1-1 2 0,-3-3 8 16,-1-6 12-16,1-9 20 0,1-9 11 0,2-7-1 0,2-6 2 0,-2-4-5 16,1-2-3-16,1-5 4 0,0-2-4 0,0-5-1 0,1-4-20 15,2-2-22-15,0-7-23 0,1-3-31 0,0-4-25 0,1-7-28 0,2-4-26 16,1-5-26-16,1-6-35 0,1-7-22 0,1-6-17 0,3-7-205 0</inkml:trace>
  <inkml:trace contextRef="#ctx0" brushRef="#br0" timeOffset="80542.08">23500 13207 2533 0,'10'-8'99'0,"3"-1"-24"0,4-2-14 0,-1-2-20 0,-2 1-13 0,2-5-14 16,1-1-4-16,2-2 0 0,0 0 5 0,1-3-7 0,0 1 7 0,-2-2-4 15,0-2 2-15,-1 0 4 0,-1-1-7 0,-4 1 6 0,-1-1-4 16,-1 2-2-16,-3 0 4 0,-2-1-6 0,-1 1 4 0,-3-1-5 0,-2 2-4 16,-1 2-9-16,-2 1 0 0,-2 4 3 0,0 2 3 0,-2 2 9 0,0 3-6 15,-1 0-10-15,1 3-5 0,-1 2 0 0,-2 0-3 0,0 2 1 16,-1 2 2-16,-1 1-2 0,2 2 8 0,-1 1-1 0,1 2 0 0,0 2 4 16,1 2-7-16,1 1-9 0,-1 2 4 0,2 4 5 0,1 2 8 0,2 6 11 15,2 2-9-15,1 2-11 0,3 4 1 0,1 0-3 0,2 2 3 16,2 2-5-16,1 1-3 0,2 2 3 0,1-1 2 0,1-1 5 0,1 0 3 15,2 0 5-15,1-2 1 16,-1-3 6-16,1-1 6 0,1-4-13 0,-1 0 18 0,-1-2 2 0,1 2-5 0,0-1 15 0,-1 1-21 0,-2-2 1 16,0-1-4-16,-1-1 3 0,-1-2 4 0,0 0-9 0,-3-1 4 0,-1-1-10 15,-1 0 2-15,-2-1 5 0,-2 0-3 0,-1-2 0 0,-2 1-4 16,-1-2 2-16,-4 0 0 0,-1-2-3 0,-3 1 4 0,-2 0-4 0,-3 0-2 16,-2-1 2-16,-4 1 1 0,-1 0-1 0,-2-1 1 0,-3 0 2 0,0-2 2 15,-3 1 1-15,1-1 4 0,-4 0 5 0,2 0-2 0,-1-2 5 16,2 0 7-16,3 0 6 0,4-1 9 0,3-2 1 0,4 0 1 0,3-1 1 15,4-1-8-15,2 0-2 0,4-1-7 0,2 0-16 0,2-2 0 16,1 0-12-16,2 1 0 0,2 0-13 0,2 0 9 0,3 1-12 0,2 0-2 16,3 1 14-16,2 1-16 0,2 0 29 0,1 0-8 0,2 0-1 0,2 0-12 15,2-2-25-15,1 0-5 0,1-2-20 0,-1 0-14 0,1-2-14 16,2-2-31-16,-1 0-28 0,4-2-43 0,0-1-52 0,1-2-65 0,2 0-59 16,2-2-82-16,4-1-227 0</inkml:trace>
  <inkml:trace contextRef="#ctx0" brushRef="#br0" timeOffset="81271.08">25328 12354 1220 0,'-11'-42'71'0,"-4"-3"-45"0,-6-16-21 15,-3 2-14-15,-3 4-5 0,-2-5-2 0,-4-1 1 0,-2 1 6 16,-3-2 1-16,-4-1 10 0,-2 1 6 0,-4 1 7 0,-2 0 1 0,-9 3-3 15,-1 3-8-15,-6 3 5 0,-6 3 4 0,-5 6 9 0,-5 5 14 16,-5 1 5-16,-5 5 1 0,-5 2-5 0,-3 4 1 0,-5 1-8 0,-2 3-4 16,-5 1-3-16,-2 1-5 0,-4 4-3 0,-3 2-3 0,-2 1 1 0,0 3-5 15,-2 1 0-15,1 3 0 0,-2 1-1 0,1 5 12 0,1-1 1 16,-2 3 3-16,2 2 2 0,0 4-3 0,0 5 9 0,1 3 8 0,-1 3 5 16,2 4-1-16,-1 1-4 0,0 1-4 0,1 3-7 0,0 3 4 0,-2 6-1 15,-1 2 3-15,-2 5 6 0,-1 5-3 0,2 4-5 0,-1 4-3 16,-1 4-1-16,-2 5 1 0,0 4 1 0,1 0-6 0,1 5 2 0,3 2-4 15,0 4-4-15,5 2 1 0,3 4-2 0,5 2-5 0,4 1-2 16,4 0-5-16,6 2 2 0,5-1 2 0,6 4-7 0,6 2 2 0,5 2 0 16,5 0-5-16,5 2 8 0,4 1-10 0,6 0 0 0,6 3 4 0,6 2 0 15,6-1 9-15,6 2-6 0,8 0-5 0,4 1-4 0,7 2 0 16,6 2 0-16,5 1 1 0,7 1-5 0,4 1-1 0,6 0-4 0,5 0 3 16,4-2 5-16,7-6 9 0,5-3 15 0,7-8 3 0,5-5 12 0,6-7 2 15,7-7-7-15,7-5 12 0,5-6-4 0,8-2-1 0,6-3-5 16,5-2-11-16,6-3-8 0,5-2 0 0,4-5-4 0,6-2-5 0,4-2 1 15,5-3-13-15,5-1 6 0,5 1-6 0,4 0-2 0,4 0 9 16,4-1-20-16,3-1 9 0,3 0-19 0,0-1 7 0,-2-4-8 0,-1-4-28 16,-2-3-9-16,-1-3-34 0,0-6 7 0,1-4 20 0,-1-5 20 0,-1-5 28 15,0-6 11-15,-4-4 11 0,2-6 14 0,-1-4 5 0,-1-5 6 16,2-4 6-16,-2-3-4 0,-2-2 0 0,-3-5 6 0,2-1-8 0,-3-5 4 16,1-2-5-16,-2-2-8 0,-3-3-4 0,0-5-10 0,-1-2 3 0,1-1-4 15,-2-2 3-15,-3-1 14 0,-1-1-17 0,-5-1 9 0,-2-1 1 16,-3 1-10-16,-3-1 12 0,-3 0-7 0,-6 1-2 0,-1-1 1 0,-3-1-6 15,-1-1 1-15,-2-1-4 0,-4-1 11 0,-3 0 8 0,-5 1 1 16,-4-1 13-16,-1-2-2 0,-4-2 6 0,-4 1 6 0,-6 0 1 0,-4-1-2 16,-5 0-7-16,-3-7-7 0,-5-3 7 0,-3-3-2 0,-4-6 7 0,-6-4 0 15,-3-2-7-15,-7-6 1 0,-2 0-2 0,-6-3 1 0,-5-3 1 16,-5-1 3-16,-7-2-6 0,-6-3-5 0,-4 0-8 0,-7-2 5 0,-4 0 1 16,-7 0-1-16,-4 2-8 0,-6 0-13 0,-5 3-4 0,-6 0-1 0,-5 1 6 15,-6 2-3-15,-8 2 0 0,-4 2-3 0,-7 4-6 0,-6 3-12 16,-5 5-6-16,-7 5 0 0,-4 6 0 0,-3 6 14 0,-5 6 1 0,-2 7-5 15,-2 5 1-15,-3 6-2 0,-2 7-6 0,-2 6 4 0,-2 6-8 16,-5 7-2-16,-1 9-2 0,-2 4 3 0,-1 7-4 0,-2 6 7 0,0 6-8 16,-3 4-10-16,3 8-11 0,0 4-36 0,2 4-10 0,3 5-33 0,1 5-42 15,4 6-37-15,2 6-64 0,4 6-106 0,4 6-127 0</inkml:trace>
  <inkml:trace contextRef="#ctx0" brushRef="#br0" timeOffset="114974.14">11029 12797 1 0,'-46'35'108'15,"-20"10"423"-15,-13 3 450 0,-11 6-917 0,40-34-41 0,6 0-5 0,5 1-2 0,5 2-1 0,3-1-1 0,3 0-11 16,4 2-17-16,1 0-11 0,4 0-20 0,-1 2-23 0,0 0-40 0,2 1-37 0,0 0-12 16,0 2 12-16,1-1 32 0,1 1 32 0,0 0 20 0,1-2 9 15,1 0 9-15,2-3 8 0,0-2 9 0,1-2 9 0,1-5 8 0,3 0 8 16,1-4 10-16,1-2 7 0,2-2 15 0,1-1 9 0,1 0 7 0,-1 1 7 15,2-1 1-15,1 3 4 0,0 1 2 0,-1 1 6 0,3 2 3 16,0 2 4-16,1 2 4 0,1 4-10 0,0 2-1 0,1 6-11 0,0 4-14 16,1 7-5-16,0 4-20 0,0 6-3 0,1 9-3 0,-1 6-7 0,1 9 4 15,0 7-12-15,2 6-11 0,1 9-17 0,0 4-25 0,1 7-62 16,1 7-55-16,1 6-44 0,0 4-23 0,-1 2 30 0,-2-1 53 0,-1-4 57 16,-2-3 46-16,-3-8 34 0,-3-7 17 0,-2-10 19 0,-1-11 24 15,-4-6 28-15,-2-9 37 0,-1-6 29 0,-2-3 18 0,1-6 9 0,-2-1 3 16,0-4-9-16,0-3-11 0,1-1-17 0,0-3-12 0,2-3-24 0,-1-2-6 15,1-3-13-15,2-1-21 0,1-5 0 0,1-2-13 0,2-2-8 16,2-4-6-16,0-1-12 0,2-1-7 0,2-3-2 0,2-2-2 0,4 0-3 16,2 0-1-16,1 1-1 0,4-3 4 0,3-1 1 0,2-2 6 15,5-1-2-15,2-1-1 0,5-1 5 0,2-2-7 0,7 1 1 0,3-2 13 16,4 0-5-16,5 0 6 0,7-1 3 0,5 0-7 0,6-1 4 0,5-1-7 16,2 0-6-16,6-1-3 0,3 1-5 0,6-2 7 0,2-2 1 15,4 0-2-15,3-2 4 0,-1-1-10 0,3 0 7 0,2-1 1 0,-1 2 10 16,3 0 13-16,0 0 0 0,2 2 8 0,2 1-3 0,0 1-5 15,0 3-2-15,1 0-5 0,1 2-10 0,0-1-3 0,2 1 2 0,0 0 0 16,3-1 1-16,0 0-3 0,1-1-3 0,0 0-8 0,1 1-1 0,0-1 6 16,0 0-1-16,1 0 4 0,-3 0-3 0,1 0-2 0,-3 0 7 15,0 0-4-15,-1 0-4 0,-3 1 0 0,-3-1-7 0,-4 0-1 0,-2 0 0 16,-1 1-5-16,-2-2-4 0,-2 1 4 0,-2-1 8 0,-3 0-1 0,-1-1 2 16,-1-1 4-16,-1-2-2 0,-3 0 2 0,-3-1 0 0,-3 0-9 15,-3-3-11-15,-4-3-8 0,-1 0-16 0,-4-1-14 0,-4-5-7 0,-4 0-25 16,-6-5-19-16,-5-2-42 0,-6-3-46 0,-7-6-38 0,-7-4-24 0,-6-7 11 15,-8-7 31-15,-5-5 56 0,-8-7-108 0</inkml:trace>
  <inkml:trace contextRef="#ctx0" brushRef="#br0" timeOffset="115441.14">11857 12501 1655 0,'-86'-32'93'0,"-4"-4"-17"0,-17-9-16 0,22 5-12 0,18 3 3 15,8 4-6-15,9 1 14 0,7 3 12 0,9 1 12 0,7 2 3 16,6 0-20-16,7 3-26 0,5 0-29 0,6 1 3 0,6 2-14 0,7-2 8 16,6 0-10-16,8 0-16 0,9 0 8 0,7-1 1 0,7 1 11 15,9 0-1-15,8 2-2 0,8-1-7 0,9-1 3 0,7 1 1 0,7-3-8 16,8 0 1-16,9 1-1 0,4-1-2 0,7 1 6 0,4 3-8 0,3 1 1 15,5 2-3-15,2 3 4 0,0 2 1 0,4 2 4 0,-1 1 3 16,0 2-2-16,2-1 8 0,0 2-4 0,-1-3-4 0,1-1 5 0,-2-2-1 16,0 0 4-16,-1-1 6 0,-1 2-2 0,-1 0 1 0,-2 3 1 0,-5 3 1 15,-1 3 1-15,-5 3-4 0,-1 4 2 0,-4 2-4 0,-3 4-2 16,-1 4 6-16,-4 3-6 0,-2 5 1 0,-4 1-4 0,-2 5 3 0,1 3 5 16,-5 6-2-16,-1 2-5 0,-3 5 2 0,-3 1-6 0,-3 4 8 15,-3 4 1-15,-3 4-8 0,-4 7 7 0,-4 4-5 0,-3 5 4 0,-8 6 4 16,-1 4-7-16,-4 2 1 0,-2 8-4 0,-6 2 4 0,-3 8-5 0,-4 6 0 15,-3 2 0-15,-2 5-8 0,-4 2 8 0,-1 3 8 0,-4 3 4 16,-2 1 12-16,-3 1 0 0,-2-5-11 0,0-5 4 0,-3-5 7 0,-1-3 0 16,-3-3 18-16,-3-3-1 0,-1-1-7 0,-2-1 0 0,-2-3-8 0,-4-1 1 15,-4-1-3-15,-3-3-8 0,-2 4-5 0,-2-4-1 0,-3 2 3 16,-1-8 12-16,-5-5-3 0,-2-6 3 0,-4-6 5 0,0-5-10 0,-3-2 1 16,-3-4-12-16,-3-1-10 0,-2-2-5 0,-4-3-35 0,-2-2-51 15,-5-4-92-15,-5 0-297 0,-7 5-183 0,-9 10 5 0,-6 7 212 0</inkml:trace>
  <inkml:trace contextRef="#ctx0" brushRef="#br0" timeOffset="116239.14">14003 15530 1283 0,'-9'5'31'0,"-1"0"-29"16,-2 4-24-16,1-1-30 0,4-1-29 0,1 1-8 0,0-2 22 0,1 0 28 16,1-2 36-16,-2-3 14 0,0-2 5 0,-3-4 3 0,-1-2 1 15,-3-4 1-15,-2-4 3 0,-1-3-4 0,-2-5-7 0,-3-5-5 0,0-1-9 16,-3-4-2-16,-2-1-7 0,-1-2-5 0,-2-3-6 0,-2-1-20 0,-1-1-9 15,-2-4-4-15,0-2 5 0,-2-2 15 0,1-3 22 16,0 0 32-16,2-3 29 0,2 0 34 0,3 0 27 0,5 1 19 0,4 2 10 0,4 1-7 16,2 1-9-16,4 2-21 0,3 2-24 0,4 1-15 0,5 0-22 0,4 0-22 15,4 3-4-15,4 0-7 0,3 0-5 0,6 1 1 0,4 2-11 16,2 4 3-16,4 4-4 0,-1 2-5 0,1 5-7 0,2 4-9 0,0 5-13 16,0 5-14-16,1 7-13 0,-2 2-24 0,2 5 2 0,-1 4-3 15,-1 4 3-15,-1 5 15 0,1 5 0 0,-3 3 1 0,1 5 6 0,-3 3 12 16,-1 3 11-16,-1 3 12 0,-2-1 12 0,-2-1 4 0,-2 0 8 0,-3-1 7 15,-3 1 3-15,-3 1 4 0,-2-1 1 0,-4-4 0 0,-4-1 8 16,-3-3 6-16,-3-1 10 0,-5-1 10 0,-5-1 8 0,-3-1 7 0,-3 0 4 16,-5-1 6-16,-2-3 7 0,-5-1 11 0,0-2 12 0,-1-3 0 0,-2-3-6 15,-1-2-12-15,0-4-22 0,-2-2-16 0,1-3-10 0,-1-2-12 16,-2-2-14-16,1-3-4 0,-1-1-6 0,1-4-1 0,3-2 8 0,1-2-1 16,6-4 10-16,0-4 3 0,4-2 1 0,3-4 3 0,1-3-9 15,4-4-10-15,4 1 2 0,3-1-4 0,5-1-3 0,3 3 2 0,4-2-1 16,3 4 2-16,3 1 3 0,1 5 11 0,3 0 4 0,1 4 5 0,3 1 9 15,-1 2-3-15,4 2 1 0,1 3-6 0,2 0-8 0,4 4-2 16,3 1-2-16,2 4-5 0,3 0-2 0,4 2-2 0,0 3-11 0,3 1-6 16,1 1 0-16,0 3-5 0,1 2 3 0,0 1-5 0,-2 0 1 0,0 1 4 15,-1-2 3-15,-3-2 10 0,-3-2 5 0,-5-1-2 0,-4-3 10 16,-4 1-2-16,-3-1 4 0,-4 0 6 0,-4 0 6 0,-3 0 8 0,-4 0 4 16,-1 0 8-16,-3 1 4 0,0 0 1 0,-3 1-1 0,-1-1-13 15,-3 2-8-15,-3 0-11 0,0 1-13 0,-4 1 2 0,-1 1-8 0,-2 0 2 16,2 1-5-16,-3 0-9 0,0 0-6 0,1 0-15 0,-2-1-20 0,0-1-31 15,0-2-52-15,1 0-69 0,-1-1-57 0,0-2-40 0,3 0 11 16,0-1 20-16,-1-3 35 0</inkml:trace>
  <inkml:trace contextRef="#ctx0" brushRef="#br0" timeOffset="116590.14">15290 14188 4019 0,'-9'-3'0'0,"0"0"-24"16,-1 0-31-16,0 1-25 0,10 4-22 0,1 2 14 0,3 3 22 15,1 2 14-15,2 2 5 0,0 3-2 0,-2 1-4 0,-1 1 5 0,-2-1 21 16,-1 0 15-16,-2-2 4 0,0-1 12 0,-1-3-9 0,0-1 1 0,0-1-1 15,0-1-6-15,1-1 0 0,0-1-3 0,-1-2 7 0,0 0 3 16,0 0 9-16,1-1-1 0,-1-1-4 0,0 0 5 0,0-2 1 0,-1 1 1 16,0-2-2-16,-1 1 1 0,1-2-6 0,-1-1 1 0,2 0-4 15,0-1-1-15,0 1-3 0,1 0-11 0,0-2-3 0,1 0-4 0,0 0-9 16,0 0-9-16,1-1-20 0,0 0-21 0,0 1-18 0,0-1-19 0,1 2-22 16,1 0-32-16,1-1-17 0,0 0-23 0,1 2-8 0,1 0 0 15,2 3 12-15,0 0 19 0,4 3 33 0,1 1 26 0,2 3 14 16,1 2 11-16,2 0-2 0,2 3-4 0,0-1 10 0,2 4 21 0,1 2-12 0,3 3-58 15</inkml:trace>
  <inkml:trace contextRef="#ctx0" brushRef="#br0" timeOffset="117207.14">20106 17987 1386 0,'-8'-2'150'16,"1"0"-82"-16,-4 0 13 0,-2-2-9 0,-3-1-28 0,-2-1-43 15,-3-1-13-15,-2-1 8 0,-2-2 7 0,-3 0-2 0,-1-1 11 0,-3-2-2 16,-2-1-6-16,-4-2 16 0,-31-13-10 0,5 0 13 0,6 3-24 15,8 2-14-15,5 2 6 0,7 5-10 0,4 3 27 0,7 3-3 0,-1 0-5 16,2 2 2-16,1 0-8 0,0 1 4 0,3 0-8 0,-1 1 5 0,1 0-6 16,2 1-5-16,0 1-3 0,1 1-12 0,2-1-6 0,1 2-8 0,0-1-9 15,3 2-21-15,1 0-11 0,1 0-19 0,1 1-1 0,1-1-8 16,1 1-5-16,3 0 16 0,0 1 15 0,1-1 31 0,2 0 16 0,1 0 5 16,0 0 2-16,2 1-2 0,1-1 6 0,0 0 9 0,2 1 2 15,-1 0 6-15,2 0-7 0,1 0-8 0,0 0-12 0,1 0-16 0,2 0-6 16,-1-1 2-16,1 0 6 0,1-1-119 0</inkml:trace>
  <inkml:trace contextRef="#ctx0" brushRef="#br0" timeOffset="117459.14">19375 17153 1439 0,'-6'1'351'0,"1"1"-183"0,0 0-17 0,-3 0-17 0,0 0-50 0,-1 1-51 16,0 0-22-16,2 0-13 0,0 0 1 0,1 0-9 0,1 0-3 0,1 0 1 15,0 0 4-15,1-1 1 0,0 2-1 0,2-1-1 0,-1 0 9 16,1 1 0-16,1 0 0 0,-1 2 3 0,0 0-9 0,0 1 8 0,0 2 1 16,-1 2-15-16,0 1 7 0,-1 3-7 0,-1 3 3 0,-1 2-4 0,-1 2-11 15,-1 4-8-15,-1-1-6 0,-1 3-8 0,-2 0-10 0,-1 2-17 16,-1 0-11-16,0 0-7 0,0-2-9 0,-3 2 6 0,0-1 8 0,-1-1-6 16,1 1 0-16,8-17 3 0,-2 2 6 0,1-1 26 0,-2 1 17 15,2-2 19-15,-2 2 0 0,0-2 2 0,-1 0 3 0,1-1-16 0,-2 0-7 16,3-3-15-16,-3 1-16 0,1-2-28 0,-1 0-34 0,1-2-18 0,-1-2-172 15</inkml:trace>
  <inkml:trace contextRef="#ctx0" brushRef="#br0" timeOffset="117666.14">18943 17211 1740 0,'9'-2'131'16,"-1"0"-15"-16,4 0 6 0,3-1-31 0,4 1-38 0,7 1-24 0,3 0-17 15,4 3 1-15,4 1-1 0,4 1-3 0,2 1 5 0,3 2-4 16,1 2-10-16,2 0-1 0,-1 2-2 0,-1-1 0 0,0 2-2 0,-1 0-10 16,-2 1-1-16,-1 1-5 0,-3-1 1 0,0 0-1 0,-3 0-11 0,-1 1 6 15,-2-1-11-15,-3 0 2 0,1 0 8 0,-3 0-24 0,-3 0-17 16,1-2-42-16,-4 0-68 0,0 0-61 0,-2-1-77 0,-2-1-31 0,0 0 48 16,0-1-96-16</inkml:trace>
  <inkml:trace contextRef="#ctx0" brushRef="#br0" timeOffset="117894.14">20970 17803 2803 0,'0'1'227'0,"0"0"-164"16,-1-1-14-16,0 1-7 0,0 0-35 0,-1 0-41 0,1 0-46 0,-1 0-21 16,0 0-8-16,-1 0-29 0,1 0-30 0,0-1-68 0,-1 1-77 0,1-2-83 15,-1 1-43-15,0 0 24 0,-6-4 38 0,0-2 46 0</inkml:trace>
  <inkml:trace contextRef="#ctx0" brushRef="#br0" timeOffset="118125.14">20689 17759 2921 0,'-1'2'46'0,"1"-1"-22"0,0 1-5 0,0-1-35 0,0 0-26 15,0 1-44-15,0 1-4 0,1-1-17 0,1 2-8 0,0-1-6 16,1 1-56-16,1 0-74 0,0 1-86 0,2 0-62 0,1 2 7 0,1 0 76 16,2 2 103-16,1 0-76 0</inkml:trace>
  <inkml:trace contextRef="#ctx0" brushRef="#br0" timeOffset="119140.14">16658 12276 2485 0,'-17'-13'3'0,"-3"-7"-3"0,-1-7 1 0,-2-9-2 0,16-1-1 0,8-2-4 16,7-8 0-16,7-7 4 0,6-7-3 0,5-7 10 0,8-9 1 0,6-10-3 15,7-6 1-15,9-9-1 0,7-4-3 0,8-4 6 0,6-5 0 0,6-4-4 16,9-3 4-16,6-4-5 0,9-2-7 0,4-3-2 0,8-3-13 15,3 0-18-15,6-1-15 0,4-1-17 0,3 0-23 0,5 2-7 0,1 3 0 16,1 4 0-16,1 2 1 0,1 4 12 0,-2 3 12 0,-2 3 23 0,-2 7 27 16,-5 6 20-16,-3 5 12 0,-4 5 5 0,-3 3 8 0,-4 4 7 15,-4 4 11-15,-6 4 5 0,-2 4 5 0,-5 3 5 0,-1 2-2 0,-3 1-9 16,-3 3 1-16,-1 2-6 0,-1 1-9 0,-2 4-5 0,-3 5-2 0,0 2-7 16,-3 3 1-16,-4 4 2 0,-2 2-6 0,-5 4-2 0,-3 5-5 15,-5 4 1-15,-5 4-1 0,-5 2-3 0,-6 4 3 0,-6 5-4 0,-5 2-2 16,-2 3 4-16,-8 1-2 0,-3 3-2 0,-4 2 0 0,-6 2-7 0,-1 1-3 15,-2 2-3-15,-4 0-9 0,-1 0-13 0,-3 1-13 0,-3 1-13 16,0-1-16-16,-2 1-4 0,-1 0-35 0,-2-1-22 0,-2 0-10 0,-1 0-19 16,-2 0-1-16,0-2-3 0,-2-1-10 0,-1-1 24 0,0-3-6 15,0-3-78-15</inkml:trace>
  <inkml:trace contextRef="#ctx0" brushRef="#br0" timeOffset="119524.14">21641 6716 1467 0,'-9'-13'70'0,"3"0"-58"16,1 0-13-16,7 3-3 0,7 4-3 0,3 1 6 0,5 1-2 0,3 0 1 15,5 0-2-15,6-1 0 0,3 0 2 0,5 0-7 0,6 1 3 16,2 0-2-16,3 0-2 0,4 2 1 0,1-1 0 0,3 2 2 16,2 2 0-16,1 1 1 0,2 1 1 0,1 1-1 0,0 1 3 0,0 3-1 15,2 2-1-15,-1 3 5 0,-1 4-1 0,-1 2-2 0,-1 4-2 0,-2 3-3 16,-2 2 1-16,-3 5 2 0,-3 2 3 0,-2 2-3 0,-1 3-2 0,-4-3-5 15,-3 0 3-15,-2-3 0 0,-2-5 8 0,-4 0 3 0,-1-5-3 16,-5-3 2-16,-3-2-1 0,-4-2 1 0,-4-4 3 0,-4 0-2 0,-4-1 0 16,-5-1 1-16,-4 0 5 0,-4 0 2 0,-4-1 4 0,-4 1 1 15,-2 0 1-15,-2 0-3 0,-2 1 3 0,-2-1-4 0,0 0-1 0,-2 1-1 16,-2-1-5-16,1-1-1 0,-2 0-1 0,1-1-1 0,-1 1 1 0,1-1 0 16,1 1 2-16,1-2-1 0,1 0-2 0,0 0 2 0,2-3 5 15,2 1 0-15,2-1 6 0,1-1 2 0,1 0 3 0,1-1 4 0,3 0-1 16,2-2 5-16,0 1 1 0,2-1-1 0,1-1-1 0,0 1-3 0,2-1-3 15,0 0-2-15,0 0-2 0,2 0-1 0,-1 0-3 0,2-1 0 16,-1 1-4-16,0 0-2 0,0 1-6 0,0-1-1 0,1 0-5 0,-1 0-7 16,1 0-6-16,-1 0-9 0,0 1-6 0,0-1-15 0,-1 1-23 0,0 0-37 15,0-1-62-15,-1 1-66 0,-2 0-43 0,-1 1 1 0,-1-1 44 16,-2 0-80-16</inkml:trace>
  <inkml:trace contextRef="#ctx0" brushRef="#br0" timeOffset="119976.14">23641 6326 809 0,'3'-6'642'0,"4"4"-593"0,7-1-46 16,5 3-5-16,3 4 8 0,6 1 1 0,-1 3-1 0,3 2 0 0,1 2-4 16,3 4 9-16,0 2 0 0,2 3 0 0,0 3 2 0,0 1-6 15,0 4 1-15,-2 2-3 0,-1 2 5 0,-1 1-4 0,-2 4-1 0,-2-1 4 16,-3 2-4-16,-2-1 1 0,-4-1 0 0,0-2-1 0,-2 1-1 0,-1-2 0 15,0-2-1-15,0-4-5 0,-1-1 5 0,-3-2 1 0,1-2 0 16,0-1 6-16,-1-2-3 0,0 0 0 0,-2 0 2 0,2-2-4 0,-1 0-1 16,-1-2 1-16,0-2-1 0,0-2 1 0,-1 0 0 0,2-1 3 15,0-2 0-15,2 0 5 0,2-2 0 0,0 0-2 0,3-1 3 0,2-1-3 16,3 0 1-16,3-1 1 0,5-2-3 0,5 0 0 0,5-3 1 0,7-1-4 16,4-3 0-16,7-1-3 0,4-1-4 0,7-2 10 0,7-2-1 15,6-2 2-15,7 0 1 0,5-1-5 0,4-1 1 0,5 0 6 0,5-1 2 16,2 1 7-16,4 0 3 0,3 2-2 0,2 2 3 0,3 1 9 15,1 1 1-15,3 2 1 0,2 0 1 0,3 0-3 0,1 1 0 0,0 1-2 16,4 0-5-16,0 0-6 0,2 0-8 0,3-1 2 0,1 0-5 0,0 0 0 16,3-1 1-16,1-1-4 0,-1 1 11 0,2-1-6 0,-1 0 3 15,-1-1-1-15,0-1-11 0,-2 0 4 0,0-1-6 0,-2-1-3 0,-3 1 6 16,-1-2-6-16,-3 1 2 0,-3-2 1 0,-2 0-4 0,-4 0 2 0,-2 0-1 16,-6-1 0-16,-3 1-1 0,-5 0-1 0,-5 0 0 0,-4 2-1 15,-5-1 0-15,-4-1-5 0,-5 0-3 0,-6 1-4 0,-5-2-7 0,-6 1-6 16,-6-2-12-16,-8 1-27 0,-7-1-45 0,-8-2-58 0,-8 0-53 0,-6-1-48 15,-7-2-28-15,-6-3 4 0,-6-2 40 0,-6-3 2 0,-8-5-109 16</inkml:trace>
  <inkml:trace contextRef="#ctx0" brushRef="#br0" timeOffset="120424.14">24468 5092 1792 0,'-28'-40'274'0,"6"3"-332"16,1-7 33-16,18 13 60 0,11 7-10 0,9 4-9 0,7-1-10 15,9 1-2-15,8 3 2 0,9-3-4 0,7 1 4 0,11 1-3 0,9-2-4 16,5-1-1-16,7 3 2 0,2 0 3 0,2 2 3 0,3 3-3 0,8 3 1 15,2-1-6-15,2 2 2 0,5 1-1 0,2 1 0 0,4-1-5 16,2 2 3-16,2-1-4 0,2-1 7 0,1-1 3 0,3-1-6 0,1 0 3 16,1 1-9-16,-1 0 5 0,0 3 5 0,2 0-1 0,-2 1 3 0,1 3-7 15,0 2 4-15,-4 2-1 0,1 4 1 0,-3 3 0 0,-3 4-6 16,-2 4 7-16,-5 2-2 0,-2 3 4 0,-4 5-3 0,-4 5-7 0,-7 5 1 16,-3 4 6-16,-7 4 0 0,-4 4-3 0,-7 6-1 0,-4 3-16 15,-5 5-1-15,-7 2 3 0,-3 2-4 0,-7 4 5 0,-2 3 1 0,-5 2-3 16,-5 4 8-16,-2 1-4 0,-7 1-8 0,-2 0-1 0,-4-3-8 0,-2-2 1 15,-2-3 6-15,-3-5 2 0,0-5-1 0,-1-6 9 0,-1-7 1 16,-3-5 2-16,0-7 4 0,-2-4-4 0,-2-6 10 0,-1-4 2 0,-2-3 0 16,-2-5 7-16,-1-2 1 0,0-1 1 0,-2-2 0 0,-1-1-2 0,0 1-5 15,-2-2-9-15,-1 0-11 0,-1-1-28 0,-1 0-43 0,1-2-54 16,-2-2-56-16,0 1-25 0,-1-1-7 0,-1 0 27 0,-1-2-39 0,-5-2 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12:21.8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13711 5425 598 0,'-2'0'572'0,"0"0"-324"0,0 0-42 0,-1 1-16 0,2-1-10 0,-1 1-15 15,1-1-24-15,0 1-18 0,-1-1-19 0,1 2-11 0,0-1-2 16,1 1-11-16,-1 0-5 0,1 1-10 0,1 1-7 0,-1 0-8 0,1 0-7 16,0 2 1-16,1 1-4 0,1 0 4 0,0 1 1 0,1 0-8 15,0 1-3-15,0 0-5 0,1 1-7 0,0 0 4 0,0 0-5 0,0 1-6 16,0 0 3-16,0 2-3 0,-1 0 0 0,-1-1-4 0,2 2-2 0,-2 0-3 15,1 0-3-15,0-2 1 0,-1 2-6 0,1-2 0 0,-1 1 6 0,1-2-9 16,-2 0-5-16,1 0 1 0,0 0-2 0,-1 1 7 0,0 1 14 16,-1-1 3-16,0-1-1 0,-1-1 1 0,0-1-5 0,0-1-8 0,0-1-4 15,1-1 6-15,-1-1 0 0,0 0 2 0,0-3-3 0,0 1-2 16,1-1-1-16,-1-1 2 0,0-1-2 0,0-2-11 0,-1 0-30 0,1 0-30 16,0-3-37-16,-1 0-34 0,1-2-51 0,0-2-83 0,-1 0-111 0,0-2-151 15,1-1-67-15,-2 0-213 0</inkml:trace>
  <inkml:trace contextRef="#ctx0" brushRef="#br0" timeOffset="310.99">13435 5367 1224 0,'-1'-2'299'16,"-1"1"-32"-16,0-2-24 0,1 1-18 0,1-1-30 0,1 0-37 0,1 0-31 15,1 0-23-15,1-1-6 0,1 1-11 0,-1-1-14 0,1-1-7 16,1 0-13-16,0 1-8 0,1 0 1 0,-1-1-4 0,1 0-8 0,1 1-5 16,-1-1-7-16,0 2-2 0,0-1-3 0,1 1-4 0,1 0 0 0,-2 1-9 15,1-1-1-15,0 1 5 0,0 0-5 0,-1-1 3 0,1 1-2 16,0-1 1-16,1 1-1 0,1-1-2 0,0 0 0 0,0 0-1 0,0 0-2 16,1 0-1-16,-1 0-2 0,1 1 4 0,0-1 0 0,0 1-2 0,-1 0 0 15,1 0-3-15,0 1 1 0,0-1-5 16,0 2-6-16,-2 0 4 0,-1 1-9 0,1 0 1 0,-2 0-5 0,1 1-10 0,-1-1-4 0,-1 1-9 15,0 0-14-15,-1 0-13 0,-1 1-14 0,-2-1-25 0,1 2-29 16,0-1-45-16,-2 0-57 0,0 1-72 0,-1 1-88 0,-1-1-54 0,-1 2 21 16,0-2-149-16</inkml:trace>
  <inkml:trace contextRef="#ctx0" brushRef="#br0" timeOffset="643.99">13536 5789 690 0,'-1'7'394'0,"2"0"-96"0,0 1-13 0,0-2-1 0,1 0-19 15,1-1-34-15,1-2-40 0,0 2-35 0,0-2-24 0,0 1-26 0,1 0-5 16,-1 0-2-16,0-1-14 0,1 0 2 0,0-1-13 0,0-1-15 16,2 0 3-16,-1 0-6 0,1 0-5 0,0 1-1 0,0 0-10 0,0-1-5 15,-2 1 2-15,2-1-10 0,0 1-7 0,-1 1 1 0,1-1-7 16,0 0 9-16,1-1 1 0,1-1-4 0,-2 0 0 0,1-1-2 0,0 1-4 15,1-1 4-15,1 0-10 0,0 0-8 0,0-1 0 0,0 0 0 0,0 0 0 16,1 0 0-16,0 0 0 0,0-1 0 0,1 1 0 0,-1-1 0 16,1 1 0-16,0 0 0 0,-1 0 0 0,1-1 0 0,-2 1 0 0,2 0 0 15,0 0 0-15,-1 1 0 0,0 0 0 0,-1 0 0 0,-1 0 0 16,-1 1 0-16,0 0 0 0,-1 1 0 0,1 0 0 0,-1-1 0 0,-1 1 0 16,0 0 0-16,-2 0 0 0,1 0 0 0,-1 0 0 0,-2 0-48 15,0-1-39-15,-1 1-34 0,-1-1-37 0,0 0-40 0,1-1-52 0,-1 0-80 16,-1 0-141-16,1-1-194 0,-1-2-91 0,0 0-18 0</inkml:trace>
  <inkml:trace contextRef="#ctx0" brushRef="#br0" timeOffset="1292.99">13794 4825 811 0,'-18'3'192'0,"-3"1"-36"15,-4 1-21-15,1 1-21 0,3 1-11 0,1 0-12 0,-1 2-6 16,1 1 17-16,-1 2 34 0,0 1-5 0,1 1-13 0,-1 3-30 0,0 0-58 16,1 2-4-16,0 0 1 0,-2 2-1 0,1 2 4 0,1-2-2 15,-1 2 3-15,2 0 4 0,1 0 5 0,0 2 13 0,2-1 3 0,-1 2-1 16,1 0 4-16,-1 0-14 0,2 1-1 0,1-2-2 0,0 3-3 0,1 0 7 15,2 1-7-15,2-2 3 0,-1 1-6 0,3-2-3 0,1 1 6 0,1 1-9 16,0-1 0-16,2 2 2 0,1-1-2 0,2 2 6 0,2-3-9 16,2 1-5-16,1-1-2 0,1-1 5 0,2 1 12 0,2-1-6 0,0 1 1 15,2-2-10-15,2 0-2 0,1-3 1 0,3 2-8 0,2-2 6 16,2 0 1-16,0 1-4 0,3-1 6 0,1-1-3 0,2 0-6 0,1-1 3 16,0-3-3-16,1 0 6 0,-1-1 0 0,0-1-1 0,0-3-5 0,2 2-9 15,-1-1 6-15,2-1-5 0,-2-1 7 0,2-3 2 0,0-1-3 16,0-1 7-16,-1-2-1 0,1-1 1 0,-1-3-3 0,-1 0-1 0,1-2 0 15,-1-1-2-15,0-2 1 0,2-1 3 16,-2-1-10-16,1 0 4 0,-1-3 2 0,-1 0-2 0,-1-1 4 0,1-1 4 0,-2 0-4 0,0 1 6 16,0-2-20-16,0-1 0 0,-1-2 0 0,-1 1 0 0,0-3 0 0,-3 0 0 15,1-2 0-15,-1 1 0 0,-4-3 0 0,2 1 0 0,-1 0 0 16,-3-2 0-16,0 1 0 0,-2-1 0 16,-1-1 0-16,-1 1 0 0,-2-3 0 0,1 1 0 0,-2 0 0 0,-1 0 0 0,-2 1 0 0,0-1 0 0,-1 1 0 15,-1-2 0-15,-1 1 0 0,-2 0 0 0,0-1 0 0,-2 2 0 0,0-1 0 16,-2 1 0-16,0 0 0 0,-3-1 0 0,1 0 0 0,-3-2 0 15,0 1 0-15,-2 0 0 0,-2 0 0 0,0 1 0 0,-2-1 0 16,0 2 0-16,-1-1 0 0,-1 0 0 0,-2 1 0 0,-1 0 0 0,0 3 0 0,0-1 0 16,-1 2 0-16,-1 0 0 0,1 1 0 0,-1 1 0 0,-1 2 0 15,0 3 0-15,-3 1 0 0,2 0 0 0,-3 1 0 0,0 2 0 0,0 1 0 16,-1 2 0-16,-1 1 0 0,-1 2 0 0,-2 1 0 0,-2 2 0 16,0 1 0-16,-2 1 0 0,3 2 0 0,-2 1 0 0,-1 1 0 0,1 0 0 15,-3 2-8-15,3 0-56 0,-1 1-3 0,1 1-8 0,1 0-10 16,1-1 3-16,2 1-17 0,2 0-9 0,2 2-17 0,2 0-25 0,0 1-26 15,3 0-34-15,-1 0-44 0,1-1-56 0,2 0-63 0,1 0-90 0,1 0-27 16,2 1-200-16</inkml:trace>
  <inkml:trace contextRef="#ctx0" brushRef="#br0" timeOffset="7641.99">7597 12566 923 0,'-13'-6'141'0,"0"0"52"0,-2 0 9 0,5 3-2 16,4 1-51-16,0-1-20 0,2 0-21 0,0-1-8 0,-1 1-15 0,2 0-20 15,1 1-8-15,0-1-14 0,2 0-11 0,-1 0-10 0,0 1-11 16,1 1-5-16,0-1 0 0,0 2-1 0,0-1-2 0,0 0-8 0,1 0 4 16,-1 1-1-16,1-1 7 0,0 1 7 0,1 0 10 0,-2 0 2 15,1 0 10-15,0 0 5 0,-1 1 1 0,2 1-3 0,-1-1-5 0,1 2-7 16,0 1-6-16,1 0-1 0,0 2 1 0,-1 1-9 0,2 1-4 0,1 0 1 15,0 2-9-15,1 1 14 0,0 2-7 0,0 1-7 0,0-2 4 16,0 3-12-16,1-1 0 0,-1 0 5 0,-3 1-2 0,3 0 12 0,-2 1 7 16,0-1 3-16,0-1 0 0,-2-2-14 0,2 1 4 0,-2-1-8 0,1-1 5 15,-1 1 3-15,-1-2-5 0,0 0 1 0,0-1-2 0,-1-1-1 16,1-1 4-16,0 1-7 0,-1-2 0 0,0 0-17 0,1-1-18 0,-1 0-27 16,1-1-39-16,0 0-33 0,0-1-38 0,0 0-38 0,-1-1-48 15,1 0-50-15,0-1-21 0,2-1 23 0,0-2 50 0,0-2 37 0,2-2-80 16</inkml:trace>
  <inkml:trace contextRef="#ctx0" brushRef="#br0" timeOffset="7927.99">7889 12471 285 0,'-7'-5'206'16,"2"1"-105"-16,-1-2 5 0,2 3-12 0,2 1-4 0,0-1-4 15,1 0 5-15,0 1 3 0,0 1-1 0,0 0-2 0,1 0-10 0,-1 0 2 16,1 0 0-16,-1 2-5 0,0-1-9 0,1 1-18 0,0 0-5 0,0-1-5 15,0 1 3-15,1 0 0 0,-1 2-4 0,1 0-5 0,0 0-1 16,0 2-4-16,0-1-9 0,0 1 3 0,0 0-6 0,0 1-3 0,0 1 4 16,0-1-7-16,0 1-2 0,0 0 2 0,1 1-12 0,-1 0 4 0,0 1 1 15,1 0-5-15,0 0 5 0,0-1-6 0,0 2 1 0,0 1 4 16,0 0-2-16,0 0 1 0,1-1-3 0,-2 0 0 0,0 0 0 0,-1 0-2 16,1-2 2-16,-1 0-3 0,0 1 3 0,1-2-1 0,-1 1 10 15,1-1 0-15,0-1-2 0,0-1 1 0,0-1-10 0,0 0 1 0,0 0 1 16,1-2 0-16,-1 1 0 0,1-1 0 0,-1 0-8 0,1-1-8 0,0 0-17 15,0-1-18-15,-1-1-27 0,2 0-38 0,-1-1-42 0,1 0-64 16,-1 0-43-16,0-1-27 0,0-1-1 0,-1 0 52 0,-1 0-146 0</inkml:trace>
  <inkml:trace contextRef="#ctx0" brushRef="#br0" timeOffset="8209.99">7570 12323 730 0,'-13'-4'144'0,"1"1"50"0,0-2 7 0,5 2-15 0,2 0-44 16,2 0-35-16,2-1-22 0,0 1-24 0,1 1-16 0,1 0-10 0,0 1-7 15,2-1-3-15,0 1-4 0,2 0-3 0,-1 1-4 0,2-1 3 16,1 2-7-16,2-1-1 0,2 0-4 0,2 1-3 0,1-1 2 0,1 0-1 16,1 0 1-16,0-2 1 0,-1 1-3 0,1-1-2 0,1 0 3 15,0 0-1-15,-1-1 1 0,2 1-3 0,0-1-3 0,-1 0 0 0,-1 1-1 16,-1 1 6-16,0 0 0 0,0 0 1 0,-2 0 0 0,1 0-5 0,-1 1 1 15,0 0 2-15,-2 0-2 0,1 0-1 0,0 1 1 0,-2 1-1 16,0 0-2-16,-1 0 1 0,-2 1-1 0,0 1-13 0,-1 0-12 0,1 1-34 16,-2 0-35-16,-1 2-43 0,0 1-61 0,-2 0-44 0,0 4-23 0,-2-1 1 15,-1 2 42-15,-2 0-172 0</inkml:trace>
  <inkml:trace contextRef="#ctx0" brushRef="#br0" timeOffset="8460.99">7598 12872 1037 0,'-11'0'169'0,"2"2"23"0,-1-1-21 15,7 0-28-15,3-1-43 0,2-1-20 0,2 0 4 0,3 0-11 16,3 0-2-16,-1-2-10 0,4 0-17 0,-1 0-5 0,1-1-8 0,1 0-10 16,0 1-4-16,1-2-4 0,0 1-4 0,1 0-1 0,0 1 0 15,0-1-8-15,1-1 3 0,-1 1-2 0,-2 0 2 0,0-1 3 0,0 1-6 16,0 0 0-16,-2 0 2 0,0-1-1 0,0 2 1 0,-1 1 1 0,-1-1 0 15,1 0 0-15,0 0-1 0,0 0-6 0,-2 1 1 0,1 0 2 16,-2 0-5-16,1-1 4 0,-2 1-4 0,1 0-12 0,0 0-14 0,0 1-29 16,-1 0-39-16,0 0-49 0,0-1-49 0,-1 1-63 0,0-1-37 0,0 0-6 15,0 1 19-15,0-1 62 0,-1 0-129 0</inkml:trace>
  <inkml:trace contextRef="#ctx0" brushRef="#br0" timeOffset="9175.99">7606 11728 538 0,'-34'2'349'0,"-2"2"-247"0,-6 2 10 0,8 2-19 0,5 0-15 16,4 3-27-16,-2 1-12 0,2 1-10 0,2 1-12 0,0 0-6 0,2 3-9 15,-1 2 1-15,2 1-4 0,0 4 1 0,0 1 1 0,0 0-5 16,1 3 2-16,1-1-3 0,0 2 6 0,1 1 3 0,1 2 2 0,1 1 1 16,2 1-5-16,0 1-2 0,2 0 0 0,2 1 1 0,0 1 4 0,2 0 0 15,1-1-3-15,2 0-1 0,1-3-4 0,2 1 3 0,2-1 2 16,2 1 1-16,0 0 0 0,3-2-4 0,1 0 6 0,0-1 6 16,3-1-1-16,-1 1 6 0,2 0 3 0,1-3 5 0,1 1 9 0,1-3 9 15,1 0 2-15,2 0 6 0,0-1 1 0,0 0 3 0,2-3 2 0,1-1 6 16,0-1-1-16,2-2 0 0,1-2 1 0,0 0-2 0,4-1 2 0,0-1-10 15,2-1 2-15,1 0-7 0,1 0-5 0,1 0-7 0,1-2-7 16,2-1-6-16,1 1-6 0,0-2-7 0,3-1 7 0,-1 0-2 0,4-1-4 16,0-1 3-16,0-2-9 0,-2-1 3 0,1-2 1 0,-2-1-5 0,-1-2-1 15,2-2 4-15,-4-1 2 0,0-3 8 0,0-1 3 0,-3-2 6 16,1-2-1-16,-2-2 10 0,0-1 2 0,-2-2-4 0,1-2 3 0,-1 0-10 16,0-2 2-16,-1-1-4 0,1 1-6 0,-4-3 2 0,0 0-5 15,-2-1 1-15,0-1 0 0,-2 0 3 0,-1 0 0 0,-2 1-5 0,0-1 4 16,-2 0 4-16,-1-2-2 0,-1 1 0 0,-1-2-17 0,-2 1 1 0,-2-3 4 15,0 0 0-15,-2-1 11 0,-1 1-8 0,-2-1-3 0,0 3-1 16,-3-1 1-16,-1 0-5 0,-2-1 1 0,-2 0-1 0,-2-2-2 0,-1 1 7 16,0 0-3-16,-3 3-3 0,-1 0 6 0,0 1-7 0,-3 1 6 0,-2 0-4 15,-1 0-18-15,0 2-4 0,-2 0 6 0,-3 2 5 0,0 1 11 16,-1 0 1-16,-3 1-10 0,0 2-8 0,-2 0 8 0,-3 3-6 0,-3 0 3 16,-2 0 1-16,-2 2-5 0,0 2 12 0,-1 1 1 0,-1 0 4 15,2 0 2-15,-1 1 4 0,0 1 3 0,3 2 8 0,-2-1 1 0,5 1-9 16,-1 1 0-16,3-1-3 0,2 2-4 0,2 0 3 0,0 2-7 0,2 1 1 15,0 2-4-15,-1 0-3 0,1 2 0 0,0 1-2 0,0 2 1 16,0 2 3-16,1 1 3 0,1 2-2 0,-1 1 0 0,-1 1-1 0,2 2-4 16,-2 2 12-16,1 2-7 0,-1 1 4 0,0 0-2 0,2 3-7 0,-1 1 9 15,0-1-1-15,1 2 1 0,0-1-2 0,2 0-3 0,0-1-4 16,1 0 1-16,1-3 5 0,3 0-1 0,0-1 14 0,2-3-1 0,1 1 3 16,3-3-4-16,1 0-8 0,1-2 0 0,1-1-7 0,1 0 5 15,1-1-2-15,1 1-2 0,1-2 3 0,1 1-5 0,1-1-1 0,0 0 2 16,2-1 1-16,1 0-10 0,1-1-5 15,2 0-18-15,1 0-22 0,1 0-23 0,1 0-28 0,3 0-31 0,1-1-36 0,2 0-41 0,2 1-54 16,1-1-74-16,4 1-45 0,2 1-23 0,2 1-200 0</inkml:trace>
  <inkml:trace contextRef="#ctx0" brushRef="#br0" timeOffset="9892">6611 15985 1121 0,'-17'3'114'0,"2"1"29"0,-3 1-9 0,7-1-15 0,2 0-33 16,2 0-26-16,0 1-17 0,3 0-1 0,-1-1-6 0,1 1-5 0,0 0-1 15,1 1-6-15,-1 1-4 0,1 0-4 0,0 1 0 0,1 1 1 16,1-2-2-16,-1 1-3 0,0-1-4 0,1 0 1 0,0 1 4 0,0-1 7 16,0 0-7-16,1 0 3 0,-2 1 4 0,1-1 1 0,0 0 7 15,1 1-9-15,-1 0 0 0,2 1 4 0,-2 0 5 0,1 1 4 0,0 0 3 16,-1 1 0-16,1 1-1 0,-1 0-5 0,0 1 4 0,1 1-1 0,0 0-4 15,0 3 4-15,-1 0-11 0,-1 0 9 0,1-1 1 0,-1 0-5 16,2-1 3-16,-1 0-17 0,1-1 3 0,-2-1 4 0,2 0-15 0,0-2-3 16,0 0 11-16,1-3-7 0,-1 1 16 0,2 0-6 0,-1-1-23 15,-1 0 8-15,2-1-7 0,-1 0 9 0,1-2-5 0,1 1-4 0,1-2 0 16,-1 2-19-16,1-2-10 0,-1 1-28 0,2-1-26 0,1-1-25 0,0 1-37 16,2-1-37-16,0 0-39 0,0-1-60 0,0 0-42 0,1 0-7 15,-1-1 15-15,1 0 3 0,0-1 41 0</inkml:trace>
  <inkml:trace contextRef="#ctx0" brushRef="#br0" timeOffset="10199.99">6852 16130 1211 0,'-14'7'134'0,"0"0"19"0,-2 1-8 0,5 0-14 0,4-2-16 16,0 0-22-16,2 0-19 0,0 0 0 0,0 0-13 0,1-1-16 0,1 0-2 16,0 0-16-16,0 0-6 0,1-1 0 0,0 1-14 0,0 1 9 0,0-1-7 15,1 0-8-15,1 0 5 0,-1 1-7 0,1-1 5 0,0-1-1 16,1 2-7-16,1-2 8 0,-1 1-4 0,0 0-3 0,0-1 8 0,1 2-11 16,-1-1 3-16,0 0 10 0,-1 2-10 0,1-1 6 0,0 2 0 15,-1 1-3-15,0-1 5 0,1 1-8 0,-1 0 5 0,-1 1-4 0,1 2 2 16,-1 0 3-16,0-1-6 0,0 0 6 0,-1 1-6 0,1 1 1 15,0-2-1-15,0 0 8 0,-1-1-2 0,2 0-1 0,0 2 1 0,1-2-13 16,2 0-2-16,-1-2-1 0,2-1-18 0,-1 0-32 0,2-2-36 0,1-1-62 16,0-1-48-16,3-1-52 0,1-3-30 0,0-2-3 0,2-1 11 0,1-3 61 15,1-2-139-15</inkml:trace>
  <inkml:trace contextRef="#ctx0" brushRef="#br0" timeOffset="10508.99">7175 16123 1141 0,'-13'4'211'16,"0"2"-63"-16,-1 1-20 0,4 0-25 0,4-2-18 0,2 0-25 15,-1 0-19-15,2 1-14 0,1-2-2 0,1 1-10 0,-1 1-3 0,1 0 0 16,-1 2-10-16,2 1-1 0,-1-1-1 0,2 2 0 0,0 0 6 0,0 1-2 15,0 0-3-15,-1 0-5 0,1 0 1 0,1 1 5 0,-1 1 3 16,1 0-3-16,1 0-4 16,-2-3-2-16,2 1 3 0,-1-1 1 0,1 1-3 0,0 0-6 0,0-2 4 0,-1 0 1 0,0-2 4 0,0 1 4 0,1-1-8 15,-2-1 4-15,1 1-6 0,-1-1 2 0,1-2-5 0,-1 1 0 16,-1-2-9-16,1-1-18 0,-2 1 2 0,2-1-18 0,-1 1-11 0,-1-2-34 16,1-1-59-16,0 1-67 0,0 0-25 0,1-1-2 0,-1-1 18 15,1-3 45-15,0-2-115 0</inkml:trace>
  <inkml:trace contextRef="#ctx0" brushRef="#br0" timeOffset="10810">6702 15860 1554 0,'-30'5'131'15,"1"-1"34"-15,-4 1 0 0,10 0-10 0,10-1-40 0,1 0-48 16,6-1-36-16,-1-1-11 0,4 0-14 0,2-1-11 0,0-1-4 0,3 0-15 16,-1 0 8-16,3 1-5 0,1 0 11 0,1 0 7 0,3-2-8 0,1 0 4 15,1 0-4-15,1-1 2 0,1 0 5 0,0 0-4 0,2-2 2 16,0 0-9-16,0 0 6 0,-2-2 9 0,2 2-5 0,0 0 5 0,-1 0-3 16,-1 0 1-16,0 1 4 0,-2 0-4 0,0 0-2 0,-1 1 4 0,0 1 0 15,-1 0 1-15,-1 0 1 0,1 1-10 0,-1-1 14 0,0 1-6 16,-1 1 5-16,1 0 3 0,-3 0-21 0,2 0 10 0,-1 0-7 0,1 1-15 15,-1 1-9-15,1 0-47 0,0 1-50 0,0 0-61 0,0 2-72 16,0 0-45-16,0 1-13 0,1 4 28 0,1 0-141 0</inkml:trace>
  <inkml:trace contextRef="#ctx0" brushRef="#br0" timeOffset="11081">6651 16743 2125 0,'-26'14'111'0,"5"-1"21"0,-3 4-29 16,11-4-33-16,6-3-18 0,3-1-25 0,2-2-20 0,1 0 4 0,3-1-13 16,1 1 7-16,2-1-5 0,3-1-6 0,1-1 6 0,3 0-8 0,2-2 6 15,1 0 1-15,1-1-9 0,2-2 7 0,-1-1 0 0,1 0-5 16,1-3 11-16,1 1-16 0,0-2-4 0,0-1 1 0,0 0-8 0,-3-2 4 15,2 3-1-15,-1-2-10 0,0 0-9 0,-2 0-12 0,1 0-8 16,0 1 0-16,-2-2-5 0,0 1-2 0,-1 0-4 0,0-1-22 0,-2 0-28 16,0 1-35-16,1 0-43 0,0-1-29 0,0 1-19 0,-2 0 4 0,0-1 21 15,3 0-12-15,-1 0-24 0</inkml:trace>
  <inkml:trace contextRef="#ctx0" brushRef="#br0" timeOffset="11812">6929 15354 1411 0,'-32'1'35'0,"-3"2"61"0,-5 1-21 0,9 1-5 16,5 0-30-16,2 1-23 0,2 0-15 0,1 1-5 0,1 0-13 0,2 2-8 16,0 1-15-16,0 1-14 0,2 2-16 0,-1 2-24 0,1 2-19 0,-1 2-6 15,0 3 8-15,0 1 22 0,-1 1 22 0,1 2 23 0,-2 0 12 0,-1 3 14 16,0 0 9-16,0 2 5 0,0 0 3 0,1 3 0 0,0-3 3 16,-1 4 4-16,1-1 5 0,0 3 5 0,0 2 6 0,1 0 5 0,1 2 7 15,0-2 6-15,-1 2 0 0,3 0 0 0,1-1-4 0,1-2-2 16,2 2-4-16,2-1-5 0,2 1-5 0,1 3-6 0,2-1-1 0,2 0-5 15,1 0 2-15,0-2-2 0,2-1-5 0,2 0 1 0,0-2-7 0,2-2 4 16,2 1 1-16,0-1-2 0,3-1 0 0,1-3-2 0,2-2 0 16,0-3 2-16,3 0 0 0,2 0 5 0,2-3 10 0,0 0 4 0,2-2 18 15,-1-1-1-15,4-2-1 0,-13-9 0 0,4 0-10 0,-1-2 0 16,6 3 1-16,1-1-6 0,4 1 1 0,1 0-7 0,4 1-10 0,2-1-4 16,1 1-1-16,1 0 3 0,0-1-1 0,1-1-2 0,1-1 2 0,-1-1-6 15,1-1 1-15,1 0 5 0,-1-2 0 0,2 0 3 0,-1-1 0 16,1-1-3-16,0-1 0 0,0 0 6 0,0-3 10 0,0 0 3 0,-1 0-5 15,1-3 5-15,-2 0-5 0,0-1-3 0,-1 0 2 0,-2-3-12 16,1-1 6-16,-3-1 4 0,0-1 2 0,-2-1 10 0,2-3 3 0,20-13 3 16,-11 3-1-16,-9 1 4 0,-11 6 5 0,1-2 2 0,0 0 3 0,-3 0 2 15,0 0-3-15,-2 1 5 0,-3-1 3 0,-1 0-10 0,0-2-2 16,-2 0 0-16,-1-2-4 0,0-3 2 0,-2 0-1 0,1-4-6 0,-2 1-1 16,1-2-8-16,-1-1-2 0,-1-2-5 0,0-2-6 0,-1 0 2 0,-1-2-13 15,-1 0 6-15,-1-2 0 0,-1-1-3 0,-1 1 5 0,1 2-13 16,-2-1 5-16,0 2 3 0,-1 0-7 0,0 0 7 0,-4 3-1 0,0 3 1 15,-2 1 4-15,-1 1-2 0,-1 2-7 0,0-2 2 0,-1 2 6 0,-1-1 0 16,-1 2 7-16,-1-1-3 0,1 1-4 0,-1-1 3 0,0 3-1 16,-2-2 0-16,-2 2 0 0,2 0-2 0,-1 0 2 0,0 2 0 0,1-1 0 15,0 0 0-15,0 0-4 0,-1 1 2 0,-1-1-3 0,-2 3 4 0,-1 1 1 16,1 1-4-16,0 0 4 0,-2 3-10 0,0-2 4 0,-2 0 1 16,-2 3-5-16,1 0 0 15,-3 1-5-15,0 0-8 0,-3 0-8 0,-1 3-19 0,-1-1 9 0,-1 3 1 0,-1 3-3 0,-2 0 12 0,-2 2-19 16,-1 2-11-16,2 1 5 0,-1 4 0 0,-1 2 3 0,0 4 10 0,-1 2 7 15,-1 4 5-15,2 3 7 0,2 5 5 0,-2 4-12 0,2 3-5 16,0 4-8-16,2 3-10 0,2 2-12 0,1 4-42 0,2 1-63 0,2 2-87 16,1 3-71-16,3 0-13 0,2 1-154 0</inkml:trace>
  <inkml:trace contextRef="#ctx0" brushRef="#br0" timeOffset="14712.01">7165 4084 136 0,'-17'-28'98'0,"-2"-3"-75"0,-4-7 3 0,5 3-2 15,1 6 3-15,-1-2-5 0,1 2-5 0,-4-1-3 0,-2 4 6 0,-1-1-3 16,-3 2 0-16,-1 2 0 0,-3 0-6 0,-3 2 2 0,-2 2 0 16,-4 1-1-16,-1 1 0 0,-4 4 1 0,-2 0 2 0,-2 3 1 0,-4 2 1 15,-3 2 0-15,-2 1-2 0,-2 2 2 0,-2 1-4 0,-3 2 4 16,-1 2-2-16,-2 2-2 0,-3 1 1 0,-2 1-2 0,0 3-1 0,-3 0 0 16,-1 4-2-16,0 0 0 0,1 3-5 0,-2 2 0 0,-1 0 1 0,-2 0-2 15,2 4-1-15,-2 0-5 0,-2 1 0 0,2 4 2 0,-3-1 4 16,-1 5 8-16,0 2-3 0,-3 4 6 0,-3 2-3 0,-4 3-2 0,-1 6 4 15,-2 1-3-15,-3 2 2 0,-3 3 2 0,-1 2-2 0,-3 4-8 0,-1 3-1 16,1 4 3-16,-3 1 3 0,1 4 8 0,-1 3-2 0,1 0-6 16,2 3-5-16,3 0-8 0,1-2-3 0,5 1-3 0,3-1 3 0,3-1 5 15,7 2 6-15,1-2 0 0,6 1 2 0,4-1-3 0,3-3-8 16,2 0 4-16,5 0 1 0,2 0 0 0,34-35 8 0,-7 9-5 0,2-1 7 16,-6 10 0-16,2 0 7 0,-8 10 9 0,1 1 3 0,-4 10 1 0,1 0-8 15,2 0-5-15,0 1-9 0,3 0 5 0,3-1 2 0,1-3-7 16,4 0 12-16,3-2 0 0,2 0-5 0,4-2 4 0,3 0-13 0,1-3-3 15,1 2-4-15,4 1 1 0,9-35-13 0,-1 4 56 0,1 0 1 0,0 5 2 16,1-1 14-16,1 5-57 0,-1 0 1 0,1 3 0 0,1 0-2 16,1 4-2-16,0 0-7 0,2 3 9 0,1 0-47 0,0 3-1 0,1 59 9 15,5-4-7-15,2-9 48 0,2-11 1 0,2-6-2 0,0-10-2 0,1-7-6 16,-1-6 1-16,0-4 5 0,0-1 2 0,-1 1 5 0,3 1-1 16,0-1-4-16,1 1 0 0,0-1 0 0,0-1 1 0,4-1 0 0,0 0-6 15,1-3 7-15,4-3-1 0,1 0 4 0,1-2 8 0,2 0-2 16,2-3-2-16,1-1 2 0,2-2-1 0,1 0-1 0,0-1 0 0,2-2 0 15,0-1-25-15,1 0 0 0,34 32-7 0,-7-11 1 0,-9-11 20 0,-9-11 0 16,-6-5 8-16,2 0-3 0,3-2-1 0,-1-1-2 0,0-1-1 16,0 2 2-16,-3-1 0 0,1-1 0 0,1 1-2 0,1-4 1 0,1 0-8 15,-1 0 3-15,2-1-3 0,-1 1 0 0,-1-2 7 0,0 0-1 16,2-2-2-16,1 1 4 0,0-2 7 0,1 0 6 0,1 0 7 0,-2-4 2 16,2 1-2-16,0 0-8 0,2-2 2 0,0 2 4 0,1-3-5 0,-1-1 3 15,1 1-4-15,0 0-6 0,1 0 1 0,-1-1-5 0,-1 1 1 16,0 1 3-16,1-1-1 0,-2 0 5 0,4-2-3 0,-2-1-2 0,2-1-1 15,0-1 4-15,0 1-5 0,0-1 4 0,1-2 3 0,1-1-1 0,-1-1 3 16,-1 1-1-16,-1 0 0 0,0-1 3 0,2 1 4 0,-1-3-1 16,1 1-3-16,-1 1-2 0,1-2-5 0,1 2 4 0,-1 0 1 0,0-1-3 15,-1 0-3-15,-1-1-5 0,1 0 2 0,0 2-7 0,3-1 1 0,-1 0 2 16,2 0-3-16,-1-1 8 0,2-1-2 0,1-1-5 0,-2-1-1 16,1 1-3-16,-1-1-4 0,0 1 13 0,0-2-9 0,1 1 0 0,1 0 2 15,-1-1-4-15,0 1 7 0,0-2 2 0,1 0-1 0,-1 0 1 16,-1 0 0-16,0 0 2 0,0-2 1 0,-1 0-6 0,2 0 0 0,-1 1 0 15,2 1 0-15,-1 0 8 0,1-1 4 0,0 1 1 0,0 0-5 16,-1 1-1-16,2 1-1 0,-3 0 1 0,2 0 4 0,2 1 1 0,-1 1-5 0,1 2 0 16,-1 0 3-16,2 1-7 0,-2 1 1 0,1-2-2 0,1 2-4 15,-2 1 6-15,2 0 1 0,2 0-4 0,1-2 1 0,0 0-2 0,2 0 4 16,3-2 1-16,-1 1-3 0,1-1 1 0,0 0-6 0,0-1 4 16,1-2 4-16,2 0-8 0,0-1 6 0,0-1-1 0,2 0-4 0,1-3 9 15,2 0-9-15,-2-1-1 0,1 1 6 0,2-2-3 0,-1 0 2 16,1 0-1-16,2-1-1 0,0-1 0 0,-1 0 3 0,3 0 3 0,-1 1-1 15,2-1 3-15,1-1-4 0,1 1 0 0,0-1 0 0,1 0 5 16,1-1-2-16,1-1-1 0,1 0 7 0,1 0 3 0,3-1 9 0,0-1 1 16,1 0 2-16,2-1-12 0,0-2 1 0,3 0-10 0,4-3-7 0,0 1 8 15,1-2-1-15,2-2 4 0,1 0 1 0,1-4 0 0,3-2-12 0,2-1 9 16,1-2-3-16,1 0-3 0,1-1-3 0,3 1 0 0,0-2-3 16,0 0 3-16,-1-3-3 0,1-1-2 0,-1-2 5 0,2-1 2 0,0-1 2 15,0 0 2-15,-1 0-9 0,-1-3 3 0,-1 2 3 0,0-1-3 0,0-2 9 16,0 1-9-16,-1 0 0 0,0-2 5 0,0 1-1 0,0-3 0 15,0-1-1-15,1-4 0 0,0 0-3 0,0-2 4 0,1-4-13 0,1 0 9 16,-1-5 5-16,-1-1-4 0,0-2 16 0,-1-2-13 0,0-2 1 16,-1-2 6-16,-2-2-3 0,-1-3-5 0,-1-1 3 0,-4-3-8 0,-3 1 4 15,-3-2 5-15,-1-2-5 0,-5 1 3 0,1-2-5 0,-5-3-2 0,-2 1 8 16,-4-2 4-16,-4 0-4 0,-2-1 9 0,-7-1-8 0,-2 1-3 16,-4-2 4-16,-3 2 4 0,-4-3 1 0,-2 3-4 0,-6-3-2 0,-2 0-7 15,-3-1-3-15,-4 0-2 0,-4 0 6 0,-3 0-1 0,-4-1 2 16,-2 0 1-16,-4-1-3 0,-3 2 2 0,-4-1-2 0,-5 2-2 0,-2-2 5 15,-2 3-4-15,-4-3 1 0,-3 2 3 0,-3 0-3 0,-4 1-2 0,-3-1 2 16,-3 3 0-16,-4-1 5 0,-3 1 1 16,-4 1-4-16,-5 0-2 0,-4 1-6 0,-2 2 6 0,-6 1 8 0,-2 0 3 0,-3 4 1 0,-5-1-7 15,-2 1-3-15,-2 0-4 0,-5 1-1 0,-2 3 9 0,-3 1-6 0,-4 0 7 16,-2 3 2-16,-4 0-6 0,-3 1 2 0,-4 2-5 0,-3 0 2 16,-2 2-2-16,-5 2 5 0,-3 2 3 0,-3 1-5 0,-3 3-2 0,-3 2-4 15,-3 1 0-15,-3 2 3 0,-4 0 0 0,-4 3 0 0,-2 2-5 0,-3 3-1 16,-1 1 1-16,-4 2 5 0,-2 3-3 0,-2 1 0 0,-5 3 1 15,-1 2-6-15,-4 1 3 0,-1 4 2 0,-3 1-2 0,0 3 7 0,-1 2 3 16,-2 2-10-16,-1 1 2 0,-1 3-5 0,0-1 1 0,1 1 4 16,-1 2 0-16,2 1-2 0,0 3 1 0,1 0 0 0,0 1 3 0,1 2 1 15,-1 0 0-15,0 2-2 0,0 1 2 0,1 1 0 0,-3 2 0 0,-1 1-1 16,1 3 1-16,-3 0 3 0,0 3-3 0,-1 2 6 0,0 1 2 16,-1 3-2-16,2 2 4 0,-2 1-4 0,2 1 2 0,-1 1-1 0,1 1-7 15,0 1 8-15,0 2-5 0,0 3 2 0,0 0-1 0,1 2 0 0,0 2-6 16,1 2 2-16,0 1-5 0,1 2 0 0,1 0-3 0,1 3 4 15,2-1 2-15,2 3 0 0,0 1 1 0,4 1-9 0,0 1-4 0,3 3-10 16,0 1-20-16,2 2-7 0,3 0-13 0,2 0-13 0,4 2-5 0,0 1-10 16,2 1-15-16,1 1 5 0,2 2-10 0,5 1-18 0,1 2-25 15,2 2-42-15,3 2-14 0,-1 0-6 0,5 3 4 0,2 0 18 0,3 1-166 16</inkml:trace>
  <inkml:trace contextRef="#ctx0" brushRef="#br0" timeOffset="29393.11">17773 7315 271 0,'-12'2'107'0,"0"0"-1"0,-3 2-10 0,4 1-13 0,3-1-8 0,-1 0 1 16,3-1-1-16,1 0 3 0,1-1-7 0,1 0-10 0,2-1-10 0,1 0-8 16,0 0-4-16,2 1 7 0,0-1 9 0,1 0 11 0,2 0 16 15,0 0 1-15,2 0 2 0,-1 0-7 0,3-1-7 0,0 1-1 0,3 0-6 16,1 1 1-16,2-2 0 0,1 1-4 0,2 0-4 0,3 0-4 0,1 1-7 15,2 0-7-15,2 0-2 0,1 0-9 0,2 0 1 0,1 0-9 16,2-1-5-16,1-1 5 0,3 0-4 0,2-2-4 0,0 0 2 0,2-3 1 16,2-1-3-16,1-1 6 0,0-4-3 0,2 1-2 0,0-2 1 0,0 1-7 15,0-1-2-15,0 0-2 0,-2 0-3 0,-1-1 3 0,0 0-1 16,0 1-2-16,-2 2 0 0,-2 1-4 0,-2 0 1 0,-2 1-2 0,-1 0-3 16,-2 2-4-16,-2 0-15 0,-2 1-16 0,-3 2-24 0,-1 0-20 15,-1 1-26-15,-1 1-32 0,-1 1-51 0,-4-1-60 0,-2 2-55 0,-2 0-21 16,-2 1 15-16,-4 2 11 0,-2 0-15 0</inkml:trace>
  <inkml:trace contextRef="#ctx0" brushRef="#br0" timeOffset="29628.11">18099 7844 2180 0,'-10'-5'69'0,"3"1"-9"15,1 1-42-15,7 2-12 0,6 1-9 0,5 0 7 0,5 0 10 16,4 0-4-16,1-1 6 0,2 0 0 0,1-1-2 0,1-1 3 16,2 1-3-16,2 0-8 0,0 0 0 0,-1 1-1 0,2-1 1 0,-2 0-3 15,3-1-3-15,-1 1 5 0,2-1-5 0,-3 0 1 0,0-1 3 0,-1 1-6 16,1-2 0-16,0 0 2 0,1-1-4 0,0-1-7 0,-1-2-11 0,0 0-25 16,0-3-32-16,-1 0-41 0,2 0-50 0,-3-1-50 0,2-2-60 15,-2-1-71-15,0 3 1 0,-2-2 61 0,-2 2-127 0</inkml:trace>
  <inkml:trace contextRef="#ctx0" brushRef="#br0" timeOffset="29912.11">19459 6771 1592 0,'0'-12'398'16,"4"3"-383"-16,8 0-6 0,6 5-13 0,10 4-1 0,4 0 7 0,3 2 3 15,3 2-3-15,2 0 3 0,-1 3-2 0,1 0 0 0,-1 3 4 0,-2 2 0 16,-1 1 0-16,-1 1 2 0,0 3-1 0,-1 1-1 0,-2 2 3 16,-2-1 6-16,-2 0 5 0,-1 0 10 0,-2 0-2 0,-2-1 3 0,-2 1-1 15,-1-2-9-15,-2 1 5 0,-1 0-6 0,-3 0-6 0,-3-2-1 16,-2 3-10-16,-2 0 1 0,-3 0 2 0,-3 0 2 0,-3 0 4 0,-3-1-3 16,-3 1-2-16,-2 1 1 0,-3 0-4 0,-3 3 1 0,-2 0-5 0,-2-1-1 15,2 0 0-15,-2-1-3 0,-1-2-1 0,2 2-18 0,-1-2-53 16,0 1-47-16,2 1-29 0,0 2-47 0,1-2-39 0,3-1-64 0,4-4-45 15,3-2 3-15,2 3-134 0</inkml:trace>
  <inkml:trace contextRef="#ctx0" brushRef="#br0" timeOffset="30233.11">21361 6192 2469 0,'-22'-17'85'0,"1"6"-20"16,-3 1-32-16,9 14-31 0,3 8-8 0,1 5-1 0,1 4 2 0,0 3 2 16,1 2 2-16,-2 2-9 0,1 3 2 0,-2 2 8 0,3 3 5 0,-1 4 12 15,1 3 3-15,1 3-9 0,1 4 2 0,0 5-8 0,1 2-5 16,0 3 0-16,3 3-5 0,-2 1-3 0,2 2 6 0,0 4 1 0,0-1-1 15,1 3 5-15,0 2-1 0,1-1-2 0,0-1-2 0,1-2-1 16,1-5-7-16,0-4 7 0,1-5-2 0,0-5 4 0,0-4 5 0,0-7 1 16,1-5-3-16,0-3-1 0,0-3 1 0,-1-2-5 0,0-3 3 0,0-3-3 15,0-3-10-15,-1-3-34 0,-1-2-8 0,0-2-15 0,-1-3-23 16,1-3-15-16,0-5-83 0,-1-3-114 0,0-4-169 0,-3-2-3 0,-2-2 44 16,-3-6 85-16</inkml:trace>
  <inkml:trace contextRef="#ctx0" brushRef="#br0" timeOffset="30799.11">20638 6331 2557 0,'-8'-14'35'0,"3"2"16"0,2 1-42 0,7 6-10 0,7 4-4 16,4-1 3-16,6 1-1 0,4-1 3 0,1-1 0 0,3 1 5 0,0 0 0 15,4 1-2-15,1-1 2 0,2 2-5 0,2 0 1 0,2 0 3 0,1 2-6 16,1 0 4-16,-1 1-2 0,-1 1-4 0,-1 1 4 0,0 1-1 16,0 0-1-16,-2 0-1 0,0-1-5 0,0 0-2 0,-2 1 1 0,0 1 1 15,-2 1 8-15,0 1 1 0,-2 2 1 0,0 0 6 16,-3 0 0-16,2 2 0 0,-2 0-2 0,-1 2-6 0,-3 1 0 0,-2 0-1 0,-2 1-1 16,-5 0 5-16,0 0-3 0,-5 1 7 0,-2 0-9 0,-4 1 4 0,-3 0 1 15,-4 2-1-15,-4 0 6 0,-3 1 3 0,-5 1-4 0,-3 0-3 16,-5 0 0-16,-5 1-4 0,-3-2 6 0,-3 2 1 0,-1-1-2 0,-1-2-4 15,0 2 1-15,1-2 1 0,-1-2-3 0,1 1 5 0,2-2-15 0,0-1-1 16,2-2 1-16,2 0-3 0,2-1 13 0,0-3 11 0,3 1-2 16,3-2 0-16,1-2 1 0,3 0-7 0,4-2-1 0,0-1-2 0,3-2 0 15,3-1-2-15,1 0 2 0,3 0 4 0,0-2-8 0,3 0 6 16,1 0-5-16,0-1-2 0,2 0 6 0,3-1 1 0,3 1 3 0,4-3-3 16,2 0-2-16,4 0-2 0,3 0 4 0,2 1-2 0,4 1 1 0,2 1 1 15,3 0-1-15,1 3 1 0,2 0 0 0,0 3-1 0,3 1-6 0,-2 1 2 16,0 2 0-16,1 1 1 0,-2 2 4 0,2 0-4 0,-1 1 2 15,0-2 2-15,-3 1 1 0,-4 1 2 0,-1-1 2 0,-3 0-2 0,-1 0-4 16,-3 1 3-16,-4 0-3 0,-3 0 6 0,-2-2-1 0,-5 0 3 16,-3 3 2-16,-3 0-1 0,-4 0 5 0,-3 1 3 0,-3-1-1 0,-5 2 3 15,-3 0 2-15,-3-1-6 0,-1 1 5 0,-2-1-3 0,2 1-2 0,-1-1 1 16,1-1-4-16,1 1-1 0,0-1-1 0,-1 0-8 0,2-1-1 16,1 1-1-16,-1 0-1 0,1 0 2 0,2-1-4 0,1 0 4 0,2-1-16 15,0-1-1-15,2-1 0 0,3 0-9 0,0-1-2 0,1 1-9 16,1 0-14-16,2-2-17 0,0 0-14 0,3-1-29 0,1-1-29 0,1-1-43 15,2-1-52-15,1 0-76 0,2-2-77 0,2-1-21 0,4-2 54 16,3-4-110-16</inkml:trace>
  <inkml:trace contextRef="#ctx0" brushRef="#br0" timeOffset="31162.11">22292 6899 2614 0,'-10'-10'84'0,"1"4"-32"0,-1 2-26 16,7 8-26-16,3 4 2 0,3 5 4 0,1 2 1 0,0 1-4 16,2 3 6-16,-2 2-1 0,1-1 12 0,-1 4 8 0,0 1-4 0,2 0-3 15,1 2-10-15,-1-1-3 0,3 2-3 0,-2-1-2 0,3 1 1 0,0 1-2 16,1-1 1-16,2-1 2 0,1-3-7 0,2-3 6 0,-1-1-1 16,4-4-1-16,0 0 1 0,1-2 2 0,2-3-3 0,1-3 1 0,-1-2 2 15,1-3 1-15,2-2-1 0,-1-3 3 0,2-2-1 0,-1-2 3 16,1-3 1-16,-1-2 1 0,-2-2 1 0,0-3 0 0,-2-1 2 0,1-3-3 15,-2-2-3-15,-1-1 0 0,0-2-4 0,-1-1 4 0,-2 1-2 0,-4 0-4 16,-1 0 2-16,-4-1-1 0,-1 0-1 0,-4-2 1 0,-1 0-1 16,-2-2-8-16,-3 1 9 0,-1 1-4 0,-4-2 3 0,-1 2 6 0,-2 0-11 15,-1 2 4-15,-2 1 0 0,0 4-1 0,0 1 6 0,-1 3 0 16,-2 2 2-16,2 3-4 0,-1 3-3 0,-1 2-2 0,-2 4 0 0,0 2-3 16,-3 3-3-16,-2 3-1 0,1 3-3 0,-2 3 1 0,0 4 6 0,-2 3-4 15,1 3 1-15,-2 1-11 0,1 3-21 0,2 0-26 0,1 2-30 0,2 1-40 16,1-1-35-16,2 3-38 0,2-2-44 0,2 2-43 0,3 1-73 15,2 0-37-15,3-1 16 0,2 1-158 0</inkml:trace>
  <inkml:trace contextRef="#ctx0" brushRef="#br0" timeOffset="31827.11">22835 7084 1532 0,'-1'-8'538'16,"0"2"-491"-16,2 1-25 0,3 6-25 0,2 2 0 0,4 2 9 0,2 1 0 15,1 2 1-15,1 2 2 0,-2 1-5 0,2-1 3 0,-2 1-7 0,-1 1 0 16,0 0 3-16,-2 2-3 0,1-2 2 0,0 3-2 0,-1 0-2 0,-1 1 2 16,-1 1 3-16,0 3-4 0,-2-1-2 0,0 0 0 0,0-1-4 15,-1-1 1-15,1 1 0 0,-1-3-5 0,1 0-14 0,-1 1-14 16,0-1-20-16,1-1-18 0,-1-1-18 0,2 0-20 0,0-3-24 0,1-1-35 0,-2-2-20 16,3 0-5-16,0-2 20 0,0-2 31 0,1-1 26 0,1-4 22 15,1-1 17-15,1-3 14 0,2-3 20 0,1-3 16 0,1-3 13 0,1-3 11 16,3 0 2-16,1-2 2 0,0-1 0 0,1 0-4 0,0-2 0 15,1 0 0-15,1-1-2 0,-1-1 3 0,1-1 0 0,-1-1 1 0,-1 0 6 16,2 0 2-16,1-2 1 0,-1 1 5 0,0-3 7 0,-1 1 9 0,-1 0 16 16,-1 2 10-16,-2-2 15 0,-1 2 6 0,1-1 0 0,-3 1 2 15,0 0-4-15,0 2 4 0,-1 1 4 0,-3 0 5 0,0 4 2 0,-2-1-1 16,-2 3-2-16,-1 2-4 0,-2 1-1 0,-1 1 2 0,-3 1 1 16,0 3 11-16,-4 2-5 0,0 0-1 0,-2 3-1 0,-1 0-11 0,-1 2-8 15,-1 1-10-15,-2 1-14 0,0 1-5 0,0 1-10 0,-2 2-7 0,1 1 0 16,-2 2-9-16,2 2 0 0,1 1 0 0,0 2-5 0,3 0 0 15,0 3 5-15,1 1-6 0,2 0-1 0,2 2 5 0,1-1-3 0,3 1-2 16,1 2 5-16,2 0 1 0,3 2-1 0,1 1 3 0,3 0-5 16,0 1 2-16,3 0 5 0,1 0-2 0,1 2-2 0,0-1-8 0,1-2-4 15,1 1 4-15,0 0 4 0,1 1 6 0,-1-1-5 0,0 0-1 0,0 1 0 16,0 0 1-16,-2-1-1 0,-2 0 3 0,-1 0-5 0,-2-1 5 0,0 1-1 16,-1 1-2-16,-4-1 0 0,0-1-1 0,-2-2 1 0,-2-1-1 15,-3-1 2-15,-2-2 1 0,-3-1-5 0,-2-1 6 0,-2-1-3 0,-3-1-3 16,-3-1 5-16,-2-1-2 0,0-2 5 0,-2-1-1 0,0-3 4 15,1-1 1-15,2-3-3 0,0-1 4 0,2-3-1 0,1 0-1 0,2-1 1 16,1-2-5-16,1-1 1 0,2-1-2 0,1-1-6 0,2-2 0 16,1 1-2-16,1-3-2 0,2-2-1 0,1 0 4 0,3-1-5 0,1-3 0 15,2-1-3-15,2 2-2 0,4-2 5 0,0 2 5 0,4 2-1 0,1 0-2 16,1 1 2-16,-1 3-5 0,4 0 7 0,-1 2 3 0,-2 2 4 0,3 2 4 16,-2 2 1-16,1 1 1 0,1 3-7 0,-2 1 6 0,1 3-4 15,0 1-3-15,0 1 4 0,2 2-6 0,0 1 4 0,-1 2-1 0,-1 1-2 16,-1-1 2-16,-2 1 1 0,0 1-2 0,-1 1 4 0,-1 0-3 15,-1 1-6-15,0 0 7 0,-1 0-4 0,-1 1-2 0,-3 0-1 0,1-1-1 16,-1-1-2-16,-1 2-7 0,-2-1-13 0,-1-1-27 0,-1-2-30 0,0-4-41 16,-2 0-44-16,-1-3-54 0,-1-2-54 0,-2-1-61 0,-1-2-27 15,-2-2 64-15,-3-3-113 0</inkml:trace>
  <inkml:trace contextRef="#ctx0" brushRef="#br0" timeOffset="32011.11">24233 6794 1285 0,'-10'-15'1009'0,"0"1"-948"0,0 1-16 0,5 8-36 16,3 5-17-16,1 0-3 0,1 0 2 0,0 1 3 0,1 1-1 0,1 2 3 16,0 0 0-16,0 2 4 0,0-1-5 0,1 1-4 0,1 1-1 15,0 0-11-15,0 2-6 0,1-1-33 0,-1 0-29 0,1 1-31 0,1-2-22 16,-1 1-9-16,2-1-7 0,0-1 7 0,1-1 4 0,1-1 2 0,2-1 9 16,1-1 4-16,0-1 7 0,4-1 9 0,1 1 2 0,2 0 8 15,1-1 21-15,2 1-163 0</inkml:trace>
  <inkml:trace contextRef="#ctx0" brushRef="#br0" timeOffset="32402.11">25247 6875 489 0,'12'-6'435'0,"2"1"-304"0,3-2-6 0,3 3-44 0,-3 1-5 16,0 1-1-16,0-2-2 0,-1 1-6 0,-1-2-5 0,-3 0-8 0,-1 0-2 16,-3-1-1-16,-1-1 6 0,-1 2 3 0,-3-2 9 0,-1-1 3 15,-3 0 2-15,-2 0-3 0,-2 0-5 0,-1 1-5 0,-1 0-10 0,-3-1-5 16,0 2-6-16,-2 0 0 0,-3 0 2 0,0 2 3 0,-2 1-1 0,0 1-9 15,-3 1 2-15,-2 1-1 0,-1 2-3 0,-1 3 1 0,0 1-5 16,-1 2-8-16,0 2-4 0,1 4-6 0,-3 4 1 0,1 3-3 0,0 3 4 16,0 5 2-16,0 3-8 0,1 4-5 0,3 1 4 0,2 2-1 15,2 2 7-15,4 0 10 0,1 0-8 0,3 1-2 0,4-2-2 0,2-1-1 16,4-1-4-16,4-3 2 0,3-3 1 0,3-3 1 0,2 1 1 16,1-3 2-16,3 0-1 0,2-3 6 0,2-1 6 0,2 0 1 0,1-4-6 15,0 0-6-15,1-1 6 0,1-3 15 0,0 1 8 0,1-2 2 0,-2-1-1 16,2-2-15-16,-1-1 0 0,-2-1-3 0,2-1 0 0,-3-1-2 15,0-1-4-15,-1-1 6 0,-1-1-9 0,1-1-2 0,1 0 2 0,-1-2 2 16,2 0-2-16,0-1 3 0,-2-1-1 0,-1-1-4 0,0 0 8 0,-3 0 0 16,1-1-4-16,-1 1 4 0,-1-1-8 0,0 1 4 0,-1-1-1 15,0 0-5-15,-3 0 1 0,0 0-6 0,-2 2 1 0,0-1 1 0,-2 1-2 16,0-1 1-16,0 1-9 0,-3 0 2 0,1 0-1 0,-1 0-1 0,-1 1 4 16,1-1-1-16,-2 0-1 0,0 1-7 0,-1-1-5 0,-1 0-5 15,-1 1-14-15,0-1-13 0,0 0-9 0,-1 0-16 0,-1-2-13 0,-1 1-30 16,-3-3-53-16,-2-1-75 0,-2-3-101 0,-3 0-158 0,-3-1-166 0,-5 3-318 15</inkml:trace>
  <inkml:trace contextRef="#ctx0" brushRef="#br0" timeOffset="38662.17">18059 8757 856 0,'-5'2'158'0,"-1"1"-2"0,-1 0 19 0,1 2 2 0,1 0-3 0,0 1-2 16,1 1-7-16,-1-1-8 0,-1 1-10 0,0 0-15 0,0 0-14 0,0 0-12 16,1-1-6-16,0 1-7 0,1-1-5 0,1 1-4 0,1 0-13 15,1 0-7-15,1-1-8 0,1 0-6 0,1 0 6 0,0-1-7 0,2 1-3 16,1-1-2-16,0 1-7 0,2-1 1 0,1 0-8 0,0 0-2 0,0 0 0 15,2-1 2-15,1 0 6 0,1-1-7 0,1-1-4 0,1 1-13 16,1-1-3-16,2-1-1 0,1 1 1 0,0-1 5 0,2 0-8 0,0 0-2 16,1 1-2-16,2 0 0 0,1 0 1 0,-1-1 1 0,2 1 0 15,-1-1-8-15,2 0 8 0,2-1 0 0,0 1-4 0,2-1 2 0,0 1-6 16,0-1 4-16,-1 0-4 0,-1-1 4 0,-1 0-7 0,1 0-3 0,-2 1-6 16,1-1-3-16,-2 0-10 0,-1 0-17 0,-1 0-9 0,-3-1-28 15,-1 1-10-15,-1-1-13 0,-3 1-22 0,-2 0-23 0,0 0-40 0,-3 1-35 16,-1 1-61-16,-2-1-76 0,-2 1-77 0,-2 0-41 0,-1 2 50 0,-1 0-110 15</inkml:trace>
  <inkml:trace contextRef="#ctx0" brushRef="#br0" timeOffset="38862.17">18476 9218 615 0,'-18'14'195'0,"1"0"7"0,-3 2 12 16,6-1-3-16,5-4-17 0,2 0-15 0,3-2-16 0,3-1-8 0,2 0-18 15,0-1-12-15,2-1-2 0,2 0-12 0,2-2-2 0,2 1-6 16,2-1-8-16,3-1-4 0,0-1-13 0,4 0-7 0,0-1-7 0,0-1-12 15,1 0-7-15,0 0-9 0,2-1-11 0,-2 1-1 0,1 0-9 16,0 0-6-16,-1 2 0 0,1-1-3 0,0-1 1 0,-2 0-3 0,2-1-3 16,-1 0 3-16,-2 0 2 0,1 0-4 0,-1 0 1 0,0 0-6 15,-1 0-3-15,0 1 4 0,0-1-9 0,0 0-9 0,-2 1-18 0,1-1-44 16,-1-1-38-16,0 0-56 0,-1 0-76 0,-1-1-135 0,0 0-194 0,-1-1-107 16,0 0-150-16</inkml:trace>
  <inkml:trace contextRef="#ctx0" brushRef="#br0" timeOffset="39175.17">19266 8724 1499 0,'-2'1'158'0,"2"1"-11"0,1 0-7 0,0 1-1 16,2 0-6-16,1 2-1 0,0-1-5 0,2 2-17 0,0 0-18 0,0 0-22 15,1 0-13-15,1 2-7 0,2 2-13 0,1 0-8 0,3 1-6 16,1 1-2-16,0 0-1 0,3 1-15 0,1 1-1 0,1 1-8 0,2 0 3 16,1 2 13-16,0-1 0 0,2 0-2 0,0-1-3 0,0 1-7 0,0-1 0 15,-2 0 1-15,1-2 3 0,-1 1 1 0,0-2-3 0,-1 0-1 16,-3-2 1-16,-2-1 3 0,-3 1 2 0,-4-1 2 0,-2 0 7 0,-3-1-3 16,-2 0 8-16,-1-1 0 0,-3 0 0 0,-1 0 4 0,-1 1-6 15,-3 0-3-15,-2 1-5 0,-3-1-2 0,-2 1-9 0,-2 0 3 0,0-2-4 16,-2 0-3-16,-1 0 1 0,1 0-13 0,-2 0-7 0,1-1-21 0,0 0-21 15,1 0-26-15,1 0-40 0,-1-1-38 0,1-1-49 0,2 1-64 16,0-1-94-16,1 0-96 0,1 0-20 0,1 0-159 0</inkml:trace>
  <inkml:trace contextRef="#ctx0" brushRef="#br0" timeOffset="39747.17">21142 8635 1617 0,'-8'-3'367'0,"0"0"-244"16,-1 1 37-16,1 1 14 0,4 2-9 0,0 1-10 0,0 0-12 0,1 2-11 15,0 1-18-15,0 1-13 0,0 1-15 0,2 1-10 0,0 3-8 16,0 1-14-16,2 3-7 0,0 2-10 0,0 2-7 0,0 4-3 0,1 0-8 16,0 3-2-16,0 2-19 0,0 3-4 0,-1 2 12 0,1 2-2 0,-1 3 13 15,0 0-2-15,0 2-17 0,0 0 2 0,-1 1-3 16,0 3 1-16,0-2-2 0,0 0-2 0,-1 1-3 0,0-1-41 0,0 2-10 0,-1 1-21 16,0-2-5-16,-1-3 36 0,1-5 0 0,0-7 5 0,2-5-18 15,0-6-22-15,1-3-17 0,0-4-30 0,0-2-24 0,-1-2-43 0,-1-2-35 16,0-2-44-16,1-3-40 0,-1-1-8 0,-1-2 32 0,0-3 62 0,-1-2 82 15,0-3 70-15,-2-2 47 16,1-5 32-16,-2-1 20 0,0-2 15 0,-1-2 24 0,1-3 35 0,0 0 34 0,1-1 34 0,0-3 28 0,-1-2 7 16,1 1-3-16,1-2-12 0,1 0-25 0,0-1-14 0,1-3-15 15,1 1-12-15,1-1-12 0,2 1-17 0,1 1-12 0,0-1-8 0,2 3 0 0,1 0-5 16,1 3 5-16,0 3 6 0,1 2-5 0,0 1-1 0,1 3 1 16,0 1-14-16,0 1-8 0,1 3-6 0,0 3-3 0,1 1-6 0,1 2 4 15,0 1-3-15,0 2 1 0,1 2-1 0,1 1 5 0,-1 2-4 16,-1 0-2-16,2 3-8 0,0 1-3 0,0 2-2 0,-1 1-2 0,0 2-3 15,0 3 5-15,-1 2-2 0,1 2-3 0,-2 3-1 0,1 1-7 0,0 4-2 16,-1 3 0-16,0 0-16 0,-1 2 3 0,-2 1 7 0,0 2-2 16,0 1 10-16,-1 2-9 0,0 0-20 0,-1 1 2 0,-1 0-7 0,-1 0-12 15,1 2-5-15,0 0-11 0,-2-2-8 0,1-2-5 0,0-1-16 16,0-1-9-16,0-1-13 0,0 0-2 0,1-2-145 0,-1 1-169 0,0-3 5 16,-1-1-48-16,0-2 38 0,-1-5 94 0,-1 0-169 0</inkml:trace>
  <inkml:trace contextRef="#ctx0" brushRef="#br0" timeOffset="39953.17">21035 9281 1380 0,'-8'-3'553'0,"2"-2"-443"16,1-1 18-16,3 1 10 0,4 1 0 0,2 1 5 0,2 0-6 0,2 1-18 15,2-1-13-15,1 1-9 0,2-1-15 0,0 0-8 0,2 0-14 0,2 0-9 16,1 0-14-16,0 0-6 0,2 1-11 0,1 1-3 0,0-1-6 15,0 1-6-15,0 0 6 0,1 1-5 0,0 0 1 0,-2 1-1 0,2 0-16 16,-2 0-8-16,0 1-20 0,1 1-37 0,-1 0-50 0,-1 1-68 16,-1 1-99-16,0 1-172 0,-1-1-207 0,-1 1-66 0,0 2 54 15</inkml:trace>
  <inkml:trace contextRef="#ctx0" brushRef="#br0" timeOffset="40317.17">21952 9165 1236 0,'-7'2'285'0,"-1"2"-67"0,-2 0-3 0,3 1-10 15,-1 1-15-15,0 0-15 0,-2 1-18 0,0 2-12 0,-2 0-12 0,1 0-15 16,0 0-18-16,0 2-8 0,0-2-13 0,0 3-10 0,1 0-5 16,2 1-10-16,-2 0-7 0,2 0-6 0,1 2-7 0,1 0-8 0,1 2-9 15,1 0-1-15,1 0-11 0,3 2-3 0,0-2 8 0,2 0-10 16,2 1 4-16,1-2-6 0,3-2-10 0,1-1-3 0,1 0 2 0,1-2-6 15,2-1 24-15,2-2 11 0,0-3-9 0,2 0 7 0,1-1-22 0,1-2 2 16,1 0 10-16,-2-2 2 0,2-2-4 0,0-2 2 0,-1-1-20 16,0-1-1-16,-1 0 6 0,-1-1-6 0,-1-1 17 0,0 0 11 0,-1-1 6 15,-3 1 2-15,1-1 0 0,-1-1-11 0,-2 0 0 0,-1-1-7 0,-1-1 1 16,-3 1 8-16,-1-1-6 0,-1 1 3 0,-2-1 1 0,-2 0-6 16,-2-1 0-16,-1 1-2 0,-1 0-2 0,-2 0 2 0,-2 1 6 0,-1 0 3 15,0 1-11-15,0 2 1 0,-1-1-7 0,-1 1 0 0,-1 1 8 0,0 2-6 16,-1 0-1-16,1 2-1 0,-1 2-3 0,0 0 1 0,0 2-5 15,1 0-8-15,0 2-9 0,0 0-13 0,0 1-6 0,1 1-14 16,1 0-21-16,2 1-14 0,-1 0-27 0,1-1-24 0,2-1-49 0,0-1-69 16,2 0-112-16,1-2-143 0,2 0-56 0,2-2-194 0</inkml:trace>
  <inkml:trace contextRef="#ctx0" brushRef="#br0" timeOffset="40528.17">22306 8646 1344 0,'-4'-6'501'0,"0"1"-321"0,-1-1 31 0,2 3-7 16,1 3-25-16,-1 2-23 0,0 1-18 0,-1 3-17 0,0 0-8 15,0 4-11-15,-1 3-16 0,0 1-2 0,1 3-16 0,0 2-11 0,1 3-4 16,1 2-10-16,0 1-5 0,2 3-12 0,-1 0-20 0,3 3-6 16,0 1 11-16,0 2-5 0,1 0 9 0,1 1 3 0,1 0-20 15,1-1 2-15,0 0-8 0,1-2-7 0,1 1-25 0,1-1-32 0,1-2-42 0,0-2-56 16,0-1-71-16,0-1-107 0,1-1-183 0,0 0-174 0,1-1-12 15,1 0 64-15</inkml:trace>
  <inkml:trace contextRef="#ctx0" brushRef="#br0" timeOffset="40811.17">22592 9252 1411 0,'-1'-2'533'16,"-1"2"-374"-16,1-1 18 0,-1 2 14 0,1 1-8 0,-1 2-18 0,0 1-29 15,0 3-24-15,-2 0-20 0,2 3-11 0,0 1-18 0,0 1-14 0,1 2-13 16,0 2-9-16,1 1-7 0,1 1-7 0,-1 2-2 0,1 0-7 0,1-1 0 16,1 0 1-16,1-1-7 0,1-4-12 0,-1 0-5 0,3-2-3 15,-1-3-7-15,2 0 18 0,1-3 2 0,0-2-5 0,0-2 8 0,2-3-14 16,-1-1 1-16,0-3-16 0,1-2 7 0,1-2 5 0,0-2 7 16,0-3 32-16,-1 1-2 0,0-1-1 0,1-1-5 0,-2-2-8 0,1 0-1 15,0 0 1-15,0 0 1 0,-1-2 3 0,1 1-2 0,0 0 1 0,0-1 1 16,0-1-4-16,1 1 0 0,-1 0-2 0,1 0 2 0,-2 1-3 15,-1 2-12-15,-1 1-11 0,0 2-27 0,-1 3-28 0,-1 2-31 0,0 2-39 16,-3 2-40-16,-1 3-61 0,-1 2-95 0,-2 2-135 0,0 2-43 0,-1 1-28 16,-1 3 135-16</inkml:trace>
  <inkml:trace contextRef="#ctx0" brushRef="#br0" timeOffset="41452.17">23047 9390 1279 0,'1'3'301'0,"0"2"-56"0,1 0-20 0,2 1-5 0,0 0-35 16,1 0-40-16,0 0-36 0,0 0-24 0,0-1-7 0,-1 0-8 16,1 1-11-16,1 0-4 0,0-2-15 0,1 1-3 0,0-2 1 0,0 0-6 15,0-1-3-15,-1 0-6 0,1-1-2 0,0-1 6 0,0 0-2 0,1 0 0 16,-1-2-8-16,0 0-1 0,-1-1 1 0,0 0 1 0,0-1 2 0,-1 0 0 16,-2-1 0-16,-1 0-3 0,-1-1-2 0,1 0 0 0,-2 0-8 15,0-1-1-15,-2-1-5 0,-1-1-2 0,-3-1 2 0,-1 0-1 0,-1 1 6 16,-1 0-6-16,-2 0 4 0,-1 0-4 0,0 1-8 0,-1 2 1 15,0 0 1-15,0 1-1 0,0 2-6 0,2 1 2 0,0 2-6 16,0 0 1-16,1 3 3 0,1 1 0 0,0 2 4 0,2 3-2 0,1 0 3 16,1 2-4-16,1 0 1 0,1 2 0 0,2 0 5 0,2 1 5 0,1 0-3 15,2-2 4-15,2 1-4 0,3-1-5 0,0-1-2 0,3-2-8 0,1-1-5 16,0-3-8-16,2 0 0 0,1-1-7 0,3-1-5 0,1-2-2 16,0-1-18-16,1-1-4 0,0-1-5 0,0-2-27 0,1 1-25 0,-1-1 16 15,-1 2 15-15,0-2 42 0,-1 0 45 0,-1-2 6 0,0-1 7 0,-2 0-4 16,0-1 2-16,-2 0 1 0,-1-1-2 0,0 2 5 0,-3-2 2 15,0 0 0-15,0 0 1 0,-1-2 3 0,-1 1 0 0,-1-1 12 0,-1 0 3 16,-1 0 6-16,-1-1 3 0,-2 0-1 0,0 1-1 0,-1 0-4 0,0 1-1 16,0 0 1-16,-2 0-4 0,1 2 3 0,-2 1 3 0,1 2 0 15,-1 1 6-15,-1 2 7 0,1 0 2 0,-2 1 5 0,1 1-5 0,-1 1-5 16,0 0-10-16,0 1-7 0,0 2-2 0,0 1-3 0,1 2-4 0,0 2 1 16,1 1-2-16,0 2-1 0,1 1-3 0,1-1-2 0,0 2-4 15,1 1-3-15,1 2-1 0,0-2-1 0,-1 2-2 0,2 0 4 0,0-2-4 16,0 1 2-16,2 0-2 0,1-2-4 0,0 0 4 0,1-4-15 15,0 1 1-15,-1 0-3 0,1-3 1 0,-1 1 29 0,1-2-2 0,0-2-4 16,-1-2 6-16,1 0-17 0,-1-3 6 0,0 0 7 0,0-2-7 0,0 0 7 16,0-2-13-16,1-1 3 0,-1 0 8 0,0-1-5 0,1-1 22 15,0-1 18-15,-1 1 2 0,1-2 3 0,-1 0 2 0,0 0-11 0,1-2-8 16,1 0 5-16,0 0-7 0,0-1-7 0,1 3 6 0,-1-1-5 16,0 3-7-16,1 1 1 0,-2 2-5 0,0 1 1 0,0 2-8 15,-1 1 12-15,0 0-9 0,-2 3-1 0,0 0 8 0,-1 2-14 0,0 1 8 0,0 2-4 16,-2 1-6-16,2 3 4 0,-1 4-2 0,-1 0-4 0,1-1-10 0,0 2-5 15,-1-1 13-15,1 0 0 0,0-1 6 0,0 0-16 0,1-1-32 16,0-1-12-16,1-1-22 0,-1-3-15 0,1 0-20 0,1-1-47 0,0-1-36 16,0-2-60-16,1-1-79 0,0-2-115 0,1-3-141 0,1 0 14 15,-1-3-113-15</inkml:trace>
  <inkml:trace contextRef="#ctx0" brushRef="#br0" timeOffset="42244.17">24209 9376 935 0,'0'-5'271'0,"1"-1"-62"0,-1-1-18 0,-1 2-8 16,-1 0-25-16,0 1-30 0,-2 2-29 0,-1-1-17 0,-1 1-5 15,0 1-6-15,0 0-6 0,-1 1-1 0,-2 0-10 0,-1 1-1 0,0 0 6 16,-2 1-6-16,1 1 3 0,-1 1-5 0,-1 1-4 0,1 1-1 0,0 0-5 16,1 2-4-16,0 0-6 0,1 1 4 0,0 2-3 0,2 1-4 15,0 1 0-15,2 0-4 0,1 1-4 0,1 1-4 0,3 1-9 0,0-2-10 16,1 0-5-16,2 1 1 0,1-2 14 0,3 0 4 0,2-2 3 0,1 1-3 15,2 0-16-15,2-1 5 0,-1-1-13 0,2 0-1 0,1-2 3 16,-1 2-5-16,2-2 9 0,-2 0 4 0,2-3-6 0,1-1 2 0,-2-2 1 16,2-1 1-16,0-1 7 0,-1 0 1 0,-2 0 3 0,0-1-3 15,2 1-3-15,0-1 9 0,-2-1 0 0,2 1-2 0,-3-1 7 0,1 0-3 16,-1-1 0-16,-1 1 3 0,0 0 0 0,-1 0-5 0,0 1 4 0,-2 0-1 16,0 0 1-16,-3 1 3 0,1 0-5 0,-1 2 2 0,1 0 5 15,-1 0-2-15,0 1-1 0,0-1-6 0,-1 0-7 0,0 0-4 0,0 0 4 16,-1 0-2-16,2-1 0 0,-1-1 0 0,1 0 2 0,2 0 3 0,0 0-3 15,1-2-2-15,0 0-2 0,0-1 0 0,1-1 6 0,1 0 3 16,2 0-5-16,-2-1 2 0,1 0 0 0,-4 0-3 0,1 0 5 0,-1-1 3 16,0 2-7-16,-2-1 4 0,1-1-3 0,-2 0 1 0,-2 1 0 15,1-1 5-15,-2 1-4 0,0-1-3 0,-2 1-2 0,0 0 0 0,-2 0 4 16,0 2 0-16,-1-2-17 0,-1 1 0 0,-1 1-2 0,-1-1-3 0,0 1 16 16,1 1 0-16,-1-1-2 0,1 1 6 0,-1-1-4 0,-1 1-3 15,1 0 5-15,-2 1-4 0,1 1 6 0,-2 0-2 0,0 0-6 0,0 0-5 16,-2 3-3-16,2-2-4 0,-2 1 7 0,0 1-6 0,1 0 3 0,-1 1 3 15,2 0 13-15,2 2 5 0,-2 0-3 0,1 0 1 0,1 3-14 16,1 0 4-16,2 2-1 0,0-1 1 0,2 0 1 0,0 0-7 0,3 0 2 16,0 2-1-16,2-1-5 0,0 0 4 0,2 0-3 0,1-2-5 15,2 0-3-15,1 0-2 0,0-2-3 0,3 1-1 0,0-2-3 0,1 0-9 16,1 0-29-16,-2 0-3 0,1 0 5 0,1 1 16 0,1-2 32 0,0-2 6 16,0-1 3-16,1-2 5 0,1 0 5 0,0-1 0 0,0-1 7 15,1 0 1-15,-2 0 5 0,1 0 6 0,0 0-3 0,-2-1 11 0,0 0 1 16,-2 1 2-16,0-1-1 0,-1 1-2 0,0 1 2 0,-2-1-3 0,-2 1 0 15,1 1-2-15,-1 0-5 0,-1 0 0 0,-1 2 4 0,0 0-12 16,-1-2 4-16,0 2-4 0,0 0-11 0,0 0 9 0,0 0-6 0,1 1-1 16,1-2 0-16,0 0-4 0,0 0 0 0,1-1 2 0,0-1 2 15,2 0-2-15,-1-1-4 0,2-1 1 0,1-1 1 0,-1 0 4 0,1-1 0 16,0-1-2-16,0 0 5 0,0 0 4 0,-1-1 1 0,0 1 3 0,1-1-11 16,-2 0 1-16,0 0 4 0,0 1-1 0,-2-1 1 0,0 0 3 15,-1 0-1-15,-1 0 9 0,-3 1 0 0,-1-1 2 0,-1 1 1 0,-1 0-3 16,0 1 1-16,-1-1 1 0,-1-1-6 0,-2 1 3 0,-1-1-5 0,0 0-2 15,-2 0 1-15,1 0 1 0,-1 0-2 0,-1 0-16 0,0 1-1 16,-1-1 1-16,0-1 1 0,-1 2 12 0,-1-2-1 0,-1 2-5 0,-1 0-2 16,0 0-10-16,-2 0-2 0,1 3-7 0,-1-1 0 0,0 1-4 15,0 2-9-15,-1 1 1 0,2 1-8 0,1 3 1 0,0 0 0 0,3 2-8 16,1 1-8-16,2 1-36 0,1 1-31 0,0 1-56 0,2 1-72 0,0-1-93 16,3 1-117-16,-1 0-78 0,3 0 57 0,1-1-37 0</inkml:trace>
  <inkml:trace contextRef="#ctx0" brushRef="#br0" timeOffset="42679.17">25362 8996 724 0,'-3'-2'224'0,"-2"0"3"0,-1-1 17 0,1 2-8 16,0-1-30-16,0 1-27 0,0 0-22 0,0-1-14 0,-1 1-14 15,0-1-18-15,-1 1-5 0,1-1-11 0,1 1-10 0,1 1-9 0,1 0-12 16,0 0-7-16,0 1-6 0,1 0-6 0,0 2 4 0,0 0-1 0,1 0 1 15,-1 2-2-15,1 2-2 0,0 1-5 0,0 2 1 0,0 5-8 16,0 2-5-16,-1 2-4 0,1 5 0 0,-1 4 1 0,0 4-12 0,0 6 6 16,0 2-4-16,1 3-2 0,-1 3 8 0,2 1-10 0,2 2-3 15,2-2-16-15,0-1 14 0,0 1 5 0,1-6-5 0,0-1 9 0,-1-3-13 16,1-3-7-16,0-1-5 0,-1-4 2 0,0 0-3 0,0-3-6 0,0-1-12 16,1-3-10-16,-2-3-17 0,1-3-17 0,-1-1-41 0,-1-3-22 15,1 0-21-15,-1-2-41 0,0-3-45 0,0-2-114 0,1-3-160 0,0-2-73 16,-1-3 46-16,1-4 12 0</inkml:trace>
  <inkml:trace contextRef="#ctx0" brushRef="#br0" timeOffset="43279.17">25969 8845 1771 0,'-16'-31'94'0,"-3"-6"-29"0,-7-8 8 0,0 3-6 16,-1 4 1-16,-2 1-16 0,-5-2-3 0,0-2-17 0,-6 2-12 0,-3-1-10 16,-4-1-8-16,-4 3-1 0,-4 0-5 0,-5 2 1 0,-2 4 4 15,-7 1-1-15,-5 2 0 0,-3 2-4 0,-5 1-11 0,-2 2 1 0,-5 2 2 16,-4 1 6-16,-5 4 0 0,-3 1 4 0,-3 2-3 0,-3 3-1 0,-2 3-3 16,-5 2 1-16,-3 2 0 0,-4 3 4 0,-3 4 1 0,1 2 4 15,-1 2-2-15,-2 3 1 0,0 3 4 0,-1 2-1 0,1 3-1 0,0 3-2 16,-2 4-2-16,0 2 1 0,-2 5 4 0,2-1-5 0,-1 4 5 0,-1 1 6 15,1 2 1-15,0 3 12 0,2 1 2 0,0 4 5 0,1 3-1 16,1 2 4-16,2 2 0 0,2 1 5 0,3 2 9 0,3 1 1 0,4 1-8 16,4 2-4-16,7 1-12 0,7 0-4 0,6 1-3 0,4 1-8 0,6-1-3 15,5 0-7-15,8-1-1 0,5-2-2 0,5 0-6 0,7 1 5 16,7-1 4-16,6-1-4 0,9 1 7 0,6 1-4 0,7-1-5 0,7 1 6 16,6 0-1-16,7-4 0 0,7 0 1 0,5-3-9 0,7-1 10 15,7-3-1-15,6-2 0 0,6-1 10 0,6-5-12 0,5-2-4 0,6-3-7 16,7-1-7-16,6-2-5 0,7-3-1 0,6-1 0 0,6-4-1 0,6-1 1 15,8-2-1-15,5-2-11 0,6-1-6 0,6-2-8 0,2-1-3 16,6 1-2-16,3 0 1 0,1-2 3 0,1 0 13 0,0-1 11 0,2-3 12 16,-1 1 15-16,3-2-4 0,0 0-1 0,0 0 9 0,0-3-9 15,0-1-7-15,1-2-21 0,-1-2-29 0,-1-3-23 0,-1-2-1 0,-2-3 11 16,-1-3 18-16,-1-2 16 0,-1-2 17 0,-3-4 15 0,-1-1 15 0,-3-3 10 16,-1-1 2-16,-3-2-1 0,-3 1 16 0,-2-3 19 0,-6 1 15 15,-2 1 14-15,-4-2-10 0,-2 1-4 0,-3-3-4 0,-5-1-1 0,-2-3-4 16,-6-1-2-16,-1 0-10 0,-6 0-13 0,-4-2-2 0,-4-2-4 0,-6-2 3 15,-6-3-1-15,-6-3 1 0,-6-1 2 0,-4-2-5 0,-6-4-1 16,-4 1-4-16,-8-3-3 0,-3-1-1 0,-6 0-4 0,-5-1-2 0,-4 0-4 16,-5-1-13-16,-5-3-6 0,-6-2-12 0,-5-2-3 0,-4-1 7 15,-5-4 7-15,-4-2 1 0,-3 0 3 0,-6-2 2 0,-3 0 1 0,-6-1 15 16,-3-1 6-16,-3 2 11 0,-5 0 13 0,-3 1 5 0,-4 0 12 0,-3 2-6 16,-4-1-8-16,-4 3-6 0,-3 2-16 0,-4 3-16 0,-2 4-25 15,-5 5-24-15,-3 6-14 0,-4 6-13 0,-2 5-6 0,-3 6-17 0,-3 6-37 16,-5 6-51-16,-3 7-76 0,-8 7-25 0,-4 8-8 0,-4 8 30 0,-2 9 59 15,0 8-58-15</inkml:trace>
  <inkml:trace contextRef="#ctx0" brushRef="#br0" timeOffset="65113.17">5105 9646 164 0,'-13'-8'26'0,"0"-1"17"0,-3-1 14 15,4 3 6-15,3-1-2 0,-1 1-16 0,1 1-10 0,0 0-5 0,0 1-11 16,1 1-4-16,-1 0-4 0,0 1-5 0,0 1-1 0,2-1-3 16,-1 2-2-16,0-1 1 0,1 1-2 0,-1 1 1 0,0-1 1 0,-1 0-5 15,1 1 3-15,-1-2-1 0,-3 2-1 0,0-1 3 0,-1-1-3 16,0 2 0-16,-1 0 1 0,-3-1 1 0,0 1 1 16,0 1 2-16,-2-1-3 0,0 1 3 0,0-1 0 0,-2 0-1 0,0 0 4 0,-1 0-1 0,-3 0 1 15,0 1-1-15,2 0 0 0,-1-1 2 0,2 0 0 0,-1 1 2 16,-1-1-1-16,0 2 3 0,-2-1 3 0,1 2 2 0,-2 1 7 0,1 0 3 15,1 1 7-15,-2 0 3 0,1 1 2 0,-1 2 4 0,0 0-5 0,1 2-5 16,0 0-2-16,1 3-7 0,0 1-8 0,1 1 0 0,-1 2-7 16,0 3-1-16,1 2 1 0,-2 2-5 0,2 3-1 0,1 0-2 0,0 2-2 15,3 0 1-15,1-1-2 0,1 2-2 0,3 0-1 0,1 1-2 16,1-1-1-16,0 1 2 0,1-2-4 0,2 2 2 0,0-1 5 0,1 2 4 16,2 1 4-16,-1 1 1 0,2 1-3 0,-1-2 1 0,1 1-3 0,2 1 1 15,-1 2 2-15,1-1 1 0,1 1 1 16,1 0 0-16,0-1 1 0,1 3-4 0,2 0 0 0,1 1 1 0,1 1-2 0,1-1 1 0,2 1 1 15,0 1-1-15,2-1 2 0,2 0 2 0,1 1-3 0,1-1 1 0,3 1-1 16,0 0-2-16,1-1 6 0,1-3-4 0,-1 0 0 0,1-2 1 16,2-1-2-16,1-1 3 0,0-4-5 0,2 1 3 0,0-3 3 0,1 1 3 15,1-1 7-15,-1-1-1 0,1-1 1 0,1-3 4 0,0 0-2 0,3-1 1 16,0-2-1-16,2 0 3 0,1-1 3 0,2-1 1 0,1 1-1 16,0-1-4-16,0-2-4 0,1 0 0 0,2-2 0 0,0-1 4 0,2-1 2 15,1 1 8-15,0-1-4 0,3-2 0 0,-2 0-7 0,2-1-2 0,0 0-1 16,1 1-3-16,2-2-1 0,-1 0-5 0,2-1-5 0,1-1 1 15,-1 0 4-15,2 0-3 0,0-2 2 0,2 0 0 0,0-4-4 0,0 1 2 16,1-2 1-16,-2 0-1 0,3-4-2 0,0-2-1 0,0-1-6 16,-1-3 6-16,0-1-1 0,-3-1 0 0,0-1 5 0,0-1-1 0,-1-2-1 15,-2-1 8-15,-2 1-5 0,-3-3 5 0,1-1 5 0,-3 0 1 16,1-2 4-16,-2 1-7 0,-3-1 3 0,0 0-3 0,-3 1-2 0,0-1 8 16,0-1-7-16,0 2 1 0,-3-3-4 0,2 1-7 0,-4-2 2 0,1 2 6 15,-1 0-2-15,2-3 3 0,-2 0 2 0,0-4-10 0,-1 0 5 0,-2-1-1 16,0 2-2-16,-2-3-3 0,-1 3 2 0,-1-3 0 0,-2-1 0 15,-2-1 3-15,-2 0 2 0,-1 0-1 0,-2-1 3 0,-2 1-6 0,0-2 1 16,-3 0-13-16,-1 0 4 0,-2-1 2 0,-1 1 2 0,-1-2 11 16,-2 1 3-16,-1 2-4 0,-2-1-2 0,-2 3 3 0,-2-1-10 0,-2-1 2 15,0 0-1-15,-2 0-3 0,-3 2 4 0,0-1-6 0,-1 2 0 16,-3-2 0-16,0 2-6 0,0 0 5 0,-3 1 6 0,0 1 2 0,0 1 5 16,-3 0 1-16,1 0-8 0,-3 0-3 0,-1 1 2 0,-1 1 0 0,-2 1-2 15,1 0 3-15,-2 3-2 0,-2-2-2 0,-1 2 2 0,-2 1-4 0,1 1 6 16,-4 3 2-16,-1 1-5 0,-2 2 3 0,-3 1-7 0,-2 3 1 15,0 3 2-15,-4 0 1 0,0 2-4 0,0 2 2 0,-4 1 0 0,2 1-1 16,-1 2 7-16,0 2 7 0,1 1 4 0,0 2-2 0,0 2-5 0,0 0-5 16,1 2-2-16,-1 1-1 0,1 1 1 0,1 4-2 0,0 2 0 15,3 1-4-15,0 2-1 0,2 4-4 0,3 2-9 0,3 0-11 16,1 2-16-16,4-2-25 0,3 3-37 0,1-1-67 0,3 3-66 0,3 0-35 16,1 2-4-16,3-2 27 0,-1 1-97 0</inkml:trace>
  <inkml:trace contextRef="#ctx0" brushRef="#br0" timeOffset="66246.17">3993 9129 354 0,'-20'-1'14'0,"1"2"19"0,-1-1 1 0,8 0 0 0,4 0-1 0,1 0-7 16,1 0-8-16,0 0-7 0,3 0-3 0,0 0-4 0,0 0-3 0,2 1 1 15,-1 0-3-15,1 0 0 0,1 0-1 0,0 0 0 0,0 0 2 0,0 0-1 16,1 1 5-16,1 0 2 0,0-1 4 0,0 1 8 0,2 0 4 15,0 0 6-15,1 0 4 0,1 0 2 0,1 0 6 0,0 1 2 0,1-1 5 16,0 0 6-16,2 0-3 0,1 1 1 0,2-1-2 0,-1 1-1 16,1 0 3-16,0 0 2 0,-1-1 3 0,3 1 5 0,0 0-5 0,0 0-1 15,1 0-4-15,1 0-10 0,0 1-1 0,2 0-6 0,1 0-2 0,1 1-2 16,-2 0-3-16,2 0-2 0,1 0-6 0,1 1-6 0,2 1-4 0,-1 1-4 16,2-1 1-16,1 1 0 0,0 0-1 0,3 1-2 0,-2 0 1 15,2 0-4-15,1 1 4 0,-1-1 0 0,2-1-4 0,1 2 3 0,1-1-5 16,-1-1 4-16,0 1-1 0,0 0 2 0,1-2 1 0,0 0-3 15,3 0 3-15,-2-1-7 0,2 0 5 0,1-1-4 0,-1 0 2 0,2-1 6 16,0 0-4-16,0-1 5 0,1-1 0 0,-1 1 3 0,0-2 4 0,2 1 3 16,-3-1 6-16,0-1 4 0,0 1 5 0,0 0 1 0,0-1 4 15,0 2 1-15,0 0-10 0,0 0 1 0,0 1-5 0,-1-1-2 0,3 2 4 16,-3-1-2-16,3 0 1 0,-1 1-6 0,2 0-1 0,2 1 0 0,0-1-8 16,1 0 4-16,-2 0-10 0,3 0 1 0,-1-1-7 0,0 0-8 15,0 1 5-15,0-2 1 0,0 1 2 0,0 0 5 0,-1-2-1 0,0 1 2 16,-1-1-2-16,0 0 5 0,1 0 1 0,-1-1-1 0,-1-1 2 15,1 1-1-15,-2-1 1 0,0 1-2 0,1-2 0 0,-2 0-1 0,1 0 4 16,2-1 3-16,-1 1-1 0,-1-1 3 0,0 0-7 0,-3 0 6 0,1-1 3 16,1-2-2-16,-1-1 7 0,0-2-8 0,-1-2 0 0,0-2-1 15,1 0-2-15,-2-2 3 0,0-2-12 0,-1 0 3 0,1-1-4 0,-3-2 4 16,0-1 8-16,1 1-2 0,-4-3 0 0,2 0 4 0,-4-1-4 16,1-4 2-16,-2 1 0 0,1-1 1 0,-1-1-1 0,-3-1 2 0,0 2-6 15,-3-3 0-15,0 1-6 0,-1-3 0 0,-2 0-1 0,0-1 1 0,0 0 5 16,-2-2 2-16,-1 0 3 0,1-2-5 0,-2-2-1 0,0 1 0 15,-3-1-2-15,0-3 0 0,-1 0-2 0,-2-1-1 0,0-1 1 0,-1-2 0 16,-1 0 2-16,-2 0-13 0,-1 0 8 0,0-2-3 0,-3 1 3 0,-1-1 11 16,-1 0 2-16,-3 0-1 0,0-2 1 0,-2 1 1 0,-2-1-6 15,-1 1 1-15,-2 0 1 0,0 0-14 0,-2 0 13 0,-2 2-4 0,-1-1 2 16,0 1 8-16,-2-1-10 0,-1 0 0 0,0 3 2 0,-2-2-6 0,-1 1 6 16,1-2-2-16,-3 3 0 0,-1 1 2 0,-1 1 0 0,-3 1-9 15,1 1 7-15,0 2 2 0,-3-1-3 0,0 2 6 0,-2-1-7 0,-2 1-1 16,-1 3 2-16,0 0-1 0,-3 2-1 0,-1 0 1 0,-2 0-6 15,-1 1-2-15,-2 1-2 0,-3 3-2 0,-1 0 2 0,-2 1 4 0,0 2 3 16,-1 0-4-16,0 2-4 0,-1 1-4 0,-3 1 9 0,-1 1-1 0,0 0 11 16,0 3-2-16,-1-2-5 0,0 2 2 0,0 1 1 0,0 1-1 15,2 0 0-15,0 2 1 0,0 1 2 0,1 2-1 0,-1 0 4 0,1 3-8 16,1-1 2-16,2 3 0 0,-2 0-2 0,1 1-2 0,-1 3 0 0,-1 0-1 16,3 2 1-16,-2 0 4 0,2 1-2 0,0 3 0 0,1 0-4 15,0 3 1-15,-2 2-1 0,0 1-1 0,0 3 2 0,0-1-2 0,0 3-2 16,1 1 4-16,1 1-3 0,0 2 10 0,0 2-2 0,-1 2-11 0,2 0-1 15,0 2-4-15,3 1 14 0,2 2 9 0,-1 1-1 0,1 0-1 16,1 1-12-16,3 1 2 0,1 0-1 0,1 0 3 0,3 2-3 0,0 1-3 16,1-1 4-16,2-1-2 0,0-1-2 0,2 0 0 0,0 0 2 15,2 2-3-15,0-1 3 0,3 1-3 0,1-2-14 0,1 2 0 0,1-1 5 16,-1 0-6-16,4 1-6 0,-1 1-27 0,2 0-50 0,4 1-40 0,0 2-56 16,2 3-85-16,2 2-102 0,2 2-51 0,3 1 15 0,0 1-117 15</inkml:trace>
  <inkml:trace contextRef="#ctx0" brushRef="#br0" timeOffset="146216.64">4634 3849 402 0,'-56'7'278'0,"-6"4"-248"0,-15 2-1 0,7 4-10 16,10 1-10-16,-1-1-5 0,2 0-1 0,3 0 1 0,-2 1-1 0,2 0-6 0,0 1-8 15,-1 3-20-15,2 1-17 0,0 3-17 0,-2 2-5 0,2-1 3 16,-1 2 8-16,-1-2 13 0,4 1 12 0,-2 0 15 0,2 2 8 0,0-1 9 15,0 1 6-15,3-1 4 0,0 2 7 0,1-1 9 0,1 1 5 0,0 0 6 16,2 2-3-16,-1 0-3 0,2 2-6 0,3-1-1 0,-1 2-1 16,1 1-3-16,1 0-1 0,1 2-5 0,1-1-5 0,4-1-2 0,0 2-5 15,4-1 0-15,0 2-3 0,4-1-5 0,0-1 3 0,5-1 2 0,0-1 1 16,4 0 5-16,2 0 0 0,3-1 0 0,2 2 0 0,1 0-1 16,4 0 0-16,0 2-1 0,3-1 0 0,1 1 0 0,0 1-1 0,2-1-1 15,0 2-1-15,3 0-5 0,1-1 1 0,2 1 4 0,3 0 0 0,2-1 6 16,1 1-2-16,2-2-2 0,5-1-2 0,1 0 1 0,4-1 0 15,3-1 0-15,1-2 1 0,5-3-3 0,1-1-1 0,5-1 1 0,1-2-1 16,5 0 3-16,3-1 0 0,2-1 1 0,3-2-1 0,1 0 0 16,2-2 2-16,2 0 0 0,2-1 5 0,2 1-2 0,1-2 2 0,3 1-1 15,2 0-3-15,0-1 3 0,3 2 3 0,0-1 7 0,3-1 12 0,3 1 10 16,1 0-1-16,0 0 0 0,4 0-8 0,3 1-7 0,-1-2-3 16,5 2-4-16,-1 0-3 0,3-2-4 0,1 1 0 0,4 0-2 0,-1 0-2 15,2 1 2-15,0 0-6 0,2-1-1 0,2 1-1 0,2-1-3 16,0 1 2-16,1 1 3 0,3-1-6 0,-2 0 1 0,1 0 3 0,3-1 2 15,-1 1 7-15,1 0 5 0,2-1 7 0,-1 0 11 0,3-2 12 0,-1 1 11 16,0-2 8-16,0-1 2 0,2 0-1 0,0-1 3 0,2-1-4 16,0 0-3-16,1 0-3 0,1-1-11 0,0 1-9 0,2-1-5 0,0 0-5 15,3-1 1-15,0-1-2 0,0-2-5 0,2-1 1 0,1 0-5 0,-1-2 2 16,2 0-5-16,-1-2-2 0,1-1 0 0,2 0-1 0,0-1 1 16,1-1-1-16,1-2 0 0,0-1-3 0,0-1-1 0,-2-1 0 0,-1-1-2 15,1-1 2-15,1-1-3 0,-1 0 2 0,0-2 0 0,-3-1-1 0,-1-1 1 16,1-2 0-16,-2-1-1 0,0 2 5 0,-1-2-7 0,-3 0 5 15,1-1 0-15,-3-1-1 0,-2-1 8 0,-1-2-5 0,-2 1-2 0,-2-3 1 16,0-2-5-16,0-1 6 0,-1-3-6 0,0 0-2 0,-2-2 5 16,-2-1 0-16,-3-1 0 0,-3 0 6 0,-3-3-7 0,-1 0-3 0,-4-2 5 15,-2 0-2-15,-4-1 1 0,-4-2 4 0,-3 0-5 0,-5-2 1 0,-2 0 1 16,-4 1-5-16,-5-2 3 0,-3 0 0 0,-2 1 2 0,-6-2 5 16,-3 0-3-16,-3 1 1 0,-4-3-1 0,0 0-5 0,-4 1 3 0,-3-1-1 15,-6 0-3-15,-2-2 3 0,-3 0 0 0,-3 1-5 0,-3 0 0 0,-5-2-6 16,-3 2 1-16,-3-1 3 0,-4 1-3 0,-2-3 0 0,-4 1-3 15,-3 0-1-15,-4 0-1 0,-3-1 0 0,-5-2-5 0,-3 1 0 0,-3-1 1 16,-4 0 1-16,-2 1-1 0,-6 0 6 0,-3 0 3 0,-4 2 0 16,-5 1 3-16,-2 0-5 0,-3 1 3 0,-4 1-7 0,-5 1-1 0,-4 0 3 15,-4-1-3-15,-4 2 2 0,-4 3 0 0,-5-2-11 0,-3 3-2 0,-2 1-7 16,-4 0 4-16,-3 1 6 0,-5 1 2 0,-2 1 6 0,-3 1-1 16,-2 0 1-16,-3 3-2 0,-4 0 1 0,-2 2 2 0,-2-1 2 0,-1 1 2 15,-4 0 1-15,-1 1 1 0,-3 1 1 0,-1 2 3 0,-1 2 2 0,-3 2 0 16,1 0 1-16,-4 3-2 0,0 0-4 0,-1 2 6 0,-3 4 0 15,-2 0 3-15,-2 3 3 0,-1 4-1 0,-4 2 0 0,1 3-1 0,-3 3-6 16,0 2-1-16,-4 4-2 0,-1 2-4 16,-3 4-1-16,-1 4 1 0,-4 5-4 0,0 4-1 0,-2 5-1 0,-1 4-9 0,-3 7-15 0,-2 4-26 15,-2 6-39-15,-3 4-50 0,-1 4-73 0,-2 6-305 0</inkml:trace>
  <inkml:trace contextRef="#ctx0" brushRef="#br0" timeOffset="187621.27">6337 12956 1008 0,'39'-14'79'0,"10"-2"-43"0,15-1-28 0,-1 3-3 0,-2 4-1 0,2 2 0 16,1-1-7-16,4 2-15 0,1 1-17 0,1 3-23 0,1 1-21 16,1 4-10-16,1 1 2 0,-2 4 16 0,2 3 24 0,-5 1 19 0,0 4 14 15,-2 1 7-15,-2 0 6 0,-2 1 5 0,-3 0 5 0,-1-2 7 0,-3 0 7 16,-3 0-1-16,-3 0-1 0,-1-2-3 0,-2 1-2 0,-2-1-4 15,-2 2 2-15,-2 2-3 0,-3-1 3 0,-2 3 3 0,-3-1 2 0,-2 0 0 16,-4 3-2-16,-1 0-1 0,-5-1-4 0,-2 3 3 0,-2-2 3 16,-2 0 5-16,-4 0 8 0,-2-1 7 0,-3-2 3 0,-4 1 10 0,-2-2 11 15,-2-1 8-15,-2 0 7 0,-4-2 1 0,-1 1-5 0,-5-1-1 0,-3 1-14 16,-2 0-8-16,-4 1-8 0,-4-2-11 0,-2 3-4 0,-5 0-12 16,-3-1-6-16,-4-2-3 0,-4-2-2 0,-1-1 3 0,-5 0-4 0,-2-1-1 15,-3-1 1-15,-4-1 1 0,0 0 0 0,-3-1 0 0,-2 0 1 0,0-1-1 16,-4 0 6-16,0 0-8 0,0 1 5 0,-2-1 4 0,-1 0 1 15,2 1 12-15,-1-1 9 0,2-1 8 0,5-1 15 0,1-3 7 0,5-1 6 16,3-3 4-16,5-2-2 0,5-2-8 0,3 0-6 0,2 0-8 0,2-1-15 16,3-1-6-16,1-1-14 0,5 1-3 0,0-1-4 0,3 1-2 15,1 0-7-15,1 0-4 0,3 0-5 0,2 0-13 0,0 1-1 0,2-1-11 16,1 1-11-16,0 1-14 0,4-2-16 0,1 1-21 0,2 0-20 16,1 1-28-16,1 1-27 0,2 1-35 0,2 0-45 0,1 2-34 0,1 1-15 15,2 2-200-15</inkml:trace>
  <inkml:trace contextRef="#ctx0" brushRef="#br0" timeOffset="188185.27">6321 14579 1449 0,'-5'-9'676'0,"1"-1"-560"0,1-3-59 0,4-1-40 0,3 4 1 16,3-2-12-16,5 2-2 0,5-1 2 0,4-1-9 0,3 0 3 0,4 1-3 16,3-2-1-16,6 2 2 0,3-1-7 0,2 0-4 0,3 1-8 15,3-1-6-15,1 1 7 0,3 0 7 0,1 0 6 0,1 0 1 16,3 3-2-16,-1-1 1 0,1 3-3 0,3 0 1 0,-1 1 0 0,0 1 5 15,0 1-2-15,0 0 3 0,0 2 0 0,2-1-3 0,0 2 5 0,0 0-3 16,2 1-4-16,1 1-3 0,3 0-11 0,-1 1-12 0,4 2-31 0,0 1-22 16,2 1-27-16,0 2-21 0,1 3-6 0,-1 1-4 0,3 2 8 15,0 1 19-15,0 2 16 0,-3 2 15 0,-1-1 10 0,-2 2 12 0,-2-1 9 16,-3 1 15-16,-2 2 20 0,-2 1 9 0,-1-1 12 0,-4 2 6 0,-2 0 5 16,-3 1 0-16,-1 0 8 0,-4-2 6 0,-2 1 1 0,0-2 11 15,-4 1 6-15,-3 2 3 0,0-3 4 0,-4 0 3 0,-1 1 3 0,-2-4 1 16,0 0-1-16,-4 1-3 0,1-2-7 0,-1 2 0 0,-1 1-2 15,0 1 1-15,-4 2-2 0,-2-1-1 0,-2 3 1 0,-2-3 0 0,-5 2 3 16,-1 1 0-16,-3-2 0 0,-2 3-6 0,-4-1-11 0,-2 2-9 0,-3-2-4 16,-3 3-1-16,-2-2-5 0,-5 1 1 0,-4 0 1 0,-5 0-12 15,-4 1-1-15,-4-3-6 0,-5 0-13 0,-4-3 0 0,-5-1-4 0,-5-1-2 16,-7-2 3-16,-4 0 8 0,-5-2-6 0,-5-3-1 0,-5-1 3 0,-3-1-9 16,-3-2 8-16,-2-2 7 0,-1-4 2 0,-4 0 8 0,0-2 1 15,-2-2 6-15,1-1-2 0,2-1 2 0,3-2 5 0,3-3 3 0,2 0 6 16,4-2 5-16,1-1-2 0,2-3 3 0,3-1-4 0,2-1-3 15,1 0-2-15,3-1-7 0,2-1-7 0,3-1-1 0,3 1-4 0,3-1-17 16,2 0-19-16,1-1-30 0,4-1-41 0,2-2-49 0,2 0-57 0,0-2-59 16,3-2-234-16</inkml:trace>
  <inkml:trace contextRef="#ctx0" brushRef="#br0" timeOffset="-17265.24">5038 16149 1307 0,'-24'-31'134'0,"-5"-2"-93"0,-6-11-70 0,1 4-18 0,5 5 21 0,1-2 4 15,3 2 12-15,-1 0 15 0,2 0-12 0,-3 0 5 0,2 0-10 0,0 0-10 16,-1 0 3-16,3 1 4 0,-4 2 12 0,1 0 19 0,2 1 5 0,-2 1 8 15,3 0-1-15,-2 2-10 0,0 1-2 0,-1 4-12 0,-1 1-5 16,-1 2-9-16,-1 3-5 0,-2 4 1 0,-2 2 4 0,-2 2 4 0,0 3 5 16,-3 2 8-16,1 4 3 0,-2 1 4 0,1 4 7 0,-1 2 0 0,-3 1 4 15,1 4-2-15,-2 0-4 0,0 2-2 0,2 2-2 0,0 3 1 16,0 1-2-16,3 5 5 0,-1 1-2 0,1 4 4 0,2 1 2 0,0 3-3 16,2 1-2-16,2 4 0 0,0 3-4 0,2 2-6 0,0 4-4 0,-1 2-3 15,0 3 0-15,2 2-1 0,0 5 7 0,2 4-10 0,2 2 2 16,-2 2-2-16,3 1-8 0,1-1 11 0,0 4 1 0,3 1-1 0,1 0 0 15,2 0-4-15,4 0-1 0,1 0-3 0,2 1-1 0,3-2-5 16,2-1-2-16,3-36 8 0,0 9-2 0,2 1-4 0,0 8-5 0,2 0-8 16,1 9 4-16,4-1 4 0,1 7-5 0,3-1 17 0,2-2 5 15,-6-35 2-15,4 5 15 0,1-3 4 0,2 3 13 0,4-2 17 0,1 1 7 16,4 0 5-16,2 0 1 0,4-1 3 0,4 0 1 0,3-3-9 0,4 1 4 16,4-2 1-16,6-1-3 0,2-2-13 0,6-1-12 0,4-3-9 0,2-3-3 15,5-4-2-15,1-4 1 0,4-2-6 0,3-3-5 0,3-3-4 16,1-3-6-16,2-2 2 0,3-3 1 0,0-1 6 0,1-3-3 0,1 0-3 15,2-3 0-15,-2-2-6 0,1 0 3 0,-1-1 6 0,0 0 5 16,0-2 1-16,-3 0 5 0,-1 1-9 0,-3-3 0 0,-1 0 6 0,-2 0-5 16,68-19 8-16,-17 1 3 0,-14 0-12 0,-15 3 20 0,-14-1-1 0,-11 2 0 15,-11 0 16-15,-10 0-12 0,-5 1 9 0,0-4-2 0,-3-1-4 16,-3-3 9-16,0-1-6 0,-4-1 10 0,-2-1 4 0,-2-2-2 0,-5-1-4 16,0-6-14-16,16-38 1 0,-16 12-8 0,-10 7 1 0,-11 17 5 0,-5-1-9 15,-2-4-12-15,-5-2 0 0,-4-1-8 0,-4 0-11 0,-3-1-8 16,-2 0-16-16,-6-1 3 0,-3 0-1 0,-5 1-2 0,-2 3 2 0,-3 0 2 15,-3 4 6-15,-3 1 13 0,-1 2-2 0,-3 3-3 0,-2 3 5 0,-4 3-11 16,-2 3 22-16,-4 4-6 0,-2 3 0 0,-3 3 9 0,-1 2-25 16,-3 3 4-16,-1 4-6 0,-1 4-20 0,-5 3-2 0,-1 5-8 0,-3 4-3 15,0 5 9-15,1 5-14 0,0 6-23 0,-2 6-31 0,1 6-21 16,0 7-41-16,1 6-64 0,3 6-95 0,0 6-108 0,2 9 17 0,0 6-31 16</inkml:trace>
  <inkml:trace contextRef="#ctx0" brushRef="#br0" timeOffset="29422.76">5059 8364 1 0,'5'19'0'0,"0"0"0"0,2 6 0 0,1-2 0 0,-2-7 0 0,1 1 0 16,0 1 0-16,1 0 0 0,1 1 0 0,-1 0 0 0,1 1 0 0,-1-2 0 15,-1 1 0-15,0 0 0 0,0-2 0 0,-1 1 0 0,-1-1 0 0,0-1 0 16,-1-1 0-16,-1-1 0 0</inkml:trace>
  <inkml:trace contextRef="#ctx0" brushRef="#br0" timeOffset="30356.76">4866 11715 27 0,'5'7'10'16,"1"0"-10"-16,1 1 4 0,0-1-1 0,-1-4-4 0,1 0 1 0,-1-1 1 15,1-1-1-15,0 0-1 0,-2-1 0 0,0 0 0 0,-1-2 1 0,0 1 0 16,0-1 1-16,-1 0-2 0,0 1 2 0,0-1-1 0,0-2 0 15,-1 1 0-15,0-1-1 0,0 0 1 0,0 0 1 0,-1 0-2 0,0 1 1 16,1-1-1-16,-2 0 1 0,0 1 0 0,1-1 0 0,-1 1 1 16,2-1-2-16,-1 1 1 0,0 1 0 0,0 0 0 0,-1 0 0 0,0-1 1 15,1 1-1-15,-1-1-1 0,-1 1 1 0,1 1 0 0,-2-2 0 0,1 1 0 16,-1-2 0-16,0 1 0 0,1 0 1 0,-2 0 0 0,1 1-1 16,-1-2 1-16,0 1-1 0,-1 0 0 0,0-1 0 0,1 1 0 0,-1 0-1 15,1-1 2-15,0 2-1 0,0 0 0 0,-1 1 0 0,2 0 0 0,-1 0 1 16,1 0-1-16,0 1 0 0,0-1 0 0,-2 1 1 0,0 0-2 15,2 0 2-15,-1 0-1 0,1 0 0 0,1 0 0 0,-1 0 0 0,1-1 1 16,-1 1 0-16,0-1-1 0,0 0 0 0,0 0 0 0,-1-1 0 16,2 0 1-16,-1 1 0 0,-1-2-1 0,2 2-1 0,-1-2 0 0,1 1 2 15,1 1-1-15,-1-1 0 0,1 2 0 0,-1 0 0 0,1 0 0 0,1 0 1 16,-2 0-2-16,2 1 1 0,0 0 0 0,-1 0 1 0,1 0-1 16,-1 0 0-16,2 1 0 0,-1-1-1 0,0 1 1 0,0-1 0 0,0 0 0 15,0 0 1-15,-1 0-1 0,1 0 1 0,0 0-1 0,0 0 0 0,0 0 0 16,-1-1 0-16,0 0 0 0,-1 1 1 0,1-2-1 0,-2 0 0 15,1 0 0-15,0-1-1 0,0 1 1 0,0-1 0 0,-2-1 0 0,2 1-1 16,-1-1 1-16,0 0 0 0,0 1 0 0,0 0 0 0,0 1 1 16,1 0-1-16,0-1 0 0,0 2 0 0,0-1 0 0,1 1 0 0,-1 0-1 15,1 0 1-15,0 0 0 0,0 0-1 0,1 0 1 0,-1 1-2 0,1 0-1 16,1 1-3-16,0 0-4 0,1 0-1 0,1 1 2 0,1 0 4 16,0-1 4-16</inkml:trace>
  <inkml:trace contextRef="#ctx0" brushRef="#br0" timeOffset="30444.76">4897 11543 1 0,'-3'-3'0'0,"1"1"0"16,0-1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20:07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3587 6151 203 0,'2'-4'54'0,"1"1"-23"0,2 0 7 16,-1 2 0-16,2 0-1 0,-1 1 1 0,2 1-4 0,0-1-3 0,-1 1 0 16,3 0-5-16,0 0-1 0,1 0-2 0,0 0-2 0,1 0 3 0,-1-1-6 15,3 1 0-15,1 0-4 0,0-1-3 0,1 0-1 0,0-1-2 16,0 2-1-16,1 0 0 0,0 0 0 0,-1 1 4 0,2 1 0 0,-2 0 3 16,0 0 3-16,-1 1 2 0,1 0 4 0,1-1 3 0,1 1 1 0,0-1 6 15,3 1 6-15,3-2 10 0,1 0 6 0,4 1 8 0,1-2 0 16,3 0 1-16,3 0-1 0,3-1 0 0,5 1-1 0,4 0-7 0,3 1-5 15,4-1-9-15,3 2-4 0,1 1-4 0,5 1-2 0,1 1-4 16,4 0-2-16,3 0-6 0,1 1-4 0,1-1-8 0,0 0-3 0,2 0 0 16,1-1 0-16,1-2 2 0,0 0-2 0,1 0-1 0,-2 1 2 0,0-1-3 15,-2 1 2-15,1-1-3 0,-1 0 6 0,0-2 6 0,-1-1 6 16,-3-2 5-16,1-3 4 0,-1-2 2 0,1-2 3 0,0-2 6 0,-1-2 0 16,-1-3-1-16,-2 0-3 0,2-2-6 0,-4-1-2 0,-2-1-3 0,-3 1-1 15,-4 0-5-15,-2-1-4 0,-3 2-2 0,-4-1 1 0,-4 1 8 16,-3-1 2-16,-1 0-1 0,-2 0 1 0,-3 0 0 0,0 1 2 0,-1-1 1 15,-2-1 2-15,0 1 2 0,-5-3 0 0,-1-1 1 0,-1 0-2 16,-1-2-10-16,-1 1 1 0,-3-2-6 0,-1 1 5 0,-1-1 6 0,-3-1-6 16,-1-1-2-16,-3-3-7 0,-3 1-4 0,-3-2 6 0,-2 0-6 0,-4 0-1 15,-4 0 2-15,-5-2-2 0,-4 1-2 0,-4-3 0 0,-5 2-3 16,-5 1 2-16,-7-1 3 0,-3 1-2 0,-5 0 1 0,-5 1-6 0,-2 1 0 16,-2 1 10-16,0-2 4 0,-1 1 3 0,-1-1-2 0,-1 1-8 0,-1-1 0 15,1 3-5-15,1-1-1 0,1 1 6 0,0 0-5 0,-1 0 1 16,0-1 3-16,-1 3-4 0,-2 1 0 0,-1 2 0 0,-3 4-2 0,-2 0 0 15,-1 2 2-15,0 2-5 0,-2 0 4 0,0 3 1 0,-2 2-2 16,-1 2 4-16,2 1-1 0,-2 2-2 0,0 2 2 0,1 2 3 0,3 1-8 16,0 1 6-16,1 3-9 0,3 1 4 0,-2 2 3 0,3 3-3 0,-1 3 9 15,-1 3-4-15,2 1 1 0,1 1 1 0,3 1-9 0,1 2 1 16,2 2-2-16,2 0-4 0,1 5-2 0,2 1 4 0,1 2-1 0,0 2 0 16,0 3 2-16,1 1-8 0,-2 3-5 0,0 3 4 0,0 1-15 0,1 1 6 15,2 4 14-15,-3-1 1 0,2 1 14 0,0 0-3 0,2-1-12 16,1 0 1-16,2-2 5 0,2-1-1 0,1-1 1 0,3-2-3 0,1-2 2 15,1 0 1-15,3-1 2 0,1-4-4 0,3 0-1 0,2-2 5 16,1-2 2-16,4-1 4 0,2 0 5 0,1-2-8 0,3-2 3 0,1-2 2 16,3-2-4-16,2-1 1 0,3-1 3 0,1-2-4 0,3 0 1 0,2 0 4 15,1-2-6-15,1-2 4 0,2 0 2 0,0-2-3 0,1-1 2 0,2 0 1 16,-1-3-2-16,2 2-1 0,-1-3 2 0,0 0 1 0,1 0-1 16,-2-1 2-16,1-2-3 0,-1 0-4 0,-1-1 0 0,1-1-1 0,-2 0 2 15,2 0 1-15,-2-2 1 0,1 1 2 0,0-2 0 0,-2 1 2 16,1-1-4-16,0 0 2 0,-2-1-2 0,1 0-3 0,0 0 6 0,-1-1-4 15,1 0-5-15,-3 0 3 0,1-1-3 0,-1-1 4 0,0 2 4 0,0-3-3 16,0 2-2-16,0-1-5 0,0 0 3 0,-1 1 2 0,1 0-1 16,-1 0-1-16,-1 1-6 0,0 0 1 0,0 1-2 0,1 0-11 0,-1 2-11 15,0 0-25-15,0 1-65 0,0 1-59 0,0 0-80 0,1 2-66 16,-1 1-14-16,1 1-6 0,-1 2 40 0,1 2 84 0,1 2-153 0</inkml:trace>
  <inkml:trace contextRef="#ctx0" brushRef="#br0" timeOffset="816">3911 7092 1166 0,'-28'-18'28'0,"-3"1"5"16,-7-3 10-16,6 5-7 0,2 5 2 0,4 1-10 0,-3 3-7 0,2 1 0 15,-2 3-5-15,2-1-3 0,0 0-1 0,3 0-2 0,2-1 1 16,3 1-1-16,2 0-3 0,1-1-2 0,1 0-3 0,2 0-4 0,1 1 4 15,3-1-1-15,1 2 8 0,2-2 2 0,1-1-4 0,3 0-1 0,0-2-4 16,1 0 0-16,2-2 3 0,1-1 4 0,3-1 2 0,1-1 5 16,3-1-1-16,1-1 2 0,2-2 0 0,3-1-4 0,1 1 4 0,0-2-2 15,4 0 1-15,2-1-4 0,3 1 1 0,2-2-1 0,2 0 0 0,2 0 2 16,0-1-1-16,1-2 0 0,1 2 1 0,2-1-1 0,0 1-1 16,3 0 4-16,0 0 1 0,3 1 2 0,3-2 0 0,1-1 0 0,2 2 2 15,2-1-9-15,1 1 1 0,4 1-1 0,1 1-5 0,2 0 8 16,1 4 2-16,2-1-3 0,0 3 4 0,4 1-4 0,-1 1-5 0,1 2 4 15,2 4-12-15,-1 0 2 0,0 3-6 0,0 2-3 0,0 3 4 0,0 3-3 16,-1 1 5-16,0 4-3 0,-2 1 3 0,-3 2-4 0,-1 1-1 16,-1 1-3-16,-2 2 0 0,0 1 14 0,-1 1-5 0,-2 0 2 0,-3 1 5 15,-1-1-13-15,0 3 5 0,-1 0 1 0,-2-1-5 0,-3 2 2 0,-2 0 2 16,-4 3-1-16,-3 3 0 0,1 0-1 0,-5 2 1 0,-1 0-1 16,-4 1-5-16,-5 4 5 0,-2 0-3 0,-4 2 1 0,-3 0 4 0,-6 2-3 15,-3 0 9-15,-2-1 1 0,-3 0 7 0,-5-1 0 0,-2-3-1 16,-5 0 1-16,-2-2 1 0,-3 0 0 0,-4 0-6 0,-3-2 2 0,-7 0-2 15,-4-4-3-15,-4 1 1 0,-7-3-4 0,-2 0 3 0,-4-2 1 0,-4-3-3 16,-1-2 5-16,-3-2 0 0,-4-2 1 0,-1-3 3 0,0-2-5 16,-2-3 1-16,0-4-2 0,0-1 3 0,-1-2 1 0,0-2 2 0,4-1 13 15,-3-3-7-15,3-1 14 0,3-1-5 0,2-1 1 0,1 0 3 0,4-1 2 16,3-1-1-16,2-2-3 0,5-1 0 0,3 0-3 0,4-1 5 16,3-1 0-16,4 1-5 0,5 3-3 0,1-1-1 0,4 1-3 0,3 0-5 15,0 2-2-15,4 0-2 0,2 2-1 0,0 0 0 0,2 0-5 0,1 2 0 16,2 0-3-16,1 1 1 0,-1 0 2 0,0 0-2 0,1 0-1 15,0 0 0-15,1 2 1 0,1 0-3 0,1 0 2 0,2 0-2 0,-2 2-2 16,1-1 0-16,0 1-1 0,1 1-5 0,0 0 1 0,1 1-3 16,-1 0 4-16,2 1 1 0,-1-1 0 0,2 1 0 0,0 0 1 0,0 0-4 15,1 0 3-15,0 0-1 0,0-1-3 0,1 0 5 0,0 0-1 0,1 0 0 16,1 1 1-16,0-1-1 0,1 0 4 0,0-1-4 0,0 0 3 16,1 0 2-16,0-1-6 0,0 2 6 0,0-1-2 0,0-1-1 0,0 2 6 15,1-1-3-15,-2 0-3 0,1 1 0 0,-1 0-7 0,0 0 2 0,2 1-4 16,-3 1-4-16,0 0-11 0,0 1-10 0,-1 1-18 0,0 2-45 15,-2 1-67-15,0 2-112 0,-1 2-82 0,-3 2-44 0,-1 3 8 0,-3 4-189 16</inkml:trace>
  <inkml:trace contextRef="#ctx0" brushRef="#br0" timeOffset="1716">1852 8595 1108 0,'-10'-16'111'0,"2"2"-30"16,-1-4 31-16,-2-2-2 0,0-1-15 0,1-3-20 0,1 3 1 0,1 3-19 15,3 2-9-15,1 1-7 0,0 3-29 0,2 3-5 0,1 0 0 0,0 1-1 0,1 2-2 0,0 2-25 16,2 0-4-16,-1 1 4 0,1 2-2 0,1 1 27 0,0 1-3 16,1 1 5-16,1 2-2 0,1 2 0 0,1 2 6 0,2 4 3 0,9 11 2 15,0 5 1-15,0 1 1 0,-5 1-6 0,4 3 1 0,-1 5-3 0,2 3-4 16,-1 5 1-16,2 4-3 0,1 8-5 0,-1 6 5 0,1 7 1 15,1 7 5-15,-4 6-1 0,2 4-5 0,-1 5-6 0,-2 2-5 0,0 4 15 16,-3 5-6-16,0 2 3 0,-2 3 2 0,-2 3-12 0,0 2 1 16,-2-1 0-16,0-1 3 0,-2-2 2 0,-1-6 0 0,-1-6-3 0,0-6-6 15,-2-9 1-15,0-6 8 0,-1-7-7 0,-2-4 11 0,-2-2-1 0,-2-3-2 16,-1-3 2-16,-3 0-1 0,0-3-2 0,-2 0-5 0,-1-3 0 16,-1-1 3-16,1-3 2 0,0-3 2 0,-1-2 6 0,1-4-4 0,1-2 3 15,2-1-2-15,1-2-1 0,3 1 4 0,-2-3-6 0,2 1 3 0,0-3 2 16,1 1-4-16,0-1 7 0,-1 0 3 0,1-4-3 0,1-1 4 15,1-3-1-15,0-6 4 0,2-3 3 0,0-4 9 0,2-5 3 0,1-1 7 16,1-2-4-16,0 0 1 0,1-1 2 0,1-1-8 0,2-1-1 16,1 0-6-16,2-1-3 0,1-1-3 0,0 0 4 0,3-1-4 0,3 0-2 15,1 0 3-15,1 0-3 0,1-1-2 0,1 0-11 0,0 0 4 0,3-1-1 16,1 0-2-16,3 0 5 0,1-1-5 0,2 0 0 0,3-2-1 16,1 1-7-16,3-3 0 0,2-1 4 0,1-1-1 0,4-1 13 0,1 2-4 15,5-2 2-15,2 0-1 0,1 0-1 0,4 0 2 0,0 0 1 0,3 0 3 16,2 1-5-16,1 2-3 0,4 0-4 0,-1 2 6 0,2 2 2 15,-1 2 1-15,0 1-5 0,1 2-7 0,-1 0 2 0,1 2 0 0,-1 3 5 16,1 0-3-16,-2 2 3 0,-1 1-2 0,2 1-3 0,-2 2 10 16,2 1-9-16,-1 0 4 0,0 1-3 0,1 0-5 0,1 1 4 0,1 0 1 15,-1 1-1-15,3 0 3 0,2 1-1 0,1-1 5 0,3 2 0 0,-2-2-4 16,1 1 1-16,0 1-2 0,1-1 8 0,2 0 8 0,2 0-6 16,-1-2 2-16,2 1-2 0,2 0 0 0,-2-2-1 0,3 1 2 0,1-1-1 15,-1-2 5-15,2 2 4 0,-1 0 6 0,0 1-8 0,0-2-10 0,1 1 1 16,0-1-3-16,0 1 21 0,-2 0 4 0,-1 0-3 0,-1 1-6 15,-1-1-10-15,-1-1 2 0,-4 1 1 0,0-1 1 0,-5-1-6 0,-2 0 4 16,0-1 2-16,-2 1 7 0,-3-2-7 0,-1 0-9 0,-4 0 0 16,-3-1-7-16,-2 0 7 0,-2 1 1 0,0-2-8 0,-2 1 2 0,-2-2-4 15,-2 1 2-15,-3-1 1 0,-2-1-1 0,-1 1 0 0,-4-2-2 0,-1 0 0 16,-2 0 3-16,-3-1 3 0,-1 1-1 0,-2 0-5 0,-1-1 6 16,-3 0-1-16,0-1-1 0,-2 1-1 0,-2 0-6 0,0 0 6 0,-1-1-1 15,-2 1 0-15,0-1 3 0,-3 1-1 0,-2 0 0 0,-3 0 1 0,-1-1-3 16,-1 1-2-16,-2 1 7 0,-1-1-3 0,-2 0 0 0,-1 0 3 15,0 0-7-15,-1 1 5 0,-1-1 3 0,0 0-1 0,-2 0 0 0,1-1 2 16,-2 1-10-16,-1-2-20 0,-2-1-15 0,-3 0-42 0,-1-1-34 16,0-2-45-16,-4-3-90 0,-2-3-137 0,-3-3-234 0,-1-4-103 0,-6-7-91 15</inkml:trace>
  <inkml:trace contextRef="#ctx0" brushRef="#br0" timeOffset="2702">2004 8392 786 0,'-3'-16'239'0,"2"2"-166"0,2-4 10 0,4 5 1 0,3 3-20 0,3-1-9 15,2 2-12-15,4-1-8 0,3 0-5 0,3 1-5 0,1-2-3 0,3 1 2 16,1 0-3-16,2-1-1 0,3 1-3 0,3-1-8 0,1 0 0 0,3 0-8 16,1 0 0-16,2 0 1 0,2-2-1 0,2 3 9 0,2-2 2 15,2 1 2-15,0 0 6 0,3 1 5 0,2 2 7 0,1-2 5 0,1 2 5 16,3-1-2-16,1 1 5 0,4 0 3 0,1 1 0 0,3 0 1 0,3 2-13 15,0 0-6-15,2 1-1 0,4 2-9 0,1 1 1 0,3 1 1 16,1 0-5-16,3 0 3 0,2 1-1 0,2-1-1 0,3-1 3 0,3 0-4 16,1-2-1-16,3 0 3 0,3-1-6 0,1-1 4 0,3-2 0 15,-1 1-9-15,2-1-1 0,0 0 1 0,1 0 1 0,3-3 10 0,2 1-7 16,-1 0-1-16,-2-1 3 0,3 0-3 0,-3 1 10 0,0 2-1 16,1 1-10-16,-4 0 2 0,0 1-2 0,0 0-2 0,-1 0 8 0,-1 0 2 15,-1-1-6-15,-2-1 1 0,-3 0 2 0,-2 1-1 0,-2-1 3 0,-5 0 0 16,-1 0-4-16,-5 0-1 0,0 1 4 0,-5 0 4 0,-2 0-2 0,-2 0 2 15,-3 0-3-15,-3 2-2 0,-3-2 3 16,-2 1-11-16,-2 0-2 0,-1 1-8 0,-3 1 3 0,-2-1 6 0,0 0 1 0,-3 0 3 0,-2 1-7 16,-1 1-3-16,-3 1 4 0,-2 1-3 0,-1 1 1 0,-4 1 2 0,-4 0-4 15,-2 2 0-15,-5 0 5 0,-1 1 1 0,-3 1-4 0,-3 0 1 16,-3 0-3-16,-4 0 6 0,-1-1 0 0,-2 1 3 0,-2 1-1 0,-2-1-1 16,-2 2 3-16,0 0 4 0,-2 1 0 0,-1 2 1 0,-1 0-1 0,0 2-7 15,-2 1 3-15,0 1-3 0,-1 2 2 0,-1 1-1 0,-1 1-2 16,-1 0-5-16,0 2 4 0,0 0-1 0,0 1-4 0,-1 1 5 0,0 3-8 15,-1 0 3-15,0 3 3 0,0 2-5 0,-1 3-6 0,1 0-4 16,-1 3 8-16,0 1 1 0,0 3 6 0,-1 2 6 0,-1 3-11 0,-1 3 0 16,1 3 2-16,0 2-3 0,-1 3 1 0,1 0 0 0,1 1-1 0,-1 0-6 15,2 2 11-15,2 1-2 0,0 0 0 0,1 2 10 0,1 0-13 16,1 0 3-16,1-2 0 0,2 0-2 0,0-1-1 0,0 1-4 0,0 2 14 16,0 2 0-16,-1 0 0 0,0-1 5 0,-1 3-16 0,0-1 4 0,0 0-1 15,-1-1 1-15,0-2 5 0,-1 0-2 0,1 0 2 0,0 0-3 16,0-1 0-16,0 2 5 0,-1 0-2 0,1 0 0 0,-1 0-1 0,1-1-1 15,0 2 1-15,-1 0 5 0,0 0-2 0,-1 1 1 0,0 1 6 16,0 3 2-16,0 0 2 0,0-1-8 0,1-4 6 0,-1-4-7 0,1-6-10 16,1-4 17-16,0-5-4 0,0-4 4 0,1-1 13 0,-1-3-9 0,1-2 5 15,-2-3-2-15,0-1-1 0,-1 1 0 0,-1-3-2 0,-1 1-5 16,-1-3 3-16,0-2-5 0,1-2-4 0,0-2 10 0,-1-1-12 0,1 0 4 16,0-2-1-16,1-1 1 0,-2-2 8 0,0-1-3 0,0-4 5 0,0 1-10 15,0-2 8-15,-1-1-4 0,0-1 0 0,1-1 2 0,-1-1-7 16,0-1-3-16,1-1-1 0,0 0-2 0,-1-1-8 0,0-1 6 0,-2-1-15 15,1 0-4-15,-1-1 19 0,0 0-19 0,-1-2-10 0,-2 0-31 0,-3-1-59 16,-3-2-54-16,-3 0-73 0,-1-1-119 0,-6-2-241 0,-2 1-186 16,-6-2-155-16</inkml:trace>
  <inkml:trace contextRef="#ctx0" brushRef="#br0" timeOffset="3346">7893 8835 775 0,'14'-24'273'0,"8"-3"-246"0,9-5 2 0,7 3 11 15,2 5 9-15,5-2-7 0,5 0-8 0,5 0-3 0,4-1 0 16,8-2 0-16,6-3-2 0,4 1-1 0,7-3-3 0,3 2-4 16,3-1-1-16,5 0-5 0,4-1 0 0,3 1-7 0,5 0-2 0,3 1 7 15,0 0 1-15,2-1 10 0,1 2 3 0,1-3-1 0,1 3-1 0,1-2-1 16,-1 1 2-16,3 0-1 0,-2 0-1 0,-1-2-1 0,-1 1-6 0,-2-2-2 16,-2 3-2-16,0 1-2 0,-2-1 3 0,-5 3 2 0,-2-1-1 15,-3 2-5-15,-4 1-3 0,-2 2 2 0,-3 1 1 0,-2 0 2 0,-4 1 2 16,-2 0-4-16,-3 1-4 0,-4 2-1 0,-4 0-1 0,-3 0-4 0,-3 2 1 15,-2 2 1-15,-4 1-2 0,-4 2 1 0,-3 3-2 0,-6 2-2 16,-4 1-3-16,-4 2-1 0,-6 2-5 0,-4 1-6 0,-5 3-16 0,-3 0-21 16,-5 3-48-16,-5 1-50 0,-4 2-29 0,-6 1-8 0,-4 3 20 0,-6 2 5 15,-8 2-18-15,-5 2 5 0,-8 4-2 0,-8 1-95 0</inkml:trace>
  <inkml:trace contextRef="#ctx0" brushRef="#br0" timeOffset="3782">6254 10199 1285 0,'31'-24'75'0,"10"0"-53"0,15-7 4 0,5 6 5 0,3 2 9 16,5 2-4-16,6-2-6 0,8 0-6 0,5 0-11 0,6 0-5 0,4 0-4 16,3 3-1-16,4 0 4 0,2 1 3 0,1 3-5 0,3 0 0 15,3 0 1-15,2 1-5 0,1 2 7 0,0 1-7 0,-1 1-1 0,-1 0 1 16,-1 1-1-16,-1 3 5 0,0 1-1 0,-1 2-2 0,-1 3 0 0,-3 0-1 15,-2 2 1-15,-2 0-1 0,-1 4 0 0,-2 1-1 0,-1 1 0 16,-1 0-1-16,-1-1 0 0,0-1 2 0,-2-1-1 0,0-1-1 0,-2-1-1 16,-2 1 2-16,-2 0 2 0,-3 0 3 0,-5 0 0 0,-2 0 0 0,-4-1 3 15,-6 1-7-15,-3 1-1 0,-3-1 0 0,-5 1 0 0,-2 1 1 16,-3 1-1-16,-4 1 3 0,-3 0-7 0,-4 3 0 0,-2 0-5 0,-6 1-11 16,-3 1-8-16,-2 2-22 0,-3 1-33 0,-5 0-36 0,-3 2-33 0,-4 0-15 15,-4 2-2-15,-1-2-3 0,-5 3 1 0,-3 1 29 0,-4-1 30 16,-4 1-124-16</inkml:trace>
  <inkml:trace contextRef="#ctx0" brushRef="#br0" timeOffset="4283">6894 11456 1918 0,'13'-17'61'0,"5"0"-40"0,12-3-13 0,4 7-1 0,7 5-3 16,5 1 9-16,7 1 1 0,6 1-5 0,7 2 1 0,6 2-9 0,3 2-4 15,4 1 0-15,5 2-4 0,3 3 3 0,5 0 3 0,3 2 8 16,4 1 5-16,2 0-2 0,2 1 5 0,0-1-8 0,3 2-6 0,0-1 8 16,2 2-2-16,0 1 0 0,0 2 6 0,0 0 5 0,0 3-1 0,1 1 8 15,-1 1 3-15,0 4 6 0,1 4 11 0,1 3-2 0,0 3 0 16,-1 3-14-16,-1-1-18 0,-2 2-2 0,1-2 2 0,-1 0 17 0,-3-1 23 16,1-6 8-16,-3-3 0 0,-3-4 12 0,-2-5 1 0,-7-2 1 15,-4-2 5-15,-5-3-10 0,-5-3-6 0,-3 0-1 0,-4-2-3 0,-4-1-23 16,-4 0-8-16,-3-1-11 0,-6 0-5 0,-4 0 3 0,-1 0-8 0,-5 1 1 15,-1-1-7-15,-3 0-6 0,-3 0 8 0,-4 1-2 0,-4 0 0 16,-3 0-2-16,-3 0 1 0,-3-1-3 0,-4 0 0 0,-3-1-3 0,-3 0-7 16,-3-1 0-16,-3-1 5 0,-1 0-4 0,-1 0 3 0,-1 0-5 0,-1-1-4 15,-1 1 3-15,-2 0 2 0,0 0-7 0,-1 1-3 0,0-1-4 16,-1 1-12-16,0 0 4 0,-1 0 0 0,0 2-1 0,0-1 6 0,0 0 6 16,0 2-4-16,0-1 1 0,1 0-3 0,-1 0-19 0,-1 0-18 0,0 1-28 15,0-1-34-15,-1 2-34 0,0-1-58 0,-3 1-72 0,-1 1-74 16,-2 0-53-16,-2 3 46 0,-3 3-94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20:38.5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4570 6568 641 0,'17'-11'74'0,"4"-1"-17"0,9-1 8 0,0 5-8 0,0 3 2 0,0 0-5 16,4 0-5-16,1 1-1 0,5 1-8 0,1 1-11 0,1 0-12 0,4 2-9 16,-1 1-5-16,3 1-2 0,1 1-1 0,1 2 2 0,5-1-1 0,-1 2 0 15,3-1 0-15,1 0-1 0,0-1 1 0,2 0-3 0,4-1 2 16,1-2-1-16,3-1 1 0,2-1 2 0,3 0 2 0,3 0-2 0,3-2-2 16,2 1 3-16,3-2-3 0,4 0 0 0,0 0 2 0,4-1 2 15,2-2 6-15,3 1 0 0,5-1 3 0,0-2 3 0,3 1 3 0,3-1 8 16,1 0 5-16,2 0 1 0,3 0-3 0,1 2-2 0,1-1-1 0,1 1-1 15,1 0 3-15,3 0-3 0,-1 0-5 0,-1 1-3 0,0 1 0 16,-2 1 3-16,2 1-6 0,-1 1 1 0,-1 1-4 0,1 0-5 0,-1 1-3 16,1-1 1-16,0-1-4 0,-3 0 3 0,-1-2-3 0,1-1 2 0,-3-1 2 15,-1-2-5-15,-2-2 4 0,-3 1 2 0,-2-3 2 0,-3-1 4 16,-3-4 1-16,-1-1-3 0,-3-1-2 0,-3-2-4 0,-3-1 3 16,-2-1-4-16,-1-2 9 0,-4 0 3 0,-2 0-2 0,-2-1 2 0,-6 0-7 0,-2-3 1 15,-2 1 3-15,-5-2-4 0,-4 1 6 0,0 2-3 0,-6-1 0 16,0-1-3-16,-6 0-1 0,-5-1-3 0,-3-1-4 0,-6-1 5 0,-4 0-3 15,-7-3-4-15,-4 1 1 0,-5-4-10 0,-4 0 0 0,-7-1-5 16,-4-3 8-16,-5 0-2 0,-6-3 5 0,-6-2 2 0,-5-1-1 0,-6 0 0 16,-5 1-1-16,-5-2-9 0,-8-1 4 0,-4 0 0 0,-4 0 6 0,-7-1 2 15,-3 0-2-15,-6 0 2 0,-5-2 2 0,-5 0 2 0,-4 1-2 16,-4 0 0-16,-3 3 4 0,-3 0-3 0,-1 0 11 0,-5 1 1 0,-3 2 1 16,-2 1 4-16,-2 0-7 0,-3 4 8 0,-1 2 2 0,-3 0 2 0,-2 3-2 15,-3 0-6-15,-2 2-1 0,-3 4-3 0,-3 4 3 0,-6 4-7 16,-3 4-3-16,-3 3 2 0,-4 4-5 0,-5 5 1 0,-3 4-4 0,-4 5 0 15,-4 5-3-15,-3 4 0 0,-5 5 1 0,-4 2-5 0,-1 7 6 16,0 5 1-16,-2 5 0 0,2 3 4 0,0 3-4 0,2 4 5 0,2 1 3 16,2 4 6-16,5 2 1 0,5 3 8 0,5 3-1 0,5 1-6 0,5 2-2 15,4 3-12-15,6 1-3 0,5 2-3 0,5 1 5 0,4 2-18 16,3 2-11-16,6 3-44 0,3 4-81 0,5 4-83 0,2 0-67 0,6 3-57 16,0 3 63-16,6 2-158 0</inkml:trace>
  <inkml:trace contextRef="#ctx0" brushRef="#br0" timeOffset="15383.51">1742 8827 1074 0,'-4'-14'140'0,"2"-1"-107"0,0-2-32 0,0-3 4 0,0-4 9 15,1-3 2-15,1 2 2 0,2 0-6 0,2 2-13 0,-1 0-28 0,1 1-6 16,1 1-7-16,2 0-4 0,0 1 16 0,1 1 2 0,1 1 6 16,7-16 3-16,1 8 7 0,-3 5 3 0,-1 5 4 0,0 2 0 0,-1-1 4 15,2 1 1-15,1-2 0 0,1 1 2 0,1 0 0 0,2 0 0 16,3-1 1-16,2 1 1 0,4 0 9 0,5 0 1 0,4-2 3 0,4 1 6 15,2-2-2-15,5 0 4 0,4 1 4 0,8-2-11 0,9-2 0 0,6 1-2 16,6-2-1-16,3 1 9 0,0 3-7 0,1 2 0 0,2 0-5 16,-2 2-7-16,3 2 2 0,0-1 4 0,2 2-6 0,2-1 4 0,0 2-2 15,1 0-3-15,-2 2 2 0,-3 2-5 0,-1 1 0 0,-3 2-1 0,-1 1-2 16,-1 2 4-16,-2 1-2 0,-2 1-2 0,-3 2-1 0,-1 1 1 16,-4 2-1-16,-2 0 3 0,0 1 1 0,-2 2-4 0,0 0 3 0,-1 1 2 15,-2 2-1-15,-2 1-4 0,-1 2-1 0,-2 2-1 0,-2 1 2 16,-3 4 6-16,-1 2 1 0,-1 1-2 0,-2 3 0 0,-2 2 2 0,-3 2-4 15,-2 2 3-15,-5 3 5 0,-2 1 0 0,-5 3 5 0,-2 1-3 16,-3 1-10-16,-1 1-2 0,-5 1 1 0,-1 1 1 0,-3-1 6 0,-2-1-4 16,-3 0 1-16,-4 2-4 0,-2-1-2 0,-3-1 8 0,-2 0-3 0,-4 1 4 15,-1-1 4-15,-4-1-6 0,-2 0 2 0,-4 2-4 0,-1-2 2 0,-3-1 2 16,-4-1-1-16,-3-1 5 0,-3-2-7 0,-4 2-1 0,-4-2-1 16,0-2-5-16,-4 0 3 0,-3-2 12 0,-1 0 0 0,-2-2 8 0,0-1-1 15,-1-1-8-15,-1-2 2 0,0 1 2 0,-1-3 5 0,-1 0-1 16,0 2 3-16,-1-4-4 0,-1 2 4 0,0-4 3 0,-1-1-2 0,1-1 2 15,-1-2 0-15,2 0 0 0,0-1 5 0,0-2 0 0,1-3 2 0,0 0-5 16,1-1-5-16,-1-1-5 0,2-2-2 0,0-2-2 0,1-1 1 16,0 0-5-16,2-2-1 0,1-2 1 0,0-1-1 0,3-2-1 0,-1-1-3 15,1-2-3-15,-1-1 3 0,1-3-1 0,2 1 0 0,2-4-1 16,4-1-5-16,1-1-11 0,3-3-22 0,1-1-42 0,3-3-51 0,2-1-62 16,5-2-59-16,5-3-76 0,5-4 15 0,6-5-189 0</inkml:trace>
  <inkml:trace contextRef="#ctx0" brushRef="#br0" timeOffset="16251.51">23784 8386 3077 0,'-12'-23'165'0,"-1"-1"-135"0,-3-5-79 0,0 1-46 0,4 6-25 16,3 2 3-16,1 5 15 0,3 5 17 0,1 4 0 0,-1 2-15 0,1 2-26 15,0 0-31-15,1 1 7 0,0 0 21 0,0 2 48 0,1 1 43 0,0 0 33 16,1 0 26-16,1-1 10 0,0-1 17 0,0 1-1 0,1-1-3 16,-1-1-5-16,1 1-10 0,0 0-6 0,2 0-3 0,0 0-4 0,2-1-5 15,5-1 5-15,3-1-1 0,6-1 1 0,5-3 2 0,3-3-4 0,7-3 1 16,2-2 0-16,5-3-1 0,6-2 1 0,4-3-2 0,4 0-1 16,4-2-3-16,5 0-4 0,3-3-2 0,4 1 1 0,4-3-1 0,4 1 5 15,5-1-2-15,1 0 3 0,5 1 6 0,-1 2 1 0,2 2 4 16,1 2-5-16,1 3 7 0,1 1 1 0,0 4-3 0,0 3-1 0,2 3-8 15,-1 3-5-15,0 3 1 0,-3 4 7 0,-2 2-5 0,-3 3-1 0,-1 4-5 16,-2 2-7-16,-2 5-3 0,0 2 6 0,-5 4 6 0,-1 3-2 16,-2 1 1-16,-2 5-5 0,-2 3-10 0,-2 3 1 0,-5 0-2 0,-1 2 1 15,-3 3-4-15,-3 0 3 0,-2 4 3 0,-3 1-7 0,-5 3 8 16,-3 3-4-16,-3 0-4 0,-6 2 9 0,-2 2-4 0,-5 1 5 0,-2 1-1 16,-4 0 4-16,-4 2-3 0,-3 0-9 0,-5 0 3 0,-5 0 0 0,-6-2-1 15,-5-2 12-15,-4-3-4 0,-5-2 2 0,-2-3 0 0,-6-1 0 16,-3-4 6-16,-4-5 2 0,-5-3 7 0,-5-5 9 0,-5-3 5 0,-5-2 10 15,-4-4 4-15,-4-6-9 0,-5-2-6 0,-4-4-1 0,-4-3-5 0,-3-1 7 16,-3-2-2-16,-3-3-18 0,-3 0-4 0,-2-3-1 0,-2 0 1 16,-1-1 7-16,-1-1-1 0,1-2-4 0,0 1-9 0,3-1 2 0,3 0 6 15,4-1 0-15,2-1 7 0,4 0-2 0,8-1-15 0,2 2-7 16,5-1-33-16,3-1-32 0,3 0-59 0,4-2-66 0,4 0-74 0,1-1-98 16,3 1-60-16,3-1 17 0,0-2-122 0</inkml:trace>
  <inkml:trace contextRef="#ctx0" brushRef="#br0" timeOffset="21135.51">8693 9190 1029 0,'-6'-26'48'0,"0"-1"-53"0,1-4-6 0,5 5-1 0,4 7 8 0,1 0 3 16,1 0-3-16,2 2 1 0,0 0-6 0,2-1-9 0,1 1-6 0,0 2-4 16,1-1 3-16,2 1 5 0,0 1 3 0,1-1 5 0,-1 1 3 15,0-1 6-15,1 0 4 0,-1 1 4 0,0-1 0 0,0-1 0 0,0 0-2 16,0 2 3-16,0-2 0 0,-3 1-1 0,0-1 0 0,1 2-2 16,1-2-2-16,1 0 2 0,0 0 1 0,2 0-1 0,3 0 1 0,3-2 0 15,1-1 1-15,2 2 2 0,2-4 0 0,2-1 1 0,1 1 1 0,5-3 0 16,3 2 0-16,3 0-1 0,4 0-2 0,1 1 0 0,4-1-2 15,2-2-1-15,2 3-1 0,2-2-2 0,2 2-1 0,-1 1-2 0,1 1-1 16,2 2 8-16,-2 2 0 0,2 0 2 0,0 1 0 0,0 1-2 0,-1 2 0 16,0 2 0-16,2 3 0 0,-2 1-2 0,0 2 0 0,1 1-1 15,-2 3-1-15,2 2-1 0,0 1-1 0,1 2-2 0,1 1 2 0,0 1 0 16,0 3 0-16,1 2-6 0,-2 1-1 0,0 1-2 0,-1 2 1 16,1 2 3-16,-1 2-5 0,-1-1 0 0,-1 4-5 0,-1 0 4 0,0 1 0 15,-1 1 2-15,-1-1 1 0,-1 1 1 0,-2 2 2 0,-3 2-1 0,-3 0 2 16,-3 1 0-16,-1-3 0 0,-4 2-2 0,-3 1 3 0,-2 2 0 15,-3 0 1-15,-2 3 2 0,-3-2-4 0,-3 2 0 0,-2 0 3 0,-3 0 2 16,-3 4 5-16,-3-2 3 0,-3 1-2 0,-2 2-1 0,-3 1-1 0,-3 2 0 16,-3 1 0-16,-4-2-2 0,-2-1-1 0,-3 0 0 0,-2-1-2 15,-4-1 2-15,-3-1 0 0,-3-3 2 0,-2-2 4 0,-1-1-3 0,-4-3 2 16,-2 0 4-16,-5-3-1 0,-3-1 4 0,-5-3 0 0,-3-3-1 16,-2 0 3-16,-5-2 0 0,-2-1 6 0,-3-1-1 0,-3-1 1 0,0-2-4 15,-4-1 0-15,0-4-1 0,-2-1-2 0,-2 0-2 0,-2-3-1 0,-2 0-4 16,0-2 1-16,-2-2 1 0,1-1 5 0,-1-2 0 0,2-2-1 15,-1-2-1-15,0-2-5 0,1 0 4 0,3-4-3 0,-1 0 5 0,3-2 0 16,2 0-1-16,3 0 1 0,2-1-3 0,4-1 0 0,3 1-6 0,0-2-2 16,4-2 0-16,1 0-3 0,3-3 1 0,3-1 0 0,5 2-7 15,3-4 0-15,1 2 4 0,6 1-3 0,1-1-6 0,4 3-8 0,1-2-21 16,2 1-20-16,4 3-18 0,1 1-20 0,2 0-27 0,3 2-16 0,0 2 1 16,3 0 22-16,2 2 26 0,1 1-133 0</inkml:trace>
  <inkml:trace contextRef="#ctx0" brushRef="#br0" timeOffset="22234.51">12541 8700 958 0,'0'-11'33'0,"2"1"-34"0,2-1-9 15,2 4 0-15,3 3 3 0,1 1 4 0,1 1 1 0,2 0 2 16,1 0 1-16,1 0 0 0,2 0 1 0,0-2-3 0,3 2 0 0,0-3-1 16,1-1-2-16,0-1 4 0,2-2 0 0,0-1 2 0,4-1 5 0,0-2 1 15,2-2 5-15,2-3 2 0,1-4 4 0,2-1 9 0,4-5 0 16,1 0 7-16,4-3 5 0,4-3 4 0,1-3-2 0,4-1 1 0,3-4-1 16,4-1 2-16,3-1 2 0,3-2 2 0,2-2-5 0,4-2-5 0,3 0-4 15,1-3-3-15,6-1-2 0,2-2-2 0,4-2 0 0,3 1-3 16,2-2 0-16,5-1 1 0,1-1 0 0,5-2-2 0,4 0-5 0,1-2-3 15,5-2-2-15,2 0 2 0,3-2-3 0,4 0-1 0,3 1 6 0,4 0-2 16,3 0 4-16,4 0 0 0,4 0-5 0,3-2 1 0,4 1 1 16,2 0-2-16,4 0 0 0,1 3 0 0,4 0-4 0,4-1 1 0,5 3-2 15,2 0-1-15,4-1-9 0,6 1 0 0,3 0 1 0,4 1-6 16,4 1 6-16,4 1 3 0,4 1-12 0,1 0 11 0,3 1-1 0,4 1-5 16,4 1 8-16,2 0-1 0,3 1 3 0,2 1-1 0,4 1-5 0,3 2 2 15,1 2 1-15,3 2 5 0,1 0 4 0,1 2-2 0,0-1-6 16,1 4 2-16,2 2-5 0,1 1 8 0,1 1 2 0,1 1-8 0,-1 0 6 15,0 2-3-15,-1 2-2 0,-2 2 4 0,0 1-3 0,-1 2 4 16,-2 0-1-16,0 3-1 0,1 1 6 0,-4 3-5 0,0-1 5 0,-1 4-1 16,-2 1-6-16,-2 2 0 0,0 1-3 0,-4 1 1 0,-2 3 1 0,-2 2 5 15,-4 2-1-15,-4 1 3 0,-3 3 0 0,-5 2-6 0,-2 3 2 16,-3 2 4-16,-4 3-6 0,-1 1 2 0,-6 2-4 0,-3 2-4 0,-4 3 3 16,-1 2-1-16,-5 1-5 0,-3 1-7 0,-4 2-2 0,-7 0 0 0,-3 3 8 15,-4 2 1-15,-3 1-5 0,-4 3 5 0,-5-2-6 0,-4 3 0 16,-4-2 14-16,-4 2-4 0,-2 1 1 0,-6 0 1 0,-4 1-9 0,-4-1 9 15,-6-1 0-15,-5 0 1 0,-3 1 4 0,-4 0-11 0,-3 1 0 16,-5-2-12-16,-42-15 0 0,6 4 9 0,-2-1-8 0,8 5 13 0,-6-1-1 16,5 4-5-16,-5 0 10 0,5 3-3 0,-6 1 3 0,-6-2-6 0,-2 2 4 15,-6-2 4-15,-3 2 1 0,-4-3 3 0,-3 2 1 0,-3-1 5 16,-2 2 0-16,-3-2 2 0,-3 1-4 0,-2-1-2 0,-3 1-6 0,-1 1-4 16,-2-1 5-16,-3 1-1 0,-2 0 5 0,-2 0 0 0,-1 2-6 0,-3-2 2 15,-1 2-1-15,-2-2 1 0,-1 2-4 0,-1-1-1 0,-2 0 1 16,1-2-2-16,0 0 1 0,-2-2-2 0,0 0 1 0,-1-1-5 0,0-2 7 15,0-1-2-15,-2-3-3 0,0 1 0 0,-1-2-4 0,0-1 0 16,-1-1-7-16,0-1-15 0,-22 9-10 0,7-5-18 0,6-6-11 0,6-6-15 16,5-4-30-16,1 1-36 0,2 0-36 0,2-3-38 0,-1 0-11 0,3-2 9 15,2-2 21-15,0 0 32 0,1-2 36 0,2-1 30 0,0-2 31 16,0 1 28-16,2-2 3 0,0-2-92 0</inkml:trace>
  <inkml:trace contextRef="#ctx0" brushRef="#br0" timeOffset="22617.03">31757 6106 26 0,'-4'-10'29'0,"-2"-1"0"0,-2 0-3 0,0 2 4 0,-1 2-5 0,0 2-4 15,0 0-2-15,-2 2-6 0,2 1-2 0,0 3-2 0,-1 2 0 0,0 2-1 16,-2 2-1-16,0 1-3 0,1 1 0 0,1 3-1 0,0 2 4 16,-1 2 6-16,0 2 7 0,-1 2 9 0,0 3 5 0,0 1-1 0,0 2-3 15,1 1-7-15,1-1-5 0,1 3-1 0,0-1-6 0,0 1 0 0,-1 1 2 16,0 0 1-16,1 1 7 0,-2 1 1 0,1-1 3 0,-3 2-2 16,1 0 0-16,-1 1 0 0,-2-1-2 0,1-2-1 0,-2-1-2 0,0-1-3 15,1-2-2-15,1-1 1 0,-1-2-3 0,1 0 5 0,-1-3 0 0,1-1 4 16,-1-3 3-16,1-1 0 0,0-4 5 0,1 0 4 0,0-1 13 15,0 0 7-15,-1-3 11 0,0 0 4 0,1-3 5 0,-2-1-1 0,0-1-4 16,-1 0-5-16,2-1-9 0,0-1-8 0,1-1-6 0,0-1-8 16,0 1-5-16,0 0-6 0,1-1-6 0,1 1-3 0,2 0-3 0,-1-1-3 15,1 2 2-15,0-1-5 0,-1 0 1 0,2 1-2 0,1 0 0 0,0-1 2 16,1 1-2-16,2 1-2 0,1-1 0 0,1 2-5 0,1-1 1 16,1 1-1-16,3 0-2 0,1 2 3 0,3 0-3 0,3 2 3 0,2 1-5 15,3 1-11-15,3 0-3 0,5 1-4 0,3 0-3 0,3 0 4 0,5-1 1 16,1-1-2-16,4 0 4 0,2-1 10 0,-1 1 1 0,0-1 7 15,3-1 2-15,-1 1 4 0,0-1 7 0,2-1-3 0,0 1 3 0,0-1-6 16,0-1 0-16,0 1 1 0,-2-1-4 0,1 0 4 0,2 0-2 16,-3 0-4-16,-2-1-5 0,-2 1-11 0,-3-1-11 0,-2 0-17 0,-1 0-16 15,-5 0-26-15,-14-2-30 0,2 1-7 0,-1 0-25 0,0 1-16 0,-3-1 11 16,2 0 8-16,-1 1-99 0</inkml:trace>
  <inkml:trace contextRef="#ctx0" brushRef="#br0" timeOffset="70852.99">9777 10925 89 0,'-8'1'54'16,"0"0"6"-16,-2-1-8 0,2 1-13 0,2-1-5 0,0 1-7 0,2 0-3 16,1 1-5-16,-1 0-7 0,2 1-5 0,-1-1-1 0,1 1-2 15,0 0 0-15,0 1 0 0,1-2 0 0,-1 1 2 0,1 0-1 0,0-2 4 16,0 1 5-16,0-2-1 0,0 1 5 0,0 0 4 0,1 0 2 0,-1 0 4 15,0 0 2-15,1 0 6 0,-1-1 2 0,0 0 1 0,1-1 1 16,-1 0-6-16,0 0 0 0,0 0-3 0,0-1-3 0,1 0 0 0,-1-1-2 16,0 0 1-16,0-1 4 0,1-1 6 0,-1 1-1 0,-1 0 5 0,1-1 1 15,-1-1 1-15,1 0 5 0,-1 0 4 0,0 0-2 0,0-1 1 16,-1 2-4-16,0-2-1 0,1 0-2 0,0 1-5 0,1 0-6 0,0 0-3 16,0 0-3-16,1 1-2 0,1-1-4 0,0 2-4 0,0 0-7 0,0-1-2 15,2 0-2-15,1 0 1 0,2-1-2 0,0 2-3 0,2-1-1 16,0 1-2-16,1 0-1 0,0 0 5 0,1 0-3 0,1-1 3 0,1-1 3 15,1 1-5-15,1-2 6 0,-1 1 0 0,2 1-6 0,0-1 6 16,1 1-2-16,-1 1 4 0,0 0-1 0,0 1 2 0,0-1-4 0,-1 1-6 16,0 0 2-16,-1 2-1 0,-1 0 0 0,-1 1-3 0,-1 0-2 15,0 2 1-15,0 0-2 0,-1 1 6 0,0 0-2 0,0 0-5 0,-1 1 5 16,-2 0 1-16,2 2 3 0,-1 0-5 0,0 1 4 0,0 1 0 0,0-1 2 16,-2 2 3-16,1-1 0 0,0 0 1 0,-1 1-2 0,-1-1 4 0,1 2-5 15,-1-2-2-15,0 2 0 0,-1 0 1 0,-1 0 1 0,-1 1 1 16,-2 0-1-16,-1 0 3 0,-2 1-2 0,-1 1-4 0,-1 1 1 0,-2 0 0 15,-1 1 2-15,-2 1-1 0,-2 1 2 0,-1 0-2 0,-1 0 2 16,-3 2-6-16,1-1 7 0,-2-2-1 0,1 0-3 0,0-1 8 0,-1 0-8 16,1-2 3-16,0 1 1 0,0 0-3 0,1-1-1 0,0-1-3 0,1 0-2 15,1 1 4-15,2-1-1 0,-1-1 2 0,2-1-2 0,2-2-1 16,-1 0 2-16,2 0 2 0,1-1-3 0,-2 0-1 0,2 0 2 0,1 0-5 16,-1-1 6-16,1 1-1 0,0-1 3 0,1 0-4 0,0 0-1 0,0 0-1 15,0 0-8-15,1-1 9 0,0 1-7 0,0-2 0 0,2 1 10 16,-1-1-4-16,1 1 2 0,1-1-1 0,-1 0-3 0,2 1 0 0,0-1 2 15,0 0 2-15,1 1 4 0,0-2-5 0,1 0 1 0,-1 0 0 16,2-1 2-16,-1 0-6 0,1 0 2 0,1-1 5 0,0 0-4 0,1 0 10 16,0-1 0-16,1 0-2 0,2 0-2 0,0-1 4 0,1 0-7 0,-1 0-1 15,2-1 0-15,0 0-2 0,-1 0 7 0,1 0 1 0,0-1 4 16,0 1-6-16,0 0 6 0,1 0-2 0,0 1 0 0,1-1 5 0,0-1-5 16,0 1-4-16,0 0 2 0,1 0-2 0,0 0 2 0,0 0-4 0,-1 1 6 15,-2 0-3-15,1 0 1 0,0 0-1 0,0 0-1 0,-1 0 3 16,0 0-3-16,-1 0-3 0,1 0 3 0,-1 0-6 0,1 0 1 0,-1 0 3 15,1-1 1-15,-1 1-5 0,1 1-2 0,-2-2 1 0,1 1-3 0,0 0 8 16,0-1 8-16,-1 1 3 0,1-2-6 0,-1 1 6 0,0 0 0 16,-2-1-6-16,1 1 13 0,-1-1-4 0,0 1-1 0,0 0 1 0,-1 0-2 15,0 0 4-15,-2 1 1 0,1 0 0 0,-1 0-6 0,0 1-6 16,-1-1 2-16,1 1-6 0,0 0 3 0,-1 0-2 0,1-1-6 0,-1 1 5 16,1 0-5-16,-1 0 1 0,0 1-1 0,0-1 2 0,-1 1 1 0,0 0 0 15,0-2 5-15,0 1-3 0,0 0-2 0,0 0 7 0,0 0-4 16,0 0 3-16,0 0-4 0,-1 0 5 0,1-1 4 0,-1 1-6 0,1 0 3 15,-1-1-7-15,1 0-4 0,-1 0 4 0,0 0 1 0,0 0 5 0,1 0-5 16,-1 1-2-16,1 0-2 0,0 0-7 0,0 1 0 0,0-1-2 16,1 2-4-16,0 0-5 0,1 1-7 0,0 1-30 0,2 0-101 0,0 2-173 15,4 2-224-15,2 1-53 0,3 1-88 0</inkml:trace>
  <inkml:trace contextRef="#ctx0" brushRef="#br0" timeOffset="76622.28">7528 11387 626 0,'-17'-9'-142'0,"1"-2"158"15,-1-1-5-15,9 3 1 0,4 4-6 0,2 2-13 0,3 2-14 16,2 2-17-16,2 3-10 0,2 2-3 16,2 4 0-16,1 2-146 0</inkml:trace>
  <inkml:trace contextRef="#ctx0" brushRef="#br0" timeOffset="76907.28">7361 13231 841 0,'-31'-1'-154'0,"2"1"157"0,-4-1 19 0,12 0-4 0,8-1-7 0,5 1-10 0,2 0-4 16,3 1-5-16,1 1-9 0,3 1-13 0,2 2-16 0,1 2-10 0,1 2-14 15,4 3-3-15,1-1 6 0,2 0 0 0,3 0-165 0</inkml:trace>
  <inkml:trace contextRef="#ctx0" brushRef="#br0" timeOffset="77206.28">7602 15053 829 0,'-23'0'-112'0,"1"-1"117"0,-3 0 5 15,12 0-5-15,6 0-11 0,4 0-16 0,3 1-13 0,2 2-8 0,2-1-9 16,2 3-11-16,2 1-10 0,0 2 0 0,4 2 6 0,2 2-169 16</inkml:trace>
  <inkml:trace contextRef="#ctx0" brushRef="#br0" timeOffset="79425.28">9565 11652 53 0,'-2'0'21'0,"1"-1"-1"0,0 0 10 0,1 0 12 0,0 0 8 0,-1 0 9 15,1 1 0-15,1 0-1 0,-1 0-5 0,0 1-3 0,1-1-3 0,-1 0-4 16,0 0 1-16,0 0 3 0,0 1 5 0,1 0 3 0,-1-1 3 15,1 0 3-15,-1 0 4 0,1 1 5 0,-1-1 1 0,0 0 8 0,0 1 6 16,0-1 7-16,0 0 8 0,0-1 0 0,0 1-7 0,1 0-6 0,-2-1-9 16,1 0 2-16,0 1-5 0,0-1 1 0,0 1-3 0,0 0-2 15,1-1 2-15,-1 0-4 0,1 1-2 0,0 0-4 0,0 0-1 0,2-1 2 16,0 2 5-16,1-2-3 0,2 1-2 0,-1 1-2 0,1-2-5 0,1 1-5 16,1-1 0-16,3-1 1 0,2-1-4 0,0 1-4 0,0-2 1 15,0 1-7-15,2-2-1 0,0-1 7 0,2 0-7 0,0-1 0 0,1 0 0 16,1 0-12-16,-1-1 4 0,3-1-4 0,0 0 0 0,-2-1 5 15,3 0-1-15,1-1-1 0,-2 1-16 0,2 0 2 0,-1 1-2 0,0 0-3 16,1 0 5-16,-1 0-4 0,2-1 5 0,0 0-18 0,-2 1-6 16,0 2-1-16,0-2-3 0,-2 1 14 0,2 0 0 0,2 1 19 0,-2 0-8 15,2 0 6-15,-3 1 1 0,0 0-20 0,-1 0-2 0,-2 0 2 0,1-1 7 16,0 1-7-16,-2 0 2 0,-2 1 0 0,1 0-2 0,-1 0 2 16,-2 1 0-16,-1-1-6 0,0 1 2 0,0 1 4 0,-2 0-7 0,-1 0 6 15,0 1-6-15,-4 0-13 0,1 1-12 0,-2-1-29 0,-1 1-17 0,-1 0-20 16,-1 0-24-16,-1 1-29 0,0-1-52 0,0 1-60 0,0 0-91 15,0 0-115-15,-1 1-126 0,-1-1 50 0,0 1-97 0</inkml:trace>
  <inkml:trace contextRef="#ctx0" brushRef="#br0" timeOffset="79770.28">10026 11622 592 0,'0'4'328'0,"1"0"-134"0,1 0-51 0,1 0-28 0,0 0-10 0,1 0-19 15,1 1-19-15,0-1-11 0,2 1-6 0,-1 0-12 0,2 0-8 0,0 0-5 16,1 0-6-16,0 0-6 0,1 1-3 0,0-2-5 0,0 2 0 0,0-1 3 16,0-1-2-16,0 1-3 0,2-2 1 0,-1 1-3 0,1-1 0 15,0-1 2-15,0 0-10 0,1 0 2 0,0 1 2 0,0 0-4 0,0-1 3 16,-1 0-2-16,0-3-8 0,-1-2-5 0,-1 0-14 0,1 0-40 0,-1-2-52 16,-2 0-42-16,1-1-35 0,-1-1-11 0,-2 0 3 0,0 0 13 15,0-1 23-15,-1-1 49 0,0 1-139 0</inkml:trace>
  <inkml:trace contextRef="#ctx0" brushRef="#br0" timeOffset="80087.28">10400 11532 210 0,'-2'2'172'0,"-1"0"-25"0,0 2 19 16,0 0 13-16,0-1 1 0,1-1-7 0,0 0-11 0,1 1-9 0,0 0-19 16,0-1-10-16,1 0-14 0,0-1-9 0,0-1 0 0,1 1-5 15,0 0-4-15,0 1-5 0,1-1-3 0,0 1-5 0,1 0-2 0,0 0-8 16,0 0-4-16,0 1-5 0,0-1-5 0,0 1-3 0,1 0-1 0,0 1-5 15,0-1-3-15,0 1-3 0,1 1-1 0,-1 0-1 0,0 0 7 16,1 1-6-16,0 1 0 0,0-1-4 0,0 1-6 0,0 1-2 0,-2 0-7 16,1 0-5-16,1 0-4 0,-1 1-2 0,0 1-7 0,1 0 3 15,-1 3 1-15,0 1-3 0,1-1 1 0,-1 0 2 0,0-3-1 0,-1 1-5 16,0-2 0-16,1 0-5 0,-1 0 3 0,0 1 11 0,-1-2-5 0,0 0-1 16,-1 0-3-16,1 0 0 0,0-1 6 0,-2 0-2 0,1 0-4 15,0 0-2-15,-1-1 0 0,1 1 4 0,-2-1-2 0,1-2 0 0,0-1 0 16,0 0 0-16,0-2 0 0,0 0-4 0,-1-1-5 0,1 0-6 0,-1 0-2 15,0-1-6-15,0-1-10 0,0 0-11 0,0-1-6 0,-1-1-20 16,1 1-20-16,0-1-32 0,0 0-46 0,-1 0-51 0,0-2-68 0,0 0-96 16,1 1-106-16,0-1-45 0,0-1 31 0,0 0 113 0</inkml:trace>
  <inkml:trace contextRef="#ctx0" brushRef="#br0" timeOffset="80571.28">10208 10671 1108 0,'-5'-1'150'0,"0"2"-135"0,-2 0 11 0,2 2 22 16,0 0 20-16,1 2 14 0,0 0-2 0,1 1-11 0,-1 2-14 15,0 2-10-15,0 1-11 0,0 2-12 0,0 2-10 0,0 1-1 0,1 1-7 16,-1 3 7-16,2 2 1 0,-1 1-4 15,0 3-2-15,1 0-4 0,1 3-4 0,0 1 1 0,1 3-3 0,-1 0-12 0,0 4-43 0,1 1-131 16,0 2-136-16,1-1-89 0,-1 1-200 0</inkml:trace>
  <inkml:trace contextRef="#ctx0" brushRef="#br0" timeOffset="81170.28">10743 11177 936 0,'-2'1'232'0,"2"0"-52"0,0 0-39 0,1 0-16 16,1 0-28-16,1-1-28 0,0-1-19 0,0 1-18 0,1 0-13 0,0-1-6 15,0 0-4-15,1-2-2 0,1 0-4 0,1 0-6 0,0 0-7 16,0-1 4-16,1 1-8 0,0 0-5 0,0-1-14 0,-1 0-30 0,1 0-36 16,1 1-46-16,0-1-34 0,0 0-28 0,1 2-12 0,0-1 9 0,0 1 26 15,-1 1 41-15,-1 0 50 0,-1 1 6 0,-1 0-87 0</inkml:trace>
  <inkml:trace contextRef="#ctx0" brushRef="#br0" timeOffset="81323.28">10837 11284 300 0,'-7'9'189'0,"0"1"4"0,-2 4 18 0,1-5 4 15,3 0-10-15,0 0-18 0,2-2-33 0,0 0-27 0,1 0-23 16,0-3-23-16,2 0-12 0,0-1-12 0,0 0-6 0,2-1-3 0,0-1-9 16,1 0-7-16,1-2-11 0,0-1-3 0,1 0-6 0,0-1-1 0,1 0-1 15,2-1-7-15,-2-2 3 0,3 0 0 0,0-1-7 0,0 0-2 16,1 0-3-16,1 0 0 0,0 0-3 0,0 0-9 0,0-1-21 0,-2 0-44 15,0-1-45-15,0 1-62 0,-1-1-56 0,2 1-44 0,0-1-40 16,0 0 15-16,0-1 72 0,0 0-93 0</inkml:trace>
  <inkml:trace contextRef="#ctx0" brushRef="#br0" timeOffset="81543.28">11268 10716 431 0,'0'-11'188'15,"0"0"17"-15,1-3 16 0,-1 2 1 0,0 3-6 0,0 1-13 0,-1 1-18 16,0 0-21-16,0 0-18 0,-1 3-14 0,0-1-18 0,0 2-5 16,1 1-5-16,0 1-11 0,0 1 0 0,-1 0-11 0,1 2-6 0,-1 1-2 15,1-1-6-15,-2 2-7 0,1 0 1 0,-1 2-8 0,1 0-9 16,1 1-9-16,0-1-8 0,0 2-6 0,0 2-4 0,0 0 0 0,0 1-8 16,0 1-3-16,1 0-3 0,0 3-3 0,0 1 1 0,0-1-15 0,1 0-1 15,1 2 1-15,-1 0-17 0,1 3-2 0,1-2-26 0,0 1-37 16,1 1-36-16,-1-2-34 0,0 3-64 0,1-2-90 0,0 0-174 0,1 0-167 15,1-1 112-15,-2 0-29 0</inkml:trace>
  <inkml:trace contextRef="#ctx0" brushRef="#br0" timeOffset="81804.28">11210 11235 675 0,'1'0'431'0,"1"-2"-190"16,2 0-44-16,1 0-36 0,0 0-10 0,1 0-34 0,1-1-23 16,0 0-16-16,-1 0-18 0,2-1-12 0,0 1-10 0,1-1-11 0,0 1-6 15,1-1-6-15,-1-1-8 0,0 0 0 0,2 1-1 0,0-1-3 16,1 0 4-16,-1 0-1 0,2 0-3 0,-2 0 2 0,0 1-5 0,1 0-2 16,-1 1 2-16,0-1 4 0,-1 2-1 0,1-1-3 0,-2 0 1 0,1 1-5 15,-2 0 2-15,1 0 2 0,-1 1-6 0,0 0-2 0,0 1-13 16,-1 0-15-16,-1 1-44 0,-1 0-78 0,-2 1-103 0,0 1-112 0,-1 0-74 15,-1 1 54-15,-1-1-104 0</inkml:trace>
  <inkml:trace contextRef="#ctx0" brushRef="#br0" timeOffset="82206.28">11358 11425 829 0,'0'3'369'0,"1"0"-92"0,0-1-51 0,2 0-31 16,1-2-25-16,2 1-24 0,0-2-19 0,0 0-11 0,0 0-6 0,0-1-16 15,1 0-10-15,0-1-5 0,0 0-17 0,0 0-8 0,1 1-6 0,-1-1-9 16,1 1-6-16,0 0-4 0,0 0-8 0,-1 2 2 0,0-1-11 16,-1 1-1-16,1 0-1 0,-2 1-1 0,1 1 0 0,0 0 0 0,0 0-2 15,-1 2-4-15,0-2 6 0,-1 2 0 0,-2 0 12 0,0 1-5 16,-1 1 2-16,-1 1-2 0,-1 0-17 0,-1 1 2 0,-1 2 3 0,0 0-8 16,-2 0 6-16,0 0 5 0,-1-1-7 0,0 2 0 0,0 0-1 0,1 1-7 15,-1-1 7-15,1 0 6 0,0-2-5 0,2 1-2 0,0 0 6 16,1-1-2-16,0-2 3 0,2 1 4 0,0-2-2 0,0-1 6 0,2 0 1 15,1 0 6-15,1-1 4 0,1-1 1 0,1-1-3 0,0 0-2 0,1-1 1 16,1 0-1-16,1-1-7 0,1-1 0 0,-1 1-4 0,1-2 10 16,0 1 5-16,0-2-1 0,1 0-1 0,1 0-5 0,0-2 4 0,-1 1 0 15,-1 1-2-15,0-1-4 0,1 1 2 0,-1-1 2 0,-1 1-4 16,1-1 1-16,-2 1-12 0,1 0 9 0,0 0-1 0,-1 1 3 0,-1-1 4 16,0 0-11-16,0 1 6 0,-2 0-6 0,0 0 1 0,-1 0 3 0,-1 0-6 15,1 0 4-15,-1 1-8 0,0 0-2 0,-1 0 5 0,-1 0-1 16,0 0 2-16,-1 0 0 0,1 1-8 0,-1-1 2 0,0 0-2 0,0 0-4 15,-1 0 4-15,1 1-7 0,-1-1-7 0,0 0-5 0,0 0-30 0,0-2-16 16,-1 0-21-16,1-1-26 0,-1 0-19 0,2-2-51 0,-1 0-55 16,1-1-75-16,1-1-114 0,0-1-148 0,1-1-78 0,1-1 30 0</inkml:trace>
  <inkml:trace contextRef="#ctx0" brushRef="#br0" timeOffset="82422.28">11851 11027 1084 0,'-2'-3'441'0,"0"2"-122"16,0-1-54-16,0 1-34 0,2 0-38 0,-1 0-41 0,2 1-29 16,-2 0-15-16,2 1-9 0,0-2-16 0,1 1-10 0,0-1-5 0,2 0-17 15,0 0-11-15,1-1-6 0,0 0-12 0,1-1-2 0,1-1 0 16,0 1-9-16,1-1 0 0,0 0-11 0,0-1 2 0,1 1 2 0,-1 0-2 16,1-1-2-16,-1 1-6 0,1 1 1 0,0-1-5 0,1 2-2 0,-1-1-3 15,0 0-12-15,0 1-24 0,-1-1-19 0,0 2-33 0,-1-1-48 16,-1 1-47-16,0 1-80 0,-1 0-96 0,0 2-125 0,-1 0-90 0,-1 1 122 15,0 1-37-15</inkml:trace>
  <inkml:trace contextRef="#ctx0" brushRef="#br0" timeOffset="82594.28">11964 11206 981 0,'-1'6'530'0,"1"2"-221"0,0 0-67 0,1-2-22 0,2-2-21 15,1-1-36-15,1 1-31 0,1-2-22 0,-1 0-19 0,1 0-10 16,-1-2-15-16,1 0-8 0,0-2-8 0,1 0-15 0,-1-1-4 0,1-1-6 15,0 0-7-15,0-1-2 0,0 0-7 0,1-1-5 0,0 0 3 0,0-1-7 16,0 1 2-16,0-1-4 0,-1-1-7 0,0-1-2 0,1 1-25 16,0-2-41-16,0 1-66 0,2 2-94 0,-1-2-105 0,1 0-149 0,-2-1-154 15,1 0 59-15,1 1-59 0</inkml:trace>
  <inkml:trace contextRef="#ctx0" brushRef="#br0" timeOffset="83004.83">12340 11059 1074 0,'-3'9'525'0,"-1"1"-211"16,0 1-44-16,0 1-29 0,2-2-24 0,0-1-50 0,2 1-33 0,-1 1-9 15,1-2-15-15,-1 2-13 0,2 0-16 0,0 0-13 0,0 0-13 0,2-1-4 16,0-2-8-16,0 1-16 0,2 0-3 0,0-1-9 0,1 0 2 16,1-1-2-16,0-2 0 0,2 1-3 0,1-2-9 0,0 1 1 0,1 0-4 15,-1-1 4-15,2-1 4 0,-1-3-4 0,2 0-1 0,-1-2-5 0,0 0 2 16,-1-2-1-16,1 0-5 0,0 1 8 0,0-2 3 0,0 1-1 15,-2-1 2-15,0-1 2 0,0-1-5 0,-2 1 9 0,0-1-8 0,-1 0 3 16,0 1-1-16,-2 0 0 0,1 1 4 0,-1 0-5 0,1-1 3 16,-1 0 0-16,-1-1-1 0,0 1 3 0,-2-1-2 0,0 0 2 0,-1 0 5 15,0 0-5-15,-1 0-4 0,-1-1 5 0,-1-1-5 0,-1 0 4 0,-1-1-6 16,-2 0-4-16,0-1 2 0,0 0 4 0,-1-1-1 0,2 0-1 16,-3 0-2-16,0 0 2 0,-1 2 0 0,0-2 2 0,0 1-4 0,0 1-4 15,1 1 6-15,0 2-6 0,2 1 10 0,-1 0-4 0,1 2 0 0,1 1-4 16,-1 1 0-16,1 1 2 0,0 1-2 0,0 0 11 0,0 1-3 15,0 1 2-15,0 1-4 0,-1 0-8 0,0 1 4 0,0 0-2 0,0 2 2 16,0 0-2-16,1 0-8 0,0 1 0 0,0 1-2 0,0 0 3 0,2 0 1 16,0 0-8-16,0 0 0 0,0 0-7 0,0 2-7 0,1-1 5 15,0 0-10-15,1 1-7 0,0-1-6 0,1-2-13 0,0 1-5 0,0-2-15 16,1 0-19-16,0-1-34 0,1-1-52 0,1-1-85 0,0-1-109 0,1-1-174 16,0-1-154-16,3 0 153 0,0-1-7 0</inkml:trace>
  <inkml:trace contextRef="#ctx0" brushRef="#br0" timeOffset="83237.83">12754 11191 1920 0,'-3'5'375'0,"1"0"-104"0,-1 1-64 0,2 0-23 0,0-1-34 0,0 0-34 15,0 0-11-15,0 1-14 0,-1-1-8 0,0 1-13 0,1-1-12 0,-1-1-14 16,1 0-12-16,0 0-7 0,0-1-6 0,0 0-11 0,1-1-6 15,-1 0 0-15,1-1-1 0,0 1-1 0,0-1-3 0,0 0 3 0,0-2-4 16,1 1 2-16,0-1-6 0,0-1-3 0,1 1-12 0,-1-1-2 0,1-1-9 16,-1 1-26-16,1-1-9 0,-1 0-29 0,1-1-14 0,-1 1-31 15,1-1-40-15,0 0-45 0,-1 0-65 0,1-1-75 0,0 1-115 16,0-1-92-16,1 0 107 0,0-1-21 0</inkml:trace>
  <inkml:trace contextRef="#ctx0" brushRef="#br0" timeOffset="83703.83">13133 10846 1404 0,'-2'-1'364'0,"2"1"-115"0,-1 0-41 0,0 0-13 16,0 2-35-16,0 0-33 0,-1 1-8 0,0 2-10 0,-1 0 5 0,-1 1-4 0,0 2-5 16,-1 1-16-16,1-1-18 0,-1 0-8 0,1 2-15 0,-1 0-7 15,0 1-5-15,2 0-8 0,0 0-5 0,0-1-6 0,0 2 3 0,0-1-2 16,0 0-7-16,1-1 1 0,0 0-7 0,0-3 9 0,0 1-1 15,2-1-5-15,-1-1-4 0,1 0-6 0,0-2 4 0,1 0 1 0,0-1 1 16,1 0-4-16,1-1 2 0,-1 0 0 0,2 0 6 0,0-2 0 0,0 0-1 16,0 1 5-16,2-2-8 0,0 1 5 0,0 0-3 0,1 0 0 15,0 1 2-15,-1 1-4 0,0-1 2 0,1 1 5 0,-1-1-1 0,0 1-4 16,2-1 0-16,-2 2-6 0,2 0 4 0,-1 0 9 0,0 0-5 16,1 0-4-16,-1 1 6 0,0 0-6 0,0-1 6 0,0 1-8 0,0 0-2 15,-1-1 4-15,2 1-4 0,0-1 11 0,-1 1-9 0,2 0-2 0,-1-1 6 16,0 1-12-16,1-1 4 0,-1 1 4 0,-1 0-4 0,-1 0 4 15,1 0 6-15,-1 1-6 0,-1-1 2 0,1 0-4 0,-1 1-2 0,-1 0 10 16,0-1-4-16,0 1 2 0,0-1 0 0,-2-1-10 0,1 1 12 0,-2-1 0 16,0 1-4-16,1 0 2 0,-2 0-8 0,0 0 4 0,-1 0 4 15,-1-1 6-15,1 2-6 0,-3-2-2 0,1 2-2 0,0-1-4 0,-1 0 4 16,-1 0 0-16,1 0 4 0,-1 0-4 0,0-1-2 0,0 1 4 0,-1 0-4 16,0 1-2-16,0-1 0 0,-2-1 0 0,0 1 4 0,0-1-4 15,-2 1 4-15,2 0-4 0,-1-1-8 0,0 0 6 0,1 0-4 0,-1-1-4 16,1 0 0-16,1 0-6 0,0-1-4 0,0-1-3 0,-1-1-5 15,2-1-5-15,-1 0-12 0,1-1-13 0,0 0-14 0,0-1-23 0,1 0-17 16,0-2-23-16,0 0-23 0,2 0-38 0,-1-2-53 0,0 2-61 0,1-2-84 16,1-1-98-16,0 0-64 0,1 0 126 0,-1 0-39 0</inkml:trace>
  <inkml:trace contextRef="#ctx0" brushRef="#br0" timeOffset="83923.83">13083 10928 809 0,'0'-12'274'15,"-1"-2"-23"-15,1-2-3 0,1 2-20 0,0 2-31 0,1 1-21 0,0 0-22 16,0 3-20-16,1 0-13 0,-1 1-22 0,1 2-6 0,0 1-11 0,-1 1-10 16,1 0-7-16,0 1-8 0,0 0-3 0,0 1-5 0,0 1 2 15,0 0-3-15,1 0-7 0,0 1-9 0,1-1-8 0,0 0-2 0,-2 1-4 16,2-1-5-16,0 0-8 0,0 0-3 0,1-1 0 0,-1 1 0 0,1-1 1 16,-1 0 3-16,0-1-6 0,1 0-6 0,0 0 6 0,-1 0-14 15,-1 0 1-15,2-1-9 0,-1 1-16 0,1 0-3 0,0 0-33 0,0-1-24 16,0 2-30-16,0-1-59 0,2 1-42 0,-1-1-68 0,0 1-78 15,1-1-83-15,0 0-63 0,-1 1 119 0,0-1-48 0</inkml:trace>
  <inkml:trace contextRef="#ctx0" brushRef="#br0" timeOffset="85439.83">13350 11218 1216 0,'-5'-6'106'0,"3"1"-59"0,1 0-17 0,6 2-19 0,4 0-11 16,6 0 0-16,3 0-2 0,4-1 1 0,4 1-3 0,0 0 0 15,1-1 2-15,0 1-1 0,-1 0 3 0,0 1-1 0,2 2-2 0,0-1 0 16,0 2 2-16,3 0-1 0,-1 0 3 0,2 1-2 0,0-1-4 0,2 1 3 16,0 0 0-16,2-1 3 0,1 1 0 0,0-1-2 0,3 1 0 15,0 0 3-15,3 0 0 0,1 0 2 0,2-1-3 0,1 1 2 0,1-1 1 16,2 0 5-16,3-1 5 0,1 0 4 0,1-1 5 0,1-1 4 15,1 1 7-15,3-1 6 0,0 1 11 0,0-1 2 0,1 1 9 0,-1 0-2 16,0 0 3-16,0 0 1 0,0 0-4 0,1 1 3 0,-1-1-12 0,1 0-2 16,1 1-4-16,-1 0-10 0,1 0-4 0,0 0-4 0,-1 0-6 15,1-1-5-15,0 2-1 0,0-2-4 0,-1 2-4 0,0-2 2 0,2 0-3 16,-1-1-1-16,0 0 6 0,1-1-10 0,-1 1 5 0,1-2-3 0,2 0-1 16,0-2 5-16,-1-1-1 0,2-1 1 0,1-1 3 0,-1-2-5 15,0 0 4-15,0-2 5 0,-2-1-5 0,1-2 1 0,-1-2 5 0,0-2-1 16,-3 1 17-16,2-2 10 0,0 0 6 0,0 0 5 0,1-2-8 15,0-1-6-15,1-2-4 0,0-1-7 0,2 0-11 0,0-2-6 0,-1 1 3 16,2-2-6-16,0 0 3 0,-1-1 2 0,1 1-7 0,-1-2 0 0,0 1-3 16,0 0 6-16,2-1-6 0,-2-1 1 0,4-2 4 0,-1-2-7 15,1-2 6-15,0 0-2 0,-1 0-2 0,1-1 8 0,-1 0-20 0,1-3 6 16,-1-1 11-16,2-2-7 0,-1-1 13 0,-1-1-2 0,1-2-8 16,-2 2 2-16,0-2 0 0,0-2-1 0,1-1-1 0,-1 0-1 0,1-1 1 15,2 0-3-15,1-2 3 0,2 1 4 0,-1 0-5 0,1 0 8 0,4 1-8 16,-1 0 0-16,1-1 5 0,3-2-4 0,1-1-1 0,1 1 5 15,2 1-16-15,0 2 11 0,-1-1 5 0,2 1-7 0,0 0 10 0,2 0-3 16,1 1-4-16,0-1 6 0,-1-2-2 0,3 2-6 0,-2-1 3 0,4 1-9 16,0-1-11-16,2 0 14 0,0 1-3 0,2 3 4 0,-2-1 11 15,2 2-12-15,2 2 9 0,0 0-2 0,1 1-3 0,1 1 1 0,-2 2-3 16,3 3 2-16,-1 2 5 0,-1 2-7 0,3 1-5 0,2 1 7 0,0 3-2 16,3-1 8-16,0 4 4 0,1-1-6 0,1 3-5 0,1 0 1 15,2 1 1-15,3 2 1 0,1 0 1 0,2 2-1 0,3 0 1 0,0-1-3 16,4 0 1-16,2-1-5 0,0 3 8 0,1 0-1 0,-2 3 2 15,1 3 2-15,-1 2-6 0,1 2 2 0,0 2 1 0,-2 3-1 0,0 2 0 16,-2 2-5-16,-1 2 11 0,0 1-3 0,-4 3-2 0,1 2 4 0,-3 2-11 16,-1 2 2-16,0 2 5 0,-2 3-1 0,-1 1 2 0,-2 3-3 15,-1 1-6-15,-3 4 4 0,-2 1-1 0,-1 0-1 0,-2 1 0 0,-2 1-1 16,-4 3-3-16,-1 1-1 0,-4 3 6 0,-3 1-2 0,-3 1-10 0,-3 2 2 16,-1 0 4-16,-3 2 1 0,-2 0 13 0,-4 0-3 0,-3 3-6 15,-3-1-2-15,-4 3-2 0,-3 0 2 0,-5 2-1 0,-1-1 1 0,-4 1-3 16,-2 1 1-16,-5 3-10 0,-4-1 2 0,-2 2 0 0,-4 2 3 15,-2 0 4-15,-3 2 1 0,-3 3-1 0,-4 0 0 0,-1 2 7 0,-4-1-8 16,-2 0 3-16,-4-1-9 0,-2 2 8 0,-2 0-4 0,-3-1 1 0,-2-1 12 16,-3 1-10-16,-1-2 6 0,-2-2-1 0,-1 0-3 0,0-4 1 15,0-1-1-15,-1-1-9 0,1 0 1 0,0-2 11 0,1 0 4 0,1-3 6 16,1-2-1-16,-1-1-11 0,-1-2 0 0,1-1 2 0,0 0-1 0,1-3 2 16,-1-3 1-16,2-2-2 0,0-1 3 0,-1-1-3 0,0-1 0 15,1-2 2-15,-1 1-2 0,0-3-8 0,0 1 2 0,0-2-1 0,0-2 11 16,-1-1 5-16,0 0 1 0,0-2-3 0,-1-1-9 0,0 0 6 15,0-3-4-15,-1 1 3 0,1-2-1 0,0-1 0 0,-1-2-2 0,1 0 1 16,0-1-1-16,0 0 2 0,1 0 0 0,-1-1-6 0,0-1 8 0,1 0-6 16,0-2-3-16,1-1 7 0,0-1-9 0,1 0 5 0,0 0 5 15,1-1-4-15,-1 0-6 0,2 0 1 0,0 0 1 0,0-1 2 0,0 1-1 16,0-1-6-16,0 0 1 0,0 0-6 0,1 1 5 0,-1 0 3 0,1 0-5 16,0 0 3-16,-1 1-6 0,2-1-10 0,-2 2-8 0,0-1-9 15,1 1-9-15,-1 1-4 0,1 0-11 0,-1-1-8 0,0 2-7 0,-1 0-11 16,-1 0-8-16,0 0-13 0,0 0-20 0,-2 0-29 0,0 0-29 15,-2 1-32-15,-1 0-18 0,0-1 3 0,-2 2 4 0,0-2 31 0,-1 1 42 16,1-1 50-16,-1 0 44 0,1-2 23 0,0 0-71 0</inkml:trace>
  <inkml:trace contextRef="#ctx0" brushRef="#br0" timeOffset="85771.83">29089 10545 57 0,'-5'2'40'0,"-2"-1"-14"0,0 1-5 0,0 0 4 0,3-1 13 0,-1 0 11 16,1-1 16-16,-1 0 11 0,1 0 14 0,1-1 11 0,0 1 9 15,2-2 1-15,-1 1-1 0,1 0 4 0,1-1-1 0,0 0 9 0,1-1-5 16,0-1-9-16,2 1-11 0,0 0-21 0,2 0-6 0,0-1-10 0,-1 0-7 16,1 0-2-16,0 0-1 0,0 1-7 0,1 0 0 0,0 0-3 15,-1 0-6-15,0 1-3 0,-1 0-7 0,1 0 0 0,-1 0-1 0,0 1-5 16,0-1 2-16,-1 1-5 0,1 0-1 0,-2 0-4 0,0 0-1 0,1 1 3 16,-2 0-4-16,1 0 1 0,-1 0-2 0,0 1-4 0,1 0 0 15,-1 0-1-15,0 2 1 0,-1-1 4 0,1 3 4 0,-1-1 4 0,0 3-1 16,0 1 1-16,-2 0 2 0,1 3-3 0,-2 1-2 0,-1 2 1 15,-1 2-2-15,-1 0 3 0,-1 2 0 0,0 0-3 0,-2 1 0 0,0 0 0 16,-1-1-4-16,-1 1 5 0,-1-1 3 0,1 0 3 0,-1-1 9 0,3-1 7 16,1-2-1-16,1 0 10 0,3-2-6 0,2-1 5 0,1-1-1 15,3-2 8-15,1 1 5 0,4-1-3 0,4 0 0 0,4 0-9 0,4-2-9 16,5-1-5-16,8 0-7 0,4-1-7 0,7-2-1 0,8 1-6 0,5 0-6 16,6 0-8-16,6 0-26 0,5-1-46 0,5 1-73 0,3-1-116 15,0 1-196-15,1 0-305 0,0-1-145 0</inkml:trace>
  <inkml:trace contextRef="#ctx0" brushRef="#br0" timeOffset="87937.87">6727 12442 2396 0,'-1'-20'19'0,"4"-3"-50"15,6-5-5-15,8 5 13 0,9 1 14 0,3 0 0 0,6 1 2 0,4-1-4 16,5 3 1-16,5 2 5 0,2 2-1 0,3 2-1 0,-2 3 2 0,0 4-2 16,-1 3-3-16,-2 3 2 0,-1 3 1 0,-2 1-1 0,0 6 0 15,-2 2-4-15,-3 4 6 0,-1 3-3 0,-1 3 6 0,-3 5 3 0,0 3-6 16,-2 4 4-16,-1 3 0 0,0 3-2 0,-2 5-2 0,-1 3-1 16,-3 3-11-16,-2 3 10 0,-2 4 5 0,-2 1 3 0,-1 4 8 0,-1 4-10 15,-3-1-3-15,-3 1 4 0,-3-1 1 0,-3-5 6 0,-3-5-4 0,-3-4 9 16,-3-6 2-16,-4-3 11 0,-2-4 11 0,-5-4 2 0,-2-1 1 15,-4-4-5-15,-5-1 1 0,-5-1-3 0,-5-1-2 0,-6 1-1 0,-8-2-8 16,-4 0 0-16,-7-2-1 0,-2 0-2 0,-4-3 2 0,-2-1-2 0,-2-2 7 16,0-2-2-16,-1-4-4 0,0-3 6 0,3-1-5 0,0-4 10 15,3-3 4-15,1-3 3 0,3-3 5 0,4-2-10 0,2-2 1 0,4-2-7 16,4-3-6-16,2-2-4 0,4 0-7 0,2-1-1 0,1-1 8 16,5-1-1-16,3 0 7 0,6-1-13 0,2-4-15 0,3 0-1 0,4-2-16 15,2-1-2-15,4 0-2 0,3 1-16 0,5 1-12 0,3-1-18 0,3 3-25 16,3-1-26-16,3 2-32 0,2 4-42 0,4-2-20 0,2 4-20 15,3 2-12-15,5 3 0 0,2 3-10 0,2 2 26 0,3 2 40 0,2 1 61 16,2 3-110-16</inkml:trace>
  <inkml:trace contextRef="#ctx0" brushRef="#br0" timeOffset="88888.88">9680 13766 2467 0,'16'-3'98'16,"5"1"-71"-16,9 0-11 0,8 2 1 0,4 2 7 0,7-1-9 15,7 2-17-15,3 1-11 0,5 2-1 0,0 1-2 0,1 0 8 0,2 1 5 16,0 2-10-16,1 1 2 0,1 1 3 0,-2 0-14 0,3 0 6 16,-1 2 3-16,0 0-10 0,0-1 2 0,1 1 3 0,0 1 8 0,1 0 10 15,2 0 7-15,0 2-10 0,0-1-13 0,1 0 5 0,-2-1-1 0,3 1 18 16,1 0-4-16,0-2-1 0,1-2 2 0,0 0-4 0,1-2 5 15,2-2 6-15,-4-1-4 0,3-2 3 0,-2-2 8 0,0-1-6 0,0-2 3 16,0 0-3-16,2-3-2 0,-1-1 4 0,1-1 0 0,2-1 2 0,-1-1-3 16,0-2-1-16,2-1-2 0,-1-1 1 0,0-2 1 0,2 1-5 15,-1-2-2-15,1 0 0 0,1 1 4 0,-2-3-3 0,2 0 0 0,0-1-15 16,-2 1-2-16,1-1 13 0,-1 1 2 0,-2-1 13 0,0 0-4 16,-1-2-8-16,0-1 1 0,0 3 3 0,1-3 2 0,-1 0-3 0,-3 1-1 15,3-1-3-15,1 0 1 0,-1 0-1 0,4-1 0 0,-2-1 5 0,2 0 0 16,0-3-1-16,1-1-2 0,0-3-5 0,0 2 0 0,1-2 1 15,1 0 8-15,-1-1 0 0,-1-2 0 0,0-1-1 0,0-1-18 0,3-2 12 16,0 0 8-16,1 1-6 0,0 0 15 0,-1-1-9 0,0 1-7 0,0 1 8 16,0 1-1-16,2 0-1 0,-1-1 2 0,2 1-1 0,0-1 2 15,-2 2 3-15,2-1 0 0,0 1-1 0,0-1-2 0,3 2 1 0,-2 0-1 16,1 0-15-16,1 1 4 0,1-1-2 0,1 0-4 0,3-1 23 16,1 0-7-16,0-1 2 0,2 0-2 0,-1 0-8 0,0 1 6 0,2-2-4 15,0 0 3-15,-1 0 1 0,1 0-6 0,0 0 4 0,1 1-2 0,1-1-3 16,2 0 12-16,-1 0-7 0,-1 0-12 0,3 1 10 0,-2-2-12 15,-1 2 7-15,1-1 14 0,-2 1-14 0,-2 2 5 0,0-2-3 0,-2 2-1 16,-1 0 5-16,0 0-8 0,-1-2 5 0,-1 1-1 0,-2-2-5 0,-1 2 3 16,-1 0 0-16,-1 1 0 0,0-2 5 0,-1 1 0 0,-1-3-14 15,0 1 11-15,1-2 2 0,2 0-1 0,0 0 9 0,3-1-8 0,-1 3-2 16,1-1-2-16,1 3 3 0,1 2 2 0,0 0 2 0,1 2 0 16,1 1-12-16,0 0 2 0,0 2-4 0,0 1 1 0,0 1 10 0,-2 1 1 15,2 0-5-15,-4 1 5 0,1-1-1 0,-3 0-4 0,1 0-7 0,-4-1-2 16,1 1 16-16,-4 1-7 0,-1-2 5 0,-2 0 6 0,-2 1-18 15,2-1 7-15,-3 2 0 0,2 0-4 0,0 1 3 0,-3 3 4 0,1 0 6 16,-1 3-7-16,-2 0-2 0,2 1-4 0,-1 4-8 0,0-1 7 0,0 3-4 16,-1 2 7-16,1 1 0 0,-3 2 2 0,0 1 0 0,1 3-8 15,0 0-1-15,-2 0 4 0,3 1-6 0,-2 1 15 0,0 0-1 0,0 0 2 16,-2 0 8-16,1 0-17 0,0-1 8 0,-3 1-4 0,3 1 1 16,-1 0 1-16,0 1 7 0,-1 1-2 0,-2 0-4 0,0 2 1 0,0 0-9 15,0 3 1-15,0 1-1 0,0 3 0 0,-3 1-1 0,-3 1-1 0,0 2 4 16,-2 3-2-16,-3 0-18 0,-3 3 4 0,1 2 4 0,-5 1-1 15,-1 3 13-15,-4-1-2 0,-3 2-6 0,-1 2-1 0,-3 1 0 0,-1 3 4 16,-2 1 1-16,-2 2-2 0,-3 0 3 0,-2 0-10 0,-3-1 1 0,-1 2 5 16,-2 0 3-16,-3-1-8 0,-1 0 9 0,-1 0 2 0,-3-1-1 15,2 0 10-15,-2-1-8 0,-2-1-6 0,-1 1 4 0,0 1 2 0,-3-1-7 16,-1 1 3-16,-2-2-6 0,-3 0 2 0,0 1-1 0,-3 0-1 16,0 1-5-16,-1 0 6 0,-1-1-1 0,-1-2 3 0,-2 1 5 0,1-1 4 15,-2-2-3-15,0 1 4 0,0-1-5 0,0 2 1 0,-2-1 4 0,-1-2 1 16,-1 1 4-16,-2-4-7 0,0 2-1 0,-1-3 5 0,0 2 1 0,-1-1 2 15,-1-1 0-15,1-2-10 0,0 0 8 0,1-3 2 0,-1 0 0 16,2-3 2-16,1 0-9 0,0-3-1 0,3-1 3 0,0-1 5 0,1-2-2 16,1-1-1-16,1-3-6 0,1 0 3 0,-1-1 1 0,2 0-4 15,-1-1 3-15,2 0-4 0,0-2-7 0,-1 0-2 0,2 0-17 0,1 0-19 16,0-1-19-16,-1 0-29 0,1-1-28 0,-1 0-41 0,1-1-46 0,0 0-46 16,-1-3-43-16,2 0-22 0,-1-1 4 0,1 0 60 0,-1-2 79 15,2-1-84-15</inkml:trace>
  <inkml:trace contextRef="#ctx0" brushRef="#br0" timeOffset="89204.87">27569 12727 1747 0,'-3'0'464'16,"1"-1"-372"-16,0 1-89 0,0 0-27 0,1 2-6 0,-2 1 2 15,1 4 6-15,-1 3 6 0,-1 2 1 0,-1 4 6 0,0 0 5 0,-1 2 5 16,-1 0 4-16,-1 1 8 0,1-1 0 0,-3 1 0 0,2 0 5 0,0-1-8 16,1 0 5-16,3-3 1 0,0 0-2 0,3-4 2 0,1-1 5 15,2-1 6-15,2-1 11 0,0-1 4 0,4-1 2 0,1-1 6 0,3 0-3 16,2-2 6-16,3 0-7 0,4-1-13 0,5-1-2 0,3-1-13 0,4-1-8 15,3-1-6-15,2-1-15 0,4-1-10 0,1-1-30 0,1 0-18 16,2 0-27-16,0-1-37 0,-2 1-24 0,0 0-64 0,0 0-96 0,-3 0-123 16,1 0-29-16,1-3-129 0</inkml:trace>
  <inkml:trace contextRef="#ctx0" brushRef="#br0" timeOffset="92976.87">10082 14651 316 0,'-3'4'286'0,"2"1"-86"0,-1 1-14 0,1-1-11 0,2-1 0 0,-1-1-1 15,1-1-8-15,1 0-2 0,-2 0-8 0,1-1-11 0,-1 1-5 0,-1 0-20 16,1-1-7-16,-1 1-1 0,0-2-11 0,0 1 6 0,-1-1-12 16,-1 0-9-16,1 1-5 0,1-1-13 0,-2-1-6 0,0 1-7 0,0-2-10 15,0 0-1-15,0-1-6 0,0 1-13 0,1-3 1 0,0-2-11 0,-1-1-2 16,1-1 0-16,0-2-8 0,1-1 1 0,1-1 3 0,0-2-18 15,0-1-4-15,0 0 13 0,1 1-2 0,0-2 13 0,-1-1 8 0,2 0-19 16,-1 2 1-16,1 0 1 0,0 0-2 0,0 2 0 0,0 1 0 0,-1 1 6 16,1 1-2-16,-1 3-1 0,0 0-1 0,-1 1-2 0,0 3 11 15,0 0-3-15,-1 1-1 0,0 2 5 0,0 0 6 0,-1 2 5 0,1-1-4 16,-1 2-8-16,0 1-5 0,-1 0-1 0,1 1 9 16,0 1-5-16,0 3-5 0,0-1 13 0,1 1-9 0,0 2 7 0,0-1 2 0,1 0-15 15,0 0 4-15,1 1-6 0,-1 0 4 0,2 1 3 0,0-1-3 0,-1 2-2 16,3-2-4-16,-1 1 8 0,2 0 3 0,1 0-1 0,-1-1-17 15,2-1 1-15,0 1 14 0,1-1 3 0,0 1 14 0,-1 0-1 0,1-1-17 16,0 1 3-16,1-2 2 0,-1 0-8 0,0 1 0 0,1-1 4 0,-2 1-6 16,1-1 4-16,0 0-4 0,0-1-12 0,-1 2 12 0,0-1-6 15,-1 0 6-15,1 0-2 0,0 0 0 0,-2-1 6 0,1 0-10 0,0-1 6 16,-1 0 0-16,0 0 0 0,0 1-4 0,-1 0 4 0,-1 0-4 16,0 1 1-16,0-1 8 0,-1 1-7 0,0-2 1 0,-1 0 6 0,1 0-9 15,-1 1 8-15,0-1-2 0,0 1-11 0,-2 0 11 0,1-1-6 0,-1 1-8 16,-2-1-3-16,0 0-10 0,-1 0-2 0,-1 0 2 0,-1 0-2 15,0-1-3-15,-2 0-6 0,0-1 8 0,1 1-2 0,-1-1 11 0,0 1 11 16,-1-2 3-16,1 1 5 0,0-1-4 0,0 1 8 0,0 0 1 0,2 0-6 16,-2 0-3-16,0 0-2 0,1 0 2 0,-1 0 6 0,1-1 2 15,0 1-2-15,0 1-2 0,0 0 0 0,0-1 4 0,-1 1-1 0,1-1-1 16,-1-1 2-16,1 2 0 0,2 0 3 0,-1-1 3 0,2 0 5 16,-1-1 1-16,1 0 5 0,2 0 7 0,-2-1 1 0,2 0-2 0,-1 0 7 15,2-2-9-15,0 0 6 0,1 0 2 0,0-1-12 0,0 1 10 0,1-1 2 16,0-1 5-16,2 0-1 0,0-1 1 0,1 0-12 0,1-1 2 15,1 0-28-15,2-1 0 0,1 0 0 0,1 0 0 0,0-1 0 0,1 0 0 16,-2 1 0-16,1-1 0 0,-1 0 0 0,1 1 0 0,0-1 0 0,0 1 0 16,0 0 0-16,0 1 0 0,0 0-32 0,0 1-52 0,0 1-25 15,0-1-49-15,-1 0-65 0,2 0-128 0,-1 0-274 0,1 0-341 0,-2 0 52 16</inkml:trace>
  <inkml:trace contextRef="#ctx0" brushRef="#br0" timeOffset="94490.87">10583 14684 1084 0,'4'4'588'0,"0"1"-376"0,0 1-27 16,-1 0-43-16,1 0-4 0,-1 0-10 0,1 1-15 0,-1 0 3 15,0 0-5-15,-2 0 0 0,0 0-12 0,0 1-11 0,-1 0-5 0,1 1-12 16,-2 1 3-16,0 0-7 0,0 0-9 0,0 0-13 0,-2 2-2 16,1 0 0-16,-1 0-10 0,-1 3 1 0,-1-1-9 0,0 3-6 0,-1 1 6 15,0-2 0-15,1 3 15 0,-2-1-1 16,-1 1-6-16,-1 1 4 0,0 1-24 0,-2 0-9 0,1 1 6 0,0 0-8 0,-2 1 2 0,0 0 0 15,1-1-24-15,-1-2 10 0,2 1 7 0,0-1 5 0,-1 0 13 0,2 0-13 16,-1-1-8-16,0-2-9 0,3 1-9 0,-2-1-1 0,2-1-12 0,1-3-5 16,0 0-8-16,0-2-9 0,2 0-11 0,1-2-12 0,0 0-21 15,1-2-31-15,0-1-34 0,1-1-55 0,1-1-71 0,0-1-107 0,1-2-145 16,0-1-79-16,1-2 88 0,0-1 105 0</inkml:trace>
  <inkml:trace contextRef="#ctx0" brushRef="#br0" timeOffset="94932.87">10598 15009 1569 0,'-2'2'356'0,"1"2"-44"0,-1 0-80 0,1 1-44 15,1 0-37-15,0 1-38 0,1 1-22 0,1 1-16 0,0 0-12 0,1 3-3 16,0 0-10-16,-1 2-7 0,2-1-7 0,0 0-12 0,1 2-5 0,0-1-4 16,1 0-2-16,0 1-4 0,1-4-9 0,-2 1-7 0,2-2-6 15,0 0 15-15,0-1 7 0,2-2 11 0,0 0-4 0,0-2-10 0,0-2-6 16,2 0 4-16,-1 0-10 0,1-1 2 0,-1-1 3 0,-1 0-3 16,0-2 6-16,0-1 0 0,0-1 1 0,0-1 5 0,-1-2-21 0,-1 0 9 15,-1 0 11-15,0 0-1 0,-1 0 16 0,-2-1-7 0,2 0-10 0,-2 1 5 16,0-1-1-16,-1 0 6 0,0 1-4 0,-2 0-2 0,1 1 4 15,-1 0 6-15,0 1 0 0,-1 0 1 0,1 1 8 0,-1 2-11 0,1-1 8 16,1 2 2-16,-2 0-2 0,1 1-3 0,0 1 3 0,0 0-1 0,0 1-7 16,0 0 0-16,0 1-5 0,0 2-10 0,0 1 2 0,0 1 0 15,0 1 7-15,1 1-1 0,0 1-8 0,-1 1 6 0,1-1-24 0,0 1 5 16,1 2 18-16,-1-1-3 0,1 2 24 0,0-1-9 0,0 1-7 16,1 1-12-16,0-2 0 0,0 0-2 0,0 0-4 0,0 1 4 0,1-1-6 15,-1-1 8-15,1 0-17 0,0-1 1 0,-1-1-38 0,-1 0-25 0,1 0 12 16,0-1-22-16,0-1 13 0,0-2-29 0,0-3-36 0,0-1-22 15,1-2-34-15,0 0-56 0,1-1-104 0,-1-3-163 0,1-1-122 0,0-2 131 16,1-2-22-16</inkml:trace>
  <inkml:trace contextRef="#ctx0" brushRef="#br0" timeOffset="95142.87">11232 14919 807 0,'-1'-2'458'0,"3"0"-129"0,-2-1-38 0,1 1-47 0,0 1-37 15,-2-1-37-15,3 1-28 0,-3 1-17 0,2-1-12 0,0 1-11 0,-1-1-6 16,1 1-14-16,0-1-8 0,1 0-20 0,0 0-7 0,1-1-6 0,0-1-15 16,1 0-6-16,1 0-11 0,1-1 6 0,1-1-8 0,0 1-1 15,0 0-1-15,0-1-8 0,1 2 4 0,1-1-1 0,0-1 2 0,2 1-11 16,0-1-4-16,1 0-5 0,1 1-15 0,-1-1-20 0,1 1-35 16,-1-1-28-16,2 0-43 0,0 1-46 0,-1-1-49 0,2 1-56 0,1 1-57 15,0-2-39-15,-1 1-20 0,1 0 58 0,-2 0 118 0,0 1-69 0</inkml:trace>
  <inkml:trace contextRef="#ctx0" brushRef="#br0" timeOffset="95332.87">11492 15012 1094 0,'-2'11'471'0,"0"1"-97"0,0 1-82 0,2-2-71 0,1-3-29 16,2-1-38-16,1-1-32 0,0-1-13 0,2 0-17 0,1-1-6 0,0-2-10 15,0 1-13-15,1-2-16 0,1-1-6 0,0 0-10 0,-1 0 0 0,2-2-5 16,0 0-13-16,0-1 2 0,0 0-13 0,0 0-4 0,-2-1 8 0,1 0-10 15,-1-2 0-15,1 1-15 0,0-1-19 0,-1-1-25 0,2 1-37 16,-1-2-43-16,0 0-63 0,1-1-79 0,0 0-115 0,-1 1-147 0,1-1-101 16,0 1 123-16,-1-1 33 0</inkml:trace>
  <inkml:trace contextRef="#ctx0" brushRef="#br0" timeOffset="95722.87">11947 14710 1772 0,'-3'1'317'0,"-1"2"-23"0,-1 2-76 0,1-1-25 15,0 1-45-15,1 1-18 0,0 1-15 0,0 1-15 0,0 2-5 0,0 0-16 16,1 2-11-16,-1 3-13 0,1-1-7 0,1 1-6 0,0 2-4 0,2-1-9 16,0 0-12-16,1 2 2 0,0-1-9 0,2 0 3 0,0-3-3 15,1 1-8-15,0-1-1 0,1-1 5 0,2-2-2 0,0-1 4 0,2-1 4 16,-1-2-5-16,2-2-5 0,-1 0 2 0,1-2-2 0,1 0-2 0,-1 0 4 15,1-1-8-15,-2-2 4 0,2-2 0 0,1-2 2 0,0-2 6 16,-1-1-4-16,0-1 7 0,0-1-1 0,-1-1 4 0,-1 1 1 16,0-3-5-16,-2 0 2 0,-1 0 0 0,-1 0 0 0,-1 1-7 0,-1-2 3 15,-1 0 10-15,-2-1-6 0,0-1-2 0,-2 2 0 0,-2 0-6 0,-1-2 0 16,-1 2 8-16,-1 0-4 0,-1-1-4 0,-2 1-6 0,-2 1 0 16,0 1 4-16,0 1-6 0,-1 0 16 0,2 1-14 0,-1 1 0 0,-1 1 10 15,1 1-4-15,1 2 8 0,0 2-6 0,-1 1-6 0,2 1 0 0,-1 1 0 16,1 2 0-16,-1 0 0 0,1 1 0 0,-1 1 0 0,0 0-4 0,0 1-4 15,2 1-8-15,1 0 10 0,0 0 0 0,0 1-6 0,3 1 4 16,-2 0-10-16,2 1-14 0,1 0-1 0,0 0-12 0,1 0-8 0,1 2-24 16,1 0-24-16,0-1-27 0,2 2-41 0,0-2-51 0,1 0-103 15,0-1-188-15,2-1-266 0,1 0 95 0,-1-3-24 0</inkml:trace>
  <inkml:trace contextRef="#ctx0" brushRef="#br0" timeOffset="95972.87">12462 14922 1932 0,'-4'5'348'0,"-1"-2"-67"0,0 3-66 0,1-2-46 16,0-1-49-16,1 0-33 0,0 0-23 0,0 0-13 0,0 0-11 0,0 0-8 15,0 0-7-15,0 1-12 0,1-1-4 0,-1 0 8 0,0 0-17 16,1 0-2-16,0 0-6 0,0-1-30 0,1 0-12 0,0 0-34 0,0-1-53 16,0 1-48-16,0-1-63 0,1-1-84 0,0 0-112 0,2 1-140 0,0-1 48 15,0 0-74-15</inkml:trace>
  <inkml:trace contextRef="#ctx0" brushRef="#br0" timeOffset="96485.88">12545 14762 1213 0,'4'-8'353'0,"-1"-1"-47"0,3-2-55 0,0-1-44 0,1-1-32 15,1 0-40-15,1 1-20 0,1-1-19 0,2 0-12 0,0 0-7 0,1 0-8 16,-2 2-1-16,-1 0-12 0,1 1-8 0,0 2-9 0,0 0-6 0,0 1 3 16,-1 2-5-16,-2 1 18 0,0 1-16 0,0 2 15 0,-1 1-16 15,-1 1-19-15,0 0 11 0,-2 1-18 0,1 2 11 0,-2 1 15 0,0 2-2 16,0 1-4-16,-2 1-3 0,1 2-15 0,-1 0 1 0,-2 1-5 15,0 2 4-15,-1 0-2 0,1 0-6 0,-1 0 5 0,0 2 5 0,0-1-10 16,-1 1 0-16,0-1 4 0,0 0-12 0,0 2 16 0,0-1-8 0,1 0-2 16,1 0 2-16,0-1-4 0,1 0 8 0,1-2 0 0,1 0-2 0,1-1 2 15,1-3-8-15,1-1 4 0,2-2 0 0,0-1-2 0,-1-2 2 16,2-1-4-16,0-1 8 0,0-1-2 0,0-1 2 0,0-2-10 0,1 0 4 16,0-3 10-16,0-1-7 0,1-2 5 0,0-1-6 0,-1-2 0 0,0 0 4 15,-1-1 4-15,0 0-1 0,-1-1-7 0,1 1 6 0,-1 0-4 16,0 0 0-16,0 0 8 0,0 1-6 0,-2 1 2 0,0 1 1 0,-1 1-7 15,-2 1-2-15,1-1 2 0,-2 1 4 0,0 2 0 0,0 0 4 16,-1 2 4-16,0 0-11 0,0 2 9 0,-1 0 2 0,1 2 0 0,-1-1 3 16,0 2 1-16,0-1-10 0,1 2 0 0,-1 0 6 0,1 0-5 0,-1 1 5 15,1 0-2-15,1 0-8 0,-1 2 8 0,1-1-2 0,1 2-4 16,0-1 4-16,1 1-4 0,0 1 0 0,0-1 2 0,1 0 2 0,0 1-8 16,0 0 0-16,1 1-2 0,0 1 2 0,0 0 0 0,1 0 4 15,-1 1-8-15,1 1-2 0,-1 2-2 0,0 1 2 0,0 2 6 0,0 0-4 16,0 1 4-16,-1-1-6 0,0-1 4 0,0-2 4 0,-1 1-2 0,0 0 6 15,-1-1-8-15,-1-1-4 0,0 1 8 0,0 0-2 0,-1 0-6 16,0 0 4-16,-2-2-12 0,-1 1-4 0,0-1 7 0,-2-1-11 0,1-1-4 16,-2 1-24-16,0-3-12 0,-1 0-9 0,-1-1-15 0,1-2-9 0,-1-2-31 15,-1 0-33-15,1-3-66 0,1-2-71 0,1-2-95 0,-1-2-125 16,2-1-109-16,0-3 103 0,1-3-41 0</inkml:trace>
  <inkml:trace contextRef="#ctx0" brushRef="#br0" timeOffset="96591.87">13048 14708 1245 0,'7'-14'324'0,"1"-1"-85"15,3-3-26-15,-2 3-62 0,0 2-38 0,1 3-35 0,0-1-26 16,0 0 0-16,0 1-25 0,0 0-10 0,0 1 3 0,0 0-13 0,0-1 2 16,-1-2-18-16,1-2-34 0,0-2-65 0,-1 0-111 0,2-2-149 0,1 0-190 15,1-1 29-15,0 0-56 0</inkml:trace>
  <inkml:trace contextRef="#ctx0" brushRef="#br0" timeOffset="97088.87">9326 14348 3256 0,'-13'-2'61'0,"4"-3"-10"16,1-3-13-16,9-5-14 0,8-3-6 0,9-3-16 0,9-5-2 16,5-2-4-16,10-2 1 0,7-2 1 0,5 0-4 0,9-1-6 0,2-2-3 15,6 1-5-15,4-1-15 0,4 1-13 0,8 2 10 0,2 1 3 16,6 0 6-16,2 2 22 0,3 1-7 0,5 3-7 0,2 1 14 0,3 3-2 16,3 2-1-16,2 1 15 0,4 2 0 0,1 0-14 0,2 2 1 0,2 2 1 15,0 2-4-15,5 2 20 0,-1 3-9 0,1 3-2 0,0 2 9 16,-2 3-2-16,0 4 9 0,-2 1 2 0,-2 3 2 0,-2 3-1 0,-4 3 3 15,-3 2 1-15,-5 3-8 0,-4 4-8 0,-4 2-2 0,-7 2-19 0,-4 2 22 16,-7 3-1-16,-3 3-5 0,-6 2 4 0,-5 2-11 0,-6 2 7 16,-4 2 8-16,-8 0 12 0,-5 2-7 0,-6-1-3 0,-5 1 5 0,-5 1-4 15,-5 1-6-15,-5 3 2 0,-9 0-5 0,-6 2-2 0,-9-1 9 16,-6 1-11-16,-10 2 0 0,-8-1 4 0,-6 0 4 0,-6 0 6 0,-7-1 10 16,-7 0-13-16,-5-1 20 0,-7-2-8 0,-5-1-10 0,-4-2 9 15,-7-4-24-15,-5 0-3 0,-3-4-10 0,-6-2 1 0,-1-2-4 0,-2-3-6 16,-5-5 3-16,1-3-6 0,0-2-4 0,-2-4 19 0,3 0 1 0,2-4-6 15,0-1-4-15,3-2-16 0,3-2-5 0,0-4-5 0,5-5 7 0,4-3-8 16,3-4-10-16,7-4-14 0,1-5-52 0,5-4-37 0,4-5-85 16,1-3-100-16,7-4-130 0,4-2-72 0,3-5 118 0,6-1-18 0</inkml:trace>
  <inkml:trace contextRef="#ctx0" brushRef="#br0" timeOffset="98056.88">15028 14726 1780 0,'53'2'160'0,"12"0"-57"0,22 0 16 0,3 0 1 0,-1-1-41 16,8-2-36-16,5-1-18 0,7-2-7 0,7-1-10 0,4 0-2 15,5-1-3-15,1 0 8 0,1 1 2 0,3 0-9 0,-1 1-4 0,1 1 0 16,1 2 2-16,-1 0-2 0,-2 1 1 0,1 1-1 0,0 2-3 16,1 1 6-16,-1 1-1 0,2 0-2 0,0 1 2 0,1 1-4 0,4 2 4 15,0 1 1-15,1-2 1 0,2 2-1 0,1-2-3 0,2 0-3 0,2-2 0 16,2 1 2-16,1-1-6 0,-1 0 4 0,3-1-1 0,-1 0-1 15,2-2 8-15,0 2-1 0,3 1 2 0,0 1 1 0,0 0 3 0,0 1-4 16,0 0-5-16,-2 2-1 0,-1-1 1 0,-1 4 4 0,-4 1 3 16,1 1-3-16,-2 0-9 0,1 0 6 0,0 2 3 0,-1 2 5 0,-1 1 3 15,-1 0-3-15,-3 3-7 0,-2-2 4 0,1 0 8 0,-2 1-8 0,-1-4 6 16,0 1-11-16,-2-1 0 0,-4-3 11 0,-1 1 5 0,2-1 6 16,-2-3 1-16,1-1-12 0,0-3-1 0,-2 0-2 0,-1-3-5 0,-4-1-2 15,-2-1 6-15,-3-2-4 0,-2 0 5 0,-3-1 0 0,-3 0-6 0,-4-1 6 16,-2-1-5-16,-2-1 4 0,-5-1 1 0,0 0-1 0,-5-1 12 15,-2 0 1-15,-6 1 3 0,-2-2 2 0,-4 0-5 16,-3 1-2-16,0-2-6 0,-2 1-2 0,-2-1-10 0,-2-1-1 0,0 1 2 0,-2-1-2 0,-2 0 6 16,2-1 10-16,-3-1 0 0,-1 0-1 0,0 0-1 0,-4-1-10 15,-1 0 4-15,-2 1 3 0,-4 1-11 0,-2 0 6 0,-3 1-7 0,-2 0-1 16,-3 2 6-16,-2-1-5 0,-1 1-1 0,-3 0 0 0,-3 1 1 16,-2 0 2-16,-2 1-2 0,-4 1-5 0,-1 0 4 0,-2 0-7 0,-1 0 7 15,-2 1-9-15,-1 2-10 0,-4-1-5 0,-1 1-10 0,-1 1-6 0,-1-1-3 16,-3 0-11-16,0 0-16 0,-3 1-14 0,0 0-26 0,-1-1-28 15,-2-1-33-15,-1 0-52 0,-1 0-57 0,-2-1-53 0,-1 1-37 0,-2-1 62 16,-5-1-2-16,-3-1 73 0</inkml:trace>
  <inkml:trace contextRef="#ctx0" brushRef="#br0" timeOffset="98289.87">27278 14626 2500 0,'12'-3'209'0,"2"1"-130"0,8-1-63 16,3 1-22-16,2 3-4 0,4 2-3 0,3 1 4 0,3 2 6 15,4 3 1-15,0 0 2 0,0 1 2 0,1 0 1 0,0 0 4 0,0 0 3 16,0 1-7-16,-1-1 2 0,-2 1-2 0,1-1 1 0,1 1 4 16,-1-2-3-16,1 1 5 0,-2 1-2 0,-2 1 2 0,2 1 3 0,-3 0-1 15,0 2-5-15,-4 1 3 0,-3 1-2 0,-3 1-3 0,-4 3-8 0,-4 1-14 16,-6 3-35-16,-5 5-79 0,-10 4-139 0,-10 7-225 0,-11 3-216 15,-17 5-173-15</inkml:trace>
  <inkml:trace contextRef="#ctx0" brushRef="#br0" timeOffset="100458.88">10522 16391 745 0,'-13'-3'74'0,"0"1"76"0,-2-1-2 0,5 2-19 0,4 0-38 0,0-1-31 16,2 1-12-16,1-1-8 0,0 1-7 0,2-1 1 0,0 1-6 15,0 0-11-15,2-1-8 0,-1 0-1 0,1 0-1 0,1-2 1 0,0 1-4 16,1-1-1-16,0-1 1 0,0 0 2 0,1-1 3 0,0 0-9 0,1-2 4 16,1 0-5-16,-1-1 0 0,1-1 7 0,0-1-3 0,1 1 2 15,-1 0-4-15,0 0 2 0,-1 0 0 0,1-1-3 0,-1 1 7 0,0 0-9 16,-1 2 5-16,-1-1 2 0,-1 2-1 0,0 0-1 0,-1 2-3 16,-1 1 6-16,0-1-2 0,-1 2 11 0,-1 0 1 0,1 0-3 0,-1 1 9 15,0 0 2-15,1 0 6 0,-2 2 2 0,1-1 0 0,-1 1 5 0,1 1-7 16,0 0 1-16,-1 1-6 0,1 2-11 0,-1 0 6 0,1 3-12 15,-1 0 5-15,0 2 3 0,2 1-6 0,-1 1 4 0,1-1-4 0,1 2 3 16,0 0 3-16,1 0-4 0,1 1 1 0,-1 0-1 0,2 2-7 0,0 1 9 16,1 2-4-16,1-1-4 0,0 1 1 0,1 2 2 0,-1-1 1 15,1 0-1-15,1 0 0 0,-2 1 8 0,1 0-13 0,-1 1 1 0,-2-2 10 16,0-1-9-16,0 0 9 0,-1-1 7 0,0-1-10 0,0-1 10 16,0 0-2-16,-1-1-2 0,0-1 4 0,0-1-16 0,-1 0 12 0,0 0 3 15,1-1-12-15,-1-2 10 0,1 1-10 0,-2-1-3 0,1 0 9 0,0-1-11 16,0 0 0-16,1-1-1 0,0-2 1 0,-1 2 0 0,1-2-9 15,0 0-3-15,1-1 3 0,1 0-3 0,0-1 4 0,0 0-11 0,0 0-13 16,1-1-15-16,2 0-29 0,0 0-38 0,3-2-71 0,0 0-77 0,3-2-49 16,2 0-39-16,3-3 4 0,1 0 48 0,3 2 85 0,1 1-72 15</inkml:trace>
  <inkml:trace contextRef="#ctx0" brushRef="#br0" timeOffset="100739.87">11024 16431 551 0,'-9'-10'123'0,"1"1"19"0,-2-1 27 0,2 3-9 16,2 2-33-16,2-1-29 0,-1 2-17 0,1-1-16 0,1 2-10 0,-1 0-2 16,1 1-14-16,1 0 1 0,0 1-12 0,0 0-3 0,1 1 0 15,-1 0-12-15,0 2 6 0,1 1-8 0,0 2 1 0,-1 0 8 0,-1 2 0 16,-1 1 3-16,0 1 2 0,0 2 4 0,0 1 5 0,-1 1-3 16,-2 0-3-16,0 1-4 0,0 3 8 0,0 1 8 0,0 1-2 0,-3 2-9 15,0 1-7-15,0 0-7 0,1 2 1 0,0 2 2 0,-1 1-13 0,2 1 10 16,-1 2 0-16,-1 2 1 0,0-1 7 0,-1 1-14 0,0-2 6 15,1 0-6-15,-2-2 2 0,-1 2 7 0,1-2-16 0,-1 1 0 0,3-1-2 16,-1 0-8-16,0-4 3 0,7-11 11 0,-2 2-3 0,2-1-7 0,-2 2 7 16,2-2-3-16,-1 3-9 0,2-1-7 0,0 1-17 0,0 0-17 15,2-3-14-15,0 0-36 0,1-2-63 0,1-2-70 0,1-2-63 0,0 0-28 16,1-2 9-16,1-2 42 0,2-2 86 0,2-2-106 0</inkml:trace>
  <inkml:trace contextRef="#ctx0" brushRef="#br0" timeOffset="101121.88">11129 16736 833 0,'-19'-4'654'0,"-1"2"-554"0,-2-1 73 0,4 5-29 0,5 0-40 16,2 2-26-16,3 1-23 0,2 0-10 0,2 2-7 0,2 1-10 0,-1 0-6 15,2 2-2-15,0 1-7 0,2 1 2 0,1 0-6 0,1 1-1 0,-1 0-1 16,2 0-5-16,0-1 5 0,2 0-8 0,0-2-2 0,0 0 0 15,2-1-3-15,0-1 4 0,0-2-2 0,1 0-7 0,-2-2-2 0,1-1-5 16,1-2 1-16,-1-1 10 0,0-1 1 0,-1 0-2 0,0-3 7 0,-1 0-4 16,-3-2 4-16,1 0 2 0,-1-1 1 0,0-2 1 0,0 1-5 15,-1-1 7-15,-1-1 2 0,0 0-2 0,-1-1 5 0,0 0-5 0,0 1 2 16,0 2 8-16,1-1-4 0,0 1-1 0,0 1-7 0,0 1 6 16,0 0 2-16,-1 2-1 0,1 1 1 0,0 1-8 0,0 1 6 0,0 0 2 15,0 1 0-15,0 1-10 0,0 0 2 0,2 1-1 0,0 0 1 0,1 2 8 16,0 2-8-16,1 0 3 0,1 2-6 0,-1 0 0 0,0 2-3 15,2-1-11-15,-1 2 14 0,2 0-5 0,0 1 5 0,0 0 8 0,0-1-8 16,0 2 2-16,-1 0-2 0,2 1-2 0,0 0 2 0,0 1 5 0,1 1-7 16,0 1-2-16,0 0-3 0,-2-1 7 0,2 1-3 0,1 1-9 15,-2 0-11-15,2 0-10 0,-6-9 4 0,1 3-29 0,-1 0-49 0,2 1-64 16,1 1-84-16,1 2-73 0,1 0-29 0,0-1 10 0,1 0 87 16,-1-2 33-16,3-4 38 0</inkml:trace>
  <inkml:trace contextRef="#ctx0" brushRef="#br0" timeOffset="101314.88">11768 16655 972 0,'-10'-5'505'0,"0"0"-338"0,0 1 37 0,2 2-42 0,3 1-53 0,2 0-29 16,1 1-32-16,1 0-21 0,0 0-18 0,2 1-6 0,1 0 5 0,2 2-7 16,2 0-7-16,1 3 3 0,1 1-4 0,3 0 7 0,1 1-3 15,2-1-14-15,1 1-1 0,0 1-12 0,2-2-6 0,0 1-6 0,2 0-14 16,2 0-16-16,-1 0-42 0,0 1-35 0,1-2-40 0,0 1-16 15,-1-2 1-15,2 2 7 0,0-1 15 0,-2 0 4 0,1-1 26 0,0 1 32 16,-1-2 36-16,0 1-114 0</inkml:trace>
  <inkml:trace contextRef="#ctx0" brushRef="#br0" timeOffset="101772.21">12100 16955 1158 0,'-8'2'189'0,"-1"0"12"0,-1 0-28 0,2 1-44 0,3 0-55 0,1-1-26 16,1 1-30-16,2 1-11 0,1-1-8 0,1 3-8 0,1 0 9 0,1 1-10 16,3 2 5-16,1 0-10 0,2 1-16 0,2 0 0 0,1-1-20 15,1 1-37-15,3-2-44 0,2-2-46 0,-1 1 1 0,1 0 8 0,1-2 9 16,0 1 17-16,-1-2-2 0,2-1 12 0,0-2 21 0,0 1 22 0,0-2 25 16,0 0 24-16,-2 0 17 0,0-1 12 0,-2-1 9 0,-1 0 2 15,-3-2 5-15,0 0 7 0,0-2 9 0,-3-1 12 0,1 1 15 0,-2-1 14 16,-3-2 12-16,1 0 12 0,0 0 17 0,-2 0 11 0,2 0 13 15,-1 0 4-15,0 1-3 0,-1-1-4 0,0 1-16 0,-1 2-11 0,0 0-7 16,0 0-14-16,0 0-8 0,1 0-13 0,-2 2-16 0,1 2-11 0,0 0 1 16,1 0-9-16,0 0-2 0,0 1-5 15,0 1-4-15,1 1-4 0,1 0-4 0,2 1 5 0,1-1-3 0,0 1 0 0,2-1-2 0,1 0-7 16,0 0 5-16,2 1-4 0,-2 1 3 0,1 0-1 0,-1 0-5 0,1-1 10 16,-1-2-6-16,-1-1 6 0,0-2 2 0,0-1-1 0,-2-2 6 15,1 0 0-15,-1 3-2 0,-1-3-1 0,-1-1 1 0,0 0 0 0,-1-2 4 16,0 0-3-16,-1-1-2 0,0-1 3 0,0 1-5 0,-2-2 7 15,0-1-3-15,-2 1-2 0,0 0 2 0,-2 1-6 0,-1-1 8 0,-1-1-2 16,-1-1-2-16,-3 1 2 0,-1-2-7 0,-2 1 7 0,-1 0 1 0,-1 0 1 16,-1 1-4-16,-2-2 0 0,1 0-3 0,1 0-3 0,-1 2 5 15,2 1-9-15,0 2-2 0,1 2 1 0,4 4-4 0,-1 1 2 0,1 2-5 16,0 1 4-16,0 1-5 0,0 1-4 0,2 2-9 0,0 4-22 0,0 2-14 16,0 3-28-16,1-1-27 0,1 3-35 0,1 1-36 0,2 2-25 15,1-1-24-15,2 3 8 0,1-1 47 0,4 0-11 0,2 1 27 0</inkml:trace>
  <inkml:trace contextRef="#ctx0" brushRef="#br0" timeOffset="101938.87">13045 16831 1030 0,'-8'0'356'0,"2"2"-226"0,-2 0 14 15,4 2-52-15,2 0-38 0,-1 2-27 0,2 2-20 0,2 1-5 0,1 3-8 16,1 0-4-16,1 2 0 0,2 2-10 0,0 2-2 0,2 0-26 0,-2 0-62 15,1-1-47-15,0-3-64 0,1 1-28 0,0 0 6 0,0-1 11 16,2-1 58-16,0-2 42 0,2 0-56 0</inkml:trace>
  <inkml:trace contextRef="#ctx0" brushRef="#br0" timeOffset="102371.87">13356 16567 998 0,'-9'-11'562'0,"1"1"-393"0,0-3 17 0,4 3-36 0,2 3-47 15,1 0-47-15,0 1-46 0,2 0-20 0,1 0-9 0,2 2-22 16,4-1 7-16,3 2-9 0,2 1-5 0,3 1 6 0,0 2 2 0,2 2-2 16,-1 2-5-16,0 1-9 0,-2 2-20 0,0 2-6 0,1 1-4 15,-1 2-1-15,-2 1 4 0,0 2 3 0,-2 0 25 0,0 2 18 0,-2 1 17 16,-2-1 14-16,0 1-1 0,-1 0 11 0,-2 2 1 0,-1-2 9 0,-1 1 5 16,-1 0 3-16,-1-1 11 0,-1 0 5 0,0-2 11 0,-1-3 10 15,1 0 0-15,0-2-1 0,0-2-5 0,1 0-6 0,1-4-8 0,-1 0-5 16,2-3-8-16,1-1-9 0,0 0-4 0,1-1 3 0,1 0-5 0,1-1 1 15,1-2 1-15,2-2 3 0,-2-1-2 0,2-1 1 0,0-1-5 16,0-2 3-16,0 0 0 0,0-3 2 0,0-1 3 0,0 0-1 0,0-5 2 16,1 0 1-16,-2-1-7 0,1-1-1 0,0 0-2 0,-1 1-6 0,0-1 5 15,1 1-6-15,-1 1 7 0,0 0 0 0,0 1-8 0,-1 1 4 16,0 1 0-16,-1 1 0 0,-1 3 1 0,0-1-2 0,1 2 0 0,0 2 2 16,-1 0 0-16,2 1 3 0,1 1-7 0,0 0 1 0,2 2-1 15,-1 2 2-15,3 1 0 0,1 2-10 0,1 2 10 0,1 1 1 0,1 4 0 16,1 1 4-16,2 2-11 0,1 3-4 0,3 2 1 0,1 4-3 0,-2 0 8 15,1 2-5-15,-3 3 1 0,-1-2-4 0,-1 2-3 0,0-1 4 16,-4 2 4-16,1-1 1 0,-1-1 0 0,-3 0-4 0,-1-2 1 0,-2 0-2 16,-1 0-4-16,-2-2-1 0,-2 1-1 0,-2-1 1 0,-2-1 4 0,-1 0-5 15,-2 0-14-15,-3-2-16 0,0 0-36 0,-4 0-30 0,-1-1-30 16,-2-5-53-16,-1 1-47 0,1-2-47 0,-3-2-17 0,8-4 61 0,-2-1-74 16</inkml:trace>
  <inkml:trace contextRef="#ctx0" brushRef="#br0" timeOffset="102495.88">13917 16429 833 0,'-3'-19'482'0,"1"0"-306"0,2-5 28 0,3 3-39 0,1 3-32 0,2 1-56 16,0 1-34-16,2 1-21 0,4 2-18 0,4 1-5 0,3 1-12 0,4 2-3 15,4 1-6-15,2 1-13 0,4 4-51 0,0 1-56 0,2 3-73 16,2 2-74-16,1 2-48 0,3 1-9 0,1 2 83 0,2 3-62 0</inkml:trace>
  <inkml:trace contextRef="#ctx0" brushRef="#br0" timeOffset="103324.88">14931 16967 1115 0,'0'-3'757'0,"1"2"-617"0,1-1-4 0,3 3-35 0,2-1-16 16,5 1-36-16,4 2-26 0,6 2-6 0,9 1-11 0,5 2-5 0,6 2-1 15,5 1-1-15,3 2 2 0,5 2-7 0,2 1-8 0,3 0 7 16,-29-7 4-16,9 3 3 0,0 0-2 0,9 3-21 0,1 1 3 0,10 4-13 15,1 0 8-15,10 3-1 0,1 1-6 0,2 0 2 0,1 0-4 0,-2 2 15 16,3-2 5-16,-1 3 10 0,1-1 5 0,1 0 1 0,1 1 3 16,1-1 3-16,0 3 3 0,-1 0 1 0,2 0 5 0,1-1 10 0,-1 3 2 15,1-1 27-15,-1 1-11 0,-40-15 4 0,5 1 1 0,2 1-23 16,3 1 13-16,1 0-2 0,5 2 2 0,1 0 3 0,5 2 4 0,0 1 0 16,5 1-1-16,0-1-3 0,5 3-5 0,0-2-13 0,5 4 9 0,0-3 7 15,5 3-6-15,0-2 22 0,0 1 2 0,1-1 18 0,-1-1-13 16,1 1-26-16,1-2-20 0,-1 1-38 0,2-1 16 0,0-1 11 0,2 1-12 15,0-2 9-15,3 0 6 0,0-1-19 0,1 0 6 0,3 1-12 16,0-1 5-16,2 2 6 0,2 0-14 0,0-1 6 0,3 1-22 0,0 0 25 16,1-1 4-16,1 2-16 0,1-2-5 0,1 2-14 0,0-1 3 15,2-2 117-15,0 3-2 0,1-2-9 0,0 1 12 0,2-1-111 0,-1 0 24 16,-1-1-3-16,1-2-5 0,0-2 26 0,1 0-17 0,-2-1 19 0,1-3 19 16,1 0-13-16,-1-2 24 0,1-1-11 0,-1-2 27 0,0 0-4 0,0-4 21 15,0 0 1-15,1-2-51 0,-1-2 34 0,0-1 13 0,1-3-5 16,1-1-2-16,2 0-15 0,-2-3-34 0,0-2-18 0,-1-2 0 0,0-1 0 15,1-2 0-15,-2-1 0 0,-1-2 0 0,-1-2 0 0,-2-1 0 0,-1-2 0 16,-2-1 0-16,-1-1 0 0,-2-2 0 0,-3-1 0 0,-1-2 0 16,-3 0 0-16,-1-1 0 0,-2-1 0 0,-1 0 0 0,-2-1 0 0,-1-2 0 15,-1 1 0-15,-2-2-30 0,-1 1-32 0,-1-2 56 0,-3 1 8 0,0-1-16 16,-1-1 36-16,-1 0 6 0,-2 1-10 0,0-1 4 0,-2 1-16 16,0 0-12-16,61-35-10 0,-13 7-6 0,-12 6 14 0,-11 6-16 0,-11 8 2 15,-10 5 14-15,-13 7-19 0,-11 6 35 0,-7 4 4 0,-3 1-26 16,-5 2-2-16,-3 3-2 0,-4 0-11 0,-3 2 2 0,-3 2-10 0,-3 3-23 15,-2 0 5-15,-5 2-30 0,-1 1-3 0,-3 1-14 0,-2 3-16 0,-2 0-5 16,-2 0-32-16,-2 0-19 0,-1 1-28 0,-1-1-53 0,-1 1-49 16,-2 0-51-16,-2 0-16 0,-1 1 28 0,-4 1 47 0,-1 0 76 0,-3 1 70 15,-3 0 64-15,-3 1 42 0,1 0 23 0,-2-1 13 0,1 1 3 0,4-2 4 16,0 1 5-16,3-1 3 0,4-1 11 0,1 1 15 0,4-2 15 16,0 1 21-16,1 0 17 0,0 0 19 0,1 0 26 0,-1-2 16 0,1 1 4 15,0 0 6-15,-1-1-16 0,1-1-16 0,0-1-11 0,0 1-13 16,1-2 6-16,-1 1-11 0,1-2-9 0,0 0-16 0,1 1-26 0,0-2-7 15,0 0-23-15,0 0-4 0,1-1-7 0,0-1 1 0,1 1 9 0,0-1-17 16,1 0 2-16,1-1-5 0,1 0 0 0,1 0 14 0,0 0-1 16,1 1 4-16,2 1 8 0,0-1 6 0,0 1 7 0,0 0 14 0,3 1 8 15,-1 1-1-15,2 0 2 0,1 1-5 0,-1 0 6 0,3 1 1 0,0 2-4 16,2-1-6-16,0 2-11 0,4 0 8 0,1 3 5 0,2 0-2 16,2 1-1-16,1 3-1 0,4 0 15 0,0 2-1 0,2 1-3 0,1 1-4 15,2 1-7-15,0 0 10 0,2 2 8 0,0 0-10 0,0 1 0 16,0 0-7-16,0 0-19 0,-2 1 14 0,-1 1-18 0,-2 1-2 0,-3 1-5 15,-3 1-25-15,-1 2 15 0,-3 1-25 0,-5 4 6 0,-2 3-15 0,-11-12-30 16,-1 4-16-16,-3 0-56 0,-4 6-68 0,-6 3-113 0,-6 7-238 16,-8 4-265-16,-13 5 102 0,-11 7 114 0</inkml:trace>
  <inkml:trace contextRef="#ctx0" brushRef="#br0" timeOffset="115006.88">9291 6958 464 0,'-1'-7'38'0,"2"1"-21"0,2-1-13 0,2 2-1 0,0 2-1 16,2 1-2-16,-1 0 1 0,2 0-4 0,-1 1-2 0,1 2-2 0,0 0-7 15,-1 1-4-15,-1 1-9 0,-2 0-11 0,1 1-3 0,-2 0-13 16,1-1-12-16,-1 1 7 0,0-1 1 0,-1-1-8 0,0 0 7 0</inkml:trace>
  <inkml:trace contextRef="#ctx0" brushRef="#br0" timeOffset="115049.87">9425 6910 1 0,'1'-5'0'0</inkml:trace>
  <inkml:trace contextRef="#ctx0" brushRef="#br0" timeOffset="115805.88">10066 6980 1074 0,'-17'-14'90'0,"0"-1"-50"16,-1-3-16-16,5 6-6 0,5 2-4 0,1 2-4 0,1 1-2 0,0 1-8 15,2 0-2-15,-1 0-5 0,0 1 0 0,1 1-5 0,0 0-3 16,-1 0 3-16,1 0-3 0,-1 0 5 0,0 0 3 0,1 0-1 0,-1 1 2 16,1-1 4-16,0 0 3 0,0 0 1 0,2-1 4 0,-1 1-1 15,1-2 1-15,1 1 4 0,0 0-1 0,1-1 4 0,1-1-1 0,2 0 6 16,1-1 1-16,3 0-1 0,2-1 1 0,3-2-3 0,1 0-1 0,5-2 2 16,0-1-3-16,4 0 1 0,2 0 0 0,1-2 0 0,3-1 1 0,1-1 0 15,2 1 3-15,-1 0 1 0,2 0 3 0,-1 1-4 0,2 1 4 16,0 0 1-16,1 0 2 0,0 0 3 0,0 2-1 0,1-1-1 0,1-1-5 15,2 1 0-15,1 1-3 0,0 0 1 0,2 1-4 0,-1 1-3 16,2 2-5-16,2 0-1 0,0 2 4 0,1-1-5 0,1 1 5 0,0 1-3 16,1 1 0-16,0 1 0 0,1 1 0 0,1 0 2 0,2 1-9 0,1 1 0 15,0 0 2-15,1 0-3 0,0 0 6 0,-2 0-5 0,1 1 0 16,-1 0-3-16,-1 0-1 0,-1 1 4 0,-3 0-3 0,0 1 3 16,-3 0-1-16,-1 2 4 0,-2 1-4 0,-2 2 0 0,-4 3 8 0,-1 2-4 15,-4 0 3-15,-2 4 3 0,-4 1-8 0,-1 2 0 0,-5 3-2 0,-4 2 3 16,-3 1-1-16,-1 2 4 0,-2-1 2 0,-1 3-5 0,-3 1 0 0,-1 1-3 15,-2 2 1-15,-1 0 2 0,-2 0-6 0,0 3-1 0,-2 0 0 16,-1 4 0-16,-1 0-3 0,-1 3 5 0,-2 3-3 0,-3 3 3 0,-6 3 7 16,-2 0-5-16,-5 3 4 0,-3-1-7 0,-1 0 3 0,-4 0 1 15,-1-4-1-15,-1-2 4 0,-3-1-4 0,-1-5-8 0,0 0 3 0,0-5 2 16,1-2 3-16,-2-2 7 0,-2-2 0 0,1-2-3 0,-2-2 0 0,-1 0 0 16,-1-2 2-16,0-2-2 0,-1 0 0 0,0-2-1 0,1-3-2 0,-1-2 2 15,0-2-3-15,-1-2 4 0,-2-2-3 0,-1 0 1 0,0-2 1 16,0-2-5-16,0-3 5 0,1-2 1 0,0-4 5 0,2-3 7 0,2-3 0 15,3-4 5-15,0-2-3 0,3-5 1 0,2-4-5 0,-1-3-1 0,1-3 2 16,-1-2 0-16,-4-2 3 0,2 0-1 0,0-2-2 0,-1-4 0 16,3 0 7-16,0-1 6 0,0-3-1 0,3-1 0 0,1-2-9 0,3 0-8 15,0-2 2-15,5-1-1 0,1-1-3 0,4 1 2 0,1 0-5 0,4 2 1 16,2 3-3-16,3 1-5 0,0 3 9 0,1 1-1 0,1 4 3 16,1 2 5-16,2 3-13 0,1 1-1 0,0 2 2 0,1 1-7 0,0 1-1 15,1 0-3-15,1 1-2 0,1-1 0 0,0-1-8 0,0 1-6 16,-1 0-5-16,1 1-4 0,1 3-7 0,0 1-54 0,0 2-72 0,2-2-90 15,0-1-135-15,3 0-84 0,2-4-154 0</inkml:trace>
  <inkml:trace contextRef="#ctx0" brushRef="#br0" timeOffset="162941.59">9347 9874 1602 0,'-1'-4'223'0,"1"1"-220"0,1 0-76 0,3 0-15 0,3 3 27 0,1-1 32 15,5 0 12-15,2 2-1 0,2 0-1 0,3 0-5 16,2 1 2-16,2 0 0 0,3 0-1 0,3 1 6 0,1 0 1 0,4 0 6 0,1 0 5 15,2 1 0-15,3-1 5 0,1 1 1 0,2 0 4 0,2 0 7 16,2 1 3-16,3-1 4 0,1 1 1 0,3-1 2 0,1 1-1 0,2 1 5 16,2 0 1-16,2 1 1 0,1 0-3 0,2 1-1 0,-1 0-3 0,1 0-4 15,2 0 1-15,-1-2-4 0,1 1-3 0,-1 1 7 0,1-2-2 16,0 0 4-16,-4 0 9 0,1-2-3 0,-3-1 13 0,0 0-5 0,-1-2 0 16,-2 0 3-16,-1-1-4 0,-5-2-2 0,-1-1-8 0,-2 0-5 0,-3 0-1 15,0-1 2-15,-5 0-6 0,-4-1 0 0,-1 1-6 0,-6 0-1 16,0 0 4-16,-5 0-9 0,-3 0-1 0,-1 0-4 0,-5 1-18 0,-3-1-31 15,-2 0-55-15,-3-1-56 0,-2 0-47 0,-1-2-44 0,-3-1-50 0,-3-2-75 16,-2-4-128-16</inkml:trace>
  <inkml:trace contextRef="#ctx0" brushRef="#br0" timeOffset="174259.45">28362 9553 457 0,'0'3'128'0,"1"-1"-91"0,-1 2 5 0,2-1 15 0,1-1 13 16,0 1 3-16,1-1-16 0,0 0-16 0,1 1-20 0,0-1-5 0,2 0-6 15,0 0-1-15,1 1-3 0,1-1-6 0,1 0 0 0,1 0 0 16,0-1 1-16,1 1 0 0,2 1 3 0,1-1-1 0,1 1-3 0,-1-1 3 15,1 1-4-15,1 0 3 0,0 1 4 0,3-1 7 0,0 1 9 0,1 1 7 16,3 0 11-16,2 1 5 0,1-2-7 0,4 1 3 0,1-1-8 16,1-1-4-16,2 1 1 0,1-2-6 0,1 0-1 0,2 1-9 0,1-2 0 15,-1 0-2-15,2 1 5 0,-1 0-1 0,0 0 6 0,0 0 9 16,0-1 2-16,-1 1 2 0,0-2 2 0,2 1-3 0,0 0-2 0,1-1-4 16,0 1-4-16,-1-1-6 0,2 0-6 0,1-1 0 0,0 0-5 0,2 0-3 15,2 1 0-15,1-2 0 0,3-1-3 0,-1 1 2 0,1 0-3 16,1 0 0-16,2 0 0 0,-1 0 0 0,-1 1 0 0,0-1 1 0,-1 2 0 15,0-1 1-15,-1 0 2 0,-1 1-2 0,-1 1 6 0,-1 0 0 16,-3 1-1-16,0-1 1 0,0 0 4 0,0 1 5 0,-1 1 0 0,-3-1 0 16,2 0-8-16,-3 1 0 0,0-1-4 0,2-1 1 0,-1 2-4 0,0-1 1 15,0 1 1-15,1 0-1 0,-3 0 1 0,1 0-4 0,0 0 3 16,1 2-6-16,1 0 13 0,0 0 4 0,-3 2-4 0,1 0 9 0,-1 1-12 16,-2-1-4-16,0 0 4 0,-3 2 2 0,0 0 8 0,0 0 6 0,-2-1 2 15,0 0 7-15,-2-1 6 0,-3 0 3 0,1 2 1 0,-5-1-6 16,2 0-3-16,-2 0-9 0,0-1 0 0,1 0-2 0,-2-1-5 0,2-1 0 15,-3 0 21-15,-1 0 3 0,1 0-5 0,-12-3-2 0,2 1-26 0,-2-1-7 16,2 1 2-16,1-1 4 0,1 1-2 0,-2 0 1 0,0-1 4 16,1 1-4-16,-2-1 0 0,0-1 1 0,-1 1 1 0,-1-1 2 0,-2 0-4 15,-1 0 10-15,2-1-4 0,-2 0 1 0,-1 0 1 0,0-1-7 16,0 0 4-16,-1 0-7 0,0 0 2 0,0 0-3 0,0 0-1 0,-1-1 3 16,1 0-5-16,2 0-2 0,0 0 1 0,0 0 1 0,0-1-2 0,2 0 2 15,2 0-5-15,1 0 2 0,1-1 0 0,0-1-6 0,1 0 4 16,4-1 2-16,1 1-2 0,-1-2 5 0,-1 0 0 0,3-1-1 0,0 0 2 15,-1 0 1-15,-3-1 9 0,1-1 6 0,-1 1 9 0,0-2 7 0,-2-1 0 16,-1-1 3-16,0-1-4 0,-1 0-4 0,-1-3-2 0,-1-1-6 16,-1 1-2-16,1-4-5 0,-1 0-9 0,-2-1-4 0,1-2 5 0,-1-1-2 15,1 1 6-15,-1-4 1 0,-1 2-8 0,-1-2 3 0,0 0 0 16,0-1-5-16,-1 0 4 0,-1-1 5 0,-2 0-8 0,0 0 6 0,-1 0 2 16,-3 1-4-16,0-1 7 0,-3 3 4 0,-1-1-5 0,-3 1 4 0,-2 0-1 15,-1 3 0-15,-3-1 2 0,-3-1-1 0,-1 2 1 0,-5-1 8 16,0 0-4-16,-3 0 3 0,-1 0-3 0,-4-2-13 0,1 1 8 0,-3-1-4 15,-9-4 0-15,-28-20-35 0,8 6-1 0,7 8-4 0,14 9-1 0,-1 0 33 16,-2 0-1-16,-1 1 3 0,0 2-1 0,-4 0-1 0,-3 2 3 16,-1 1-3-16,-2-2 1 0,1 3 0 0,-2-1-21 0,-2 1-2 0,0 3 1 15,-1-1 4-15,1 1 14 0,-1 1 14 0,0 3 0 0,0 0-1 16,-1 1-1-16,2 1-10 0,0 1-4 0,1-1 0 0,0 1 6 0,2 0-4 16,1 0 4-16,1 1-1 0,-2 0-3 0,0-1 6 0,-2 0-1 0,1-1-1 15,-1 1-4-15,0 1 0 0,1-1-2 0,-1 1 0 0,1-1 2 16,0 1 2-16,-1 0 0 0,-1 1 1 0,-1 0-1 0,-1 1-2 0,0 1 2 15,2 1-6-15,-1 1 4 0,0 3 4 0,1 0-4 0,3 1 2 0,-1 1 1 16,1 0-1-16,0 2 0 0,0 0 0 0,1 2-1 0,1 0-2 16,-2 0-3-16,2 2 0 0,-1 1 3 0,2-1 2 0,1 0 3 0,-1 2-6 15,0 0 4-15,1 2-2 0,1 0 0 0,0 1 4 0,3 1-6 0,-2 0 0 16,1 3-2-16,0 1 3 0,3 1-3 0,1 0 8 0,2 2-1 16,1 2 3-16,0 0-5 0,1 1-10 0,2 1 0 0,2 0-1 0,4 1 8 15,1 0 13-15,4 1-2 0,1 1 1 0,3-1-13 0,2 1-1 16,4-1-3-16,1 1 2 0,3-1 3 0,3 3 0 0,1 1-2 0,3-2 1 15,3 1-1-15,2-2 1 0,2 1 1 0,3 0-2 0,2 1 2 0,4 1-3 16,1 1 3-16,3-1 1 0,2 1-14 0,1-2 5 0,1 1 1 16,3-1 5-16,2-1 15 0,1 0 3 0,3-1-7 0,0 1-5 0,3 0 0 15,2 0-6-15,-1 0 2 0,3 2 1 0,-1 1 1 0,4-1 0 0,0 1-2 16,2-2-2-16,0-2 3 0,-1-1-1 0,0 1 5 0,1-3-3 16,1 1 0-16,0-2 2 0,2-2 2 0,1 2 3 0,0-2-7 0,1-2-11 15,3 0-1-15,-1 1 5 0,2-4 12 0,6 2 11 0,-1-2 0 16,2-2-5-16,3-1-8 0,-1-3-3 0,3 0 4 0,1-2 1 0,1-1-1 15,1-1-2-15,-1-1-1 0,0 0-4 0,0 0 5 0,-2 0-2 0,-1-1 0 16,-3 0 5-16,-2 0-1 0,-2-1-3 0,-3 0 3 0,0-1-2 16,-4 1 3-16,-1 2-1 0,-3-1 1 0,-2 1-3 0,-2-1 2 0,-2 0 1 15,-1 1-1-15,-4-1-3 0,-1 0 3 0,-3 0-4 0,1 1 4 16,-3-1-3-16,-1-1-1 0,-3 1 4 0,-1-1-2 0,0 1 0 0,-3-1 0 16,-1 1-2-16,-1-2 1 0,-1 1 1 0,0 0-2 0,-2-1 2 0,0 0-2 15,-2 0 2-15,0 1 1 0,-1-2 3 0,-2 1 1 0,2 0-1 16,-3-1 3-16,1 0-4 0,-2-1 10 0,0 1 1 0,0 0 3 0,-1 0 3 15,-1-1-8-15,1 0 1 0,-1 0-4 0,-1 0-3 0,0 0-1 16,-1 0 2-16,0 0-3 0,-1-1 0 0,-1 1 5 0,1-1-7 0,0 0-3 16,0 0 1-16,1 1-2 0,0-1 0 0,-1 1 2 0,2 0 2 0,-1 1-4 15,1-1 6-15,0 0-5 0,1 1-1 0,1-1 0 0,-2 1 0 16,1-1-1-16,1 1 6 0,0-1 1 0,1 1-4 0,-1 0-2 0,-1-1-6 16,1 1 6-16,-1 0-2 0,2 0 6 0,-1 0-4 0,0 0-4 0,1-1 4 15,-1 1-2-15,0 1 2 0,0-1 6 0,0 0-4 0,0 0-4 0,1 0 8 16,-2 0-12-16,1 0 6 0,0 0 4 0,-1 0-10 0,2-1 6 15,-2 1-2-15,1-1 0 0,1 0 2 0,-2 1 0 0,1-2 0 0,0 1-3 16,1 1 3-16,-1-1 0 0,0 0-4 0,1 0 4 0,0 1-2 16,1-1-2-16,-1 0 4 0,1 1-7 0,-1 0 3 0,2 0-2 0,0 1-3 15,0-1 0-15,2 0-1 0,-1 1-4 0,2 0-16 0,0 1-10 0,3 0-23 16,0 1-14-16,3-1-9 0,2 0-19 0,1-1-18 0,3 0-29 16,2-1-55-16,3-1-100 0,1 0-71 0,2-1-65 0,3 1-46 0,-1 1-223 15</inkml:trace>
  <inkml:trace contextRef="#ctx0" brushRef="#br0" timeOffset="175275.45">8819 8448 2247 0,'-6'-12'65'0,"2"2"-55"0,0-2-16 0,4 4 2 0,4 3 1 15,-1 1 3-15,3 1 1 0,2-1-4 0,2 1-3 0,2-1 3 16,1 0-4-16,2 1-2 0,2-2-12 0,3 0-9 0,1 0-5 0,6-1-7 16,3-1 4-16,2-2 2 0,3-1 4 0,2-3-2 0,2-3 6 15,4-1 8-15,3 0 16 0,2-3 10 0,2-1-2 0,2-1 3 0,2-2-6 16,3-2-1-16,3 2 3 0,1-1-2 0,2-1 1 0,2 0 3 0,0 1-5 16,2-2 3-16,1 1-1 0,2 1 0 0,0 0 7 0,1 3 2 0,0 0 0 15,0 2-1-15,0 4 0 0,-1 1-2 0,-2 3 0 0,0 3 0 16,-2 3-1-16,-1 4-4 0,-2 4 3 0,-1 4-5 0,-2 5 4 0,-2 4-3 15,-1 5 0-15,-3 6-2 0,-1 6 0 0,-2 6-3 0,-3 3-3 16,-1 6 2-16,-4 4 0 0,-2 5-6 0,-2 2-5 0,-4 2-3 0,-2 0-4 16,0-4 3-16,-1-4 11 0,-1-6 8 0,-1-6 6 0,-1-5 8 0,-3-4 4 15,0-3 3-15,-3-1 2 0,-3-4 5 0,-2 1 0 0,-3-2-1 16,-3 2 1-16,-4 1-2 0,-2 1 5 0,-3 4-4 0,-4 1-9 0,-3 4 1 16,-2 2-8-16,-5 2-2 0,-3 5 3 0,-3 0-8 0,-4 0-1 0,-4 1 2 15,-3 0-4-15,-3 0-1 0,-4-2-6 0,-5-2-3 0,-2-2 0 16,-4-1-3-16,-4 0 0 0,-3-3-1 0,-4-1 10 0,-5-2 9 0,-4 1 4 15,-4-5 8-15,-2 1-1 0,-3-2-10 0,-3-2 7 0,-2-2 0 16,1 0 7-16,-3-2 8 0,-2-2 7 0,0 1 7 0,-4 0-2 0,2-2 3 16,-2 2-2-16,1-1-4 0,0-1-2 0,1 0 0 0,4-1-3 0,0 0 0 15,5-3-7-15,4-1-3 0,3-2 3 0,4-2-8 0,7-2-3 16,4-3-5-16,5-2-8 0,6-2 1 0,5-2 1 0,4-2-9 0,6-2-11 16,3-2-26-16,4-2-27 0,2-3-46 0,4-2-38 0,2-6-43 0,5-3-46 15,3-5-53-15,3-5-65 0,3-4-61 0,3-6-298 0</inkml:trace>
  <inkml:trace contextRef="#ctx0" brushRef="#br0" timeOffset="175610.45">12663 5362 1501 0,'-18'37'-46'0,"-3"6"-25"0,-5 15 10 15,5 3 17-15,3 1-7 0,-2 5-6 0,1 6-27 0,-3 4-27 16,-1 7-31-16,1 4-39 0,-1 3-30 0,0 4-130 0</inkml:trace>
  <inkml:trace contextRef="#ctx0" brushRef="#br0" timeOffset="175975.45">11441 9335 1364 0,'-60'139'92'0,"-6"20"-36"0,-14 42 2 0,8-12 15 16,11-16 17-16,2 0-13 0,2-1-12 0,2-3-1 0,1-3-7 0,2-5-1 15,5-2-8-15,4-5-15 0,4-2-10 0,1-7-7 0,6-2 5 16,1-6 11-16,2-5-5 0,1-2 0 0,2-1-6 0,1 1-9 0,2-1 3 16,3-3 3-16,0-2-6 0,1 0-6 0,1 1-11 0,-1 0 5 0,0-1 6 15,1 0 1-15,-3 0 6 0,-2 1-16 0,1 0 6 0,-3-3 3 16,0 0-1-16,-1 0 9 0,-1 2-16 0,-2 1 4 0,-2-1-2 0,-1-1 0 15,-4 1 6-15,0 0-6 0,-2 0 5 0,-4-4 4 0,0-2 0 16,-1-1 3-16,-2 1-2 0,0 0-10 0,0 0 1 0,0-5 4 0,-2 0 0 16,1-2 2-16,1-1-5 0,3 1 7 0,0-4 1 0,4-5 4 0,3-1 3 15,-1-3-3-15,2-1 0 0,17-47-1 0,-3 10-8 0,2-3-4 16,-4 11 7-16,1-2-6 0,-2 11 1 0,1 0-11 0,10-34-6 0,-1 5 3 16,1 0 3-16,-2 3 6 0,0-1 1 0,-1 5 2 0,2 2 2 0,-2 9 7 15,0 0 1-15,-1 4-5 0,2-1-12 0,-2 2-16 0,1-2-10 16,-1 3-5-16,2-1 9 0,-3 2-9 0,1-1-18 0,0-1-19 0,1-2-32 15,0-2-9-15,0 0-33 0,0-4 28 0,1-5-11 0,0-4-29 16,-1-1 15-16,0 4-58 0,2 4-8 0,-3 3 122 0,1-31-9 0,0-33-34 16,1 0 132-16,2 0 0 0,-1 0 0 0,2 0 0 0,0 0 0 0,2 0 0 0,1 0 0 0,0 0 0 0,1 0 0 0,2 0 0 0,0 0 0 0,1 0 0 0,2 0 0 0,0 0 0 0,2 0 0 0,0 0 0 0</inkml:trace>
  <inkml:trace contextRef="#ctx0" brushRef="#br0" timeOffset="176809.45">6426 9189 921 0,'12'-12'227'0,"7"-2"-136"0,6-2-74 0,0 4-8 15,1 4 6-15,-2 0 9 0,3 0 2 0,0 3 4 0,0 1-1 0,2 2 0 16,-1 4-2-16,1 1-5 0,-2 3-7 0,2 2-3 0,-1 2-3 0,-2 3 3 15,1 2 7-15,1 3 6 0,0 0 7 0,0 4 5 0,2 1-2 16,-1 1 0-16,2 0 1 0,1 1-1 0,2-1 5 0,0 2 1 0,-1-2 0 16,3 1-6-16,0 0-2 0,3 2 5 0,1 0-4 0,0 0-9 15,2 4 2-15,-1 0 5 0,1 2 4 0,2 3 6 0,0 0-1 0,0 2-11 16,2 0 3-16,2 3 6 0,0 0 3 0,0 2 7 0,-1-1 1 0,1 1 1 16,2 1-2-16,0 1-7 0,0 2-13 0,-1 2 14 0,1 0 11 15,1-1 12-15,0-1 16 0,2 2-15 0,1-2-9 0,1 2-8 0,1 2-8 16,0 0-10-16,2 2-6 0,2 3 4 0,-1 1-9 0,3 2 2 0,0 3 0 15,2 1-5-15,4 0 4 0,1 3-2 0,3 3-6 0,2 1-5 16,1 2-2-16,3 1-1 0,1 2 3 0,2 2-6 0,2 4-3 0,1 4-1 16,3 1-1-16,0 3 0 0,1 1-3 0,0 2-3 0,1 0 5 15,-2 2 8-15,0-1 15 0,-3 1 6 0,-1-3-6 0,-4 0-2 0,-4-6-3 16,-4-2-1-16,-3-3 7 0,-2-5 1 0,-1 1 6 0,-1-2-6 0,0-1 8 16,-1 1 4-16,0 0-12 0,1 2 12 0,0 3-1 0,1 1-8 15,1 5 7-15,0 2-11 0,4 1-2 0,1 3-3 0,2 0-8 0,0 3-4 16,1-1 5-16,0 3-5 0,-2-1 4 0,1 1 7 0,0 3-7 0,0 0 2 15,0 4-6-15,2 2-6 0,0 2 0 0,1 3 8 0,-2 2 2 16,0 2-12-16,2-2 10 0,1 3-2 0,-1 1 3 0,2 2 7 0,-1 3-26 16,-1-3 1-16,-2 3 3 0,0 2 6 0,2 1 23 0,0 4-1 15,1-1-2-15,-1 2-1 0,0 2-9 0,-39-65 2 0,10 15-4 0,-3 2 6 16,9 15-14-16,-1 0 4 0,-21-41 8 0,2 6-10 0,0-1 0 0,3 8 10 16,3 5 0-16,4 11-4 0,-3-2 6 0,2 8-12 0,-1-3-32 15,2 1-2-15,-3-1 8 0,4 5-13 0,-4-4-25 0,2 3-27 0,-3-5-37 16,0 2-47-16,-3-3-19 0,-3-2 3 0,-5 0-22 0,-3-3-75 15,-2-6-92-15,-6-7-95 0,-2-54-139 0,-2-15-236 0</inkml:trace>
  <inkml:trace contextRef="#ctx0" brushRef="#br0" timeOffset="192727.78">29443 11204 402 0,'0'-3'64'0,"0"-1"-29"15,-1-1 3-15,1 0 10 0,-2 1 24 0,1 1 17 0,0 0 2 16,0 1-13-16,0 1-23 0,2 1-9 0,0-1-14 0,0 1 3 0,1 0 3 16,0 2 3-16,1-1 10 0,0 2 4 0,1 1 3 0,0-1 3 0,-1 2-3 15,1-1-5-15,-1 1-8 0,0-1-6 0,0 2-3 0,-1 0-7 16,1-1-2-16,0 2-8 0,0-1-7 0,1 0-1 0,0 1-2 0,2-1 0 15,0 1-1-15,1-2-5 0,1 1 2 0,1-1 2 0,1 0 2 0,0 0 0 16,3-1-1-16,1 0 8 0,3-1 3 0,-1-1 11 0,4 0 12 16,1-1 16-16,0 0 17 0,3-1 20 0,2-1 13 0,1-1 0 0,3 0-6 15,-1-1-15-15,1-1-14 0,-2 1-14 0,0-1-10 0,-1 1-7 16,1-1-6-16,-1 1-7 0,-1 0-5 0,0 0-9 0,-1 1-3 0,0 1 3 16,-3 0-6-16,0 0 1 0,-1-1-4 0,-3 0 3 0,1 1-2 0,-2-1-1 15,-1 2 5-15,-2-2-8 0,0 1-1 0,-1 0-2 0,0-1 0 16,0 0 10-16,-2 0-3 0,1 0-1 0,0-1-6 0,0 1-6 0,1-2 2 15,-1 1 6-15,-1 0 5 0,1 0-7 0,0 0 1 0,-2 1-2 16,1-1 2-16,-1 1 10 0,-1 0-5 0,0 0-2 16,-3 1-4-16,1 0-2 0,-3 1 4 0,0 0 1 0,0 0 1 0,-2 0-1 0,-1 0-3 0,1 1 4 15,-2-1 2-15,1 0 1 0,0 1-3 0,-1 0-1 0,0-1 6 16,-1 1 4-16,0-1-2 0,0 1-1 0,0 0-1 0,-1 1-7 0,0-1-1 16,0 0 6-16,-1 1-7 0,1-2 4 0,-1 2 3 0,1-1-11 0,0 0 4 15,0 0 4-15,1 1-4 0,-1 0 0 0,0 0 1 0,0 0-2 16,0 0 1-16,1 0 0 0,-1-1 0 0,1 1 1 0,0 1 1 0,0-2-4 15,0 1 2-15,-1-1-3 0,2 1 3 16,-1-1-4-16,-1 1-1 0,3-1-3 0,-3 1-11 0,1 0-14 0,0 0-20 0,-1 1-28 0,0-2-39 16,0 1-34-16,0 0-47 0,0 1-37 0,-1 0-39 0,2 1-22 0,0 1-21 15,0 0-23-15,2 1-281 0</inkml:trace>
  <inkml:trace contextRef="#ctx0" brushRef="#br0" timeOffset="193460.78">29631 13032 504 0,'-7'2'233'0,"1"0"-138"0,-1 1 2 0,2 0-8 0,0-1 16 0,1-1 8 15,0 0-1-15,2 0-16 0,0 0-26 0,2 0-25 0,0-1-19 0,1 0 0 16,0 0-4-16,2 1 9 0,0-1 9 0,2 0-1 0,1 0 7 15,1-1-2-15,1 0 2 0,0 1 1 0,3-1-2 0,0-1-4 0,3 1-4 16,0-1-1-16,2 1-9 0,3-1 0 0,1 0 2 0,2 1-3 16,1-2 4-16,-1 0 1 0,2 0-3 0,1 1-2 0,0-2 4 0,1 1 5 15,1 0 1-15,1 0 4 0,0 0-1 0,1 1-3 0,-2 1 2 16,3-1 8-16,-4 0-4 0,1 1 8 0,-1 1 4 0,-2 0-1 0,0 0 1 16,-2 1-7-16,0 1-3 0,-2 0-8 0,-3 0 0 0,0 1-6 0,-3 0-6 15,1 1-5-15,-1-1 2 0,-2 1-9 0,0-1 6 16,-1 0 1-16,-1 0-3 0,-1-1-6 0,-2 1-3 0,-2-1 2 0,0 1 2 0,0-1 7 15,-1 0-4-15,-1 0-3 0,-2-1 1 0,1 1 4 0,-2-1 2 0,1 0 0 16,-1 1-2-16,-1-1-1 0,1 0 7 0,-3 0-4 0,1 1-5 0,0 0-1 16,-1-1-2-16,1 1-7 0,-2 0 5 0,1 0-5 0,-1-1 1 15,1 1-4-15,-2 1 5 0,1-1-3 0,-1 0 0 0,0 0 4 0,1 0-10 16,-1 0 6-16,1 0-4 0,1 0 6 0,-1-1-6 0,0 0-2 16,0 1 0-16,2-1 1 0,-1 0 5 0,1-1-2 0,1 1 0 0,-1 0 0 15,0 0 0-15,1 0 1 0,0 0-2 0,-1 1 1 0,2 0 0 16,-2-2-4-16,1 2 2 0,0-1 0 0,0 0-5 0,1 0-4 0,0 0 0 15,1-1-13-15,-2 1-3 0,0 0-7 0,1-1-22 0,1 0-19 0,-1 0-13 16,0 0-17-16,0-1-21 0,1 1-26 0,-1-1-60 0,1 0-80 0,0 0-75 16,0-1-82-16,2-1-141 0,-2-1-17 0</inkml:trace>
  <inkml:trace contextRef="#ctx0" brushRef="#br0" timeOffset="201144.78">24962 11122 59 0,'-7'-8'37'0,"-3"1"-14"16,-3-2-8-16,0 3-3 0,1 0-2 0,-4 1-4 0,-2 1-1 15,-2-1-3-15,-2 1 0 0,-3 0 0 0,-2 0-2 0,-3-1 0 0,1 0 1 16,-3 0 0-16,0 0 1 0,-2-1 0 0,-1-1 1 0,-2 1 2 0,1-1 2 16,0 0 2-16,-3 0 1 0,1 0-1 0,0 0 0 0,-1-2-3 15,2-2-2-15,0 0-1 0,1-2-2 0,-1 0 1 0,-1 1 2 0,1 0 0 16,-2 0 3-16,2 0 5 0,0 0 12 0,2 1 10 0,3-1 13 15,2 2 8-15,4-3 0 0,1 0-2 0,2-1-4 0,2 0-2 0,2 1 2 16,1-2 0-16,3 0 7 0,1 0-1 0,1-1 2 0,3 0 2 0,1-1-7 16,3-1-4-16,4 2-6 0,2-1-9 0,1 0-6 0,4 0-7 15,5-1-7-15,3 0-5 0,4 1-2 0,4 2 0 0,5-1 4 0,4 1-2 16,4 1 2-16,5 0 0 0,5-1 4 0,3 2 4 0,3 0-2 0,3 2 0 16,2 1-7-16,3 1-1 0,0 2 0 0,1 4-1 0,0 2-4 15,2 4 2-15,1 3-3 0,0 3 0 0,-2 2-3 0,1 5-1 0,-1 1-2 16,-2 4-3-16,-1 1 5 0,-2 3-1 0,-5 2 2 0,-3 4 2 15,-1 1-1-15,-2 4 8 0,-3 0-7 0,-2 2-3 0,-4 1-2 0,-2 0 0 16,-3 4 0-16,-5-2 5 0,-1 0 2 0,-3 0-5 0,-2-1 5 0,-2-1-4 16,-2 0 1-16,-3-3 2 0,-2-2-2 0,0-2 6 0,-4-1-6 15,-2-1 4-15,-4-1 1 0,-4-4-2 0,-2 0 2 0,-3-3-3 0,-1-1 2 16,-2-2 8-16,-4-3 4 0,-1-1-1 0,-3-2 3 0,-2-2-7 0,-4-2-1 16,-3-2 2-16,-4-3-7 0,-2-1-2 0,-4-1 6 0,0-2-7 15,-3-2 4-15,-1-2-1 0,0-1-4 0,0-4 9 0,1 0-6 0,-2-1 2 16,0-2-12-16,-1 0-2 0,1 0 5 0,1-2 0 0,1 1 15 15,2 0-2-15,1 0-4 0,3 1 2 0,1 0-8 0,5 1 3 0,1 2-2 16,3 1-1-16,1 2-2 0,3 0 0 0,0 3-1 0,2 0 1 0,3 0-2 16,1 0-1-16,2 1 0 0,2 0 3 0,1 1-1 0,3 0 1 15,0 0-1-15,2 0 0 0,1 0 2 0,1 0-1 0,1 0 4 0,2-1-2 16,0 2 1-16,0-2-2 0,1 1 1 0,-1 0-2 0,2-1 1 0,-1 1 0 16,2-1-6-16,-1 0 3 0,1 0-1 0,2 0-2 0,-1 0 4 15,1 0-5-15,-1 0 6 0,1-1 2 0,1 0-4 0,-1 0 9 0,1 0-2 16,0 1-2-16,-1 0 7 0,0 0-4 0,0-1-1 0,0 1 2 15,1 0-1-15,-2 0 1 0,2 0-2 0,-2 0-2 0,1-1 2 0,0 1-1 16,-1 0 2-16,1 1 1 0,-1-1-2 0,1 0-1 0,1-1-2 0,-1 1-3 16,1 1-2-16,1-1 2 0,1 0-2 0,-1 0 0 0,1 0-1 15,-1 0 0-15,0 0-4 0,-1 0 0 0,0 0-2 0,0 0-6 0,0 2-2 16,-1-1-5-16,0 0-11 0,-1 1-14 0,0 0-18 0,0 0-21 0,-2 0-5 16,2 1-8-16,-2 1 2 0,2 0 3 0,-1 1-4 0,0 0-11 15,1 1 0-15,-1 1-5 0,2-1-31 0,-1 3-7 0</inkml:trace>
  <inkml:trace contextRef="#ctx0" brushRef="#br0" timeOffset="201782.78">25902 11365 169 0,'-1'-7'76'0,"-2"1"4"0,0 0-13 16,2 2-6-16,-2 0-16 0,2 2-6 0,1-1-6 0,-2 0-9 15,2 1 0-15,0 0-7 0,-1 1 0 0,0-1-4 0,0 0-4 0,0 1-3 16,0-1-5-16,0 1-1 0,0 1-1 0,0-1 1 0,0 1 0 15,0 0 0-15,0 0-2 0,1 0 2 0,-1 1 3 0,1-1-2 0,0 0 2 16,0 0 2-16,2 1 4 0,0-1 6 0,1 0 12 0,2 1 7 0,0 0 3 16,3 0-1-16,1 0-4 0,0-1-6 0,2 0-3 0,2 1-3 0,0 0-4 15,4 0 0-15,1 0 2 0,1 0-3 0,5 1 5 0,1-1-4 16,0 1 6-16,4-1 4 0,-2 0 1 0,1-1 2 0,2 0-6 0,1 0 12 16,-1 0-2-16,5-1-1 0,-2 0 11 0,2-1-11 15,2 0-5-15,1 0 0 0,0 1-14 0,1-1-2 0,1 0-2 0,-1 0-3 0,1-1-1 16,1 1 1-16,0-2-1 0,-2 1 2 0,1 0 0 0,-2-1-3 15,-1 0 0-15,0 0 0 0,-1 0 2 0,-1-1 4 0,-3 1 1 0,0-1 1 16,-2 0-2-16,-1 1-2 0,-2 0 2 0,0 0 0 0,-2 0 1 0,0 0 0 16,-1 1-3-16,-2 0 0 0,1 1-4 0,0 0 4 0,2 1 0 15,-1 0-1-15,-2 1-2 0,0 0-1 0,-1 1-3 0,-1 1 0 0,0 0-1 16,0-1 0-16,-1 1 1 0,1 0 1 0,-2-1 0 0,-1 2-1 0,1-1 2 16,-2-1-2-16,2 1 3 0,-4 0-1 0,1 0-1 0,-1 0 1 15,-1-1-3-15,-2 1 0 0,0-1-2 0,0 2 2 0,-1 0 2 0,-2-1-2 16,0 0 0-16,-1 0-2 0,-2 0 0 0,0-1 2 0,0 1 1 15,0 0-1-15,1 1 1 0,1 0 1 16,0 0-1-16,0 0-1 0,0 1-3 0,-1-1 0 0,1 0-1 0,-1 0 5 0,-1-1-1 0,0 1-2 0,0-1 0 16,-1 1 0-16,0-1 3 15,-1-1 3-15,-1 1-3 0,0-2-2 0,0 1 1 0,-1-1-1 0,0 0-1 0,-1 1 0 0,0-1-6 0,0 1 3 16,0 0 1-16,-1 0-5 0,0 0-1 0,0 0-6 0,-1 1-5 0,-2 0-9 16,0 0-3-16,-3 0-17 0,-2 0-8 0,-2 0-1 0,0-1-7 15,-3 1 2-15,-1-2-1 0,0 0-4 0,0 0-5 0,-2-2-8 0,0-1-8 16,0-3-14-16,-1-1-22 0,-1-2-28 0,-2-4-100 0</inkml:trace>
  <inkml:trace contextRef="#ctx0" brushRef="#br0" timeOffset="201893.78">27332 10651 215 0,'3'-22'38'0,"1"-2"20"0,3-2-8 0,-1 4-6 0,1 6-14 0,1 4-18 16,2 2-8-16,1 2-10 0,3 3-10 0,1 3-17 0,4 1-27 0,4 4-88 15,0 3-20-15</inkml:trace>
  <inkml:trace contextRef="#ctx0" brushRef="#br0" timeOffset="202860.78">23438 12875 751 0,'-9'-18'441'0,"-1"1"-407"16,-1-4 28-16,0 5-16 0,2 4 4 0,1 0-15 0,0 0 4 0,1 0 2 15,1 1 2-15,1-1-4 0,-1 0-3 0,1 0-10 0,1-1-6 0,0 0-2 16,1 0-21-16,1-1 1 0,0 0-3 0,1 1 3 0,1-1 11 16,0 0-5-16,1 0 3 0,0-2-9 0,0 0 0 0,2 1 4 0,0 0-3 15,0 0 1-15,2 0-1 0,0 2-2 0,2-2-1 0,0 0 4 16,3 1 0-16,1 1 5 0,2-1 8 0,3 0 4 0,2 0 1 0,2-1 1 16,4 2-2-16,7-1-2 0,2-1-1 0,4-2-4 0,3 2-2 0,1 0 0 15,4 0-1-15,3 2 4 0,2 3-5 0,2-1-3 0,2 2-2 16,1 0 2-16,0 1 1 0,-1 2 3 0,1 1-2 0,0 0 2 0,-3 1 1 15,1 1 2-15,-1 0 5 0,0 1-4 0,3 0 1 0,-2 0-1 16,1 2-1-16,0 1 2 0,-3 2-2 0,0 0-2 0,2 1-5 0,0 2 2 16,-1 1-2-16,3 1 4 0,-1 2-1 0,3 1-5 0,-1 0-4 0,-3 2 1 15,1 3 2-15,-3 2-5 0,-1 2 7 0,-1 0-6 0,0 2-3 16,-2 0 5-16,-2 3 1 0,-3 2-1 0,-1 0 0 0,-3 4-5 0,-2-1 1 16,-2 3 5-16,-3-1-6 0,-2 2 11 0,-2 1 2 0,-4-2-2 0,-2 2 8 15,-3-1-13-15,-3 0 1 0,-2-1-2 0,-3 1 7 0,-2 0-3 16,-2 1 3-16,-2 0-4 0,-3 0-1 0,-2-2 3 0,-4 0-6 0,-3 2 6 15,-2-1-3-15,-4 1-2 0,-2-1-3 0,-3-1-1 0,-4-2 15 16,1 0 0-16,-3-2 12 0,-2 0-4 0,0-3-8 0,-3-1 1 0,-1-3 0 16,-1-1 3-16,-1-2-5 0,-1-1 1 0,0 0-1 0,-1-3 2 0,-2 0 0 15,1-3 5-15,-1 1-5 0,1-2 3 0,1-3 0 0,0-2-1 16,2-2 4-16,1-1-1 0,1-1 2 0,-1-1 3 0,1-2-1 0,-2-1 5 16,2 0 3-16,-1-2 6 0,3-2-4 0,0 0-6 0,2-4-1 0,0 0-7 15,3-2 4-15,-2 0 1 0,0-3-3 0,2-1-1 0,1-2-3 16,2 0-2-16,3-1 5 0,1-2-4 0,0 1 1 0,3-2-3 0,0 0-1 15,1 2 6-15,3-1-25 0,1 1-3 0,2 2 0 0,2 0-4 0,-1 0 17 16,2 2 0-16,0 0-11 0,2 0-8 0,0 1-9 0,0 3-14 16,2 0-20-16,-1 1-26 0,1 2-25 0,1 1-30 0,0 1-23 0,2 1-21 15,0 1-27-15,2 0-21 0,1 2-13 0,3 0-14 0,3-1 0 16,5 3-128-16</inkml:trace>
  <inkml:trace contextRef="#ctx0" brushRef="#br0" timeOffset="203297.78">25844 13041 824 0,'2'-5'108'0,"1"3"3"15,0-2-15-15,0 2-4 0,1 0 0 0,0 1-8 0,0 0-3 0,1-1-6 16,1 1-13-16,1 0-15 0,0 0-14 0,2 0-12 0,0 0-5 15,2 1-6-15,-1 0-3 0,3 0-2 0,-1 0 0 0,4-1 4 0,1 0 3 16,2 0 0-16,0 0 2 0,3 0 3 0,1-2 3 0,2 1 7 16,1-1-1-16,-1 0 0 0,2-1-3 0,1 1-5 0,3-1 5 0,1 0-2 15,3 0-3-15,-1 0 7 0,2 1-3 0,-1 0-2 0,0-1 4 16,2 1-8-16,-1-1-2 0,0 0 1 0,0 1-5 0,-2 0 0 0,2 1-2 16,-1 0-4-16,0 0 2 0,0 1-2 0,-2 1 4 0,0-1-5 0,-1 1-3 15,-2 1 1-15,0 0-5 0,-3 0 5 0,-1 1 5 0,-1 0-3 0,0 0 5 16,0 1-6-16,-3-1 4 0,2 1-1 0,-3 0 2 0,0-1 2 15,0 0-9-15,-3 0 8 0,1 0 1 0,-2 0-6 0,0-1 4 0,-3 0-4 16,1 0-1-16,0 1 5 0,-1-1-2 0,-2 0-1 0,3 0-2 16,-2 0-2-16,-1 1 1 0,0 0-2 0,-3 0 2 0,-1-1-1 0,0 1-4 15,-2 0-1-15,0-1-4 0,-1 1-1 0,-1 0 5 0,0-1-1 16,-2 1 5-16,0-1-2 0,0-1-3 0,-2 1 3 0,0-1-6 0,0 1 4 16,-1 0-1-16,1-1 5 0,0 1-2 0,0 0-1 0,1-1 2 0,-1 1-1 15,1-1-1-15,-1 1-10 0,1-1-12 0,-1 0-21 0,0 1-26 0,2 0-22 16,-1-1-27-16,1 1-10 0,0 0-9 0,1 0-11 0,1-1-15 15,-1 1-27-15,1 0-25 0,0-1-30 0,0 0-202 0</inkml:trace>
  <inkml:trace contextRef="#ctx0" brushRef="#br0" timeOffset="203543.78">27437 12699 282 0,'4'-7'12'0,"0"-1"19"15,1-1-12-15,-2 3-4 0,1 0-3 0,-1 0-6 0,1 1-3 0,1-1 0 16,0 1-7-16,0-1-7 0,2 1-15 0,-1 2-12 0,0 0-28 15,1 1-95-15</inkml:trace>
  <inkml:trace contextRef="#ctx0" brushRef="#br0" timeOffset="204564.35">23840 14520 1072 0,'5'-14'61'0,"0"-1"5"0,2-4-19 0,0 0-3 15,1 4-10-15,-1-3-9 0,4-1-3 0,1-1-4 0,3 1 3 0,2-1-5 16,0-1-2-16,3 1-5 0,3-1-7 0,2 1 2 0,2 1-7 0,2-2 6 16,3 1 0-16,2 0-5 0,3-1 1 0,3 2-5 0,0 3-4 15,3 0 1-15,2 1-4 0,4 1-5 0,3 3-3 0,2 0 0 0,2 2-3 16,0 1 4-16,2 2-5 0,1 3-1 0,2 2 4 0,2 3-4 16,1 4 4-16,1 3-6 0,1 3-5 0,1 3-1 0,0 3 0 0,-3 4 2 15,0 3 1-15,-1 5 2 0,-2 2-1 0,-3 3 3 0,-1 1 0 0,-4 2 0 16,-1 0 0-16,-2 2-4 0,-5 4-3 0,-3-2-4 0,-5-1 1 15,-3 2 3-15,-5-3 5 0,-3 2 9 0,-5-1 3 0,-5-1 2 0,-4-2-3 16,-3 0 3-16,-4-1 5 0,-3 0 9 0,-1-1 12 0,-4-2 3 0,-1-1 3 16,-4-2 0-16,-2 0 1 0,-1-2 2 0,-6 0 0 0,-3-3-2 15,-3 2 4-15,-4-2-4 0,-3 1 4 0,-1 0 0 0,-3-2-6 0,-2 0 3 16,-2-2 1-16,-2 0 5 0,-2-2 7 0,-1-4 2 0,-2 1-3 16,-3-2 2-16,-1-2 9 0,0-2 9 0,-2-2 10 0,2 0 2 0,0-3 2 15,1 0-6-15,2-2-3 0,1-1-8 0,1-1-10 0,3-3-5 0,2 1-13 16,-1-2-7-16,3 0-3 0,1 0-10 0,1-3-4 0,3 0-15 0,1 0-22 15,3 0-21-15,0 1-27 0,1-1-20 0,1 0-28 0,1-1-16 16,2 2-23-16,2-2-20 0,0 1-1 0,2-1-87 0</inkml:trace>
  <inkml:trace contextRef="#ctx0" brushRef="#br0" timeOffset="204944.34">27141 14914 1269 0,'15'-7'287'15,"-1"0"-219"-15,5-1-32 0,0 2-41 0,-2 2-7 0,1 0-3 0,2 1-11 16,2 0 5-16,2 1-6 0,2 1 0 0,-1 0-2 0,2 1-4 0,-2 0-2 15,-2 2-8-15,0 0-3 0,0 1 4 0,-1 0 8 0,0 0 6 16,-3 0 9-16,-1 0 3 0,-1 0 2 0,0 0 2 0,-3-1 1 16,1 1 6-16,-1 0 0 0,-1 0-1 0,-1-1 5 0,0 0-3 0,2 0 4 0,-1-1 2 15,0 0-1-15,-1 1 2 0,1-1 0 0,1 1-2 0,-1 0 1 16,2 0 1-16,0-1 2 0,-1 0 1 0,0 0 0 0,-2 1-2 0,-2 0-1 16,1-1 0-16,0 0 0 0,-2 0 3 0,1 1 0 0,-2 0-5 15,0 1-3-15,-1-1-6 0,-1 0 1 0,-1 2-3 0,-1-1-4 0,1 1-1 16,-1-1-6-16,-1 1-3 0,-1 1-2 0,0-1-5 0,0 1-8 0,-1 0-7 15,-1 2-11-15,-1-1-5 0,-1 0-1 0,0 1-4 0,0 0 5 16,0-1-9-16,0 1-15 0,1-2-3 0,-1 1-7 0,0 0-6 0,-1-1-75 16</inkml:trace>
  <inkml:trace contextRef="#ctx0" brushRef="#br0" timeOffset="208396.86">16531 3922 1700 0,'13'38'338'0,"1"4"-78"0,5 12-41 0,-2-6-58 0,-1-2-17 16,-1 0-16-16,1 1-22 0,0 0-19 0,2-1-20 0,-2 1-24 15,2 1-27-15,0 2-7 0,-1 0-9 0,1-1-4 0,1-1 13 0,1-1-3 16,0 0-8-16,-1-3 5 0,1-1-1 0,-3-2 2 0,1-3 3 16,1-3 2-16,-3 0 4 0,2-4 3 0,-2 1 4 0,0-3 5 0,-2-2-8 15,0-2 4-15,-1 0 3 0,-2-3-5 0,0-1 6 0,-3 0-10 0,-1-1-7 16,0-2-7-16,-3-2-2 0,0-3-1 0,-3-2-4 0,0-2-18 16,-2-4-27-16,0-1-53 0,-2-3-72 0,-1-4-77 0,-2-1-54 0,-2-4-57 15,0-4-51-15,-3-5-86 0,-2-3-120 0,-1-3 66 0</inkml:trace>
  <inkml:trace contextRef="#ctx0" brushRef="#br0" timeOffset="208694.86">16367 4051 1086 0,'-6'-14'639'0,"2"-2"-407"0,-1-4 30 0,4 3-29 15,3-1-16-15,3 0-25 0,2 0-31 0,2-1-36 0,3 0-10 0,3 1-16 16,1-1-14-16,2 0-2 0,2 1-19 0,2 2-8 0,1 1-10 15,3 2-2-15,1 2-6 0,0 3-3 0,0 2-3 0,-2 3-2 0,2 2 1 16,-1 3-8-16,2 1 1 0,1 2-5 0,1 2-3 0,0 1-2 0,0 3-4 16,0 1-8-16,0 2 4 0,0 1-4 0,1 2-10 0,-1 1 2 15,-3 1 2-15,0 0 6 0,-2 2 20 0,-1 1-4 0,-3-1-8 0,1 3-2 16,0-2 2-16,-3 2 4 0,-1 0-6 0,-1 1-8 0,-4 1 0 16,-2 2 0-16,-1 4 0 0,-2-2 0 0,-2 3 0 0,-3-2 0 0,-1-1 0 15,-3-2 0-15,-1-1 0 0,-2-2 0 0,-2 0 0 0,-1-2 0 0,0-2 0 16,-1-1 0-16,-1-1 0 0,-1-4 0 0,-3 1-38 0,1-2-16 15,-1-1-7-15,-1-2-25 0,2-4-22 0,1 0-40 0,1-4-40 0,1-2-79 16,3-2-110-16,1-4-117 0,2-2-174 0,2-3-407 0</inkml:trace>
  <inkml:trace contextRef="#ctx0" brushRef="#br0" timeOffset="209130.86">17578 4044 2324 0,'5'16'319'16,"-1"4"-68"-16,3 5-56 0,-2-2-13 0,1 1-23 0,2 0-24 16,0-1-37-16,1 1-28 0,0-3-22 0,2-1-14 0,-1-1-3 0,3-1-5 15,-1-2 1-15,2 0-15 0,1-2 1 0,0-1-7 0,3-4 0 0,1-2 0 16,1-1-6-16,2-2-2 0,1-2-8 0,-1-2 2 0,1-2-1 16,0-2 1-16,-1-2 0 0,1-3 4 0,0-2-2 0,0-3 6 0,0-3 0 15,-2 0 6-15,-1-1 2 0,-1-2 0 0,-3-1 1 0,-1 1-11 0,-2-3 1 16,-2 1-3-16,-2 1-4 0,-3-1 12 0,-1 2 2 0,-2 2-3 15,-2 0 1-15,-4 1 0 0,-2 4-4 0,-2 0 2 0,-4 2 0 0,-3 0-10 16,-2 3-3-16,-2 1-11 0,-1 2 3 0,-1 3 1 0,1 0 1 0,0 2 1 16,-1 2 1-16,1 0 0 0,1 3-9 0,1 2 0 0,1 2-3 15,2 1-9-15,0 2 0 0,1 2-5 0,2 0-8 0,1 2-5 0,2 1-10 16,2-1-16-16,1 0-17 0,1 1-13 0,1 0-17 0,1-2-13 16,1 0-21-16,2-2-20 0,0-2-7 0,3-2 7 0,0 0 18 0,3-2 31 15,0-2 36-15,3 0 31 0,3-3 35 0,0-2 25 0,3-1 12 0,0-2 21 16,2-1 13-16,2-2 24 0,1 1 38 0,1-2 29 0,2-1 24 15,-1 1 4-15,3-2-9 0,-2 1-22 0,2 0-14 0,0-1-7 0,-1 4-12 16,1-1-2-16,-2 1-15 0,1 1-18 0,-2 2-14 0,-1-1-21 0,0 1-4 16,-2 0-8-16,0 1-7 0,0 0-1 0,-1 0-10 0,0 0 1 15,1 0-6-15,-2 1-8 0,-2-1-8 0,1 0-16 0,-1 0-22 0,-1-1-30 16,-1 0-33-16,0-1-43 0,-1 0-47 0,-1 0-53 0,-1-1-55 16,0-1-71-16,0-1-91 0,-1-1-274 0</inkml:trace>
  <inkml:trace contextRef="#ctx0" brushRef="#br0" timeOffset="209347.86">18656 3167 1278 0,'2'-7'950'0,"-1"1"-637"0,1 0 13 0,0 3-69 0,-1 2-40 16,2 2-29-16,0 0-32 0,2 2-31 0,0 2-22 0,1 2-13 0,0 2-8 15,1 3-72-15,1 3-10 0,1 0 0 0,0 4 0 0,1 3 0 0,0 1 0 16,-1 4 0-16,0 3 0 0,2 4 0 0,-1 1 0 0,1 6 0 15,2 1 0-15,-2 3 0 0,2 2 0 0,2 3 0 0,0-2 0 0,-1 1 0 16,3-1 0-16,-2-1 0 0,0-1 0 0,-2-3 0 0,-1-3-82 0,1-2-73 16,-1-4-35-16,1-2-28 0,-2-5-29 0,-2-1-50 0,1-4-62 15,-2-1-76-15,1-3-62 0,-3-4-61 0,0-2-201 0</inkml:trace>
  <inkml:trace contextRef="#ctx0" brushRef="#br0" timeOffset="209511.86">18626 3801 1430 0,'-1'0'169'0,"1"-1"-4"0,-1 1-34 16,1 0 2-16,2-1 0 0,1 1-9 0,0 0-19 0,3 0-32 15,1-2-33-15,0 1-21 0,1-2-11 0,2-1-10 0,1-2-2 0,1-1-7 16,2-2-8-16,0-2-17 0,1-1-27 0,1-2-32 0,-2-2-60 16,3-3-75-16,0 0-57 0,1-3-64 0,2 1-66 0,1-4-201 0</inkml:trace>
  <inkml:trace contextRef="#ctx0" brushRef="#br0" timeOffset="209681.86">19162 3138 1186 0,'4'-12'448'0,"0"-1"-146"0,0-2-10 0,0 3-21 16,-2 4-20-16,-2 1-24 0,2 1-41 0,0 1-33 0,-1 2-19 15,1 1-21-15,-2 1-13 0,1 1-9 0,1 1-14 0,0 1-3 0,0 3-10 16,1 0-6-16,0 3 0 0,0 0-48 0,1 4-10 0,0 3 0 16,2 2 0-16,1 2 0 0,1 3 0 0,1 3 0 0,-1 1 0 0,2 4 0 15,1 0 0-15,0 4 0 0,2 1 0 0,-1 1 0 0,3 1 0 0,-1 0 0 16,2 2 0-16,-2-1 0 0,2-1-20 0,-1-2-103 0,-2-3-52 15,1 0-39-15,-3-3-50 0,0-1-82 0,0-2-85 0,-2-4-86 0,-1-2-78 16,-1-2-368-16</inkml:trace>
  <inkml:trace contextRef="#ctx0" brushRef="#br0" timeOffset="210260.86">19157 3658 1575 0,'-16'-8'332'15,"-1"1"-174"-15,-1-1 16 0,4 2-12 0,4 2 25 0,1 0 9 0,3 2-30 16,0 0-30-16,3 0-33 0,1 2-30 0,1-1-10 0,2 0-11 15,1 0-6-15,2 0-4 0,2-1 2 0,3-1 1 0,2-1-2 0,1-1 2 16,3-2-6-16,2 0-2 0,2-2-3 0,3 0-3 0,-1-3-8 0,2 0-8 16,1-1-1-16,1 0-6 0,-1 2 5 0,0-2-1 0,1 0-10 15,-1 0-6-15,0 0-8 0,-1 1 4 0,-2-1-5 0,1 0 11 0,-2-1-6 16,-2 0-2-16,1-2 3 0,-2 0-1 0,0 0 2 0,-3-1 1 16,-1 0-3-16,0 0 4 0,-2-1-2 0,0 1-3 0,-2 0 18 0,0 0 1 15,-1 1 1-15,-2 1 3 0,-1-1-16 0,-2 1-2 0,-1 3 4 0,-1 0-2 16,-2 3 2-16,-1 1-2 0,-1 1 2 0,-2 3 0 0,-1 1 2 15,-2 1 6-15,0 3-2 0,-2 0 3 0,1 2 5 16,-1 3-4-16,0 0 3 0,0 1-1 0,-1 3-3 0,1 0 3 0,-1 1-4 0,1 3-4 0,1 0 10 16,2 1-7-16,1-1-5 0,2 2-2 0,0 1 0 0,2 0 0 15,2 1 8-15,0 1 0 0,3 0-8 0,0-1 2 0,3 1-2 0,1 0 0 16,1-2 4-16,2 0-6 0,1-2-2 0,0-2-2 0,2 0-2 16,1-4-2-16,2 0 1 0,0-2-3 0,3-2-6 0,0-3-1 0,0-1-8 15,3-1-4-15,0-2-4 0,-2-1 1 0,1-2-4 0,-2-1 0 0,-1-2 6 16,0 1 6-16,-1-2 9 0,0-1 9 0,-1 0 5 0,-1-1 4 15,1-1 3-15,-2 1 0 0,-2-1 2 0,1-2-3 0,0 1 3 0,0 0 0 16,-1 2-1-16,0 0 3 0,1 1 3 0,-1 1-2 0,0 2-7 0,-2 1 11 16,0 2-7-16,0 1 9 0,1 1 8 0,0 3-12 0,0 1 3 15,1 1-3-15,-2 1-5 0,2 2 2 0,-1 0-5 0,0 2-6 0,0-1-1 16,-2 3-4-16,-1-1 2 0,0 2 3 0,0-1-3 0,0 1 0 16,-1-2 2-16,0 0-3 0,-2 0 1 0,0-3 4 0,-1 2 2 0,-2-1 8 15,-1 0-1-15,1-1 9 0,-3 0-3 0,0-1 6 0,0-1 4 0,-2 0 0 16,0-2 6-16,-1-2-6 0,0 0 1 0,0-1-1 0,0-2 2 15,-1-2-3-15,0-1 2 0,1-2-5 0,0-1-5 0,0-2 6 0,0-1-2 16,1-3 4-16,1-2 0 0,1-2-10 0,1-1-12 0,1-2 0 0,1-2 0 16,2 1 0-1,1-1 0-15,0 2 0 0,2 0 0 0,1 0 0 0,-1 4 0 0,2 1 0 0,-1 1 0 0,2 3 0 0,1 0 0 0,-1 1 0 16,1 1 0-16,0 1 0 0,-1 1-8 0,1 1-86 0,-1 1-29 16,0 2-43-16,1 0-62 0,-1-1-94 0,-1 1-147 0,2 0-163 0,-2 1-214 15,1 0-39-15</inkml:trace>
  <inkml:trace contextRef="#ctx0" brushRef="#br0" timeOffset="210598.86">20524 2983 1903 0,'2'4'278'0,"-1"0"-16"0,1 2-27 0,0-1-17 0,1 1-21 0,1 1-35 15,0 0-40-15,1 0-29 0,-1 1-19 0,1 0-10 0,0 1-8 0,0 0-2 16,1 1-10-16,0 0-6 0,-1 1-7 0,1 1-10 0,-1 0-1 15,2 0-7-15,-1 1-7 0,1-2 4 0,0 1-4 0,0 1 0 0,0-2-1 16,0 1-5-16,-2-3 4 0,1 1-6 0,0-1-13 0,0-2-5 0,-1 1 3 16,0-2-3-16,0-1 15 0,1 0 1 0,0-1-6 0,-1-2 0 15,1 0-9-15,-1-2-4 0,0-1-2 0,1-1-2 0,0-2 6 0,0-2-3 16,1 0 16-16,0-3 8 0,2-1 0 0,-1-3 11 0,-1-1-13 0,1-2 1 16,1-1-1-16,0 1 4 0,0 0-2 0,0 1 3 0,0 0 3 15,-2 0 0-15,2 4 1 0,0 1-3 0,-2 2 0 0,1 3 2 0,-1 2 3 16,0 1 5-16,0 3-1 0,-1 1 2 0,1 1-1 0,1 3 1 15,0 1-3-15,0 2-1 0,0 0 1 0,1 2-8 0,-1 0 4 0,0 2-8 16,1 0-6-16,0-1 2 0,0 2-4 0,0 0-4 0,-1 0-7 0,1 0-10 16,-3 1-30-16,0-2-17 0,1 1-21 0,-2-1-39 0,1-2-33 15,-1 2-66-15,-1-1-93 0,0-1-106 0,0-1-105 0,0-2-116 0,0-1-109 16</inkml:trace>
  <inkml:trace contextRef="#ctx0" brushRef="#br0" timeOffset="211277.86">20407 1968 674 0,'-76'8'133'0,"-10"1"-12"0,-24 5 17 0,8 2-20 0,9 1 3 16,-2 2 0-16,-2 4-8 0,-1 2-8 0,-2 1-10 0,-1 4-5 0,0 2-12 16,-1 3-8-16,-1 4-11 0,-1 1-5 0,-1 3-6 0,-2 0-3 15,2 2-1-15,-1 2-7 0,-1 3-9 0,-2 3-5 0,1 2 4 0,-1 1 2 16,1 4 4-16,-2 2 3 0,3 1-7 0,-1 1-3 0,0 2 7 0,0 1-1 16,3 0-12-16,0 1 8 0,3 4-4 0,0 0-2 0,2 4 20 15,1 1-3-15,2-2 4 0,4 4 6 0,2 0-4 0,4-1 6 0,3 3 0 16,1-1-8-16,8 1-5 0,3-1-12 0,4-2-4 0,6 0 1 0,5-2 0 15,3 0-13-15,4 2-5 0,4-2-5 0,6-2-1 0,4 1 2 16,6-2 1-16,5 0 3 0,7-2-5 0,3-2-3 0,7-2-2 0,7 0-4 16,5-3 4-16,7-2 1 0,6-2-1 0,6-4 0 0,6-2-4 15,6-2 4-15,7-5-1 0,6-3 3 0,5-3-1 0,5-3-8 0,4-3 7 16,7-2 0-16,4-4 0 0,6-1 11 0,5-3-9 0,6-2 0 16,4-2-1-16,5-3 2 0,5-2 1 0,4-2-5 0,6-4 6 0,3-3-5 15,4-2 3-15,5-3-3 0,2 0 5 0,6-3-1 0,2-2-1 0,4-3 12 16,4-3-12-16,1-2 6 0,4-3-2 0,1-3-1 0,2-2 6 15,1-3 2-15,2-2 0 0,-1 0-2 0,2-4 7 0,-1-2 1 0,1-2 6 16,-3-2 6-16,1-3 4 0,-1-2 0 0,-1 0 1 0,-1-4-2 0,0-4 1 16,-1-2-10-16,0-2-1 0,-2-3 0 0,-2 0-1 0,-1-3 4 15,-4-1-1-15,0-3 1 0,-4-2-14 0,-3 0 11 0,-2-2-5 0,-3 0 2 16,-4-1 3-16,-3-1-9 0,-4-1 1 0,-5 1 1 0,-3-2 0 16,-4 1-2-16,-6 1 0 0,-4 0-9 0,-6-2 6 0,-7 1-8 0,-4-1-4 15,-7 0 4-15,-6 2-9 0,-6-1-3 0,-4 1 7 0,-6 0-3 0,-5 2 1 16,-7-1 1-16,-5 1-1 0,-7 0-8 0,-4 1-4 0,-5 1-9 15,-7 2 4-15,-5 0 2 0,-4 0 3 0,-6 1-1 0,-4 1-4 0,-7 1-3 16,-4 0 2-16,-5 2-2 0,-6 1 0 0,-4 0 0 0,-9 3-2 0,-5 1 4 16,-5 2 16-16,-7 2 0 0,-4 0 2 0,-6 4 0 0,-5 2-16 15,-4 2 1-15,-7 3 1 0,-3 3 1 0,-5 0 1 0,-5 3-5 0,-2 4-2 16,-6 2-5-16,-3 6 0 0,0 4-4 0,-4 2-13 0,-3 4-5 0,-1 3-22 16,-5 4-10-16,0 3-23 0,0 3-29 0,-1 4-13 0,1 5-23 15,-1 4-20-15,1 7-37 0,-1 4-61 0,0 5-86 0,0 5-321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24:54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4375 6511 1046 0,'24'2'99'0,"6"0"-64"16,12 3-8-16,1 2-8 0,2 1-13 0,2 0 2 0,3 0 0 0,1-1-6 15,3-1 0-15,2 1-6 0,2-1-13 0,3 0-8 0,1 1-6 0,2-1-1 16,2 0 5-16,3 0 9 0,1 0 7 0,1 0 7 0,4-1 7 16,1 0 6-16,2 0 5 0,2-1 5 0,2 0 3 0,4-1 0 0,1 0-4 15,3 0-4-15,3 1-5 0,0 0-2 0,2-1 3 0,3 0 3 0,0 0 7 16,2 0 5-16,2-1-1 0,1 0 1 0,2 0-5 0,0 0-2 15,3 0-6-15,0-1 0 0,1 1-4 0,0-1 0 0,2-1 5 0,-2-1-5 16,1-1 5-16,0-2 0 0,0 0-2 0,-1-1 10 0,-1-2 2 16,0-3 9-16,-2-1 13 0,1-1 7 0,-2-2 5 0,-3 0-1 0,1-2-3 15,0 0-9-15,-3 0-6 0,-1-2-7 0,-1-1-5 0,-4 1-2 0,0-3-3 16,-4 0-3-16,-1-1-1 0,-3-1-5 0,-3-2-6 0,0 2 4 16,-4-2-4-16,-2 0 2 0,-1-1 6 0,-5-1-1 0,-3 1 0 0,-3-3-1 15,-4 2 1-15,-3-2-2 0,-2-1 7 0,-4 0-1 0,-3-1 2 0,-4-3-3 16,-2 0-1-16,-5-1-3 0,-5-1 1 0,-2 1 1 0,-4-3 1 15,-4 1-2-15,-4-2-13 0,-5 1 11 0,-5 0-2 0,-4-2 3 0,-4 0 9 16,-3-1-12-16,-5-2-1 0,-2 1-4 0,-5-1 2 0,-6-2 3 16,-3-1 4-16,-4 0-4 0,-3 1 0 0,-5-1 0 0,-3 0-6 0,-5 1 8 15,-2-1 2-15,-3 1-6 0,-3-1 9 0,-3 1-5 0,-4 2-7 0,-4-1 1 16,-5 3-3-16,-3 0-4 0,-3 0 11 0,-5 2 2 0,-1 2 0 16,-5 1-1-16,-4 1-9 0,-2 0-2 0,-4 2-7 0,-4 1 6 0,-2 2 1 15,-4 1 4-15,-2 2 2 0,-4 1-2 0,-2 2-5 0,-3 0-2 0,-4 1 7 16,-3 3-3-16,-2 1 3 0,-3 2-3 0,-1 3 0 0,-1 0 3 15,-2 2 0-15,0 0-3 0,-1 1 2 0,-1 3 3 0,1 0-4 0,-3 2 5 16,1 2 1-16,0 1-1 0,0 2-1 0,0 2-2 0,1 0 3 16,-3 4-2-16,1 1-1 0,2 3-2 0,-3 1-1 0,3 4-1 0,0 1 2 15,-2 2 3-15,3 2 0 0,-1 4 3 0,0 3-9 0,2 2 9 0,-2 4-9 16,4 2-11-16,0 3 4 0,1 3 2 0,2 3 4 0,0 2 11 16,2 4-14-16,2 1-17 0,0 3-10 0,3 4-26 0,0 0-20 0,3 3-49 15,1 3-92-15,3 4-135 0,2 3-153 0,0 3-300 0</inkml:trace>
  <inkml:trace contextRef="#ctx0" brushRef="#br0" timeOffset="3799.52">1235 9415 1485 0,'-17'-14'30'15,"2"0"-30"-15,-2-2-1 0,-3-4 1 0,9 8 61 0,-1-1 8 16,-2-2 1-16,1-1-4 0,0 0-60 0,-1-2-4 0,0 3-4 0,0-3 2 16,1 2-4-16,-2-1 2 0,2 2-2 0,-1-1 0 0,0 1 3 0,0-1-2 15,0 3 3-15,0-1-1 0,1 1-2 0,1 1 3 0,1 2-3 0,1 1 2 16,2 1 5-16,2 0 0 0,2 0 8 0,4 0 10 0,2-1 2 16,4 0 4-16,4 0 3 0,8-3-62 0,19-11 10 0,11-1-2 0,11-1-1 15,7-1 58-15,10 1-8 0,3 1-4 0,3 3 1 0,-5 6-4 16,74-11-23-16,-12 9-2 0,-19 9 0 0,-19 4-1 0,-10 5 20 0,-2 3-2 15,0 3 0-15,-3 5-12 0,-2 3-2 0,-2 6 2 0,-2 2-7 0,-1 7 8 16,-3 4 4-16,-4 6 3 0,-1 6 6 0,-5 5-3 0,-6 5-7 16,-3 4-6-16,-6 2 0 0,-4 2-1 0,-6 2-3 0,-5 2-4 0,-5 3 13 15,-6 1-1-15,-2 1 4 0,-6-1 4 0,-5 0-12 0,-8-3 6 0,-5-3-3 16,-4-6 2-16,-5-5 1 0,-6-4-3 0,-3-4 6 0,-3-2 9 16,-5-4 15-16,-5-1 15 0,-8 0 11 0,-7-2 4 0,-6 1 1 0,-6 1-9 15,-6-1-8-15,-8-1-13 0,-6 2-14 0,-2-2-3 0,-5 2-5 0,-2 1 3 16,-1-1-1-16,-2-2-14 0,0 1-2 0,0-3-22 0,2-2-16 15,6-2-17-15,4-2-33 0,42-17 7 0,-7 3-28 0,3-1-13 0,-6 1-40 16,5-3-70-16,-4 1-41 0,7-2-52 0,-4-1-250 0</inkml:trace>
  <inkml:trace contextRef="#ctx0" brushRef="#br0" timeOffset="4600.51">21087 9082 1829 0,'-33'-33'185'0,"-5"-4"-133"0,-5-5-33 0,7 8-17 15,9 8-9-15,4 4-7 0,4 4-9 0,1 3-9 0,2 3 3 16,3 3-10-16,-1 0-12 0,2 4-7 0,0-2-11 0,1 2 7 0,3 0 13 16,1 1 23-16,1 0 14 0,4 1 7 0,0 0 10 0,2-1-5 0,2-1 0 15,1-1 4-15,3-1-5 0,2 0 3 0,4-2 3 0,4-1 0 16,2 0 5-16,3-1 4 0,4 0 4 0,4 0 3 0,2-2 3 0,3 1 4 16,7 0-2-16,2 1 2 0,5 1-4 0,5 1-3 0,3 1-4 0,5 0 2 15,5 2-5-15,4 1-3 0,4 3 0 0,4 1-14 0,1 4 3 16,2 2-7-16,2 3 0 0,-1 3 2 0,0 3 1 0,0 4 1 0,-4 4-2 15,0 3 3-15,-3 4-2 0,-3 5 2 0,-2 4-5 0,-5 4 4 16,-3 4-5-16,-1 4-4 0,-3 6-1 0,-3 4-14 0,-3 4 0 0,-3 1-4 16,-1 5-2-16,-3 1-3 0,-3 2 6 0,-4 4 1 0,-4-1 11 0,-5-1 6 15,-2 0 0-15,-6-4 8 0,-3-3 0 0,-5-4 4 0,-4-7 7 16,-4-4 8-16,-4-6 11 0,-4-5 14 0,-2-4 3 0,-6-4 12 0,-3-3 6 16,-6-5 2-16,-3-2-2 0,-6-3-5 0,-5-4-10 0,-4-2-8 0,-7-3-8 15,-3-3-10-15,-6-2-7 0,-2-2-10 0,-4-3 7 0,-3-2-1 16,-2-2-4-16,-3-1 0 0,0-3-6 0,-3-1-1 0,0-2 2 15,0-1-2-15,-1-2 3 0,1 0-1 0,0 0 1 0,0-2-1 0,2-1-2 16,0-3-4-16,1 2-2 0,1-1 6 0,3-1-3 0,2 1 5 0,4-3-7 16,3 1-5-16,4 0 12 0,2-1 0 0,7-2 6 0,5-1 3 0,2-1-11 15,7-1-8-15,4 1-4 0,5-1-16 0,5 0-24 0,3-1-28 16,4-1-49-16,3 0-67 0,3-4-89 0,3 1-146 0,4-4-233 0</inkml:trace>
  <inkml:trace contextRef="#ctx0" brushRef="#br0" timeOffset="5501.51">9924 9261 1401 0,'-12'-36'23'0,"1"-5"20"0,-1-9-15 0,6 5 5 0,5 8 8 0,2-1 0 16,1 3-1-16,0 1-12 0,1 0-5 0,2 1-10 0,4-1 0 15,1 2 2-15,1 2-2 0,-2 7-1 0,-2 2-8 0,-2 4 1 0,-1 3-3 16,-1 1 1-16,0 2-3 0,1 1-1 0,0 2-1 0,0 2 1 0,0 2 1 16,3 0 0-16,2 2-3 0,4-1-2 0,6 1-1 0,4-1-1 15,8 2 3-15,6-2-2 0,6 2 2 0,5 1-3 0,7 2 5 0,5 1-1 16,4 3 0-16,4 4 2 0,2 2-4 0,2 6-4 0,3 2 0 0,1 6-4 16,0 3 1-16,0 4-2 0,1 4 2 0,1 4 6 0,-1 3-2 15,-2 5-4-15,1 1-3 0,-2 5-5 0,-2 1-3 0,1-2 2 0,-3-2-3 16,-2-4-1-16,1-4 2 0,-1-6 3 0,-1-8 2 0,-1-5 5 15,-3-7 9-15,-4-5 11 0,-6-4 13 0,-6-2 14 0,-6-3 10 0,-6-1 11 16,-8-2 4-16,-6 0 9 0,-8 0-2 0,-5 0-1 0,-5 0-4 0,-2 1-7 16,-2 0-2-16,-1 0-7 0,-3 2-8 0,-5 2-7 0,-7 2-12 15,-7 4-1-15,-9 4 3 0,-6 4-8 0,-7 3-2 0,-8 5-4 0,-7 4-1 16,-5 5 5-16,-5 3-3 0,-3 4-2 0,-2 1-7 0,-1-1-14 16,3-2-13-16,1-3-19 0,4-1-22 0,5-3-5 0,3-1-20 0,7-6-21 15,5-2-19-15,7-4-45 0,9-4-35 0,8-3-62 0,11-4-63 0,9-7-142 16</inkml:trace>
  <inkml:trace contextRef="#ctx0" brushRef="#br0" timeOffset="6171.51">31460 9221 2531 0,'-10'-35'107'0,"2"-3"-94"16,-1-7-13-16,2 9-11 0,3 4 9 0,3 3 5 0,3-1-8 0,3 2 1 0,2 3-17 15,1 2-17-15,4 4-15 0,5 1-24 0,3 2-11 0,2 3 1 0,6 1 8 16,3 1 13-16,6 1 15 0,4 1 7 0,5 1 5 0,5 1 1 15,4 1 2-15,3 1-3 0,3 1-9 0,-29 4-12 0,10-1 13 0,5 2-8 16,8-1-2-16,4 4 0 0,11 0-13 0,2 3 14 0,10 2 10 0,2 2 63 16,-42-4-6-16,5 1-5 0,-1 2-1 0,5 1-55 0,0 3 4 15,4 2 5-15,-1 3 4 0,2 2 63 0,-2 4 13 0,3 2 16 0,-2 4 17 16,3 3-45-16,-3 3 12 0,3 4-2 0,-4 3 7 0,2 4-2 16,-4 4 1-16,-3 1 5 0,-4 4-9 0,-3 1-9 0,-5 2-7 0,-4 3-2 15,-5-1 1-15,-2 0 39 0,-5 0 15 0,-4 0-2 0,-4-1 8 0,-5-2-34 16,-3 0 0-16,-5-2 14 0,-4-2-1 0,-4-3 7 0,-4-1 0 15,-5-3 1-15,-4-4 5 0,-5-2-53 0,-4-3-100 0,-7-3-15 0,-4-3-22 16,-6-3 15-16,-6-3 13 0,-13-3-94 0,-61 14-216 0,-14-11-166 0,-12-12-189 16</inkml:trace>
  <inkml:trace contextRef="#ctx0" brushRef="#br0" timeOffset="6984.51">6279 9410 1363 0,'-40'-19'-1'0,"-3"-1"89"0,-8-6-18 0,10 3-17 0,6 4-10 0,5-1-10 16,0 1-6-16,3 1-7 0,0-1-3 0,3 0-7 0,0 0-3 16,2 2-4-16,0 1-1 0,2 1 2 0,1 3 0 0,6 2 3 0,0 3-5 15,1 0-1-15,3 0 3 0,2 2-2 0,2-2 0 0,3 1 0 0,2 0-2 16,2-1-2-16,5-1-3 0,6-2 2 0,6-2 2 0,8-4-1 15,8-1 0-15,6-4-2 0,8-2 0 0,6 0-11 0,7-1-6 0,9 1-5 16,6 1-7-16,7 1 10 0,7 1-7 0,6 1-3 0,7 3-8 16,6 3-10-16,3 4-3 0,3 7-5 0,3 6-3 0,2 7 7 0,-1 9-2 15,0 5 3-15,-4 9 13 0,-1 6 6 0,-5 7 12 0,-5 7 9 16,-5 2 0-16,-6 5 1 0,-7 0 3 0,-8 1 5 0,-8-1 12 0,-8-5 9 16,-8-4 12-16,-8-5 19 0,-8-5 29 0,-8-5 24 0,-6-4 20 0,-7-3 4 15,-6-3-8-15,-5 0-5 0,-6-1-3 0,-6 3-6 0,-4 2-7 0,-6 7-14 16,-7 3-16-16,-6 5-16 0,-5 6-15 0,-6 3-13 0,-9 5-16 15,-4 6 10-15,-9 6-3 0,-5 4-2 0,-6 4-1 0,-8 1-18 0,-4-2 2 16,-6-1-4-16,-4-3-4 0,-3-2 0 0,-3-5 0 0,2-5 1 16,1-4 5-16,0-6-12 0,0-4 1 0,2-6-15 0,0-4-13 0,0-5 1 15,3-8-6-15,1-5 7 0,2-5 2 0,3-6 4 0,7-4 7 0,3-5-1 16,5-5 5-16,6-4-8 0,4-5-21 0,6-4-45 0,4-4-53 16,4-5-55-16,6-4-47 0,8-4-32 0,4 0-202 0</inkml:trace>
  <inkml:trace contextRef="#ctx0" brushRef="#br0" timeOffset="7969.51">8363 9625 1437 0,'0'-11'73'15,"3"-2"8"-15,4-3-18 0,7 3-25 0,6 1 5 0,5 1-6 0,4-2 7 16,4-2 0-16,3 0-9 0,4 2 5 0,5-2-6 0,2 0-6 16,2 0-4-16,3 0-9 0,2-1-3 0,3 1-8 0,1-1 4 0,3 2-5 15,-1 0-3-15,1 0 3 0,1 0-2 0,1 1 2 0,1 2 0 0,1-2 0 16,2 2 1-16,0-1-5 0,2 0 1 0,4 2 0 0,0-3-2 15,1 0 8-15,4 0-7 0,1 0 1 0,5 1-2 0,1-2-1 16,4-1 2-16,0 0 0 0,4 1 1 0,0 0 0 0,2 1-3 0,2 0 1 16,1 0 1-16,4 0-1 0,0-1 1 0,0 0-2 0,3 0-5 0,-2 0 1 15,4-1-1-15,2-1 4 0,4 0 1 0,1 0-2 0,4-1 1 0,0 0-5 16,4-1 4-16,2 2 0 0,3 0 3 0,3-2 6 0,0 1 0 16,4-1 2-16,3-2-5 0,3 1 0 0,1 0-2 0,3-2 0 0,0 0-1 15,1 0-6-15,2-1 5 0,0 0-3 0,3-1 4 0,1-2 6 0,1-1-1 16,3-3 5-16,0-1 3 0,2-4 0 0,4 2 6 0,0-4 5 15,2 0-1-15,1-1 6 0,0-2 2 0,1 3 8 0,0-2 4 0,1 2-1 16,-2 0-1-16,2-3-11 0,2 2-2 0,-2 1-2 0,3 1-7 0,-1 1 5 16,2-4-5-16,1 2-2 0,2-2 1 0,0 1-2 0,1 2 0 15,1 0-5-15,0 2-4 0,0 0-4 0,0 2-4 0,1 1 8 0,-2 2 4 16,2-1-1-16,1 2 8 0,1 0-11 0,2 0 4 0,-3 3 5 16,-2-1-6-16,-1 4 8 0,-2-1-3 0,-2 0-5 0,-1 2 8 0,-2 0-3 15,-1 0 3-15,-1 0 2 0,2 0 0 0,-1 1-5 0,-1 2-2 0,-1 0 4 16,2 1 3-16,-1 0-2 0,-2 2-1 0,-1 1 2 0,-3 1-6 15,0-1 4-15,-1 1-3 0,0 1-6 0,1-2 1 0,-1 1-7 0,-1 1-2 16,-4-1 9-16,0 3-7 0,-2-1 8 0,-1 0 6 0,-2 1-16 0,0-1-1 16,-6 0 1-16,-2 0-1 0,-5 3 16 0,-6-1 2 0,-5 2-6 15,-6 2-1-15,-4 1-8 0,-4 1 16 0,-6 0 0 0,-5 1 3 0,-6 0-2 16,-4 1-12-16,-8 0-11 0,-6 1 11 0,-6 1-10 0,-7-1 11 16,-6 3 10-16,-7-1-9 0,-7 2 10 0,-4 0-9 0,-4 1-1 0,-6 0 0 15,-2 0-2-15,-5 1 9 0,-1 1-3 0,0 0 4 0,-3 2-1 0,0 1-10 16,0 0-1-16,-1 1-1 0,-2 2 2 0,1 2-4 0,-2 2 1 15,-1-1-1-15,-1 1-1 0,-3 2-3 0,1-2-1 0,-2 2-6 0,-1 0 1 16,-3 0-2-16,-1 1-2 0,-2 0-9 0,-2-2-4 0,-1 1-7 0,-3-1-12 16,-1-2-13-16,-3 1-16 0,-2 0-9 0,-3-2-10 0,-4-1-8 15,-2 1-3-15,-2-1-8 0,-4-1-7 0,0-1-1 0,-2-1-8 0,-3-1-3 16,-1-1 2-16,0-2 15 0,-2-3 10 0,3-2 9 0,1-3 12 16,2-3 11-16,3-1 22 0,4-2 23 0,2-2 16 0,2-1 10 0,4-1 2 15,1-1 3-15,0 1 3 0,1-2-2 0,1 0 4 0,1 0-2 0,0-1 2 16,1 2 7-16,0-1 1 0,0 2 5 0,0 0 4 0,0 2 1 15,2 0 3-15,-1 2 1 0,2 2-6 0,0-1-7 0,1 3-4 0,2 0-11 16,1 2-6-16,1 2-7 0,0 1-2 0,0 1-2 0,1 3 3 0,0 2 8 16,0 3 2-16,1 3 3 0,-1 1 4 0,0 2-1 0,-1 2-2 15,0 2 0-15,-2-1 1 0,1 3-2 0,-2-1 3 0,-2 2-5 0,0 1 2 16,-3 1 2-16,-3 3-2 0,-2 2 10 0,-3 2-5 0,-1 0-1 16,-3 2 0-16,-4 2 0 0,0 1 2 0,-4 1-1 15,-2 0 2-15,-1-2 0 0,-1-1 2 0,-1-2 1 0,1 0 5 0,0-3 6 0,2-1 5 0,0-2 3 16,3-2 10-16,1-2 9 0,4-2 12 0,3-4 17 0,4-2 4 15,4-3 3-15,3-4-7 0,3-3-3 0,3-3-7 0,2-1-2 0,1-2 3 16,3 0-2-16,2-1 4 0,4 0-6 0,4-2-10 0,7-1-8 0,8-1-10 16,7-3-10-16,9-1-2 0,7-3-4 0,7 0-9 0,6-1-17 15,5 1-21-15,4 0-16 0,4 0-10 0,0 1-3 0,2 1-21 16,1 1-23-16,1 3-41 0,0-1-50 0,2 1-68 0,3 2-92 0,1 2-117 16,4 1-207-16</inkml:trace>
  <inkml:trace contextRef="#ctx0" brushRef="#br0" timeOffset="17334.5">9733 8074 765 0,'-4'2'517'0,"2"1"-359"0,-1 1-19 16,0 1 18-16,2-2 21 0,-1 1-2 0,2 1-22 0,0 0-21 16,0 1-11-16,1 1-4 0,0 1-3 0,0-1-13 0,2 1-8 0,0 1-7 15,0-1-8-15,1 1 2 0,1 1-5 0,-1 0-4 0,1-1-9 0,1 1-8 16,0 0-20-16,1-1-9 0,1 1-10 0,0 0-6 0,0 1 4 16,2-1 14-16,1-1 1 0,1 1-5 0,1-1 2 0,-1 0-24 0,0-1 2 15,2 0 2-15,0-1-8 0,1 0 7 0,-1-3-5 0,3 2 0 16,-2-2 4-16,1 1-2 0,-1-1-2 0,1-2-2 0,0 1-3 0,0-1-1 15,-1-1 6-15,0-1 0 0,-1 0 2 0,-1-2 0 0,-1 0-2 0,2-1 2 16,-2-2 1-16,1-1-6 0,-3 0 4 0,-1-1 3 0,0-1 0 0,1-2 4 16,-1 0-3-16,-1-3 1 0,-1 1-12 0,-1 0-1 0,-1-2 1 15,-1 2 12-15,-2 0 11 0,-1 0 2 0,-1 1 0 0,-2-3-13 0,1 0 1 16,-3 0-1-16,-1 0 0 0,-2 1 1 0,0 0-7 0,-3-1 8 16,0 0-8-16,0 1 8 0,-1-2-1 0,-2 1-1 0,-1 0 2 0,-3 2-6 15,2-2 0-15,-2 1 5 0,0 0-3 0,-1 0 4 0,-1 2 0 0,-1-1-4 16,2 2 3-16,0 2-3 0,0 0 2 0,0 3-2 0,0 1 0 15,0 1 0-15,2 3-2 0,0 0-2 0,2 3 0 0,0 0-2 0,0 3-4 16,1 0 4-16,0 2-6 0,3 1 4 0,-1 1 1 0,1 1-9 16,1 2-2-16,1 1-11 0,0 2-13 0,2-1-21 0,2 2-30 0,1 1-23 15,0 0-34-15,3-2-39 0,0 1-57 0,3-1-100 0,1-2-127 0,1-1-194 16,4-1-341-16</inkml:trace>
  <inkml:trace contextRef="#ctx0" brushRef="#br0" timeOffset="17717.5">10309 7996 1325 0,'-5'4'365'15,"1"3"-116"-15,-1 0-40 0,1 0-15 0,0 0-17 0,1-1-39 0,1 1-25 16,0 1-21-16,2-1-19 0,1 1-14 0,1 1-11 0,0-1-22 15,0 1-5-15,1-3-9 0,0 1-3 0,1-1-2 0,1-1-5 0,1-1 1 16,1-2-3-16,0-1 0 0,0 0-3 0,1-2-2 0,0-1-4 0,0-1 2 16,1-1-5-16,0-1-2 0,-1-1 0 0,2-1-3 0,-1 0 6 15,0-3 3-15,0 0 3 0,0-2 5 0,-1 0-2 0,1 1 4 0,0 0 1 16,-1 0 6-16,-1 0 3 16,0-1 5-16,0 1 2 0,0 1 7 0,-1 0 2 0,-1 2 0 0,0 0 0 0,-1 2 1 0,0 2 6 0,0 1 3 15,-1 2 5-15,-1 2 0 0,1 0-5 0,0 3 3 0,-1 1-8 0,1 2-2 16,-1 1-7-16,0 2 4 0,1-1-9 0,-1 2-2 0,1 2-4 15,-1 1-11-15,1 0 6 0,0 0-5 0,0 1 1 0,1 1-2 0,1 1-6 16,0 0 2-16,0 0-3 0,1 0-3 0,-1-1-1 0,2-2-17 0,0-1-8 16,0-2-9-16,1-2-18 0,0-3-12 0,0-1-20 0,0-3-28 15,-2 0-30-15,1-2-41 0,0-1-56 0,-1-1-70 0,1-3-99 0,0-3-99 16,-1-1-113-16,1-3 66 0</inkml:trace>
  <inkml:trace contextRef="#ctx0" brushRef="#br0" timeOffset="17901.52">10909 7623 1269 0,'5'-10'290'0,"0"0"-11"0,-1 0-7 0,-2 4-30 0,-1 3-29 0,-1 2-30 16,-1 2-33-16,-1 1-28 0,0 2 0 0,-2 2-9 0,1 0-16 0,-1 1-14 15,1 4-7-15,0 0-3 0,0 3 2 0,-1 2-9 0,1 0-10 0,0 4-18 16,1 0-5-16,0 1-4 0,1 2-5 0,1 1 1 0,0 2-3 16,2 0-5-16,0-1-1 0,2 2-8 0,0-2-2 0,2 0-4 0,1-3-2 15,0-4-6-15,2 0-4 0,0-2-7 0,0 0-36 0,0-4-35 0,1 0-48 16,1-1-59-16,0-1-52 0,-1-1-76 0,1-2-101 0,-1-1-124 15,-1-1-110-15,-1-1-268 0</inkml:trace>
  <inkml:trace contextRef="#ctx0" brushRef="#br0" timeOffset="18069.52">10858 7909 1099 0,'-10'-3'404'16,"2"-2"-196"-16,-3 0-10 0,5 3-27 0,3 1-20 0,-1 2-11 0,2 2-16 15,0 0-16-15,1 1-12 0,0 0-2 0,2 2-6 0,0 0-9 0,2-1-7 16,1 0-10-16,2-1-13 0,1 0-8 0,3-2-13 0,2 0-8 15,2 0-6-15,2-2-9 0,0 0-1 0,3 0-8 0,1-2-5 0,-2 0-10 16,0-1-17-16,1-1-32 0,-2-1-50 0,2-1-66 0,-1 0-73 0,0-1-81 16,0 2-132-16,0-3-135 0,0 1-225 0</inkml:trace>
  <inkml:trace contextRef="#ctx0" brushRef="#br0" timeOffset="18251.5">11275 7795 1444 0,'-3'11'328'16,"0"0"-81"-16,-1 5-11 0,1-3-3 0,2 1-18 0,0 2-44 0,1 1-30 16,0 1-25-16,1 1-14 0,1 0-10 0,0 0-22 0,3 2-20 15,-1-1-15-15,0 0-11 0,2 2-13 0,-1 0 2 0,1-1-8 0,0 2-5 16,0-1 4-16,0 0-10 0,1 1-1 0,-1-1-23 0,1-2-18 16,-1-1-6-16,1-1-21 0,0-2-18 0,0 0-31 0,-1-1-41 0,0-3-30 15,-1-1-34-15,0-3-35 0,0-1-36 0,-1-2-46 0,-2-2-35 0,-1-2-13 16,0-1-222-16</inkml:trace>
  <inkml:trace contextRef="#ctx0" brushRef="#br0" timeOffset="18500.5">11222 8009 1333 0,'-4'-22'179'0,"2"-2"-42"0,-1-6-33 16,3 4-12-16,1 4-11 0,2 3-11 0,1 3-7 0,0 3-3 16,0 1-1-16,2 1-3 0,0 2-2 0,1 1-17 0,1 2-13 0,1 1-5 15,2 1-12-15,0 1 2 0,1 1 10 0,0 1 7 0,0 2 6 0,1-1 7 16,1 2-1-16,0 1 0 0,-1 0 0 0,2 2-4 0,-2 0-5 15,1 1-2-15,-1 0-4 0,-2 2 2 0,1 0-2 0,-1 0-2 0,-1 2-1 16,0-1 3-16,-1 2-6 0,-3 0-1 0,-1 1 0 0,-1 1-6 0,-2-2 5 16,-1 2-3-16,-1-1-4 0,-1 1-6 0,-1-1 1 0,-1-1-4 15,-1 1 4-15,-3-1 0 0,1 1 1 0,-3-1-4 0,0 0-5 0,0-2-4 16,-1 1-1-16,0-2-4 0,1 1-4 0,-1-1-17 0,0-1-20 16,0 1-32-16,0-3-40 0,1 1-48 0,1-1-47 0,2-1-54 0,0-1-75 15,2-1-81-15,2-2-217 0</inkml:trace>
  <inkml:trace contextRef="#ctx0" brushRef="#br0" timeOffset="18802.5">11636 7970 1573 0,'1'9'268'0,"0"1"-43"16,0 3-15-16,0 0-5 0,0-1-34 0,1-1-35 0,0 1-28 0,-1 1-16 15,1 0-15-15,-1-1-13 0,1-1-13 0,0 0-19 0,0-1-11 0,2 0-10 16,-1-2-6-16,0 0-1 0,1-3-8 0,0 1 3 0,1-2-5 15,-1-1-6-15,2-1-6 0,1-3-14 0,0 0-5 0,1-1-6 0,0-2-4 16,0 0 0-16,0-1 1 0,-2-2 9 0,1 0 12 0,0-1 11 0,0-2 8 16,0 0 4-16,-1-1 5 0,0 1 2 0,0-1 7 0,0 0 0 15,-1 1 5-15,-2 0 3 0,0 0 4 0,0 2 3 0,0-2-3 0,-2 2 4 16,1 0-4-16,0 2-5 0,-1 1 2 0,0 2-4 0,-1 0-1 16,0 3 2-16,0 0-4 0,0 1-2 0,1 2-1 0,-1 0-1 0,0 1-4 15,0 2-1-15,0 0-3 0,0 2-2 0,0 0-4 0,0 0 1 0,1 1-3 16,1 1-6-16,0 1-2 0,0-1-2 0,0 2-7 0,1-2-10 15,0 2-16-15,0-1-21 0,2-1-29 0,-1 0-35 0,0-1-44 0,2-2-56 16,-1 0-64-16,0-1-67 0,2-1-75 0,1-1-45 0,0-1-106 0</inkml:trace>
  <inkml:trace contextRef="#ctx0" brushRef="#br0" timeOffset="18985.5">12200 7763 1771 0,'2'-7'322'0,"1"0"-67"15,-1 1-24-15,-1 3-21 0,-1 2-34 0,0 2-41 0,-1 2-18 0,1 1-15 16,-2 2-2-16,0 2-4 0,0 1-16 0,0 2-11 0,0-1-15 0,0 3-14 16,-1 2-8-16,1 1-9 0,0 1-5 0,0 2-1 0,1 2-7 15,0 1 0-15,1 1-2 0,1 1-5 0,1-3-1 0,0 0-2 0,1-1-4 16,2-2-9-16,0-2-18 0,1 0-27 0,0-3-32 16,1-2-60-16,-1-1-64 0,2-1-63 0,0-1-124 0,-1-1-167 0,0-1-207 0,-1-1-179 15</inkml:trace>
  <inkml:trace contextRef="#ctx0" brushRef="#br0" timeOffset="19135.52">12114 7988 2561 0,'-15'-7'276'0,"0"0"-98"0,-4-1-39 15,5 2-13-15,4 2-11 0,0 2-23 0,2 3-23 0,0 2-13 0,4 2-9 16,0 0-2-16,2 1-3 0,3 2-9 0,1-1-8 0,3 0-12 16,2-1-9-16,4 0 0 0,2 0-6 0,1 0-8 0,3-2-3 0,2-1-24 15,1-1-33-15,4-2-51 0,3 0-90 0,0-3-133 0,2-1-229 0,0-2-359 16,2-2-156-16</inkml:trace>
  <inkml:trace contextRef="#ctx0" brushRef="#br0" timeOffset="20086.52">31079 8170 1875 0,'-8'0'137'0,"-2"0"21"0,-3-1 12 0,1 0-4 0,0 0-8 0,2 0-19 15,0 1-24-15,0 0-21 0,2 0-17 0,-1-1-5 0,0 1-9 16,1 0 0-16,0 0-2 0,2 0-8 0,-1 0-4 0,3 1-7 0,-1-1-6 16,0 0-10-16,1 0-4 0,1 1-3 0,0 2-4 0,0 0 0 0,0 1-6 15,0 3-3-15,2 0-4 0,-1 3 2 0,0 1-1 0,0 0-12 0,1 1-1 16,0 1-3-16,2 1 2 0,-1 0 13 0,3 1-6 0,0 1-5 15,3-1-8-15,1-1-4 0,1 0-3 0,2-1-15 0,1 0-10 0,1 0-17 16,3-1-10-16,2-1 3 0,2 0 4 0,0-3-1 0,2 0 8 16,-1-2 7-16,-1-2 9 0,-1 0 16 0,-1-2 15 0,-2-1 10 0,-1-2 6 15,-1 0 6-15,-2-2 3 0,0-2 7 0,-3-1 10 0,1-1 9 0,-1 0 1 16,-1-1 24-16,3-2 3 0,0-1 1 0,0 1-1 0,-2-3-17 16,-1-1-6-16,-3 2-1 0,-1-2 2 0,-1 1-3 0,-2-2-6 0,-2-3-3 15,1 1-2-15,-3-1 11 0,0-2 2 0,-1 0 7 0,0 0-4 0,-2-1-16 16,-3 0 3-16,0 2-8 0,0 0 4 0,-2 1-5 0,0 2-5 15,-2 1 1-15,-1 2-5 0,0 3-1 0,1 2 0 0,-2 3-6 0,-2 0-6 16,-1 3-2-16,-1 2-2 0,-2 2-6 0,-1 2-2 0,3 1-3 16,-3 2-11-16,2 0-14 0,0 2-20 0,-1 0-32 0,2 0-30 0,-1 1-39 15,0-1-45-15,3 0-54 0,3 0-83 0,0-1-107 0,2-1-135 0,1 0-129 16,3-2 57-16</inkml:trace>
  <inkml:trace contextRef="#ctx0" brushRef="#br0" timeOffset="20734.52">31462 7989 759 0,'-6'-6'307'0,"1"0"-159"0,-2 0 21 16,3 1-5-16,1 2-31 0,-1 0-15 0,0 2-10 0,-1 1 8 15,2 0-10-15,2 0 7 0,-1 0 6 0,0 2-8 0,0 0 5 0,1 1-13 16,0-1 1-16,1 2-9 0,1 2-12 0,-1-1-11 0,1 1-20 16,0 1-10-16,0 1-2 0,3 0-8 0,0 2-7 0,-1-1-5 0,1 2-17 15,0 2-1-15,0 0 3 0,2 0-6 0,0-1-1 0,0 0-5 0,2 0-4 16,-1 0-1-16,0-1-8 0,1-1-8 0,-1-1-13 0,1-1-18 16,1 0-13-16,0-1-20 0,2-1-19 0,-1 0-4 0,2-1-2 0,-3-2 12 15,4-1 17-15,-1-1 22 0,-2-2 18 0,2-1 18 0,-3-1 15 0,0-3 12 16,1 0 6-16,-1-1 3 0,0 0 4 0,-2-1 1 0,1 0 2 15,-1 1-1-15,-3 0 3 0,0 0 6 0,0 0 3 0,0 1 7 0,-1 0 7 16,0 1 2-16,0 0 6 0,-2 0 0 0,2 2-5 0,-1-1-1 0,-1 2-11 16,-1 0-7-16,2 1-4 0,-3 2-7 0,2 0-1 0,-1 1-5 15,-1 1-2-15,2 1-8 0,-1 2-1 0,0 1-7 0,0 1-11 0,-3 2-10 16,2 1-19-16,-1-1-12 0,0 3-23 0,1 0-34 0,-2 0-49 16,2-1-136-16,0-1-59 0,1 0-9 0,2 0-29 0,-2 1-108 0</inkml:trace>
  <inkml:trace contextRef="#ctx0" brushRef="#br0" timeOffset="20940.5">31943 7796 1542 0,'-5'-11'287'0,"0"0"-152"0,-3-2 20 0,2 5-19 0,-1 4-30 15,-1 3-12-15,-1 2-14 0,0 2-15 0,-2 3-1 0,0 0 2 0,0 2 3 16,-1 1 4-16,0 0-5 0,-1 3-15 0,0 3-16 0,1 2-12 15,0 2-13-15,-1 5-4 0,0 2-4 0,1 0-2 0,-2 3-1 0,3-2-4 16,1 0-1-16,2 1-15 0,0-1-3 0,2-1-18 0,3 1-39 0,-1-1-61 16,3-2-80-16,0-1-80 0,2-2-91 0,2 0-76 0,0-1-62 15,4-2-120-15</inkml:trace>
  <inkml:trace contextRef="#ctx0" brushRef="#br0" timeOffset="21138.51">31705 8089 1512 0,'-8'-11'114'0,"-1"0"38"0,-1-2 9 0,1 4-10 0,2 5-14 16,-1 1-21-16,3 3-12 0,-1 1-10 0,1-1-13 0,3 2-13 0,0-1-8 15,2 0-11-15,1 0-7 0,-1 1-11 0,3-1-2 0,1 1-7 0,2 0-14 16,4 0 1-16,-2 0-7 0,2 0-9 0,0-1 2 0,1 1-5 16,1-1-11-16,2 0-7 0,0 0-11 0,0-1-25 0,0-2-23 0,-1 0-28 15,-2 1-30-15,1-2-26 0,-1 1-30 0,1-1-44 0,-2-1-42 0,0 2-41 16,-1-1-32-16,1 1-236 0</inkml:trace>
  <inkml:trace contextRef="#ctx0" brushRef="#br0" timeOffset="23551.51">11263 7389 1004 0,'-1'-4'369'0,"1"-1"-178"0,0 1 13 16,-1 0-3-16,1 2-16 0,0 0-29 0,0 1-20 0,0 1-6 0,0 1-15 15,1 0-2-15,-1 1-4 0,-1 1-14 0,2 0-9 0,-1 3-12 16,0 0-12-16,0 2-3 0,0 1-11 0,1 2-3 0,-1-1-4 0,1 3-12 16,-1 1-3-16,1 1-10 0,-1 0-1 0,1 2-8 0,-1 1 1 0,1 1-3 15,0 1-3-15,-1 1-13 0,1 0-4 0,0 0 4 0,0 0 11 16,1 0 13-16,-1-2 2 0,1-1-4 0,-1 0-15 0,-1-4 3 0,1 1-5 16,-1-1-9-16,0-2-1 0,0-2-12 0,0-2-3 0,-1-2-6 15,0 0-8-15,-1-3-9 0,0 0-14 0,-1-2-27 0,0-1-30 0,0-1-39 16,-1-2-37-16,0-1-27 0,-1-1 0 0,-1-2 6 0,-1-1 16 0,0-3 29 15,-1-1 21-15,-1-1 30 0,0 0 31 0,-1 1 29 0,1-1 27 16,-1-1 24-16,-1 0 23 0,1 0 24 0,0 1 31 0,0-2 35 0,1 1 33 16,0 0 21-16,-1 0 15 0,1-1 6 0,0-3-9 0,0 1-9 0,1 1-8 15,0 0-19-15,1 0-9 0,0 1-11 0,1 3-9 0,2-1-7 16,1 2-15-16,0 1-17 0,2 2-18 0,0 1-4 0,2 3 2 16,0 0-2-16,1 2-5 0,0 1-8 0,2 0-9 0,0 1-1 0,1 1-4 0,1 1-6 15,2 0 2-15,-2 0-5 0,3 1 0 0,-1 0 0 0,2 1-2 16,-1 0 1-16,2-1-4 0,0 1-10 0,0 0-12 0,1 1-21 0,2 0-13 15,-1 0-22-15,0 0-14 0,1 0-20 0,-1 0-18 0,1 0-18 16,0-1-27-16,0 0-25 0,1 0-23 0,0-1-9 0,-1 0 12 0,0 0 20 16,1 0 35-16,-1-1 39 0,-1 0 39 0,0-1 40 0,-3 0 32 15,-1 0 32-15,0 0 34 0,-3 1 34 0,-1-1 31 0,-1 1 29 0,0 0 12 16,-2 0 17-16,-1 1 3 0,1-1-1 0,-1 2-5 0,0-1-21 16,-1 1-17-16,1 2-17 0,0-2-8 0,0 2-16 0,1 0-7 0,-1-1-7 0,1 0-9 15,-1 1-3-15,1 0-14 0,1 0-5 0,-1 0-11 0,1 0-7 16,0 0-5-16,1-2-17 0,-1 0-3 0,1-1-4 0,0-1 1 0,0 0 13 15,0-1-2-15,-1 0-1 0,2-1-4 0,-1-1 3 0,1-1-2 16,0 0 2-16,-1-1 11 0,2-2 2 0,-1 0 1 0,-1-2 1 0,0-2-11 16,0 0-1-16,-1 0-2 0,-1-2-1 0,0 1 2 0,-1 0-2 0,-1-1 2 15,-1 1-3-15,0 0-1 0,-2 1-1 0,-1 0 1 0,-1 1-3 16,-1 0 5-16,-1-1-5 0,0 2-2 0,0 0 2 0,-2 2-6 0,0 0 2 16,0 1 1-16,0 2-3 0,-1 1 2 0,3 1-2 0,-2 1-1 15,2 2-2-15,1 1 0 0,1 1 1 0,1 1 1 0,0 1 1 0,2 0 0 16,1 1 1-16,1 0-3 0,1 0 3 0,2 2-3 0,0-1 1 0,2 1-2 15,1-1-2-15,1-1-11 0,2-1-9 0,0-1-8 0,1-1-11 16,2 0-8-16,0-1-6 0,1-2-10 0,1 0-8 0,1-1-4 0,1-2-4 16,-1 0 3-16,-1-1 10 0,0 0 11 0,-2-1 20 0,1 0 16 0,-1-1 11 15,-2-1 14-15,0 1 3 0,-1-2 3 0,-1 1 7 0,0 0 4 16,0 0-1-16,-1 0 5 0,-1 1 6 0,1 0 6 0,0 0 10 0,-1 1 6 16,0 0 5-16,-1 1-6 0,0 0 0 0,-1 2-8 0,0 0-9 0,0 2-6 15,0 0-5-15,-1 1-2 0,0 0-7 0,-1 1 2 0,0 2-6 16,0 0-8-16,0 2 3 0,-1 1-8 0,-1 0 6 0,0 1-2 0,0-1-5 15,0 0-2-15,0-1-10 0,0-1-1 0,-1 0-2 0,1-1-6 0,-2-1 7 16,1 1 1-16,-1-1 8 0,-1 0 14 0,-1 0 1 0,1 0 5 16,1-1-1-16,0-2 6 0,0 0 2 0,0-1 7 0,0-2 6 0,0 0 1 15,1-1 9-15,-1-1-5 0,1-1 2 0,-1 0 1 0,2-1 6 16,0-2 0-16,1 0-3 0,0 1-5 0,1-3-10 0,1-2 2 0,0 0 3 16,2-2-5-16,-1 0-2 0,1 1-1 0,0-1-7 0,0 0 1 0,1 1-8 15,1 1-3-15,0 2-1 0,2 0-1 0,-1 1-3 0,1 1-1 16,0 1-4-16,-1 2-12 0,1 0-16 0,0 1-21 0,0 1-35 0,0 1-20 15,-1 0-34-15,0 1-40 0,-1 0-39 0,1 1-45 0,0 1-27 0,1 1-15 16,0-1 1-16,1 1-2 0,0-1-66 0,0 1 20 0</inkml:trace>
  <inkml:trace contextRef="#ctx0" brushRef="#br0" timeOffset="24251.51">12057 7467 667 0,'4'0'264'0,"1"1"-37"0,0 0-5 0,-1-1 3 16,0 0-21-16,0-1-34 0,0-1-27 0,0 0-19 0,0 1-10 0,0-2-5 15,1 1-9-15,-3-2-15 0,2 0-10 0,-2-1-8 0,1-1-7 16,-1 1-12-16,1 0 0 0,-1 0-12 0,-1-1-7 0,0 1 3 0,-1 0-7 15,-1-2-5-15,0 2 0 0,-1 0-5 0,-1-1-2 0,0 2 2 16,-1 0-2-16,0 2 4 0,0 0-1 0,-2 1 2 0,0 2 0 0,0-1-8 16,-1 2 3-16,0 1-4 0,0 0-2 0,0 1 4 0,0 1-2 0,1 0 3 15,0 1 1-15,0 1-2 0,2-1-2 0,1 1-2 0,1 0 0 0,2 1 2 16,2 0 2-16,1 0-2 0,2 0-3 0,1-1-5 0,0 0-2 16,2 0 1-16,2 0 0 0,2 0 1 0,1 0 1 0,1 0-9 0,0 0 1 15,3 0-6-15,0-1-8 0,0 0-7 0,0 0-13 0,0 0-6 16,-1 1 0-16,-2 0 2 0,1 0 5 0,-2 0 5 15,-1 1-23-15,-2 0 0 0,-3 0 3 0,-2-2 17 0,0 2 25 0,-2 0 11 0,0 0 4 0,-3 0 4 16,-1-1-12-16,-1 0-14 0,-2 0-22 0,-1-1-23 0,-1 1-4 16,-1-1 0-16,-2 0 3 0,0-1 6 0,-2-1 14 0,0-1 13 0,0-1 21 15,1-1 17-15,1 0 8 0,0-1 6 0,0 0 8 0,2-1 7 0,2-1 4 16,-1 1 1-16,3-1-2 0,1 0-3 0,1 0-9 0,2-1-5 16,2-1-5-16,1 0-9 0,2 1 3 0,0-1-5 0,1 0 4 0,1 0 8 15,1 1 1-15,2-2 5 0,0-1 0 0,3 0-11 0,0 0-4 16,0-1-1-16,0-1-6 0,0 1 6 0,2 0 10 0,0 1 1 0,0-2-1 15,1 1 0-15,0-2-10 0,0 0-4 0,-2 0-1 0,1 0 3 0,1 0-2 16,-2 2 2-16,-2-2 2 0,2 1 5 0,-2-1 5 0,0 1 11 16,-1 1 4-16,-3 0 6 0,0 0-1 0,-1 2 3 0,-1-1-10 0,-2 0-2 15,-2 0-1-15,-1 0-6 0,-1 1 3 0,-2-1-8 0,0 0-5 16,-3 1-6-16,0 0 4 0,-2 1 2 0,-2 1-2 0,0-1 2 0,-2 0-4 16,1 1 0-16,-2 1 2 0,1 1 0 0,0 1 2 0,0 1-3 0,0 1 1 15,0 1-4-15,0 1 3 0,0 0-1 0,1 1-2 0,1 1 5 16,2 2-1-16,2 0 2 0,1 2 9 0,2 1-7 0,1 1 2 0,2-1-4 15,2 2-5-15,2 0-1 0,0 1 1 0,3-1-2 0,1 1-3 0,2-2-1 16,0-1 0-16,2-2-15 0,1-2-3 0,2-1-1 0,0-2-6 16,2 0 8-16,0-1-11 0,1-1-4 0,0-1-12 0,2-2-7 0,-2 0-29 15,2-2-38-15,-2-1 11 0,-1 1 13 0,2-1 42 0,-1-3 14 16,0-2-43-16,2-3-17 0,0-3-26 0,-2 0-23 0,-1-2-38 0,0-1-59 16,0-2-46-16,-3 1-8 0,3-2 28 0,0-1 31 0,-1 1 38 0,1-2 44 15,-2 0 47-15,-1-2 46 0,0-2 42 0,0 1 38 0,-1-1 48 16,-2 0 55-16,0 0 62 0,-2 1 58 0,-2 0 22 0,-1 1-7 0,-2 2-22 15,1 1-29-15,-2 2-19 0,-1 4-20 0,1 2-16 0,-2 3-25 0,0 4-12 16,-1 3-5-16,-1 3-2 0,-1 2 1 0,0 3-10 0,-1 3-12 16,-1 1-15-16,0 4-5 0,1 2-10 0,-1 2-1 0,1 3-8 0,0 4-8 15,0 0-9-15,0 3-6 0,1 1-10 0,1 3-4 0,1 2-3 0,0 4-3 16,2 0 1-16,1 1-2 0,1-1 2 0,2-1-2 0,2 0-2 16,0-2 2-16,0-1-5 0,1-4-6 0,0-2-35 0,0-2-61 0,-1-3-129 15,-1 1-33-15,-2-3-95 0,-2 0-162 0,-2-2-117 0,-2-2-275 0</inkml:trace>
  <inkml:trace contextRef="#ctx0" brushRef="#br0" timeOffset="24368.52">13018 7619 2280 0,'-2'-11'200'0,"1"-1"-104"0,3-4-37 0,3 1-13 0,5 4-10 16,2 2-8-16,3 2-13 0,4 0-14 0,1 1-4 0,4 1-5 16,3-1-15-16,2 0-35 0,4-2-126 0,5-2-242 0,1-1-364 0,5-3-143 15</inkml:trace>
  <inkml:trace contextRef="#ctx0" brushRef="#br0" timeOffset="29020.52">30604 6263 2159 0,'-2'4'441'0,"0"3"-387"0,0 3 34 0,-1 2 24 0,0 0 11 15,-1 3-18-15,1 3-24 0,-1 3-16 0,0 3-8 0,0 3-3 0,-1 2-11 16,-1 2-8-16,-1 4-4 0,-1 3-12 0,1 3 1 0,0 2-5 15,2 3-2-15,0 1-4 0,0 0-2 0,2 2 3 0,0 2-7 0,1 3-10 16,1 1-6-16,0 2-4 0,2-1-1 0,0 0 5 0,0-1-4 0,0-3-5 16,1-3 0-16,3-4-1 0,1-6-1 0,2-3 0 0,3-3-6 15,1-4-1-15,2-2-8 0,0-3-5 0,0-4-9 0,2-3-1 0,0-3 10 16,-1-4 8-16,2-2 17 0,-2-4 9 0,0-2 3 0,0-3 0 16,-1-4-4-16,-1-1-6 0,1-4-4 0,-2-1-17 0,0-2-21 0,-1-3-35 15,0 0-33-15,1-4-16 0,-2-1-16 0,0 0-10 0,-2-1-13 0,0-1-33 16,0 0-44-16,-2 0-46 0,-2-1-40 0,-1 0-234 0</inkml:trace>
  <inkml:trace contextRef="#ctx0" brushRef="#br0" timeOffset="29218.51">30186 6960 1678 0,'-22'4'237'0,"-1"1"3"0,-6 2 11 15,6-1-56-15,6-1-41 0,5 0-38 0,2 0-25 0,5 1-4 0,2 0-1 16,3 1-7-16,2-1-6 0,3 1-7 0,5-1-2 0,2-1-13 15,4-1-3-15,4 0-5 0,4 0-11 0,6-2-6 0,3 0-11 0,3 0 0 16,5-2-7-16,-1 0-4 0,4 0 0 0,3-2-4 0,0 0 1 0,1-1-1 16,-1-1-3-16,-1-1-7 0,0 0-1 0,-3-1-12 0,0-1-24 15,-3 0-21-15,-2-1-31 0,-1 1-37 0,-1 0-30 0,-2 1-44 0,0-2-43 16,-3 1-54-16,2 0-42 0,-4 0-48 0,3 0-40 0,-3 1 30 0,-1-1-143 16</inkml:trace>
  <inkml:trace contextRef="#ctx0" brushRef="#br0" timeOffset="29486.51">31239 6897 446 0,'-1'-3'282'0,"0"0"-2"0,0-2 4 16,-3 2 6-16,-1 1-19 0,-2-1-24 0,-1 2-13 0,-1 0-18 0,0 1-28 15,-3-1-27-15,2 2-33 0,-2 0-22 0,0 2-22 0,1 1-14 16,-1 2-7-16,-1 2-12 0,-1 0-6 0,-1 2 0 0,4 1-3 0,-1-1-10 16,1 2 0-16,0 1-2 0,0 1 2 0,2 1 9 0,1 1-6 15,-1 0-5-15,2 0-3 0,1 0-15 0,1 1-3 0,1 0-1 0,1 0-8 16,1-1 4-16,2 0 0 0,0 0-6 0,3-1 4 0,1-3-6 0,1 0 0 16,3-1-4-16,0-2-7 0,2-1 2 0,2-2-9 0,1 0-4 15,1-4-3-15,0 0-7 0,1-2-2 0,3-1-12 0,0-1-1 0,-1-1 10 16,-2-2-1-16,1-2 11 0,0-1 7 0,-1-2-1 0,0-1 12 0,-1-2 11 15,-2 0 4-15,0-1-2 0,-2 0-2 0,-1-1 4 0,-1 1-7 16,-2-2 5-16,-1-1 0 0,-1 1-2 0,-3 1 0 0,-1-1-7 0,-3 1-11 16,-1-2-10-16,-4 2-6 0,0 0 9 0,-2 1 1 0,-2 0 4 0,0 1 1 15,-1-1-7-15,-1 0 4 0,0 2 8 0,-1 1-3 0,0 2-3 16,0 2-11-16,2 2-23 0,-2 2-15 0,-2 4-13 0,0 2-21 0,0 3-20 16,2 3-23-16,-2 1-32 0,2 3-41 0,1 2-49 0,0 0-81 15,3-1-86-15,1 2-243 0</inkml:trace>
  <inkml:trace contextRef="#ctx0" brushRef="#br0" timeOffset="29938.51">31443 6997 1482 0,'2'-5'282'0,"0"2"-50"0,-1-2-51 0,-3 1-43 16,-1 2-38-16,1 1-43 0,-1 2-10 0,-1 0-9 0,0 2-16 15,-3 1 5-15,0 0-11 0,-1 1-6 0,0 2 1 0,0 0-5 0,0 1-4 16,0 0-1-16,0 1-1 0,0 1-4 0,1-1-6 0,1 2-6 0,1 0-3 15,1 0-7-15,2 0-5 0,1 0-6 0,2-4-14 0,2 0-23 16,1-1-16-16,1-2-17 0,1 0-7 0,3-2-5 0,-1-1-14 0,1-1-15 16,3-1-13-16,-1-2 5 0,3-2 14 0,-2-2 27 0,1 0 34 0,1 0 29 15,0-3 27-15,1 0 22 0,-2 0 17 0,0-1 23 0,0 1 25 16,0 1 31-16,0 0 52 0,0 0 33 0,1 0 1 0,2 0-13 16,-3 0-48-16,0 1-36 0,-3 1-7 0,-1 0 2 0,1 3-10 0,-3 1-6 0,0 2 2 15,-2 1-14-15,-3 1-3 0,0 2-2 0,-2 1-16 0,0 2-4 16,-2-1-1-16,1 2-5 0,-2 0-5 0,0 1-5 0,-1-1-4 15,0 2 0-15,-2-1-1 0,0 1-14 0,1-1-7 0,-1 2-1 0,-1-2 3 16,1 1 18-16,-1-2 7 0,1-2-1 0,1-1 5 0,-1-2 0 0,0-2 11 16,-3 0 6-16,0-1-1 0,-1-2 2 0,-2-1-7 0,0-1-1 0,-1-2-1 15,-1-2-4-15,1 1 0 0,-2-3-5 0,1 2 1 0,1-3 7 16,0 0 3-16,6 0 16 0,-1-1 8 0,3 0 5 0,2-2 2 0,1 0 7 16,2-1-6-16,2 0-1 0,2 0-8 0,1-2-19 0,1 1-8 15,2 2-7-15,3 1-2 0,2 3-6 0,0 3-1 0,3 1-2 0,-3 2-6 16,4 4 2-16,0 0-1 0,0 2-3 0,0 2-1 0,0 1-6 0,0 0-10 15,-2 2-24-15,2-1-21 0,0 1-27 0,-1-1-27 0,0 1-27 16,1 0-14-16,1 0-19 0,-1-1-12 0,0 0-19 0,1-2-21 0,-2 1-39 16,-2 1-37-16,1-1-22 0,-2 1-13 0,-1-1-115 0</inkml:trace>
  <inkml:trace contextRef="#ctx0" brushRef="#br0" timeOffset="30820.51">31926 6925 276 0,'1'2'306'0,"0"1"-65"0,1-1-18 15,1 1-21-15,-2-2-31 0,2 1-26 0,0 0-11 0,1 0-16 16,0 1 1-16,1 0-4 0,1 0-3 0,1-1-10 0,0 0-6 0,1-1-7 15,-2-1-5-15,3 1-5 0,2-3-1 0,-1 0-10 0,1-1 0 16,-1-1-8-16,0 0-4 0,2 0 24 0,-1-1-4 0,-5 2 3 0,1-1-7 16,0-1-29-16,1-1-10 0,0-1-6 0,2-1-7 0,-2-1-6 0,1-2-3 15,0 1-4-15,-1-1-1 0,-1-1-4 0,-2-1 1 0,-2 1-3 16,-1-1 0-16,-1 1 0 0,-3 0-3 0,-1 0 1 0,-3 1-2 0,0 0 1 16,-2 3-3-16,-11-6-1 0,0 6-13 0,1 4-2 0,0 3-1 15,3 1 1-15,-2 3 18 0,0 1 3 0,-1 2 1 0,1 3 3 0,4 1-3 16,-1 2-2-16,3 3 6 0,2 2-4 0,-1 0 2 0,6 2 1 0,2 1 3 15,1 0-6-15,3-1 5 0,-1 1 2 0,4 0-16 0,0-1 11 16,3 2-4-16,1-1 2 0,0-1 9 0,3 1-7 0,0 0-2 0,2-3-2 16,-1 2 1-16,1 0-3 0,0-4 0 0,1 2-12 0,-1-2 18 0,-2 1-4 15,-7-9 4-15,2 1 12 0,-1 0-17 0,0 2 1 0,-2-2-2 16,2 0-1-16,-2 0 1 0,0 0-5 0,-2-1-5 0,-1-1-7 0,-3-1-8 16,-2-1-4-16,-5 3-3 0,0-4 8 0,-1-3-20 0,2-1 6 15,-1-2 8-15,-1-2 10 0,2-1 24 0,0 0 5 0,3-1 5 0,-1 0-3 16,1-2 5-16,4 0 2 0,0 0-2 0,1 0 2 0,1 0-4 0,1 2 0 15,3-1-3-15,0 0-5 0,1 1 1 0,4 1 1 0,-2 0 22 16,3 0 2-16,-5 3-3 0,2-1-2 0,1 0-27 0,1-1 2 0,2 1-1 16,3-2 3-16,1 0-2 0,0-1 0 0,3 0 0 0,-1 1 1 0,1-1 4 15,0 0 1-15,0 1 5 0,0-1 5 0,-1 1 2 0,1 0 1 16,1-1 1-16,-3 0-2 0,1 0 4 0,-1-1-6 0,0 1 3 0,-3-1-8 16,0 1-2-16,-2-1-13 0,-2 0-1 0,-1 0 0 0,-3 1 14 0,-1-1 15 15,0 0 0-15,-2 1 3 0,-2 0-12 0,-1 1-2 0,-1-1 2 16,-1 1-4-16,0 0-4 0,-2-1 4 0,-1 2-5 0,1-1 0 0,-1 2-1 15,0 0-3-15,-1 2 2 0,0 0 0 0,0 2-6 0,-2 1 6 0,0 1-4 16,-1 3 4-16,2 0 2 0,-1 3-4 0,0 0-7 0,-1 2-6 16,1 2 16-16,2-1 3 0,1 3 7 0,0 0-2 0,1 0-13 0,2-1-2 15,0 2 1-15,3-2-3 0,-1 0 2 0,3 0-5 0,0-3 0 16,2 0-4-16,2-1-5 0,1 0-8 0,2-2-4 0,0-1-12 0,2-1-7 16,0-1-11-16,3-2-10 0,1-1 0 0,-1-2-9 0,0-1-1 0,2-1-7 15,0-2-12-15,-1 0 0 0,1-3-5 0,1 0-7 0,0-1-7 16,-1-2-9-16,1 0-10 0,1-1 4 0,-1-2 8 0,0 0 52 15,1-1 32-15,-1 1 32 0,0-3 25 0,0 0-16 0,-8 8 9 0,0 0 6 0,-1-2 11 16,1-1 15-16,0 0 8 0,1-3 5 0,0 2 4 0,1-3 0 16,-1-1-3-16,1-1 0 0,-1 0 4 0,1-3-4 0,-1 0 1 0,0 0 0 15,0-1-7-15,1-1 5 0,0-1-2 0,-2 1 6 0,0 2-3 0,-2-1 0 16,0 2-2-16,0 1-4 0,-2 2-2 0,0 0 6 0,-2 3 3 16,-1 3-1-16,0 1-2 0,-2 2-3 0,-1 2 2 0,0 2 2 0,-2 3-3 15,-1 3-3-15,-1 2-8 0,0 2-8 0,-2 2-8 0,0 3-8 16,-1 1-2-16,0 4-3 0,0 1-1 0,-1 2 0 0,0 1 3 0,0 3-4 15,0 0-1-15,0 2-1 0,1 2-3 0,-1 0-13 0,2 1 31 0,-1 0-4 16,2 1 4-16,-1-1 4 0,2 1-33 0,0-2-12 0,0 1-7 16,1-2-3-16,1-1-8 0,0 0-12 0,1-4-23 0,0 0-40 0,0-2-34 15,1-3-28-15,0-1-18 0,0-3 7 0,0-1 7 0,-1-2 7 0,1-3 14 16,-1-2 10-16,0-1 15 0,-2-2 27 0,-2-3 39 0,0-4 32 16,-1-4 37-16,-2-3 20 0,-1 0 21 0,-1 0 24 0,0 1 19 0,0-2 21 15,0 1 18-15,0-1-45 0,0-1 1 0,0 2 12 0,-1-2-10 16,1 0 45-16,2 0-1 0,3 0-28 0,0 0-15 0,2 1-11 0,1 0-23 15,4 2-12-15,3-1 34 0,1 2-10 0,2 2-6 0,3 0-11 16,3 2-55-16,3 1-10 0,-8 3-14 0,2 2-17 0,2-2-39 0,2 0-47 16,1 0-56-16,3 0-74 0,3 0-86 0,2-1-125 0,2-1-136 0,3 0-65 15</inkml:trace>
  <inkml:trace contextRef="#ctx0" brushRef="#br0" timeOffset="52354.51">4431 11768 356 0,'-5'-14'35'0,"1"1"21"0,1-5 6 0,2 2 1 0,2 1-2 16,0-2-8-16,0 0-2 0,1 0-4 0,1 3-4 0,0-1-5 15,1 1-10-15,0 2-1 0,1 1-7 0,1 1-2 0,0 0 3 0,1 0-4 16,0 0-3-16,1 0 3 0,2 1-3 0,1 0-3 0,2 0 3 0,3 0-6 16,1-1 1-16,5 1 2 0,4 0-4 0,4-1 3 0,4-1-4 0,4-2 0 15,2-2-4-15,6 1 6 0,2 0-3 0,2-2-2 0,4 0 3 16,1-2-3-16,3 2 1 0,0 0-1 0,0 1 1 0,-1 3-1 0,1 2-1 15,-1 0 1-15,-2 1 0 0,-2 2 0 0,0 2 2 0,-2 2-2 16,-1 1-3-16,-2 2 1 0,1 0-4 0,-4 3 8 0,0 1 0 0,-2 2-3 16,0 4 0-16,-3 2 2 0,-1 1-2 0,-2 5 5 0,-5 0 0 0,-1 2 0 15,-3 2-4-15,-1 1-4 0,-2 1 7 0,-4 2 4 0,-2 0 9 16,-2 1-1-16,-4 1-8 0,-3-3 0 0,-3 3 1 0,-3-2 4 0,-3 0 3 16,-3 3 2-16,-4 1 2 0,-5 0 0 0,-4 2-1 0,-7 0-4 15,-5 2-5-15,-4 0-5 0,-5 3 4 0,-7 0-1 0,-3 1-2 0,-6 0-2 16,-4 1 2-16,-3-2 4 0,-3 1 2 0,-1-1 9 0,-2-1 0 0,-1-3 11 15,1 0 12-15,2-3 5 0,2-1 1 0,0-4-10 0,5-5-8 16,5-4-9-16,3-5-2 0,4-2-7 0,4 0-3 0,-1 0-4 0,2-1-1 16,4-1 1-16,1-1-2 0,6-1 0 0,2-2-3 0,4-3-4 15,4 1 2-15,3-2-2 0,4-2-2 0,3-1-4 0,5-1-9 0,2-1-10 16,3-1-25-16,5-2-22 0,5-2-35 0,6-2-28 0,4-2-35 16,5-4-32-16,7-3-30 0,4-1-45 0,6-4-198 0</inkml:trace>
  <inkml:trace contextRef="#ctx0" brushRef="#br0" timeOffset="53137.04">8759 11414 524 0,'-2'-12'26'0,"2"0"9"0,3-2-4 0,4 3 4 16,4 0-5-16,2 0-5 0,2-1-2 0,-1 1-6 0,3 0 0 0,2 0-2 16,0 3-1-16,3-1 1 0,1 1-3 0,0 1-1 0,2 1 2 0,2-1 1 15,2 0 0-15,3 0 0 0,1-1-2 0,0 2 0 0,2 1 3 16,0 1 0-16,3-1-1 0,0 0 2 0,2 1-5 0,2 0 0 0,-2 0-2 16,0 0 1-16,2 2 3 0,-3 0 1 0,1 1 1 0,1 0-3 0,-1 2 0 15,0 0-1-15,1 1-1 0,-2 0 0 0,-2 0 0 0,2 1-1 16,-2 0 4-16,1 0 0 0,-1-1 0 0,-1 1-1 0,0 1 1 0,-1 1 3 15,-1 0 2-15,0 1 6 0,-1 1 1 0,-3 0 2 0,0 1-3 16,-3 2 2-16,0-1 1 0,-1 3-5 0,-1 1 3 0,-1 1-5 0,-2 2-6 16,-1-2-4-16,-2 3-4 0,-1 1-1 0,-2 0 2 0,-1 2 10 0,-3 0-4 15,0 0-2-15,-2 1-2 0,-2 1-8 0,-2-1 1 0,-3 0 2 16,-1-2-2-16,-4-1 3 0,-1 1 3 0,-4 0 0 0,-2 0 1 0,-2-2-3 16,-2 1 2-16,-3 0-3 0,-3-3 3 0,-4 1 4 0,-4-2-5 0,-6 0 2 15,-1 0-6-15,-4-1 2 0,-3 1 0 0,0-2-4 0,-2 0 1 16,-2-2 0-16,0 0 4 0,0-1 4 0,0-2-2 0,0-1-3 0,3-2-5 15,2-1 1-15,1-2 2 0,4-1 2 0,1-1-1 0,1-2-2 16,3 1 5-16,-1-2-3 0,4 1 2 0,2-2 1 0,1 0-5 0,2-1 6 16,0 0-4-16,1 1 5 0,2 0 0 0,1-1-1 0,1 0-1 0,1 0-5 15,1 0 7-15,2 1-1 0,-1 0 2 0,2-1-2 0,2 1-4 16,-1-1-2-16,2 1 5 0,0 1-4 0,1 0 1 0,1-1 1 0,1 1-5 16,2 0 4-16,1 1-4 0,0-1 0 0,0 1 1 0,0 0-3 0,1 0 4 15,1 0 0-15,0 0-4 0,0 1 2 0,1 0-2 0,0-1 2 16,-1 1 0-16,1 0 0 0,0-1 2 0,0 2 0 0,0-2 0 0,0 2-2 15,0-1 3-15,0 0-2 0,0 1 1 0,0 0 0 0,0 0-2 16,0 0 4-16,0 0-2 0,0 1-4 0,0 0 6 0,0-1-4 0,0 2 0 16,0-1 3-16,1 1-6 0,-1 0 5 0,0 1-2 0,1-1 0 0,-1 2 1 15,1-1-2-15,0 1 5 0,0 0-4 0,1 0 1 0,0 0-1 16,-1 1-4-16,2 0 4 0,-1 0-1 0,-1 1 2 0,2-2 2 0,0 1-6 16,0 0 3-16,1 0-4 0,1 1 0 0,0-1-1 0,1 1-1 0,0-2-8 15,2 0-12-15,2 1-43 0,-2 0-69 0,3-1-55 0,1 0-58 16,1-1-36-16,1-1-286 0</inkml:trace>
  <inkml:trace contextRef="#ctx0" brushRef="#br0" timeOffset="53804.04">5375 13624 1 0,'-26'25'60'16,"-10"0"291"-16,-10-1 305 0,2-17-664 0,7-11 43 0,4 1 8 0,7-1-4 15,5 0-3-15,1-1-10 0,2 0-12 0,2-1-7 0,1 1-4 0,3 0-1 16,2-1-2-16,0 2 1 0,1-1-2 0,2 2-1 0,-2 0 0 15,1 0-4-15,1 0-1 0,0 1-3 0,1-1-8 0,-1 1-15 0,2 0-13 16,-1 0-8-16,0-1-2 0,-2-1 7 0,1-1 7 0,2-1 8 16,-1 0 8-16,0-1 10 0,0 0 8 0,-1 0 5 0,0-3 4 0,-1 0 0 15,0 0 4-15,0 0 2 0,2 0 2 0,-3 1 5 0,1-2 2 0,-1 1 3 16,1 0 3-16,-1 0 6 0,-1-1 1 0,2 2 3 0,-2-1-1 16,1 0 0-16,0 0 1 0,0-1-2 0,-1 1 0 0,1 0-6 0,1-1-3 15,-1 1-3-15,0 0 1 0,-1 0 1 0,1 1 3 0,1 0-2 0,1 0-2 16,3 0 1-16,-2-1-8 0,1 0 9 0,1 0-5 0,2-1-4 15,2 1 7-15,2-1-9 0,3-2 0 0,3-1 0 0,3-4-8 16,6-2 0-16,3-4 0 0,5-2-1 0,8-5 1 0,5-2-2 0,5-3 4 16,3 4-4-16,-1 0-1 0,-1 3 1 0,2 0-4 0,0 0 3 0,-1 3 2 15,3 2-5-15,-1 0 4 0,1 2-2 0,-1 2-2 0,0-1 3 0,-1 3-4 16,1 2 3-16,-2 2-2 0,-1 1-2 0,-1 4-1 0,-1 2 1 16,0 3 0-16,-1 2 1 0,2 3 5 0,0 3-1 0,1 1 1 0,2 3 4 15,-2 3 1-15,2 3 1 0,-2 1 0 0,1 4-6 0,0 3 0 0,-1 0-2 16,-1 4-1-16,0 1 5 0,-3 0-1 0,-2 3 1 0,-3 0-1 15,-3-1-1-15,-3 0 1 0,-4-2 4 0,-1-1 1 0,-2 1-1 0,-5-1 4 16,-3 0 4-16,-4 1 7 0,-5 0 6 0,-4 0 2 0,-3-1-4 16,-5 3 5-16,-7-2 6 0,-3 3-2 0,-6 0 4 0,-5 3-6 0,-3 0-9 15,-8 2-2-15,-6 0-1 0,-4 2-6 0,-7 0 2 0,-4-1-3 0,-4 2-2 16,-2-2 0-16,-4 1-4 0,0-1 2 0,-2 1-7 0,-1 0 2 16,2-4-4-16,-1-1-3 0,2-5 8 0,3-2 8 0,4-4 3 0,6-2 7 15,4-4 2-15,4-3-9 0,6-3 3 0,4-3-1 0,9-2-2 0,2-2 0 16,6-2-8-16,2-2-6 0,5-2 1 0,4 0-2 0,6-1 0 15,1-2-8-15,2 1-3 0,4-1-3 0,3-1-10 0,5-1-12 0,6-3-15 16,6 0-24-16,4-4-21 0,8-1-19 0,6-3-22 0,6-1-27 16,7-4-15-16,6-3-33 0,6-2-15 0,4-2-275 0</inkml:trace>
  <inkml:trace contextRef="#ctx0" brushRef="#br0" timeOffset="54770.04">9383 13061 557 0,'-15'-6'31'0,"1"-1"15"16,-4-2 13-16,5 4 2 0,2-1 2 0,1 1-9 0,2 1-15 0,0-1-3 15,0 1-1-15,1 1-1 0,-1 1-3 0,1 0 0 0,0 1-4 0,0 1 3 16,1 0-4-16,-2 0-2 0,0 1 2 0,1 0-7 0,-1 1 3 0,1 0-4 15,0 1-1-15,1 0-6 0,0-1-1 0,3 1-2 0,0 0-6 16,1 0 2-16,2-1-7 0,1 0 8 0,0 0 3 0,2 1-1 0,1-1 3 16,3-2-2-16,2 0 1 0,2 0 4 0,2-1 2 0,2-2 2 15,2 0 1-15,2-1-2 0,2 0 3 0,-1-1-1 0,3 1 2 16,-1-1 7-16,1 1-1 0,1-1 2 0,-1 1 6 0,2 1 2 0,0 0-2 16,0 0 5-16,0 1-3 0,-1 0-1 0,0 2-3 0,1 0-4 0,0 2-7 15,2 0 0-15,-2 2-5 0,3 0-1 0,-2 0-1 0,1 2 0 16,1 2-2-16,0 2-2 0,3 1-3 0,-2 0-3 0,2 3-3 0,-1 0-5 15,0 1-1-15,-2 0 0 0,-1 3-3 0,-3 1 8 0,0 1-1 0,-2 0-1 16,-3 2 2-16,0-1-1 0,-4 2-6 0,-4 1-3 0,-4-2 6 16,-3 3 4-16,-3 0 6 0,-4 0 2 0,-3 3-9 0,-2-2 2 0,-6 1-6 15,-3-2 3-15,-3 1 5 0,-2 0-6 0,-2-1 10 0,-1 2-4 0,-3-2 7 16,-1 0 3-16,-4-2 0 0,1 0 2 0,-1-1-6 0,1-2-4 0,-1-1 1 16,2 0 0-16,0-2 4 0,0-2 1 0,0-1 3 0,1-3 0 15,-1 0 4-15,2-2-1 0,0-2-7 0,1-1 3 0,-2-1 0 16,2-2-1-16,-2-1 1 0,1 0-3 0,0-2 2 0,2-1-1 0,0-1 1 15,1-1 1-15,2-2-8 0,0 0 1 0,1-1-2 0,2 1-2 0,1-2 5 16,0 0-4-16,4-1 0 0,-1 1 0 0,2-1 0 0,2 1 0 0,-1-1 0 16,1 1-1-16,0-1-2 0,1-1 1 0,2 1 2 0,0 0 0 15,1-1 0-15,0 1-3 0,1 0 2 0,0 2-1 0,2 0 2 0,0-1 0 16,2 1 2-16,0 1-7 0,0 0 7 0,1 1-4 0,0 0-2 0,1 0 1 16,0 1 0-16,0 0 4 0,1 0-7 0,0 2 5 0,0 0-4 15,1 1-4-15,0-1 8 0,0 1-7 0,0-1 4 0,0 1-4 0,0 1-2 16,0-1 4-16,1 1 3 0,-1-1-3 0,1 1-2 0,1 0 2 0,-1 0 2 15,2 1 1-15,-1-1 3 0,1 0-3 0,-1 0-5 0,1 1 2 16,1-2 2-16,-2 1 4 0,1 0-2 0,1 0-2 0,-1 0 1 0,1 0-3 16,0 0 3-16,0 0 1 0,1-1 1 0,-1 1-2 0,0 0-3 15,0 1 6-15,-1-1-3 0,0 1 0 0,-1-1 3 0,1-1-5 0,-1 1 1 16,0-1 1-16,0 0 0 0,-1 1 4 0,0-1-5 0,0 0 1 0,0 0 4 16,-1 0-7-16,1 1 6 0,0-1-1 0,-1 1-2 0,1-2 1 15,-1 1 4-15,0 0-7 0,0 0 5 0,0 0-3 0,0 0-1 0,0 0 2 16,1-1-1-16,-2 0 3 0,1 1-1 0,0-1-1 0,0 1 1 0,0 0-2 15,-1-1-2-15,0 1 5 0,0 0-3 0,1-1 0 0,-1 2 3 16,0-2-4-16,0 1-1 0,-1 1 2 0,1-1-3 0,-1 0 5 0,0 1-5 16,1-1-2-16,0 1 5 0,-1 0 0 0,1 0 2 0,0 0-2 0,0 0-2 15,1 1-2-15,-1-1 5 0,1 1-2 0,0 0-2 0,1 0-6 16,0 0-5-16,0-1-1 0,0 1-1 0,1 0-12 0,0 1-20 0,0-1-39 16,1 0-34-16,0-1-21 0,0 1-8 0,0-2 3 0,1 1-2 15,-1 0 0-15,1 0-11 0,0 0-12 0,0 0-16 0,-1-1-38 0,0 1-133 16</inkml:trace>
  <inkml:trace contextRef="#ctx0" brushRef="#br0" timeOffset="57071.04">10225 12502 2107 0,'-22'6'92'0,"-1"4"-27"0,-3 4-50 0,7 1-5 0,6-3-8 0,3 0 2 15,2-2 4-15,2 0-10 0,2-2 4 0,3 0-2 0,2-3-2 16,1 1-1-16,3 0-4 0,2 0-1 0,3-1-2 0,2-2-1 0,2-1 5 16,2-2-1-16,2-2-1 0,3-3 7 0,1-2 0 0,2-3 1 0,1-1 2 15,0-3 3-15,0-1-2 0,-2-1 4 0,2-1-2 0,0 0-2 16,-1-1 3-16,1 0-8 0,0 0 5 0,0-1-3 0,-2-1-4 0,-1 1-4 15,0-2-10-15,-1-1-1 0,-3 2-3 0,-1-1-6 0,-1 1-3 16,-3 2-17-16,-1 0-9 0,-1 1-21 0,-2 1-22 0,-2-2-14 0,0 0-29 16,-2 0-20-16,0 0-22 0,-3 0-28 0,-1 0-26 0,-1 2-27 0,-2-2-149 15</inkml:trace>
  <inkml:trace contextRef="#ctx0" brushRef="#br0" timeOffset="57255.04">10320 11864 680 0,'-18'6'136'15,"-3"2"-19"-15,-2 4-33 0,3 0-4 0,6-2-1 0,4 1-12 0,2-1-12 16,3-1-20-16,2 3-12 0,2 0-7 0,2 2-3 0,2 1-5 16,1 1 2-16,1 0-13 0,1 1 3 0,3 1 4 0,0 2-4 0,2 2 13 15,1 0-7-15,1 1 1 0,0 1 1 0,1 0-3 0,1 1 5 16,0 0-4-16,0 2-1 0,0 1 2 0,1 2-1 0,1 2 0 0,-1 0-1 16,3 0-6-16,-1 0-5 0,-1-1 0 0,2 1-6 0,0 0-12 0,1 3-12 15,-1-4-18-15,0 2-30 0,0-1-81 0,-4 3-40 0,1 1-20 16,-1 1-12-16,-3 1-108 0</inkml:trace>
  <inkml:trace contextRef="#ctx0" brushRef="#br0" timeOffset="57594.04">10139 13667 1946 0,'9'-17'160'16,"3"-1"-80"-16,5-7-39 0,4 1 8 0,1-1 18 0,4-2 20 0,3-1-8 16,1-4-12-16,1-1-13 0,2-3-24 0,1-1 3 0,1 1-14 0,1-3-2 15,1 0-8-15,-1-1-12 0,0-1 0 0,-1 1-4 0,0 1 9 16,0-2 0-16,-2 2-2 0,0 0 0 0,-2 0 0 0,-1 3 0 0,-1 0 3 15,-1 1-3-15,-2 1 1 0,0 0-14 0,-3 3 4 0,-1 1 4 0,-1 2 0 16,-2 4 7-16,0 0-9 0,-1 4-8 0,-1 1 3 0,-3 3 3 16,0 2-3-16,-1 3-4 0,-2 1-2 0,0 2-8 0,-2 1-1 0,0 2-4 15,0 2-18-15,-1 1-12 0,-2 1-28 0,1 1-24 0,-2 2-29 16,-1 0-32-16,0 3-59 0,-2 2-68 0,-1 2-61 0,-2 4-226 0</inkml:trace>
  <inkml:trace contextRef="#ctx0" brushRef="#br0" timeOffset="58237.04">10562 13624 2183 0,'-2'3'84'0,"0"2"-50"0,0-1-41 0,2 0 17 15,2-4-5-15,0 0-1 0,2-1 13 0,2 0-2 0,1-2 6 0,0-3-3 16,2 0 1-16,-2-1-6 0,1 1-8 0,-1-3 0 0,0-2-5 16,1-2-5-16,-1-2 2 0,0 0-6 0,-1-1 3 0,-1 2-4 0,0-2 1 15,-1 0 6-15,0 1-7 0,-2 0 10 0,0 1 4 0,-1 2-5 0,-1 1 7 16,0 2-11-16,-1 2 8 0,-1 1 3 0,1 1-1 0,-2 1 10 16,0 2-3-16,0 0 13 0,0 1-3 0,0 1 4 0,0 1-1 0,-1 1-6 15,1 1 6-15,1 1-6 0,0 2 0 0,0-1-4 0,1 3-1 0,0 0-4 16,2 0-2-16,0 1 3 0,1 0-9 0,0 1 6 0,2-1 0 15,0 1-3-15,2 0 3 0,-1 0-2 0,3-1-1 0,0 0 0 0,-1 0 3 16,2-1-6-16,0 1-1 0,-1 1-1 0,2-1-3 0,-1 1 1 16,1 1 1-16,-1-2-1 0,-1 2-1 0,0 0 1 0,-1 0 2 0,1 1-3 15,-2 0 1-15,1-1-7 0,0-1 4 0,-1 1-2 0,-1-1 7 16,0 0-1-16,-1-1-2 0,-2-1 3 0,1 1 0 0,-2-2 4 0,-1 0 1 16,1-1 3-16,-1 0-3 0,0 0-2 0,1-1 4 0,-1-1-5 0,0 1 4 15,0-2 1-15,-1 3-6 0,0-1 6 0,0 0-1 0,-1-1-1 16,1 1-2-16,-2-1-3 0,-1 0-1 0,1 1-1 0,-1-1 7 0,0 0-3 15,0-1-4-15,-2 1 2 0,1 0-2 0,0-1 6 0,-2 0-1 0,1 1-1 16,0-1-4-16,-1 1 2 0,1 0 2 0,0-1 1 0,1 1 2 16,-1-1 1-16,-1 0-4 0,1 0 5 0,1 0 2 0,-1-1-2 0,2 0 3 15,1 0-3-15,-1-1 1 0,2 1 3 0,0-1-1 0,0 0-1 16,1-1 1-16,-1 0-2 0,2-1 7 0,0 1 4 0,0-1-3 0,0 0 1 16,1-1-3-16,0 1-1 0,1-1 1 0,0 1-2 0,1-1 3 0,0 0-1 15,1 1 3-15,1-1-1 0,1 0-4 0,0 0 5 0,1 0-3 0,0 1-2 16,0-1 0-16,1 1-5 0,1-1 2 0,0 1 3 15,1-1-1-15,1 1-2 0,0-1 1 0,1 0-5 0,-1 0 4 0,1 0-4 16,1 0 1-16,0 0-4 0,-1 1-1 0,-1-1-1 0,-1 0-1 0,0 1 2 16,-1 0 1-16,0 0-2 0,0 1-3 0,-1-1 3 0,-2 1 1 0,0 0 5 15,-1 1 1-15,0 0-4 0,-1 1 1 0,-1-2-4 0,-1 2 0 0,0-1 3 16,-2 1-1-16,1 0-2 0,-2 0-5 0,-1 2-11 0,-1 0-16 16,-2 0-40-16,-1 1-80 0,-2 1-110 0,-3 0-197 0,-2 2-301 0,-5-2-270 15</inkml:trace>
  <inkml:trace contextRef="#ctx0" brushRef="#br0" timeOffset="62355.04">23261 11520 875 0,'-11'-22'238'0,"0"-3"-188"0,-1-4-22 16,1 5-13-16,3 7 7 0,2 1 8 0,-1 2 2 0,2 3 11 0,0 0-1 15,1 2-10-15,1 0-7 0,0 0-8 0,1-1-7 0,1 0-2 16,2-1 0-16,1 1-1 0,3-2-2 0,1 1 0 0,2-4-2 0,2 0 2 16,1-2 2-16,1 2 1 0,2-1-2 0,0 0 4 0,0 1 1 0,2 1 0 15,1 0 2-15,0 0 0 0,0 1-5 0,2 1 2 0,2 1-3 16,0 0-5-16,3 0 2 0,1 0 0 0,1-1-1 0,3 0 0 0,2 1-2 16,3 0 0-16,1 0-2 0,0 2 5 0,2 1-3 0,-1 1-3 0,3 1 6 15,0 0-6-15,0 2-3 0,2 1 3 0,-2 2-7 0,0 1 3 16,1 2 3-16,-1 1 1 0,-1 3 3 0,0 1 0 0,0 1-3 0,1 3-2 15,-2 0 0-15,0 2 4 0,0 3-5 0,-1-1 5 0,1 2-2 16,-1-1-1-16,1-1 4 0,0 0-1 0,-2 1 0 0,1 0-1 0,-2 0-3 16,-2-2 3-16,-1 2-1 0,-2-1 1 0,-3 1-1 0,-3-3-1 0,-3 2 3 15,-2 1-2-15,-3-2-1 0,-4 1 0 0,-2 1-4 0,-3 0 7 16,-3 0-4-16,-3 0 5 0,-4 1 4 0,-2 1 5 0,-3-1 6 0,-4 2-1 16,-3 0-1-16,-3-1-9 0,-3 1 1 0,-5 1 1 0,-2 0-1 0,-4-2-2 15,-1 0 1-15,-1 0-2 0,-1-3 0 0,0 1 6 0,0-2-4 16,0 0 1-16,-1 0 2 0,3-2-3 0,-1-1 3 0,2-1-3 0,2-3 3 15,-1-1 1-15,1-1-3 0,0-2 7 0,2-1-4 0,1-1 1 16,2 0-1-16,1-2-4 0,0 0 4 0,1-1 0 0,2-1 3 0,1-1 0 16,2 0-1-16,1-3-2 0,1 0 5 0,2-2 0 0,2-1-6 0,-1 1 1 15,2 0-8-15,1 1-2 0,2 0 1 0,2 0-5 0,0 0-3 16,1 0-4-16,1 1-5 0,2 0-10 0,1 2-22 0,1-1-41 0,1 1-46 16,1 0-44-16,1 2-42 0,1 1-26 0,0 0-28 0,2 1-183 0</inkml:trace>
  <inkml:trace contextRef="#ctx0" brushRef="#br0" timeOffset="62954.04">23577 12859 1058 0,'-7'-17'205'16,"-2"-2"-178"-16,-1-3-7 0,2 5 6 0,1 2-2 0,3 1 1 0,0 0-10 16,0 2-7-16,1 0-2 0,-2 1-3 0,1-1-1 0,1 1-3 0,-1 1 0 15,1 1-9-15,0 0 2 0,1 0-1 0,0 0-1 0,1 1 9 16,0 1-2-16,1 0 3 0,0 3-4 0,1 0-3 0,1 2-4 0,1 0 1 15,2 0 5-15,1 1-4 0,1 1 10 0,4-1-6 0,2 1 5 16,3 1 6-16,0-1-4 0,2 2 3 0,3-1-3 0,-1 0 4 0,4 1 1 16,3 0-1-16,1 1-1 0,4 0 0 0,1 0 0 0,2-1-2 0,1 1 2 15,1-1-3-15,3 0 0 0,1 0 7 0,0 1-2 0,2 0 4 16,0-1 2-16,0 0 1 0,2-1 6 0,1 0-1 0,-1 1 6 0,-1-1 2 16,0 0 4-16,-2 0 2 0,-1 0 6 0,0 0 15 0,-2 0-1 0,-1 1-11 15,0 1 14-15,-3 0-9 0,0 1 1 0,-3 2 15 0,-3 0-15 16,3 3-1-16,-2 1-7 0,1 1-3 0,-2 1-5 0,-3 1-6 0,-1 1-2 15,-2 2-5-15,1 0-5 0,-1 1-7 0,-2 0-5 0,-1 3 2 16,-1 1-1-16,-2 0 3 0,0 4-1 0,-2-2-7 0,-1 1 4 0,-3-1-5 16,-2-3 4-16,0 2 5 0,-3-2-3 0,-2 0 8 0,-3 0 2 0,-3 2 7 15,-2-1 7-15,-4 2-1 0,-2 2-2 0,-5-1-9 0,0 1-7 16,-5-2 1-16,-3 2 11 0,0 0 1 0,-6 0-3 0,1 2-3 0,-2-1-14 16,-1 0 2-16,0-2 1 0,-3 0 2 0,-1-2-8 0,0-1-2 0,0 0 4 15,-2 0-2-15,-1-3 4 0,-2-1-4 0,-1-1-3 0,-1-2-1 16,-2-4-2-16,-1 0 10 0,-1-3-1 0,-1-2 5 0,1-3 1 0,-1 0 1 15,1-3 1-15,1-1 4 0,1-2 3 0,0-2-2 0,4-1-3 16,1 0-3-16,0 0-6 0,2-2 3 0,0-2-8 0,1-1 3 0,1-1 1 16,0-1-9-16,3 0 2 0,-1-1-23 0,3-1-26 0,2-1-31 0,1 0-33 15,-1-2-33-15,0 0-33 0,1 0-53 0,0-3-78 0,1 0-104 16,1-2-307-16</inkml:trace>
  <inkml:trace contextRef="#ctx0" brushRef="#br0" timeOffset="66255.03">31222 11560 502 0,'-4'4'96'0,"1"-1"-55"0,-1 1-3 0,1-2 11 16,1 0-2-16,1-1 2 0,-1 1-7 0,1-1-13 0,-1 1-2 0,2 0-10 15,1 0-7-15,0 0 4 0,1-2-2 0,-1 1 1 0,0 0 4 0,1-1-7 16,0 1 3-16,-1 0-1 0,1 0-1 0,-1 1 0 0,-1 0 0 0,1 0 2 16,0 1-3-16,-2 1 3 0,1 0-3 0,-1 1-2 0,0 0 0 15,0 0-3-15,0 1 2 0,-1-2 1 0,1 2-4 0,-1 0-2 0,0 0 1 16,2-2-1-16,-1 1 0 0,1-1-3 0,2 0-1 0,-1 0 3 16,1 0-1-16,0-1 1 0,1-1-1 0,1 0-1 0,-2 0 1 0,3-1 1 15,-1 0 0-15,0-1-1 0,2-1 0 0,-2 1 3 0,0-1-1 0,1 1 1 16,-2 0 0-16,1 0-2 0,0 0 1 0,-1 0-2 0,0 1 4 15,0 0 1-15,-1 0-2 0,0 1 3 0,0-1-2 0,-2 2 1 0,0 0 2 16,1 0-2-16,-2 1 0 0,2-1-2 0,-1 1 2 0,-1 0 3 0,1 0-1 16,0 0-1-16,-1-1 0 0,0 0-2 0,0 0 3 0,0-1 5 15,0 1-3-15,0-1 6 0,0 0-4 0,1 1 1 0,-1-1 3 0,1 1-4 16,0 0 5-16,-1-1 0 0,1 0 1 0,0 1-3 0,0 0-7 16,1 0 1-16,0 0 0 0,0 0 1 0,0 1 0 0,0-1-1 0,0 0-8 15,1 1-9-15,-2 1-16 0,1-1-92 0,0 1-147 0,0-1-347 0</inkml:trace>
  <inkml:trace contextRef="#ctx0" brushRef="#br0" timeOffset="66720.03">31192 12169 793 0,'-6'2'101'0,"2"-1"-60"0,0-1 2 0,1-1-4 0,2-1 1 0,0 1-6 16,1 1-1-16,1 0 6 0,1 0 10 0,2-1 18 0,1-2 6 0,2 0 2 15,2-2-4-15,1-1-19 0,4-1-1 0,1-1-9 0,2-1-9 16,3 0 7-16,1-2-1 0,0 0 6 0,5-1 3 0,1 0 4 0,1 0 5 16,2 1-10-16,-2-2-5 0,3 0-6 0,-3 0-6 0,2 2 0 15,-1-1-4-15,-2 1-7 0,1 1-4 0,-3 1-6 0,-1 1 1 16,-1 0-4-16,-4 3 1 0,-1 0-2 0,-3 1-3 0,-2 1 3 0,-1 1-1 16,-2 0 4-16,-2 1 1 0,-2 0-2 0,-1 0 2 0,-1 1 2 0,-2 0 2 15,0 0 10-15,-1 0 1 0,-2 0 0 0,0 1 5 0,-1 0-10 0,-3 1-2 16,1 0-5-16,-1 1-4 0,-2 0 3 0,-1 1-4 0,-2-1-2 0,0 1-5 15,0 0 2-15,-1 0-1 0,1 2-1 0,-1-1 2 0,1 1-5 16,-2-1 3-16,2 1 1 0,-1-1-1 0,-1 0 3 0,1 0-3 0,1 0-3 16,1-1-1-16,1-1-6 0,1 1 1 0,2 0-7 0,0-1-5 15,2 1-16-15,0 0-15 0,1 1-17 0,1 0-56 0,1 1-55 0,0 2-69 16,1-1-69-16,1 1-86 0,0 2-226 0</inkml:trace>
  <inkml:trace contextRef="#ctx0" brushRef="#br0" timeOffset="67657.03">31603 13567 268 0,'-7'2'102'0,"-1"1"-25"0,-1 1-22 0,0-2-7 0,1 1 4 0,2-1 4 15,-2 0 2-15,1 1 1 0,0-1-5 0,0 0-4 0,2 0-4 0,0 0 1 16,0-1-2-16,0 0-1 0,0 0-2 0,1 1-4 0,2-1 0 0,0-1-4 15,0 0-8-15,-1-1 1 0,1 1-7 0,2-1-3 0,0-1-7 16,0 0-3-16,3-1-2 0,-2-1-4 0,1 0 5 0,3-1-1 0,-2-1 2 16,4-1 3-16,0 1 1 0,1-2 0 0,0 0 4 0,2-1 4 0,3-1 9 15,0 1 8-15,3-2 6 0,2 0 13 0,2-1 9 0,2 0 8 16,1 1 2-16,0-1-3 0,-1 1-1 0,1 1-3 0,-1 1-7 0,0 0 1 16,-1 2-6-16,0 0-8 0,0-1-3 0,2 2-2 0,-3-2-4 15,0 2-2-15,0 0-1 0,-1-1-4 0,-1 2 28 0,-1 0 2 0,-3 2-3 16,0-1-4-16,0 2-30 0,-4-1-4 0,1 2 1 0,-4-1 0 0,-2 1-1 15,-2 0-3-15,0 1 3 0,0 0-2 0,-1-1 5 0,-2 1 4 16,1 0 0-16,0 0 5 0,0 1-5 0,-3 0-3 0,-3 1-7 0,3 0-1 16,-3 1-1-16,0-1-6 0,0 2 3 0,-2-2-7 0,0 1-2 0,0 0 3 15,-1 0-8-15,0 0 5 0,0 1 6 0,0-1-33 0,3 1 1 16,-3 0-4-16,0 0-1 0,1-1 32 0,0 1 1 0,1-1-2 0,0 0-4 16,1-1-3-16,1 0 1 0,0 0 3 0,1 1 3 0,1-2 2 15,-2 1-5-15,2-1 0 0,0 0-1 0,0 0 1 0,1 0 3 0,0 0-5 16,0-1 2-16,1 1-1 0,-1-1 1 0,1 1 3 0,1-1-1 15,-2 0-7-15,1 0 6 0,-1 0-2 0,1-1-1 0,2 1 2 0,0 0 2 16,1-2-2-16,-2 1-4 0,1 1 1 0,0-2-4 0,1 1 5 0,-1 0 4 16,1-1 0-16,-1 1-4 0,0 0 0 0,0 0-3 0,2 0 3 0,-3 0 8 15,1 1-10-15,0-1 2 0,0 1-3 0,0-1-3 0,-1 1 13 16,-1 0-5-16,1-1 0 0,0 1 2 0,-1 0-6 0,0 0 4 0,-1 0 2 16,1 0-2-16,0 0-5 0,0 0 1 0,0 0 4 0,0 0 4 15,-1 0-2-15,2 1-6 0,-2-1-3 0,1 1 6 0,1 0-1 0,-1-1 2 16,1 1 0-16,-2 1-3 0,2-1-6 0,0 0 2 0,0 1 1 0,0 0-1 15,0 0 2-15,0 0-4 0,0-1 1 0,-1 1 1 0,0 0-3 16,2-1-3-16,0 0-6 0,-1-1-2 0,0 0-7 0,-1-1-5 0,1 0-13 16,1-2-24-16,0-1-13 0,0 0-11 0,1-3-10 0,1-2 3 0,-2-1 19 15,3-2-42-15,-2-2 0 0,2 0-32 0,2-1-44 0,-3-3 16 16,3 1-7-16,0-1 26 0,0-2 17 0,2-1 31 0,-2 1 36 0,-4 9 23 16,1-3 31-16,0-1 16 15,2-2 5-15,0-2 8 0,0-4-1 0,0-1 1 0,0-5 6 0,-1-1 5 0,-1-3 13 0,0-2 6 16,-2-3-3-16,-2-3-4 0,0-2-5 0,-1-3-3 0,-1-3-2 0,-1-2 6 15,-2-3-8-15,-7-52-5 0,0 8-9 0,-3 14-9 0,1 12-45 0,-2 8-369 16</inkml:trace>
  <inkml:trace contextRef="#ctx0" brushRef="#br0" timeOffset="70012.03">5634 11286 150 0,'-6'25'305'0,"1"2"-231"15,0 9-65-15,1-4-6 0,4-1-2 0,0 1 7 0,1 2-2 16,2 2-10-16,0 2-117 0,3 2-178 0</inkml:trace>
  <inkml:trace contextRef="#ctx0" brushRef="#br0" timeOffset="74653.57">8988 15282 1232 0,'-13'-10'144'0,"1"0"-34"0,-1-3-7 0,5-1-23 0,3 3-20 16,2-2-12-16,0 0-7 0,0 0-5 0,2 1 1 0,2-2-7 0,0-2-12 15,1 0-2-15,0 0-7 0,0 1-5 0,2 0-3 0,2-2-2 16,0 0-1-16,3-1 1 0,1-3-2 0,2 2-2 0,2-3-6 0,1 0 0 0,0-1 4 16,1-3-3-16,-1 2 6 0,1 0-1 0,0-1-1 0,2 3 6 15,-2-2 0-15,3 2-1 0,0 1-2 0,-2-1 2 0,2 0-1 0,0 2 9 16,1 0-1-16,0 0 0 0,1 2-3 0,2 0-6 0,0 1 13 16,2 2 4-16,0 0 5 0,2 1 7 0,-2 1-13 0,3 2 1 0,1 2-3 15,0 1-5-15,2 2 4 0,-1 1 0 0,3 2 1 0,1 1 0 0,0 2-2 16,1 2-5-16,-3 1-1 0,2 2 1 0,0 1-1 0,1 3-6 15,-1-1 3-15,-1 3-11 0,-1 0 5 0,-1 0-4 0,0 1-4 0,-3 1 7 16,1 3 1-16,-2 1 8 0,-2 3-1 0,-2 0 2 0,-4 2-9 0,-2 1 3 16,-2 2-1-16,-3 2 1 0,-2 2 5 0,-4 2-5 0,-1 2 4 15,-2 2-2-15,-3-1 4 0,-3 0 1 0,-2 0-7 0,-3-1 0 0,-3 2-5 16,-3-2 2-16,-1 3 4 0,-2-3-1 0,-4-1 1 0,-1-3 2 16,-1-2 9-16,-1-2 13 0,-1-2 7 0,1-1 1 0,-1-2 3 0,0 0 3 15,-2-2 6-15,2-2 1 0,-2 0 0 0,-1-2-1 0,2 0-7 16,-1-3 2-16,1 1-2 0,0 0-7 0,0-2 6 0,0-1-6 0,-1 0-4 15,-1-1 1-15,-1-2-5 0,3 1 2 0,-2 0 4 0,3-2-12 0,-1-1 4 16,0-2-5-16,0-1-2 0,-1-1-1 0,2-1-2 0,-2 0 2 16,2-3 6-16,-1-1-3 0,0-1-6 0,0-2 6 0,-1-1-11 0,1-1 3 15,-1-2-2-15,2-1-5 0,0-2 4 0,1 0 3 0,1-1-2 0,0-1 1 16,1-1 1-16,-1 0-4 0,1-2 1 0,2 0 6 0,0 1-10 16,2 1 6-16,3-1-6 0,1 2-11 0,2 2 6 0,2 0 6 0,1 3-4 15,3 1 8-15,0 2-5 0,2 1-8 0,0-1 1 0,1 3-11 0,2 0-8 16,-1 2-9-16,2 1-4 0,0 1-12 0,0-1-10 0,2 2-7 15,0 1-1-15,1 0 6 0,0 2 12 0,2 0 13 0,1 0 6 0,1 0 12 16,0 2-2-16,1-1 8 0,-1 0 1 0,1-1 2 0,0 0 8 0,-2-1-1 16,1 1 4-16,-1 0 2 0,1-1 2 0,-1 0-2 0,0 0-3 15,0-1 4-15,0 2-2 0,-1-1 7 0,1 1-3 0,-1 0-2 16,1 1 6-16,0-1-3 0,0 1 2 0,-1 0 0 0,0 0-5 0,0-1-2 16,0 1-2-16,0 0 2 0,1 0-5 0,-1 0 6 0,0 1 4 0,-1 1 1 15,0-1-3-15,1 0-2 0,0 0 9 0,0 0 0 0,0 1-1 0,1 0 4 16,-1-2-13-16,0 2 2 0,-1 0 1 0,1-1-4 0,-1 1 5 15,0 0-6-15,-2-1 0 0,3 0 2 0,-1 1-4 0,-1-1 4 0,0 0 1 16,1 0-9-16,-1 0-5 0,0 0-4 0,0 0-9 0,0 0-4 0,0 1-13 16,-1-1-3-16,1 0-4 0,-1 1-5 0,-1 0-3 0,0 0-5 15,1-1-5-15,0 1-1 0,-1-1 4 0,2 0 8 0,-1 0 4 0,-1-1 10 16,1 2 5-16,-1-2 0 0,0 1 3 0,0-1 0 0,0 0-8 16,0 0-5-16,-1-1-8 0,1 0 5 0,0 0-2 0,0-1 0 0,0 1 1 15,0-1-3-15,0 0 6 0,-1 0 5 0,1-1 0 0,-1 1 6 0,1 0-3 16,-1 0-3-16,0 0-6 0,1 0-12 0,-1 0-12 0,1 0-15 15,0 1-126-15</inkml:trace>
  <inkml:trace contextRef="#ctx0" brushRef="#br0" timeOffset="83237.56">5139 16599 183 0,'-8'-2'37'0,"1"0"16"15,-2-1 13-15,3 1 7 0,2 0-3 0,2 1-16 0,1 0-11 16,1-1-4-16,1 0-12 0,1-1-2 0,3-1-1 0,1-2 3 0,2-1 9 15,5-2 4-15,2-2-1 0,3-2-1 0,5 0-9 0,1-3-6 0,4-1 3 16,1-2-9-16,2-1 2 0,4-2-4 0,3-2-2 0,3 0-2 0,3-2-3 16,3 1-4-16,1-1-4 0,2 1-2 0,1 1 3 0,2 1-1 15,3 1-5-15,0-1 1 0,1 1-13 0,3 2-2 0,-1-1-10 16,2 3-20-16,3 0-5 0,0 1-29 0,0 1-13 0,1 2-1 0,2 2-6 16,1 2 5-16,0 0-2 0,1 2-6 0,-2 2-52 0</inkml:trace>
  <inkml:trace contextRef="#ctx0" brushRef="#br0" timeOffset="83375.56">7250 17724 1000 0,'-43'9'139'0,"22"-5"-124"0,-4-1-1 0,-5 3-9 0,-4 0-8 16,-6 1-21-16,-3 1-46 0,-4 1-31 0,-5 1-28 0,-5 0-19 0,-3 0-5 15,1 0-20-15,-3 0-118 0</inkml:trace>
  <inkml:trace contextRef="#ctx0" brushRef="#br0" timeOffset="95791.62">5100 8145 288 0,'-12'9'108'0,"1"5"-119"0,-2 4 58 0,6 0-32 15,5-1 1-15,1 2 1 0,2 1 0 0,1 1 2 0,1 3-4 0,1 2-5 16,1 0-1-16,0 3-4 0,0 1-1 0,-2 4 2 0,0 2 3 15,-1 4 7-15,-2 4 6 0,0 1 6 0,-3 3 4 0,-1 2 1 0,-2 4 1 16,-2 3-1-16,0 3 3 0,-1 2 1 0,-1 4 0 0,2 4-1 16,-3 4-5-16,0 2-6 0,-1 3-5 0,0 4 0 0,0 5 15 0,0 3-2 15,-2 5 2-15,0 0-7 0,1 0-19 0,2 0-5 0,2-3-2 0,1 1-2 16,2-3 2-16,1 3 2 0,2-2 3 0,0 0-5 0,2-1 0 16,1-3-1-16,0 1 0 0,1 1 7 0,0 0 0 0,1 2 3 0,0-2-2 15,1 0 8-15,-1 1 6 0,0 1 9 0,0 1 14 0,-2 3-2 0,0 0 5 16,0 1-4-16,1 2-7 0,-1 1 9 0,0 2-4 0,0 1-1 15,1 1-1-15,0 1-11 0,1 0-11 0,-1 0-3 0,0 3 1 0,0 1-7 16,1-2 2-16,1 0-8 0,2-2-8 0,-1-2 2 0,1 0-1 16,2-2 3-16,-1 1 0 0,1-3-1 0,-1 0-7 0,1-1 3 0,-1-2 5 15,1 0 0-15,-1 1 10 0,-2-1-11 0,1 0-2 0,-1 0 4 0,-1-3-4 16,1 1 6-16,-1 0-4 0,-1-3-1 0,1 0-1 0,0-3-2 16,2-3 5-16,1-1-3 0,2-5 4 0,3-2 2 0,-2 2-4 0,5-4-1 15,2-3-2-15,2 1 2 0,2-3-6 0,0-1 3 0,1 0 3 0,1-4 0 16,2-3 0-16,1-4-8 0,1-2-4 0,1-1-8 0,0-4-14 15,1-1-23-15,0-2-32 0,2-4-24 0,-2-2-26 0,3-2-11 0,0-3-16 16,2-3-16-16,-1 0-4 0,1-5-22 0,-1-2-75 0</inkml:trace>
  <inkml:trace contextRef="#ctx0" brushRef="#br0" timeOffset="96457.62">5958 8331 559 0,'18'-17'-47'0,"7"-2"70"0,10-5-19 16,6 0-3-16,5 1 2 0,4 0 0 0,4-2-2 0,2 0 0 0,2 1-4 15,4 0 0-15,1 3-1 0,1 0-4 0,1 3-3 0,1 4-3 16,-2 3 1-16,0 1 1 0,-1 3 2 0,-2 3 3 0,-1 1-1 0,-3 3 5 16,0 2 1-16,-3 1 1 0,-2 4 4 0,-2 1 2 0,-3 3 9 15,1 2 8-15,-3 4 5 0,-2 2 2 0,1 0-5 0,-5 3-1 0,-2 2 1 16,0 1 0-16,-3 1-3 0,0 2 3 0,-3 1-1 0,0 0 1 16,-2 4 3-16,0-1-1 0,0 2 1 0,-1-1-4 0,-3 3 1 0,0-1-5 15,-2 4 3-15,1-1 0 0,-1 2 0 0,-2 1-2 0,1 1-4 0,0 2-5 16,-2 2-1-16,0 3-2 0,0 1-1 0,-3 2-1 0,-1 1-1 0,0 4-1 15,-1 4-2-15,-1 1 0 0,-1 3-2 0,-1 1 0 0,-1 1 0 16,-2 0 0-16,-2 3 4 0,-1 2 0 0,-1 0-2 0,0 4 1 0,-1 0-8 16,-1 1 0-16,1-2-3 0,-2 2-7 0,2 0 10 0,-1 1 0 0,0 1-2 15,0 1 4-15,-1 1-11 0,1-2-1 0,0 2 2 0,0-2-3 16,0 0 3-16,0 0 2 0,-2 0 0 0,0 1 3 0,-1 1-1 0,0-1 3 16,-1 0 1-16,-1 1 3 0,-2 0 2 0,-1 1 2 0,-1 1 3 15,-1 3-2-15,-2 0 0 0,0 2-3 0,-2 2-1 0,0 1 3 0,-3 2 4 16,-2 4 0-16,-2 1 3 0,0 4 0 0,-3 1-7 0,-2 2 5 0,-1 2 0 15,-3 5 3-15,1 1 8 0,-3 4-4 0,2 0 2 0,-1 3 0 16,-1 2 3-16,2 1 4 0,0 4-2 0,0 0-1 0,1 1-6 0,2 1-4 16,1 0-7-16,2 2-3 0,5 1-2 0,2 0-11 0,3 3-19 0,2-1-32 15,2 3-56-15,3 3-56 0,1 2-41 0,2 5-169 0</inkml:trace>
  <inkml:trace contextRef="#ctx0" brushRef="#br0" timeOffset="115140.14">25581 11764 1777 0,'-10'-7'138'0,"2"3"-38"0,1-1 18 0,4 1-2 16,4 1-16-16,0 0-29 0,1 1-14 0,-1-2-9 0,1 0 0 0,1-1 1 15,0 0-6-15,2 1-2 0,-1-1 1 0,1 1-7 0,-1-2-4 0,0 2 2 16,2 1-2-16,-1 0 4 0,1 0 7 0,0 0-6 0,0 0 0 0,2-1 4 16,0 2-7-16,2 0 7 0,1 0 2 0,3 1-5 0,1 1 4 15,3-1-9-15,1 0 1 0,3 1-8 0,3 0-3 0,4-1-1 0,2 1-4 16,2 0 3-16,3-1-9 0,5-1 5 0,4 0-3 0,4 1-5 16,2 0 5-16,4 0-15 0,2 0 4 0,3 1 5 0,4 0-3 0,2 0 5 15,3 0 4-15,1 1-8 0,4-1-1 0,0 0 2 0,3 0-6 0,3-1-2 16,2 0 9-16,2 0 6 0,2 1-3 0,3 0-1 0,0 0-9 15,3 1 2-15,1-1-4 0,0 0 11 0,4 0 1 0,-1-2-3 0,3 0 10 16,0-2-9-16,0-1 1 0,1 0 6 0,-2 0 2 0,1 0 15 0,-1-1 1 16,-2-2-1-16,-1 0-3 0,-3 0-6 0,0 0 6 0,0 0-1 15,-2-1-1-15,-1 1 0 0,0 0-11 0,-3-2 0 0,-1 1-1 0,-3 0-5 16,-1-1 2-16,-3 2-6 0,-3 1 2 0,0-1 0 0,-4 1 2 0,-2-1-4 16,-1 1-4-16,-3 1-4 0,-2-1 10 0,0 0-18 0,-2 0 2 15,-1 0 0-15,-2 0-12 0,0 0 22 0,0 0 4 0,-2-1-6 0,0 1 2 16,-2 1-2-16,-4 0 6 0,-1 1 10 0,-3 1 2 0,-2-1 2 15,-2 1-12-15,-5-1-4 0,-2 1 0 0,-6 0 0 0,-2 0-4 0,-3 2 0 16,-4 0 2-16,-1 1-12 0,-4-1 14 0,-3 1-6 0,-2 0 0 0,-3 0 10 16,-3 0-8-16,1 1 0 0,-3 0 6 0,0 0-6 0,0 1 0 15,-3-1 2-15,1 0-4 0,-2-1 4 0,1 2-6 0,0 0-6 0,-1-1 6 16,2 1-2-16,-2 0 0 0,0-1-10 0,-1 0-16 0,-1 1-8 0,-1-2-17 16,0 0-7-16,-2 0-17 0,-1-1-26 0,1 0-22 0,-3-1-40 15,-1-1-44-15,-2-1-41 0,-1 1-45 0,1-1-65 0,-2-2-64 0,-1 1-68 16,-1-1-15-16,0-1-96 0</inkml:trace>
  <inkml:trace contextRef="#ctx0" brushRef="#br0" timeOffset="115439.14">30754 11139 760 0,'-7'-17'271'0,"-1"-1"-123"16,-1-4-5-16,1 3-27 0,1 1-32 0,1-1-17 0,-1 1-25 15,0-2-15-15,-2 1-7 0,-1 2-8 0,-2-2-1 0,-1 2-1 0,-1 0-5 16,-1 0 0-16,-1 1-3 0,0 1 0 0,1 2 3 0,-2 2 4 0,0 0-4 16,0 2 3-16,1 1 5 0,0 2 4 0,0 1 3 0,3 2-4 15,3 1-6-15,1 1-10 0,4 1-4 0,1 1 1 0,2 2-1 0,3 1 0 16,1 2 3-16,3 2 3 0,2 1 4 0,1 1 6 0,4 1 6 0,1-1 11 15,3 2 10-15,2 2 12 0,-2-1 15 0,5 1 5 0,0-1 7 16,0 1-1-16,4 1-10 0,1 1-6 0,1 0-12 0,3 1-6 0,-2 1-2 16,1 0-8-16,0 1-3 0,1 0-11 0,-1-1-6 0,0-3-2 15,0 1-1-15,0-1 1 0,-2-2 2 0,2-1 5 0,-4-1 1 0,2-1 7 16,2-1 10-16,-3 0 1 0,1-2 9 0,-2 0 9 0,-2-3-2 0,-3 0 5 16,-3-1 2-16,0-1-9 0,-2 0 5 0,-2-2-3 0,-2-1-11 15,-1 1 14-15,-2-2-12 0,-1 1-3 0,-4 0 2 0,0 0-3 0,-1 0 5 16,-3 0-10-16,0 0-7 0,-3-1-11 0,-1 0-9 0,-2 0 3 0,-3 1-7 15,-1-1-6-15,-3 2 6 0,-1 1-12 0,-2 1 2 0,-3 1-3 16,-1 2-14-16,-4 2-12 0,-2 2-26 0,-3 1-37 0,-1 1-50 0,-1 3-71 16,0 1-93-16,-4 4-153 0,-2 1-255 0,-4 2-322 0</inkml:trace>
  <inkml:trace contextRef="#ctx0" brushRef="#br0" timeOffset="116009.14">25280 13578 1900 0,'-28'-5'148'16,"-2"-2"-34"-16,-3 0-2 0,9 0-3 0,8 1 3 0,2 0-27 0,1 0-29 15,1-1-11-15,3 2-6 0,1-2 1 0,1 0-6 0,1 1-4 16,0 0-2-16,2 0-8 0,1 1 1 0,1 1-10 0,1 0 3 0,1 0 3 16,0 1-2-16,1 1-1 0,1 0-6 0,1 0-1 0,0 1-2 15,2-1 4-15,3 0-4 0,-1 1 2 0,0 1 0 0,3 0-4 0,2 0 2 16,1 0-5-16,3 0 2 0,-2 1-2 0,3-1-4 0,2 1 6 0,2 0-2 15,4-1 4-15,3 2-1 0,3-2-3 0,4 1 5 0,6-1 2 16,4 1 3-16,5-1 6 0,4-1 8 0,6 1 2 0,5-1 1 0,6 0 4 16,6-2-3-16,5 0 10 0,5 0 3 0,6-1 5 0,4 0 5 15,5-3 4-15,4 0-6 0,3-1-6 0,3-1-2 0,0 0-4 0,2 0 12 16,3-1-3-16,-1 0 1 0,4 0 1 0,1-1-15 0,0-1 2 0,2 2 0 16,-2-3-8-16,2 1-23 0,-1-1-4 0,-1 1-8 0,0 3 20 15,-5-2 26-15,-2 1-5 0,-3 0 1 0,-3 0-24 0,-4 1 0 0,-2 3-4 16,-7-1-2-16,-3 0-2 0,-6 2 0 0,-4 1 8 0,-5 2 0 0,-5 1-6 15,-6 1-4-15,-5 1 2 0,-4 0-2 0,-4 0 0 0,-7 1 0 16,-4 0 0-16,-6 0 0 0,-6 1 0 0,-2 0 0 0,-7 0 0 0,-2 0 0 16,-2 0 0-16,-4 0 0 0,1 1 0 0,-4 0 0 0,0-1 0 0,-2 1 0 15,-2-1 0-15,-2 1 0 0,0-1 0 0,-2 1 0 0,0-1 0 16,0 0-8-16,-1 0-4 0,0-1-8 0,-1-1 20 0,0 1 0 0,0-1-8 16,0-1-2-16,0 0-10 0,-1-1-16 0,0 0-15 0,-1 0-19 15,0-2-19-15,-1-1-40 0,-1-4-41 0,1-2-58 0,-1-3-85 0,0-1-77 16,2-3-106-16,1-2-110 0,2 0-74 0,0-2 75 0</inkml:trace>
  <inkml:trace contextRef="#ctx0" brushRef="#br0" timeOffset="116342.14">29809 12780 1303 0,'-7'-3'144'0,"0"2"-53"0,1 0-25 0,3 1-16 15,3 1-1-15,0 0-13 0,0 0-1 0,2 2-7 0,-1 1-4 0,1 0-1 16,0 0 0-16,1 1 12 0,3 2 12 0,-1-1 3 0,2 1 6 0,-1 0 4 15,1 0 3-15,0 0 6 0,1 1 6 0,1-2-7 0,-1 2-3 16,2-1-16-16,2 1-12 0,1 0-10 0,2 2-13 0,2-1-3 0,2 2-1 16,2-2-2-16,1 1-2 0,3 1-1 0,1-1 6 0,1 2-8 0,0-2 8 15,0 1 1-15,2 0-7 0,-1 0 1 0,2 2 7 0,-2-1 2 16,1 0 12-16,0 1 16 0,1 0 8 0,-1 0 13 0,0-1 8 0,1 0 2 16,0 0 0-16,-1 0-2 0,0 0-3 0,-5 0 1 0,1-2-1 15,-3 1 2-15,-2 0-10 0,-1-2-5 0,-1 0-5 0,-1 0 0 0,-5-2-2 16,-1 0-9-16,-2 0 3 0,-3-1-14 0,-2 0 0 0,-3 0 8 0,-3 0-2 15,-2 0-13-15,-2-1-7 0,-5 2-11 0,-5-1-2 0,-4 1 10 16,-6 1 16-16,0 1 4 0,-6 1-8 0,-2 0-8 0,-5 1-16 0,-2 0 0 16,-1 1 0-16,-3 1-2 0,1 1-2 0,1 0-4 0,-2 2-14 15,1 0-16-15,2 0-17 0,0 1-16 0,3 0-26 0,0 1-25 0,3 0-47 16,2 1-67-16,2 3-85 0,0 0-101 0,-1 2-191 0,0 0-158 0,0-2-73 16</inkml:trace>
  <inkml:trace contextRef="#ctx0" brushRef="#br0" timeOffset="116941.14">24395 14847 2624 0,'-28'-12'118'0,"1"0"-23"0,-4-2-6 15,9 4-17-15,6 1-14 0,3 1-25 0,2 0-24 0,3 0-7 0,2 1-2 16,1 1-7-16,2 1-9 0,4 2-6 0,1 0-3 0,4 1 3 0,1 0 3 16,5 2 6-16,2 1 4 0,5 0 4 0,2 2 5 0,5 0 0 0,5 1 3 15,5 0 6-15,5 0 5 0,3 1 4 0,8 1 5 0,3-1 1 16,4 0 7-16,7 1 0 0,3-1 3 0,5 2 6 0,5-1 1 0,5 0 7 16,3 0-5-16,4 1 9 0,5-1 1 0,4 2 1 0,5 0 1 15,7 0-10-15,4 1 2 0,7-2-8 0,3 1-5 0,5-1-1 0,5-1 3 16,3-1 8-16,7-2 7 0,1 0-2 0,4-3-2 0,4-1-8 0,0-2 7 15,4-2-4-15,-1 0-34 0,-1-1-8 0,-1-2 0 0,-2 1 0 16,-1-4 0-16,-2 0 0 0,-2-1 0 0,-2 0 0 0,-4 2 0 0,0 0 0 16,-7 1 0-16,-1 0 0 0,-3 0 0 0,-5 1 0 0,-3 0 0 0,-5 2 0 15,-4 1 0-15,-7 0 0 0,-4 1 0 0,-6 1 0 0,-8 1 0 16,-3 1 0-16,-8 0 0 0,-6 2 0 0,-6-1 0 0,-6 2 0 0,-5 0 0 16,-8 1 0-16,-4 1 0 0,-4 0 0 0,-4-1 0 0,-5 3 0 15,-3-1 0-15,-4 2 0 0,-1 1 0 0,-5 0 0 0,-2 0 0 0,-5 1 0 16,-2-2 0-16,-1 1 0 0,-4 0 0 0,-1 0 0 0,-3-1 0 0,-1 0 0 15,-2 0 0-15,-1-1 0 0,0-1 0 0,-3 0 0 0,-2-2 0 16,-1 0 0-16,-2-1 0 0,-2-1 0 0,0-1-60 0,-2-2-60 0,1-2-47 16,-1 0-65-16,-2-3-113 0,0-3-174 0,-3-2-187 0,0-3-98 0,-2-3-49 15</inkml:trace>
  <inkml:trace contextRef="#ctx0" brushRef="#br0" timeOffset="117275.14">29920 14289 2364 0,'-2'-3'788'0,"1"0"-691"0,1 0-65 0,5 2-30 0,3 2 0 15,3-1 29-15,2 1 1 0,2-1 4 0,0 1-5 0,4 0-16 0,3 2-13 16,1 0-10-16,4 2 3 0,0 1-8 0,2 0 4 0,0 1-4 0,1 0-7 16,-2 0 0-16,3 1-7 0,-2 0 6 0,-1 1 10 0,1 0 2 15,0 1 0-15,2-1-2 0,1 2 3 0,3 1 2 0,-1 0 4 0,2 1 1 16,0 1-3-16,0 1 1 0,3 1 10 0,-1 0 10 0,1-2-6 15,1 1 2-15,-2 1 3 0,0 0 16 0,0 0 15 0,-2 2 2 0,0-2 5 16,-3 2-14-16,-1-2-2 0,-1 3-1 0,0 0 2 0,-1-1-3 0,-1 0 2 16,-4 0-3-16,-3 0-9 0,-4-1 7 0,-1-1 6 0,-3 1-2 0,-3-4-2 15,-2 1-2-15,-2 0 0 0,-2-2-1 0,-1-2 4 0,-1-1-10 16,-2-2-6-16,-1 1-16 0,-2 0-4 0,-2 0 0 0,-2-1 0 0,-1 0 0 16,-3 0 0-16,-3 0 0 0,-2-1 0 0,-2 0 0 0,-3 0 0 15,-4 0 0-15,-5 0-12 0,-4-1-54 0,-3 1-15 0,-5 0-20 0,-2 1-16 16,-4 2-16-16,-3 1-28 0,-4 4-31 0,-2 1-49 0,-5 3-67 0,-2 1-89 15,-4 3-85-15,-6 3-72 0,-6 1-294 0</inkml:trace>
  <inkml:trace contextRef="#ctx0" brushRef="#br0" timeOffset="117808.14">24174 16935 1569 0,'-7'-3'1004'15,"0"1"-857"-15,0-1-54 0,4 1-10 0,2 1-5 0,2-1-11 0,0 1-27 16,1 0-16-16,2-1-19 0,1 2-3 0,1 0 1 0,1 0-1 0,-1 1 7 15,3 1-11-15,1 1 7 0,0 1-6 0,3 0 13 0,1 3 0 16,1-3-8-16,4 3 8 0,2 0 0 0,2-2 6 0,5 1 10 0,2-1 10 16,6 1-1-16,3-1 8 0,5 0-9 0,6 0 10 0,4-1-2 0,6-2-9 15,6 0 2-15,5-1-11 0,8-1 6 0,5-1 8 0,5-1-12 16,6-1-5-16,5-1 0 0,5-1-2 0,5 1 2 0,3 0 0 0,6 1-4 16,1 1-2-16,5-2 5 0,2 0 5 0,1 0-2 0,1 1 10 15,1 0-7-15,2 0-1 0,-1 1 3 0,2-2 0 0,0 0 18 0,-1 1-44 16,-1-1-4-16,-1 2 0 0,1 0 0 0,-2-2 0 0,2 0 0 0,-2 0 0 15,-2-1 0-15,1 1 0 0,-5 0 0 0,-1-1 0 0,-1 2 0 16,-4 0 0-16,-1 0 0 0,-5 3 0 0,-3-1 0 0,-4 2 0 0,-4 2 0 16,-6 1 0-16,-5 3 0 0,-8 0 0 0,-3 1 0 0,-6 3 0 0,-6-1 0 15,-4 2 0-15,-5 2 0 0,-4 0 0 0,-4 1 0 0,-4-1 0 16,-6 0 0-16,-4 1 0 0,-3 0 0 0,-18-8 0 0,2 1 0 0,-2 1 0 16,2 1 0-16,-3 0 0 0,-1 1 0 0,-1-1 0 0,1 1 0 15,-3-1 0-15,-2 0 0 0,-1-1 0 0,-3 0 0 0,-1-2 0 0,-1 0 0 16,-2-2 0-16,-1 0 0 0,0-1 0 0,-2 0 0 0,-1-1 0 0,-1-2 0 15,-2 0 0-15,-1-2 0 0,-1-1 0 0,-2-2 0 0,-2-2 0 16,-1-1-68-16,-1-2-74 0,0-2-46 0,-3-2-42 0,-2-5-78 0,-14-12-81 16,4 1-90-16,5 3-126 0,6 4-55 0,-1-2-101 0</inkml:trace>
  <inkml:trace contextRef="#ctx0" brushRef="#br0" timeOffset="118108.14">29475 16712 2143 0,'-12'-3'376'0,"0"1"-201"0,-2-2-61 0,4 1-31 0,5 1 24 15,1-1 9-15,2 1-4 0,1 0-15 0,1-1-25 0,1 1-21 16,2 0-16-16,0 0-5 0,1 0-8 0,4 1 6 0,3 0-7 0,4 0 1 16,2 1 4-16,3 1-10 0,3 1 6 0,4 0-9 0,3 0-5 0,4 0 9 15,3 2-9-15,2 1-1 0,4-1-5 0,1 2-7 0,3 1 5 16,3 0 5-16,0 1-3 0,2 0 0 0,0 2-4 0,1-1 12 0,1 2 7 16,0 0 8-16,0 1 11 0,-1-1 3 0,0 0 14 0,2 0 0 15,-1-2-6-15,-1 2-1 0,1-1-6 0,-3 1-36 0,1 0-4 0,-2-2 0 16,2 2 0-16,-3-2 0 0,-3 1 0 0,-2 0 0 0,-3 0 0 0,-3-1 0 15,-4 1 0-15,-1-2 0 0,-6 0 0 0,-3 1 0 0,-5-3 0 16,-5 2 0-16,-4-1 0 0,-3-2 0 0,-2 0 0 0,-5 1 0 0,-2 1 0 16,-4 0 0-16,-5 1 0 0,-4 1 0 0,-8 1 0 0,-6 2 0 0,-8 0 0 15,16-6 0-15,-7 2 0 0,-4 0 0 0,-7 2 0 0,-4 0 0 16,-10 2 0-16,-4 1 0 0,-10 2 0 0,-5 1 0 0,-3 0 0 0,-4 0 0 16,-5 2 0-16,-5 1-247 0,-2-2-291 0,-9 3-507 0,-6-1-101 15,-7 0 241-15</inkml:trace>
  <inkml:trace contextRef="#ctx0" brushRef="#br0" timeOffset="123806.14">10971 5583 1652 0,'-2'-3'193'0,"1"0"-44"0,0 0-10 0,1-1 13 16,-1 2-5-16,2-1-10 0,-1-1-13 0,0 1-18 0,0 0-11 0,-1 1-13 16,2 0-14-16,-1 1-9 0,0-2-3 0,2 1-5 0,-2 0-8 0,3 0-6 15,-1 1-4-15,1-2-3 0,1 1-1 0,1 0-5 0,0-1 0 0,1 0-2 16,2 1-2-16,-1-2 4 0,2 0 2 0,1-2-6 0,1 0-5 16,1 0-2-16,0-1-3 0,1-1 1 0,1-1-5 0,1 0-1 0,0 0-3 15,-1-2 0-15,1-1 4 0,1-1-10 0,0-1 4 0,-1 1-2 16,2-1-5-16,-1 0 5 0,1 1-8 0,-1 1-1 0,0 0-4 0,1 0-7 15,0 0-10-15,0 0-19 0,0 0-21 0,0 2-36 0,-4 0-39 16,1 1-40-16,-1 1-52 0,0 1-57 0,-2 2-107 0,-2 0-165 0,0 3-400 16</inkml:trace>
  <inkml:trace contextRef="#ctx0" brushRef="#br0" timeOffset="123974.14">11318 5547 1400 0,'4'0'273'0,"1"-1"-100"0,2-1-18 0,1 0 11 0,0-2-3 0,1 0-29 16,0-1-25-16,0 0-33 0,0-2-18 0,-1 0-20 0,2-2-7 0,-2-1-16 15,2 1-10-15,0-2-8 0,-2 1-22 0,1-2-23 0,0 0-36 0,-1-1-67 16,1-1-98-16,-1 1-157 0,1-3-183 0,0 0-282 0</inkml:trace>
  <inkml:trace contextRef="#ctx0" brushRef="#br0" timeOffset="124290.14">11659 4882 961 0,'-2'3'518'0,"-1"0"-277"0,0 1-21 0,0 0-8 16,2-2-12-16,0 1-32 0,1 0-26 0,1 0-26 0,1 0-15 16,1 1-11-16,0-3-1 0,2 3 0 0,2-1-4 0,0 0 8 0,1 0-10 15,2 1-6-15,1-1-6 0,2 0-10 0,2 0 0 0,-1 1-2 0,3-1-8 16,0 0-8-16,2 1-10 0,-1-1-6 0,2 0-2 0,1 0-3 15,-1 1-4-15,1-1-3 0,1 1-7 0,-1 0 0 0,2 2-2 0,-2 0-6 16,0 1 2-16,-3-1 0 0,0-1-2 0,-1 1 2 0,0-1 4 16,-1 2-2-16,-3 0 4 0,0 0 0 0,-1 3 8 0,-1 0 0 0,-3 2 4 15,-1 0-2-15,-2 1-18 0,-3 0 0 0,-1 1 0 0,-2 1 0 0,-1 0 0 16,-2 0 0-16,-2 3 0 0,-2-1 0 0,-2 0 0 0,-1 0 0 16,0 1 0-16,0 0 0 0,0 0 0 0,-1-1 0 0,0 1 0 0,1-2-10 15,0 1-22-15,-1 1-6 0,2-1-6 0,1-2-3 0,1 1-7 16,1-1-4-16,2-1-13 0,1-3-7 0,2 0-31 0,1-3-33 0,1-1-47 15,3-1-58-15,0-2-54 0,2-1-76 0,0-2-143 0,2-2-153 0,1-3-136 16</inkml:trace>
  <inkml:trace contextRef="#ctx0" brushRef="#br0" timeOffset="124711.14">13173 4262 1314 0,'-5'7'327'0,"-1"0"-51"0,-1 2-15 0,2 0 1 16,1 0-21-16,0 1-31 0,3 3-40 0,-3 1-23 0,2 2-16 15,-1 1-18-15,1 2-6 0,0 1-13 0,0 1-10 0,2 2-21 0,0 3-7 16,1 0-5-16,0 3 4 0,1 1 2 0,0 2-5 0,0 1-28 0,1 3-24 16,1 0 0-16,-3 2 0 0,2 2 0 0,0 0 0 0,0-1 0 15,0 1 0-15,0-2 0 0,0 1 0 0,0 2 0 0,-1-2 0 16,0 1 0-16,-1-2 0 0,0-1 0 0,0 1 0 0,0-4 0 15,-1 0 0-15,0-3 0 0,0-1 0 0,-1-2 0 0,0 1 0 0,-1-3 0 0,0-1 0 16,-1-3 0-16,-1-2 0 0,1-2 0 0,0-2 0 0,-1-3-14 16,1-2-44-16,0-2-15 0,1-3-17 0,-1-2-24 0,0-2-26 0,-1-3-32 15,0-2-39-15,1-4-31 0,0-3-30 0,0-5-30 0,0-2-30 0,1-5-54 16,0-3-71-16,1-4-20 0,2-3-103 0</inkml:trace>
  <inkml:trace contextRef="#ctx0" brushRef="#br0" timeOffset="124940.14">13148 4669 808 0,'-4'-22'358'0,"1"-2"-124"0,-4-4 1 0,0 4-6 0,1 3-1 16,-2 4-17-16,1 1-17 0,0 2-19 0,0 2-16 0,1 1-9 0,-1 1-17 16,0 0-15-16,1 2-11 0,0 1-9 0,0 2-9 0,2 2-9 15,0 1-5-15,2 1-8 0,1 2-11 0,0 0-8 0,1 1-11 16,1 2 0-16,1 0-3 0,0 2-1 0,2 2-1 0,1 0-10 0,2 1-2 16,2-1-14-16,0 0 4 0,1 2-2 0,2 0-4 0,2 0-4 0,2 1 0 15,0-1 0-15,3 0 0 0,-1 1 0 0,1-1 0 0,2 0 0 0,-1-1 0 16,0 0 0-16,1-2 0 0,-1 1 0 0,0-2 0 0,1 0 0 0,0-1 0 15,-1-1-18-15,1-1-12 0,-1-1-10 0,-3 0-11 0,0-1-10 16,-1-2-9-16,-1 0-22 0,-2-1-22 0,0-2-25 0,-1-1-33 0,-1 0-36 16,-1-3-46-16,0-1-70 0,-2 0-105 0,1-3-165 0,-1 0-414 15</inkml:trace>
  <inkml:trace contextRef="#ctx0" brushRef="#br0" timeOffset="125140.14">13656 4267 1047 0,'-3'-4'688'0,"0"0"-373"0,-1-1-10 15,-1 1-25-15,1 1-34 0,0 0-48 0,1 3-31 0,0 0-38 0,0 0-21 16,0 2-11-16,-1 2-9 0,0 0-6 0,1 3-13 0,0 0-1 0,0 2-13 16,0 1-2-16,0 2-9 0,1 0-10 0,0 3-12 0,0 1-22 15,1 3 0-15,-1 1 0 0,1 3 0 0,0 0 0 0,1 3 0 0,-1 1 0 16,0 0 0-16,0 2 0 0,1-1 0 0,0 3 0 0,-1-2 0 0,1 0 0 16,-1-1 0-16,-1 0 0 0,0-3 0 0,0 2-28 0,0 0-34 15,1-3-21-15,-1 0-16 0,1-2-27 0,0-2-34 0,1-1-42 0,-2-2-51 16,1-2-107-16,0 0-144 0,0-2-24 0,-1-1-62 0,1-3-204 15</inkml:trace>
  <inkml:trace contextRef="#ctx0" brushRef="#br0" timeOffset="125391.14">13696 4336 1594 0,'-3'4'383'0,"2"0"-96"0,0 2-21 0,0 1-17 0,2 1-22 0,-1-1-28 16,2 4-40-16,1 0-19 0,-1 2-17 0,1 1-21 0,1 1-14 0,0 2-8 16,1 1-29-16,0 0 12 0,0 2-5 0,2 1-32 0,0 1-26 0,1 3 0 15,0 1 0-15,2 0 0 0,1 2 0 0,0-1 0 0,2 2 0 16,0-2 0-16,-1 3 0 0,2-1 0 0,0 0 0 0,1 0 0 0,-1-1 0 16,0-1 0-16,0-2 0 0,0 1 0 0,-1-3 0 0,1 1-84 15,0-2-98-15,1-1-22 0,-2 1-11 0,0-3-64 0,1-2-35 0,-1-3-146 16,1-1-214-16,-2-2-39 0,-1 0-37 0</inkml:trace>
  <inkml:trace contextRef="#ctx0" brushRef="#br0" timeOffset="126057.14">14174 5009 1947 0,'0'2'246'0,"1"-1"-39"0,0 1-15 0,1-1-8 0,0 0-22 15,1-1-32-15,1-1-30 0,0-1-19 0,0 0-16 0,1-1-13 16,1 1-8-16,-1-2-9 0,1-1-8 0,1-1-1 0,1-1-9 0,0 0-6 16,-1-1 5-16,2-3-4 0,0 0 4 0,1-2 1 0,0-1-5 0,1 0-1 15,0-3-2-15,0 0-3 0,1-1-1 0,0-2 5 0,-1-2-3 16,0 1-1-16,-1-2 0 0,0 1-4 0,0 1-2 0,-2 0 2 16,0 0-1-16,-1 2 3 0,-1-1 2 0,-2 0-4 0,0 1 2 0,-2 0-3 15,0 1-1-15,-3 1-1 0,-1 2 2 0,-1 1-8 0,-1 2 1 0,-1 1 14 16,-1 3-3-16,0 3 11 0,-2 1-5 0,0 2-7 0,0 2 4 0,0 1-3 15,-1 1-7-15,2 1 0 0,-2 1-1 0,1 3 14 0,-2 2 14 16,1 1 8-16,0 1-3 0,0 2-12 0,1 0 7 0,0 2-9 0,0 2 7 16,1-1 0-16,0 0-3 0,2 2 2 0,1 0-3 0,1-1-3 15,1 0 2-15,2 1-4 0,1 0-6 0,1 0 0 0,1 1-6 0,2 1 2 16,1 0 0-16,2-1 4 0,1-1-4 0,1-1-4 0,1-1-6 0,1 0 0 16,2 0 4-16,0-3 6 0,0 0 2 0,1-1 0 0,1 0-4 15,1-2-2-15,0-2-4 0,0-2 2 0,0 0 0 0,0-2-4 0,-1-1 2 16,1-1-2-16,-2-1 0 0,1-1 0 0,-3-1-4 0,1-2 4 0,0-1 0 15,-2-1 0-15,-1-1 4 0,0-1-2 0,0-2 0 0,-1 0 4 16,-1-1 0-16,0 0 0 0,-1-1-2 0,-1 1 2 0,0-1 0 0,0-1 2 16,-2 0 0-16,-1 1-2 0,0 1 6 0,-1-1 0 0,0 2-4 15,-1 0 2-15,1 2 0 0,-1 1-6 0,-1 2 6 0,1 1 4 0,0 1-8 16,-1 2 4-16,1 0 2 0,0 3-8 0,0 0 10 0,0 1-2 0,1 0-2 16,0 2 2-16,1 1-4 0,1 0-2 0,0 0 0 0,0 0 0 15,1-1 0-15,0 1 0 0,1 0 2 0,0 0 0 0,0 0-4 0,0-2 2 16,1-1-10-16,0-1 6 0,1-1 0 0,-1 0 4 0,1-2 0 0,0-1 0 15,-1-1 0-15,1-2-4 0,0 0 4 0,-1-2-2 0,1 0-2 16,-2-2 2-16,0 1 0 0,0 0 4 0,-2-2 2 0,1 0 2 0,-1-2-2 16,0 1-4-16,-1-2 2 0,-1 1 2 0,0-1 2 0,0 0 0 0,-1 1 4 15,0 0 0-15,-1-1-6 0,0 0-4 0,-2 0 0 0,0 0 0 16,-2 0 0-16,0 1 0 0,-1 0 0 0,-1-1 0 0,0-1 0 0,-2 1 0 16,1 1 0-16,-2 1 0 0,-2 0 0 0,1 2 0 0,-1 1 0 15,-1 1 0-15,1 1 0 0,0 3 0 0,-2 1 0 0,1 3 0 0,0 2 0 16,1 1 0-16,0 3 0 0,-1 1 0 0,0 2-16 0,0 1-38 0,0 2-15 15,-1 1-21-15,3 0-14 0,-2 0-26 0,2 1-28 0,0 0-27 16,1 0-39-16,1-2-38 0,2 1-35 0,2-2-45 0,2-1-66 0,2-1-66 16,3-2-16-16,1-1-113 0</inkml:trace>
  <inkml:trace contextRef="#ctx0" brushRef="#br0" timeOffset="126573.68">14924 4760 1348 0,'9'1'351'0,"2"2"-54"0,3 1-19 0,-1 1-25 0,-3-1-45 0,1 1-44 16,-1 0-36-16,0 0-36 0,0 1-8 0,0 0-16 0,-2 0-11 0,2 0-6 15,-1 1-9-15,-1-2-6 0,0 1-6 0,-1-1-10 0,1 0-3 16,-2 0-2-16,1-1-10 0,-1-1 5 0,1 1-10 0,0-1 2 0,-1 0 3 16,1-1 1-16,1-2-3 0,-1 0-4 0,0-3 1 0,1 0 1 0,-1-2 7 15,1 0 1-15,-1-4-5 0,1-1 0 0,0-2-6 0,1-1 4 16,0-2 2-16,0-2-4 0,-1-1 1 0,1 0-4 0,-1 0-5 0,0-1-1 16,1 0 1-16,-1 0-3 0,2 0-2 0,-1-1-2 0,0 1 2 15,-1 0 6-15,0-1 1 0,-2 1 8 0,-1 2-2 0,-1-2-11 0,-1 2 20 16,1 3-3-16,-1-1-1 0,-1 2 18 0,1 1-18 0,-1 1 6 0,0 3 2 15,-1 0-3-15,0 2 5 0,0 2-4 0,0 1 10 0,0 2-1 16,0 1 11-16,-1 2-1 0,1 0 6 0,-1 2 5 0,1 1-5 0,1 2 5 16,0 1-6-16,0 2 0 0,0 1-1 0,0 1-1 0,1 0-15 0,-1 1-4 15,1 0 8-15,1 2 2 0,0 3-6 0,1-1-18 0,-1 2 0 16,2-1 0-16,0 1 0 0,0 0 0 0,1-1 0 0,0-1 0 0,2-3 0 16,0 0 0-16,0-2 0 0,1 1 0 0,1-2 0 0,-1-3 0 15,1 1 0-15,0-2 0 0,0-1 0 0,0-2 0 0,0 0 0 0,0-2 0 16,0-1 0-16,-1-2 0 0,-1-1 0 0,1-1 0 0,-1-1 0 0,0-1 0 15,-2-1 0-15,1-1 0 0,-1-1 0 0,0-2 0 0,1-1 0 16,-1-1 0-16,0 0 0 0,-1 0 0 0,0 0 0 0,0-2 0 0,0-1 0 16,-1 0 0-16,1 1 0 0,-2 0 0 0,1 0 0 0,0 1 0 15,1 1 0-15,-1 1 0 0,1 1 0 0,0 1 0 0,1 2 0 0,-1 2 0 16,1 1 0-16,-1 1 0 0,0 2 0 0,1 1 0 0,-1 2 0 16,1 1 0-16,-1 2 0 0,1 2 0 0,-1 1 0 0,0 1 0 0,1 2 0 15,0 0 0-15,1 2 0 0,1 1 0 0,0 1 0 0,0 0 0 0,0 1 0 16,0-1 0-16,-1-2 0 0,1 0 0 0,1-2 0 0,-1 0 0 0,1 1 0 15,-1-2 0-15,0 0 0 0,-2-1 0 0,1-2 0 0,-1 1 0 16,-1-2 0-16,0-1 0 0,-1 0 0 0,0-2-6 0,-1 0-161 0,-1-1-58 16,0-2-71-16,0 0-100 0,0-1-140 0,-1 0-202 0,3-1-57 0,-1-1 57 15</inkml:trace>
  <inkml:trace contextRef="#ctx0" brushRef="#br0" timeOffset="127042.68">16984 4026 2186 0,'-6'-6'147'0,"0"1"25"0,-2 0 40 16,2 1-4-16,2 3-9 0,0 1-31 0,1 2-37 0,1 1-21 0,0 1-13 15,1 1-7-15,1 3 0 0,0 1-7 0,0 1-14 0,1 3-10 16,1 2-5-16,1 3-34 0,0 3-20 0,2 1 0 0,0 2 0 0,0 1 0 15,1 1 0-15,0-1 0 0,0 0 0 0,0 1 0 0,1-1 0 0,1 1 0 16,0-1 0-16,-1-1 0 0,1 0 0 0,0-1 0 0,-1-1 0 16,-1 0 0-16,1-4 0 0,-2 0 0 0,1-1 0 0,-1-2 0 0,0-2 0 15,1 0 0-15,1-3 0 0,-1 0 0 0,1-2 0 0,-1-1 0 16,1-2 0-16,1 0 0 0,-1-2 0 0,1 0 0 0,0-2 0 0,1-1 0 16,0-2 0-16,0 0 0 0,2-3 0 0,0-1 0 0,0-2 0 0,1-1 0 15,-2-1-54-15,2-1-4 0,0 0-12 0,0 0-12 0,1-2-7 16,-2 1-23-16,0 0-3 0,0 0-1 0,0 1-7 0,-1-1 3 0,0 0-14 15,-1 0-29-15,-1-1-18 0,0 1-26 0,-2-2-33 0,-1 1-34 16,-1 1-79-16,-3-1-102 0,-1 1 10 0,-2-1-99 0</inkml:trace>
  <inkml:trace contextRef="#ctx0" brushRef="#br0" timeOffset="127273.68">16952 4027 1443 0,'-22'2'214'0,"1"0"13"0,-7 3 2 0,6 1-3 0,3 0-29 16,2 3-27-16,2-2-24 0,4 2-34 0,0 2-9 0,3-1-6 0,2 0-6 15,3 1-5-15,0-3-10 0,2 2-6 0,2 0-11 0,1-1 1 0,2-1-5 16,1 0-4-16,1-2-1 0,3-2-4 0,1 0-4 0,2-3 3 16,3 1-4-16,1-2 0 0,1-1-9 0,1-1-4 0,2-2-4 0,1-1-4 15,1-2-6-15,-1 0-14 0,-1-2 0 0,2 1 0 0,-1 0 0 0,-1-1 0 16,1 2 0-16,-2-2 0 0,0 0 0 0,0 1 0 0,1-1 0 16,-1 1 0-16,-1-1 0 0,1 2 0 0,-2-1-24 0,-1 0-36 0,-2 1-13 15,0 0-24-15,0 1-15 0,-2 0-20 0,-2 0-26 0,0 2-26 16,-1-1-37-16,-1 2-47 0,-1 2-63 0,-1 0-100 0,-2 0-123 0,-2 3-193 15,0-1 177-15</inkml:trace>
  <inkml:trace contextRef="#ctx0" brushRef="#br0" timeOffset="127457.69">17079 4337 1576 0,'-7'14'345'0,"0"1"-95"0,0 2-25 0,1-2-15 0,3-4-12 0,1 0-26 15,1-3-27-15,2-1-33 0,1 0-13 0,2-2-19 0,2-1-11 16,1-2-8-16,1-1-8 0,2-2-6 0,2-1-9 0,1-2-12 0,2-1-3 15,1-2-8-15,1-1-1 0,1 0-7 0,1-1 3 0,0-2-6 0,-2 0-2 16,0-1-2-16,0 2-6 0,-2-3-4 0,-1 1-13 0,0-2-13 16,-1 1-19-16,0 1-22 0,0-1-29 0,0 1-23 0,0-2-26 0,0 0-35 15,-1 1-38-15,1-1-47 0,-1 0-81 0,1 0-111 0,0-1-118 16,1-1-190-16</inkml:trace>
  <inkml:trace contextRef="#ctx0" brushRef="#br0" timeOffset="127807.68">17605 3979 1523 0,'-2'4'470'0,"-1"1"-187"0,-1 2-10 0,2-1-39 16,-1 2-24-16,0 0-28 0,1 0-27 0,0 1-24 0,1 1-20 16,0 0-13-16,1-1-10 0,-1 2-3 0,2 1-13 0,-1 0-10 0,2 2-14 15,0-1-6-15,2 3-14 0,0 1-28 0,0 1 0 0,1-2 0 0,0 1 0 16,1 0 0-16,0 0 0 0,0-1 0 0,2 1 0 0,0-2 0 16,0-1 0-16,0 0 0 0,2 0 0 0,-1-2 0 0,1 0 0 0,-2-2 0 15,0-1 0-15,0 0 0 0,-1-3 0 0,2-2 0 0,0-2 0 0,1-1 0 16,0-2 0-16,0-2 0 0,-1-1 0 0,-1-3 0 0,2-1 0 15,-1-1 0-15,0-1 0 0,0-2 0 0,1-3 0 0,-1-1 0 0,1-1 0 16,-1-1 0-16,-1 0 0 0,0 1 0 0,1-2 0 0,-1 1 0 16,-1 1 0-16,-1-1 0 0,1-1 0 0,-1 1 0 0,-1 2 0 15,1 2 0-15,-1 2 0 0,0 1 0 0,0 3 0 0,0 2 0 0,0 1 0 0,0 3 0 16,-1 3 0-16,1 1 0 0,-1 2 0 0,2 3 0 0,0 2 0 16,-1 2 0-16,2 2 0 0,1 2 0 0,-1 4 0 0,2 1 0 0,-2 1 0 15,1-1 0-15,1 3 0 0,0-2 0 0,1 1 0 0,0 1 0 0,0-3 0 16,1 2 0-16,0-1 0 0,1-1 0 0,-1 0 0 0,-1-1 0 15,-1-4 0-15,0-2 0 0,0-1 0 0,-1-4 0 0,1-1 0 0,-1-3-28 16,-1-1-95-16,1-3-34 0,-2 0-60 0,1-3-64 0,0-1-77 16,-1-2-107-16,0-3-159 0,1-1-83 0,-1-3-129 0</inkml:trace>
  <inkml:trace contextRef="#ctx0" brushRef="#br0" timeOffset="128640.69">18553 3921 1601 0,'-3'-11'212'0,"-1"0"11"0,-1-1-1 0,0 2-5 0,-1 5-19 16,-1 1-35-16,0 1-35 0,0 2-32 0,-2 3-14 0,1 0-10 16,-2 2-10-16,0 1 1 0,-1 3-5 0,0 1-1 0,0 1-9 0,0 2-2 15,0 1-5-15,1 0-7 0,1 2 4 0,0 1-10 0,2 1 3 0,-2 0-5 16,1 2-7-16,0 0-1 0,1 1-3 0,1 2 2 0,0 0 1 16,1 1-3-16,2 1-5 0,0 0-2 0,2-2-6 0,0-1 4 0,0-1 1 15,1-3-7-15,2-1 4 0,-1-1-6 0,2-3 2 0,2-2 4 0,2 0-8 16,0-2 0-16,3-2-1 0,1-1-3 0,1-2 2 0,0-2 0 15,2-1 2-15,1-2-3 0,1-2 1 0,1-1 0 0,0-3 6 0,0-1 2 16,-1-2-2-16,-2 1 10 0,1-1-7 0,-1-1 5 0,-1-1 8 16,-2 0-10-16,1 2 5 0,-1-1 3 0,-1 2-4 0,0 0 3 0,0 1-1 15,-2 2 0-15,1 1 0 0,-1 2 3 0,-1 1-3 0,0 2 0 0,0 1-2 16,0 2 0-16,0 1 6 0,0 0-6 0,0 3 4 0,1 0-8 16,0 2 4-16,0 0 0 0,1 0-6 0,-1 1 0 0,0-1-4 0,0 0-8 15,1-1 2-15,0 0 4 0,1-1-2 0,1-2 8 0,-1 0-4 0,1-2-4 16,1-1 4-16,0-2-4 0,0 0 0 0,0-2 10 0,0-1-8 15,0-2 2-15,1-1 6 0,-1-1-8 0,0 0 4 0,-1-1 0 0,-1 0 0 16,0 1-2-16,-2-1 6 0,1 0 2 0,-1-1-6 0,0-1-2 16,-1-1 0-16,0 0 0 0,0 1 0 0,-2 1 0 0,0 1 0 0,-2-1 0 15,-1 0 0-15,0 0 0 0,-2 1 0 0,-1 0 0 0,-1 0 0 0,-2 2 0 16,0 0 0-16,-2 0 0 0,-1 1 0 0,0 0 0 0,-1 1 0 16,-2 0 0-16,0 0 0 0,0 2 0 0,-2 2 0 0,1 1 0 0,-2 1 0 15,0 1 0-15,0 3 0 0,1 0 0 0,1 3 0 0,-1 1 0 0,0 1 0 16,0 1 0-16,0 3 0 0,1 2-24 0,1 0-16 0,0 0-10 15,1 1-7-15,1 0-1 0,2 0-4 0,1-2-1 0,2-1-14 0,2-2-15 16,3-1-28-16,2-2-20 0,2-1-11 0,2-3-12 0,3 0-1 16,1-3-6-16,1 0-6 0,3-2-6 0,-1-3-12 0,2 0-7 0,-1-2 1 15,3-1 12-15,1-1 33 0,-2 0 44 0,2-1 44 0,-1 0 42 0,-1-1 36 16,-1 0 33-16,0 0 36 0,-1-1 39 0,-1 0 36 0,0 2 31 16,0 1 12-16,-2 2 9 0,-2 0-4 0,-1 1-13 0,-1 1-8 0,-1 1-19 15,0 2-11-15,-2-1-18 0,1 2-11 0,0 0-9 0,-1 1-11 0,-2 1-7 16,1 1-13-16,0 0-6 0,-1 1-12 0,0 0-10 0,1 0-4 15,0 1-10-15,0 0-3 0,1 1-2 0,-1-1-12 0,0 2-24 0,1-1 0 16,0 0 0-16,1 0 0 0,0 0 0 0,0 0 0 0,0 0 0 16,0-1 0-16,2 0 0 0,-1 0 0 0,0-1 0 0,2 0 0 0,0 0 0 15,0-2 0-15,1 1 0 0,0-1 0 0,-1-2 0 0,2 0 0 0,-1-1 0 16,1-1 0-16,0-1 0 0,-2 0 0 0,2-1 0 0,1 0 0 16,0-1 0-16,0-1 0 0,-1 1 0 0,-1-2 0 0,0 0 0 0,0-1 0 15,0-1 0-15,0 1 0 0,0-1 0 0,-1-1 0 0,0 0 0 0,-1 0 0 16,0 0 0-16,-1-1 0 0,0 0 0 0,-2 0 0 0,2 1 0 15,-1 0 0-15,-1 2 0 0,0-1 0 0,-1 0 0 0,-1 0 0 0,-1 1 0 16,-2 0 0-16,0 1 0 0,-2 0 0 0,-1 1 0 0,-2 1 0 16,0 0 0-16,-3 0 0 0,0 0 0 0,-1 1 0 0,-1-1 0 0,1 1 0 15,-3 0 0-15,-1 0 0 0,-1 0 0 0,-1 0 0 0,-1 1 0 0,0 0 0 16,0 0 0-16,-1 1 0 0,0 1 0 0,-1 1 0 0,-1 1 0 16,2 1 0-16,-1 2 0 0,0 1-20 0,1 0-36 0,2 2-21 0,-1 1-15 15,2 1-14-15,0 1-19 0,3 0-29 0,1 0-30 0,1-2-41 0,3-1-52 16,1-2-69-16,2 0-118 0,3-1-125 0,0-2-17 0,2-1-6 15</inkml:trace>
  <inkml:trace contextRef="#ctx0" brushRef="#br0" timeOffset="129042.69">19461 3477 2191 0,'-5'2'180'0,"0"0"25"0,-1 3 17 0,2 2-17 0,1 3-15 16,1 1-33-16,0 3-29 0,0 2-30 0,1 1-23 0,1 1-6 16,1 2-10-16,0 1-7 0,2 2-4 0,0 3-9 0,2 1-9 0,1 2-5 15,1 2-1-15,2 2-6 0,0 0-12 0,1 2 2 0,1 0-8 0,1-1 2 16,0-2 4-16,2 0-4 0,0-3 2 0,0-1-4 0,0-2 0 16,1-1 0-16,0-2-6 0,0 1 2 0,2-2-2 0,-2-1-6 0,1-2-2 15,0-1-8-15,1-2-9 0,-1-3-12 0,-1-1-14 0,0-2-6 0,0-2 1 16,-1-3 15-16,0-2 11 0,0-2 13 0,0-2 12 0,-2-2 4 15,1-2 5-15,-2-1 0 0,0-1 11 0,0-1 1 0,-1 0 6 0,0-2 9 16,-1 1-2-16,0-2 3 0,0-1 9 0,0-1-1 0,0-2-3 16,-1 2-2-16,0-1 0 0,-1 1-4 0,0 2 4 0,0 1-3 0,1 2-2 15,-1 1-7-15,0 2-1 0,1 1 2 0,-2 2-2 0,1 2 2 0,-1 3-2 16,0 1-2-16,1 3 0 0,1 1-14 0,1 2 0 0,1 2 0 16,0 4 0-16,0 1 0 0,-1 0 0 0,0 2 0 0,0 0 0 0,-1-1 0 15,1 0 0-15,0-1 0 0,-1 0-6 0,0-3-22 0,1 1-18 0,-1 0 2 16,-1-2-7-16,0-3-13 0,-1-1-19 0,-1-2-43 0,-1-2-47 15,-1-2-52-15,0-2-60 0,-1-2-89 0,-1-1-94 0,0-3-123 0,-1-2-52 16,0-3-40-16</inkml:trace>
  <inkml:trace contextRef="#ctx0" brushRef="#br0" timeOffset="129776.68">20008 3828 1730 0,'-6'-3'149'0,"1"-1"15"0,-2 1 21 0,3 1-7 0,2 2-4 16,0 0-22-16,1 2-30 0,2 1-17 0,-1 1-13 0,2 2-5 15,0 0-2-15,2 1-16 0,1 2 0 0,1 0-11 0,1 1-1 0,2-1-2 16,-1 3-12-16,0-1-9 0,1 1-17 0,-1 0-6 0,2-2-1 0,-1 0-5 16,0 1-3-16,0-1 0 0,-2 0-8 15,1 1 3-15,0-2-11 0,0 0-6 0,1 0-1 0,-1-2-9 0,1-1-5 0,0-1-21 0,-1-2-19 16,3 0-15-16,-1 0-17 0,1-1-9 0,-1 0-7 0,1 0-9 0,-2-1 1 16,1 0 8-16,0 0 10 0,-1 0 10 0,1-1 16 0,2-1 11 15,-3 0 14-15,3 0 19 0,-1-1 17 0,-1 1 15 0,1-1 14 0,0 0 9 16,-2 1 8-16,1-1 10 0,-1 1 11 0,0 0 9 0,-1 0 13 15,-1 1 5-15,0 0 5 0,-1 0 3 0,0 1-1 0,0-1 0 0,1 1 4 16,-1-1 0-16,1 0-6 0,0 0 3 0,-1 0-6 0,1 0-3 16,-1 1 1-16,1-1-4 0,-1 1-4 0,1 1 0 0,0 0-8 0,0 0-4 15,0 1-4-15,1 0-7 0,0 1-2 0,-1 0-3 0,0 2-10 0,1 0-1 16,-1 1-4-16,0 1-10 0,0 0 1 0,-1 0-1 0,1 1-8 16,-1-2 6-16,-1 1-3 0,0-1-4 0,0 0 2 0,0-2-5 0,0 0 1 15,0-2 0-15,0 0-2 0,0-2 3 0,0-1-7 0,0-1 1 0,0 0-1 16,1-1 3-16,-2-2-1 0,2 0 3 0,0-2-7 0,0 0 1 15,0-2 2-15,1 1 3 0,-1-2 8 0,1-1-2 0,0-1 0 0,0 0 2 16,0-1 0-16,1 2 3 0,0-2-1 0,1 1 0 0,0 0 3 0,0-1 1 16,-1 0 1-16,-1 2 4 0,1-1-1 0,0 2 3 0,1 2-2 15,0 0 4-15,0 2-2 0,1 2 2 0,-2 2 0 0,1 1 1 0,0 2-1 16,0 1 2-16,0 1-7 0,-1 2 3 0,1 1-2 0,0 1-9 16,1 2 6-16,0 0-8 0,2 0 0 0,-1 0 4 0,0 1-4 0,0-1 0 15,2-1-2-15,0 0 0 0,0-2-2 0,1-1-2 0,-2 0 4 0,1-2-8 16,1-2 2-16,0-1 0 0,-2-1-7 0,2-1 1 0,-1-2-3 15,1-2-4-15,0 0 3 0,0-2 3 0,2 0 2 0,0-1-3 0,0-1 9 16,-2-2 1-16,3 0 2 0,-1-2 8 0,-1 0-5 0,1-1 3 0,-1 0 4 16,0-2 1-16,-1 1 3 0,-1-3 1 0,1 0-7 0,-1 1 11 15,-1-2 2-15,-2 0-3 0,-1 0 11 0,-1 1-15 0,-2 0 1 0,-1-1 3 16,-2 2-9-16,-2-1 5 0,-1 1-2 0,-3 1 0 0,-1 2-3 0,-3 0 3 16,-3 3-4-16,-1 1 0 0,-3 1 0 0,-3 3-2 0,-1 2 0 15,-1 2 4-15,-3 2-6 0,-1 2-2 0,-1 2-6 0,-2 3-8 0,-1 2 6 16,-1 3 0-16,0 2 4 0,-2 3 6 0,2 0-4 0,1 3 0 15,0 1 0-15,4 0 0 0,2 0-1 0,3-1 8 0,5-1-14 0,3 0-1 16,1 0 0-16,3-1-2 0,2 2 12 0,2 0 2 0,3-2 2 0,2 2 2 16,3 0 0-16,2 0-4 0,1 0 4 0,3 1-4 0,2-1 7 15,1 0-1-15,2 2 0 0,-1-2 0 0,0 1 0 0,0 2 4 0,1-2-1 16,-2 1 5-16,2 0 6 0,-2-2 6 0,0 1-10 0,-2 1 8 16,0 0-12-16,-2 2-14 0,-2 0 0 0,-4 2 0 0,-1 0 0 0,-3 0 0 15,-4 1 0-15,-2-1 0 0,-6 1 0 0,-4 0 0 0,-2 0-30 0,-6 0-36 16,-2-4-22-16,-3 0-33 0,-5-4-37 0,0 0-50 0,-2 0-67 15,-2-2-109-15,0-2-107 0,-2 0-135 0,-3 1-44 0,-3 0-71 0</inkml:trace>
  <inkml:trace contextRef="#ctx0" brushRef="#br0" timeOffset="130524.68">15956 5945 3796 0,'22'-16'19'0,"3"0"-11"0,5-4-37 0,4 0-19 16,3 0-1-16,7-1 3 0,8-1 20 0,6-1 11 0,5 0 9 0,0-1 6 15,4 0 2-15,1 0 2 0,2-1-12 0,3 2 3 0,3 0-10 16,1 0 2-16,6 2-2 0,3-1-2 0,4 2 6 0,3 0 0 0,2-1 3 16,4 1-1-16,2 1-6 0,1-1-1 0,3 2-3 0,3 0 5 15,-1 0 15-15,3 1-1 0,0-3 8 0,1 2 3 0,2-2 2 0,2-1 18 16,0 0 4-16,2-1-7 0,1 0-2 0,1 0 2 0,2-1 3 0,1 1 1 16,2-2 10-16,1 0-8 0,-1 0-7 0,1 0 9 0,-2-1-9 15,0-1-5-15,1-1-1 0,-2 0-3 0,1-3-3 0,-3 0 3 0,-1-1-6 16,0-3 6-16,-4 0-7 0,-1-3-3 0,-3 0 0 0,-2 0-2 0,-1-1 4 15,-5-2 0-15,-3-2 2 0,-2 2-8 0,-4 0-4 0,-2-3-2 16,-6 1 0-16,-2-1 8 0,-4-2 6 0,-4 1-4 0,-2-2 0 0,-3-2-8 16,-4-1-4-16,-5 0 0 0,-3 0 6 0,-5-1-4 0,-4 0 4 15,-4-1-2-15,-3-1 10 0,-7 1-6 0,-4 0 6 0,-5 0-2 0,-4 2-14 16,-7-2 6-16,-6 0-8 0,-5 0 4 0,-8 1 4 0,-4 2-2 0,-6-1 4 16,-8 0 4-16,-3 1-4 0,-6 2-2 0,-6 1 2 0,-3-1-8 15,-7 3 8-15,-5 1 2 0,-5 0-4 0,-5 0 0 0,-4 2-4 0,-5 2 4 16,-6 2-2-16,-4 3-2 0,-4 0 0 0,-6 2-4 0,-4 1 6 15,-4 2 0-15,-2 3 16 0,-6 1 0 0,-3 4-6 0,-6 1-8 0,-3 2 0 16,-4 4 0-16,-4 1 0 0,-5 1 0 0,-2 3 0 0,-3 2 0 0,-3 2 0 16,-1 2 0-16,-4 3 0 0,-3 2 0 0,-2 4 0 0,-2 2 0 0,-2 3 0 15,-1 3 0-15,0 2 0 0,-3 2 0 0,0 2 0 0,-2 1 0 16,-2 2 0-16,0 1 0 0,-1 3 0 0,-1 0 0 0,-1 2 0 0,0 1 0 16,-1 2 0-16,0 2 0 0,1 5 0 0,-1 1 0 0,0 2 0 15,2 2 0-15,-2 0 0 0,1 2 0 0,-2 1 0 0,2 3 0 0,-1 1 0 16,2 2 0-16,0 0 0 0,-1 1 0 0,2 3 0 0,1 1 0 0,1 0 0 15,3 3 0-15,1 1 0 0,3 2 0 0,3 3 0 0,5 3 0 16,1 0 0-16,5 1 0 0,5 0 0 0,2-2 0 0,6 1 0 0,5-2 0 16,5 0 0-16,5-1 0 0,8 1-10 0,4-1 0 0,6 0 2 15,7 0 6-15,4-2 4 0,6 0-12 0,6-2 6 0,6-1-8 0,7-1-4 16,5 0 8-16,7 1-6 0,7-2 0 0,4 1-6 0,8-2-1 0,4-1-5 16,7-3-3-16,7-2-6 0,6-1-15 0,6-3 0 0,5-1-6 15,6 0-4-15,6-3-4 0,4-1-7 0,7 0-13 0,2 0-20 0,5-3-21 16,5 0-33-16,5 0-31 0,4-1-36 0,3-2-58 0,5-1-91 0,2 0-121 15,4-1-91-15,4 1-92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27:54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25808 10164 1017 0,'-6'4'362'0,"2"2"-156"0,-2 1-20 0,2-2 5 0,2-2 19 0,1 1-16 16,1-2-36-16,2 0-36 0,0-1-23 0,0 0-10 0,1-2-8 15,0 0-8-15,0 0-12 0,2-2-12 0,0 1-14 0,0-1-4 16,2 0-1-16,-1-2-8 0,2 0 6 0,1-2-3 0,0 0 0 0,1-3 0 15,0 0 6-15,2-2-2 0,-2-1-5 0,2-1-1 0,1-5-12 0,2-1-5 16,0-1 1-16,3-2-11 0,0-3 4 0,1 1 0 0,0-4 0 0,1 1-1 16,-2-2-5-16,-2-2-5 0,1-2 4 0,-2-1 3 0,0 0 4 15,-3 1-2-15,0 1 2 0,0 1 0 0,-1 2 4 0,-2 1-17 0,-1 1 8 16,-3 3 7-16,1 1-1 0,-3 2 16 0,0 2-3 0,-2 1-4 0,-1 3-7 16,-2 2 8-16,0 3-2 0,-1 2 1 0,-1 3 4 0,1 3-1 15,0 1 2-15,-1 1-2 0,0 2 4 0,-1 2 0 0,0 1 5 0,-1 3 6 16,0 1 4-16,-1 3 2 0,1 1 4 0,1 4-5 0,-1 1 0 15,1 2-7-15,1 1 0 0,0 3 12 0,0 3-2 0,0 1 5 0,1 3 4 16,1 2-15-16,0 3-6 0,2 1-2 16,1 5-4-16,1 4-16 0,2 1-2 0,0 2 0 0,1 1 0 0,1 2 0 0,-1 3 0 0,2 3 0 0,0-1 0 15,0 1 0-15,2-1 0 0,0 0 0 0,0 2-10 0,0-2-20 16,1-2-6-16,-1-2-14 0,1-5 1 0,0-3 10 0,1-5 2 0,0-3 1 16,0-6 15-16,0-3 7 0,0-5 10 0,-1-3 16 0,0-3-5 15,-2-4-5-15,0-2 12 0,-1-3-3 0,-1-3 9 0,0-2-1 0,0-3-13 16,0-3 2-16,0-3-4 0,1-4-2 0,-1-1-8 0,-1-5-2 0,2-3 14 15,-2-2-4-15,-1-4 7 0,0-2 5 0,-1 0-16 0,-1-3 0 16,-1 0 2-16,-1-1-6 0,-2 0 1 0,-2 1 3 0,-1-1-6 0,-1 2 6 16,-1 1-10-16,0 4 3 0,-4 3 1 0,-1 3-14 0,-1 3 9 15,-1 4-4-15,1 2 1 0,-4 3 11 0,-1 2-5 0,-2 3 2 0,2 1-9 16,-3 3-4-16,0 2 2 0,2 1-4 0,-2 3 10 0,3 0 6 0,3 2-3 16,-1 1 12-16,3 0 0 0,3-1-4 0,2-1-4 0,3 1-1 15,1-2-4-15,1 1-4 0,2-1-10 0,3-1-8 0,1-2-12 0,1 0 1 16,3-4 7-16,2-1 3 0,3-3 5 0,2-3 4 0,2 0 3 0,1-3 9 15,1-1 3-15,2 0 1 0,-1-2 3 0,3-1-4 0,0-1 8 16,-2 0 2-16,2 0 2 0,-1 0 17 0,-3 1-4 0,1-1 3 0,-2 1 10 16,-2 0-2-16,0 1 5 0,-1 0 0 0,-2 3 0 0,-1 0 6 0,-3 3 1 15,0 2-2-15,-1 0 3 0,-1 1-7 0,0 2-5 0,0 1 1 16,-1 1-7-16,-1 1 4 0,0 0 0 0,-1 2 1 0,0 0-6 0,0 2-3 16,1 1-1-16,-2 0-1 0,2 1-1 0,0 0-3 0,1 0-9 15,0 0 0-15,0 0-2 0,1-1 2 0,1 1-2 0,1-2-2 0,1 0 8 16,1-2-10-16,1-1 0 0,2 0 6 0,1-2-8 0,0 0 6 0,1-1-2 15,2-1-1-15,0 0-3 0,-2-1 6 0,-1-1 0 0,1 0-2 16,-1-1 4-16,0 0-4 0,-3-2 4 0,1 0-4 0,-1 0-2 0,0 0 0 16,0-2 0-16,-1-1 6 0,-1-1-4 0,-1-1 10 0,0 1-4 0,-1 0-2 15,-1 0 6-15,-2-1-8 0,-1-1-10 0,-1 1-2 0,-1-1 2 16,-2 1 3-16,-1 0 7 0,-1-1 17 0,-2 2-1 0,-1 0-5 0,-1 1 1 16,0 1-14-16,-1 0 2 0,0 2-4 0,-1 3 0 0,-1 1 2 15,0 2-5-15,-1 1-1 0,-2 2-4 0,2 3-1 0,-1 1 1 0,-1 0 4 16,2 4-13-16,-1-2 4 0,3 2-3 0,1 1-2 0,2-1 18 0,1 0 8 15,1 0-10-15,3-1-13 0,0 0-23 0,2 0-22 0,2-1-4 16,1-1-4-16,2-1 1 0,1-1-11 0,1 0 5 0,2-2 3 0,1 0-5 16,1-2 12-16,2 0 6 0,-3-2 8 0,2-1 21 0,0 0 5 0,0-1 9 15,-1-1 11-15,-1 0 4 0,1 0 6 0,-1 0 2 0,-1-1 2 16,0 0 5-16,-2 1 3 0,-1 0 7 0,1 1 4 0,-1 2 2 0,-1-2 11 16,1 1-5-16,-2 1-2 0,0 0 5 0,-1 1-9 0,0 0-2 15,1 1-3-15,-1 1-1 0,0 2-4 0,-1 1-2 0,2 2-4 0,0 1-6 16,0 2-4-16,-2 2 1 0,0-1-1 0,1 0-7 0,-1-1 3 0,2-2 2 15,1-1-4-15,1-1 8 0,1 0-13 0,0-1-7 0,1 1-2 16,0 0-47-16,2 1-16 0,-3 0 2 0,1 0 6 0,-2-1 46 0,-3-1 22 16,-1-2 7-16,0-1 0 0,0-1 6 0,-1-1 6 0,-1 0 7 0,-1-1 10 15,-1 0 1-15,0-1-1 0,-1 0-4 0,-1 0-6 0,0-1 3 16,-2 0 4-16,-1-1-4 0,0-1 8 0,1-2 3 0,-1 1 9 0,2-2 13 16,-1-1-1-16,1-1 6 0,0-1-5 0,0-1-4 0,0 0 9 15,2-1-8-15,0-2-1 0,1 0-9 0,2-1-6 0,0 0-13 0,1 2-6 16,2 2 3-16,0 1-9 0,0 4 1 0,1-1 1 0,1 1-5 0,-1 0 2 15,1 1 0-15,1 0-8 0,0 2 5 0,0 0-5 0,1 0 0 16,0 1-2-16,0 0 0 0,1 1-4 0,1-1 4 0,0 1-12 0,-1 0-7 16,2 0-3-16,0 0 1 0,-2 1 1 0,1-1-1 0,-2 0-12 0,1 1-11 15,-2 0-23-15,1 0-22 0,0 0-19 0,0 0-28 0,1 1-18 16,-1-1-44-16,-1 0-76 0,0 0-143 0,-2 0-166 0,2-1-96 0,-1 0-114 16</inkml:trace>
  <inkml:trace contextRef="#ctx0" brushRef="#br0" timeOffset="798.99">27412 10105 937 0,'-1'-3'421'0,"0"-2"-145"0,0-2-35 0,1 0-17 0,0 1-14 16,2-1-30-16,-1 1-28 0,1 0-18 0,2 0-21 0,0 0-13 0,1 1-6 15,0-2-6-15,0 2-9 0,1-1-3 0,0 1-9 0,1-1-16 16,1 1-2-16,0 0-15 0,-1 0-10 0,3 0 0 0,-1 0-13 0,2 1 1 16,0-1-3-16,1 1-9 0,-1 0 6 0,1 0-4 0,1 0-4 15,-1 1 4-15,1 0-6 0,-2 2 17 0,2 1 2 0,-1 0-6 0,0 1 5 16,-1 1-16-16,-1 2-2 0,2 1 4 0,-2 0-2 0,0 2 2 0,0 0 2 15,-2 2 2-15,-2 2-2 0,0 2 1 0,-1 1-1 0,-1 1 0 16,-1 3 0-16,-2 0-8 0,0 1 1 0,-2 1 1 0,-1 1 2 0,0 1 10 16,-1 1-1-16,-1 1-1 0,1 0-4 0,-1 0 0 0,2 0 5 0,-1-2-1 15,1-1 5-15,-1-1-5 0,1-3-6 0,1 1 6 0,1-2 1 16,1-2-5-16,2-1 2 0,-1-1 0 0,2-3-4 0,0-1 2 0,2-2 2 16,1-1 0-16,1-1-4 0,1-2-4 0,0 0-2 0,1-2-4 15,-1 0 3-15,1-2-3 0,0 1-5 0,-1-2-8 0,0-3-11 0,1 0-20 16,-1-1-20-16,-1-1-33 0,1-2-42 0,0-1-38 0,-1 0-65 0,0-2-82 15,-2 2-105-15,-1-1-122 0,-2 1-8 0,0 1-2 0</inkml:trace>
  <inkml:trace contextRef="#ctx0" brushRef="#br0" timeOffset="1753">27696 10282 634 0,'-8'3'309'0,"1"0"-66"16,0-1-14-16,2 2-10 0,4-2-11 0,1 1-21 0,1-2-23 15,2 0-20-15,2 0-6 0,1-1-12 0,2-1-21 0,2 0-12 0,2-1-20 16,0-1-15-16,3-1-7 0,2 0-14 0,1-1-7 0,0-1-10 0,1 0 1 15,1-1-2-15,-1 0 9 0,1 0 2 0,1 0 0 0,-1-1 6 16,1 1-4-16,-2 1 3 0,0 0-4 0,-4 0-2 0,1 2-2 0,-1-1 2 16,-2 2 6-16,1 0-13 0,-3 0 0 0,0 1 8 0,0 1-8 0,-2 1 4 15,1 0-1-15,-1 1-3 0,0 1 3 0,-1 1 9 0,0 1-6 16,0 0-5-16,-2 1 0 0,2 0-8 0,-1 1 1 0,1 0-3 0,0 0-1 16,-1 1-7-16,0 0-3 0,0-1-4 0,0 1 2 0,-1 0-1 15,1-1 6-15,1-1-5 0,0 1 0 0,-1-2 4 0,1-1-2 0,-1-1 4 16,1 0-4-16,0-2 0 0,1 1-8 0,0-2 2 0,0 0-2 0,0-1 2 15,0 0 6-15,-1-1 0 0,0-2-2 0,0-1-2 0,0-1 2 16,0 0 0-16,0-2 0 0,0 0 4 0,-1 0 0 0,0-1 0 0,-1 1 0 16,1-2-4-16,-2 1 4 0,0 0-4 0,-3-1 2 0,0 1-10 0,-2-1-4 15,-1 0 8-15,-1 1-5 0,-2 0 9 0,-2 0 11 0,-2 1 5 16,1-1-8-16,-2 0 3 0,-1 0-13 0,-2 1-3 0,-1 1 1 0,0 2-4 16,-2 2-8-16,-2 0 3 0,0 1-1 0,1 1 1 0,0 3 3 15,0 0 3-15,1 2-1 0,2 1 6 0,0-1 0 0,1 2-3 0,2 0 1 16,3 2-4-16,0-1 0 0,2 1 3 0,1 1-1 0,3-1-17 0,0 0 4 15,1 0-3-15,2 1 1 0,1 0 10 0,3 1-3 0,2-1 7 16,2 0-8-16,3-1 2 0,1-1-4 0,1 0-9 0,2-1 4 0,2 1-2 16,-1-1 5-16,2-1-1 0,1-1-2 0,-1-1 6 0,1 0 1 0,0 0 6 15,-2-1 7-15,0-1 1 0,0 0-1 0,-2-1 4 0,-2 0 1 16,1 0-1-16,-2-1 2 0,-1 0 3 0,-1 0 2 0,0-1 4 0,-1 0-2 16,0-1-4-16,-2 2 6 0,-1-1 7 0,-1 0 4 0,-1 1-7 15,1-3-3-15,-2 0-4 0,0 1 6 0,-1 1-4 0,-1 0-5 0,-1-1-3 16,0 0 0-16,-2 0 3 0,1 1 6 0,-2 0-3 0,1 0-1 0,0 2 2 15,-1 0-11-15,1 1 4 0,-1-1-2 0,0 1 3 0,0 1-1 16,0 0 2-16,1 1 1 0,-1 2-7 0,0 0 6 0,1 0 5 0,-1 1 1 16,2 0 1-16,0 1-2 0,0 0-11 0,1-1 2 0,0 0 0 0,1 1-7 15,1 0 3-15,-1 0-2 0,2 0-2 0,-1-1 8 0,2-1 0 16,-1 0-2-16,1-1 4 0,0 0-4 0,0-1 5 0,1-1-5 0,0 0-1 16,-1 0 4-16,1-2-3 0,-1 1 2 0,1-1 0 0,-2-1-2 15,1 0 2-15,1-1 2 0,0 0-4 0,0 0 4 0,0-1 0 0,0 0 1 16,-1 0 3-16,0-2-6 0,-1 1 4 0,0 0 3 0,1-1 1 0,0 2 9 15,-1-1-10-15,1 0-1 0,0 2 2 0,-1 0-6 0,-1 1-10 16,1 1 2-16,-1 1-4 0,0 0-3 0,-1 0 26 0,0 2-3 0,0 0 5 16,1 2-5-16,0 0-12 0,-1 1-2 0,1 0-2 0,1 0 8 0,-1 1-6 15,1 0 6-15,0 0-6 0,0-1-2 0,0-1 4 0,0 0 2 16,1-1-4-16,-2 1 6 0,2-1 2 0,1-1-6 0,1 0-2 0,-1-1-10 16,1 0 2-16,-1 0-1 0,1-1 5 0,-2 0 4 0,3-1-4 0,0-1 10 15,-1 0-8-15,0-1 2 0,-1 0 6 0,-1-1-10 0,2 1 5 16,-2 1-5-16,0-1 2 0,2 0 10 0,-1-1 1 0,0-1 1 0,0 2-12 15,0-1 6-15,-1 0-4 0,0 2 0 0,0-1 2 0,-1 1-2 16,1 1 0-16,0 1 4 0,-1 1 0 0,0 1-9 0,0 1 10 0,0-1-1 16,0 3-2-16,0 0 4 0,0 1-11 0,1 0 10 0,-1 0 1 0,2 0-4 15,-1 0 6-15,0 0-12 0,0-1 6 0,0-2-2 0,1 0 0 16,1 0 4-16,0-1 0 0,0-1-6 0,2 0 6 0,-1-2 0 0,0-1 2 16,0 0 4-16,0-2-8 0,0 1-2 0,-1-1 0 0,1-1 4 0,0-1 6 15,1 1-7-15,-1-2 1 0,0 1-2 0,-1 0-2 0,-1-1 12 16,0 0-6-16,-1 0 2 0,-1 1 0 0,-1 0 1 0,-1 0-10 0,-1 0-3 15,0-1 2-15,-2 0-2 0,-1 0 8 0,0 0 8 0,-3 1 7 16,0 1 1-16,-1-1 1 0,-1 0-5 0,-2 0-12 0,1 1-2 0,-3 0-2 16,0 2-6-16,-2 1 2 0,-1 2-4 0,0 1 1 0,0 2-3 0,-3 1-2 15,1 1-1-15,-2 1-8 0,2-1-29 0,1 0-25 0,1-1-26 16,1-1-27-16,2 1-19 0,0-1-43 0,2-1-96 0,2-1-153 0,1-1-232 16,1-2-19-16,3-2-84 0</inkml:trace>
  <inkml:trace contextRef="#ctx0" brushRef="#br0" timeOffset="1932.99">29285 9478 1944 0,'-4'-16'555'0,"-2"2"-376"0,-1-1 26 0,0 7-40 16,1 5-24-16,0 4-23 0,-1 2-26 0,2 3-10 0,-3 2-2 16,-1 4 1-16,-2 2-13 0,0 4-9 0,-2 2 3 0,3 6-10 0,-1 3 7 15,1 4-8-15,1 2-17 0,2 4-8 0,2 3-8 0,2 3-4 16,2 2-6-16,3 0-6 0,3-2-4 0,2-1-2 0,3 1-12 0,2-1-28 15,2-2-72-15,-1 0-89 0,2 0-159 0,1-2-332 0,-2-2-333 0,-1-1-133 16</inkml:trace>
  <inkml:trace contextRef="#ctx0" brushRef="#br0" timeOffset="2551.98">26841 11764 1138 0,'-2'1'255'16,"-2"1"-56"-16,0 0-15 0,0 1 2 0,0 0 8 0,1 2-11 0,0 1-22 16,-1 0-18-16,1 3-18 0,0-1-17 0,1 1-17 0,0 2-16 15,-1 2-12-15,1 1 0 0,0 2-3 0,1 1-3 0,0 2-10 16,2 1-7-16,2 0-9 0,1 1-11 0,1 0 9 0,2-1-16 0,1-1-6 16,2-1 15-16,1-1-9 0,0-1 15 0,0-2-4 0,2-1-16 0,1-3-8 15,0-3 0-15,1 0 5 0,-1-3 3 0,1-1-3 0,0-1-1 0,-1-3-2 16,-1-1-4-16,2-2 8 0,-1-2-4 0,-1-1 3 0,-2-2 1 15,-1-1-4-15,-1-2 11 0,0-1-21 0,1-2 5 0,-1 2 16 16,0-2-11-16,-2 0 20 0,0 1 3 0,-1 0-14 0,-1-1 3 0,-3 0-1 0,-1 0 2 16,-2 2 2-16,-2-3-1 0,-2 1-5 0,-1 0 5 0,-2 1-9 15,-2 0 7-15,-2 0-3 0,-1 0-11 0,-1 0 6 0,1 1-6 16,-3 0 2-16,0 0-2 0,-1 2-4 0,2 1-4 0,0 3-1 0,-1 1 3 16,0 2 0-16,1 1 0 0,-1 3 3 0,1 2-5 0,1 2-2 0,1 2 1 15,0 0-3-15,1 3-1 0,0 1-4 0,0 2-12 0,2 1-16 0,0 0-17 16,1 0-31-16,1 1-26 0,2 1-33 0,3-1-46 0,1 0-67 15,2-2-117-15,3 0-191 0,2-2-107 0,2-2-77 0</inkml:trace>
  <inkml:trace contextRef="#ctx0" brushRef="#br0" timeOffset="2800">27378 11295 2113 0,'1'-13'367'0,"1"0"-190"0,0 0 23 0,0 4-21 15,0 4-7-15,0 1-28 0,1 2-29 0,-1 1-12 0,-1 1-14 0,0 1 0 16,-1 2 2-16,1 1-14 0,0 2-6 0,0 2-1 0,0 2-32 0,0 4-38 16,0 3 0-16,1 4 0 0,1 2 0 0,0 5 0 0,0 3 0 15,3 4 0-15,-1 2 0 0,2 2 0 0,1 2 0 0,1 1 0 0,0 2 0 16,1 2 0-16,-1-1 0 0,0 0 0 0,1-3 0 0,0 0 0 16,1-3 0-16,0-1-8 0,0-5-94 0,0-4-15 0,1-3-20 0,1-4-18 15,0-2-4-15,-2-3-14 0,2-2-27 0,-1-2-10 0,1-4-23 0,-1-4-23 16,-2 0-14-16,0-3 5 0,-1-3-24 0,-2-3-30 0,-1-3-28 15,-1-1 45-15,-4-4 97 0,1-2-89 0</inkml:trace>
  <inkml:trace contextRef="#ctx0" brushRef="#br0" timeOffset="3286.99">27510 11839 202 0,'-21'-12'154'0,"1"0"-42"0,-7-2-48 0,5 4 18 0,5 6 40 0,1 1 49 16,2 2 41-16,2 2 9 0,2 1-23 0,-1 1-31 0,2 1-20 16,2 1-5-16,0-1 0 0,3 0-5 0,0 0-18 0,1-2-14 0,2 1-20 15,2-2-3-15,3 1-1 0,0-1-5 0,3 0-1 0,1-1-9 0,3-2-10 16,1 1-6-16,4-1-8 0,2-1-12 0,1 0 0 0,0-2 3 15,3 1 4-15,0-1 6 0,0 0-3 0,2 0 5 0,-1 0-1 0,0 1-8 16,-1-1 3-16,-1 2-6 0,0 0-7 0,-2 1 0 0,0 1-5 0,0 2-8 16,-2 0-4-16,0 2 1 0,-3 1-5 0,2 1 1 0,-2 0 2 15,-1 1-5-15,-2 1 7 0,0 0-6 0,0 0-1 0,-2 0 9 0,1-1-8 16,0 2 1-16,-1-1 3 0,1 0-4 0,-1 0 3 0,1 0-1 0,-1 0-4 16,-1 0 2-16,0-2 1 0,-1-1-5 0,2 0 6 0,-1-1-2 15,-1-1-2-15,0-1 6 0,0 0 1 0,0-1-1 0,0-1-8 0,-1-1 4 16,1-1 1-16,0-1 5 0,0 0 0 0,0-1-3 0,-1 0 3 15,0-2-1-15,0 0 5 0,-1-1 3 0,-1-1 3 0,1 0-8 0,-3 0 3 16,0-1-3-16,0 0 1 0,-2-1-3 0,1 0 4 0,-2 0-6 0,-1 0-2 16,0 1 2-16,-1-1-4 0,-1-1-4 0,-2 1-2 0,-1 0 2 15,0 2 0-15,-2-2 2 0,0 2 1 0,0 0-6 0,0 2 3 0,0 1-4 16,-2 1 2-16,-1 1 2 0,0 1 2 0,-2 2 0 0,2 1-8 0,0 3 4 16,-1 0 0-16,2 2 4 0,0 0 4 0,4 1-6 0,-1 2 4 15,3 2 3-15,1 0 1 0,2 0 8 0,1 3-4 0,1-1 2 16,2 1 6-16,2-1-2 0,1 0 4 0,3 2-10 0,1-1-12 0,3 0 0 15,3 0 0-15,2-3 0 0,1 1 0 0,4-2 0 0,0 0 0 0,1-1 0 16,1 0 0-16,0-1 0 0,0-2 0 0,2 0 0 0,0-1 0 0,1-1 0 16,0 0 0-16,0 0 0 0,-1-1 0 0,0 0 0 0,-2 0 0 15,-2-1 0-15,-1 0 0 0,-2 0 0 0,-2-2 0 0,-1 1 0 0,1-2 0 16,-1 1 0-16,-2-1 0 0,0 1 0 0,-1-1 0 0,-2 0 0 0,-1 1 0 16,-3-1 0-16,1 0-12 0,-2 1-46 0,-1-1-13 0,-2 1-13 15,0 0-23-15,-2 0-20 0,-1 2-29 0,-1 0-39 0,0 0-46 0,-2 3-61 16,-1 1-89-16,-1 1-138 0,-1 3-99 0,-2 2 124 0,0 1-56 0</inkml:trace>
  <inkml:trace contextRef="#ctx0" brushRef="#br0" timeOffset="3632.99">26968 13356 1545 0,'-2'-12'782'16,"-1"2"-567"-16,-1-4-4 0,-1 4-39 0,1 4-11 0,0 1-24 15,0 3-7-15,1 1-13 0,0 2-11 0,0 1-25 0,-1 2-9 0,0 1 12 16,2 1-6-16,-2 4 10 0,1 0-12 0,-1 2-36 0,2 2-40 0,0 2 0 15,0 2 0-15,2 2 0 0,0 3 0 0,2 2 0 0,1 2 0 16,1 2 0-16,2 3 0 0,-1 3 0 0,2-1 0 0,2-1 0 0,0 0 0 16,2-1 0-16,-1 0 0 0,1-2 0 0,1-1 0 0,0-2 0 15,0-1 0-15,0-3 0 0,0-3 0 0,-3-2 0 0,1-2 0 0,0-2-36 16,-2-4-69-16,-1-1-34 0,-1-2-36 0,-1-1-22 0,-1-3-38 0,-1-2-62 16,-1-2-97-16,-1-3-169 0,-1-3-130 0,0-2 137 0,0-3-23 15</inkml:trace>
  <inkml:trace contextRef="#ctx0" brushRef="#br0" timeOffset="4033.99">26907 13507 719 0,'-14'-18'351'0,"-1"0"-174"0,-2-3 13 16,2 3-12-16,2 4 0 0,1 2-6 0,1 3-14 0,2-1-1 0,1 3-10 15,1-1-5-15,1 2 0 0,2 0-11 0,1-1-3 0,1 2-11 16,2-1-10-16,1 1-18 0,2-2-9 0,1 0-8 0,2 0-13 16,3 0 10-16,0 0-5 0,4 1 15 0,2 1-2 0,2 0-8 0,0 1-3 15,4 1-18-15,0 0-7 0,1 1-9 0,0 1 2 0,1 2-16 0,-1 1-14 16,1 2-4-16,-1 0 0 0,-2 2 0 0,0 2 0 0,-2 1 0 0,0 2 0 15,0 2 0-15,-2-1 0 0,-1 3 0 0,-4 1 0 0,1 0 0 16,-2 0 0-16,0 1 0 0,-1-1 0 0,-3 1 0 0,0-1 0 0,-4 2 0 16,0 0 0-16,-2-1 0 0,-1 1 0 0,-2 1 0 0,-2 0-8 0,-2-1-4 15,-1 1 10-15,-1-2-8 0,-1-2-2 0,1 0 8 0,-1-1-2 16,3-2 4-16,-1-1 0 0,1-2 2 0,1-1 0 0,2-2 4 0,0-1 2 16,3-1-12-16,0-2 4 0,2-1 0 0,0-1-6 0,2 0 0 15,0-2 4-15,2 1 0 0,1-1 4 0,0-1 8 0,1 1-2 0,-1 0-10 16,1 1 4-16,1 0-6 0,0 1 6 0,-1 0 4 0,1 1 0 0,0 0 0 15,1 2-6-15,-2 1 8 0,1 0-4 0,-1 1 2 0,1 1 6 16,-1 0-4-16,1 1 8 0,0 1-4 0,-1 0-4 0,-2 1 4 0,0 1-10 16,0-1 0-16,-2 0 0 0,-1 1 0 0,-1-1 0 0,0 2 0 15,-2 0 0-15,-1-1 0 0,-2 2 0 0,-1-1 0 0,-1-1 0 0,-1 1 0 16,-2 0-24-16,0 0 8 0,-1-1-30 0,0 2 1 0,0-3-18 0,3 0-46 16,-1 0-15-16,1-3-20 0,0 0-39 0,2-2-43 0,2 0-60 15,2-3-100-15,2-1-109 0,0-3-70 0,2-1 22 0,2-1 172 0,2-4-26 16</inkml:trace>
  <inkml:trace contextRef="#ctx0" brushRef="#br0" timeOffset="4317.99">27417 13739 569 0,'10'-5'506'0,"0"0"-131"0,3 1-64 0,-1 1-54 0,-2 3-23 0,-2 1-12 15,2 0-26-15,-1 2-35 0,0 2-18 0,1 0-21 0,1 1-15 16,-1 0-3-16,1 1-12 0,0 0-15 0,0 0-7 0,-1 1-4 0,0 0-15 16,0 0-8-16,1 0-12 0,0-1-12 0,0 0 0 0,1-1-11 15,-2-1 1-15,2-1-3 0,1-1 6 0,-1-1-9 0,0-1-1 0,0-1 0 16,1-2-4-16,0 0 10 0,1-1 2 0,-2-1 3 0,-2-2-9 0,1-1 6 15,-2 0 6-15,1-2-5 0,-2 0 7 0,0-1-5 0,-1 1-3 16,-1 0 4-16,-1-1 8 0,0 1-3 0,-2 0-5 0,-2-1-6 0,-1 1 2 16,-1 1-2-16,-3-1 10 0,-2-2-6 0,-1 1-10 0,-1-1 4 0,-2-1-6 15,0 2 12-15,-2-2-4 0,-1 0-2 0,0 1-8 0,-3-1 4 16,0 2 0-16,0 2-4 0,1 0 4 0,-1 2-2 0,0 1 2 0,1 2 2 16,2 1-4-16,0 2-2 0,1 1 4 0,3 3-8 0,-1 0-2 15,4 2 2-15,-2 1-6 0,2 0 6 0,0 1 0 0,0 2 0 0,1 0-6 16,0 0-12-16,1 0-10 0,2 0-23 0,0-2-11 0,1 2-15 0,2-2-27 15,1-1-29-15,2-1-47 0,1-1-53 0,1-2-78 0,1 0-110 16,2-3-128-16,1-2-95 0,1-1 152 0,2-2-33 0</inkml:trace>
  <inkml:trace contextRef="#ctx0" brushRef="#br0" timeOffset="4566.99">27979 13346 1607 0,'-1'-2'962'0,"0"-1"-695"0,0 2-67 15,1-1-22-15,-1 2-2 0,1 1-12 0,1 1-31 0,-1 0-26 16,1 3-8-16,0 2-9 0,0 1-10 0,0 1-48 0,1 2-32 0,0 1 0 16,1 1 0-16,0 2 0 0,2 2 0 0,0 2 0 0,1-1 0 0,1 4 0 15,1 1 0-15,-1 1 0 0,2 3 0 0,0 0 0 0,0 0 0 16,1-2 0-16,1 0 0 0,-1-2 0 0,1-2 0 0,-1 1 0 0,1-2 0 16,-2-3 0-16,0 0 0 0,-1-1 0 0,-1-3 0 0,0 0 0 15,1-1 0-15,-1-1 0 0,-1-1 0 0,-1-2 0 0,0-2 0 0,-2-2 0 16,0-3-74-16,-2 0-21 0,0-1-23 0,-1-1-29 0,-1-1-25 0,-1-3-39 15,-1-2-18-15,1-1-39 0,-1-2-30 0,-1-2-55 0,0-1-55 16,0 0-5-16,1-1 12 0,-2-2 79 0,1-1 115 0,0-1-98 0</inkml:trace>
  <inkml:trace contextRef="#ctx0" brushRef="#br0" timeOffset="5002.99">28041 13433 513 0,'-7'-17'311'0,"1"0"-7"16,0-6-1-16,0 4-26 0,1 2-23 0,-1 1-27 0,2 1-30 15,0 2-15-15,0 2-18 0,1 3-5 0,0 0-9 0,2-1-18 0,0 2-7 16,1 2-10-16,1 0-15 0,0 0-9 0,2 1-8 0,1 0-5 0,0 1 3 15,2 0-9-15,2 0-11 0,0 1-9 0,1 1-4 0,2 0-32 16,1 0-16-16,1 0 0 0,1 1 0 0,0 0 0 0,1 0 0 0,1 2 0 16,0 0 0-16,-1 2 0 0,0 2 0 0,1-1 0 0,-1 1 0 0,-1 2 0 15,-1-1 0-15,0 2 0 0,0 0 0 0,-1-1 0 0,-1 2 0 16,-1 1 0-16,0-1 0 0,-1 2 0 0,-2 0 0 0,0-2 0 0,-1 2 0 16,-3-1 0-16,0 1 0 0,-1-1 0 0,-1 0 0 0,-1 1 0 15,-2 0 0-15,0-1 0 0,-2 0 0 0,0 0 0 0,-1-2 0 0,0 0 0 16,1-2 0-16,-1 0 0 0,1 0 0 0,1-1 0 0,0-1 0 0,2-1 0 15,0 0 0-15,1-2 0 0,0-1 0 0,1 0 0 0,1 0 0 16,1-1 0-16,0 1 0 0,2-2 0 0,0 0 0 0,0 0 0 0,0 0 0 16,0 0 0-16,0 0 0 0,0 0 0 0,1 1 0 0,-1-1 0 0,2 1 0 15,-1 0 0-15,0 1 0 0,0 0 0 0,-1 1 0 0,1 0 0 16,-1 0 0-16,0 1 0 0,1 1 0 0,-1-1 0 0,-1 1 0 0,1 2 0 16,-1 0 0-16,0 0 0 0,-1 2 0 0,-1 0 0 0,1 0 0 15,-2 0 0-15,0 1 0 0,0 0 0 0,-2 0 0 0,0 1 0 0,0-1 0 16,-1 0 0-16,-2-1 0 0,1 2 0 0,-2 0 0 0,0 0 0 0,-1 0 0 15,0-1 0-15,-1 0 0 0,1 2 0 0,-1-1 0 0,0 0 0 16,1 0 0-16,1 0 0 0,-1-2 0 0,1 1 0 0,0 0 0 0,1-2-28 16,-1 0-20-16,2-1-15 0,-1-1-8 0,3-1-12 0,-1-1-5 0,1-2-20 15,1 0-24-15,0-1-30 0,0-2-43 0,1-1-46 0,1-2-72 16,1-1-113-16,0-3-114 0,2-1-32 0,1-2 151 0,0-2-16 0</inkml:trace>
  <inkml:trace contextRef="#ctx0" brushRef="#br0" timeOffset="5366.99">28654 13497 1280 0,'3'5'480'16,"1"2"-218"-16,0 2-71 0,0-1-26 0,1 0-12 0,0 0-12 0,1 1-20 16,-1 1-25-16,0-1-18 0,1 1-18 0,0-2-8 0,1 1-3 0,-1 0 1 15,3-1-7-15,-2 1 1 0,2-2-2 0,-1 0-5 0,0-1-2 16,1-2-8-16,0 1 1 0,0-1-8 0,1 0 2 0,0-1-4 0,-1-1-1 15,2 0 0-15,-1-2-3 0,0 1-6 0,0-1 5 0,0 0 2 16,-2-2-4-16,1 0 8 0,-1-1-12 0,0 0 8 0,1-2-9 0,0 1 5 16,-1-1 1-16,0 0-14 0,-1-1 8 0,0-1-6 0,1 0-8 0,0-1 0 15,-1 0 1-15,0-1 1 0,-1 0 2 0,0 1 1 0,0-2-1 16,-2 2-4-16,2-1 7 0,-1 0 2 0,0 0 1 0,0 0-2 0,-2-1-2 16,1 0 2-16,-1 0 4 0,0 0-2 0,-1 1-2 0,-2 0 0 15,-1 0-2-15,-1 0 4 0,-1-2 0 0,-1 1-4 0,0-1 4 0,-1-1-6 16,-1 2 8-16,-1-2 0 0,-1 1 5 0,-2 0 2 0,-1 0-1 0,-3 2 1 15,-1-2-5-15,0 1 5 0,-2 2-22 0,1 1-6 0,0 1 6 16,3 3-3-16,0 1 20 0,2 2 0 0,0 3-1 0,1 1 14 0,0 2-2 16,2 2-2-16,-2 0-5 0,1 3-18 0,1 0-3 0,-1 1 1 0,2 2-1 15,-1 0-15-15,3 0-8 0,-1 0-24 0,1 0-31 0,1 0-37 16,0-2-55-16,2-1-86 0,0-3-142 0,2 1-229 0,-1-1-82 0,2-1-77 16</inkml:trace>
  <inkml:trace contextRef="#ctx0" brushRef="#br0" timeOffset="10484">16943 10750 1119 0,'-14'-11'56'0,"3"1"-39"0,-3-2 1 0,5 7-1 16,4 2-8-16,2 1 1 0,2 0-9 0,0 0-5 0,1 0 2 15,0-1-4-15,0 0-1 0,0-1-1 0,0-1 1 0,0-1 4 0,-1-1-1 16,0-1 4-16,1 0 1 0,-1 0 2 0,0-1-1 0,0 0 2 0,1-1-3 16,0 1 5-16,0-1 2 0,2 1 2 0,0 1 4 0,0-1-2 15,2 0-3-15,1 1-2 0,1 0 1 0,2 0-1 0,2 0-4 0,0 2-1 16,5-1 0-16,2-1-1 0,3 1 2 0,4-2 1 0,6 1-2 16,2-1-1-16,4 0 0 0,2 1 2 0,3-1-6 0,5 0 3 0,2 2-3 15,1-1-1-15,2 2 4 0,-1 0 2 0,1 1-2 0,2 2-4 0,-2 1 1 16,0 2-2-16,-1 1 3 0,-3 3 1 0,0 3 0 0,-4 1-1 15,-1 3-1-15,-2 3 3 0,-1 1-1 0,-4 2-1 0,-3 5 0 0,-4 0-3 16,-1 3 1-16,-5 4 0 0,-1 1 0 0,-2 3 0 0,-3 0-2 0,-3 3 2 16,-1 3 0-16,-3 2 2 0,-1 5 1 0,-3 2-1 0,-3 3-1 15,-3 1 1-15,-2 0-2 0,-3-2 2 0,-2-2-4 0,-1-2 4 0,-2-5 2 16,-1-3-1-16,-3-3-5 0,-2-5 0 0,-2-2 4 0,-3-4 8 16,-3-5 14-16,-2-2 4 0,-5-4 6 0,-1-2 0 0,-4-5 3 0,-2-1 8 15,-2-2-1-15,-2-3 0 0,-1-3-4 0,-1-2-4 0,-1-1-5 0,0-4-1 16,1 0-4-16,1-3-11 0,1-1 0 0,2 0-6 0,3-1 7 15,1-2 5-15,4-1-3 0,0 0 0 0,2-4-8 0,3 1-1 0,2 0-3 16,2-1 0-16,3 0 0 0,2 1-5 0,1 0 0 0,2 0-7 0,2 1-4 16,-2 1-10-16,1 1-21 0,1 3-20 0,2 2-28 0,-1 2-37 15,-1 4-42-15,0 3-42 0,-1 4-48 0,0 4 32 0,-1 4-141 16</inkml:trace>
  <inkml:trace contextRef="#ctx0" brushRef="#br0" timeOffset="12117.99">17167 11721 69 0,'0'-3'29'0,"-1"-1"-11"0,0 0-3 0,1 0-2 0,1 1-4 15,0 1-2-15,-1-1-1 0,1 0 0 0,0 0 0 0,0 1 1 0,0-1-3 16,0 0-1-16,-1 0 1 0,1 0 0 0,0 0 0 0,-1 1 0 0,1 0 0 16,-1 1-2-16,1-1-1 0,-1 0 1 0,0 0 0 0,1 1 0 15,-1-1 0-15,-1 1 1 0,1 0 2 0,0-1 0 0,-1 1 3 0,1 0 2 16,0 0-1-16,0 0 2 0,-1 0 0 0,1 1-2 0,0-1 2 0,0 0-1 16,0 0 1-16,-1 0 1 0,1 0 0 0,0-1 0 0,0 0 2 15,0 1 0-15,0-2 0 0,0 1 0 0,0-1-1 0,0 0 0 0,0 0-2 16,1 0 3-16,0 0 1 0,-1 0 3 0,1 0 1 0,0 0 1 0,0 0-2 15,-1 0 2-15,1 1-2 0,0-1-1 0,0 1-4 0,0 0-2 16,0 0 0-16,0 0-4 0,1 0 1 0,0 1 0 0,1 0-3 0,1-1 3 16,-1 0-3-16,2-1 1 0,1 0-2 0,0 0 1 0,2-1 2 15,-1 1-4-15,2-1 3 0,2-1 2 0,1 0-4 0,2 0 4 0,0-2 1 16,1 1-2-16,1 0 1 0,1 0-3 0,-1 1 2 0,2-1 0 16,-1 0-3-16,0 2 0 0,0-1 0 0,2 1-1 0,-1 0 5 0,-1 0-2 15,2 1-4-15,-2 0 1 0,1 0-2 0,-1 1 1 0,0 0 1 0,0 0-2 16,-3 0 2-16,1 1-6 0,-1 0 2 0,0 1 1 0,0 0-3 15,-2 1 3-15,2 1-2 0,-2 0 2 0,0 1 0 0,0-1 1 0,-4 2 0 16,2-1-1-16,-1 2 2 0,-1-1-1 0,0 0 1 0,0 1-3 0,-2 0 2 16,-1 2 0-16,-1 0 0 0,0-1-1 0,-1 1 0 0,-1 2-1 15,0-1 3-15,-2 2 1 0,0-1 0 0,-3 2-1 0,0 1-1 0,-1 0 2 16,-2 1-2-16,-2 0 1 0,-1 1 0 0,-2 0-1 0,-2 0-1 0,0-3 3 16,0-1-1-16,-2 1-1 0,2-2 0 0,-1 0-1 0,1-1 1 15,0-2 0-15,-1 0 2 0,1 0 0 0,1-2-1 0,1 1 0 0,0-1 2 16,-1-1-3-16,1 1 0 0,0 0-2 0,0 1 2 0,1-1-1 0,0-1 1 15,0 1 1-15,0-2-3 0,0 1 2 0,0 0 0 0,2-2-1 16,-1 0 2-16,0-1-1 0,1-1 1 0,-1 0 0 0,1-1 2 0,1 0-2 16,1-1-2-16,-1 0 1 0,1 1-2 0,0 0 1 0,0 1-1 15,1 0-2-15,0 0-6 0,0 0 0 0,1 1-9 0,0 1-7 0,0 0-14 16,2 1-30-16,0 0-36 0,0 0-23 0,1 1 3 0,1 0 21 0,2 2-114 16</inkml:trace>
  <inkml:trace contextRef="#ctx0" brushRef="#br0" timeOffset="13150.51">17179 12235 69 0,'-1'-6'25'0,"1"0"3"0,-1-1 3 16,1 1-3-16,1 2-7 0,0-1 0 0,1 2-7 0,0-1-2 0,2-1 0 16,1 1-2-16,0 0 1 0,2-1-1 0,1 0-3 0,0 1-1 15,1 0 0-15,3-1-2 0,1 0 1 0,2 0-1 0,-1-1 1 0,-1 0-1 16,1 0 0-16,0 0 3 0,1 0-2 0,0 0 7 0,0-1-1 0,0 1 4 15,0 0 3-15,-1 0-3 0,2 0 6 0,-1 2-5 0,1 0-1 16,-2 0 1-16,1 1-1 0,-1 0-1 0,0 0 0 0,0 2-4 0,-1 1-1 16,1 0-3-16,0 0-3 0,0 0 0 0,-2 1 0 0,2 1-1 15,0 0 3-15,-1 1-1 0,0 0-2 0,-1 0 2 0,1 0-3 0,1 0 1 16,-1 1 1-16,-1 0-3 0,2 2 3 0,-1 0-2 0,-1 1 0 0,0 0 1 16,-2 0 0-16,2 0-1 0,0 0 2 0,-1 0 0 0,1 0-3 15,-1 0 1-15,0-1-3 0,-1-1 3 0,1 0 1 0,1 0-1 0,-2 0 0 16,0 1 0-16,-2-1-1 0,1 1 2 0,-1 0 2 0,1 0-4 15,0 1 0-15,0 1 0 0,0 0-1 0,1 0 3 0,0-1 1 0,-1 2-4 16,1 0 3-16,-1 1-3 0,0-1 2 0,-1 1 1 0,2-2-2 0,-1 1 1 16,-1-1 0-16,-1 1-1 0,0-1 1 0,-2 1 3 0,-1 0-1 15,-1 0 1-15,-1 0 0 0,-1 1 0 0,-1 0 0 0,-1 0 1 0,-2 0 0 16,0 0-1-16,-2-1 2 0,-1 1-2 0,-1 0 0 0,-1 0 1 16,-1 0-1-16,-1-1-1 0,0-1 2 0,-1 0-3 0,-2 0 1 0,-1-1-2 15,-1 1 0-15,-1-1 0 0,0-1-3 0,-2 0 3 0,1 1-2 0,-2-3 0 16,0 0 2-16,-1 0-1 0,2-1 0 0,-1 0 0 0,0-1 1 15,2 0 0-15,-2-1 3 0,0-1-2 0,2 0 2 0,-1-1 0 0,1 0 2 16,1-1 1-16,2 0-1 0,-1 1 1 0,1 0-1 0,-1 0 0 0,3 1 2 16,-1-1 0-16,1 0-1 0,0 0 2 0,0-1-2 0,2 0 1 15,-1-1 0-15,1 0-1 0,0 0-2 0,1 0-1 0,-1-1 1 0,2-1-2 16,1 0 0-16,-1 0-1 0,1 0 1 0,0 0 0 0,1 0 0 0,0 0 3 16,-1 1-3-16,2-1 3 0,0 1 0 0,0 1 0 0,2-1 4 15,-1 0 0-15,0 1 3 0,1 0 5 0,0 1-2 0,1 0-1 0,0 1-1 16,1 0-3-16,-1 0 1 0,1 0-3 0,-1 0-3 0,1 0-2 0,1 1-3 15,-1 0 2-15,0 0-1 0,1 0 1 0,0 0 0 0,-1 0 1 16,1-1 0-16,0 1 1 0,-1 0-1 0,1-1 0 0,1 1-3 0,-1-1-1 16,0 1 2-16,0-1 2 0,1 0-1 0,-1 1-1 0,1-1-3 15,0 0 2-15,0 1-2 0,0-1 3 0,0 0-3 0,0 0 1 0,0 0-1 16,0 1-3-16,0 0 3 0,0 1-9 0,0 1 2 0,0 0-4 0,0 1-8 16,0 0-5-16,-1 2-11 0,1 0-17 0,0 2-42 0,-1 0-57 15,-1 2-15-15,1 2 14 0,0 0-118 0</inkml:trace>
  <inkml:trace contextRef="#ctx0" brushRef="#br0" timeOffset="13591.51">17044 12956 42 0,'-2'-3'26'15,"1"1"-1"-15,0-1-7 0,1 1-4 0,1 0-4 0,0 0-3 0,1 0-3 16,-1 0-1-16,0-1 0 0,2 2-3 0,0-1 1 0,-1 0-2 0,1-1 0 15,1 0 1-15,0 0 0 0,0-1-1 0,-1 2-1 0,0 0 2 0,-1-1-1 16,0 0 0-16,0 0 0 0,0 1-2 0,0 1 0 0,-1-1-4 16,0 1 1-16,-1 0-4 0,1 1 0 0,-1-1-4 0,0 2-20 0,1-1-5 15</inkml:trace>
  <inkml:trace contextRef="#ctx0" brushRef="#br0" timeOffset="13933.51">17091 12892 40 0,'-1'-2'26'0,"2"0"-7"0,-1-1-1 0,1 0 1 0,0 1-4 0,0-1-2 16,0 1-1-16,1 0-5 0,0-1 0 0,0 0-1 0,1 1-2 0,-1-2-1 15,0 1-1-15,1 0 0 0,0 1-1 0,1-1 1 0,-1 0-1 16,0 0 0-16,1 1 1 0,0-1 0 0,-1 1 0 0,2 1 0 0,-1 0 0 16,0 0 2-16,0 1 2 0,0-1 3 0,0 1 0 0,0-1 3 0,-1 1 4 15,2 0 3-15,1 0 3 0,2 0 2 0,1 0 2 0,2 0 2 16,2 1-3-16,1-1-2 0,2 1-6 0,1 0-6 0,0 0-1 0,-1 0-5 16,2 1 1-16,0-1-2 0,0 1-2 0,0-1 0 0,1-1-2 0,1 2 0 15,-1-1 0-15,2 0 2 0,-1 0-1 0,-1 0 0 0,1 0-2 16,-1 1 1-16,-2-1 4 0,2 1-2 0,-2 1 1 0,0 1-1 0,0 0-2 15,-1 1 2-15,-1 0-2 0,-3 1-1 0,0 1 0 0,0 2 1 16,-1 0 1-16,-1 1 0 0,-1 2-1 0,-2 1-2 0,0 0 3 0,-2 1 1 16,-1 0-1-16,-1 0 1 0,-2 1-1 0,-2 0 0 0,-1-1 3 0,-3-1 0 15,0 0 2-15,-3-1 0 0,-1-1 1 0,-1-2 1 0,-2 0-1 16,-1-2-1-16,-1 0 1 0,1-3-2 0,-3 0 3 0,0-3 2 16,-2 0-2-16,0-2 1 0,-3 0-2 0,-2-2-1 0,1-1 1 0,-2-1-1 0,1-1-1 15,-1 0-1-15,1-1-1 0,2 2 2 0,0-2-2 0,0-1-1 16,2 1-2-16,0 0-1 0,1 0 1 0,3 1 0 0,1 0-1 0,0 0-5 15,3 2-3-15,0-1-5 0,4 1-13 0,0 1-23 0,1 1-39 0,2 2-16 16,2 2 5-16,1 2-119 0</inkml:trace>
  <inkml:trace contextRef="#ctx0" brushRef="#br0" timeOffset="22017.64">22251 12473 5 0,'-1'-3'4'0,"2"0"-1"16,-1-1-2-16,1 0 0 0,-1 1-1 0,0 0-1 0,0 0 0 0,1 1-1 16,-1-1-2-16,0 0 0 0</inkml:trace>
  <inkml:trace contextRef="#ctx0" brushRef="#br0" timeOffset="23004.64">22247 12417 27 0,'-1'-2'23'0,"1"0"-2"0,1 1 4 0,-2-1-6 0,2 0-6 15,-2 0-5-15,0 0-3 0,0 0 1 0,0 1 2 0,0 0 1 16,1 0-1-16,-1 1-1 0,0-1 0 0,0 0-2 0,0 0-1 0,-1 0 0 16,1 0-1-16,0 0-1 0,0 0 3 0,0-1-1 0,-1 1 0 0,1-1-1 15,0 1-1-15,-1-1 3 0,0 0 3 0,1 0 2 0,-1-1 4 16,1 0-2-16,0-1 1 0,1 0 1 0,-1 2 0 0,1-2 1 0,0 1-1 16,0-1-1-16,0 0 0 0,1 1 0 0,-1-1-1 0,0 1 0 15,1 0-1-15,0 0 0 0,0 1 0 0,0 0-4 0,0-1-1 0,0 1 1 16,0-1-5-16,1 0 2 0,-1 1-1 0,2-1-1 0,-1 0 1 0,2 0-1 15,0-1 2-15,0 1 1 0,2-2 1 0,-1 1-1 0,1-2 3 16,2 1 2-16,0-1-1 0,1 0 2 0,-2 1 0 0,0-2 1 0,0 1 4 16,1 0 1-16,-1 1 1 0,0 0 2 0,1 0 1 0,-2 1 3 0,0-1-2 15,0 1 1-15,1 0 0 0,0 0-2 0,-1 1 0 0,0 0-1 16,0 1-6-16,0 0-2 0,0 1-4 0,1 0-2 0,-1 1 0 0,2 0-4 16,1 0 2-16,1 1 0 15,1-1 0-15,2 1 0 0,-2-1-2 0,2 0 2 0,1 0-3 0,0 1-1 0,2-1 2 0,-2 0 0 0,1 0-1 16,0-1-1-16,0 1-1 15,-2 0 0-15,0 0-2 0,0 0 2 0,-1 0 1 0,0 0 2 0,-1 0 0 0,0 1 0 0,-1-1 1 0,0 0-1 16,-1 1-1-16,0-1-1 0,-3 0 2 0,2 1 0 0,0-1 0 0,-1 1 2 16,1 0-4-16,-1 0 1 0,0 0 2 0,0 1-3 0,-1 0 3 0,0 0-3 15,0 0 0-15,0 0 3 0,-1 1-4 0,1-1 2 0,0 1-1 16,0 1-2-16,-1 0-1 0,0 1 1 0,0 0-1 0,-1 0 0 0,0 1 2 16,1 0-2-16,-1 2 2 0,-2 0-2 0,0 0 3 0,-1 0-2 15,0 0 0-15,0-1 3 0,-1 1-2 0,0-1 2 0,0 0-2 0,-1 0 2 16,1 1 0-16,-1-1 0 0,0 1-1 0,-1-1 0 0,1 2-2 15,-1-1 2-15,0 1-1 0,-1 0-2 0,-1 0 3 0,1 1-1 0,-1 0 1 16,0 0 2-16,-1 1-2 0,-1 1 0 0,1-2 0 0,-1 1-1 0,0-2 2 16,0 1 0-16,0-1-1 0,0-1 1 0,-1 0 1 0,1-1 0 0,-2 0-1 15,1-1 2-15,-1 0 0 0,0 0-2 0,0 1 3 0,0-1-1 16,1 1 0-16,1-1-4 0,-2-1 2 0,0-1-1 0,1 0-2 0,0 1 0 16,0-1-1-16,-1 0 0 0,0 2 3 0,0 1 1 0,-1-1-1 0,0 1 2 15,1-1-4-15,0 0 3 0,1-1 6 0,-1-1-2 0,1-1 1 16,2 0 0-16,-2 0-5 0,0 0-2 0,0-2 2 0,-1 1-1 15,2 0 0-15,-1-1 2 0,1 1 1 0,0 0 2 0,-1-1-1 0,1-1-2 16,-1 0-1-16,1 1 1 0,-1 0-1 0,0-1 3 0,0 1-1 0,0-1-2 16,0 1 0-16,0-1-1 0,-2 0 1 0,1 0-1 0,-1 0 2 0,0-1 1 15,1 0-1-15,-1-1-2 0,2 0 0 0,-1 0 0 0,-1-1 0 16,-1-1 3-16,1-1-1 0,-1 0-6 0,0-2 3 0,2 1-4 0,-1-1 5 16,0-1 7-16,0 0-2 0,1 0 3 0,1 1-2 0,0 0 0 0,1 0 8 15,-2 1 1-15,1-1 0 0,1 0 1 0,0 0-4 0,1 0 0 16,0 0 1-16,0 2-2 0,1 1-1 0,0-1-1 0,0 0 0 0,0 1 0 15,1 0-4-15,-1-1 0 0,1 1-2 0,-1 0 3 0,0 1-1 16,0-1-1-16,1 0 0 0,-1 1 0 0,1-1 0 0,0 1 2 0,0 1-6 16,0-1-1-16,1 2 3 0,-1 0-1 0,1 0 3 0,0 0 2 15,0 1-6-15,1-1-2 0,-1 1 1 0,1 0 1 0,0 0-1 0,0 1 0 16,1-1 0-16,-1 1 0 0,0-1 3 0,1 1 3 0,0-1-1 0,0-1 0 16,0 1 0-16,0-1 3 0,0 1 1 0,0-1-2 0,0-1 0 0,0 0-1 15,1 0-2-15,0 0 4 0,-1 0 2 0,1-1-4 0,-1 1 3 16,1-1-2-16,-1 1-2 0,0 0 4 0,1 0-4 0,0 0 2 0,-1 1-3 15,1-1 1-15,-1 1 1 0,0 1-1 0,0-1-3 0,0 1 1 0,0 0-2 16,0 0-2-16,0 0 1 0,1 1-5 0,-1-1 5 0,1 1-3 16,0 0 2-16,-2 1 2 0,1-1-2 0,0 0 3 0,0 0-2 0,0 0 1 15,0 0 2-15,0 0-2 0,1 0-1 0,-1 0 1 0,0 0 1 16,1-1-1-16,-1 0 0 0,0 0 0 0,1 0 0 0,-1 1 0 0,0-1 1 16,1 0-2-16,-1 0 0 0,0 0 0 0,0 0 1 0,1 1 0 15,-1-1 1-15,1 1-1 0,0-1 1 0,0 1-2 0,0 0 1 0,-1 0 1 16,1 0-2-16,-1-1 0 0,0 1 0 0,1 0 1 0,-1 1 0 0,0 0-4 15,0 0 3-15,-1-1 0 0,1 1 2 0,-1-1 3 0,1 0-4 0,0 0-1 16,-1-1-2-16,1 1 2 0,0-1 2 0,-1 1-2 0,0 1 0 16,0 0-2-16,0-1-1 0,1 1 4 0,-1 0-4 0,0-1-4 0,1 2-5 15,-1-1-6-15,1 1-10 0,-1 1-9 0,2 0-29 0,-1 1-40 16,1 0-22-16,-1 0-17 0,1 0 3 0,0-1 23 0,0 0 23 0,-1 1 25 16,-1-3 24-16,0 2 17 0,-1-1-20 0,0-2-85 0</inkml:trace>
  <inkml:trace contextRef="#ctx0" brushRef="#br0" timeOffset="26518.64">21926 11741 17 0,'-2'-13'10'0,"0"0"1"0,-1-1 2 0,1 3 3 0,0 0 1 0,0 2-3 15,1-1-2-15,0 0-1 0,1 1-5 0,0-1-2 0,1 2 1 0,0 0-3 16,1-1 1-16,1 1-1 0,0 1-1 0,0-1 0 0,1 1 1 16,1 0 1-16,0 0 0 0,0 0-1 0,1 0 1 0,0 0 0 0,-1 0 3 15,0 0 0-15,0 0 0 0,0 2 0 0,1-1-1 0,-2 0 1 0,2 0 2 16,-1 0-1-16,1 1 2 0,-1 0-2 0,0 1-2 0,1 0-1 16,0 0-1-16,1 1 0 0,2 0-1 0,0 0 2 0,3-1 0 0,4 0 1 15,3 0 2-15,2 1 1 0,4-1 1 0,1 0 2 0,1 0 2 16,3 0 1-16,2 1 1 0,1-1 1 0,2 1-2 0,-1 0 1 0,-1 1-1 15,1 0-3-15,0 0 0 0,-1 1 0 0,2 1 0 0,-4 1-3 0,2 1-4 16,-3 0 0-16,1 1-2 0,-2 1 2 0,0 0 2 0,-1 0-2 16,-1 1-2-16,-2 1 1 0,0 1-1 0,-2 0-1 0,1 2 2 0,1 1 1 15,0-1-2-15,0 1 3 0,-1 0-1 0,-2-1 1 0,0 1-3 0,-3 2 0 16,1-1 1-16,-1 1-1 0,0 0 1 0,-2 0-3 0,0 3 2 16,-1 0 1-16,-1 3-1 0,0-1 2 0,0 2-1 0,-2-1-1 0,0-1 1 15,-4 1-2-15,-1 0 1 0,-1 1 1 0,-2-2 2 0,-1 2 0 16,-2 0 1-16,0-2 2 0,-2 2-1 0,-2-2 1 0,-1-2-2 15,-1 0 1-15,0 0 2 0,-2-1 1 0,-2 0 0 16,-1-2-5-16,-1 0-1 0,-2 0-2 0,-1-1 4 0,-1 0 1 0,0-1 0 0,-2 0 5 0,-1 0-1 16,0-1 2-16,0 0 0 0,-1 0-6 0,-1-1 0 0,2-1-1 0,-2 0 1 15,-2 0-1-15,1 0 0 0,-1-1-3 0,-1 1-1 0,2-1 2 0,-2-1-2 16,1 0 2-16,1-2-1 0,-1 0 1 0,0-1-1 0,1 0 2 16,-3 1-4-16,0-1 2 0,0-1-2 15,-1 1 2-15,0-1 0 0,0 0 1 0,1-1 1 0,1 0-1 0,1 0 1 0,1-1-2 0,3 0-1 16,1 0 2-16,3-1-1 0,1 0-1 0,1 1 4 0,3-1 0 0,0 0-1 15,0-1 2-15,1 1-2 0,0-1 0 0,1 0 4 0,0 0-3 0,0 0-1 16,1-1 2-16,1 1-2 0,0-1 3 0,-1 1 2 0,1 0-1 0,0-1-1 16,0 1-1-16,1 0-2 0,0 1 2 0,0 0-1 0,0 0-2 15,0 0-2-15,1 0-1 0,-1 1 0 0,1 0 1 0,1 0 0 0,0 1-1 16,0-1 1-16,0 1 1 0,0 0 2 0,0 0 1 0,0-1 1 16,1 1 4-16,-1-1 1 0,1 0 4 0,-1-1-1 15,0 1 1-15,1 0 5 0,0-1-2 0,1-1-2 0,0 1-2 0,-1-1-4 0,1 1 0 0,0-1-1 16,0 1 0-16,1 0-4 0,-1-1 0 0,0 1-2 0,0 0-1 15,0 1-2-15,0 1-6 0,0-1 0 0,0 1 2 0,-1 0-1 0,0-1 6 16,0 1-4-16,0 0 0 0,0-1 1 0,1 1-2 0,-1 0 2 0,0 1-3 16,-1-1 0-16,1 1 0 0,-1 0 0 0,1-1 2 0,-1 1 6 15,-1 0 0-15,0 0-1 0,0 0-1 0,0 1-5 0,0-1-1 0,-1 2-2 16,1-1-3-16,-1 1-1 0,1 0-9 0,-1 1-2 0,-1 0-13 16,-1-1-9-16,0 3-20 0,0 0-43 0,0 2-42 0,0 2-8 0,-1 1 11 15,-1 3 33-15,-3 0-112 0</inkml:trace>
  <inkml:trace contextRef="#ctx0" brushRef="#br0" timeOffset="27885.64">17094 13559 21 0,'-7'-3'23'0,"0"0"-3"0,-1-2 1 0,0 1-5 0,2-1-2 0,0 0 0 15,0-1-2-15,2 1-3 0,-1-1-2 0,0 0 0 16,0 1-1-16,0 0 2 0,1 0 1 0,0 0 0 0,0 0 5 0,1 0-1 0,0 0 1 16,1-1 1-16,1 1-3 0,-1 1 1 0,1 0 0 0,1-1-2 0,0 2 0 15,1-1-2-15,1 0-2 0,0 1-1 0,1 0 1 0,0 0-4 16,2 0-1-16,1 0 1 0,2 1-3 0,1 0 4 0,0-1 0 0,2 0 0 15,2 0 0-15,2-1-1 0,1 0 3 0,0 1-3 0,2 1 2 0,-1-1-3 16,1 0-1-16,2 0 3 0,0 0-1 0,2 0-2 0,0 1 1 16,1 1-2-16,-2-1 0 0,0 2 1 0,-1 0 0 0,-2 0 0 0,2 0-1 15,-1 1 0-15,-1 1 1 0,1 0-1 0,0 0 0 0,-1 1-1 16,-1 1 2-16,1 0 0 0,0 0 0 0,0 2 0 0,0 0-1 0,-1 0-1 16,1 0 3-16,-1 1-3 0,0 2 3 0,0 0 0 0,-1 2-3 0,1-1 4 15,-1 3 1-15,1 2-1 0,0 1 2 0,-1 0-2 0,1 2 0 16,-3 1 1-16,0-1-1 0,0 2-1 0,1 0 2 0,0 0 0 0,-2 1 0 15,1 0 0-15,0-1-1 0,-1-1-2 0,-2 1 0 0,-2-3 0 0,-1-2 1 16,-1 0-2-16,-3 0 2 0,0 0-2 0,-3-3-2 0,-3 0 2 16,0-1 2-16,-3-3 2 0,-1 1 4 0,-3-1-1 0,-1-2 1 0,-3 2-1 15,-2-1 1-15,-1 0 1 0,-1-2 0 0,-2-1 3 0,-2-1-2 16,1-1 0-16,-3 0-2 0,-2-1 1 0,1 0 1 0,-2-1 1 0,0 0-1 16,0 0 3-16,0-1-3 0,0 0 2 0,0-2 0 0,1 0 0 0,0-2 0 15,-1 0-3-15,2 0-1 0,0-1 1 0,0 0-3 0,0 1 1 16,0-1-3-16,0 1 0 0,-1 1-2 0,0 0 0 0,0 2 0 0,1 0-1 15,3 0 1-15,1 1 0 0,3 0 0 0,2 0 0 0,1 1-2 0,1 0-1 16,1 1 0-16,1 0-1 0,3-1 1 0,0 1-3 0,0 0-2 16,2 0-1-16,1 2-2 0,0-1-3 0,2 1-2 0,1 1 0 0,0 0-5 15,2 1-2-15,2-1-1 0,1 1-3 0,3 0-3 0,3 0-5 16,2 0-3-16,4 1-11 0,1-1-6 0,4 0 1 0,3 2 4 16,3 1 13-16,5 0 10 0,3 3 3 0,3 2-19 0,5 0-99 0</inkml:trace>
  <inkml:trace contextRef="#ctx0" brushRef="#br0" timeOffset="28805.26">22156 13731 133 0,'1'-14'24'0,"2"0"-1"0,1-4 2 15,0 4 3-15,-1 3-5 0,1 0-3 0,0 1-4 0,1 0-2 16,-1 0-1-16,1 0-2 0,-1 1-1 0,1 0-2 0,0 2 1 0,-1-1 0 16,1 1-1-16,-1 1 0 0,-1 0-1 0,1 0-2 0,0 1 2 0,1-1-3 15,0 1-1-15,0 0 1 0,0 1-4 0,1 1 1 0,-1-1-1 16,2 0 1-16,-1 0-1 0,1 1 0 0,1-1 0 0,-1 2 1 0,2-1 1 15,-2-1-2-15,1 1 3 0,1-1 2 0,0 0 0 0,0 0 0 0,1-1 3 16,1 0 0-16,0 0 2 0,0 0 2 0,0 0 0 0,0 0 1 16,1-1 1-16,2 1-1 0,0-1-1 0,0 1-4 0,-1 1 0 0,0 0 0 15,1 1-1-15,0-1 1 0,-1 1 1 0,2 1-2 0,-1-1-1 16,0 0-2-16,1 2 1 0,-1-1 2 0,1 1-3 0,0 0 0 0,1 2-3 16,-2-1 0-16,2 2 2 0,0-1-3 0,-1 0 2 0,-1 0-2 0,2 2-2 15,0 0 4-15,-1 0 0 0,0 0-1 0,-1 0 0 0,1 1-2 16,-2 1 0-16,0 0 3 0,1 2 0 0,0 0-1 0,1 1-1 0,-2 2 1 15,2 1 2-15,-1 2-2 0,-2 2-1 0,0 2 1 0,-2 1 1 0,1 2 2 16,0 1 0-16,-2 0 0 0,1 1-1 0,-2 1-2 0,-1 0 3 16,-2 3-5-16,0 1 0 0,0 1-1 0,-2 0-2 0,0 1 4 0,0-2-6 15,-2 1 1-15,1-1 4 0,-2-2 0 0,0 1 4 0,0-3-1 16,-1-1-2-16,1-1 0 0,-1-2 0 0,0-1 1 0,-1-1 1 0,-1-2 1 16,0 0 2-16,-2 0 0 0,1-2 3 0,0-2 1 0,0-1 3 0,-1-1-1 15,-1 2 0-15,-1-1 1 0,1-1 0 0,-1 0 2 0,-1 0 1 16,-1-2 0-16,0 1 0 0,0-1-1 0,-2 0 0 0,-2 0-1 0,1-1-1 15,-2-1-2-15,1 1 0 0,0-2 0 0,-2 0-2 0,0-3 3 0,2 1-1 16,-2-1 0-16,1-1 4 0,-1-1-4 0,1 0 4 0,-3-1-2 16,-1-2 3-16,-1-1 1 0,1-2 1 0,-1-1 2 0,1-1 0 0,-1-1 3 15,0-2 0-15,0-2 0 0,1-2-5 0,0-1-1 0,-1 0 0 16,0 1-2-16,2-1 0 0,-1-1 1 0,2 2-2 0,0-1 2 0,0-1 0 16,-1 0-1-16,2 2 4 0,2 0-7 0,0 2 3 0,3 1-5 0,-1 3-1 15,1 0-1-15,1 1-8 0,0 1-4 0,-1 2-14 0,1 2-2 16,0 1-3-16,0 1-6 0,0 1-4 0,0 1-16 0,-2 0-19 0,-1 2-36 15,0 1-52-15,-1 2-34 0,-2 2 3 0,-1 3 35 0,-1 2-95 0</inkml:trace>
  <inkml:trace contextRef="#ctx0" brushRef="#br0" timeOffset="30834.26">17223 14914 307 0,'-11'-4'65'0,"-1"-1"18"0,-1 0 9 0,1 0-6 0,4 3-14 0,-1 0-7 0,0 0-15 16,2 1-5-16,0 0-3 0,0 1-9 0,0 1-3 0,1 1-6 0,0 0-7 16,1 1-4-16,-2 2-2 0,0 0-7 0,0 2-2 0,-2 1 4 15,-1 1-2-15,1 0 4 0,0 3-4 0,0 1-1 0,0 1 2 0,-2 1 1 16,0 2 5-16,0 0-1 0,0 0 0 0,-3 0 4 0,0 1-2 0,0 0 2 16,-2-1-3-16,3-1 0 15,0 0-2-15,0 0 0 0,0-2 2 0,1 1-5 0,0 0-1 0,1-1 0 0,0-1-1 0,1-1-1 0,0 1 1 16,3-2-5-16,-1 0-1 0,0-2 1 0,1-2 1 0,1 1 0 15,0-1-6-15,1-1 0 0,1-1-6 0,-1-1-7 0,2-1-7 0,-1 0-21 16,2-1-28-16,-1-1-37 0,2 0-25 0,0-1-16 0,0-1-2 0,0-2 25 16,1-1 33-16,0-2 8 0,0-2-58 0</inkml:trace>
  <inkml:trace contextRef="#ctx0" brushRef="#br0" timeOffset="31085.25">16767 14995 149 0,'-5'-9'46'0,"0"-1"17"0,0-3 7 0,1 3-3 0,2 2-11 15,0 1-5-15,2 1-8 0,0 2-3 0,1 0-6 0,1 1-5 0,0 1-2 16,0 1-5-16,2-1 1 0,1 2 3 0,1 1 0 0,1 0 5 0,1 2 3 16,0 0-1-16,1 1-4 0,0 0 2 0,2 2-3 0,0 2-3 15,2 1 0-15,0 2-2 0,1-1-4 0,2 3-1 0,2 0-1 0,0 1-7 16,1 0-1-16,1-1 0 0,1-1-4 0,-1 1 2 0,2 0 1 0,1 0-4 16,0-1 0-16,1-2-1 0,-2 0-2 0,0-2 4 0,-2 0 5 15,-1-3 2-15,1 0 7 0,-2-2 13 0,-1 0 10 0,0-2 8 16,-2 0 4-16,-1 0 0 0,-2-2-6 0,-1 0-7 0,-1-1-3 0,-1 0-11 15,0 0-7-15,-1 0-8 0,-2 1-6 0,0 0-5 0,-1-1-5 0,0 1-3 16,0 1-16-16,0 1-5 0,-1 1-20 0,0-1-24 0,0 2-57 0,-1 0-63 16,-1-1-32-16,-1 3-14 0,0-2 38 0,0 2 54 0,-1-1 23 15,-1 0-45-15</inkml:trace>
  <inkml:trace contextRef="#ctx0" brushRef="#br0" timeOffset="31418.25">17492 14969 1273 0,'-10'-8'58'0,"1"1"90"0,0 0-32 0,4 4-34 0,3 3-48 0,2 1-19 16,0 2-11-16,2 1-5 0,1 1 5 0,1 3-3 0,2 1-1 0,-2 3 1 16,2-2-2-16,-1 3 0 0,0 1 2 0,-1 0 1 0,0 1-2 15,0 1-5-15,-1-1 0 0,1 1-4 0,-2-2-1 0,0 0-2 0,-1-1 0 16,0 0 4-16,-1-2 6 0,0-1 6 0,-1-2 1 0,-1-1-2 15,0-1-3-15,0-1 0 0,0 0 6 0,0-2 6 0,0 0-1 0,0-1 5 16,2-1 0-16,-1 0 5 0,1-1 6 0,0 0 4 0,1 1 2 0,0-1 8 16,0 0 7-16,1 0 1 0,1-1 4 0,2 0-7 0,1 0-5 15,1-1-5-15,2-1 0 0,2 0-7 0,1-1-4 0,3-1-2 0,1 2-14 16,1 0-3-16,2-1-2 0,0 0-7 0,0-1 6 0,1 1 2 0,3 1-5 16,-1-1 4-16,1 1-1 0,1-1-6 0,0 2-3 0,4-1-7 15,-1 1-7-15,1 1-10 0,0 1-8 0,0 0-19 0,0 0-15 0,3 2-30 16,-1 1-69-16,3 0-104 0,1 1-92 0,2 1-48 0,2 0 75 0,1 1-15 15</inkml:trace>
  <inkml:trace contextRef="#ctx0" brushRef="#br0" timeOffset="31919.25">18919 15011 1142 0,'-15'-19'325'0,"1"2"-198"0,-1-2 35 0,8 8-35 0,3 4-48 15,4 3-36-15,2 1-29 0,3 2-7 0,4-1-9 0,4 0 0 16,6 0 1-16,5 1-3 0,3-1 5 0,4 1-7 0,1 0 5 0,4-2 0 15,3 1-4-15,2-1 3 0,1-1-3 0,3 0 3 0,-1 0 0 16,0 0 2-16,2-2 0 0,-3 0 3 0,-1 0 1 0,-1-1 2 0,0 1 8 16,-1-2-2-16,-2 1 8 0,0-1 6 0,-2 0 11 0,1 0 8 15,-2 0 15-15,0 0 4 0,-3 2-7 0,-1 0 4 0,-1 1-15 0,-1 1-4 16,0 0-6-16,-1 1-17 0,-1 2 0 0,-1 0-11 0,-2 1-5 0,0 2 3 16,0 1-12-16,-2 1 1 0,0 1-9 0,0 0-18 0,-1 2-8 15,1 0-29-15,0 1-31 0,-2 2-46 0,0-2-62 0,-4 1-64 0,0-2-56 16,0 1-16-16,-2-2 17 0,-1 0 79 0,0-2 60 0,-1-1-39 0</inkml:trace>
  <inkml:trace contextRef="#ctx0" brushRef="#br0" timeOffset="32202.25">20310 14597 882 0,'-12'-13'94'0,"2"0"69"0,-1-1 2 0,3 3-19 0,3 5-44 15,2 1-37-15,2 2-29 0,1 2-23 0,3 3-13 0,1 0-3 16,3 2 2-16,2 1 2 0,5 1 0 0,4 1 3 0,3 1-3 0,3 2 1 15,4 1-1-15,0 0-1 0,3-1 3 0,0 0-1 16,2 1 2-16,2-1-5 0,1 1 1 0,2 0 1 0,0-1 0 0,1-1 8 0,-2-1 3 16,-1-1-3-16,-1 0 0 0,-1 0-3 0,-1-1 9 0,-3-1 4 15,-1 0 8-15,-3 0 2 0,0-2 3 0,-2 0 4 0,-3-1 0 0,-1 1-2 16,-4 1-6-16,-3-2-6 0,-1 1-2 0,-3 1 3 0,-2-1-4 0,-2 1 1 16,-3 0-1-16,0 1 1 0,-3 0 0 0,-2 2-2 0,-2 1-4 15,-3 2-2-15,-4 0-5 0,-3 2 1 0,-3 1 0 0,-4 0-6 0,1 0-1 16,-2 0-2-16,1 1-6 0,3 0-5 0,0 1-7 0,2-1-17 0,2-1-9 15,0 2-20-15,0 1-27 0,1 0-19 0,1 0-27 0,2 0-5 16,3-2-10-16,0 1-9 0,1-2-15 0,2 2-17 0,1-1-8 0,3 1 13 16,0-2 44-16,1 2-88 0</inkml:trace>
  <inkml:trace contextRef="#ctx0" brushRef="#br0" timeOffset="32736.25">22270 14745 1860 0,'-4'-20'83'0,"0"1"51"15,0-1-27-15,1 8-20 0,2 5-34 0,1 2-31 0,-1 2-20 16,1 2-20-16,-1 2-8 0,0 0-8 0,-1 3-3 0,0 1 9 0,-1 2 6 15,-1 3 3-15,-2 2 3 0,-1 4 3 0,-2 0-5 0,-3 2 6 0,0 1 2 16,-1 2-5-16,0-1 10 0,-1 0-3 0,-2 1 1 0,0-2-1 16,1-2 1-16,0 0 1 0,-1 0 5 0,1-2 2 0,0 1 0 0,0 0 2 15,0-1-3-15,0-2 2 0,3 0-5 0,2-2 4 0,0-1-2 16,2 0 1-16,-1-1 7 0,2-2-4 0,0 1 5 0,2-2-3 0,1 1-1 16,2-3 6-16,1 0-7 0,1 0 5 0,0-2-1 0,2 1 5 0,1-1-2 15,2 0 3-15,2 1 4 0,3-2-1 0,2 0 8 0,2-1 0 16,3 0-3-16,2-1-6 0,3 0-3 0,0-2-3 0,2 1 0 0,0 0-5 15,1-1-1-15,1 0 2 0,-1 1-5 0,0-1 7 0,-2 0 2 0,3 1-1 16,-2-1 4-16,-2 0 3 0,0-1-3 0,-2 1 5 0,-2 0-4 16,-1 0 6-16,-1 1 2 0,-1 1-1 0,-3-1 8 0,0 2-6 0,-1 0 0 15,-2 0-2-15,-2 2-6 0,0 0-1 0,-3 0-3 0,0 2-7 16,-1 0 1-16,-2 1-7 0,1 2 2 0,-2 1-1 0,-1 1-1 0,-1 1-2 16,-2 0-6-16,1 1 3 0,-3 0 0 0,-1 1 2 0,-1-2 15 15,0 1-2-15,0-1 2 0,-1 1-2 0,1 0-11 0,1 0 6 0,-2-1-4 16,-1 0 4-16,-1-2 3 0,-1 2-2 0,0 0-6 0,1 0 6 0,-1-1-8 15,-1 0 7-15,0-3 1 0,-1 1-6 0,1-1 4 0,-1 0-4 0,1-1 3 16,1 0 2-16,1-1-4 0,0-1-4 0,1 0 0 0,-1 0-6 16,0-1-3-16,2 0-4 0,-1-2-18 0,2 0-10 0,-1-1-26 0,0 0-26 15,0-1-36-15,-1 0-52 0,-1-2-45 0,2 0-53 0,-2 1-24 0,-1-1-2 16,1-1 36-16,-1-1 76 0,-1-2-76 0</inkml:trace>
  <inkml:trace contextRef="#ctx0" brushRef="#br0" timeOffset="33005.26">22223 14636 1086 0,'5'-22'219'0,"1"0"-37"16,4-3 4-16,0 7-22 0,1 5-40 0,2 2-37 0,0 1-26 0,2 4-12 15,-1 1-7-15,1 3-3 0,-1 1-8 0,0 2-4 0,2 2-8 0,-1 2-1 16,1 1-6-16,0 3-4 0,1 1 1 0,2 2-3 0,-3 1-3 16,1-1 3-16,0 4-6 0,-1-2-4 0,-1 0-1 0,1 0-1 0,-2-1-2 15,0 0 13-15,-3-3 6 0,0-1-11 0,-1-2 6 0,-1-2-12 0,0 1 6 16,0 0 6-16,-2-3-5 0,-1 1 2 0,1-2-1 0,0-1-4 15,0-1 11-15,-1-1 2 0,1-1-5 0,-1-1 5 0,1-1 0 0,1-2-2 16,-2 0 3-16,2 1-1 0,0-2-5 0,-1 0-1 0,0-1-3 16,-1 0-1-16,-1-1 2 0,0 1 0 0,-1-1 1 0,0 1-3 0,-1 0-4 15,-1 0 1-15,0 2-2 0,-1-1-2 0,0 1-5 0,0 1-8 0,-1 0-18 16,1 2-27-16,-1 1-42 0,0 1-43 0,0 0-56 0,-1 2-55 16,0 1-55-16,-1 3-28 0,-1 3 20 0,-1 3 82 0,-4 3-91 0</inkml:trace>
  <inkml:trace contextRef="#ctx0" brushRef="#br0" timeOffset="48718.78">25234 9471 2683 0,'41'-4'-8'0,"16"-2"-5"0,17-3-3 0,20-3-3 0,-20 0 6 0,2-2 11 0,4-2 2 0,3 0 2 0,1 0 6 0,3-1-8 15,2 0 8-15,6 0 0 0,2 1 8 0,5-1 3 0,6 0-2 0,2 1-4 16,5-2-10-16,3 0 0 0,4 0-3 0,3 3 0 0,4-1-2 16,4 3-6-16,2 0 3 0,2 3-6 0,4 2 0 0,2 1-2 0,0 1-2 15,3 1 1-15,1 1 1 0,-1 1 7 0,2 1-2 0,-1 1 6 0,2-1 2 16,1 1-1-16,-1-2 1 0,2 0 0 0,-3 0 0 0,0-1-4 15,-2-1-4-15,-2 0 0 0,-1-2-3 0,-4-3-12 0,-3-1-21 0,-4-4-38 16,-6-2-55-16,-5-5-70 0,-6-6-106 0,-3-3-128 0,-6-9-41 0,-2-4-154 16</inkml:trace>
  <inkml:trace contextRef="#ctx0" brushRef="#br0" timeOffset="50002.78">23725 2950 1689 0,'-10'11'15'16,"2"4"-5"-16,-1 8-2 0,4 4 0 0,4 2-4 0,0 0 2 0,2 1 1 15,1 0-2-15,4 0-9 0,4 0 0 0,2 0 0 0,3 0 0 0,2-2 7 16,3 0-2-16,2-3 6 0,2 0-4 0,2-3 3 0,1-1-3 16,0-2-3-16,3-3 4 0,-3-5 1 0,1-4 17 0,-3-3 10 15,0-4 12-15,-2-3 10 0,-1-1-3 0,2-4 6 0,-3-2 1 0,-1-4 1 0,-2-3 1 16,-2-4-4-16,-2-2-7 0,-1-4-5 0,0 0-6 0,-2-3-10 16,-2 3 4-16,-2-1-4 0,0 1-6 0,-1 0 1 0,-2-1-12 0,0 0-5 15,-1-1 4-15,-2 2-2 0,-1-2-2 0,-1 0 5 0,-2-1-8 16,-1-1 5-16,-2-1-4 0,-2 0-3 0,0-1 6 0,-4 3 1 0,-1-1-5 15,-1 3 0-15,-3 0-1 0,0 3-4 0,-5 0 4 0,-1 3 1 0,-1 4-3 16,-3 3 3-16,1 4-3 0,-1 5 2 0,0 5-2 0,-2 5-2 16,2 4 2-16,-1 5-2 0,0 5 4 0,3 1 0 0,-1 5-4 0,2 2 0 15,1 3-4-15,0 4 3 0,4 4 1 0,1 3-3 0,3 3-6 16,1 1-16-16,5-2-39 0,1-3-63 0,5-1-84 0,4-5-87 0,5-2-64 16,3-6-37-16,3-4-316 0</inkml:trace>
  <inkml:trace contextRef="#ctx0" brushRef="#br0" timeOffset="50222.78">24349 1847 971 0,'-11'9'692'15,"1"1"-677"-15,-2 6-10 0,-1 6-2 0,-2 5 5 0,-4 10-7 0,-9 34 11 16,5-4 2-16,7-8-2 0,7-16 6 0,1 2-2 0,2 1-3 15,1 1-4-15,1-2-2 0,3-1-2 0,1 1-5 16,3 0 1-16,4-1-1 0,0-3-2 0,4-1 3 0,3-2-2 0,1 1 3 0,1 0-2 16,1-2-10-16,2-1-29 0,1-1-41 0,0-3-46 0,1 0-50 0,0-2-25 15,-2-3-18-15,1-1 9 0,-1-2 25 0,-1-2-202 0</inkml:trace>
  <inkml:trace contextRef="#ctx0" brushRef="#br0" timeOffset="51124.78">24633 2998 969 0,'0'-6'210'16,"0"2"-143"-16,0 0-12 0,1 4-16 0,2-1-2 0,-1 2 3 16,2-1 10-16,0 0 0 0,1 1-3 0,1-1-7 0,1 0-5 0,-1 0-1 15,3-1 1-15,0 0 0 16,0-1 0-16,2 1 4 0,0-2-6 0,-1 0-3 0,2-1-4 0,1-1-11 0,-1 1 1 0,1-3-5 0,-1-1-2 16,0-2 2-16,0-2-4 0,0-1 1 0,-1-2 2 0,0-1-3 0,-3-1 1 15,0 0 2-15,-1 0 0 0,-2 0 5 0,-1 0 2 0,-1 0 0 0,-2 1-1 16,-1 1 0-16,-1 0 3 0,-1 3 2 0,-1 2 8 0,-2 1 5 15,0 2 4-15,-1 4 0 0,0 1-5 0,0 3-8 0,-1 3-8 0,0 1-3 16,-2 2-5-16,1 3 1 0,-1 1-5 0,-1 4-2 0,1 2-1 16,1 2-4-16,-1 3 5 0,1 1-3 0,2 0 3 0,1 2-3 0,1 1-1 15,2-2-1-15,1 0 1 0,3-3 1 0,0-1 0 0,3-2 3 0,2 0-2 16,1-4-1-16,2 0-1 0,0-1-5 0,0-1 4 0,2-1-1 16,1-1 1-16,-1-3 2 0,0-1-3 0,1-2-3 0,0-1 2 0,-1-3-1 15,0-2 1-15,-1-2 4 0,1-2 0 0,0-2 0 0,0-2 1 0,1-1 1 16,-1-2-1-16,0 0 1 0,1-2-1 0,-1 2 1 0,0-3-1 15,-1 0 1-15,-1-1-1 0,1 2-1 0,-2 0 3 0,0 1-1 0,-1 1-2 16,0 3 1-16,-2 3-2 0,0 1-2 0,0 3 1 0,-1 0-1 16,-1 3 3-16,0 0 0 0,0 2 2 0,-1 2-1 0,1 1-2 15,-1 1 4-15,0 2-6 0,1 1 4 0,1 1-1 0,0-2-3 0,0 0 3 16,2-1 0-16,0-1 0 0,1-3 0 0,2 0 3 0,-1-1-1 0,1-2-1 16,0-1-1-16,2-2 3 0,0 0-1 0,0-4 1 0,0-1 3 0,-2-2-1 15,0-2-2-15,1-2 1 0,0 0 0 0,0-2-3 0,-2 0 4 0,0 0-2 16,-3 3 0-16,1-2 3 0,-3 1-1 0,0 0-5 0,-1 0 3 15,-3 0 3-15,0-2-3 0,-2 1 2 0,-1 0 1 0,-1 3-6 0,0 0 12 16,0 3 1-16,-1 1-2 0,0 3 1 0,-1 1-6 0,-1 3 2 16,0 2 0-16,-1 3 0 0,-1 1-6 0,0 3-1 0,1 1-2 0,1 2 1 15,-1 2 1-15,1 3-4 0,0 3 5 0,1 1-6 0,2 0 3 0,2 3 2 16,0 0-2-16,2 1 1 0,2 4 1 0,0-2-4 0,2 3-3 16,1-2 1-16,0 1 1 0,2-2 2 0,1 2 0 0,0-1 2 0,0 1-6 15,2 1 1-15,1-1 2 0,1 1-4 0,-1 0-3 0,0 2-1 0,0-1 4 16,-1 0-1-16,0-5 9 0,-1-4-1 0,-2-4 5 0,0-4-2 15,-3 0-3-15,-4-1 3 0,0-1-6 0,-4-1 6 0,-1 1 3 0,-1-2-4 16,-3 0-4-16,-1-2 6 0,0-1-4 0,-2-2 3 0,0-3 3 16,-2 0-6-16,1-3-2 0,-1-3 5 0,2-1-6 0,0-3 5 0,1-3-2 15,2 0-2-15,1-4-2 0,3-2 1 0,1-1-4 0,3-3 3 0,3-2 2 16,2 1-1-16,2-3 1 0,4 2 6 0,1-1 0 0,3-1 6 0,1 2-6 16,3-3-1-16,1 2-1 0,1 0-2 0,2 1 1 0,0 3 1 15,-1 1 0-15,0 3-2 0,0 3-4 0,-3 1 3 0,1 3 2 0,-1 2 3 16,-1 2-3-16,0 2 2 0,0 3-4 0,0 1-1 0,-2 3-1 15,1 1 1-15,0 2-1 0,-2 2 0 0,0 2 3 0,-1 1 0 0,0 0 2 16,0 2-2-16,-2 1 4 0,-1 1-5 0,1-1-1 0,-1 0 5 0,1 0-4 16,0 0-1-16,0-1 5 0,-3 0-6 0,1 0 0 0,0-1 5 15,-2 0-2-15,0-1 0 0,-2-3 4 0,-1-1-11 0,-2 0 7 0,-1-3-3 16,0-1-1-16,-1 0 15 0,-1-1-1 0,-1-1 2 0,0-1-2 0,-2-1-1 16,-1-1 5-16,1-3 4 0,-2-2 1 0,0-3-5 0,0-1-4 15,-1-2 2-15,-1-2-5 0,2-3-1 0,-1-1 1 0,0-2-6 0,1-2 2 16,1-1 5-16,0-2 0 0,2-2 1 0,1-3-3 0,0-2-1 15,3-2-4-15,0 1 3 0,2 0 2 0,1 4-1 0,1 5-2 0,2 5 2 16,0 5-5-16,1 3 0 0,-1 3 0 0,1 2-3 0,1 2 1 16,-1 3-1-16,1 2 0 0,0 1 3 0,0 2-2 0,-1 1 1 0,2 1 2 15,1 1-4-15,0 1-2 0,1 1 3 0,0-1-14 0,-2 3-24 0,1-3-38 16,0 2-62-16,1 0-58 0,0 0-52 0,-1-1-33 0,2 1-23 16,1-1 3-16,-1-1 31 0,1 1-124 0,0 0 77 0</inkml:trace>
  <inkml:trace contextRef="#ctx0" brushRef="#br0" timeOffset="51623.78">26028 2900 1382 0,'-6'0'61'0,"1"0"-36"0,0 0-4 0,3 1 4 0,2-1 14 16,1 1 12-16,3-2-1 0,1 1 0 0,2-1-4 0,0 1-11 0,1-1 8 16,2-1-7-16,0 1-4 0,-1-1 0 0,3-1-9 0,1 0-1 0,0-1-1 15,-1 0-4-15,0-1 1 0,0 0-4 0,-1-2 2 0,1 1 4 16,-1-1-2-16,-1 1 1 0,-1-1-3 0,-1-1-3 0,0-1 0 15,-2 1 1-15,-1-2-2 0,-1 1-2 0,-1 1-1 0,0 1-1 0,-2 1-3 16,0 1 3-16,-2 0-1 0,0 0 1 0,-2 1-4 0,0 1 0 0,-1 0 1 16,-1 2-2-16,-1 1 1 0,-1 1 2 0,0 1-1 0,0 2-2 0,-2 1 1 15,1 1-1-15,-1 1-1 0,1 0-2 0,-1 4-2 0,1 0 2 16,0 2 0-16,0 2 2 0,1-1-4 0,-1 2 4 0,2 0-5 16,-1 2 0-16,2-2 4 0,0 0-2 0,2-1 1 0,2-1 1 0,0-2-5 15,2 1 4-15,2-1-2 0,2-1 2 0,2-1 3 0,2 0-4 0,2-3 2 16,2 0-2-16,2 0-2 0,2-3 3 0,3-1 1 0,1-2 1 0,3-1 7 15,1-2 0-15,0 0 9 0,2-2 10 0,0-2 1 0,1 0 11 16,-2-2 0-16,1 2 2 0,-2-2-3 0,1-1-5 0,0 0-3 0,-2 0-9 16,0 0-3-16,-2-1-4 0,0 2-9 0,1-2 2 0,-2 0 0 15,2 0-5-15,-2-3 4 0,-3 1-4 0,0-1 0 0,-1-1 4 0,-2 0-4 16,-2 0 0-16,1 0-1 0,-3 0 1 0,-1-1 5 0,0 1-3 0,-4 3 2 16,0-2 1-16,-1 1 0 0,-2 0 5 0,-3 0 4 0,0 2 4 15,-3 1 5-15,-1 2 1 0,-2 0 3 0,0 3-6 0,-3 1-7 0,0 1 3 16,-1 3-7-16,-2 2-1 0,1 0-5 0,-1 2-7 0,0 1 2 0,0 0-4 15,1 2 2-15,1-1 3 0,1 3-3 0,1 0-1 0,2 1 1 16,1 1-4-16,1 0 4 0,1 2-3 0,2 2 0 0,2 0-3 0,2 0 1 16,2 1-1-16,1 0-5 0,3 0-4 0,2-2-17 0,3 0-15 15,3-1-14-15,3-2-12 0,1 0-5 0,4-3-5 0,2 2-122 0,2 4-87 16,-1 4 25-16,2 3 21 0,-1 2 36 0,2-2 15 0,1-5-53 16,2-1 10-16,0 0 46 0,2-2-137 0</inkml:trace>
  <inkml:trace contextRef="#ctx0" brushRef="#br0" timeOffset="51886.78">23672 4180 1474 0,'-39'13'30'0,"0"5"-9"15,-8 5-9-15,12-2-7 0,11-2-3 0,3-1-1 0,5-1-4 0,3 1-8 16,3 1-16-16,2 0-36 0,1-1-42 0,2 1-36 0,2 2-16 0,1-2-11 16,2 0 6-16,0 1 20 0,1-2 24 0,2 0 33 0,1 2 0 0,1-3-38 15,2 2-12-15</inkml:trace>
  <inkml:trace contextRef="#ctx0" brushRef="#br0" timeOffset="52120.78">23513 4768 319 0,'7'11'188'0,"0"1"-25"0,3 1-24 16,-2-2-16-16,0-4-14 0,2 0-9 0,-1-2-2 0,3-1 1 0,2-1 4 16,1-3 8-16,3 0 3 0,2-2 2 0,5-1-3 0,4-2-10 0,6 0-15 15,4-1-19-15,5 0-16 0,6-3-18 0,5-1-11 0,6-2-8 16,8-2-5-16,3-1-7 0,8-1 2 0,5 0-3 0,4-1 2 16,8 0-2-16,5 0-5 0,5-2 2 0,5 0 3 0,4 1-3 0,5 0 3 0,2 0 0 15,5 2-3-15,3 2-4 0,2 3-1 0,2 1-8 0,2 2-29 16,-1 5-13-16,2 4 0 0,-2 5 3 0,-3 4 32 0,1 2 20 0,-2-1-4 15,0 1-1-15,-3-1 0 0,-2-1 2 0,-1-4 3 0,-2-2 6 16,0-5 2-16,-2-2 9 0,-2 0 12 0,-1-2 4 0,-6 1 1 0,-4 1-14 16,-4-1 7-16,-6 0-11 0,-5-1-3 0,-6 0-1 0,-7-2-13 15,-7 1 2-15,-9 0-2 0,-8-3-2 0,-9 0-8 0,-9-2-14 0,-7-1-41 16,-6 0-56-16,-7 1-80 0,-8-1-102 0,-5 0-119 0,-6 0-329 0</inkml:trace>
  <inkml:trace contextRef="#ctx0" brushRef="#br0" timeOffset="52615.78">24665 5318 2349 0,'-5'1'19'0,"0"4"-12"0,-1 3-7 0,4 4 2 0,1 3 1 16,2 1 3-16,-1 0 1 0,3 2 0 0,0 1-4 0,2 3-3 15,0 2 1-15,0 3-1 0,-2 3 2 0,1 2-2 0,0 0-2 0,0 2 2 16,-2-1-4-16,1 0-3 0,0-2-2 0,0 0-3 0,0-2 6 16,-1-2 3-16,1-2 4 0,0-1-1 0,0-2-4 0,2-4-5 0,0-1-18 15,0-1-23-15,1-2-30 0,-3-1-44 0,1 0-43 0,-2-2-35 0,-2-1-23 16,-1-2-5-16,-1-2-7 0,-2-2-5 0,0-2 32 0,-2-2-201 16</inkml:trace>
  <inkml:trace contextRef="#ctx0" brushRef="#br0" timeOffset="53019.78">24475 5727 309 0,'-13'-23'166'0,"-1"-1"-36"0,-4-5 3 0,5 6 2 16,2 3-6-16,1 1-7 0,1 1-8 0,2 1-10 0,1 1-9 0,1 3-5 16,1-2-2-16,2 1 0 0,2 0 1 0,2-1 3 0,2 2 0 15,2-1 2-15,2-1-10 0,1 0-11 0,4 1-12 0,1 0-10 0,0 0-6 16,4-1-8-16,2 3-1 0,0-1-8 0,3 1-5 0,0 2-1 0,1 1-5 16,2 1-3-16,-1 1-6 0,1 3 0 0,-2 0-6 0,-1 2 3 15,0 2-5-15,0 2 3 0,1 2-3 0,-3 1 0 0,-2 3 6 0,0 1-6 16,-2 4 3-16,0 2-1 0,-2 0-7 0,0 3 4 0,0 2-4 15,-1 1 2-15,-2-1 4 0,0 1-2 0,-1-1-1 0,-1-2-1 0,-2 0 0 16,-1-1 3-16,-2-2 1 0,-1 1 1 0,-2-1-1 0,0 0 1 16,-1-1 0-16,-1 0-2 0,0 0 1 0,-2-1 1 0,0-1 1 0,0-1-3 15,0 0 2-15,0-1-4 0,-1-2 0 0,0-1 4 0,1-1 0 0,-1-1 2 16,1-1 3-16,1-1-7 0,0-1 3 0,0 0 0 0,0 0-8 0,1-1 9 16,0 0-4-16,0 0-4 0,0 0 9 0,1 1-8 0,0 0 6 15,2 1-1-15,-1 2-2 0,2-1-3 0,-1 2-9 0,1 1 3 0,-1 0 1 16,2 2 6-16,1-1 9 0,-1 2-6 0,0 0 4 0,1 0 0 15,-1-1-2-15,1 1 3 0,-2-2-1 0,1 1-3 0,-1 1-1 0,-1-1 4 16,0 1-5-16,-1-1 5 0,-2 1 0 0,0-2-4 0,-2 2 1 0,-1 0 1 16,-1 0 0-16,-2 0-1 0,-2 1 0 0,-1-2-2 0,-2 2-2 15,-1-1 2-15,1-1-10 0,-4 0-7 0,-1-1-14 0,0-1-8 0,0-1-8 16,1 0-7-16,0-1-9 0,0 0-14 0,2 0-23 0,-1 0-25 0,2-1-18 16,0 1-16-16,2-1-8 0,2-1 5 0,1-1-14 0,2-1-10 15,1-2-14-15,2-1-5 0,3 0 37 0,1-2-208 0</inkml:trace>
  <inkml:trace contextRef="#ctx0" brushRef="#br0" timeOffset="53369.78">25080 5736 1037 0,'3'-2'149'0,"1"1"-78"0,1 1-32 0,-1 2-3 16,0 1 4-16,1 2 1 0,0 0 4 0,0 1-3 0,0 1-6 0,0 1-2 16,1-1 1-16,0 3-5 0,1-1 1 0,0 0-2 0,-1-1 1 0,2-1 1 15,0 0 2-15,3-2 3 0,0-1 1 0,1-1-1 0,1 0 2 16,0-3-3-16,1-1-3 0,1-1-3 0,-1-2-5 0,0 0 0 0,0-4-1 15,0 0 4-15,-1-2 7 0,-1-1 2 0,0-1 0 0,-1 0-11 16,-1-1 3-16,-1 1-5 0,-2 0-4 0,-1 1 7 0,-4-1-12 0,0 1-1 16,-1-1-2-16,-2-1-8 0,-1 0 5 0,-1 1-5 0,-2 0-2 0,-2 1 4 15,-2 1-5-15,-1 1 3 0,-2 1-3 0,-1 2 0 0,1 2 2 16,-1 2-9-16,0 2 4 0,-1 2-4 0,1 2 0 0,0 3 1 0,-2 2 2 16,1 1-2-16,0 1 4 0,1 1-1 0,0 0 2 0,1 1 1 15,2 0 3-15,2 1-5 0,2-1 2 0,3 1-3 0,1 1-11 0,1 0 4 16,2 0 4-16,2-1 1 0,1 1 7 0,3-1 1 0,1-1-9 0,4-3 3 15,1 0 3-15,3-2-3 0,1-1 6 0,1-3-2 0,2-1-7 16,1-1 8-16,3-1-5 0,2-2 1 0,1-1 1 0,1-1-4 0,-1-1 5 16,-1-1-4-16,-2 1-1 0,0-2-10 0,-2 0-4 0,-1 0-18 15,-1-1-34-15,-1-2-34 0,-4 2-47 0,0-1-33 0,-1-1-15 0,-2 1-5 16,-1-1-14-16,0 1-3 0,-1-1 1 0,-1-1 21 0,0 1-148 0</inkml:trace>
  <inkml:trace contextRef="#ctx0" brushRef="#br0" timeOffset="54518.78">25816 5617 341 0,'6'1'107'0,"0"0"-18"16,3 0-7-16,-1 0-1 0,-1-2-1 0,0 0-9 0,-1 0-8 0,0 0-11 15,0 0-7-15,-1 0-3 0,-1 0-1 0,-2 0-1 0,2 0 3 16,-1 0 2-16,0 0-2 0,-1 0-3 0,0-1-8 0,-1 0-6 0,0 1-5 15,-1-1-4-15,0 0 0 0,0 0-4 0,-1-1-1 0,-2 1 2 16,1 0 6-16,-1-1 6 0,-1 0 5 0,1-1 0 0,-1-1-1 0,-2 1 3 16,0-1-3-16,-2 0 3 0,0 0 3 0,-1 1-4 0,-1-1 2 0,0 2-1 15,-1 0 1-15,0 2 1 0,1 1 0 0,-1 1-3 0,0 2 0 16,1 1-4-16,-2 2-1 0,1 1-1 0,0 2-6 0,0 1-2 0,2 2-3 16,1 3-10-16,1 1-2 0,1 3-3 0,1 0 2 0,1 2 1 15,1 0 1-15,3-2-6 0,2 0-3 0,2-2 5 0,2 0-5 0,2-1 13 16,2-2-1-16,4 0 1 0,2-3-2 0,3-2-6 0,0-1-1 0,4-2 1 15,1-1 0-15,-1-2 3 0,4-1 1 0,-2-3-5 0,2-2 1 16,-1-2 0-16,1-3-5 0,1-3 2 0,-2-2-1 0,0-4-2 0,-2-2 0 16,0 0 8-16,-1-2-2 0,-1-1 1 0,0 0-1 0,-2-2-3 0,-1 0-1 15,-2 1 4-15,-2 0-1 0,-3 0 2 0,-1-2 3 0,-2 0-1 16,-2-1 2-16,-2-2-5 0,-1-3 4 0,-2-2-3 0,-1-1 1 0,0-2 1 16,-2 2-5-16,-1-1 4 0,-1-1-1 0,0 2-2 0,0 1 2 0,-1 5 2 15,1 2 7-15,0 5 5 0,0 5 1 0,0 2 2 0,0 3-2 16,0 4-1-16,1 2 16 0,0 2 5 0,-1 2-1 0,0 1 1 0,0 3-6 15,0 2-9-15,0 3 4 0,0 4-2 0,-1 2-6 0,1 2-4 0,-1 4-2 16,2 4-3-16,0 1 3 0,1 4 2 0,1 0-1 0,2 2 1 16,1-1-3-16,0 1 1 0,3-1 0 0,1 2-5 0,1-1 1 0,1 0-6 15,2-1-1-15,1-1 0 0,1-3 2 0,0 0 3 0,0-2 4 16,1-2-2-16,1-3 1 0,0-2-5 0,-2-4 0 0,2-1-1 0,-2-2 4 16,0-1-1-16,0-3 3 0,-3-1 2 0,1-2 0 0,0-3 0 15,-2-1 1-15,1-1 2 0,-3-3-1 0,0-1-1 0,2-2-4 0,-1-1-1 16,0-2 4-16,1-1-6 0,-1-2 4 0,0-1-3 0,2-2 0 0,-3 1-2 15,2 0 0-15,0 0-1 0,0 2-2 0,1 3 5 0,-1-1-2 0,0 2 1 16,0 2 1-16,1 1-4 0,-1 2 8 0,-2 3-6 16,0 2 4-16,-2 2 3 0,-1 1-2 0,1 3 1 0,-1 1-1 0,0 1-1 0,-1 3-6 15,1-1 6-15,1 2-2 0,-1 1-3 0,1 0 1 0,-1 2-3 16,1-2 0-16,1 1 2 0,0 0 0 0,0 0-1 0,1-2-2 0,-2 0 1 16,2 0-5-16,-1 0 5 0,2-2 1 0,-1 0 1 0,1-2-2 0,0 1 3 15,1-2-3-15,-2-1 2 0,1-1-2 0,0-1-8 0,-1-1 1 16,0 0-2-16,-1-1 3 0,0-1 9 0,-1-1-1 0,1-1-2 0,0 0 0 15,0-1 5-15,1 0 0 0,0-2 2 0,1-1-2 0,-1-1-5 0,1 0 0 16,1-1 0-16,0 0 0 0,0-2-4 0,0 0 8 0,0-1 1 16,0 0-2-16,0-1 2 0,1 0-3 0,-1 0-4 0,1-1 4 0,0-1 0 15,-1 0-4-15,1 0 2 0,-1 1 2 0,0-2-1 0,-2 0 3 16,0 0-3-16,0 0 1 0,0-3 0 0,-2 0-2 0,1 0 3 0,-1 1 1 16,-2-1-3-16,0 1 1 0,-2 1 0 0,-1 2-2 0,0 1 3 0,-1 2 2 15,-1 1-1-15,-1 1-1 0,0 1-3 0,-1 3-2 0,-2 0 1 16,1 1-1-16,-1 2 4 0,0 1-4 0,1 1 4 0,-2 2-2 0,1 1 0 15,-1 1 0-15,-1 2-2 0,1 2 0 0,0 1 4 0,0 3-4 0,2 1 4 16,0 2-4-16,1 1 0 0,2 1 1 0,0-1-1 0,1 2 0 16,1 0 2-16,1-1-1 0,3-1-1 0,0 0 0 0,1 0 4 0,1-2-2 15,0 0 2-15,2 0-2 0,1-2-2 0,1 0 0 0,0-2 1 16,2 0 2-16,1-1-1 0,1-2 0 0,1 0-1 0,-1 1-5 0,1-2 5 16,0 0-4-16,-1-1 6 0,-2-4 3 0,1-3-4 0,0-2 3 0,1-2-1 15,-2-1 1-15,1-2 1 0,1 0-4 0,0-1 3 0,-1 0-5 16,-2 0 6-16,0-1-3 0,-1 2 3 0,0-1-4 0,1 1 0 0,-1 1 2 15,-1 1-4-15,-1 0 2 0,0 2-2 0,0 1 2 0,-2 1 2 0,1 0-2 16,-1 2 2-16,-1 0-4 0,0 1 0 0,0 2 2 0,-1 0-2 16,0 1 2-16,0 1-1 0,0 1-1 0,-1 0 2 0,0 1-2 0,-1 1 4 15,0-2-5-15,1 2 3 0,-1 0-2 0,0-1-1 0,1 0 6 16,-2-1-1-16,0 0-1 0,1-1 1 0,-2-2-2 0,0 0 0 0,0-1 2 16,0-1-4-16,0-1 7 0,0 0-1 0,-1-1 1 0,0-1 0 0,0 0 0 15,-1-2 0-15,1-1-1 0,0 0-1 0,0-3-3 0,0 0-2 16,0-2 2-16,0 0 4 0,-1-1-3 0,1-2 6 0,0 0-7 0,-1-2 2 15,1 1 0-15,0 0-4 0,2 1 2 0,0 1-2 0,1 3 1 0,2 1-1 16,-1 3-2-16,3 0 1 0,0 1 0 0,-2 1-3 0,2 1-2 16,-1 1 3-16,1 2-9 0,2 0-6 0,0 0-16 0,1 1-18 0,-1 0-12 15,1 1-21-15,-1 1-11 0,1-1-16 0,-1 0-15 0,2 1-18 16,0 0-9-16,1 0-1 0,2-1 0 0,-3 1 7 0,3-2-2 0,0 1 2 16,-1 0-2-16,1-1 6 0,-1 1 9 0,-1 0 10 0,1 0-5 0,0 3-283 15</inkml:trace>
  <inkml:trace contextRef="#ctx0" brushRef="#br0" timeOffset="55869.3">27485 5401 79 0,'-6'-13'82'0,"-1"1"10"0,-3-4-14 0,1 0 6 0,-1 2 6 16,-1-2 1-16,2-1 11 0,-1 2 12 0,2 1 7 0,0-2 4 0,0 1-5 15,0 2-3-15,1 2-4 0,1 2-3 0,1 2-2 0,0 2-5 0,1 3-11 16,2 1-14-16,-1 1-12 0,1 1-14 0,-1 3-13 0,0 2-3 15,1 3-5-15,-1 3-2 0,1 6 3 0,0 4-7 0,0 5 2 0,0 4 2 16,1 4-3-16,1 4-2 0,1 2-2 0,2 0-2 0,0 0-5 16,1-1-3-16,2 0-1 0,1 0-10 0,2-2-2 0,0-1 1 0,2-2-3 15,0-4 7-15,0 0 4 0,-1-3-3 0,3-2-2 0,0-3-5 0,1-4 5 16,0-2-1-16,-1-2 1 0,-1-1 6 0,0-3-7 0,0-1-4 16,0-3 8-16,-3-2-3 0,2-3 2 0,-2-2 0 0,0-1-7 0,-1-3-7 15,0-1 0-15,0-2-4 0,-1-2 1 0,-1 0 6 0,0-2-2 16,0-1 1-16,-1-1-1 0,-1 1 5 0,0-1 3 0,0-2-1 0,-1 0 2 15,0 1 1-15,0 1-2 0,0 3 1 0,1 1 1 0,-1 1-1 0,1 2 5 16,-1 2-1-16,1 1 2 0,1 2 3 0,0 2-4 0,-1 1-2 16,1 1 7-16,0 2-2 0,0 0 5 0,-1 0 2 0,1 2-7 0,0 0-7 15,1-1 1-15,1 2-2 0,1-1 2 0,2 0 1 0,1-1-1 0,1 1-2 16,-1-1 2-16,1-2 5 0,2-1-6 0,1-1 7 0,1-2-4 16,-1-2 3-16,1-1 3 0,1-1 6 0,0-2 8 0,-1-2 1 0,1 0 7 15,-1-1-5-15,-3-1-1 0,-1 1-2 0,-1-1-8 0,0-1 2 0,-2 0-8 16,-1-1 1-16,-2 1-6 0,-2-1 1 0,0-1 1 0,-3 0 9 15,0 0 1-15,-2-1-2 0,-2-2-1 0,-1-1-11 0,-3-2-1 0,-1 1 0 16,-1-2-3-16,-2-1 2 0,-1 1 3 0,0 0-1 0,-2 2-3 16,-2 3 3-16,-1 2-6 0,2 2-1 0,-2 3 1 0,2 2-3 0,1 4 3 15,1 2-1-15,0 3-4 0,0 3 0 0,1 1 1 0,0 3-3 0,2 3 1 16,0 0-13-16,1 3-9 0,0 2-16 0,2 1-22 0,1 0-17 16,2 2-21-16,4-1-14 0,2-1-16 0,4 0-19 0,2-1-10 0,2-4-3 15,2-1 7-15,1 0 13 0,1-2 14 0,2 0 8 0,2-3 12 0,1-1 10 16,2-1 20-16,2-1 22 0,-1-2 21 0,2-2 19 0,-1-1 15 15,-2-2 16-15,1-3 20 0,-1 0 14 0,1-2 15 0,0 1 10 0,-1-1 3 16,0-1 6-16,-1 2-1 0,-1 1 0 0,0 1-2 0,0 2-1 0,-1 3 9 16,-3 0-1-16,1 3 2 0,-2 2-2 0,-2 2-28 0,0 4 7 15,0 1-1-15,-2 2-7 0,0 0 5 0,-2-1-18 0,0-2-18 0,-2 2-5 16,-1 1-3-16,0 1-6 0,-1 0-1 0,-1 1 1 0,-2-1 0 16,-1-2-1-16,-2-1 1 0,-2-1 1 0,-1 0 3 0,-1-1-3 0,-3-1-1 15,-2 0 5-15,0-3 0 0,-2-2-1 0,1-1 6 0,0-4-7 0,0-1-1 16,0-4 1-16,0-2 3 0,0-2 7 0,3-4 7 0,0-1 10 15,1-2 1-15,4-1 8 0,1-4 0 0,3 0 6 0,3-3-8 0,2-1-8 16,2-2-10-16,3-3-16 0,0 0-1 0,3-3 2 0,2 0-1 0,1-2 3 16,2 0-7-16,3-1-6 0,2 3-3 0,2 2 3 0,2 3-8 15,0 2-5-15,2 4-6 0,-1 2-27 16,2 4-22-16,1 4-49 0,0 3-71 0,-3 2-87 0,-1 2-79 0,-3 2-49 0,-3 2 8 0,-2 3-180 16</inkml:trace>
  <inkml:trace contextRef="#ctx0" brushRef="#br0" timeOffset="56221.3">25095 6738 1154 0,'-2'-15'524'15,"2"0"-472"-15,2-3 3 0,6 5 9 0,2 3 15 0,0 1 15 0,3 1 4 16,-1 0-3-16,1 2-9 0,3 1-13 0,1 2-9 0,2 4-5 0,-1 3-12 16,1 4-4-16,0 5-8 0,-1 3-5 0,1 4-2 0,0 5-9 15,-2 5-4-15,2 4-9 0,-2 4-2 0,-1 6-4 0,-3 2-2 0,-1 1-9 16,-1 1 3-16,0 0 3 0,-1-1 1 0,-1 0 9 0,-1-1-5 15,0-1-1-15,0 0-7 0,-2-2 1 0,1-4-4 0,-2-2 1 0,1-5 0 16,-1-2-2-16,0-4 4 0,-1-2-5 0,-2-3-3 0,1-4-7 0,-2-1-21 16,0-4-29-16,-2-1-47 0,0-3-61 0,-2-3-51 0,0-4-45 15,-1-1-56-15,-2-2-37 0,0-4 39 0,-1-3-146 0</inkml:trace>
  <inkml:trace contextRef="#ctx0" brushRef="#br0" timeOffset="56538.31">25291 6809 813 0,'-7'-19'207'15,"1"-2"-36"-15,-1-1-9 0,2 8-39 0,3 3-5 0,1 4-9 0,1 1-14 16,1 1-13-16,2 1-14 0,0 2-2 0,2 0-7 0,0 2 4 0,2 0-2 16,1 2-2-16,2-1-2 0,1 2-7 0,1-1-3 0,1 1-17 15,2 0-7-15,3 2-9 0,2 0-10 0,0 0 1 0,2 2-3 0,-2-1-2 16,2 0 0-16,0-1-7 0,0 1-8 0,1 0-8 0,1-2-10 0,1 0-9 16,1-1-2-16,0 0-10 0,0-2-8 0,1 0-17 0,-1 0-29 15,0 0-14-15,-1 0-13 0,1 0 12 0,0-2 27 0,-1 0 25 0,0-1 27 16,-2-2 17-16,-2-1 14 0,1-1 9 0,-4-3 8 0,1-1 6 15,-2-2 4-15,-2 0 2 0,-2-1-1 0,-2 1-1 0,-2 0 0 0,-2 0-2 16,-1 1 2-16,-3 0 5 0,0 2 10 0,-3 2 11 0,0 1 12 0,-1 1 7 16,-1 1 3-16,-1 1 0 0,0 0-4 0,-1 1-8 0,-1 2-5 15,0 1-8-15,-2 1-6 0,-1 1-2 0,-2 3-6 0,1 1-2 0,-2 2-4 16,-1 4-1-16,0 3 0 0,0 1 0 0,0 2 0 0,0 3 0 0,0 1-4 16,-1 3-3-16,0 3-3 0,1 1-7 0,-2 2-1 0,0 1-2 15,-1 0-14-15,2-3-33 0,2-2-46 0,3-2-50 0,1-1-52 0,2-3-24 16,2 1-22-16,2-2-20 0,2-3 0 0,0 1 49 0,3-3-171 15</inkml:trace>
  <inkml:trace contextRef="#ctx0" brushRef="#br0" timeOffset="57269.3">25862 6922 342 0,'-3'-30'78'0,"-1"-2"-18"0,-2-12-6 0,0 6-1 0,0 4 12 0,2-2 17 16,-1 5 17-16,4 2 16 0,0 5 0 0,1 4 2 0,0 5-2 0,0 4-6 16,1 2-1-16,-1 4-5 0,0 3-13 0,0 0-9 0,0 3-7 15,2 1 1-15,0 1 0 0,1 4-5 0,1 3-8 0,-1 3-15 0,3 4-6 16,0 2-10-16,2 6 0 0,1 1-10 0,0 3 0 0,0 2-1 15,2-1-6-15,0 3-5 0,2-1-6 0,0 1-5 0,1 1 1 0,2-1-1 16,2-1-12-16,1-2-19 0,1 0-16 0,0-2-30 0,0-1-18 0,0-1-20 16,0-3-19-16,2 0-10 0,-2-1-6 0,2-1 10 0,1-1 15 15,-3-2 28-15,1-1 29 0,-2-2 25 0,-3-3 22 0,1-3 12 0,-3-4 8 16,0-5 6-16,-5-1 14 0,0-5 5 0,-1-1 5 0,-2-3-4 0,1-1-11 16,-1-1-3-16,0-2-5 0,0 1 3 0,-1-2 2 0,-1 1 6 15,1 1 6-15,0 1 6 0,1 0 4 0,0 2 8 0,0 1 4 0,0 3 3 16,0 1 1-16,1 2-4 0,-1 1 1 0,0 1-2 0,-1 1 1 15,3 1-3-15,-1 0-1 0,1 1-8 0,0 0-7 0,1 0 0 0,2 0-2 16,-2-1 2-16,2 0 0 0,0 0 7 0,1-1 2 0,1-1 1 0,-1-2 2 16,2 0-4-16,0-1-1 0,0-2 1 0,0 0 0 0,0-3-4 15,-1-1 3-15,0 0-8 0,-1-2-1 0,-3-2-8 0,-1 0-3 0,-2-1 4 16,-1 0-7-16,0 0 6 0,-2 2 4 0,-1-3-8 0,-3-1 2 0,-2 0-4 16,-1 0-5-16,-2 0 0 0,0 0 0 0,-1 3 0 0,-3-1 0 15,0 2-2-15,-2 2 1 0,0 2 1 0,0 1 3 0,0 3 0 0,0 1-2 16,1 1-1-16,0 3-1 0,0 1-1 0,1 2 2 0,-1 1-3 15,2 0 0-15,-1 3-3 0,1 1 5 0,0 0-1 0,0 2 1 0,2 0-2 16,0 0 0-16,2 0-5 0,1 0 4 0,2 0 2 0,2 0-4 0,4-2 9 16,1 1-6-16,4-1 0 0,1-1-3 0,2-1-3 0,2 0 3 15,3-2-1-15,1 0 4 0,3-1 3 0,3-2-5 0,2 0 2 0,1-1-1 16,1-1-2-16,1 0 7 0,0 0-2 0,3-1-4 0,0-1 4 0,2 0-2 16,1 0 1-16,0-1 8 0,0 0-6 0,0-1 3 0,-2 0 2 15,0 0-5-15,0-2-3 0,-2-1 2 0,-2 0-1 0,-1-1-2 0,-2-1 4 16,0 0-3-16,-2 0 0 0,-1-2 1 0,-3 0-1 0,-1-1 3 15,-3 1 0-15,-2 1 2 0,-2 0-4 0,-2-1 5 0,-1 1-4 0,-3-1 0 16,-1 1-1-16,-2 0-1 0,-2 1 6 0,0 1-3 0,-1 1 2 0,-2 3-2 16,0 0 3-16,-1 1 3 0,-1 2 5 0,0 1 2 0,-1 2-4 15,0 0-1-15,0 1-2 0,1 1-2 0,0 2-4 0,-1 0 3 0,0 1-6 16,2 1 0-16,0 1 3 0,0 1-3 0,2 0-5 0,1 1 5 0,0 2 2 16,1 0-2-16,1 0 5 0,0 1-7 0,0-1 4 0,2 2-4 15,0 0 4-15,0 0-1 0,0-1-1 0,-2 1 2 0,0-1-4 0,1-1 2 16,0 0 0-16,-1-1 0 0,-1-1 0 0,0 1 5 0,-1-1-3 15,-1 0-1-15,-2-1-2 0,-2-3-10 0,0 2 0 0,-2-1 0 0,-2 0 6 16,0 0-7-16,-1-1-10 0,-1-1-10 0,-1 0-14 0,0-1-15 0,-1-1-12 16,-1 0-15-16,1-1-11 0,1-1 3 0,2 0 4 0,0-1 5 15,1 0 5-15,1 1 2 0,1 0-10 0,2-1-3 0,1 0-7 0,3 1-6 16,1 1 3-16,1 0 4 0,2 0 4 0,2 0 8 0,3 1-2 0,0-2-1 16,3 1-4-16,1-1 5 0,1-1 15 0,5 0 15 0,0-2 15 15,1 0-25-15,0-2-121 0</inkml:trace>
  <inkml:trace contextRef="#ctx0" brushRef="#br0" timeOffset="57370.3">27643 6918 118 0,'13'-12'69'0,"2"0"-20"0,2-2 0 0,-3 3 3 0,-3 1-2 16,-2 1-9-16,1 1-11 0,-3 0-9 0,0 1-13 0,-2 1-13 15,-1 0-15-15,-1 2-16 0,-1 0-6 0,-1 1-2 0,-1-1 3 0,0 1 7 16,-1 0-3-16,0-1-47 0,-1 1-43 0</inkml:trace>
  <inkml:trace contextRef="#ctx0" brushRef="#br0" timeOffset="57704.3">27683 6660 294 0,'4'-20'36'15,"-1"-2"-20"-15,2-7 12 0,-2 4 16 0,0 0 23 0,0 0 25 0,-1 1 15 16,-1 0 9-16,1 3 5 0,-2 4 12 0,1 4 7 0,0 4 5 0,-1 4-7 16,1 2-21-16,-1 3-21 0,0 1-14 0,-1 1-5 0,1 1 2 15,-1 2-2-15,0 3-7 0,0 3-10 0,1 3-21 0,-2 3-10 0,0 4-7 16,1 1-7-16,0 3 0 0,2 2-5 0,0 0 2 0,1 5 2 0,0 0-1 16,0 3 2-16,2-1 0 0,-1-1-6 0,1 1 2 0,2-3-5 15,0 1 0-15,1-2-1 0,1 0-4 0,0-1 1 0,0-2-5 0,-1-2-8 16,1-1 8-16,0 0-14 0,-1-2-59 0,3 3-85 0,-1 1-2 15,1-2-4-15,0 0 33 0,-3-7 61 0,-1-6-23 0,-2-5-13 0,-2-4-11 16,-1-2-19-16,-1-3-7 0,-2-1-5 0,0-2-1 0,-1 0 16 0,-1-3 24 16,0-1 31-16,-1-2 27 0,-1-1-32 0,-1-1-70 0</inkml:trace>
  <inkml:trace contextRef="#ctx0" brushRef="#br0" timeOffset="58402.31">27467 6975 304 0,'-5'-2'144'15,"2"1"-31"-15,0-1-9 0,3 1-1 0,3 0 1 0,1-1 2 0,1 0 5 16,1-1-5-16,3 1-2 0,0 0-7 0,2-1-5 0,1 1-12 0,2 0-13 16,0 0-7-16,2 0-12 0,2-1-5 0,0 0-12 0,1 0-8 0,1-1-7 15,2 1-7-15,1-2 3 0,2-2-4 0,0 0 1 0,2 0-3 16,-1-1 0-16,2-1 1 0,0-1-3 0,0 0 1 0,2-1 3 0,-2-1-6 16,0 0 5-16,-2 0-3 0,-1 0 0 0,1 1 7 0,-1-1-1 15,-1 0-5-15,-2 0 1 0,0-1-2 0,-2 1 0 0,-3 0 2 0,0 0-2 16,-3 0 2-16,-1 0-4 0,-5 0 7 0,-1-1 1 0,0 1-1 0,-3 2 3 15,-2 1-8-15,0 2 4 0,-3-2 0 0,0 1 4 0,-2 1 6 16,1 1 4-16,-2 1 7 0,0 2 0 0,-2 1 1 0,0 2-5 0,-1 0-9 16,-1 2 2-16,-1 1-3 0,-1 2-3 0,1 2 0 0,-1 1-11 15,1 2 1-15,1 0-5 0,0 2 1 0,1 3 2 0,0 1-3 0,1 0 5 16,0 2-1-16,1 0-1 0,1 1 2 0,2-1-4 0,1 1-1 0,1-1 2 16,2-2 1-16,1 1-3 0,1 0 3 0,3-1-2 0,0-1-2 15,3 0 7-15,1-1-6 0,0-1 4 0,2-2 1 0,1 0-8 0,2-2 7 16,1-1 4-16,1 0-8 0,-1-2 4 0,1-2-5 0,-1 0 1 0,1-3 6 15,0-2-3-15,-2-1 4 0,1-2-1 0,-1-3-1 0,0 0 1 16,-1-2-3-16,-1 0 1 0,0-2 4 0,-1 0-5 0,1-2 6 0,-3 0-5 16,2-1 1-16,-1 0 2 0,-1 0 2 0,-1-1-1 0,-2 1-1 15,0-1 2-15,-1 1-7 0,-1-2 7 0,0-1-5 0,-2 0 4 0,-1 1 1 16,0 0-6-16,0 1 1 0,0 1-4 0,0 2 0 0,-1 0 3 0,0 2-1 16,-1 1 4-16,0 2-3 0,0-1-3 0,-1 3 3 0,0-1-3 15,-1-1 7-15,0 2-2 0,0 0-2 0,0 1 1 0,0 0-4 0,0 1 5 16,-1 1 2-16,1 1-4 0,0-1 2 0,-2 1 2 0,1 0-1 0,0 0 4 15,1 1-3-15,-2-1 4 0,2 1-2 0,-1 1-2 0,1-1 4 16,1 1-2-16,-1-1 0 0,1 1-6 0,0-1 0 0,0 0 0 0,1 1-1 16,-1 1 2-16,1 0-1 0,-1 0 2 0,0 0-2 0,1 1 3 0,0 1-1 15,1-1-4-15,-2 2 5 0,1 0-8 0,0 2 4 0,-1 0 2 16,1 1-1-16,1 2 4 0,0 1-6 0,0 3 2 0,2 1 3 0,0 0-3 16,1 2 0-16,0 0 0 0,0 1-1 0,1 1-1 0,0 2 0 15,1-2 1-15,-1 3-1 0,1 1 1 0,-1-1-2 0,2 4-16 0,0 1-3 16,-1 1-3-16,0 0 1 0,1-4 20 0,-2-3 2 0,-1-2 2 0,1-3 5 15,-2 0-4-15,2-3 4 0,-1-2-4 0,0-3 4 0,-1-1 1 16,-3-2 4-16,3-3 7 0,-2-1-2 0,0-2 8 0,1-1 9 0,-4-2 2 16,2-3-2-16,1-1-9 0,0-3-10 0,4-2-7 0,-2-1 0 0,1-3-7 15,1-1-4-15,1-2 8 0,2-3 0 0,-1 0 2 0,3-3 1 16,1-2-10-16,1-2-3 0,2-1-7 0,0-3-5 0,0-1-7 0,2-2-21 16,-1-2-13-16,2 0-26 0,3 0-18 0,1 2-15 0,1 4-33 15,1 1-26-15,-1 3-33 0,1 1-32 0,0 3-15 0,-2 4-18 0,0 0 43 16,1 3-162-16</inkml:trace>
  <inkml:trace contextRef="#ctx0" brushRef="#br0" timeOffset="60286.3">24682 4539 1308 0,'-6'-2'147'0,"1"2"-105"0,1 3-3 0,2 4-2 0,2 3-4 15,1 2 0-15,1 3 0 0,2 3 0 0,1 1-2 0,1 3 0 0,1 3-1 16,0 0-7-16,2 4-3 0,0 1-3 0,0 3-3 0,0 0 0 0,1 1-4 15,1-4-3-15,1 1-2 0,1-2-3 0,-1 0-1 0,1-2 2 16,-1 1-2-16,0-3-1 0,-2 0 1 0,0-3-7 0,-1-2 1 0,-1-2 3 16,-1-2-5-16,-2-2 6 0,-1-2-2 0,-1-3-4 0,-3-2 2 0,1-3-2 15,-3-2-11-15,-1-1-7 0,0-2-6 0,-1-1-3 0,-2-2 8 16,0-2 9-16,-1-2 10 0,0-1 6 0,-1-2 2 0,-1-1-1 0,0 0 3 16,1-2 3-16,0-1 1 0,0 0 3 0,1-4-3 0,1-2-2 15,0 1 2-15,2-2-2 0,0 0 0 0,3 2 0 0,1 1-1 0,2 2 0 16,2 3 3-16,1 4 0 0,1 2-1 0,1 2 5 0,1 3-3 0,0 2 1 15,1 2 3-15,1 3-2 0,-1 1-4 0,2 1 2 0,-1 1-3 16,0 1-1-16,2 1 1 0,0 2-4 0,0-1-1 0,-1 0 3 0,2-1-2 16,-1-2-1-16,2 0 4 0,1-2-5 0,-2-2 0 0,2-1 3 15,0-3 0-15,0-2-1 0,-1-1-2 0,0-3 1 0,-1-1-6 0,-1-2 0 16,0-1 3-16,-3-1-2 0,1 0-1 0,-2 1-2 0,-1-1 0 0,-1 0-3 16,-1-1 3-16,-1 1 4 0,-1-1 0 0,-1-1 6 0,-1-2 0 15,-2-2 0-15,-1 1-1 0,0-1 0 0,-2-1 3 0,0 0 2 0,0 1-5 16,0 0 0-16,1 2 1 0,0 3 0 0,1 0 4 0,0 3 2 0,1 2 1 15,-1 3-1-15,1 3 6 0,0 0-3 0,0 1 4 0,0 1-2 16,-1 0-3-16,2 0 1 0,-1 1-1 0,0 1 0 0,0 1-6 0,1 1 0 16,0 2 1-16,0 2 4 0,1 0 2 0,0 3 2 0,0 2-1 0,2 1-1 15,-1 3 4-15,1 0-5 0,1 0-2 0,2 1-1 0,0 2-4 16,1-2 0-16,1 0 0 0,0-1-3 0,1-2 1 0,0-2 1 0,1 2-2 16,-1-2 1-16,1-1-2 0,-1-1-5 0,0 0-14 0,1-1-18 15,0 1-18-15,-1-1-33 0,-1-1-42 0,-1 0-46 0,0 0-46 0,-2 1-25 16,-1-1-10-16,0 1 36 0,0 1-220 0</inkml:trace>
  <inkml:trace contextRef="#ctx0" brushRef="#br0" timeOffset="60489.3">25471 4735 1249 0,'0'-3'41'0,"2"2"-17"0,1 0 8 16,1 2 9-16,0 1 17 0,0 0 9 15,2 2 1-15,0 0-7 0,0 0-15 0,1 3-11 0,1 2-5 0,-2 1-5 0,1 2 0 0,0 0-1 16,0 2-4-16,0-1-2 0,0 0-7 0,-1 0-2 16,0-1-4-16,0 2 1 0,-1-1 1 0,-1 0-5 0,1-1-2 0,-1-2-4 0,0 0-9 0,0-1-16 15,0 0-16-15,-1-1-34 0,1-1-40 0,0-1-46 0,0-2-46 16,-2 1-36-16,0-2-13 0,0 0-165 0</inkml:trace>
  <inkml:trace contextRef="#ctx0" brushRef="#br0" timeOffset="60637.3">25566 4579 669 0,'1'-2'305'0,"1"1"-288"0,1 2-15 0,2 3-8 0,-1 1-15 16,1 0-34-16,0 0-36 0,0-1-39 0,2 0-7 0,-1-1-2 15,-1 0-165-15</inkml:trace>
  <inkml:trace contextRef="#ctx0" brushRef="#br0" timeOffset="61036.31">25904 4633 853 0,'4'-10'36'0,"0"2"-21"0,1-1 1 0,-1 1 0 16,-1 2-2-16,0-2 0 0,-2 0-1 0,-1 0 0 0,-2 1-2 0,-1 0 1 15,-1 1-2-15,-2 1 8 0,0 0 6 0,-3 2 10 0,-1 1 9 0,1 0 3 16,-3 3 7-16,0 2 0 0,-1 1 2 0,0 2-7 0,1-1-6 16,0 1-6-16,1 2-6 0,0 0-1 0,0 2-10 0,3 0-3 0,-1 2-8 15,2 0 0-15,1 2-1 0,2 0-4 0,1 0-1 0,3-1-2 16,2-2 2-16,2 0-1 0,2-1 1 0,1 0-2 0,2-1 3 0,1-1-1 16,2-1 1-16,2 0 3 0,0-1-5 0,1 0 2 0,3 0-2 0,1 0-1 15,-1 1 4-15,0 0-1 0,-1 0-2 0,0 0 0 0,-1 0-1 16,0 0 3-16,0 0-1 0,-1-1 1 0,-2 1-3 0,0 0-3 0,-1 0 3 15,-2 0 0-15,-1-1 3 0,-3 1-2 0,-1-1-1 0,-2 0-1 16,-3-1 1-16,-1 2-12 0,-2 1-33 0,-3 3 2 0,-1-2 0 0,-4 1 9 16,-1-1 16-16,0-2-18 0,-1 0-16 0,-1-1-4 0,0 0 16 0,-1 0 16 15,1 0 14-15,-1-2 9 0,1 1-4 0,1 1 2 0,1-1 1 0,1 1-1 16,0 0 0-16,1 0 0 0,0 2 1 0,2-2-1 0,0 1 0 16,3-2-5-16,2 0-11 0,0-1-11 0,2 0-16 0,0-2-18 0,1 0-7 15,2-2-12-15,1-2-11 0,1 0-16 0,2-3-12 0,2-2 6 16,3 0-193-16</inkml:trace>
  <inkml:trace contextRef="#ctx0" brushRef="#br0" timeOffset="61319.3">26141 4621 346 0,'9'-29'106'0,"1"-3"-18"0,2-5 5 0,-2 8 9 15,-1 9 0-15,-2 3-1 0,0 4-10 0,-1 2-14 0,-1 5-8 0,-2 2-3 16,-1 2-4-16,-1 2-1 0,-1 2-6 0,0 2-1 0,-2 3-2 16,1 3-4-16,-1 2-7 0,-2 1-6 0,2 2-6 0,-1 1-2 0,1 3 2 15,0 1 1-15,2-1-5 0,0 1-1 0,2 0-4 0,1-1-5 0,-1 1-1 16,3-2-1-16,0-1-3 0,1-1-4 0,2-1-1 0,-1 0 1 15,1-1-4-15,0-1 3 0,2-1 0 0,-1 1-1 0,0-2 0 0,1-1 2 16,-1-3-2-16,0-1 0 0,-2-2 3 0,1-2 0 0,0-2 8 16,-1-1-1-16,0-1 3 0,-1-1-3 0,1-1-6 0,-1-1-2 0,0 1-1 15,-1-2 4-15,1-1-2 0,1 0 0 0,-1 0-3 0,0 1 2 0,0 0-6 16,0 1 3-16,-1 1 2 0,1 1-6 0,0 2 5 0,-1 1-4 16,0 2 2-16,1 2-4 0,-1 0 4 0,0 1-4 0,1 1 1 0,0 1 1 15,1 1 0-15,0 0 3 0,0 0-5 0,-1-1 2 0,1 1-4 16,0-1-2-16,-1 1-8 0,1-1-13 0,-1-1-8 0,0 2-103 0,0 2-17 15,0 1 15-15,-2 1 18 0,0-1 87 0,1-5 1 0,-1-4-37 0,1-1-58 16,-1-1-43-16,0 0-24 0,0-1 5 0,0 0-219 0</inkml:trace>
  <inkml:trace contextRef="#ctx0" brushRef="#br0" timeOffset="61493.3">26824 4729 1202 0,'8'-4'307'0,"3"1"-290"0,3 0-3 16,0 4 0-16,1 0 0 0,1 1 0 0,1-1 0 0,1-1-4 16,2 1 3-16,0 0-7 0,-2 0-2 0,0 0-11 0,-1 0-21 0,-1-1-30 15,-1 1-29-15,0-2-22 0,0 1-19 0,0-1-15 0,-1 0-7 0,2 1-10 16,-2-1 2-16,0 0 18 0,-2 0-195 0</inkml:trace>
  <inkml:trace contextRef="#ctx0" brushRef="#br0" timeOffset="61811.3">27722 4518 760 0,'-6'-6'194'0,"-2"1"-158"0,-4-1-3 0,0 3 9 15,-1 2 14-15,-2 0 6 0,1 2-2 0,-2 0-7 0,-2 1-12 0,0 3-11 16,-4 1 2-16,0 2 5 0,0 2 8 0,0 0 5 0,1 0-4 15,1 0-3-15,2 2-10 0,2 0-8 0,3 2-4 0,3-1-8 0,0 1-5 16,4 0-1-16,1 1-4 0,3 0 1 0,1 0-2 0,3 0-2 16,1 0 3-16,2 0-3 0,2-2 4 0,1 1 0 0,1 0 6 0,2 0 4 15,3-3 0-15,1 1 7 0,1-2-3 0,2 0-1 0,2 0-2 0,0-2-2 16,1 1-3-16,1-3 2 0,0 2 4 0,-2 0-2 0,0-2 4 16,-2 0-7-16,-3-1-6 0,0 1-3 0,-4-2 0 0,-2 0 1 0,-3 0-1 15,-4-1 5-15,-2-1-10 0,-3 1-7 0,-3 1-16 0,-2 0-35 0,-4 1-34 16,-2 0-35-16,-1 1-21 0,-2-1-8 0,-3 0 6 0,1 1 15 15,-1-1 16-15,0 0 19 0,0 1 6 0,2-1-1 0,1 1 2 16,0 0 8-16,2 1-27 0,0 1-132 0</inkml:trace>
  <inkml:trace contextRef="#ctx0" brushRef="#br0" timeOffset="62820.31">28006 4800 905 0,'11'-16'81'16,"1"-1"-56"-16,4-4-3 0,-3 5-5 0,-2 2-2 0,-1 0-4 0,-1 0-3 16,0 1-1-16,-2 1-1 0,-2 1-2 0,-2 0 1 0,-2 1 5 15,-3 1-3-15,-2-1 1 0,-1 2 5 0,-2-2 4 0,0 1 10 0,-1 0 11 16,0 1 8-16,-1 1 6 0,1 2 1 0,-1 2 2 0,0 2-8 16,0 2-4-16,0 1-2 0,-2 2-8 0,1 3-1 0,-2 1-5 0,0 4-4 15,0 3-2-15,1 2-4 0,-2 4-2 0,0 3-2 0,2 0-1 0,0 3 0 16,4 2-2-16,1 0 1 0,2-1-3 0,3 0 1 0,2-2-1 15,3-3 2-15,1 1-4 0,1-4 4 0,4 1-2 0,2-2 0 0,0-4 7 16,1-1-3-16,0 0-1 0,1 0-3 0,1 0-3 0,-1-3 5 0,0-3 3 16,-2-3 1-16,1-3 4 0,0-2-3 0,0-3 1 0,0-3-1 15,-2-2-5-15,1 0-2 0,-1-4 1 0,0-1-4 0,-1-1 4 0,-1-2-6 16,-1 0 0-16,1-3 1 0,-1 0 0 0,0 0 2 0,0-1-2 16,-1 0-1-16,0-1-3 0,-1-2 3 0,-1-2 1 0,0-2-1 0,-1-3 0 15,0-1 1-15,-1-1-1 0,-1 1 0 0,-1-3 1 0,0 0-4 16,-1 0 0-16,-1-1-3 0,0 1 8 0,-1 1 2 0,1 2 1 0,0 2 4 15,0 4-9-15,1 3 0 0,-1 6 1 0,1 5 0 0,0 5 5 16,-2 2 1-16,1 2 3 0,0 1-2 0,-1 3 0 0,1 2-5 0,-2 1 1 16,1 4 2-16,-1 3 3 0,-1 4 3 0,1 4-3 0,-2 3 3 0,2 3-9 15,0 2 1-15,0 4 2 0,1 0 9 0,-1 4 8 0,2 1 3 0,0-1-7 16,2 2-12-16,1-3 0 0,1 2-2 0,2-2 0 0,1-2-2 16,1-3-1-16,0-2-5 0,2-5 1 0,1-1 8 0,0-2-1 0,1-3 6 15,2 0-6-15,-1-3-7 0,3 0-2 0,0-1 1 0,-1 0 3 0,-1-1 3 16,0-5 7-16,-1-4-7 0,-1-3 5 0,0-2 0 0,-2-2-5 15,0-1 7-15,0-1-1 0,0-2-5 0,0-1 1 0,-1-1 1 0,0 1-6 16,-1-1-1-16,-1 0 0 0,0 1-2 0,-1-1 6 0,1 1-1 16,0 2 1-16,-1 0-1 0,1 2 0 0,-2 0-2 0,0 2-1 0,-1 0-4 15,0 1-1-15,0 2 4 0,0 0-1 0,-1 2 2 0,1 0-2 0,1 1-2 16,0 0 1-16,-1 1 1 0,1 1 3 0,0 1-5 0,1 0 2 0,0 2 0 16,2-1 0-16,-1 1 2 0,1-1-4 0,0 0 1 0,-1 1-2 15,1-2 1-15,0 0 2 0,1-1-3 16,-1-1 3-16,1 0 1 0,1-1 1 0,0 0 0 0,-1-2-1 0,1 0 2 0,0-1 1 0,1-2-3 15,-1 1 1-15,0-1 1 0,0-1-3 0,1 1 3 0,-1-2-3 0,0 0-1 16,-1 0 7-16,-1 1-3 0,0-1 4 0,-1-1 2 0,-2 1-7 0,1-2 3 16,-1 2 0-16,0-1-2 0,0-1 5 0,-2 0-5 0,0-1 2 15,-1-1-8-15,-1 2 3 0,0-1 5 0,-1 0-4 0,-1 0 4 16,0 0-2-16,-2 0-3 0,0-1 5 0,-1 0-3 0,-1 0 1 0,-1 1 0 0,-1-2-4 16,-1 2 4-16,0-1-3 0,-1 1-2 0,1 1 6 0,1 1-4 15,0 2 1-15,0 1-2 0,0 2-4 0,1 0 1 0,0 2 0 0,2 1-3 16,-1 0 1-16,2 2-1 0,0 2 2 0,1 0 2 0,2 1 0 15,-1 0-2-15,2 1-5 0,0-1 1 0,1 1-3 0,1 0 1 0,1 0-2 16,2 0-6-16,0-1-8 0,3 0-4 0,-1-2-1 0,2 0-2 0,0 1 3 16,1-2 3-16,0 0 1 0,3-1 4 0,0-2 5 0,1-1 4 15,-2 0 4-15,0-2 5 0,0 0 1 0,1-1 2 0,1-1 4 0,-1 0-4 16,0-1 5-16,-1 1-1 0,0 0-4 0,-1 0 11 0,-1 1-1 16,-2 0 1-16,2 0 4 0,0 0-8 0,-1 0-1 0,0 1-1 0,-1 0-3 15,0 0 0-15,-1 1 3 0,1 0-4 0,0 0 1 0,1 1-2 0,0-1-1 16,0 1 2-16,1 0-1 0,-1 0 2 0,2 0-1 0,0-1-2 15,0 2 3-15,0-2-2 0,0 0 2 0,-1-1 2 0,2 0-5 0,0-1 1 16,1 0 2-16,-1-1-1 0,-1-1 4 0,1 0 3 0,-1-1-5 0,1 0 2 16,0-2 2-16,-2 0 3 0,0-1 5 0,0-1 7 0,-3 0 5 15,-1 0-2-15,-2 0-3 0,-1-1 0 0,-1 1-4 0,-2 1 0 0,-1-1-4 16,-1 1-4-16,-3 0 2 0,-1-2-6 0,-1-1 1 0,-2 1 0 0,-1 0-4 16,-1 0-2-16,-2 2 1 0,0 1 0 0,-1 0-3 0,0 2 1 15,1 0 0-15,-2 2 1 0,0 2-1 0,0 2 1 0,2 2-9 0,-1 1 5 16,1 2-2-16,-2 2-8 0,3 2 1 0,-1 0-15 0,1 4-18 15,2 1-14-15,-1 0-26 0,3-1-25 0,2-1-26 0,1 0-25 0,3-1-25 16,1 0-23-16,2-1-29 0,2-1-12 0,1 0-12 0,2-1-177 0</inkml:trace>
  <inkml:trace contextRef="#ctx0" brushRef="#br0" timeOffset="63004.3">29308 4360 586 0,'-1'-26'160'0,"3"1"-47"0,-1-1 40 0,0 8 20 15,0 8-14-15,0 4-28 0,-1 3-26 0,0 3-19 0,-1 2-12 0,0 3-4 16,-1 1-5-16,-1 4-7 0,0 4-5 0,-2 5-3 0,0 3-4 0,-1 6-8 16,0 2-12-16,-1 5-14 0,1 2-6 0,0 1-2 0,0 2 0 15,1 1 2-15,0-2-3 0,2 2-9 0,2-2-7 0,1 1-27 0,0-1-32 16,1-1-32-16,3 0-38 0,0-3-22 0,0-1-26 0,1 2-36 0,0 2-92 16,-1 4 49-16,-1 1 42 0,-1 3-102 0</inkml:trace>
  <inkml:trace contextRef="#ctx0" brushRef="#br0" timeOffset="63486.3">25800 7779 2836 0,'-5'-1'50'0,"3"4"-38"0,1 4-7 0,4 8 1 16,2 6 0-16,1 3-3 0,2 4-3 0,2 2-2 0,0-2 2 15,3 3-1-15,0-2 2 0,-1 1-1 0,-1 0-1 0,-2 2 1 0,0-1-2 16,-2 2-2-16,-1 0 3 0,-2-2-13 0,1 1 4 0,-1-2 10 15,1-1-6-15,1 0 17 0,-1-1-1 0,0-1-11 0,-2-3 2 0,0-2-2 16,0-3 1-16,1-3 0 0,-1-1-4 0,0-1-2 0,-1-2-6 0,-1-3-17 16,-3 0-30-16,1-1-46 0,-2-1-36 0,-1-2-33 0,0-2-23 15,-1-1-2-15,1-3-10 0,-1-2-14 0,-1-2-13 0,1-1-14 0,0-2-10 16,1-3 30-16,2-1-42 0,0-4 18 0</inkml:trace>
  <inkml:trace contextRef="#ctx0" brushRef="#br0" timeOffset="63769.82">25697 7944 937 0,'-8'-17'169'0,"2"0"-26"0,-2-4 0 0,3 3-29 0,2 2-3 15,1 0-3-15,1-1-1 0,0-1 0 0,1 0-7 0,0 0-6 0,1-2-2 16,-1 2-5-16,2 1 1 0,1 0-14 0,0 2-6 0,2 0-2 0,1 2-18 16,1 1 10-16,1 1-4 0,1 2-9 0,2 1-7 0,1 1-11 15,2 1-16-15,0 1 1 0,0 0-5 0,0 1-4 0,0 1-1 0,2 1 0 16,-1 0-1-16,2 1 3 0,0 1-3 0,-1 2 4 0,-1 0-3 15,1 1 0-15,1 1-2 0,2 0-4 0,-1 0 3 0,3 1-1 0,1-1 0 16,-2 2-8-16,2-1-2 0,-2 1 1 0,1 0 2 0,-1 1 11 0,0 0 0 16,0 1-1-16,1 1-6 0,-2-2 4 0,-1 3 2 0,-1-1 6 15,-1 1 0-15,-2 0-9 0,-1 0-6 0,-1 1-11 0,-1 0-9 0,-3 2-15 16,-1 0-34-16,-1 0-27 0,-4 0-36 0,-1 1-34 0,-1-1-24 0,-2 0-27 16,-2-1-19-16,-1 0-25 0,-1-1-7 0,0-1-7 0,-1-1 33 15,0-2-168-15</inkml:trace>
  <inkml:trace contextRef="#ctx0" brushRef="#br0" timeOffset="64136.82">26498 7582 1809 0,'0'-1'55'0,"2"0"-25"0,1 3 4 15,0 3 6-15,2 2 4 0,0 1-1 0,0 3-1 0,1 3-4 16,-1 2-3-16,-1 4 1 0,-1 3-1 0,0 2 1 0,-2 1-6 0,0 1-3 15,-1-1-6-15,0 1-5 0,0 0-4 0,1-2-6 0,0 2-2 0,0-3-1 16,1 1 1-16,2-2-4 0,0-1 0 0,0-1 1 0,1-2-2 16,0-2 2-16,1-1 1 0,-1-3-2 0,0-2 3 0,0-4-5 0,-1-1 5 15,0-1 0-15,1-3 5 0,0-1 0 0,-1-2 7 16,1-1 2-16,-1-2-1 0,1-1 1 0,2-1-3 0,0-1-3 0,0-2-3 0,1-1-2 16,-1 0-1-16,0 0-2 0,0-2 0 0,-1 1 3 0,1-1-3 15,1-1 1-15,1 1-3 0,-1 3 4 0,1 1-4 0,-1 1 4 0,0 2 2 16,-1 1 0-16,1 1 0 0,1 2-2 0,-2 1 1 0,0 2-1 0,1 1-2 15,-1 1 2-15,0 1 0 0,-1 2-4 0,1 0 4 0,1 2-5 16,-1 0 0-16,-1 0 0 0,-1 2 0 0,0-1 0 0,-1 0 0 0,1 1-3 16,-1-1 3-16,1-1-2 0,-2 0-1 0,1-1-2 0,-1 0 0 15,1-2 1-15,-1 0-4 0,0 0-10 0,1-1-20 0,-2-1-27 16,1-1-34-16,0-2-33 0,-1 0-39 0,-1-1-38 0,0-2-36 0,0 0-39 0,0 0-13 16,1-2 5-16,0-1 50 0,1-1-144 0</inkml:trace>
  <inkml:trace contextRef="#ctx0" brushRef="#br0" timeOffset="64427.82">27206 7586 609 0,'-1'0'126'0,"0"0"-46"0,0 1-10 15,1 1-15-15,-1 0-11 0,1 0-8 0,-1 0-10 0,0 0-8 16,2 0-9-16,-2 1-11 0,0-1-24 0,-1 1-27 0,0-1-46 0,0 0-46 15,0 1-30-15,0 0-7 0,0 1-126 0</inkml:trace>
  <inkml:trace contextRef="#ctx0" brushRef="#br0" timeOffset="64786.82">27216 7939 623 0,'-7'-1'121'0,"0"-2"-12"0,-2 1 12 0,2 0 3 0,1 1 15 16,0 0-1-16,1 0-4 0,1 1-5 0,1 0-15 0,-1 1-9 16,1 0-14-16,1 2-13 0,-1 0-11 0,1 1-15 0,0 1-8 0,1 2-8 15,0 1-8-15,1 1-4 0,1 2 0 0,0 1-6 0,2 2-1 16,0-1-4-16,2 0-5 0,0 0 1 0,2-1-4 0,1 1 1 0,1-2 1 16,2 0-2-16,2 0 4 0,0-1-1 0,1-2-5 0,3-1 4 15,1-1 3-15,1-2 2 0,0-2-1 0,0 0 3 0,-1-2 1 0,-1-2 6 16,0-3 0-16,0-1 5 0,-1-2-1 0,1-1-1 0,-1-2 5 0,0-1-4 15,-2-1-1-15,1-2-3 0,-1 1-6 0,-1-1-2 0,-2 0-5 0,-1-2 0 16,-1 0-1-16,-1 0-2 0,-1 0 1 0,-3 0-1 0,-1-2 2 16,-1 0 0-16,-3-1-7 0,-1 1 4 0,-3 0-2 0,-1 0 0 0,-1 0 1 15,-2 1-5-15,0 0-3 0,-3 0-1 0,0 2-4 0,-2 3-8 16,-2 0-7-16,0 4-2 0,-3 3-6 0,0 2 0 0,0 4-2 0,-2 3 1 16,0 2 3-16,-1 3-1 0,-1 1 1 0,-1 4-4 0,1 0-17 0,0 4-18 15,1 0-22-15,2 0-30 0,1 2-28 0,2 1-41 0,4-1-51 16,0-1-50-16,2 1-37 0,3-2 24 0,2-2-143 0</inkml:trace>
  <inkml:trace contextRef="#ctx0" brushRef="#br0" timeOffset="64956.82">27382 7174 1418 0,'1'-11'208'0,"1"3"-142"0,0 1 7 0,1 7-12 0,0 4 8 16,1 4 11-16,1 2 1 0,1 6-2 0,0 6-14 0,1 7-13 0,1 8-4 15,0 5-3-15,1 7 0 0,0 4-2 0,-2 8-2 0,-1 1-18 0,0 4-4 16,-1 3-8-16,1-1-7 0,2-1 4 0,1-1-9 0,1-4-15 16,1-2-20-16,2-3-78 0,2-1-104 0,2-2-330 0,1 2-503 0</inkml:trace>
  <inkml:trace contextRef="#ctx0" brushRef="#br0" timeOffset="65504.82">29156 2528 1137 0,'-1'-11'34'0,"1"3"-17"15,0 0-3-15,1 4-3 0,0 2-5 0,1 2-3 0,1 0-2 0,0 1 0 16,1 1 0-16,1 2 1 0,-2 0 7 0,1 3 5 0,-1 1 11 16,-2 3 7-16,0 0 1 0,-2 3 4 0,-1 3-3 0,1 3-1 0,0 1 2 15,0 6-7-15,0 1-1 0,0 3-3 0,-1 3-1 0,0 5-2 16,-1 4-1-16,0 4-3 0,-2 5-2 0,0 4 0 0,0 5 3 0,-1 6 0 16,-1 9 10-16,0 7 7 0,-1 9 9 0,1 9 9 0,0 9-8 0,1 9-16 15,1 8-10-15,1 11-8 0,3 10-4 0,1 8-4 0,2 8 1 16,3 6-5-16,3 6-5 0,4 2 2 0,5 1-6 0,5-3-1 0,4-4-1 15,6-1 6-15,3-5 2 0,5-5 4 0,2-1-1 0,3-7 3 0,2-2 7 16,1-5 3-16,0-3 14 0,-1-6-5 0,-1-5 0 0,-4-5-1 16,-5-6 4-16,-5-4 9 0,-5-3-4 0,-3-4-2 0,-5-4-4 0,-4 0 1 15,-4-4 2-15,-6-4-1 0,-4 0-2 0,-5-6-13 0,-3 1-4 16,-3-4-4-16,-4-1-7 0,0-2 5 0,-3-2-12 0,-1-1-38 0,1-4-49 16,-2-1-62-16,1 0-82 0,-2-5-77 0,2 1-82 0,-1-3-8 0,-1-3-63 15</inkml:trace>
  <inkml:trace contextRef="#ctx0" brushRef="#br0" timeOffset="66636.82">29470 3000 1590 0,'-1'-2'82'0,"0"1"-63"0,0 1 10 0,1 3 14 0,0 0 16 15,0 1 7-15,1 0 3 0,1 2-4 0,-1-1-1 0,1 2 2 16,-1 2 7-16,1 0-1 0,-1 2-9 0,1 1-10 0,0 0-14 0,1 0-8 16,0 1-5-16,2 1 0 0,1 0-1 0,1-1-6 0,0-1-2 15,1 0-1-15,1-1 2 0,0-3 3 0,0 1 5 0,2-3-2 0,1-1 5 16,0 0-4-16,2-1-2 0,-2-1 7 0,2-2-11 0,-1 0 6 0,0-1 11 16,-1-3-3-16,-1-1 5 0,0-2-1 0,1 0-13 0,-1-3 0 0,-1-1-3 15,1-2-4-15,-3 0 1 0,0-3-4 0,0 2-2 0,-1-2-5 16,-1 0 2-16,-2 0-6 0,-1 0 6 0,-2 0 0 0,0 0-2 0,-2 0 0 15,-2 1-4-15,-2-2 1 0,-1 0-4 0,-1-1 7 0,0 1-4 16,-1 0 1-16,0 2-1 0,-3-1 1 0,1 3-2 0,-1 1-1 0,1 0-1 16,0 3-7-16,0 1 6 0,-1 2-6 0,0 1 5 0,-1 2-4 15,-1 2-2-15,3 2-5 0,-2 0-6 0,1 2-4 0,2 0-10 0,-1 2-24 16,2 2-32-16,0 1-51 0,1 0-49 0,1 1-53 0,0-1-48 0,0 1-39 16,2 1-53-16,-1-2-24 0,3-1-206 0</inkml:trace>
  <inkml:trace contextRef="#ctx0" brushRef="#br0" timeOffset="66858.83">29673 2383 1492 0,'-10'1'186'0,"1"2"-178"15,-3 3 13-15,3 3 7 0,1 1 8 0,1 1 5 0,0 2 0 0,3 1 1 16,-1 2 2-16,1 0 3 0,0 3 3 0,1 1-3 0,0 2-2 0,1 2-17 15,0 2-6-15,0 1-9 0,2 3-4 0,-1 0-3 0,2 2 0 0,0-1-5 16,1-1 2-16,0-1 0 0,1 0 0 0,3 0-3 0,0-1-1 16,2-2-4-16,1-1 1 0,1-3 0 0,1-2-4 0,0 0-6 0,0-2-76 15,-2-1-49-15,1 2-42 0,1 0-63 0,-2-1-7 0,2-1-26 16,-1 0-3-16,-1-2-92 0,2-2 80 0</inkml:trace>
  <inkml:trace contextRef="#ctx0" brushRef="#br0" timeOffset="67470.34">29920 2907 644 0,'0'-7'278'0,"0"2"-197"0,2-1 8 0,-1 5 8 0,0 2-5 16,0 0-4-16,0 2-12 0,1 0-9 0,1 1-10 0,-2 0-6 0,1 0 2 15,-1 1-3-15,0 0 4 0,2 0-9 0,-1 0-5 0,2 0-4 16,0 0-10-16,1 0-4 0,1 1-2 0,0-1-2 0,2-1-1 0,0-1 4 16,1-1-3-16,0-1 2 0,-1 0 0 0,1-1-3 0,-1-1 5 0,-1-1-5 15,-2 0 5-15,0-1-5 0,-1-1 4 0,0-1 1 0,-2 0 3 16,0-1 0-16,-2 0 4 0,-1 0-2 0,0 0-5 0,-2 0 3 0,1 0-6 15,-3-2 0-15,-1 0-1 0,1-1-4 0,-2 0-2 0,1 1-1 0,1 1-3 16,-2 2 1-16,0 1 2 0,0 2 2 0,0 1-1 0,1 2 1 16,1 2-5-16,-1 2-4 0,0 3 1 0,0 2 2 0,0 3-4 15,0 1 0-15,1 2-3 0,0 2-2 0,0 0 4 0,1-1-2 0,1 2-2 16,1-2 2-16,1 0-4 0,1-1 5 0,2-1-2 0,1 0 2 0,2 0 4 16,1-3-8-16,1 0 3 0,1 0 0 0,1-1-7 0,1-1 9 15,-1-3-2-15,3 0-5 0,-2-1 7 0,1-1-4 0,0-2 4 0,-1 0 1 16,0-2-1-16,0-2 2 0,0-1-2 0,0-1-1 0,0 0 3 0,-1-2-6 15,-1 0 5-15,1-1-3 0,-1 0 0 0,-1-2 3 0,0 0 1 0,0-1-1 16,-1 1 1-16,-1-1-2 0,1-1 0 0,-3 1-4 0,2-2 7 16,0 1-4-16,-1 0 1 0,1 1-2 0,-1 0-3 0,0 2 4 0,0 1 1 15,0 0 0-15,-1 3 1 0,1 0-5 0,0 1 5 0,1 0-4 16,-1 2-2-16,1 0 6 0,-2 0-6 0,1 1 3 0,0 0 4 0,-1 1-4 16,1 1 0-16,0 1-1 0,0 0 2 0,0 1-2 0,1-1 4 0,0 1 0 15,2-1-6-15,-1 1 5 0,2-1-4 0,-2 0 0 0,3 0 4 16,1-2 0-16,-1 0-6 0,0-1 6 0,0-1-2 0,0 0 0 0,-1-1 3 15,1-2 2-15,0 1-3 0,0-2 1 0,-2-1 3 0,-1 0-7 0,0 0 4 16,-2 0-2-16,0 0 3 0,-1 1 0 0,-1-2-2 0,0 0 6 16,-2-1-6-16,1-1 4 0,-2 0 0 0,0-1 1 0,-1 0 3 0,-2 1-4 15,1-1 0-15,-2 0-2 0,-1-1-1 0,-1-1 3 0,-1-2-1 16,-2 1-3-16,2-2 1 0,-1 0 0 0,1 0 1 0,0 2-1 0,-1 2-3 16,0 0 2-16,0 1-2 0,-1 3 0 0,1 1 1 0,0 2-2 15,-1 1 2-15,0 1-1 0,-1 2 0 0,0 1-1 0,1 1-1 0,0 1-1 16,-1 1-9-16,2 0 7 0,1 1-6 0,0 1-2 0,1 0-3 0,-1 1-10 15,2 1-17-15,0 3-33 0,3 2-17 0,0 1-13 0,0 0 2 16,2 0 7-16,0 1-2 0,1 0-19 0,1 0-18 0,2 2-19 0,0-2-18 16,1 1-16-16,1-2-18 0,-1 1-13 0,3-1 14 0,1 0 27 0,0-3-137 15</inkml:trace>
  <inkml:trace contextRef="#ctx0" brushRef="#br0" timeOffset="70103.86">30449 2851 211 0,'-3'1'87'0,"-2"0"-1"0,-1 1-2 16,1 1-1-16,0 0 3 0,0 1 4 0,1 0 4 0,-1 1 1 0,1 1-4 16,0 1-3-16,0 2-9 0,0 0-11 0,0 3-11 0,1 1-12 0,0 1-6 15,1 0-7-15,2 0-2 0,0 1 2 0,1 0-3 0,1-1 1 16,1-1-3-16,3 0-4 0,0-1-3 0,-1-1-2 0,3-1-1 0,-1-2 4 15,2-1-2-15,0 0 4 0,1-2-5 0,2-2 2 0,-3 0-1 16,2-2 1-16,0-1 4 0,-3-2-3 0,2-1 1 0,-1-1-2 0,-2-2-1 16,3 0-3-16,-1 0 1 0,1-2-5 0,0 1 2 0,-2-1-3 0,1-1-2 15,-2 0 0-15,0-1 2 0,0 1 0 0,-1 0 4 0,0 0 5 16,-1-1-2-16,-1 1 4 0,-1 0 1 0,0 2-2 0,-2 2 2 0,0 2 6 16,-1 1-4-16,0 1 0 0,0 2 1 0,0 1 0 0,-2 1-8 0,0 3 1 15,-1 2-4-15,0 4-6 0,-1 2 3 0,0 2-6 0,0 1-1 16,1 3-5-16,0 0 1 0,1 0-4 0,1 2 5 0,0 0-13 0,2 0 2 15,-1 2 2-15,1-1 2 0,1 2 8 0,0-1 0 0,1-2 0 16,0-1-6-16,1 1 0 0,-1-5 2 0,1 1-1 0,1-2 1 0,-2-2 2 16,2 0-4-16,-2-2 6 0,0-1 0 0,-1-3-4 0,-1-2 4 0,0-2 0 15,-1-2 0-15,-1-2 9 0,1-1-3 0,-3-1-5 0,-1-2 1 16,-1-2-2-16,-1-2 0 0,1-2 0 0,-2-1 0 0,1-2-1 0,-1 2-4 16,-1-3 2-16,1 0 2 0,1-1-2 0,-1 0 6 0,1-3-6 0,0-1 1 15,0 1-1-15,0-2-4 0,1 0 2 0,1-1-1 0,1 2 9 16,2-2 0-16,1 1 3 0,1 1-1 0,2 0-8 0,2 0 2 0,2 3-1 15,-1 0 1-15,2-1-1 0,1 2 2 0,0 1 0 0,2 1-1 16,0 1 1-16,2 2-1 0,-1 1 1 0,1 3-3 0,-3 0 3 0,3 1 1 16,-2 1 1-16,1 1 1 0,-2 1-1 0,-1 2-1 0,1 1 3 0,-2 2 4 15,0 1-2-15,-2 2 3 0,0 0-1 0,-1 4 2 0,-1 0-1 16,0 1 1-16,-1 1-5 0,0 2 6 0,-3 0-1 0,3 1-5 0,-1 0 6 16,0-1-9-16,3-1 0 0,-2 1 6 0,2-1-2 0,1-1 1 0,-1-1-2 15,2-3-2-15,-1-1 1 0,1-1-4 0,0-1 4 0,-2-2-7 16,1-1 4-16,-3-2 11 0,-1-2 6 0,1 0 10 0,-2-1-6 0,0-2 1 15,0-2-9-15,-1-1-4 0,0-2-2 0,-1 0-1 0,-1-1-5 16,0-1 0-16,-2 1-1 0,1-1-1 0,-1 0 0 0,0-1 2 0,0-1-1 16,1-1 4-16,0 0-4 0,0-1 1 0,1-1 3 0,1 0-6 0,0-4 3 15,2 1-4-15,1-1 3 0,1-2-3 0,1 1 3 0,0 1-1 16,-1 2-4-16,2 4 4 0,0 3-1 0,0 3-2 0,0 2 1 0,0 3-1 16,0 2 0-16,1 1-1 0,0 0-3 0,-1 2 1 0,-1 0-4 0,1 1 7 15,0 0-3-15,-1 2-2 0,2 0-2 0,-1 0-3 0,-1 2-5 16,2-1-5-16,0 1-5 0,0-1-12 0,0 1-7 0,-1-1-13 0,2 0-17 15,0 0-7-15,0-1-11 0,-1 1-13 0,-1-1-5 0,1 1-8 16,-2-2-8-16,1 2-6 0,0 1-9 0,0-1-8 0,0 1-7 0,-1 0-6 16,0 0-2-16,0 0 13 0,-2-1 21 0,2 1 25 0,-1 0 25 0,0-2 23 15,1 0 18-15,0 0 16 0,0 0 15 0,-1-2 14 0,-1 0 16 16,-1 0 15-16,0-2 13 0,-1 1 10 0,-1 0-1 0,0 0 1 0,0-1-2 16,0 2-1-16,-1-1-3 0,1 0 4 0,-1 1 1 0,0-1 1 0,0 1-2 15,1 0 1-15,0-1 0 0,2 1-2 0,0 0 3 0,-1 0 2 16,1 1-3-16,0-1-1 0,2 1 2 0,0-1-7 0,-1 1-3 0,2-1 0 15,-1 2-9-15,1-3 0 0,1 2 1 0,0-1-5 0,0-1 1 0,0-1 0 16,0 1 0-16,1-2-1 0,0 1 4 0,2 0-3 0,-1-2 2 16,0 0-3-16,0-1-3 0,-1-2-4 0,-2 0-4 0,-1-1-3 0,0-1 0 15,-1-1-2-15,0-1-5 0,-1 0-1 0,-1-1 2 0,-1 0-1 16,0-1 4-16,0-2-1 0,-2 0-5 0,1 0 0 0,-1 1-1 0,0 1-2 16,1 2 7-16,-1 0-4 0,0 3 1 0,-1 2-1 0,1 1-3 0,-2 0-1 15,-1 2-4-15,1 1 2 0,-2 2-1 0,1 2 3 0,0 2-7 16,-1 1 2-16,1 2-7 0,-1 2 2 0,1 2 0 0,1 0-1 0,0 2-1 15,0 0 4-15,0 0-1 0,1-1 1 0,1 1-1 0,0-1-5 16,1 0 0-16,3-2 1 0,0-1 3 0,3-1 0 0,2-1 0 0,-1-1 0 16,2 0-2-16,2 0 4 0,0-3 1 0,2 2 2 0,0-3-2 0,4 0 2 15,1 0-5-15,-1-2 2 0,0-1 0 0,-1-2 1 0,0-1 0 16,1 0 2-16,-2-1 0 0,1-1 0 0,0 0 0 0,0-1 0 0,0 1-2 16,-1-2 2-16,1 1 1 0,-1-1-2 0,0 0 2 0,-1 1-2 0,0 0 0 15,-1-1 0-15,1 1-4 0,-1-1 1 0,-1 0-1 0,-1 1 5 16,0-2-1-16,0-1 2 0,0 0 3 0,-2 0-3 0,0 0 4 0,-2-1-3 15,-1-1-1-15,1 1 4 0,-2-1-1 0,-1-1 4 0,-1 0-1 16,-1 0 1-16,-1 0-1 0,0 2-3 0,-1 0 4 0,-1 1-3 0,-3 2 4 16,2 1-2-16,-2 1-6 0,-2 2 6 0,0 0 0 0,-3 2 0 0,0 1 2 15,0 1-2-15,-3 1 2 0,1 3 0 0,-1 1-2 0,0 2-2 16,0 2 1-16,-1 3-6 0,1 3 0 0,0 1 2 0,2 2-10 0,1-3-1 16,2 2 2-16,2 0 1 0,1-3 1 0,2 1 0 0,2-3-2 0,2 1-3 15,2-3 5-15,2 1 0 0,1 0-2 0,2-2 2 0,2 0-4 16,1-3 3-16,0 1-1 0,0-2 0 0,2-1 1 0,0-1 2 0,0-1-2 15,-1-1 2-15,-1-1-1 0,1 1-1 0,2-2 1 0,-1 0-4 0,-1-2 1 16,-1-1-1-16,-1-1-8 0,1 1-2 0,0-1-8 0,-1-1-16 16,0 0-16-16,-2 0-15 0,-1-1-22 0,1 0-15 0,0 0-12 0,1 0-10 15,-1 1 2-15,0 0 1 0,2 1 4 0,-1 0 3 0,-1 2-5 0,0 0 0 16,0 2 2-16,0 1 4 0,0-1 10 0,0 0 19 0,1 0 26 16,2-2 27-16,-1-1 23 0,3-1 15 0,0-1 7 0,0 0 1 0,-1 0 2 15,-1 0 3-15,-2-1 7 0,0 1 9 0,0-1 15 0,0 0 11 16,-1 0 7-16,0 0 4 0,-1 3 0 0,0-2 0 0,0 0-2 0,-1 0 0 15,2 0-6-15,1 1-8 0,0 0-4 0,-1 0 1 0,2 0-3 0,2 0-3 16,-1 1-1-16,1-1-7 0,-1 1-3 0,0 0-2 0,2 0-4 16,0 0-1-16,1 1-5 0,1 1-1 0,-1 0-4 0,2-1-4 0,0 1-3 15,1 0-4-15,1 0-2 0,-1 0 0 0,1 0 0 0,-1 0 1 16,0 0-4-16,1 1 2 0,-4-1-2 0,1 1-2 0,-1-2 7 0,-2 1 1 16,-1-1 0-16,1 1 5 0,-2-1-5 0,0 0-9 0,-2 0 3 0,1 0 0 15,-5 0-3-15,2 0-5 0,-2 0-22 0,1-1-26 0,-1 0-25 16,2 0-31-16,-2 0-12 0,2-2-14 0,-1 0-4 0,-1 0 9 0,1-1 7 15,0 0 11-15,0-1 7 0,1 0-2 0,0-1-4 0,1 1-1 0,1 0-3 16,-1 0 1-16,1 0 17 0,2-1 15 0,-1 1 25 0,1 1 25 16,0-2 12-16,-1 1 9 0,1 0 0 0,-1 0 1 0,0 1 4 0,-1-1 7 15,0 2 4-15,0-2 8 0,0 1 9 0,-1 0 14 0,-1 0 23 0,0 0 15 16,-2 0 14-16,1-1 8 0,-1 1 0 0,-2 0 11 0,1 0 14 16,-1 0 7-16,-2 3 4 0,1-1-7 0,-1 1-19 0,0 1-15 0,-2 1-11 15,1 2-10-15,-1 0-4 0,1 1-5 0,-1 0-2 0,-1 2-3 16,0 1 9-16,1 2 3 0,-1 0 1 0,0 2 3 0,1 0-6 0,0 2-5 15,1 1-5-15,1 2-11 0,0 0-8 0,0 1-5 0,3 0-4 0,0 0-3 16,0 1 0-16,2-2-3 0,1 1 0 0,1-1 4 0,1 0 1 16,1-2 7-16,2-1 2 0,1 0 0 0,2-2 7 0,0 0-2 0,1-3-5 15,1 0 4-15,2-3-4 0,-1-1-3 0,-1-1 8 0,3-1-4 0,-1-2-2 16,0-1-4-16,-3-2-2 0,2 1-2 0,-1-3-7 0,0-1 1 16,-3-1-8-16,1 0 3 0,0-1-5 0,-2 0-1 0,0-1-1 0,-2 1-1 15,-1-1 0-15,1-1 0 0,-2 0 1 0,-3-1 1 0,1 0-2 0,-2-1 0 16,-2-1 3-16,-2 0-3 0,-1-2 2 0,-1 0-3 0,-4-2-1 15,-1 0 4-15,-2 1-1 0,0-1-3 0,-2 0 4 0,-1 0-5 0,-2 2 2 16,-2 1-1-16,2 1-1 0,-1 2 0 0,-1 2-8 0,0 1 6 16,-1 3-9-16,2 2 4 0,-1 2-4 0,2 3-1 0,-1 2-6 0,2 2-2 15,0 2-3-15,1 1-7 0,0 1-6 0,0 1-6 0,3 2-8 0,0-1-15 16,1 1-18-16,3 0-26 0,0 1-21 0,2-1-20 0,1 1-10 16,2 0-6-16,1-3-3 0,2 1-4 0,1-1-12 0,2-1 0 0,1-1 6 15,0-2 19-15,3-1 23 0,0-3 20 0,3-1 15 0,0-3 9 0,2-1 6 16,0-2 14-16,1-2 12 0,1-2 17 0,0-2 17 0,0 0 9 15,-1-1 7-15,1-1 4 0,-1 0 3 0,1 0 0 0,-1 0 3 0,-1 1 6 16,1-2 11-16,-2 0 16 0,1 0 16 0,-2-1 13 0,0-1 7 0,-2-1-2 16,2-1-7-16,-2 1-9 0,-2-3-9 0,0 0-3 0,-1 1 3 15,-1-1 3-15,0-1 7 0,-2 0 5 0,0 0 2 0,-1 0 5 0,0 1 0 16,0 1 0-16,-1-1-4 0,0 2 1 0,-1 1-3 0,1 1-1 16,-1 1-2-16,1 4-4 0,0 0-4 0,-1 2-6 0,0 2-3 0,0 2-8 15,1 2-2-15,-2 1-1 0,0 2-4 0,0 1 1 0,-1 1 0 16,0 2-4-16,-1 0-1 0,0 3-1 0,0 0-3 0,-1 1-3 0,1 2-3 15,-1-1-3-15,0 2-3 0,2 1 3 0,-1 0 2 0,1 0-1 0,0 1 5 16,1 2-2-16,0 0-1 0,-1 2-3 0,1 1-1 0,1 2 1 16,-1 1 5-16,0 0 5 0,1 3 2 0,1 0-1 0,0 0-6 0,1 1 1 15,0-1-1-15,1 0-1 0,1 0-5 0,1-1 15 0,0 1-6 0,2-2-3 16,0 0 0-16,1 0-18 0,0-2 3 0,1 0 3 0,1-2-3 16,1-1 3-16,-2-2 3 0,-5-9 1 0,-1 1 5 0,0 0 0 0,1-1 5 15,-1 0 0-15,1-1 1 0,-1 0 4 0,0-2 1 0,-1 1 3 0,0 0 5 16,0-2 2-16,-1 1 3 0,0-1 2 0,0 0-3 0,0-2-3 15,0 1-4-15,0-2-7 0,-1 0 0 0,0-1-2 0,-1-1-2 0,0 0 0 16,0 0-4-16,-1-1-2 0,0 0 1 0,0-2-3 0,-1-1 1 16,-1-5-2-16,0-2-3 0,-2 1 1 0,1 0 0 0,0-2 4 0,0 0-1 15,0 0-2-15,2 2 1 0,-1-2-2 0,0-1-1 0,1-1 3 0,1 0 1 16,2-2-4-16,-1 0 1 0,2 1-1 0,1-2-2 0,-1 11 0 16,0-2-2-16,1 1 1 0,1-1-6 0,0 2 2 0,1-1 2 0,0-1-1 15,0 1 6-15,1 0-2 0,0 0-3 0,-1 2-1 0,2-2-1 0,0 2 9 16,0-1-4-16,0 1 6 0,0 1-2 0,1 0-8 0,-1 1 6 15,0 0-5-15,-1 1-1 0,1 0 1 0,-1 1-2 0,1 0 0 0,-1 1-1 16,-1 0 1-16,1 0-7 0,0 0-1 0,-1 1-7 0,1 0-3 16,-1 0-8-16,0 1-9 0,0-1-15 0,1 1-12 0,-1 0-2 0,1 1-6 15,0 0-3-15,0 0-4 0,0 1 0 0,0 0-6 0,0 1 4 16,0 0-2-16,0 1-3 0,0 0 4 0,0 1-4 0,1 2-2 0,-1-1 1 0,0 2-4 16,1 0 4-16,-1 0 3 0,1 1 10 0,-1 1 13 0,0 0 13 15,1 0 10-15,0 1 6 0,0-1 4 0,-1 0-3 0,1 1 2 0,0-1-1 16,0 0-3-16,-2 0 4 0,2-2-1 15,0 1 0-15,-1-1 2 0,-1-2 3 0,1 1 4 0,-1-1 6 0,0 0 5 0,-1-1 6 0,0 0 4 16,-1-1 3-16,1 0 7 0,-1 0 10 0,-2 0 10 0,1-1 6 0,1 1 3 16,-1-1 0-16,-1 1-2 0,0-1-4 0,0 1-4 0,1-1-8 15,-2 1-3-15,1-1-2 0,-2 1 0 0,2 0 1 0,-1 0-1 0,0 0-1 16,-1-1 3-16,1 1 3 0,0-1 5 0,0 1 4 0,-2-1 4 16,3 1 4-16,-1-1 3 0,0 0 4 0,-1 0 5 0,1 0 3 0,1 0 5 15,0 0 0-15,0 0 0 0,0 1-4 0,0-1-7 0,0 2-3 0,1 0-4 16,0 0 0-16,0 0 0 0,0 2-6 0,0 0-1 0,0 0-1 15,1 1-2-15,0 0 3 0,1 1-2 0,0-1 11 0,1 1 2 0,0-2-1 16,1 2 2-16,-1-1-9 0,2 0 0 0,0-1-1 0,1-1-5 16,0-1-4-16,0-1-5 0,0 0-2 0,1-2-1 0,-1 0-2 0,1-1-2 15,1-1 4-15,-1-1-3 0,0-1 1 0,-1-1-3 0,-1 0 2 0,-1-1 1 16,1-1 5-16,-1-1 2 0,-1 0-5 0,0-1 1 0,-1 1 1 0,0-1-5 16,-3-1 4-16,0 0-2 0,0-1-3 0,-2 0 1 0,-1 1-3 15,-1-1 2-15,0-1 1 0,-1-1-2 0,0 1 0 0,-2-1 1 0,0 1 0 16,-1-1 0-16,1 1-2 0,-2 0-2 0,-1 0-4 0,1 1-10 15,0 2 4-15,-1 0-1 0,-1 1-18 0,2 1 5 0,-1 2-14 0,0 1-9 16,-1 1-1-16,1 2-23 0,-2 1-28 0,3 1-22 0,-2 2-16 0,0 1-6 16,1 1-7-16,-1 0-10 0,2 1-7 0,-1 0-13 0,2-1-8 15,0 1 0-15,0 0 5 0,1-1 13 0,1 0 35 0,1-1 42 0,3-1-115 16</inkml:trace>
  <inkml:trace contextRef="#ctx0" brushRef="#br0" timeOffset="70603.86">29229 4179 2441 0,'3'3'0'0,"5"1"0"0,1 3 2 0,4 1 1 0,4-2 8 16,2-1 9-16,4-2 8 0,8-2 13 0,4-2 13 0,6-3 11 0,5-2 23 16,4-3 10-16,6-2-9 0,5-1-7 0,5-3-22 0,8-2-18 0,3-1-7 15,9 1-5-15,5-2-3 0,5 1-3 0,3 1 1 0,6-2-9 16,2 1-3-16,3 1-4 0,3-1 7 0,2 0-1 0,1-1-3 0,3 1 1 16,-1 0-13-16,3 0 5 0,-1 1 1 0,-1 0-6 0,2-1 0 15,-2 2 9-15,-1 2-2 0,-60 7 2 0,15-2 2 0,-2 0-14 0,15-1-3 16,-1-1-5-16,12 0 9 0,-2-2-9 0,-40 7-7 0,3-2-9 0,1 1-20 15,5-1-8-15,-3 1 4 0,4 0-7 0,-3 1 2 0,2-2 0 16,0 1-2-16,1 0 7 0,-3 0 1 0,3-1 2 0,-4 2-15 0,2-1-34 16,-4 1-55-16,1-1-64 0,-5 0-71 0,-2 1-52 0,-8-1-18 15,-4 1-10-15,-5 0 12 0,-3 0-23 0</inkml:trace>
  <inkml:trace contextRef="#ctx0" brushRef="#br0" timeOffset="72153.86">31138 4345 425 0,'-1'1'135'0,"1"0"-80"16,-1-1 7-16,1 2 10 0,0-1 1 0,1 0-10 0,1 0-10 0,0 1-8 16,0-1-6-16,1 0-1 0,-1 0 7 0,1-1 4 0,0 1 4 15,1-1 5-15,0 0-7 0,0-1-3 0,1 0-5 0,0-1-1 0,0 0-4 16,2 0-2-16,-2-1 2 0,1 0 0 0,0 0 2 0,1-1 4 0,1 1-1 16,-1-1 0-16,1 0 1 0,0-1-12 0,-1 1 2 0,0-1-6 15,1 0-6-15,0 0 3 0,1-1-6 0,1-1-3 0,-1-1 5 0,0 0-2 16,-1-2 7-16,0 0 1 0,1 0 0 0,-2-2 6 0,0 0 2 0,-1 0 10 15,0-2 9-15,0 1 6 0,-2-1 5 0,0 1-3 0,-3 0-6 16,-1 2-2-16,1 1-7 0,-2 1 0 0,0 1-5 0,-1 2-6 0,-2 0-3 16,0 1-2-16,-1 2-9 0,0-1-9 0,-3 2 2 0,1 0-3 15,0 1 5-15,-1 1-1 0,0 1-5 0,1 1-6 0,-2 1 1 0,2 1-2 16,0-1-1-16,-1 2-3 0,2 0 5 0,0 1-1 0,0 0-3 0,2 0 1 16,0 0-2-16,-1 0 2 0,0 0-1 0,0 2 3 0,1-1-4 15,0 2 1-15,0 0 1 0,0 0-5 0,0 0 4 0,1 1-2 0,1-1-1 16,0 2 4-16,1-1-4 0,0 3 4 0,2-1-2 0,1 2 1 0,0 2 3 15,2-1-8-15,-1 0 6 0,1 1-2 0,1 1-3 0,0-1 3 16,2-1-2-16,-1 0-6 0,0 0-8 0,2-1 3 0,0-1 1 0,2 0 7 16,1 0 7-16,-1-1 1 0,0-1 0 0,0-1 1 0,0-2-3 15,0 1 1-15,0-2 0 0,1 1-2 0,-2 0 3 0,-2-1-3 0,0 0 0 16,-2 0 4-16,0-2-3 0,0 1 4 0,-1 0-1 0,0-2-1 0,-2 1-1 16,0-1-2-16,0-1 3 0,0 0 2 0,-2-1-3 0,1 0 5 15,-2-1-2-15,1 0 2 0,1 0 3 0,-1 0-3 0,0 0 0 0,-1 0-1 16,0 0 1-16,1 0 4 0,-1 0-3 0,0 0 4 0,0 1-3 0,0 0-2 15,-2 0 5-15,1 0-2 0,0 0 1 0,-1 0-1 0,-1 0-3 16,0 0 0-16,-1 1 0 0,-1-1 0 0,0 1-2 0,0-1 2 0,-1 1 4 16,0 0-4-16,-1 0 3 0,1 0-5 0,0-1 4 0,-1 1 3 0,2-1-1 15,-1 0 1-15,1 0 1 0,-2 1-4 0,1 0 0 0,0-1 3 16,0 1-3-16,2-2 2 0,0 1 1 0,0-1-3 0,1 0 2 0,1 1 2 16,1-1-8-16,1 0 2 0,-1 0 0 0,0-1 1 0,2 0-1 15,1 0 2-15,-1 0 0 0,1 0 0 0,1 0-2 0,-1 0 1 0,2 0-1 16,1 0 0-16,1-1 6 0,1 1-6 0,2 0 2 0,1-1-5 0,0 0-2 15,2 0 2-15,-3 0-3 0,3 1 1 0,-1-1-2 0,-1 0 2 16,3 0 0-16,-1 1 2 0,0-1-1 0,0 1-1 0,-2-1 0 0,1 1 0 16,-1 0 7-16,-1 0 0 0,2 0 2 0,-4 0-5 0,1 0-6 15,-1 1 2-15,0 0-8 0,1 0 4 0,-1-1-5 0,-1 1-8 0,-1-1-7 16,0 0-20-16,0-1-23 0,1 0-29 0,-1 1-24 0,0-1-31 16,-1 0-35-16,2 1-40 0,1 0-34 0,-1 0-23 0,1 1-20 0,-1 2-7 15,0 1-15-15,-1 0-7 0,1 3 6 0,-3 1-32 0</inkml:trace>
  <inkml:trace contextRef="#ctx0" brushRef="#br0" timeOffset="74039.86">31387 5164 22 0,'0'1'26'0,"0"0"-3"0,0 0 4 0,0 1 8 0,0-1 6 15,-1 0 5-15,1 1 2 0,0-1 1 0,0 0 1 0,0 0-4 16,-1 0 3-16,1 0-2 0,1 1 3 0,-2-1 6 0,2 0-2 0,-1 2 2 15,0-1 1-15,1 0-1 0,-1 0 1 0,0 0 4 0,1 0 3 0,-1 0 1 16,0 0 2-16,1 1-4 0,-1 0 1 0,1-1-1 0,-1 1-1 0,0 0-4 16,-1 0-8-16,0 0-3 0,1 0-12 0,-1 0-4 0,1 1-4 15,-1-1-6-15,0 1 4 0,1 0-3 0,0 0 2 0,-2 0 6 0,1 1 2 16,-1-1 6-16,0 0 3 0,1 0 4 0,0 0 4 0,0 0 3 16,-1 0 0-16,-2-1 0 0,2-1-6 0,0 1-2 0,-1 0-7 0,0 0-7 15,0 0 0-15,-1 0-6 0,1-1 1 0,-1-1 2 0,0 0-4 0,0-1 2 16,-1 1 0-16,1-1 1 0,-1 0 2 0,1 0-4 0,1-1 3 15,-2 0-2-15,2-1-1 0,-2 1 0 0,1-2-4 0,-1 0-3 0,0 0 3 16,1 0-2-16,0-1 0 0,0 2-2 0,0-2-3 0,1 0 5 16,0 0 1-16,1 0 2 0,-1 1 2 0,2-2-6 0,1 1 5 0,0-2-10 15,2 1 1-15,-1-1-4 0,1 0-4 0,1-1 2 0,0 1-1 16,3-2 3-16,-1 1-1 0,2 0-1 0,1 0 0 0,-1 1-2 0,2 0 0 16,-2 1-3-16,3 1 3 0,0-1 2 0,0 2-2 0,0 0 2 0,0 0-2 15,-2 1 0-15,1 1 0 0,0-1 2 0,0 1 2 0,-1 0 1 0,1-1-1 16,0 2-1-16,0 0-1 0,0 0-1 0,2 1-5 0,0 0 3 15,0 0-3-15,2 1 3 0,-2 0-4 0,3 0 2 0,-1 1-2 0,2 1-2 16,-1-2 4-16,0 2 1 0,2 0-1 0,-1-1 0 0,-1 1-1 16,1 1-2-16,0-1 1 0,0 1 0 0,-1 0 0 0,1 0 1 0,-2 1-4 15,2-1 5-15,-2 1 1 0,-1-1-1 0,1 1 1 0,-4 1 1 0,1 1-4 16,-3 0 3-16,0 0 3 0,0 0-1 0,-3 0 0 0,0 0 0 16,-3 0 4-16,1 1-4 0,-3 1 8 0,-1 1-5 0,0 0 3 0,-3 1-2 15,-2 0 0-15,0 1-4 0,-3 1-2 16,1-2 3-16,-5 0-4 0,-2 1 5 0,0 0 0 0,-2 1-2 0,0-1 0 0,1-1 3 0,-3 0-3 15,0 0 2-15,4 0 0 0,-3 0-3 0,0-1 5 0,2 0-6 0,-1 0 3 16,2-1-1-16,1-1-3 0,3 0 0 0,1-1-1 0,-1 0 3 16,4-1 0-16,-2-1 6 0,5-1-2 0,0-1-5 0,1-1 3 0,3 0 1 15,-2-1 7-15,3-1-1 0,1 0 5 0,-1-1 2 0,2 1 0 0,1-1 0 16,-1 0 1-16,4-1-1 0,-1 1-3 0,2-1-1 0,2-1-1 16,1 0-6-16,-1-1 8 0,1 0-2 0,0 0-2 0,1 0-2 0,2 1 3 15,-1-2 2-15,0 1 1 0,0 0 2 0,1 1-5 0,0 0 3 0,-2 0-4 16,-1 0 2-16,1 0 1 0,0 1-5 0,0 0-5 0,-2 1-1 15,0 0 3-15,-2 0-2 0,0 0 0 0,1 0-1 0,-1 0-3 0,0 1 0 16,-2-1 0-16,0 1-2 0,2-1 2 0,-2 1 0 0,1-1 0 0,0 0 4 16,-4 0-8-16,3 1 4 0,1-1-4 0,-1 0-2 0,0 0 10 15,-1 1-10-15,0-1 6 0,0 0 2 0,1-1-8 0,-2 1 4 0,1-1-8 16,-1 1-7-16,1-1-3 0,-1 0-8 0,0 1-11 0,-2-1-2 16,0 0-12-16,2-1-11 0,-3 0-1 0,2 1-14 0,-2-1-3 0,-1 1-15 15,1 0-16-15,-1 0-22 0,1 0-29 0,-1 0-25 0,-2 1-40 0,1 1-40 16,-3 1-53-16,1 1-86 0,0 3 53 0,-2 1 50 0,0 3 48 15,-1 2-117-15</inkml:trace>
  <inkml:trace contextRef="#ctx0" brushRef="#br0" timeOffset="74787.91">31299 6227 1782 0,'-4'-3'165'0,"0"1"-159"0,0-1 13 0,1 2 21 16,1 1 24-16,0 0 5 0,0 0-2 0,0 0-18 0,0 0 2 15,0 1 17-15,0 0 13 0,-1 0 23 0,-2 0-2 0,1 1-16 0,0-1-15 16,-1 1-16-16,1 0-9 0,0 0-7 0,2 1-10 0,0 0 2 0,0-1-11 16,1 1-4-16,0 0 1 0,1 0-3 0,1 0 5 0,1 0 4 15,0 0-2-15,1-1-2 0,0 1 1 0,2 0-1 0,0 0 2 0,3 0 4 16,1 0-3-16,2 1-4 0,1-1 1 0,-1 0-1 0,0 0 2 0,2 1 0 16,-1 0-2-16,1 1-8 0,1-1-1 0,-3 1 0 0,2 0-9 15,0 0 5-15,-1 1 1 0,1 0-3 0,-3 1 5 0,1 0-3 0,-1 0-1 16,-1 1 5-16,0 0-3 0,-1-1-1 0,-1 1 3 0,-2 0-7 15,-2-1 3-15,1 1 2 0,1 0-6 0,-3-1 3 0,1 1 3 0,-2 0-6 16,-1-1 4-16,0 1-1 0,0 0-3 0,-2-1 4 0,1 0 0 0,-3-1-1 16,2 0 5-16,-1-2-5 0,0 0 3 0,1-1-2 0,-1 0-1 15,2-1 3-15,-1-1-2 0,0 0 1 0,0 0-3 0,0-1 0 0,1 1 0 16,1-1 0-16,0-1 0 0,0 1-2 0,0-1 3 0,0 0 5 16,2 1-8-16,0-1 2 0,1-1-2 0,1 0 4 0,0-1-3 0,2 1 3 15,0 0-2-15,2-1-4 0,0 1 10 0,-1 0-6 0,3 0 5 0,0 0-1 16,-1 1-4-16,2 0 5 0,-1 1 1 0,1 0-1 0,-1 0-3 0,1 1 3 15,-1 1 1-15,0 0-6 0,2 1 0 0,0 1 0 0,-1 0-4 16,-1 1 7-16,2-1 1 0,-1 2-6 0,0 1-2 0,1 0 6 16,-2 2 2-16,0-1-1 0,0 2 7 0,1 0-5 0,-3-1-5 0,-1 2 6 15,-1-1 0-15,-3 1-1 0,0-1-1 0,-2 0 2 0,0-1-3 0,-2 0-1 16,-2 0 6-16,-1-1 1 0,-1 1 3 0,-2-1-1 0,-1 1 1 16,-3 0-7-16,-3 0-1 0,1-1 2 0,-2 1 2 0,0-1-5 0,-2 0 1 15,0-1-2-15,0 0 0 0,1 0 4 0,-1 0-2 0,1-1-6 0,-2 1 5 16,0-1-5-16,0-1 4 0,0 1-2 0,0-1-2 0,0 0 2 15,0 0 0-15,0-2 0 0,2-1 6 0,3 1-2 0,-2-1-6 0,2 0 6 16,1 0-6-16,0 0 0 0,4 0 3 0,-1 0-1 0,0 0 2 0,2 0-2 16,1 0-4-16,2 0 2 0,0 0-2 0,0-1-3 0,2 0 5 15,1 0-8-15,0 0 2 0,0 1-4 0,1-1-4 0,0 0-11 0,1 0-15 16,0 0-12-16,1 0-9 0,0 1-8 0,0 0-5 0,2 0-15 16,-1-1-14-16,1 1-15 0,2-1-21 0,-3 1-18 0,3-1-18 0,-1 1-15 15,0 0-17-15,1 1-16 0,-2-1-4 0,2 1-12 0,-1 1-11 0,1 0-9 16,-1 2 7-16,0 2 1 0,1 2 51 0,0 0-160 0</inkml:trace>
  <inkml:trace contextRef="#ctx0" brushRef="#br0" timeOffset="75319.91">31354 7404 2019 0,'-3'-1'520'0,"-1"2"-486"0,-1 2-4 0,2 2 13 0,-1 1 15 16,2 1 8-16,-1 2-2 0,0 0-19 0,0 2-13 0,1-1-5 0,-1 2 11 16,0-1 6-16,0 1 3 0,-1 1 0 0,0 1-7 0,0 0-10 15,1-1-4-15,0 1-20 0,1 1-6 0,2 0-4 0,1-1 6 0,1 2 14 16,1-2-2-16,1 1 0 0,2-4-8 0,0 2-3 0,1-1 6 0,2-1 0 15,0 1 2-15,2-3 5 0,0 0-2 0,0-2 4 0,1 0 10 16,0-2-1-16,1-1 2 0,2-2 0 0,-2-1-6 0,2-2 1 0,0-1 0 16,-1-2-2-16,2-2-11 0,0-1-2 0,0-2-5 0,1-1 0 15,-2 0 3-15,2-2-1 0,0 2-4 0,-2-2 0 0,0-1 2 0,0 0-3 16,1-2 5-16,1 1-15 0,-4 0 3 0,3 2 17 0,-3-1 1 16,1 2 12-16,-2 0-3 0,-3 2-14 0,2 0-1 0,-4 3 2 0,-1-1 1 0,0 1-3 15,-3 2 3-15,2 0 1 0,-2 0 1 0,-2 1 3 0,2 1 3 16,-1 1-6-16,0-1 1 0,-1 2-1 0,-1-1-5 0,1 1 0 0,0 0 2 15,-1 1-1-15,2 0-1 0,-2 1 4 0,1 0 0 0,1 1-3 16,-1 1 1-16,2 2 2 0,0 1-2 0,-1 2-3 0,2 1 9 0,-2 1-6 16,3 1-16-16,-1 0 0 0,-2 2 6 0,1-1 4 0,-2 3 18 0,2 0-1 15,1 0-9-15,-1-1 0 0,0 1 4 0,-1 2-10 0,1 0 3 16,1 0 1-16,-1 0-6 0,-2-1 10 0,2-1-2 0,1 0-10 0,-2 0 2 16,0-1-4-16,0-2-2 0,2 1 4 0,-1 0 2 0,-1-1-2 15,1-1 2-15,-2-3 0 0,2 1 2 0,-1-1-4 0,0 0-6 0,0 0-4 16,-1-1-6-16,1-1-3 0,-2-2-15 0,1 0-16 0,0-1-12 0,-2-1-19 15,1 0-12-15,2 0-27 0,-1-1-43 0,0 0-59 0,0-1-79 16,0 0-113-16,2 0-155 0,1 0-119 0,0 0-157 0</inkml:trace>
  <inkml:trace contextRef="#ctx0" brushRef="#br0" timeOffset="144442.31">8036 11692 506 0,'-15'-11'-8'16,"1"-1"126"-16,-3-1-55 0,7 3 5 0,4 2-22 0,2 1-10 0,3 0-10 15,1 0-12-15,1 1-7 0,3 1-5 0,0 0-3 0,3 0 3 0,0 1 0 16,3-1-2-16,-1 1 2 0,1 1-1 0,2 0 2 0,1 0-1 16,2 0-2-16,2 0 2 0,1 0-4 0,3-1 4 0,2 1-1 0,1-1 0 15,0 1 3-15,1 1-5 0,0 2 4 0,-1 0-4 0,0 2 1 0,-1 1 2 16,-4 1-3-16,1 0 6 0,-3 1-3 0,-1 1 3 0,-2 1 1 0,-1 1 1 16,-1 0 2-16,0 0-2 0,0 0 6 0,-3 0 3 0,1 0 4 15,-2-1 5-15,-1 1-1 0,0 0 3 0,-2-1-1 0,-1 1 1 0,0-1-2 16,-1-1-2-16,0-1 1 0,-1 1 2 0,-1-3 0 0,0 1-1 15,0 0 0-15,-2 1 1 0,0-2 1 0,-1 1-2 0,-2 0-3 0,-1 0-2 16,-1 1-4-16,-2 0-1 0,-3-1-3 0,-2 1 0 0,-1 1-5 16,-4 0-2-16,-2-1 2 0,-1 1-1 0,-2 0 0 0,-1-1 3 0,0 0-5 15,-2 0 1-15,-1 1 1 0,-2 0-5 0,0 0 2 0,0 0-3 0,0 0 3 16,0-1 1-16,-1 2 3 0,3-2 2 0,-1-1 0 0,2 0 2 16,1-1 1-16,2-1 1 0,1-1-1 0,1 0-1 0,2-1 0 0,1 0-1 15,2-1-3-15,2 0 1 0,3 0-6 0,1 0 1 0,1 0-1 0,2 1 0 16,2-1-2-16,0 2-8 0,3-1-5 0,1 0-11 0,1 1-9 15,1 1-6-15,2 2-15 0,3 1-11 0,1 1-17 0,3 0-26 0,1 2-21 16,1 0-23-16,3 1-26 0,3 0-54 0,1 1-179 0</inkml:trace>
  <inkml:trace contextRef="#ctx0" brushRef="#br0" timeOffset="144941.31">7827 11390 615 0,'-21'-13'-1'0,"-2"-3"106"16,-2-4-2-16,4 4-21 0,6 2 8 0,3 0-15 0,0 1-4 0,1 1-12 16,3 1-17-16,1 0-8 0,4 1-9 0,1-1-7 0,3 1-7 15,2-1-7-15,2 2-1 0,3 0-2 0,2-1 1 0,3 1 0 16,1 0-1-16,5-1 1 0,2 1-4 0,1 0 2 0,2 1-1 0,2 1 4 15,-2 1-7-15,1 3 2 0,-1 2-2 0,0 1 2 0,2 2 0 0,-3 3 2 16,2 1 0-16,-1 1 0 0,-1 2 1 0,0-1-3 0,-2 3 1 0,0 0-1 16,0 2 0-16,-1 1 1 0,-1-1-1 0,0 2-2 0,-1 0 5 15,2-1-2-15,-1-1 0 0,-2-2-1 0,-1 1 1 0,-2-2 1 0,0 0 1 16,-3-2 1-16,0 1-2 0,-2-2-2 0,-2 1 1 0,-2 0-3 0,-2-1 1 16,-2 0 0-16,-2 2-1 0,-2 1 5 0,-3 0 3 0,-2 2 0 15,-3 1 8-15,0 0-3 0,-4 0-4 0,-1-1 6 0,-3 3-8 0,0 0 3 16,-2 0-7-16,-1 0-6 0,1 0-6 0,-1 1-14 0,0-1-13 15,1-1-25-15,1 3-21 0,0 0-21 0,2 2-16 0,0 0-20 0,1 1-29 16,3 0-86-16,-1-1-8 0</inkml:trace>
  <inkml:trace contextRef="#ctx0" brushRef="#br0" timeOffset="145308.32">7669 11990 803 0,'-13'-11'22'0,"2"0"136"0,-1-3-67 0,6 2 9 16,4 4-36-16,4-1-11 0,2 0-12 0,2 0-11 0,3 0-8 15,1 0-8-15,4 1-2 0,1 2-4 0,3 0-1 0,1 1 1 0,3 0-5 16,2 1-2-16,1-1-2 0,2 2-1 0,-1-1 4 0,2 1-1 15,0 1 0-15,3 0-1 0,0 0-2 0,1 1 2 0,0 1-2 0,-1-1-4 16,-1 1 5-16,0 1-5 0,-2 0 2 0,-1 0 1 0,-2 1-7 0,-2 1 3 16,-1 1-3-16,-3 1 5 0,-3 0 2 0,-2 0-1 0,-3 0 1 15,-2 2 1-15,-2-2 0 0,-3 2 4 0,-1 1 0 0,-2 0-3 0,-2 1 3 16,-2 2 1-16,-2 0-1 0,-3 0 5 0,-1 3-5 0,-3 0-5 0,-3 2 2 16,-2 1 0-16,-4 2 6 0,-1 3 7 0,-2 0-5 0,-1 3 0 15,0 2-3-15,-3-1-6 0,1 1-5 0,1 0-11 0,-1-1-16 0,2 1-17 16,1 0-23-16,0 0-15 0,4-1-16 0,1-2-4 0,4-5-3 15,4-3-10-15,4-4-12 0,3-5-41 0,3-3-89 0</inkml:trace>
  <inkml:trace contextRef="#ctx0" brushRef="#br0" timeOffset="145709.84">7999 12475 843 0,'-25'-11'-27'0,"1"1"137"16,-4-3-20-16,7 4 2 0,9 3-8 0,2 1-13 0,2-1-12 0,1 1-17 15,2 1-14-15,3 0-14 0,1 1-7 0,2 1-3 0,1 0-7 0,2 1 3 16,2 0-4-16,2 0-1 0,2 0 3 0,1 1-2 0,1 0 3 0,1 1-3 15,3 0 3-15,1 0 0 0,1 2-1 0,1 0 3 0,2 1-5 16,-1 1 3-16,2 0-2 0,0 0-4 0,0 1 0 0,0 0-4 0,0 1 1 16,0 0 0-16,2 0 1 0,-2-1 3 0,1 0 0 0,0 0 1 15,-2-1 0-15,-1-1 1 0,-1 0 2 0,-2-1 2 0,-1 2 0 16,-1 0 0-16,-2-1-1 0,-2 0 1 0,0 0 1 0,-2-1 2 0,-2 0-2 16,-3 0 4-16,-1-1 1 0,-1 0 4 0,-2 0 5 0,-1 0 2 0,0 1 1 15,-3 0-4-15,-1 1-4 0,-3 2 0 0,-1-1-3 0,-3 2-3 0,0 2-1 16,-2 2-2-16,-2 1-2 0,0-1-4 0,0 1-9 0,-2-3-2 0,-2 1-9 15,0 1 1-15,-2 0-1 0,-1 0-10 0,1-1 0 0,-1 0-15 16,1 0-3-16,0 0-2 0,1-1-6 0,1-1-1 0,0-2-3 0,1 0-3 16,2-1-7-16,3 1-13 0,1 0-13 0,2 2-24 0,1 0-67 15,0 1-24-15</inkml:trace>
  <inkml:trace contextRef="#ctx0" brushRef="#br0" timeOffset="146174.84">8281 13072 822 0,'-19'-10'102'0,"-2"1"-59"0,-2-2 51 0,7 5-25 0,8 2-2 16,2 0-27-16,2 1-5 0,1 1-9 0,2 0-12 0,0 1-10 0,2 0-5 16,1 1-6-16,1-1 6 0,1 2-3 0,3-1 1 0,-1 1 2 0,3 0-2 15,1 0 1-15,2 0-1 0,1 0 1 0,1 0 0 0,-1 1 0 16,0-1-3-16,1 1 4 0,0 0-2 0,-1 0-2 0,3 0 5 0,-1 1-3 16,0 0-3-16,-2 0 3 0,1 1-4 0,0 0 5 0,-1 1-2 15,-1 0 1-15,-2 0-2 0,0 0 2 0,0 1 0 0,0 0 2 0,-1 0-1 16,-1 0 0-16,0 0 0 0,-3 1 0 0,0 0 3 0,-1 1-3 15,-1 1 0-15,-1-1 4 0,-2 1-1 0,-1-1 3 0,-1 0 0 0,-2 1-1 16,-1 1 0-16,0 0 1 0,-3 0 2 0,0 1-1 0,-1-3 1 0,-1 1 1 16,0-2-6-16,-1-2 8 0,2 1 1 0,-3-2-1 0,1 1 9 15,0 0-10-15,1-2 3 0,1 0 2 0,1-1-7 0,1-1 1 0,0 0-6 16,1 0-2-16,0-1 5 0,1 0 0 0,0 0-4 0,0 1-1 0,0-1-6 16,1 0-3-16,0 0 2 0,2 0-8 0,-2 2-2 0,1-2-7 15,1 1-7-15,-1 1-9 0,1-1-8 0,1 1-8 0,0 0-11 0,0 1-3 16,0 1-10-16,0 0-5 0,0 1-7 0,0 2-14 0,0 1-14 0,1 1-35 15,-1 1-88-15</inkml:trace>
  <inkml:trace contextRef="#ctx0" brushRef="#br0" timeOffset="146708.84">8042 13862 771 0,'-14'-11'13'0,"1"1"44"0,-2-1-7 0,5 4 2 0,5 1-13 0,2 0-14 15,2 0-8-15,0 1-11 0,2 1-3 0,2 0-7 0,2-1 1 0,1 1 0 16,3-1-1-16,2-1 1 0,1 2-2 0,4-2 0 0,2 0-3 0,1-1-2 15,1 0-2-15,3 0 2 0,0-1 3 0,3 1 1 0,1 1 2 16,-1 0 0-16,0 2 1 0,-3-1 1 0,0 1 3 0,-2 1 1 0,-1 0-3 16,-1 0 0-16,1 1 2 0,-2 0 3 0,0 0 4 0,-1 1 4 0,-2 0-4 15,-3 1 1-15,1 1 3 0,-1 1 2 0,-1 0 2 0,0 1-1 16,-2 2-1-16,0 1 2 0,0 2 1 0,-1 0 0 0,1 2-2 16,-2 2-3-16,-2 2 0 0,0 0-1 0,-2 0-2 0,-2 1 2 0,-1 0 0 0,0 0 2 15,-1-1 5-15,-3 2 0 0,0-1-3 0,-3-1-4 0,1 0-1 16,-2 0 1-16,0 1 4 0,0 1 1 0,-2-4-3 0,1 3 0 0,-2-2-5 15,-1 0 6-15,0 0-1 0,-2-1 1 0,2 1 2 0,-2-1-7 16,-2-1 0-16,0-1 2 0,1 0-3 0,-2-1 2 0,0 1-3 0,1-1-6 16,1-1 5-16,-2 0 0 0,2-2-2 0,-2 0 5 0,1-2-3 0,-1-2 0 15,1 0 2-15,1 0-6 0,2-1-1 0,0-1 2 0,0 0-2 16,1 0 0-16,1-1 2 0,2 0-3 0,-1 0-3 0,1 1 2 0,1-1-3 16,0 1 4-16,0-1 0 0,1 1-1 0,1 0-3 0,-1 1 1 0,1-1-2 15,-1 0 1-15,2 1 3 0,-1 0-4 0,2 0 1 0,0 1-4 16,0-1-5-16,2 0-1 0,-1 1-5 0,1 0-2 0,0 1-7 0,1 0-6 15,1 0-5-15,1 0-2 0,1 1 1 0,-1-1-4 0,2 0-3 16,0 1-2-16,1 0-8 0,0 0-8 0,1 1-7 0,1 0-15 0,1-1-12 16,2 1-19-16,-1 0-9 0,0 0-13 0,0-1-37 0</inkml:trace>
  <inkml:trace contextRef="#ctx0" brushRef="#br0" timeOffset="167092.32">10433 13882 163 0,'-6'-4'62'0,"1"1"20"0,-2-1 18 0,2 0-4 15,2 1-23-15,0-1-16 0,0 1-14 0,2 0-3 0,0 0-13 16,0 1-10-16,1 0-3 0,0-1-7 0,0 1-1 0,2 0-1 0,0-1-3 16,1 2-1-16,0-1 2 0,1 0-2 0,0 1 1 0,0 0 2 0,1 0-2 15,0-1 7-15,0 0 5 0,0 1 9 0,1-1 3 0,-1 0 0 16,0 1 5-16,0 0-4 0,2 1 0 0,1-1 2 0,0 1-4 0,2 1-3 16,2 0-2-16,-1 2-8 0,1 0-1 0,2 0-3 0,1 0 0 15,1 1-3-15,1 0 0 0,1-1-5 0,0 1 0 0,1-2 0 0,1 1-5 16,1-1 9-16,-2 0-2 0,0 0 2 0,-1 0-2 0,1 0-3 0,-1-1-1 15,-1 0 2-15,-1 0 1 0,-4 0-3 0,0 1 0 0,0-1-6 16,-1 0 1-16,0 0-3 0,-1-1-8 0,-2 2-2 0,0-2-12 0,0 1-11 16,-2 0-23-16,0-1-21 0,-1 1-16 0,0 1-17 0,-2-2-16 15,0 1-27-15,-2 1-81 0</inkml:trace>
  <inkml:trace contextRef="#ctx0" brushRef="#br0" timeOffset="167325.32">10700 14025 91 0,'-5'-2'79'0,"0"-1"29"0,0 1 13 0,2-1-13 0,0 1-23 15,2 1-14-15,-1-1-10 0,2-1-9 0,0 0-12 0,0 0-7 16,2 0-10-16,0 1-4 0,1 0-1 0,2 0 0 0,0-1-2 0,2 1-1 16,0-1-3-16,2 1-3 0,1-1-7 0,1 1 2 0,2-1-4 15,1 1 3-15,1 1 3 0,1-1-6 0,0 1-2 0,-1 0 0 0,0-1-3 16,1 1 6-16,0 0 0 0,-2 0-3 0,2 0-1 0,1 0-5 0,-1 0 2 15,-1 1-6-15,0-1-1 0,-1 0-4 0,-1 0-12 0,-1 1-14 16,-2-1-13-16,1 1-15 0,-1-1-10 0,0 1-9 0,0-1-25 0,-1 0-31 16,0 1-77-16</inkml:trace>
  <inkml:trace contextRef="#ctx0" brushRef="#br0" timeOffset="167677.32">11175 13736 210 0,'-7'-5'51'0,"-1"0"16"0,-1-1 20 0,3 1 0 16,2 1-13-16,2 1-10 0,1 1-13 0,0 0-7 0,0 1-10 0,2 1-10 15,1-1-7-15,0 1-8 0,2 1-3 0,2 0 0 0,0 2-2 16,2-1 4-16,2 2 0 0,0 2 2 0,1 0 0 0,2 0-3 0,0 0 4 16,1 1 1-16,-1-1-5 0,0 1-1 0,-1 0-2 0,2-1-2 15,-1 1 7-15,-1 0 2 0,1 1-1 0,-1-1-4 0,0 0 0 0,0 0-3 16,-1 0-2-16,-1 2 1 0,2-1-3 0,1 1-1 0,0 0 1 0,-1-1-2 15,-2 0-2-15,-1 0 1 0,-1 0-3 0,-1-1 5 0,0 2 3 16,-2-1-1-16,-1 0 5 0,-1 0-3 0,-2-1 2 0,-1-1 3 0,0 1 0 16,-2-2-2-16,-2 2 0 0,0-2 3 0,-2 0-1 0,0 0 2 0,0-1 0 15,0 0-1-15,0 0 0 0,0-1 1 0,0 0 0 0,-2-1-5 16,0 1 2-16,0 0-2 0,0 0-2 0,-1 0 2 0,0 1-3 0,0-1-1 16,1 0 0-16,-1 1 3 0,-1 0-2 0,1 0-2 0,0 0 0 0,1 0-5 15,2-1 0-15,1 1 2 0,1 0-3 0,1-1-7 0,1 1-8 16,1 0-17-16,2-1-19 0,1 1-10 0,1 0-17 0,2 0-15 0,1-1-5 15,2 1-17-15,2 0-14 0,1-1-61 0</inkml:trace>
  <inkml:trace contextRef="#ctx0" brushRef="#br0" timeOffset="168226.32">11897 13940 706 0,'-2'-6'46'0,"0"0"15"0,0 1 4 0,1 1-10 0,2 3-21 16,1 0-11-16,0 0-8 0,1 1 0 0,2 0 1 0,1 1-5 0,3 1 10 15,-1 0-3-15,3 1-4 0,2 1 1 0,0 2-7 0,0 1-1 0,0-1-2 16,1 0-1-16,0 0 0 0,1 0-2 0,-1 0 2 0,1 1 1 16,1-1-5-16,-2 0 2 0,0-1 4 0,2 0-6 0,0 0 1 0,0-1 0 15,0-1 0-15,0-1 3 0,2 0 4 0,-1-1-6 0,-1 0 0 0,1-1 4 16,-2-1-1-16,0 0 3 0,-1-2 0 0,0 0 3 0,-1-1-4 15,0-2 3-15,-1-1 0 0,-1-1 2 0,2-2 0 0,-1 0 1 16,-1-1 3-16,0 1-1 0,-4-2-7 0,1 0 2 0,-1 0 0 0,-1-2 3 16,0 3 14-16,-2-2 1 0,1 0 0 0,-2 1-1 0,0-3-5 0,-2 2-3 15,0 0-5-15,0 1-5 0,-2 0 2 0,-1 2-6 0,0 0 0 16,-1 1 1-16,-1-1-6 0,0 1 2 0,-1 0-1 0,-1 0-4 0,-1 2 6 16,-2-2-3-16,0 0-3 0,-4 1 3 0,-1-1 0 0,-2 0 0 0,-1 0 0 15,-1 0 0-15,-3 1-2 0,-1 0 0 0,-2 0 3 0,-1 1 0 16,1 0 3-16,-1 1 4 0,1 1 3 0,0 1 3 0,2 1 1 0,1 1-4 15,-1 0-2-15,0 2 0 0,0 0-3 0,0 1 2 0,0 1-3 16,1 1-4-16,-1-1 3 0,1 1 6 0,1 1-3 0,-1 0-3 0,2 1 3 16,0 0-13-16,1 1 7 0,1 0 3 0,3 0-8 0,0 0 4 0,0 1-4 15,1-2 2-15,1 1 4 0,2 0-3 0,0 0 2 0,1 1-2 16,0-1 0-16,2 0 1 0,0-1 1 0,-1 1-1 0,2 0 0 0,-1-1 1 16,-2 1 1-16,2 0-1 0,-1-1-2 0,1 1 2 0,1 0-1 0,-1 0 1 15,0-1 2-15,2 0-6 0,-1 0 2 0,0 0 1 0,0-1 0 16,1-1 1-16,-1 1 0 0,1 0-2 0,1-1 0 0,0 1-2 0,2-1 1 15,0 1 2-15,1 0-1 0,0 0-1 0,0-1-2 0,1 1 1 0,1-1-5 16,0 2 4-16,0-1-6 0,1 1 0 0,0 0-10 0,1 0-12 16,1 2-21-16,0-1-30 0,2 2-21 0,1 0-33 0,1 1-32 0,0 2-55 15,2 0-149-15,1 1 3 0</inkml:trace>
  <inkml:trace contextRef="#ctx0" brushRef="#br0" timeOffset="169251.32">10867 13433 294 0,'-7'-7'34'0,"0"-1"16"0,0-2 13 0,2 2 7 0,3-1-10 0,1 1-4 0,1 0-2 16,1 0-5-16,1 1-8 0,1 0-11 0,0 2-11 0,2 0-3 15,1 3-9-15,1-2-1 0,1 2-2 0,1 1-3 0,1 0 0 0,2 0-1 16,2 0 2-16,0 0 1 0,1 0-4 0,0 0 1 0,0-1 0 15,1 0 1-15,-2 0 1 0,-1-1-2 0,1 1 1 0,-1-1-5 0,0 2 3 16,-3-1 0-16,1 0-1 0,0 0 2 0,-1 0-3 0,0 0-3 0,0 2-3 16,-1-1-4-16,0 0-4 0,0 1-12 0,0 0-9 0,0 0-7 15,-1 0-12-15,0 0-8 0,0 1-17 0,2-1-21 0,0 2-24 16,0 0-58-16</inkml:trace>
  <inkml:trace contextRef="#ctx0" brushRef="#br0" timeOffset="169415.32">11193 13401 463 0,'-6'-8'26'0,"-1"2"21"0,-2-2 7 0,2 4 5 16,3 1-17-16,0 0-13 0,2 1-7 0,1 0-7 0,1 1-9 0,-1 1-1 16,2 0-6-16,1 1 0 0,1 0 2 0,1 1-4 0,1 0 2 15,1 1 1-15,0 0-3 0,1 0-2 0,-1 0-12 0,2 0-22 0,2 0-20 16,1-2-17-16,1 0-23 0,1-1-20 0,0-2-27 0,3-1-22 15</inkml:trace>
  <inkml:trace contextRef="#ctx0" brushRef="#br0" timeOffset="169745.32">11462 13142 230 0,'-4'-6'110'0,"0"1"-26"15,-1-1-8-15,1 2-15 0,1 1-16 0,1 1-11 0,0 1-7 0,0 1-10 0,1 0-5 16,0 1-1-16,-1 1-7 0,1 0 1 0,0 1 3 0,0 1-1 15,1-1 2-15,0 1 0 0,1 0-1 0,2-1 2 0,-1 0 0 0,4 1 2 16,0-1 1-16,1 1 2 0,1-1 3 0,1 1-1 0,0 0-2 0,1 0-4 16,0 0-1-16,1-1-1 0,1 1-3 0,0 0 1 0,0 0 0 15,-1 0-5-15,3 0 4 0,-1 1 2 0,-1-1-5 0,1-1 1 0,-3 1-1 16,-1-1 0-16,0-1 5 0,-2 0-5 0,0 0 2 0,-1 0-4 16,-1 0-1-16,-1-1 3 0,0 0-3 0,-2 1 3 0,0 0-1 0,-1 0 1 15,0 0 2-15,-1 1-1 0,0 0-2 0,-2 0 1 0,1 0-1 0,-2 0 1 16,0 1-1-16,-1 0-2 0,-1 1 0 0,0 0-1 0,-1-1 2 15,0 0-1-15,0 0 4 0,-1 0 0 0,-1 0 0 0,0 1 1 0,-1-1-4 16,-1 2 0-16,-1 0-2 0,-1-1-2 0,0 2 2 0,2-1-3 0,-1 1-2 16,1 0-3-16,1 1-3 0,0 2-6 0,0 0-8 0,2 0-9 15,-1 0-7-15,1 1-6 0,0-2 1 0,1 1-6 0,1-1 2 0,1 0-2 16,1-1 0-16,0 0-2 0,2-1-3 0,2-2-4 0,1 0-5 0,2-1-36 16,1-2-41-16</inkml:trace>
  <inkml:trace contextRef="#ctx0" brushRef="#br0" timeOffset="170209.84">12081 13150 534 0,'-4'-9'17'0,"-1"0"30"0,0-2 3 0,2 3 6 0,1 1-14 0,2 1-10 16,0 1-1-16,1 0-7 0,1 0-7 0,0 1-4 0,0 1-3 15,0 1-4-15,-1 0-3 0,1 1-3 0,0 0 1 0,0 0 0 0,0 1-1 16,0 1 1-16,0 0-1 0,-1-1 0 0,2 1 1 0,-1 0 0 0,0 0-2 16,0 2 1-16,0-1 0 0,0 1 1 0,-1 0 1 0,0 0-1 15,0 2 1-15,1-2 1 0,-1 3 1 0,0 0-1 0,-1-1 0 0,0 0 0 16,0 2 3-16,0-1 0 0,1 1 3 0,-1 0 3 0,1 0 1 15,-1 0 3-15,1 1 3 0,0 0 4 0,0-1 0 0,0 1 0 0,1 1 2 16,0-1-1-16,1 0-3 0,0-2-4 0,-1 1-2 0,1 1-2 0,-1-1 4 16,1 1-3-16,-1 1-2 0,1-1-1 0,0 1-3 0,1-3 3 15,-1 1-4-15,0-1 0 0,1 0 1 0,-1 0-4 0,-1 0 2 0,0-1 1 16,0 0-1-16,-1-2-1 0,0 0 2 0,0-1-4 0,0 0 1 0,-1 0 2 16,0-1 0-16,0 0 1 0,0 0-3 0,1-1-1 0,0 0 0 15,-1 1-1-15,0-1 1 0,-1 0 0 0,1 0-1 0,0 0 3 0,1 0 1 16,-1 0-3-16,0 0 1 0,0-1-4 0,-1 1-2 0,1 0 0 15,0 0-4-15,0 1-1 0,0 0-2 0,0-1 0 0,1 1-3 0,-1 0-9 16,1 1-18-16,-1 0-19 0,0 1-19 0,1 0-16 0,-1 0-19 0,2 0-18 16,-1 0-35-16,2 0-47 0,0 0-123 0</inkml:trace>
  <inkml:trace contextRef="#ctx0" brushRef="#br0" timeOffset="170665.36">11237 12756 104 0,'-17'-8'41'0,"-2"1"26"0,-4-2 22 0,2 3 13 0,3 0-7 0,2-1-10 0,0 0-5 16,2 1-8-16,1 0-9 0,2-1-10 0,1 2-11 0,0-1-10 15,2 1-2-15,1 2-10 0,3 0-4 0,-1-1 0 0,3 1-2 0,0-1 3 16,0 1-2-16,1 0-2 0,2 0-4 0,0 1-3 0,1-1 2 0,1 0-2 16,1 1 2-16,1 0-3 0,1 0-1 0,1 1-2 0,1 1 0 15,1-1-1-15,0 1-1 0,3 0 2 0,0 0-3 0,2 0 3 0,2 0-1 16,-1 0 2-16,3 0-3 0,0 0-2 0,-1 0 2 0,1 0-3 16,0 1 1-16,-1-1 3 0,-2 0-8 0,1 1-1 0,0 1 0 0,0 0-4 15,-1 0 5-15,0 1-3 0,1 0-5 0,-1 0-3 0,0 0-15 0,1 1-16 16,0 0-13-16,0 1-15 0,-2 0-16 0,1-1-17 0,-1 2-20 15,-1 2-89-15,0-1-10 0</inkml:trace>
  <inkml:trace contextRef="#ctx0" brushRef="#br0" timeOffset="170864.37">11654 12858 602 0,'-3'-11'5'0,"0"0"36"0,-1-2 3 0,2 3 2 0,1 3-22 16,2 1-9-16,0 1-3 0,1 1-6 0,1-1-4 0,0 1-1 15,1 1-5-15,0-1 1 0,0 2-5 0,2-1-18 0,0 1-30 0,0-1-39 16,1 0-26-16,1 0-32 0,1-1-65 0</inkml:trace>
  <inkml:trace contextRef="#ctx0" brushRef="#br0" timeOffset="171262.37">11733 12558 582 0,'-8'-8'24'0,"1"2"39"0,-2-3 9 0,4 3-6 0,2 0-17 16,1 2-3-16,2 0-11 0,0 0-8 0,2 2-10 0,0 0-4 0,1 1-3 16,1 1-6-16,0 1-1 0,1-1 1 0,1 1-2 0,0 0 4 15,0 0 1-15,-1 0-4 0,1 1 0 0,1 0-2 0,-1-1-1 0,1 1 0 16,-1 0 1-16,1 0-2 0,0 0 0 0,0 0 5 0,0 0-3 0,1-1 3 15,-1 1-1-15,1 0-4 0,-1-1 7 0,0 1-5 0,0 0 0 16,0 1-1-16,-1 0-4 0,-1 0 4 0,0-1-1 0,-1 1 1 0,1 1-3 16,-2 0 2-16,0 1 2 0,0 0-3 0,-2 1 2 0,1 0 1 15,-2 0-2-15,0 0 0 0,-1 0 0 0,-1-1-3 0,-1 0 0 0,0 0 4 16,-1 3-1-16,-1 0 4 0,1 0-1 0,-1 0 1 0,1 0 0 0,-1 1 2 16,-1-1 1-16,0 3 0 0,-1-1 0 0,-1 1-5 0,1 0-1 15,-2 0 2-15,1 0-1 0,0 0 3 0,-2 0 1 0,0-1-5 0,0 0 2 16,1-2-2-16,1-1 1 0,0 0 0 0,2 0 0 0,0-1 0 0,1-1-2 15,1 0 1-15,0-2-1 0,2 1-1 0,0-1 1 0,2-1 0 16,1 0 1-16,1-1-3 0,0-1 1 0,1 0 0 0,1 0 1 0,1-1-1 16,1-1 1-16,1 0-4 0,2-1 0 0,1 1 4 0,2 0-1 15,1 1 5-15,0-1-4 0,1 2-2 0,1-1 0 0,3 1-1 0,0 0 4 16,2 1-5-16,0 0-4 0,1 1 2 0,2 1-5 0,1 0 5 16,1 2-8-16,1 1-14 0,0 0-19 0,1 1-30 0,-1 2-27 0,-3 1-37 15,0 4-65-15,-3 1-109 0</inkml:trace>
  <inkml:trace contextRef="#ctx0" brushRef="#br0" timeOffset="172827.88">11374 11684 576 0,'-13'-12'2'0,"-1"0"48"0,-2-1 5 0,2 4 7 0,5 2-21 0,1 1-1 16,2 1-3-16,2 0-9 0,1 0-5 0,1 2-10 0,1 0-3 0,2 1-2 16,0 0-2-16,3 0-2 0,1 0 1 0,1 0-3 0,2 1 0 15,0 0 1-15,2 0-2 0,1 1 1 0,0-1 1 0,1 1 0 0,0 0 3 16,1 0 1-16,0 1 1 0,2-1 0 0,1 1 2 0,-3 0 1 0,1 1 1 15,-2 0 1-15,-1 0-1 0,-1 1-1 0,-3-1-1 0,0 1 0 16,-2 1-3-16,0 0 3 0,-1 1 2 0,-2 2 5 0,0-1 3 0,-3 2 4 16,-1 0-2-16,-1 2-1 0,-1 0 0 0,-2 0-3 0,0 0-2 0,-1-2-3 15,-1 2-2-15,0-1 0 0,0 0 1 0,1-1-2 0,1 0-3 16,1-1 1-16,0-1-4 0,1-1 2 0,1 1 0 0,1-1-1 0,1 0-1 16,1-1 1-16,1-1 1 0,1 1 2 0,1-1-2 0,2 0 1 0,1 0 0 15,3 0 1-15,2 0 2 0,3-1-3 0,2 0-1 0,4-1 1 16,2 1 4-16,2-1 1 0,1-1 0 0,0 1 1 0,1-1-2 0,0 1 0 15,-1 0 2-15,1 0-5 0,-2 0 1 0,1 0-4 0,0-1 2 16,-2 2 0-16,-1 1-6 0,-1 0 2 0,-3-1-7 0,-1 1 0 0,-2 1 2 16,-4-1-1-16,0 1 2 0,-1 0-1 0,-3-1-1 0,-1 1 3 0,-3 0 5 15,-1 0-1-15,-1 1 11 0,-2-1 11 0,-1 0 5 0,-2 0 13 16,-1 0 0-16,-2 0 0 0,0 1-1 0,-2 0-3 0,1-1-2 0,-2 1 5 16,0 0-4-16,0 0-11 0,-1 0-7 0,0 1-13 0,0 0-1 0,0 1 1 15,1-1-6-15,-1 1 0 0,2 1-2 0,-1-1 0 0,2-2-4 16,0 1-6-16,0-2-2 0,0 1-3 0,1 1 2 0,1 0-2 0,0-1-10 15,0 1-8-15,1 0-11 0,1-1-17 0,1 1-17 0,0-2-12 16,0 0-15-16,1 1-14 0,1-2-9 0,0 1-6 0,2 1-19 0,1 0-15 16,0 1 1-16,3 0-29 0,0 0-171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31:43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18476 8696 1005 0,'-70'-21'51'0,"-5"-1"0"0,-15-3 3 16,14 3-14-16,12 4-15 0,1 1-9 0,3-2-3 16,1 0-11-16,-1 1 1 0,1-2-2 0,0 1-1 0,0 0 0 0,2 2-5 0,0-2-11 15,-1 1 1-15,-1 0-5 0,0 0 2 0,0 0-1 0,-1 2-7 0,-1-1 6 16,-1 1 0-16,-2 1 6 0,1 3 12 0,0 0 1 0,-3 2 2 16,1 1 5-16,-1 0-5 0,-1 1 1 0,-1 2 3 0,-1 1-1 0,0 1 4 15,-2 1 2-15,1-1 2 0,0 1 1 0,0 1 2 0,0 1 4 16,1 0 4-16,1 1 4 0,-1 1 9 0,2 0-2 0,0 1 7 0,1 2 0 15,2 0-5-15,0 1 0 0,2 2-8 0,1 1-8 0,1 2-3 0,0 0-12 16,1 2-7-16,0 1 2 0,1 0-5 0,1 5 5 0,2 1 3 16,-1 1-1-16,1 2-2 0,0 2 0 0,-2 0-1 0,3 3-1 0,0 0 0 15,-1 2 1-15,1 3 0 0,-2 2 2 0,1 0-1 0,1 4-2 0,0 0-1 16,-1 1 1-16,1 4-3 0,-1 1 4 0,1 2-10 0,1 3 5 16,-1 2 2-16,1 1-2 0,1 2 10 0,0 1-4 0,1 3-4 0,3 0 4 15,1 0-2-15,3 0 0 0,1 0 2 0,3-1-11 0,1 2-1 16,2 2 1-16,3-2-3 0,2 1 8 0,4 1-1 0,0 1 0 0,2-1 2 15,2 2-2-15,0-1 4 0,4-1-8 0,1 1 5 0,3 0 4 0,4-1-2 16,1 0 9-16,3 1 0 0,2-1-3 0,3 0 6 0,2-2 4 16,3-1 1-16,2-1 3 0,3-2 0 0,3 2-1 0,1-3-1 0,5-1-1 15,2 1 0-15,5-3-7 0,1 1 0 0,5-2-5 0,2-1 1 0,2-2-1 16,3-4-6-16,3-1 2 0,5 0-3 0,3-3-4 0,3-2 7 16,3 0 0-16,5-4-1 0,2 1 4 0,5-4-6 0,4-2-8 0,2-2-4 15,4-1-5-15,0-1-8 0,5-3-6 0,3-1-11 0,1 0-6 16,5-4-5-16,0 0-7 0,5-1-5 0,2-5-7 0,2-1-8 0,3-4-6 15,4 0-1-15,1-3 10 0,2-1 13 0,3-3 10 0,-1-2 13 0,3-2 7 16,2-1 9-16,-1-2 12 0,1-2 8 0,0-2 6 0,-2-2 8 16,2 0 11-16,-2-2 15 0,0 0 15 0,2-2 13 0,-3 1 13 0,1-2 2 15,0-2 4-15,-1 0-2 0,0-2 1 0,1 2-8 0,-1-3-9 0,-1 0-8 16,1 2-13-16,-1-3-2 0,0 1-7 0,2-3-11 0,-4 0-7 16,2-1-5-16,-2-1-3 0,0 0 1 0,2-1-3 0,-3-1-19 0,-1-1-18 15,-1-3-18-15,-2 0-10 0,-2-3 1 0,-3 2 7 0,-2-2 9 16,-2-1 13-16,-4-1 9 0,-3-2 13 0,-3 0 8 0,-5-1 10 0,-2-2 6 15,-6 0 6-15,-2-1 8 0,-4-1 7 0,-5 0 9 0,-3-1 5 0,-2-2 2 16,-4-2 1-16,-3 0-1 0,-4 0-4 0,-2-2 8 0,-6 0 1 16,-3 0 0-16,-3-1 2 0,-5-1-11 0,-4-1-9 0,-4-2-1 0,-3 0 0 15,-5-3-1-15,-3 0 5 0,-6 1 4 0,-2 0 0 0,-6-1 3 0,-3 2 0 16,-4-2-9-16,-3 1 1 0,-2 0-4 0,-4 1-3 0,-3 0-5 16,-1 0-6-16,-3 2-1 0,-1 1-3 0,-3 0-3 0,-3 1-5 0,-3 2-5 15,-4-1-8-15,-2 3 3 0,-2-1-4 0,-3 0 5 0,-5 2 0 0,-1 1 1 16,-5 1 0-16,-2 1 2 0,-2 3 4 0,-5 2 4 0,0 2 5 15,-5 1-3-15,-1 3-4 0,-3 2-2 0,-4 5-4 0,0 2 5 0,-5 4-6 16,-2 2 3-16,-3 3-2 0,-3 2-2 0,-2 4 2 0,-2 2 1 16,-1 5 2-16,-4 4 0 0,-1 4 0 0,1 5 0 0,-3 5 1 0,1 3-3 15,-2 3-2-15,0 4-4 0,0 3-4 0,2 3-2 0,-1 5-7 0,2 1-16 16,1 5-30-16,1 3-40 0,2 1-47 0,2 4-34 0,3 1-25 16,1 2-30-16,5 3-24 0,0 4-196 0</inkml:trace>
  <inkml:trace contextRef="#ctx0" brushRef="#br0" timeOffset="22701.75">2494 6123 1579 0,'1'9'285'0,"-1"0"-131"15,0 4 12-15,1-1 5 0,0 0-12 0,1 1-40 0,1 0-36 16,1 1-23-16,1 1-10 0,-1 0-4 0,-1 0 0 0,1 1-12 0,1 1-5 16,0-1-5-16,1 0-9 0,0 2 4 0,0-1 14 0,0 0-2 0,0-1 4 15,0-1-7-15,1 0-14 0,-1-1-3 0,1-1-2 0,-3 0-1 16,3 0-2-16,-1-1-4 0,1-2-2 0,-1 0 3 0,-2-1-1 0,2 0 0 15,-1-1-1-15,-1-1-2 0,0-1-6 0,0 0-9 0,-2-1-23 0,0-2-40 16,0 0-70-16,-1-1-94 0,0-2-132 0,-1 0-128 0,-1-1-99 16,-1-2-240-16</inkml:trace>
  <inkml:trace contextRef="#ctx0" brushRef="#br0" timeOffset="23183.74">2095 6115 1398 0,'-2'-7'588'0,"0"-1"-439"0,1-2 2 0,2 1-5 15,1 1 10-15,4-2 1 0,0 1-28 0,1-1-19 0,3 1-13 0,-2-1-8 16,0 0-4-16,2 1-19 0,-1 0-3 0,0 1-12 0,1 1-10 16,1 1-6-16,0 0-9 0,0 2-7 0,1-1-6 0,-2 1-2 0,3 0-4 15,2 0 3-15,1 0-5 0,1 1-3 0,1-1 6 0,2 1-3 16,0-1 1-16,2 1 1 0,1 0-3 0,-2-1-4 0,3 1-2 0,-1 0 2 15,1 0 0-15,0 1 6 0,-1 1 2 0,1 0-1 0,0 1 1 0,-2 2-3 16,0 0 1-16,1 0 0 0,-2 2-4 0,1 1-2 0,2 0 3 16,0 2-3-16,-1 0 0 0,0 2 4 0,-1-1-4 0,-1 2 2 0,-1 2-4 15,0 1-2-15,0 3-1 0,-2 0 1 0,0 2 0 0,0 1 2 0,-2-2 4 16,0 2 0-16,-2 2 2 0,-1-1-4 0,-2 3 0 0,-2 1 2 16,-1 0-4-16,-2 2 2 0,-2-1 0 0,-3 3 0 0,-1-1-2 0,-1-1-4 15,-2 1 16-15,-2-1 1 0,-1 0 8 0,0 0 2 0,0-1-11 16,-3 0-7-16,0-2 7 0,-2-1 3 0,0-1 3 0,1 0 9 0,0-1 2 15,-1 0 6-15,-2-3 2 0,-1 0 2 0,0-1-9 0,-1-3-3 0,0-1-1 16,-1-1-4-16,-3-2-6 0,1-1-6 0,-2-2 2 0,-2-2-6 16,1-2 2-16,-3-1 2 0,1-4-12 0,0-1 12 0,2-3-2 0,2-2-6 15,0-2 0-15,0-2 0 0,1 0 0 0,-1-5 0 0,0-3 0 0,2 0 0 16,0-2 0-16,0 1 0 0,1 2 0 0,1 0 0 0,2 3 0 16,1 1 0-16,2 1 0 0,0 2 0 0,2 2 0 0,0 1 0 0,2 2 0 15,-1 2 0-15,1-1 0 0,1 2 0 0,0 0 0 0,2 0 0 16,1 2 0-16,0 0 0 0,0 1 0 0,1 0 0 0,2 0 0 0,0 0-56 15,1 0-51-15,1 1-50 0,0-1-74 0,2 1-74 0,2-1-88 0,1 0-147 16,1 0-107-16,1-1-242 0,3-1 267 0</inkml:trace>
  <inkml:trace contextRef="#ctx0" brushRef="#br0" timeOffset="23804.75">3986 5301 1106 0,'-1'6'911'0,"2"1"-567"0,-1 3-72 0,1 0-51 0,2 1-27 16,0 3-21-16,0 3-30 0,1 3-33 0,1-1-19 0,-1 3-14 15,1 1-20-15,-1 0-14 0,1 3-14 0,0-1-12 0,-1 2-5 0,1 1-8 16,-2 1-2-16,1 1-2 0,-1-3-18 0,-1 1-1 0,1-1 8 0,-1 1-5 16,-1-2 13-16,-1 1 3 0,0-2-12 0,0-1-1 0,-1-1 11 15,0-4-2-15,-1 0 2 0,0-2 8 0,0-1-6 0,-1-1 0 16,0 0 0-16,0-1 4 0,0-2 9 0,-1-1-3 0,1-1 9 0,0-1-2 16,1-1-2-16,-1-3 7 0,2 0-3 0,-1-1-2 0,1-1 11 0,1-1-9 15,0-1 4-15,1 0-1 0,1 0-6 0,-1-1 9 0,1 0-1 16,1 0 2-16,1 0-4 0,1-1-4 0,0 0 2 0,0 0-16 0,2-1-4 15,-2 0 0-15,3-1 0 0,1 1 0 0,0-1 0 0,1 0 0 0,0 0 0 16,1-1 0-16,0 1 0 0,2-2 0 0,1 1 0 0,1-1 0 16,0 0 0-16,1-2 0 0,1 1 0 0,1-1 0 0,-2 0 0 0,3-2 0 15,-1 1 0-15,0-2 0 0,1 0 0 0,-1 0 0 0,0 0 0 0,1-1 0 16,-1 0 0-16,1 0 0 0,-1-1 0 0,1 1 0 0,-1-3 0 16,-1 0 0-16,0-1 0 0,0 1 0 0,-3-1 0 0,0-1 0 0,-1 0 0 15,0 0 0-15,0-2 0 0,-1 1 0 0,-3-1 0 0,0 2 0 16,-1-2 0-16,0-1 0 0,-3 1 0 0,-2-1 0 0,-1-1 0 0,-3 1 0 15,-2-1 0-15,-2-1 0 0,-3 2 0 0,-1-2 0 0,-3 1 0 0,0 0 0 16,-2 0 0-16,-2 0 0 0,-1 2 0 0,-1-1 0 0,-1 0 0 0,-2 2 0 16,-1 2 0-16,-2 1 0 0,0 0 0 0,-2 2 0 0,1 1 0 15,-1 3 0-15,-1 1 0 0,0 2 0 0,0 1 0 0,1 0 0 16,-1 2 0-16,2 1 0 0,1 2 0 0,0 2 0 0,3 2 0 0,0 1 0 16,2 2 0-16,1 0 0 0,1 3 0 0,0 2 0 0,1 1 0 0,2 3 0 15,0 0 0-15,1 3 0 0,1 2 0 0,2-2 0 0,1 2 0 0,2 0 0 16,0-2 0-16,2 2 0 0,2 1-6 0,1-2-115 0,3 2-35 15,2-2-46-15,2 1-60 0,2 0-69 0,2-1-85 0,1-1-102 0,3-1-73 16,4-3-123-16,2 1 101 0</inkml:trace>
  <inkml:trace contextRef="#ctx0" brushRef="#br0" timeOffset="24401.75">4970 5733 1685 0,'-3'7'330'0,"1"1"-41"0,-2 3-51 0,0-1-22 16,2-2-32-16,0 2-33 0,0-1-9 0,2 0-14 0,-1 0-10 16,1 0-15-16,1-1-17 0,-1 1-8 0,2-1-14 0,0 1-10 0,1-2-15 15,1 1-6-15,-1-1-5 0,2-1-7 0,0 0 3 0,0-2-10 0,2 1 2 16,1-1 0-16,1-1 2 0,1-1-8 0,-1-1 0 0,0-1-10 15,2-1 0-15,0-2 0 0,2-1 0 0,0-1 0 0,-1 0 0 0,1-2 0 16,0 0 0-16,-1-1 0 0,-1-1 0 0,-1-1 0 0,-2-1 0 0,0 1 0 16,0-2 0-16,-3-1 0 0,1 1 0 0,-2-2 0 0,-1 1 0 15,0-1 0-15,0 0 0 0,-2 0 0 0,-1 1 0 0,-1 1 0 0,-2-1 0 16,1 0 0-16,-2 0 0 0,-2 1 0 0,-1-1 0 0,-2 1 0 16,0 0 0-16,0 1 0 0,-3 1 0 0,-1 2 0 0,-2-1 0 0,1 1 0 15,1 1 0-15,-1 1 0 0,1 2 0 0,0 1 0 0,1 1 0 0,0 3 0 16,1 1 0-16,0 1 0 0,0 3 0 0,1 1 0 0,1 2 0 15,1 2 0-15,1 1 0 0,0 2 0 0,0 0 0 0,2 1 0 0,0-1 0 16,2 2 0-16,-1-2 0 0,3 0-72 0,0 0-25 0,2-3-12 0,1 0 2 16,2 0-31-16,0-2-26 0,2-2-27 0,2 0-26 0,-1-3-10 15,1-1-7-15,1-1 5 0,0-1 12 0,2-2 28 0,-1-1 45 0,2-1 53 16,-1-1 43-16,0-2 32 0,0 1 17 0,-1-1 12 0,1 0 17 16,-1-1 30-16,1 0 31 0,-1-1 26 0,1 1 25 0,-1 2 1 0,0 0-6 15,-1 1-2-15,-1 0-25 0,0 3-3 0,-1-1-14 0,1 2-1 0,0 2-3 16,0-1-12-16,1 2 7 0,-2 0-14 0,1 2 5 0,0 0-9 15,0 2-8-15,1 1-14 0,-1-1 0 0,1 1-7 0,-1-1-5 0,2 1-6 16,-1 1-17-16,1-2-3 0,0 2-2 0,-1-1-2 0,0 0-1 0,0 0-1 16,1-1 0-16,-1 0-3 0,1-1 1 0,1 0-4 0,-1-2-5 15,0 0 3-15,0 0-5 0,-2-1-5 0,1-1-3 0,1-1-10 16,0 0-15-16,0-1-13 0,0-1-22 0,-1-1-15 0,0-1-8 0,0-2-9 16,0 0-6-16,1-1-23 0,0-3-30 0,1-1-43 0,-1-1-49 0,1-2-20 15,0-2-1-15,0 1 4 0,1-3 21 0,-1 0 20 0,1 1 27 0,0-2 14 16,1-2-63-16</inkml:trace>
  <inkml:trace contextRef="#ctx0" brushRef="#br0" timeOffset="24602.75">5709 5445 617 0,'7'-25'249'0,"0"0"5"0,1-7 18 0,-2 7-11 0,-2 3-10 0,0 3-16 16,0 3-17-16,-1 1-18 0,0 3-17 0,-1 0-15 0,-2 2-11 15,0 1-8-15,0 3-8 0,-1 0-5 0,1 1-12 0,-1 1-14 0,1 1-16 16,-1 1-10-16,0 1-18 0,0 1-10 0,0 1-10 0,1 0-22 16,-1 2-24-16,2 2 0 0,-1 1 0 0,0 2 0 0,1 2 0 0,0 2 0 15,1 0 0-15,0 1 0 0,1 2 0 0,0 2 0 0,1 2 0 0,2 2 0 16,-1 1 0-16,2 1 0 0,1 1 0 0,0 1 0 0,2-1 0 15,0-1 0-15,-1 1 0 0,2-2 0 0,0 1 0 0,2-1 0 0,1-2-18 16,-1-1-99-16,1-1 0 0,0-3 3 0,-1-4-11 0,-1 0 1 0,-1-3-15 16,0-1-27-16,0-1-13 0,0-2-16 0,-3 0-14 0,-1-1 1 15,-2-2-12-15,0 0-14 0,-2-1-11 0,-1 0-2 0,-3 0-2 0,0-2-14 16,-2 0 5-16,0-1 25 0,-1-2-115 0</inkml:trace>
  <inkml:trace contextRef="#ctx0" brushRef="#br0" timeOffset="25118.75">5867 5601 592 0,'-15'-8'401'16,"-2"1"-152"-16,-3-3-15 0,1 0 2 0,2 2-1 0,2 0-14 15,1 1-29-15,1 1-22 0,1 0-27 0,2 1-10 0,1 2-14 0,2-1-14 16,1 2-11-16,1 1-20 0,1 0-8 0,1 1-13 0,0 0 0 0,2-1-2 16,1 2 2-16,0 0 2 0,2 0-4 0,1 0 5 0,0 0-5 15,2-1-3-15,1 0-6 0,0 0-6 0,2-1-5 0,2-1-5 0,1-1-1 16,-1-1-5-16,2 1-9 0,-1-1 7 0,2 0-6 0,0-1-2 16,0 0 1-16,-1 0-11 0,0 0 2 0,2 2-2 0,-1-1 0 0,1 1 0 15,-1 0-8-15,0 2-1 0,0-1 3 0,0-1 0 0,-1 1 4 0,-1 1-2 16,-1-1-4-16,0 2-2 0,0 0-3 0,1 0 3 0,-2 1 0 15,1 0 2-15,-2 0 6 0,1 1-2 0,0 1-1 0,0 0 1 0,-1 1 2 16,1 1 2-16,0 0 4 0,-1 0-4 0,0 0 4 0,0 1-6 0,-1-1 4 16,1 0-2-16,0 1 0 0,0-1 0 0,0 0-4 0,-2-1 4 15,2 0 2-15,0 1 1 0,1 0 1 0,-1 0-4 0,1 0 0 0,0-2-4 16,-1 0 1-16,2 0 3 0,-1-2-6 0,-1 1 6 0,2-1 0 16,-1-1 0-16,2-1 0 0,-1 0 0 0,-1 0-4 0,1-1 6 0,-1-1 0 15,-1 1-2-15,1-1 9 0,-2 0-5 0,-2 0-2 0,2-1 2 0,-2-1-4 16,1 0 8-16,-1 0 2 0,-1-2-2 0,1-1 5 0,-2-1 1 15,1-1-2-15,-1 0 4 0,-1-1-5 0,0 0 3 0,-1-1 2 0,0 0-2 16,-1-1 6-16,0 2-4 0,-1 0 0 0,0-2-2 0,-1 2-8 0,0-1-6 16,-1 1 0-16,-2 2 0 0,0 0 0 0,-1 0 0 0,-1 1 0 15,-1 0 0-15,0 1 0 0,1 1 0 0,-1 2 0 0,-1 2 0 0,0 2 0 16,-2 0 0-16,1 2 0 0,-1 2 0 0,1 2 0 0,0 2 0 16,-1 0 0-16,1 2 0 0,1 0 0 0,1-1 0 0,3 3 0 0,0-1 0 15,2 1 0-15,3 0 0 0,1-1 0 0,3 0 0 0,0 0 0 0,1-1 0 16,3 1 0-16,1-1 0 0,3-2 0 0,0 1 0 0,3-1 0 15,0-1 0-15,2-1 0 0,2 0 0 0,-1-1 0 0,2 0 0 0,2-2 0 16,-2 0 0-16,1-2-2 0,1 0-10 0,-3-1 0 0,2 0 0 0,1 0-2 16,-2 0-4-16,1 0-4 0,-1 0-2 0,-2 0-1 0,-2 0 7 15,0 0 6-15,-1 0-7 0,-3-1-10 0,1 1-10 0,-1-1-19 0,-1 0-15 16,-1 0-29-16,0 0-41 0,-1-1-44 0,0 0-60 0,-1 0-110 16,0 0-157-16,-1 0-136 0,-1-1-313 0</inkml:trace>
  <inkml:trace contextRef="#ctx0" brushRef="#br0" timeOffset="25468.28">8112 4677 1700 0,'-6'-1'342'16,"0"1"-162"-16,-2 0 13 0,2 2-24 0,3 1-13 0,0 1-25 0,2 0-13 15,0 2-4-15,0 1-12 0,1 2 3 0,1 2-12 0,0 0-20 0,0 5-14 16,1 1-16-16,1 3-7 0,1 0-4 0,2 2-10 0,-1 3-1 15,2 1-10-15,1 4-3 0,1 0 0 0,2 4-4 0,-1 0-3 0,4 0-8 16,0 1-1-16,1-1-1 0,0-1-5 0,2 0 3 0,1-2-8 0,0-3-32 16,-1-1-47-16,0-3-63 0,0 0-51 0,-3-1-48 0,-2-1-51 15,1-2-77-15,-3-2-86 0,0-3-61 0,0-3-236 0</inkml:trace>
  <inkml:trace contextRef="#ctx0" brushRef="#br0" timeOffset="25668.27">8074 5267 1195 0,'-8'-2'495'16,"0"-1"-301"-16,-2 0 4 0,3 1-13 0,3 2-17 0,2 1-23 0,0 0-27 0,2 1-30 15,1 0-3-15,2 0 1 0,2 1 5 0,2-1 6 0,1-1-5 16,3 0-6-16,1-1-8 0,0-1-11 0,3-1-4 0,2 0-12 0,0-1-3 16,3 0-14-16,1-1-3 0,-1-1-8 0,0 0-8 0,2 0-4 0,-1 0-5 15,0-1 0-15,-2 0-4 0,0 1-6 0,-2-1-6 0,1 0-5 16,1 0-23-16,-2 0-30 0,1 0-55 0,0 1-72 0,-2-2-61 0,0 1-113 15,0 1-162-15,0-1-129 0,-1 1-364 0</inkml:trace>
  <inkml:trace contextRef="#ctx0" brushRef="#br0" timeOffset="26152.79">8572 5034 1161 0,'-1'2'479'0,"0"1"-202"0,0 2-16 15,0 0-38-15,1 1-37 0,1 0-40 0,0 0-53 0,1 2-23 0,2 0-14 16,0 1-14-16,2 1 6 0,0 2-8 0,0-1-7 0,2 2-12 0,0-1-5 16,1-1-4-16,0 1-6 0,1-2-1 0,1 0-3 0,1-1-4 15,1-2-2-15,-1-1-3 0,1-3-1 0,-1-1-6 0,1-2-9 0,-1-1-14 16,-1-2-13-16,1-1 2 0,-1-2 7 0,0-1 19 0,-1 0 12 0,-1-1 8 15,-2-1-1-15,0-1 0 0,-1 1 6 0,0-2-1 0,0 0-1 16,-1-1 6-16,-1 0-3 0,0 1 11 0,-2 1 17 0,0 1 4 0,-1 1 7 16,-1 2-5-16,1 1-5 0,-2 1-3 0,1 2-2 0,-1 2-2 15,0 1 5-15,1 1-1 0,-1 2 7 0,-1 2-4 0,1 1-6 0,0 2 2 16,0 1-5-16,0 2 10 0,2 1 0 0,0 2-9 0,1 1-1 0,1 2-7 16,3 3-4-16,0 2-5 0,2 0 3 0,0 2-7 0,3 0 3 15,0 1 1-15,1 2-8 0,1 0 0 0,-1 1-4 0,1-1 0 0,-1 0 0 16,-1-2 3-16,-2-2-5 0,0-1 0 0,-2-3 3 0,1 0-1 15,-1 1 0-15,-3-3 4 0,-1 1-4 0,-1 2 1 0,-3-3-7 0,-1 1-10 16,-1-1-4-16,-3-3-4 0,-1 0 10 0,-1-2 7 0,0-1-2 0,-2-3 2 16,-1-2-4-16,0-1 8 0,-1-3 7 0,1-2 0 0,0-3 2 15,-1-2 2-15,0-2 3 0,1-2-2 0,-1-3 1 0,1-2 7 0,0 0-6 16,1-2 20-16,0-1-4 0,3-3-5 16,0 0-1-16,3 0-17 0,1 1 0 0,2 2-6 0,1 2-10 0,2 3-8 0,1 1-17 0,0 1-19 15,2 2-20-15,0 1-30 0,0 0-30 0,1 2-30 0,0 0-53 0,0 0-82 16,2 1-111-16,0-1-105 0,-1-2-143 0,2 1 67 0</inkml:trace>
  <inkml:trace contextRef="#ctx0" brushRef="#br0" timeOffset="26384.79">9141 5108 2149 0,'-3'-2'292'0,"1"0"-68"0,1 2-33 0,-1 1-17 0,2 2-10 16,-1 2-19-16,0 0-14 0,0 2-14 0,2 1-4 0,-1 2-7 0,1 1-11 15,0 1-11-15,0 2-20 0,1 2-18 0,1 3-46 0,1 0 0 16,0 2 0-16,2 2 0 0,1 0 0 0,1 3 0 0,1 1 0 0,0 2 0 16,2-2 0-16,1 2 0 0,1-3 0 0,0 0 0 0,0 0 0 0,1-3 0 15,0 0 0-15,1-1 0 0,-1-3 0 0,1-2-58 0,-1-1-47 16,-2-3-37-16,0-1-42 0,-1-2-32 0,-1-2-34 0,0-1-34 16,-2-2-55-16,0-1-58 0,-3-2-55 0,-1-1-38 0,-1-1-65 0,-2 0 49 15</inkml:trace>
  <inkml:trace contextRef="#ctx0" brushRef="#br0" timeOffset="26668.79">9209 5348 1144 0,'-3'-10'286'0,"0"-3"-96"0,0-3-8 0,1 2-4 0,0 2-6 0,1 2-5 16,1 0-12-16,1 1-23 0,0 0-16 0,1 1-19 0,0-1-8 0,1 1-1 16,1 2-2-16,-1-2 9 0,2 1-3 0,0 0-2 0,0 1-4 0,2-1-15 15,-1 1-5-15,2-1-6 0,0 0-3 0,0 1-2 0,1-2-3 16,0 0-6-16,1 1-19 0,-1-1-1 0,0 2-9 0,0-1-1 0,-1 1 8 15,1 1-11-15,-1 2-7 0,-1 1-4 0,0 1-2 0,-1 0 0 16,1 2 0-16,-1 0 0 0,0 2 2 0,0 0-4 0,0 2 0 0,0 1 0 16,0 0 2-16,-1 0-4 0,-1 1-2 0,0 0-3 0,-1 2-15 0,-1 0-5 15,0-1-4-15,-1 2 2 0,-2 0 0 0,-1 0 4 0,0 1-8 16,-2 0-3-16,0 0-6 0,-2 1-1 0,-1-1 4 0,-1 0 1 0,0-1 5 16,-2 0 2-16,1-1-6 0,2 1-12 0,-2 0-12 0,1 0-18 15,0-2-9-15,0 0-7 0,0-2-13 0,2-1-6 0,0 0-12 0,2 0-21 16,1-2-29-16,0-1-49 0,1-1-53 0,2-1-46 0,0 0-28 0,2 0-28 15,0-2-205-15</inkml:trace>
  <inkml:trace contextRef="#ctx0" brushRef="#br0" timeOffset="27302.79">9471 5281 1686 0,'1'4'336'0,"2"0"-85"0,0 2-46 16,0-1-21-16,-1-1-35 0,1-1-32 0,0 0-21 0,1-1-15 0,1-1-13 15,0 1-8-15,1-3-4 0,1 0-6 0,0-1-8 0,0 0-13 0,0-2-4 16,-1 0-8-16,1-1 1 0,0-1-5 0,1 0 4 0,1 0-6 16,-2-2 0-16,2 0 4 0,-1-2-6 0,0 0-1 0,1-2-3 15,0-1 1-15,-1-1-2 0,1 1 1 0,-1 0 1 0,-2-1-4 0,1 2 7 16,-2-1-13-16,0 0-1 0,-1 0 3 0,-2 0-8 0,-1 3 18 0,-1-1 14 16,-1 2-3-16,-2 1 4 0,-1 0-6 0,0 1-6 0,-1 1 2 15,-1 2 3-15,-1 0-3 0,-1 1-4 0,1 2 5 0,-1 0-1 0,-1 2 4 16,1 1-3-16,0 1-1 0,-1 1-1 0,1 0-6 0,0 2 3 15,0 0-1-15,1 1-18 0,-1 0 5 0,1 1-1 0,3 0-2 0,-2 2 16 0,1-1-1 16,1 3 15-16,1-1 5 0,1 1-6 0,0 1 1 0,2-3-12 16,1 2-7-16,0-1 3 0,1 1-2 0,1 0-6 0,1 1 4 0,2-3-4 15,0 1 6-15,1 0-2 0,2-2-2 0,1 0 4 0,1 0-8 16,1-3 2-16,1 1 4 0,2-2-2 0,1-1 2 0,2-1-2 0,-1 0-8 16,1-2-3-16,0-1 5 0,-1 0-8 0,-1-2 4 0,0-1-1 0,0-1 1 15,-2 0-2-15,0-1 4 0,-1-1 3 0,1 1-3 0,-1-2 10 16,0-1-2-16,0 0 2 0,0-2 2 0,0-1-4 0,1-1-4 0,-2 1 0 15,1-2 2-15,1 0 2 0,-2-1 4 0,0 1-8 0,-1-2-4 16,0 0-13-16,-1 0 0 0,0-1 7 0,-1 3 20 0,-1-2 11 0,-2 2 5 16,1 0 5-16,-1 0-14 0,-2 1 3 0,-1 1-1 0,0 1 5 0,-2 0-8 15,0 2 3-15,-1 1-1 0,-1 1-2 0,0 1-2 0,-1 1 3 16,-1 0-3-16,1 2-6 0,-1 0 8 0,-1 1-8 0,0 0-4 0,0 0 8 16,1 1-4-16,-2 0-2 0,1 1 4 0,0-1-8 0,1 0 8 0,0 1-4 15,2 0-6-15,1 0 4 0,0 1-4 0,3 0 2 0,-1 1 8 16,1 1-4-16,1-1-4 0,1 2-2 0,0 1-2 0,1 0 2 0,2 2 0 15,0 1 2-15,1 0-2 0,0 2-2 0,0-1-4 0,1 0 2 16,-2 2-7-16,4-1-17 0,-1 1-1 0,1 1-6 0,-1-2 6 0,-1 2 17 16,0-1 9-16,-1-1-1 0,-1 0 4 0,0 0-9 0,-2-1-1 0,-1 1 3 15,-1 0 5-15,-2 0 0 0,-1 0 4 0,0 0 2 0,-2 1-7 16,0-1 7-16,-3 0 0 0,0-2-4 0,0 1 4 0,-2-2-4 0,-1 1-2 16,-1 0 3-16,-1-2 3 0,0 0-4 0,1 0 4 0,-2-2-4 0,0 0-2 15,0-1 6-15,0-1-2 0,2-1 4 0,0 0-2 0,1-1-5 16,0-1-7-16,-1 0-5 0,1-1-19 0,0-1-24 0,1 1-29 0,0-1-44 15,0 0-39-15,0 0-56 0,2 0-81 0,0 0-132 0,0-1-174 0,0 0-163 16,1 0 125-16</inkml:trace>
  <inkml:trace contextRef="#ctx0" brushRef="#br0" timeOffset="28151.31">2315 7686 1891 0,'-4'4'224'16,"-1"0"-24"-16,0 1-23 0,1-2 9 0,1 0-5 0,1 0-18 0,0 0-26 16,0 0-13-16,1-1-1 0,0 0-1 0,-1-1-3 0,0 1-10 0,1-1-13 15,1-1-8-15,0 0-21 0,0 0-5 0,-1-1-36 0,1 1-26 16,1-1 0-16,0 0 0 0,1 0 0 0,0 0 0 0,0-1 0 0,1-1 0 16,2-1 0-16,2-1 0 0,-1 0 0 0,1 0 0 0,0-1 0 15,1 0 0-15,1 0 0 0,0 0 0 0,1 1 0 0,-1 0 0 0,1 0 0 16,0 0 0-16,1 0 0 0,-1 2 0 0,1 1 0 0,-1-1 0 0,-1 3 0 15,0 0 0-15,1 0 0 0,-1 3 0 0,-1-1 0 0,-2 2 0 16,0 2 0-16,0 0 0 0,-1 1 0 0,0 2 0 0,-1 1 0 0,-2 1 0 16,0 1 0-16,-2 1 0 0,-1 1 0 0,0 2 0 0,-1 1 0 0,-1 1 0 15,-1-2 0-15,-1 2 0 0,0 0 0 0,1 0 0 0,-1 2 0 16,0 0 0-16,0 1 0 0,2 0 0 0,0 0 0 0,0-1 0 0,0-2 0 16,1 1 0-16,2-3 0 0,1 0 0 0,0 0 0 0,1-1 0 15,1-2 0-15,-1 1 0 0,2-1 0 0,1-1 0 0,-1 0 0 0,1-2 0 16,0-1 0-16,1-1 0 0,1 0 0 0,2 0 0 0,-1-1 0 0,1-1 0 15,-1-1 0-15,2 0 0 0,0-1 0 0,1-2 0 0,0 0 0 16,0-1 0-16,0-1 0 0,1 0 0 0,1-1 0 0,-1-1 0 0,2 1 0 16,-2-2 0-16,3 0 0 0,0 0 0 0,0-1 0 0,-2 1 0 0,1-1 0 15,-1 0 0-15,1-2 0 0,-1 1 0 0,-1 0 0 0,0-1 0 16,-2 1 0-16,1 0 0 0,0 0 0 0,-2 1 0 0,1-1 0 0,-2 0 0 16,0 0 0-16,0 0 0 0,-3 0 0 0,2-1 0 0,-3 0-84 15,-1 0-148-15,0-1-67 0,-2 0-99 0,0 0-149 0,-1-2-160 0,-1 0-134 16,-1-1 84-16</inkml:trace>
  <inkml:trace contextRef="#ctx0" brushRef="#br0" timeOffset="28634.32">1923 7866 1763 0,'-2'-8'375'0,"0"-2"-129"0,-1-2-13 15,3 0-19-15,1-1-25 0,3 0-9 0,-1 0-23 0,3-2-20 16,0-1-16-16,1 1-11 0,1 0-14 0,2 0-12 0,0 0-27 0,1 0-22 16,0-1-3-16,1 3-10 0,1 0 22 0,0 0-44 0,3 1 0 0,1 1 0 15,0 0 0-15,0 1 0 0,-2 1 0 0,1 0 0 0,2 1 0 16,0 0 0-16,-1 2 0 0,3 0 0 0,-1 0 0 0,1 1 0 0,2 1 0 16,1 0 0-16,0 1 0 0,3 0 0 0,0 2 0 0,2-1 0 0,-1 2 0 15,1 1 0-15,0 1 0 0,2 0 0 0,-1 2 0 0,2 1 0 16,-1 0 0-16,2 1 0 0,0 2 0 0,2 0 0 0,-1 2 0 0,1 2 0 15,-3 2 0-15,2 2 0 0,-2 0 0 0,0 4 0 0,-1 0 0 16,-2 2 0-16,-1 2 0 0,0 0 0 0,-2 2 0 0,0 0 0 0,-3 0 0 16,-1 2 0-16,-1-1 0 0,0 3 0 0,-3 1 0 0,-1 2 0 0,-3 0 0 15,-1 0 0-15,-3-1 0 0,-1 2 0 0,-2-1 0 0,-3 1 0 16,0-1 0-16,-3-1 0 0,-1 0 0 0,-2-2 0 0,-1 1 0 0,-2-2 0 16,-4 0 0-16,-1-1 0 0,-4-2 0 0,-1 0 0 0,-3-3 0 0,-4 1 0 15,-1 0 0-15,0-2 0 0,-4-1 0 0,-2-1 0 0,-3-2 0 16,-2-2 0-16,-1-2 0 0,-1-3 0 0,-1-1 0 0,-1-1 0 0,0-4 0 15,-1-2 0-15,1-1 0 0,0-4 0 0,4-2 0 0,-1-3 0 16,1-3 0-16,1-2 0 0,-2-4 0 0,1-3 0 0,0-3 0 0,-1-4 0 16,3-2 0-16,1-1 0 0,1-1 0 0,3-1 0 0,2-1 0 0,3 1 0 15,3 0 0-15,1 1 0 0,2 1 0 0,4 2 0 0,1 1 0 16,1 3 0-16,2 0 0 0,0 1 0 0,2 2 0 0,2-1 0 0,0 0 0 16,4 2 0-16,0-1 0 0,2 0-184 0,0 0-211 0,1-1-262 0,2-2-302 15,1 0-303-15</inkml:trace>
  <inkml:trace contextRef="#ctx0" brushRef="#br0" timeOffset="44537.52">4229 7279 2036 0,'-6'-1'116'0,"0"-1"-82"0,0 2 33 15,0 0 25-15,3 2 18 0,0 0 12 0,3 1-16 0,-1 2-6 0,2 1-11 16,-1 2-8-16,-1 1-2 0,2 3-4 0,0 1-14 0,1 0-6 0,2 1 0 15,0 2-7-15,0 2 5 0,2 1 0 0,0 0-2 0,0 3-6 16,0 1-1-16,1 1-2 0,1 2-7 0,1-1-6 0,0 3-29 0,1-1-4 16,0 2 11-16,0-1-1 0,2-1 15 0,0 0-4 0,1-4-15 15,0-2-4-15,-1-1-2 0,3-5 1 0,0 0-11 0,1-2-1 0,0-2-6 16,1-2-5-16,0-2-10 0,-2-1-7 0,-1-4-7 0,1-1-6 0,0-2 3 16,-1-2-3-16,-1-2 2 0,1-3 4 0,0 0 4 0,-1-2 16 15,-1-3 11-15,-2-3 8 0,0-2 9 0,-1-4 2 0,-1-3 6 0,-1 0 1 16,0-3-11-16,-1 1 15 0,-1-3 4 0,0 1 3 0,-3 0 14 0,0 0-4 15,-2-1 4-15,-1 1 1 0,-1-1 8 0,-1 0 5 0,-2 1-4 16,-2 0 7-16,-2 0-4 0,-1-1 0 0,-2 2-2 0,-2-1-7 0,-2 4-6 16,-3 2-3-16,-2 1-6 0,2 2-2 0,-3 0-2 0,0 1-5 15,0 4-5-15,-3 1 5 0,2 1-5 0,-1 3-1 0,1 2-12 0,2 3-7 16,-2 2 3-16,2 3-3 0,1 1 36 0,0 2-2 0,1 3-11 0,1 3 5 16,-2 3-22-16,2 3-1 0,2 3 0 0,0 1-5 0,1 3-5 15,1 1-11-15,1 3-13 0,3 1-18 0,0 2-19 0,1 2-20 0,3 0-23 16,1 1-23-16,3-2-46 0,3-1-94 0,1-1-112 0,3 0-161 0,2-2-184 15,2 0-32-15</inkml:trace>
  <inkml:trace contextRef="#ctx0" brushRef="#br0" timeOffset="44771.52">4854 7194 1630 0,'-2'11'212'0,"1"1"-15"0,0 6 20 0,0-1 5 0,0 3-7 16,1 2-30-16,0 1-43 0,0 3-33 0,2 0-12 0,0 3-13 0,2 1-1 16,0 4-17-16,2 0-10 0,1 5-23 0,2 0-24 0,0 1 14 15,2 3-25-15,-1 1 0 0,4 0 6 0,1 0-23 0,2 2 4 0,-1 0-5 16,0 0-10-16,2-1-14 0,-2-1-24 0,0-6-20 0,1-2-26 0,-1-4-19 16,-1-3-13-16,-1-2-22 0,-1-4-39 0,0-4-59 0,-1-3-71 15,-1-2-67-15,-3-3-44 0,-2-3 11 0,-1-1-65 0</inkml:trace>
  <inkml:trace contextRef="#ctx0" brushRef="#br0" timeOffset="45035.52">4894 7652 1638 0,'-4'-21'63'16,"1"-2"16"-16,0-4 18 0,2 2 5 0,2 5 6 0,1 1-9 0,2 2-23 16,0 1-13-16,0 3-1 0,1 0 8 0,0 2 0 0,0 0-2 15,2 0-6-15,1 2-8 0,1-2-9 0,3 1-8 0,-1 2-6 0,0 0-6 16,1 2-3-16,0 2-2 0,1 1-3 0,-1 1 0 0,-1 2-5 0,1 1-2 15,-1 2-5-15,2 1 0 0,0 2-5 0,-3 1-4 0,1 2 3 16,0 2-6-16,-1 0 4 0,0-1-6 0,-1 3-4 0,-1 0 4 0,-2 2-6 16,-1 0 5-16,0 3 0 0,-3 0 0 0,0 1 3 0,-2-1 4 15,-1 1-1-15,-2 0 1 0,-1-2-10 0,-2 1 1 0,-1 0-3 0,-3-1 7 16,0 0 8-16,-1 0-2 0,-2 0 1 0,1-2-9 0,-2 0 0 0,-1-2-7 16,1-1-4-16,0-2-18 0,2-2-18 0,0 0-18 0,2-2-22 15,1-2-21-15,1-1-28 0,3-2-29 0,1-1-33 0,1-2-23 0,2-2-23 16,1-1-22-16,3-2-3 0,1 0 6 0,2-3-128 0</inkml:trace>
  <inkml:trace contextRef="#ctx0" brushRef="#br0" timeOffset="45518.52">5269 7604 656 0,'10'1'285'0,"2"1"-90"0,3 1 11 16,-3 0-11-16,-2-1-10 0,-1 1-19 0,1 0-25 0,-1-1-29 0,0 0-22 16,-1-2-23-16,1 1-7 0,-1-1-15 0,-1-1-5 0,1 1-3 15,-1-2-12-15,0-1 6 0,0-1-13 0,0-2-6 0,-1 0 2 0,1-1-6 16,-1-2 4-16,0-1-4 0,1-1 0 0,-1-1 3 0,1-2-2 0,-1 0 1 15,-1-1 3-15,1-1 3 0,-2 0 5 0,1-1 2 0,-1 0 3 16,-1 0-5-16,-1 2 1 0,-1-1 1 0,-1 1-2 0,-3 1-1 0,1 2 6 16,-2 0-8-16,0 2 7 0,-1 2 2 0,-1 0-3 0,1 3 2 15,-2 1-9-15,-1 2 0 0,0 3-7 0,1 2-3 0,-2 3 0 0,1 0 0 16,0 3 2-16,1 1 0 0,1 0 3 0,1 0 3 0,0 2-1 0,2 0 2 16,1 1-5-16,1 1-6 0,1-1-2 0,2 2 1 0,-1-1-1 15,1 1 1-15,1-1-6 0,2 0 2 0,0-1-5 0,3-1 0 0,-1-2-2 16,2-2-2-16,0 1-3 0,0-2-9 0,1-2-7 0,2 0-10 15,0-3-3-15,1 0-6 0,-1-1-3 0,0-1-7 0,0-1-3 0,-1-1 4 16,-1-1 9-16,0 0 10 0,-1-2 10 0,0 1 1 0,-1-2 6 0,0 1 8 16,0-1 5-16,-1 0 5 0,0-2 5 0,-1 1-1 0,0-1 1 15,0 0 2-15,1 1 4 0,-1 0 1 0,0 1 1 0,1 2-2 0,-1 1-2 16,-1 0 4-16,0 2-3 0,0 1-2 0,-1 2 2 0,0 0-6 0,1 2 0 16,0 0-2-16,-1 2-2 0,1 2-1 0,0-1 3 0,-1 2-3 15,1-1 3-15,-2 1-4 0,0 1-2 0,1-2 3 0,-2 1 0 0,2 0 1 16,-2-1 2-16,0-1 0 0,0 1 5 0,-1-2 4 0,0-1 1 0,-2-1 8 15,1 1 8-15,-1-2 4 0,-1 0 11 0,1-1 4 0,-1-1-2 16,0-1 2-16,0-1 3 0,0-1-2 0,0-1-4 0,-1-1 0 0,1-1-7 16,-1 0-7-16,2-3-4 0,0-1-8 0,0-1 0 0,0-1-2 15,0-2-2-15,1 1 3 0,1-2-5 0,0-2-3 0,1-1 0 0,0 1-3 16,1 0-6-16,0 0 2 0,2 2-7 0,1 1-7 0,0 0-7 0,0 0-17 16,2 2-19-16,0 1-30 0,0 2-36 0,1 1-43 0,-1 0-55 15,1 1-75-15,0 1-96 0,1 1-89 0,0 1-50 0,1 1-98 0</inkml:trace>
  <inkml:trace contextRef="#ctx0" brushRef="#br0" timeOffset="46035.52">6025 7424 1307 0,'4'5'263'0,"1"0"-93"16,0 2 0-16,0-1-1 0,0-2-8 0,1 1-32 0,0-1-40 0,1-1-17 16,-1 0-12-16,1-1-9 0,0-1-1 0,0-1-11 0,1 1-8 15,-1-2-9-15,2 0-4 0,-1 0-3 0,-2-2-2 0,2 0-5 0,-2-1-1 16,1-1 1-16,0-1-3 0,0 1 0 0,0-2 2 0,0-1-7 0,-1 1-2 15,-2-2 11-15,1 0-2 0,-1-1-1 0,1 0 6 0,-1 0-9 16,-2-1 6-16,0 2-1 0,-2-2-1 0,-1 2 0 0,-1-1-7 0,-1 1 2 16,-1 1-2-16,-2 0-6 0,0 1 0 0,-1 1 4 0,-2 1-6 15,-1 0 4-15,-2 2 1 0,0 1-9 0,0 1 7 0,0 1-2 0,1 0 1 16,-1 2-1-16,1 2 2 0,2 0 1 0,2 2 6 0,2 1 0 0,1-1 3 16,2 3-4-16,1-1 5 0,1 1 0 0,1-1 3 0,2 1-3 15,1-1 1-15,0 1-4 0,2-1-1 0,1 1 2 0,2 1-6 0,2-1 5 16,2 0 1-16,0-1-4 0,-1-1 1 0,2-1-1 0,0 0-6 15,-1 0-5-15,0-1 1 0,2-1-1 0,1-1 4 0,0 0 0 0,-2-2-5 16,1-1-1-16,-1 0-5 0,1-1-2 0,-1-1-3 0,2-1-4 0,0 0-5 16,-2-2-4-16,-1 0-9 0,-1-2-11 0,1 1-14 0,0-1-18 15,0-1-14-15,-1-1-25 0,-1-1-23 0,2-2-25 0,0 0-13 0,0 0-5 16,-1-2 11-16,0-1 15 0,0-3 7 0,0 1 23 0,1-3 26 0,-2 0 34 16,0 2 36-16,-1-2 31 0,-1-1 34 0,0 2 39 0,0-3 41 15,-1 0 42-15,-2 1 37 0,0-1 21 0,0 0 15 0,-2 3 2 0,-1-1-4 16,-1 3-16-16,0 1-15 0,-2 2-17 0,0 2-22 0,1 1-14 0,-2 2-6 15,2 2-13-15,-2 4-4 0,0 1-15 0,0 1-15 0,0 2-13 16,2 1-8-16,-2 1-6 0,1 2-6 0,-1 1 5 0,0 2-2 0,1 2-1 16,0 1-16-16,1 3-7 0,0 0-4 0,1 3 3 0,0 3 8 0,2 0-6 15,0 2-4-15,1 3-15 0,1-1 0 0,1 3-6 0,1-2 2 16,0 1-4-16,2 0-2 0,-1-2 2 0,1 1-6 0,0-3-2 0,-1 0-9 16,0-2-14-16,0-3-22 0,0-1-24 0,-1-2-31 0,0-1-36 15,0-2-33-15,-1-1-46 0,-2-1-139 0,-1-1-43 0,-1 0-24 0,-2 0-42 16,-1-2 56-16,0-1 1 0,-2-2-67 0</inkml:trace>
  <inkml:trace contextRef="#ctx0" brushRef="#br0" timeOffset="46253.52">6628 7306 1408 0,'-6'-10'134'0,"0"-2"-35"0,0-1 12 0,1 2 1 16,3 3 4-16,0 1-7 0,1 1-20 0,2 2-8 0,-1 0-13 0,1 0 0 16,2 0-2-16,0 0-8 0,1 0-1 0,2 1-9 0,0-1-7 15,2 1 1-15,2-1-2 0,1 0-1 0,1 0-3 0,0 1-4 0,1 0-5 16,0 0-4-16,0-1 4 0,1 1-3 0,-1 1-7 0,2 1-5 0,1-1-3 15,-2 1-6-15,1 0 1 0,0 2-4 0,0 0-4 0,0 1 1 16,-1-1-6-16,1 2 4 0,0 1-2 0,-1 0 0 0,0 1 1 0,-2-1-6 16,2 2-2-16,-1 0-3 0,0-1-5 0,-1 2-1 0,-1-1-7 15,1 0-8-15,-2-1-5 0,-1 1-16 0,0-1-18 0,-1 1-16 0,-1 0-26 16,1 0-23-16,-2 0-25 0,-1 0-22 0,0-1-29 0,-1 0-29 0,-1 0-33 16,-1-2-28-16,-1 0-8 0,-1-1-115 0</inkml:trace>
  <inkml:trace contextRef="#ctx0" brushRef="#br0" timeOffset="46403.52">7035 7002 1784 0,'-2'-9'103'0,"0"3"20"0,-1-2 10 15,2 3 3-15,0 2-15 0,0 2-27 0,1 1-22 0,-1 2-19 16,-1 0-23-16,1 1-9 0,0 1-3 0,1 1-12 0,-1 0 1 0,0 2-7 16,1 0-10-16,-1 0 2 0,2 1-13 0,-1 0-19 0,1-1-32 0,0-1-69 15,-1 1-82-15,1-3-84 0,1 1-78 0,0 0-58 0,1 0-47 16,0-2 28-16</inkml:trace>
  <inkml:trace contextRef="#ctx0" brushRef="#br0" timeOffset="46669.52">7265 7202 762 0,'6'9'205'0,"1"0"-96"16,3 3 21-16,-1-3 19 0,0-2-1 0,0 1-18 0,1 0-23 0,-2-1-7 15,1 0-3-15,-2-2 2 0,2-1-2 0,0 0-5 0,-1-1-7 16,0-1-29-16,0-1-9 0,0-1 3 0,0-1-2 0,-1 0 21 0,0-3 10 15,0-2-5-15,0-1 1 0,1-3-4 0,-1 0-15 0,1-2-2 16,-1 0-2-16,-1-1-12 0,1 0 5 0,-1-1-10 0,0 1-2 0,-1 0-3 16,-2-2-3-16,0 1 2 0,-2-2-10 0,-1 2 7 0,-1-1-8 0,-2 0-2 15,-2 0-2-15,-2 2-6 0,-1-1 1 0,-1 2-7 0,-2 0-4 16,0 1-11-16,-2 2-3 0,0 3 7 0,0 0 1 0,-1 2 1 0,0 2-13 16,0 0-12-16,1 2-7 0,1 2-14 0,-1 0 3 0,1 3 3 15,0 1 2-15,0 3 4 0,3 2 8 0,-1 3-4 0,2 1-7 0,2 0-10 16,1 1-30-16,2 1-26 0,2 0-39 0,0 0-49 0,2 1-54 0,1-1-77 15,1-2-83-15,2-2-61 0,1 0-156 0</inkml:trace>
  <inkml:trace contextRef="#ctx0" brushRef="#br0" timeOffset="47035.52">7704 6944 867 0,'-1'-2'673'0,"2"0"-535"0,-1 0 16 0,1 2 4 0,-2 0 8 15,2 2-16-15,-1 0-23 0,0 2-18 0,1 1-10 0,-1 1-7 16,0 1-9-16,1 0-15 0,0 1-10 0,0 2-18 0,2 1-7 0,-1 2 7 16,0 2-6-16,2 1-8 0,-1-1 1 0,1 2-20 0,0 0-6 0,0 1 1 15,1-1-2-15,-1 1 0 0,1 0 0 0,0-3-2 0,1-1 1 0,0 0 1 16,1-1-6-16,-1-1 1 0,0-3-4 0,1 0-5 0,-1 0-7 16,0-1-3-16,0-1 3 0,0 0 1 0,-1-1 4 0,0-3 3 0,0-3 2 15,0-2 10-15,1-1 4 0,1-3 7 0,0-1 7 0,0-2 1 16,-1-1 4-16,1 0 1 0,-2-1 3 0,1-2-4 0,0 0-2 0,-1-1 6 15,1 1-3-15,-1 0 5 0,0-2 2 0,1 0-1 0,0 0 2 0,0 1-4 16,1 0-4-16,0 1-1 0,0 3-4 0,-1 1-3 0,1 2-1 16,0 2-3-16,-1 2 8 0,0 1-6 0,1 3-2 0,-1 1-2 0,1 1-9 15,-1 0 4-15,0 2-4 0,-1 2-2 0,1 1 0 0,1 0-2 0,-1 2 1 16,0 0 1-16,0 2-11 0,0-1 4 0,-1 1-8 0,0 0 1 16,0 0-5-16,-1 0-17 0,0-2-2 0,-1 1-12 0,0 0-8 0,0 0-13 15,-1-2-21-15,1-1-32 0,0-2-46 0,-1 0-59 0,0 0-81 16,0-2-86-16,1-1-86 0,-1 0-46 0,1-2-93 0</inkml:trace>
  <inkml:trace contextRef="#ctx0" brushRef="#br0" timeOffset="47337.52">8482 6767 687 0,'-3'-3'212'0,"-1"1"-40"0,-2 0 17 0,-1 2 12 0,0 0-12 0,0 2-18 16,0 1-20-16,0 1-17 0,-2 1 1 0,0 2 5 0,0 0-5 0,0 2-7 16,1 0-16-16,1 1-14 0,1 1-19 0,1 1-14 0,1 0-8 15,1 1-12-15,0-1-3 0,1 1-4 0,1 1-15 0,0 1 0 0,2-1-7 16,0 0-14-16,1 1 2 0,0 0-8 0,0-1 6 0,2 0 7 16,0 2-2-16,1 0 0 0,0-1-9 0,0-1 2 0,1 2 2 0,-1 0-4 15,2 0 0-15,-1 2 2 0,0-2-1 0,-1 1 2 0,-1-1-4 16,-1 0-3-16,-1 1-1 0,-1-1-5 0,-1 0 7 0,-2 2-11 0,-2 0-2 15,-1-2-10-15,-1 0-11 0,-3-1-15 0,-1 0-15 0,-1-2-19 0,0-2-15 16,-2 0-8-16,0-1-13 0,0-1-11 0,1-2-17 0,0 0-30 16,0-1-47-16,0-2-41 0,1 0-43 0,0-1-20 0,2-1-2 0,-2 0-157 15</inkml:trace>
  <inkml:trace contextRef="#ctx0" brushRef="#br0" timeOffset="54820.53">2469 9917 2218 0,'-10'2'154'0,"-1"1"-7"15,-3 0-9-15,2 1 24 0,2-2 15 0,2 2-9 0,1-2-31 0,0 1-30 16,2 1-19-16,-1-1-8 0,2 0 1 0,0 0-3 0,0 1-11 0,1-1-1 16,1 0-14-16,0-1-8 0,2 0-1 0,0-1-5 0,1 0-2 15,2-1-22-15,2 0-14 0,1-1 0 0,2-1 0 0,1 0 0 0,1-2 0 16,0-2 0-16,4 1 0 0,-2-2 0 0,4 1 0 0,-2-1 0 15,0 0 0-15,1-1 0 0,0 1 0 0,1 0 0 0,-2 0 0 0,2 2 0 16,-1-1 0-16,1 3 0 0,-1 0 0 0,-1 3 0 0,-1 1 0 0,-1 3-4 16,-1 0-24-16,0 3 8 0,-2 1-10 0,-1 1 4 0,-1 1 3 15,-1 1 7-15,-1 3 4 0,-2 1 0 0,0 2 4 0,-3 1-1 0,-2 1-1 16,-2 1 2-16,0 0 4 0,-2 1 2 0,0 0-9 0,-1-2-3 16,-2 1 4-16,0-1 5 0,2-1 20 0,-1 0 3 0,1-1-5 0,0-2-3 15,2-3-6-15,0 0 6 0,1-2 3 0,2-1-5 0,0-3 6 0,2-3-4 16,1-1 7-16,1-2 11 0,0-2-6 0,1-2 12 0,1-1-12 0,1-2-8 15,1 0-14-15,2-1 0 0,1-1 0 0,0 2 0 0,1 0 0 16,2-1 0-16,0 2 0 0,2 0 0 0,-1 2 0 0,1 2 0 0,0 0 0 16,-1 3 0-16,-1-1 0 0,-1 1 0 0,2 0 0 0,-1 1 0 15,-1 1 0-15,0 1 0 0,-2 1 0 0,0 0 0 0,1 1 0 0,-2 0 0 16,0 0 0-16,0 3 0 0,-1 0 0 0,-1 1 0 0,-2 1 0 0,1 1 0 16,-1-1 0-16,-2 2 0 0,0 0 0 0,-1 0 0 0,-2 2 0 15,0-1 0-15,-1 2 0 0,-2 0 0 0,1 1 0 0,-2 0 0 0,2 0 0 16,-3 0 0-16,0-1 0 0,0-1 0 0,-2 0 0 0,1 0 0 15,-1-2 0-15,-1-1 0 0,0 0 0 0,-1-1-38 0,-3-1-55 0,-1 0-36 16,1-2-38-16,-1-1-36 0,-1 0-48 0,-3-2-91 0,-2-2-146 0,1-1-165 16,-1-3-35-16,0 0-93 0</inkml:trace>
  <inkml:trace contextRef="#ctx0" brushRef="#br0" timeOffset="55272.52">1937 10175 1121 0,'4'-5'699'0,"1"-1"-521"0,1-4-9 0,0 1 1 0,2-1 15 0,0 0-1 16,1-1-28-16,3 0-32 0,1-1-19 0,1-1-14 0,2 0-4 0,-1 0-1 16,2 0-9-16,0 0-4 0,-2-2-17 0,1 1-3 0,2 0-12 15,1 0-5-15,1 0-4 0,1 0-3 0,-1 0-4 0,2 1-4 0,1-1-4 16,-1 1-1-16,1 0 1 0,1 0-3 0,0 1-14 0,1 0-6 0,2-1-6 15,-1 1-1-15,2 2 9 0,0 2 8 0,0 2-2 0,-1 1 2 16,1 2 0-16,-1 1-6 0,1 1-4 0,1 2 2 0,1 1 0 0,-1 2-2 16,3 1 2-16,-2 2-3 0,0 1 3 0,0 4-6 0,-1 2 6 15,1 2-1-15,0-1-3 0,-2 2 4 0,-1 1-9 0,1 1-1 0,-3 1-1 16,0 4 0-16,-1 1 9 0,1 3-4 0,-1 2 1 0,-2 1 5 0,0 1-15 16,-1 0 17-16,-3 0 6 0,0 2-6 0,-1-1 17 0,-3 2-13 15,-2-2 0-15,0 0 10 0,-3 0-1 0,-4-1 0 0,-2 0 3 0,-4 0-10 16,-3-2 9-16,-3 0-9 0,-3-2-2 0,-3-1 5 0,-2 0-9 0,-3-1 8 15,-4-1-2-15,0 1-15 0,-5-2-1 0,-1-1-5 0,-4-1-4 16,-1-2 4-16,-3-2 15 0,-3-2-2 0,0 0 12 0,-3-2 1 0,1-4-7 16,2 0 4-16,-1-4 0 0,5-3 3 0,0-3 3 0,4-2 3 15,-1-5 8-15,4-1-4 0,0-4 4 0,2-1-7 0,-1-3-9 0,3-3 7 16,-1-2-6-16,1-2-4 0,4 0-2 0,1 2-8 0,3 1-4 0,3 3 0 16,4 3-1-16,2 2-3 0,1 1 6 0,1 2-13 0,2 0-29 15,3 1-29-15,1-1-58 0,2 2-45 0,1-2-62 0,2 0-126 0,2 0-177 16,1 0-254-16,2-2-177 0</inkml:trace>
  <inkml:trace contextRef="#ctx0" brushRef="#br0" timeOffset="55888.04">4400 9310 2375 0,'-7'2'367'0,"-1"2"-230"0,-3-1-4 0,0 0-7 0,1-2-2 15,-1 1-11-15,0 0-16 0,-1 0-23 0,0 0-16 0,0 0-3 0,-2-1-10 16,-1 0-7-16,-1 0-5 0,0 1-8 0,-1 0-4 0,0 1-11 0,0-1 0 16,1 1-3-16,-1 1-5 0,2 0 10 0,-1 0-10 0,3 2 0 15,-1 0 0-15,0 1-2 0,1 2 0 0,0 2 0 0,1 2-4 0,0 3-4 16,1 1 0-16,2 3 3 0,2 3-9 0,1 0 16 0,3 4-2 0,2-1-2 15,2 3 6-15,1 1-16 0,4 1-3 0,3 0 3 0,1 0-1 16,2-1 5-16,2 1-7 0,0-2 3 0,2-1-1 0,2-2 1 0,0-4 11 16,1 0-11-16,1-3 3 0,1-1-5 0,0-1 5 0,0-2 5 15,1-2 0-15,-1 0-1 0,-1-4 1 0,1-1 2 0,-1-3 2 0,0-1 7 16,1-2-3-16,-4-2 0 0,1-2 9 0,-2-1-5 0,-1-3 5 0,1-1 2 16,-2-2-3-16,0-1 1 0,-1 0-3 0,-3-2 5 0,2 0-3 15,2 0-1-15,-2-1 5 0,1 1-9 0,-2-2-1 0,2 1 2 0,2 2-2 16,0 1-4-16,-1 1 2 0,1 3-4 0,0 1-2 0,1 1 0 0,-2 2 0 15,1 2 2-15,0 1-4 0,0 2 8 0,-1 1-2 0,1 1 0 16,2 0-4-16,1 1-2 0,-1 0-2 0,2 1-2 0,0-1 4 0,-2 1-9 16,1-1-3-16,0 1-3 0,1-1 0 0,-3-1 6 0,1-2-4 15,-1 0-1-15,0-2-3 0,0-1-1 0,1-2 3 0,0 0-2 0,-3-4 12 16,1 0-2-16,0-2 5 0,0 0 6 0,-2-2 0 0,-1 1 4 0,-2-2 3 16,0 1 3-16,0-2 1 0,-1-1 4 0,0-1 2 0,-2-1-2 15,-1 2 6-15,0-1-2 0,-1 0 4 0,-1 1 5 0,-1 1-1 0,-2 0 6 16,-1 1 0-16,-1 0 4 0,-2 0-2 0,-1 0 1 0,-3 2-1 15,-1-1 1-15,-1-1-2 0,-1 2-8 0,-2 0-26 0,-1 0 0 0,-1 3 0 16,0 0 0-16,-3 2 0 0,-1 0 0 0,0 2 0 0,-1 2 0 0,0 0 0 16,-1 2 0-16,-2 1-8 0,2 2 2 0,0 2 0 0,1 2-4 15,1 2 6-15,0 1-12 0,3 2-2 0,1-1 0 0,2 1-6 0,3 0-3 16,1 1-15-16,2 0-14 0,2 0-25 0,1 1-22 0,2 0-29 0,3 1-37 16,0-2-50-16,3 1-81 0,1-2-110 0,1-2-172 0,3-2-145 15,1-1-112-15</inkml:trace>
  <inkml:trace contextRef="#ctx0" brushRef="#br0" timeOffset="56270.04">5348 9297 1690 0,'-5'5'480'0,"1"-1"-320"0,-1 1-4 0,0 0-14 0,2 1 3 0,0 1-10 15,2 1-23-15,0 1-27 0,0 2-8 0,2 1-6 0,-1 0-1 16,0 3-3-16,2 0-3 0,1 2-16 0,1 0-9 0,1 1-8 0,1 1-25 16,1-1 1-16,1 1 16 0,0 1-6 0,1-2 19 0,1 1-6 0,1-1-17 15,0-2 3-15,1-3-7 0,0-1 3 0,0 0-3 0,1-3-3 16,-1 0-4-16,1-3 3 0,0-1 3 0,-1-3 0 0,0-1 9 0,-2-1 4 16,1-1-7-16,-2-2 1 0,0-2 5 0,-1-2-1 0,0 0 11 15,-1-2 1-15,-1-2-6 0,1 0 3 0,-1 0-6 0,0-3-6 0,0 0 0 16,0-2-6-16,0 2-16 0,-1-2-2 0,1-1 18 0,-1 2-4 0,0 1 16 15,0 3-14-15,0-1-8 0,-1 3 0 0,1 1 0 0,0 2 0 16,1 2 0-16,-1 1 0 0,-1 2 0 0,2 1 0 0,-1 2 0 0,0 0 0 16,0 2 0-16,-1 1 0 0,1 2 0 0,0 1 0 0,1 2 0 0,0 1-8 15,-1-1-16-15,-1 4-10 0,0 1 20 0,0 1-6 0,1 0 6 16,-2 1-13-16,2 0-32 0,-1-1-19 0,-2-1-19 0,3-1-23 0,-1 0-23 16,-1-2-25-16,1 0-39 0,-1-3-36 0,2-1-54 0,0-1-48 15,0-1-71-15,1-2-55 0,1-1-5 0,0-2-157 0</inkml:trace>
  <inkml:trace contextRef="#ctx0" brushRef="#br0" timeOffset="56569.04">5988 9534 705 0,'7'-8'316'16,"1"-1"-125"-16,1 0 3 0,1 4 10 0,-2 3 6 0,0 1-11 0,1 1-38 15,0 0-35-15,0 3-14 0,-1 0-11 0,0 3-1 0,1 1 1 16,-1 2-2-16,1 1-15 0,0 0-5 0,0-2-19 0,0 3-11 0,0-1-2 16,1 1-10-16,0 1-2 0,0-1-6 0,1-2-8 0,-2 2-7 15,2 0-5-15,-1-1-7 0,0-1 3 0,0-1 3 0,1-1-3 0,-1-2 2 16,1 0-5-16,-1-1 7 0,-1-2-2 0,-1 0 2 0,1-2 6 15,0-1-4-15,-1-1 7 0,0-1-4 0,0 0 4 0,1-3-1 0,-1 1-1 16,0-2 6-16,-1-1 1 0,-2-1 1 0,0-1 7 0,-1 0-3 0,1-1-2 16,-2 1 1-16,0-1 5 0,-1-1 2 0,-1 1 8 0,0-1 4 0,-1 1 0 15,-2-1-23-15,0 1 4 0,-2 0-1 0,-1 1 5 0,-1 0 18 16,-1 2-7-16,-3-1-6 0,-3 0-20 0,0 1 0 0,0 1-14 0,-1 0-2 16,-2 2 0-16,0 0 0 0,-1 2 0 0,1 1 0 0,0 2 0 15,-1 1-4-15,1 1-10 0,1 3-6 0,-1 1-12 0,2 2 2 0,-1 2-3 16,3 1 1-16,0 2-13 0,1-2-7 0,2 3 7 0,2 1-12 0,0 0-17 15,2 0-22-15,3 0-50 0,0 1-32 0,1-2-41 0,3 0-70 16,1-1-109-16,3-2-178 0,1 0-132 0,1-3-83 0</inkml:trace>
  <inkml:trace contextRef="#ctx0" brushRef="#br0" timeOffset="56924.04">6415 8815 2378 0,'-7'-7'141'16,"0"2"15"-16,-2-1-7 0,1 3-30 0,2 3-9 0,1 2-20 16,2 2-17-16,-1 3-4 0,1 2 5 0,0 1 1 0,-1 3-5 0,1 3-9 15,1 1-31-15,1 1-2 0,3 4-7 0,1 3-10 0,1 1 12 16,1 5-20-16,1-1 1 0,0 3-8 0,3 1 4 0,0 1 2 0,2 0-4 16,0 1 1-16,1-1-9 0,0-2-7 0,2-2-4 0,0-1-12 15,1-1-10-15,-2-3-19 0,1-1-19 16,0-2-13-16,-1-3-17 0,-1-1-13 0,-2-3-23 0,2-3-14 0,-1 0 9 0,1-4 11 0,0 0 35 15,-3-2 29-15,0-2 24 0,0-2 28 0,-1-3 21 0,1-2 25 0,-1-2 2 16,0-2 13-16,0-3 12 0,-1 1 15 0,-1-2 14 0,1 0 8 0,-1-2 3 16,0-1-9-16,1-1 5 0,-1 1-2 0,1 1-2 0,-1 0 1 0,1 1-6 15,-1 2-7-15,-1 1-12 0,0 1-8 0,1 1-10 0,-1 2-6 16,1 3-8-16,-1 1-9 0,0 2-1 0,0 1-8 0,0 1-8 0,1 3 4 16,-1 0-6-16,1 1-1 0,-1 1-8 0,1 1-3 0,1 1-1 0,0 0 1 15,0 1 7-15,0 1-2 0,1 0-5 0,-2-1-13 0,1-2-11 16,0 1 7-16,0 0-6 0,0-1-11 0,-1-1-18 0,-1-1-37 0,0-1-41 15,-1-1-51-15,-1-1-79 0,0 0-107 0,-1-2-94 0,1-1-68 0,-2-2-168 16</inkml:trace>
  <inkml:trace contextRef="#ctx0" brushRef="#br0" timeOffset="57104.04">6995 8988 758 0,'-3'1'452'0,"0"0"-326"0,0 0 3 0,0 0-18 0,1 0-4 0,0 0-13 16,-1 0-29-16,1 0-16 0,-1 1-20 0,1-1-10 0,1 1-12 0,-1 0-13 15,0 0-14-15,1-1-34 0,0 2-40 0,1 1-74 0,0 0-147 16,-1 2-149-16,1 0-162 0</inkml:trace>
  <inkml:trace contextRef="#ctx0" brushRef="#br0" timeOffset="57553.04">6922 8653 1980 0,'-7'-2'32'0,"-1"2"9"0,-2-1-1 0,0 3 3 0,3 1 2 0,0 1 2 15,0 2 4-15,2 1 0 0,0 0 9 0,0 2 3 0,0 0-2 16,2 1-10-16,-2 1-10 0,1 2-14 0,1 0-12 0,1 0-7 0,1 1-10 16,0 0 0-16,1 0 4 0,0 1-2 0,1-2-2 0,2-1-1 0,0 1-6 15,-1-3-4-15,2 0 2 0,1-2-2 0,-1-2 0 0,1 1 5 16,-1-1-5-16,-1 0-2 0,1-1 5 0,1-1-9 0,0-2-15 0,-1-1-33 15,1 0-68-15,-1-2-69 0,-1 0-81 0,1-1-97 0,-1 1-93 0,1-1-218 16</inkml:trace>
  <inkml:trace contextRef="#ctx0" brushRef="#br0" timeOffset="57922.04">7141 8474 1906 0,'-3'-10'84'0,"-1"2"1"15,0 0 27-15,1 4 7 0,1 3 8 0,1 2 1 0,1 1-3 16,1 3-12-16,1 2-9 0,1 4-18 0,0 5-15 0,1 4-14 0,2 5-11 16,1 6-16-16,2 4-7 0,1 5-11 0,2 2 0 0,2 5-3 0,1 5-5 15,1 4-2-15,0 4-6 0,2 3-3 0,3 2-5 0,-3 2-3 16,2-1-9-16,-1-4-15 0,-3-5-21 0,0-5-36 0,-2-5-50 0,-1-5-54 15,-2-5-91-15,-2-3-91 0,1-7-114 0,-2-1-94 0,-1-6-98 0</inkml:trace>
  <inkml:trace contextRef="#ctx0" brushRef="#br0" timeOffset="58186.04">7173 9139 2325 0,'-12'-9'47'0,"-1"2"27"0,-2-1-1 0,5 5 16 0,5 4 4 16,2 3-6-16,1 1-16 0,1 1-9 0,1 1-1 0,1 1-1 0,0 0-8 15,1 1-4-15,1-1-13 0,2 0-5 0,2-1-2 0,2-2-3 0,2-2-2 16,0 0-7-16,1 0 1 0,3-2-8 0,1-2 0 0,1 0-6 16,0-1 1-16,1-2-2 0,0 0-2 0,1-2-2 0,2 0-2 0,0 0-5 15,-1 0 0-15,2 2-5 0,0 1-1 0,-1 0-1 0,0 1-12 16,0 1-6-16,-2 0-3 0,1 0 0 0,0 0 9 0,-2 2 0 0,0 0-6 16,-1 1-1-16,0 1-1 0,-1 3-3 0,-1 0 7 0,-1 2 4 0,-1 1 1 15,-2 0 5-15,0 2-6 0,-1 1-8 0,-2-1-5 0,0 2-10 16,-2-1-14-16,-1 1-13 0,-1 1-23 0,-3-1-16 0,-1 1-6 0,-2-1-7 15,-1 1-9-15,-1 0-28 0,-1 0-44 0,-2-2-59 0,1-2-57 0,-2-1-32 16,1-2-111-16</inkml:trace>
  <inkml:trace contextRef="#ctx0" brushRef="#br0" timeOffset="58319.04">7568 8986 1447 0,'-3'-22'712'0,"0"0"-577"15,-1-7 0-15,1 7-39 0,2 8-7 0,1 2-2 0,1 4-15 16,1 3-21-16,1 2-18 0,0 3-1 0,-1 3-1 0,1 1-9 0,-1 1-14 15,2 2-16-15,0 2-18 0,0 1-6 0,1 3-13 0,0 1-23 0,0 0-43 16,0 0-69-16,1-2-114 0,1-1-156 0,-2-1-147 0,1-1-238 16</inkml:trace>
  <inkml:trace contextRef="#ctx0" brushRef="#br0" timeOffset="58924.04">7872 9007 1378 0,'2'5'286'0,"0"1"-120"0,1 3-10 0,1-1 13 0,0 1 4 16,1 0-18-16,0 1-32 0,0 0-28 0,2 1-12 0,0 2-5 16,1 0-10-16,1-1-14 0,0 1-13 0,-1-1-13 0,0 1-4 0,0-1-14 15,0-1 1-15,1-3-2 0,0 0-6 0,1-1 2 0,0-1 2 16,-1-1-3-16,0-1 5 0,1-2-8 0,-2 0-1 0,1-1 6 0,-1 0-3 16,-1-3 4-16,0 0 2 0,-2-2 3 0,0-1 9 0,0-2 1 0,0-1 1 15,1-2-4-15,-1-2-3 0,1 0-1 0,-1-2-5 0,-1 1 3 16,0 1-2-16,1-1-2 0,-1 1 3 0,-1 1-1 0,2 0-2 0,-1 2-3 15,0 2-3-15,1 1-4 0,0 1-1 0,0 2-4 0,0 0-6 0,0 2-1 16,0 2-7-16,0 1 2 0,1 1 0 0,0 1-1 0,0 1-3 16,0 1 3-16,1 0-1 0,0 2 1 0,0 0-2 0,-1 1-6 0,1 0 1 15,-1 1-10-15,0 0-4 0,-2-1-1 0,1 0-2 0,0 0 2 0,-1-1-1 16,1 0 1-16,0-1 1 0,0-2 9 0,1-1 5 0,0-1 3 16,-1-2 7-16,1-1-2 0,0 0 3 0,-2-2 1 0,2-2-9 0,-1 1-1 15,0-2 2-15,0 0-5 0,-1 0 8 0,1-1 0 0,0-1 4 0,0 1 9 16,1-1 1-16,0 0 7 0,0 0 8 0,-1 0 1 0,1-1 10 15,0 0-1-15,1 0-1 0,-1 1 3 0,0 0-4 0,1 2-2 0,-1 0-2 16,2 2-4-16,-2 1 0 0,1 0-1 0,1 2 4 0,-1 1-1 16,2 2 2-16,-1-1 1 0,0 3-1 0,1 1-2 0,-2 1-1 0,2 0-2 15,-1 1-8-15,2 1 3 0,-1 1-4 0,0-2 0 0,0 2-4 0,-1-1-2 16,1-1-2-16,0 0-2 0,-2 0-2 0,1-1 1 0,-1-2-9 16,0 0 1-16,1-3-7 0,-2-1-3 0,2 0-4 0,-1-1-12 0,1-2-3 15,-1 0-7-15,1 0 1 0,-1-3-3 0,1-1 1 0,-2-1 0 16,1 0 2-16,1 0 10 0,0-1 3 0,-1 0 8 0,2 0 12 0,-1-1 4 15,0 0 17-15,-1 0 15 0,1-2 8 0,0-1 15 0,-1 1 20 0,0-1 18 16,-1 0 19-16,0-2 12 0,0 0 1 0,-2 0-9 0,0-1-2 16,-1 1 3-16,-2 0-7 0,1 1 2 0,-2 0-5 0,0-1-4 0,-1 1-24 15,-1 1-7-15,-1 1-11 0,-3 2 3 0,-1 0 10 0,-1 1-9 0,-3 1-10 16,0 0-15-16,-2 1-10 0,0 1-13 0,-1 0-8 0,-1 2-3 16,-1 1-6-16,1 1 1 0,-1 2-8 0,-1 0-8 0,1 2-4 0,0 1-12 15,0 2-6-15,0 1 0 0,1 2-17 0,3 0 2 0,0 2 1 16,4-1 3-16,2 3 0 0,3-1-6 0,2 1-20 0,2 0-35 0,2-2-27 15,3 1-54-15,0-1-60 0,3-2-86 0,1 1-96 0,1-2-55 0,3 0-70 16</inkml:trace>
  <inkml:trace contextRef="#ctx0" brushRef="#br0" timeOffset="59221.04">8986 8828 2141 0,'3'-3'255'0,"1"1"-64"0,-2-1-36 0,2 1-1 0,-1 0-16 0,0 2-32 16,1 2-30-16,-1 0-9 0,0 1-7 0,-1 2-2 0,0 1-7 15,2 1-16-15,0 1-6 0,0 2-21 0,1 0-16 0,-1 1 1 0,-1 0 7 16,1 2 13-16,0 1 0 0,1 1 2 0,-1-2-23 0,0 1-8 16,0-2-5-16,0-1-8 0,0-2-6 0,0-1 0 0,0-2-5 0,0-2-5 15,0 0 0-15,1-1-5 0,-1 0 4 0,1-3 1 0,0 0 4 0,0-2 8 16,-2-1 8-16,1-2 7 0,1-1 10 0,-1-2 4 0,1-2 4 16,-1 0 9-16,1-2 3 0,0 0 5 0,1 0 9 0,-1-2 5 0,1 1-6 15,-2 0 5-15,1 1 17 0,0 3 5 0,0-1 10 0,1 2-6 0,0 1-12 16,-1 1-11-16,1 2 0 0,-1 3-11 0,0 1-9 0,0 2-7 15,1 3-8-15,-1 1 0 0,0 1-13 0,1 2 1 0,0 1-5 0,1 1 14 16,0 3 10-16,-1 1-1 0,1-1 0 0,-1 0-25 0,0 1-4 16,-1-1-10-16,0 1-14 0,0-2-21 0,-1 1-23 0,0-1-24 0,0-2-30 15,-1-1-39-15,1 0-52 0,-1-4-84 0,0 1-112 0,0-1-104 0,0-3-152 16</inkml:trace>
  <inkml:trace contextRef="#ctx0" brushRef="#br0" timeOffset="59445.04">9858 8090 1902 0,'-2'-10'203'15,"-2"1"-5"-15,-1 0-26 0,-4 6-23 0,-2 3-30 0,-1 3-30 0,-1 3-18 16,-1 3-5-16,-1 3 11 0,-1 2 1 0,0 4-1 0,0 3-16 0,-2 2-16 16,1 3-6-16,-1 2-26 0,1 5 14 0,2 2-5 0,0 6 0 15,2 3 13-15,3 3-9 0,2 4-1 0,4 3 3 0,4 1 4 16,2 3-9-16,5-2-7 0,1 1-4 0,5 0 1 0,3-1-4 0,3-2-5 15,1-3-4-15,4-4-9 0,-1-4-3 0,0-6-6 0,-1-5-27 0,0-4-30 16,1-4-55-16,-1-4-36 0,1-4-46 0,1-3-88 0,1-4-125 16,-1-4-203-16,2-1-257 0</inkml:trace>
  <inkml:trace contextRef="#ctx0" brushRef="#br0" timeOffset="59671.04">10567 8052 1814 0,'-1'2'238'0,"-2"3"-103"0,0 0-15 0,-1 2 13 15,0 2-2-15,0 1-17 0,0 2-15 0,0 3-11 0,0 2 2 0,0 1 1 16,2 2-2-16,0 3-17 0,1 0-28 0,2 2-3 0,0 2-10 16,2 0-11-16,2 3 7 0,0 0-18 0,1 2-2 0,1-1 3 0,-1 1-9 15,1-1-4-15,1-2-6 0,-2 0-4 0,1-2-11 0,0-4-17 0,-1-1-34 16,-1-3-43-16,0-5-46 0,-1-1-69 0,0-2-78 0,0-3-108 15,-1-3-139-15,0-2-84 0,1-3 3 0</inkml:trace>
  <inkml:trace contextRef="#ctx0" brushRef="#br0" timeOffset="59819.04">10572 8099 2866 0,'-8'-20'156'0,"0"-1"-7"0,-2-5-24 0,3 8-24 0,2 4-20 0,2 5-18 15,0 5-17-15,0 2-10 0,1 4-15 0,0 1-4 0,1 1-4 0,0 1-6 16,0 1 1-16,1 1-12 0,0 1-13 0,0 0-13 0,0 0-21 15,0 1-25-15,1 0-29 0,0 0-23 0,2 0-35 0,0 1-39 0,0-2-87 16,1 2-129-16,0-1-131 0,2-1-82 0,1 0-145 0</inkml:trace>
  <inkml:trace contextRef="#ctx0" brushRef="#br0" timeOffset="60154.04">10809 7883 1810 0,'-1'-21'280'0,"-1"-2"-45"0,0-7-38 0,0 2-36 0,1 2-36 15,0 3-30-15,1 2-19 0,-1 3 8 0,0 4 0 0,0 3-3 16,-1 5-10-16,1 1-2 0,-1 2-16 0,0 2-18 0,0 2-10 0,0 2-4 16,0 3 1-16,0 0 8 0,0 4 3 0,0 3-1 0,1 3-2 15,0 0 2-15,1 5-9 0,0 1-9 0,2 2-1 0,0 3-7 0,0 1-2 16,2 6-1-16,0 2 1 0,1 2-6 0,1 3 4 0,1 0 0 0,1 4 2 16,2 0 0-16,2 1-4 0,2 1 0 0,0 1-4 0,2-1-4 15,1-1 3-15,1-2-3 0,0-2-5 0,-1-3-7 0,-1-2-12 0,0-1-21 16,-1-4-12-16,-2-2-13 0,1-6-15 0,-2-1 1 0,0-3 5 15,-1-3 6-15,0-2 18 0,0-2 15 0,0-3 16 0,-2-2 13 0,-1-3 14 16,-1-2 17-16,-2-3 17 0,-1-2 12 0,-1-3 12 0,-1-2 2 0,0-1-4 16,-1-3 7-16,-1-2-2 0,-1 0 5 0,-1-2-1 0,0-1-5 15,-3-1-1-15,-1 0 0 0,-2-2 2 0,-1-1-1 0,-1 0-5 0,-2-2 0 16,1-2-9-16,-1 0-3 0,-1-1-6 0,0 1-13 0,1 1-7 0,1 1-4 16,0 3-2-16,1 2-8 0,1 2-4 0,0 5-12 0,2 3-19 15,0 4-15-15,1 2-22 0,1 2-17 0,-1 2-18 0,0 1-28 0,-1 0-37 16,2-1-62-16,0-1-117 0,2-1-216 0,2-2-221 0,2-1-175 0</inkml:trace>
  <inkml:trace contextRef="#ctx0" brushRef="#br0" timeOffset="60336.04">11240 7642 3015 0,'-1'-4'111'0,"-1"3"14"0,1 0-15 0,0 3-6 0,1 4-12 0,1 3-5 16,0 4-2-16,0 5-12 0,0 4-11 0,1 3-4 0,1 5-11 0,2 3-13 15,-1 5-8-15,3 4-18 0,1 4-4 0,1 4 0 0,1 6-2 16,2 0 2-16,1 4-6 0,0 0-10 0,1 0-8 0,0-3-18 0,-1-3-28 16,-1-6-41-16,1-3-67 0,-2-3-92 0,-1-4-107 0,-2-4-163 0,-2-2-231 15,-1-5-375-15</inkml:trace>
  <inkml:trace contextRef="#ctx0" brushRef="#br0" timeOffset="60670.04">11633 8066 2606 0,'8'-8'108'0,"0"0"10"0,2-2-8 0,1 4 9 0,-2 1-7 16,2 3-20-16,0 0-25 0,0 0-18 0,1 2 2 0,-1 0 0 0,-1-1-8 15,1 1-12-15,-1-1-16 0,0-1-9 0,0-1-6 0,1 0 0 16,-2-2-8-16,1 0-5 0,-1-1-2 0,0-1-5 0,0 0-6 0,-1-1 2 16,0 1-9-16,-3-3-3 0,1 0 6 0,0-1 3 0,-1-1 4 0,-1-1 10 15,1 2 4-15,-3 0 7 0,0 1 6 0,-1 0 5 0,-1 1 4 16,-2 1 1-16,-2 1 6 0,-1 2-2 0,-1 0 4 0,0 1-6 0,-2 2-1 15,0 0-8-15,-2 2-7 0,-1 2 6 0,-1 2-4 0,1 2 1 16,0 1 1-16,2 3 1 0,0 1 8 0,0 3 2 0,1 1 4 0,1 1 3 16,1 3 2-16,1 2 4 0,3 0-2 0,1 1-1 0,1 2-3 0,3 0-3 15,2 2-2-15,1 0-9 0,3 1-1 0,1 1-3 0,2-3-2 16,1 1 6-16,2-3-25 0,0-1 5 0,2-1-5 0,-1-4-7 0,1 1 12 16,2-3-10-16,-1-3-18 0,0-3-10 0,0 0-20 0,1-2-19 0,-2-3-16 15,1-2-20-15,0-2-22 0,-2-3-15 0,1-3-24 0,-1-2-31 16,-1-2-65-16,-1-1-65 0,1-4-58 0,-1-2-19 0,1-1 6 0,0-2-33 15</inkml:trace>
  <inkml:trace contextRef="#ctx0" brushRef="#br0" timeOffset="60853.04">12262 7409 2265 0,'-5'-10'223'0,"0"0"-33"0,0-2-4 0,1 5-13 0,1 5-47 15,0 2-36-15,0 2-18 0,-1 4-7 0,1 2 6 0,0 4 14 16,-1 2-2-16,1 2-15 0,0 4-11 0,2 3-15 0,0 4-9 0,2 5-10 15,1 2-21-15,1 5 12 0,1 3 1 0,1 3-1 0,2 3 19 16,0 3-19-16,2 2-6 0,2 0-2 0,0 0-8 0,1-4-2 0,-1-3-8 16,1-2-10-16,-2-4-20 0,1-4-38 0,-1-3-59 0,1-4-57 0,-2-3-67 15,1-3-98-15,-1-4-149 0,-1-1-247 0,1-3-329 0</inkml:trace>
  <inkml:trace contextRef="#ctx0" brushRef="#br0" timeOffset="61187.04">12742 7705 1140 0,'0'-6'190'0,"0"-1"-43"0,0-1-2 0,-1 1 14 16,-1 1-7-16,0 1-25 0,-1 1-22 0,-1-1-17 0,-1 2-8 0,-1 0-3 16,0 1-12-16,0 0-10 0,-2 1-11 0,-1 1-9 0,0 1-3 0,-2 2-4 15,0 1-1-15,0 1 7 0,0 1 2 0,0 3 7 0,0 1 7 16,0 1 2-16,2 1 1 0,0 0-2 0,1 1-6 0,0 2-7 0,1 0-7 15,3 0-3-15,2-2-3 0,2 2-4 0,2 0-1 0,2 1-8 16,2-2 2-16,2 1-10 0,2 0 5 0,0-1-7 0,3 0-6 0,3 0 0 16,0-1-6-16,2 0-4 0,0-3-2 0,0 0-2 0,0-3-3 0,-1 0 0 15,1 1 0-15,0-2-4 0,-2 1-1 0,1-2 3 0,0 1 3 16,-1-1 3-16,-2 1 8 0,-1-2 4 0,-2 1 3 0,-2 1 2 0,-2 0-5 16,-1 0-5-16,-3 1-4 0,-1 0 2 0,-2 0 2 0,0 1 1 15,-1 0 6-15,-3-2-4 0,0 1 0 0,-2 0-4 0,0 0-5 0,-2-1-4 16,-1-1-13-16,0 0-14 0,-1-2-14 0,0 0-18 0,0-1-30 0,0 0-40 15,1 0-57-15,1-1-61 0,0 0-55 0,2 0-39 0,1 1-18 0,0-1 12 16,1-2-54-16</inkml:trace>
  <inkml:trace contextRef="#ctx0" brushRef="#br0" timeOffset="61454.04">13043 7867 660 0,'11'-11'349'0,"1"0"-166"0,2-5-12 0,-1 3 2 16,-2 0 2-16,-1 1-11 0,0 1-24 0,0-1-12 0,-2-1-3 0,-3 1-7 15,1 0-12-15,-1 1-10 0,-1 0-12 0,-2 0-8 0,-1 1 2 0,-1 0-6 16,-3 1-1-16,-1 2-8 0,-1 0-4 0,-2 1-3 0,1 1-18 16,-2 3-4-16,-2 1-11 0,0 2-12 0,0 1 1 0,-1 1-1 0,1 2 0 15,-1 2 1-15,0 0 3 0,1 3 6 0,0 2 7 0,1 2 4 16,1 1 5-16,2 1 1 0,0 3 3 0,2 0-2 0,2 1-2 0,1 2 1 16,3 0-10-16,1 1-5 0,3 2 3 0,0-1-8 0,4 1-1 0,1-2-2 15,2-3-9-15,2 0-2 0,-1-3-1 0,2-1 1 0,0-3-4 16,1-2-2-16,-1-1-9 0,1-2 1 0,0-1-11 0,0-3-4 0,-1-1-5 15,1-2-11-15,0-2-4 0,-2-1-10 0,1-2-7 0,0-3-15 0,-1-1-12 16,-1-2-14-16,0-1-18 0,0-2-26 0,0-1-40 0,-1-1-47 16,-1-2-59-16,1 0-82 0,-2-3-70 0,-2-2-48 0,-1 0-195 0</inkml:trace>
  <inkml:trace contextRef="#ctx0" brushRef="#br0" timeOffset="61687.04">13249 7208 1318 0,'-17'-20'277'0,"-4"0"-178"0,-4-8 21 0,0 5 9 0,3 5-9 0,0 1-5 0,-1 3-8 15,0 2 0-15,1 3-5 0,0 1-4 0,3 4 0 0,1 1-4 0,2 2-6 16,3 1-8-16,3 1-3 0,2 1-12 0,1-1-2 0,2 1-1 16,3 0 0-16,1 0 7 0,3 1 2 0,1 2 8 0,3-1-3 0,3 3-5 15,2 1-6-15,7 2-10 0,4 3-3 0,5 2-5 0,6 2-4 16,5 3-4-16,6 1 0 0,4 2-1 0,5 2-8 0,6 5 8 0,7 4-36 16,5 2-2-16,3 3 0 0,4-1 0 0,0 2 0 0,1 3 0 15,-2 2 0-15,-2 0 0 0,-5 2 0 0,-5 0 0 0,-6-1 0 0,-5-1 0 16,-5-4 0-16,-6 0 0 0,-5-2-4 0,-4-1-48 0,-1-2-6 0,-6-2-18 15,0 0-6-15,-5-4-16 0,-3 2-15 0,-1-2-21 0,-5 1-36 0,-2-1-52 16,-5-1-116-16,-2-3-167 0,-5-1-268 0,-4-1-287 0</inkml:trace>
  <inkml:trace contextRef="#ctx0" brushRef="#br0" timeOffset="71620.05">20161 11374 1210 0,'-17'-11'6'16,"-1"1"82"-16,-2 0-15 0,8 8-38 0,7 3-26 0,2 4-6 0,2 2-1 15,2 5-2-15,3 2 18 0,1 2-1 0,4 2-1 0,1 2 4 16,3 1-12-16,2 2 4 0,1 0-2 0,2 0-3 0,2 2 1 0,0-2-3 15,3 2-4-15,1 1 0 0,-1-3 2 0,3 1-2 0,0-2 0 0,2-3-2 16,3 0 2-16,1-2-2 0,1-2 1 0,1-1-3 0,-1 0-2 16,4-1-1-16,-1-1 0 0,3-1 1 0,-1-3 3 0,0-1-1 15,1-2 0-15,-3-3-1 0,-1-1 2 0,1-3 0 0,-5-2 5 0,0-3-2 16,-5-3 3-16,-2-2-1 0,-1-2 0 0,-4-3 3 0,0-2-2 0,-3-1 0 16,-4-3 1-16,-3-2 3 0,-3-2-1 0,-3-3 1 0,-3 1-1 0,-3-2 0 15,-3 3 3-15,-4-1 2 0,-3-1-2 0,-3-1 1 0,-2 0-2 16,-1-1 0-16,-3 3 14 0,-1-2-2 0,0 3 5 0,-3 0-1 0,1 1-7 15,-1 2 2-15,1 0-3 0,3 3 3 0,0 2-5 0,4 3 1 0,2 3-4 16,2 2-3-16,2 2 1 0,2 1-6 0,1 4-4 0,4 0 1 16,2 3 0-16,0 2-2 0,2 1 0 0,0 2-2 0,0 3-1 0,1 0 4 15,0 3 1-15,1 1-3 0,0 2 0 0,1 0 1 0,1 4 2 16,1 1 2-16,0 2 1 0,2 0 0 0,1 2 3 0,2 1 4 0,0 1 1 16,2 1-1-16,1-1 8 0,0 3 0 0,1 0 9 0,1 1 7 0,0 1 0 15,0 1 8-15,1 0 0 0,2 1 4 0,0 1 3 0,1 0 4 16,0 3-8-16,0-1-3 0,1 2-2 0,-1-1-10 0,2-2-6 0,2 2-5 15,-1-2-7-15,1 3-6 0,0 0 6 0,1 0-10 0,-1 0-8 0,-1 0 10 16,0-2-2-16,0 1 2 0,-2 0 1 0,1-3-20 0,-2 0 0 16,-3-2 0-16,0-1-3 0,-2-1 4 0,-1-1-10 0,-2-2-11 0,-2-2-12 15,-3-3-11-15,-1-2 0 0,-2-1-10 0,-2-2-11 0,-1-3-21 16,-2-1-26-16,-1-2-15 0,0-3-21 0,-2 0-32 0,-1-3-37 0,0-1-28 16,-2-1-9-16,0 0 3 0,-1-4-58 0</inkml:trace>
  <inkml:trace contextRef="#ctx0" brushRef="#br0" timeOffset="72340.03">20015 11616 1493 0,'-39'-45'-73'0,"-4"-1"193"0,-10-9 3 0,5 11-22 0,6 7-17 16,5 5-8-16,4 1-9 0,3 2-18 0,6-1-19 0,0 2-8 0,3 1-12 15,3 3 3-15,2 1 0 0,3 2-5 0,4 2 4 0,3 0 1 16,2 1 0-16,3 3 2 0,1-1-2 0,2 1-6 0,1-2-3 16,2 2 1-16,1-2-7 0,3 3 4 0,3-1-2 0,3 2 1 0,3-2 2 0,3 0 5 15,3 0-4-15,5 0 1 0,4-1-3 0,5-1-2 0,2-2 8 16,2 3-4-16,4-1-1 0,2 1-9 0,3 2-4 0,2 0 4 0,4 1-3 15,2 0 12-15,2 2-1 0,3 4 2 0,2 1 1 0,1 2-1 0,2 1 3 16,2 1-4-16,1 3 14 0,2 1-8 0,1 2 6 0,0 0 3 16,2 0-8-16,-1 2 13 0,0 3-4 0,2 2 4 0,1 0 10 0,-2 3-10 15,3 0 3-15,-2 3-3 0,-1 4-10 0,0 1 9 0,1 4-3 16,2 0-5-16,-2 0 0 0,-3 0-1 0,-4 0-7 0,-7 3 4 0,-2 0-4 16,-1 2 1-16,-2-1 2 0,0 3-2 0,-2 0 1 0,-3 3-4 0,-1 1-4 15,-1 2-6-15,-1 0-5 0,-3 0 11 0,-3 1-3 0,-4 1 9 16,-1 0 4-16,-4 1-9 0,-2 2-1 0,-2 0 2 0,-1 0-1 0,-3 4-4 15,-2-2 3-15,-4 0-1 0,-2 2-3 0,-3 1 4 0,-3 2-12 0,-1 1 10 16,-3 0 4-16,-1 1-4 0,0 0 12 0,-2 2-12 0,-1 0 4 16,-3 0 2-16,-2 0 1 0,-2-3-5 0,-1 0-3 0,-2 0-2 0,-2 1-12 15,-3-1 13-15,-2-1-4 0,-1 1-1 0,-2 0 6 0,-4 1-10 16,-2-1 3-16,-3 0-2 0,-2-1 1 0,-4-1-4 0,0-2 1 0,-3-1-1 16,1-1-6-16,-2-3 14 0,-1 0 2 0,0-3-7 0,-5-1 12 0,1-2-8 15,-2-3 2-15,0-2 6 0,0-4-3 0,0-1 4 0,2-3 4 16,0-3 6-16,0-3-1 0,1-4 1 0,1-3 2 0,-1-2-2 0,1-4 4 15,0-1-1-15,-1-4 5 0,-2-3-3 0,-4-3 3 0,-1-3-8 0,-3-3-1 16,-3-3-2-16,-3-4-6 0,-2-2 10 0,-3-3 0 0,-4-2-1 16,-1-1 2-16,-1-3-8 0,-3-2 3 0,1-4-2 0,-5-4-19 0,-3-1 8 15,-4-5-4-15,-3-2 4 0,-2-2 14 0,-2-3-5 0,-4-3-6 16,-4-2-3-16,-3-3 0 0,-2-2-7 0,2 1 7 0,1-2-11 0,-2-1 6 16,2 0 10-16,-1-2 3 0,3 1 13 0,1-1-6 0,3 0 0 0,2 2-2 15,1 0-4-15,0 0-8 0,1 3 2 0,0 0 2 0,4 3 2 16,3 3 17-16,7 2 2 0,9 4 3 0,7 1 6 0,8 1 4 0,10 2 3 15,6 0-6-15,7 3-2 0,4 3-14 0,6 2-18 0,5 2-2 0,4 2 6 16,6 3 3-16,3 1 6 0,3 3-5 0,5 1-24 0,3 3-8 16,5 1-21-16,3 3-31 0,5 4-34 0,5 2-48 0,6 4-61 0,5 5-87 15,5 4-88-15,4 6-55 0,5 6-75 0,2 4 61 0</inkml:trace>
  <inkml:trace contextRef="#ctx0" brushRef="#br0" timeOffset="128313.82">13513 10372 913 0,'-10'-2'91'0,"-6"-2"24"0,-6 0 14 0,-3 1 24 0,3 2-90 0,2 3-15 0,3 3-6 0,-1 2-21 0,1 3-17 0,0 2-12 0,0 2-3 16,-1 0 3-16,-1 1-6 0,0-2 2 0,-2 1-3 0,0-2-5 0,-2 1 3 15,-4 1 6-15,-1 0 3 0,-3 1 8 0,-1-3-2 0,-2 2 2 0,-1-2 5 16,-2 1-2-16,-1 0-1 0,-2 2 3 0,-3 0 0 0,-3 1 3 16,-3-1 2-16,-2 4-3 0,-3 1 2 0,-4 0 2 0,-5 2 3 0,-3 1 2 15,-4 2 1-15,-5 2 3 0,-3 0 4 0,-2 1 0 0,-4 0 6 16,-1-2 3-16,-1 1 0 0,-3-1-2 0,1 0-2 0,-2 0-6 0,1-2 1 16,0-1-2-16,0-4 5 0,-1-1-3 0,1 0-1 0,-3-4 9 0,0 1-6 15,-1-3 10-15,1-2 10 0,-3 0 7 0,3-1-3 0,-3-2-6 16,0-1-13-16,-2-1-11 0,-3-1-4 0,0 0 1 0,-3-1-1 0,2 0-5 15,1-1 1-15,-3-2-8 0,3-1-4 0,0-2 2 0,-1-1-4 0,5-1 4 16,1-4 1-16,3 0 0 0,1-4-3 0,4-4 6 0,2-2-2 16,6-3-4-16,1-4 7 0,6-2-3 0,3-4 2 0,4 0 2 0,3-2 3 15,4 1 2-15,4-2 7 0,3 0 7 0,5-2-9 0,3 2-5 16,4 2 4-16,4-1-6 0,1 2 1 0,4 1 1 0,1 2-5 0,2 1-2 16,3 2 2-16,2 1-1 0,3 1-7 0,1 3-2 0,2 0 0 0,2 2 2 15,4 1 0-15,0 0 8 0,1 0-12 0,2 1-3 0,2 1 2 16,1 1-9-16,1 1-3 0,3 0-18 0,1 3-27 0,2-2-37 0,2 0-39 15,1 1-48-15,3-1-46 0,1 1-28 0,0-2-33 0,2-1-24 16,3-1-98-16,0-1 11 0</inkml:trace>
  <inkml:trace contextRef="#ctx0" brushRef="#br0" timeOffset="128808.82">8618 9381 1014 0,'-18'11'44'0,"-3"3"-5"0,-3 6-5 0,3 3-9 16,2 1-15-16,1 2-2 0,-3 4 1 0,-1 0 3 0,-2 4 3 16,-3 1-3-16,-2 1-6 0,-3 2-3 0,1 0 1 0,-4 4 0 0,-2 0-1 0,-1-1 3 15,-4 0-1-15,-1-3 1 0,0 0 2 0,-3-1 1 0,1-1 0 16,-1 0-5-16,-1-2 2 0,0-1 12 0,0-2 6 0,-2 0 9 0,2-4 0 15,-1 1-10-15,1-4-5 0,2 0-1 0,0-2-1 0,2-2 2 0,0-1-3 16,3-1 0-16,1-2-4 0,3-3 1 0,4-1-1 0,2-2-1 16,4-3-3-16,2-2-2 0,2-1-1 0,4-2-4 0,1-2 1 0,2 0-1 15,1 0-4-15,3 0-2 0,1-2-5 0,1 0-6 0,2 0-11 0,1-2-12 16,2 0-12-16,1-1-13 0,0-1-3 0,2-1-10 0,3-1 6 16,0-1 3-16,2-2 3 0,2 0 1 0,1-1-2 0,1-1 5 0,3-2 5 15,0 0 9-15,4-1 2 0,0-2 3 0,1 0 3 0,-1 0 0 0,2-2 2 16,1-2 1-16,1 0-2 0,2-1-5 0,1 0-2 0,1 1 2 15,3-2 2-15,1 0 0 0,0 0-20 0,2-1 11 0,1 1 13 16,2-1 16-16,0 2 17 0,1-1 4 0,1 3 5 0,-1 2 9 0,1-1 10 16,0 2 17-16,1 1 21 0,2 0 9 0,0 0 16 0,1 0 2 0,-1 2 5 15,1 0 3-15,1 1-7 0,2 2-3 0,4 3-2 0,2-1 5 16,2 2 5-16,3 0 4 0,3 0-8 0,4 1-13 0,4 2-11 0,3 2-8 16,3 3-13-16,1 3-10 0,0 2-7 0,1 4-7 0,-2 5-5 0,0 3-7 15,-1 4-5-15,-1 6-4 0,-2 2-5 0,-2 4 2 0,-2 1 1 16,-4 2-3-16,-1 2 1 0,-2 1-2 0,-4 3 0 0,0 0-5 0,-5 2 6 15,-3 1-14-15,0 2-26 0,-3 1-40 0,-1 0-55 0,0 2-60 0,-3 1-52 16,-1 2-47-16,-3 3-102 0</inkml:trace>
  <inkml:trace contextRef="#ctx0" brushRef="#br0" timeOffset="130073.82">9769 6916 950 0,'-23'-34'4'0,"1"-1"-3"16,-3-6-7-16,9 8 4 0,5 6-1 0,5 2 2 0,1 2-2 0,1 3-2 15,2 1-5-15,1 2-11 0,3 2-6 0,1 2-11 0,2 0-7 0,0 2 1 16,4 2 5-16,0 1 9 0,3 1 9 0,0 1 8 0,2-1 5 15,-1-1 3-15,3 0 0 0,2 0 0 0,0-1 1 0,2 0 2 0,4 1 0 16,0-2 3-16,4 0 4 0,2-2 3 0,4-2 8 0,3-1 5 16,4 1 5-16,1-3 4 0,6-1 0 0,3 0 3 0,5-3-2 0,5 1 1 15,3-1 0-15,4-2 1 0,5 0-4 0,3-1-4 0,3 0-7 0,5-1-3 16,4-1-1-16,2-1 1 0,5-1 2 0,3-2 0 0,4-1-3 16,5-3 0-16,2 0-1 0,3 0 1 0,1-1 1 0,1 3-1 0,0 0-3 15,-1 3-5-15,2 0-1 0,-2 4-3 0,-1 0 1 0,-1 2-1 0,-2 4 7 16,0 1 0-16,-1 3-1 0,-4 2-3 0,-3 3-3 0,-4 3 0 15,-5 3 2-15,-1 5 0 0,-5 2-2 0,-1 3-4 0,-3 3-1 0,-5 4-1 16,-2 3-3-16,-4 2 6 0,-3 3-2 0,-4 3 5 0,-2 2 0 16,-4 3-2-16,-1 1 0 0,-3-1-2 0,-3 1 0 0,-2-1-3 0,-1 0 0 15,-3-1 1-15,-1 0 2 0,-1-4 3 0,-3 1 1 0,-3-3 1 0,-2 0-3 16,-5 0 2-16,-1-1-1 0,-4 2 5 0,-3 1 6 0,-2 0 7 16,-4 1 15-16,-3 1 5 0,-1 3 4 0,-4 0-1 0,-2 1-2 0,-3 1-3 15,-3 3-1-15,-2 0 0 0,-3 2-1 0,-1-1-10 0,-2 3-5 0,-2 1-9 16,-1 1-5-16,-3 1-1 0,-1-1-3 0,-3 0-2 0,-2 1 1 15,0 1-1-15,-3 0-6 0,-1 0-2 0,0-3-1 0,-4 0-7 0,1 0-13 16,-2-2-20-16,0-2-35 0,0-1-33 0,1-3-23 0,0-2-24 16,1-1-13-16,1-4-1 0,2-4-3 0,0-4-181 0</inkml:trace>
  <inkml:trace contextRef="#ctx0" brushRef="#br0" timeOffset="130294.83">13924 6683 943 0,'-3'-22'65'0,"2"1"3"0,-1-2 1 15,2 8-11-15,0 9-20 0,0 4-21 0,1 5-13 0,-2 3-8 0,1 5-5 16,0 3-2-16,-1 4-3 0,0 4-3 0,0 2 3 0,-1 4 2 16,1 3 2-16,-1 3-1 0,1 2-5 0,1 3-7 0,0 1-6 0,3 1 2 15,1 2-1-15,2-1 6 0,2 0 6 0,3 1-3 0,3-2 5 0,3 0 0 16,1 0-4-16,2-3 1 0,2-1-3 0,3-4 0 0,1-2 2 16,2-1-2-16,0-4 1 0,1-2 2 0,-2-3 5 0,2-5 0 0,-1-3 3 15,1-3 2-15,0-3 3 0,2-4 1 0,-1-3 5 0,0-3-2 0,0-3-1 16,1-1-3-16,-2-2-7 0,2-1-8 0,0-2-16 0,0-1-17 15,-1-2-23-15,1 0-21 0,-2 0-38 0,0-1-134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34:10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24506 5699 328 0,'-40'2'24'0,"-3"3"-5"16,-11 0 0-16,9 3-2 0,7 1-10 0,1 2-7 0,1 1-2 0,1 1-3 15,0 0 2-15,1 2 0 0,1 2-2 0,3 0 3 0,0 0 1 0,3 2-2 16,1 1 0-16,2-1-5 0,4 3-5 0,0 1-1 0,3 2-5 0,4 2-4 15,0 0-6-15,2 3-6 0,2-2-24 0,2 1-53 0</inkml:trace>
  <inkml:trace contextRef="#ctx0" brushRef="#br0" timeOffset="355.99">23895 6423 235 0,'17'16'101'15,"4"2"-44"-15,5 5-13 0,1-2-3 0,-1-4 17 0,4 0 10 16,2-1 6-16,4-2 4 0,4 0-4 0,3-1 2 0,5-3-6 0,1 0 0 16,3-3-5-16,5-1-3 0,4-4-4 0,5 0-7 0,4-1-13 15,4-1-12-15,4-1-10 0,4-1-8 0,1 0-3 0,3 0 2 0,2-1-2 16,2 0-2-16,3-1 0 0,1 1-9 0,2 0-1 0,1 0 2 0,0 2-1 15,2 0 1-15,0 1-2 0,1-1-1 0,0 0 0 0,-1-1 0 16,1-2 7-16,-1-2 7 0,-1-1-2 0,1-3 4 0,-3-1-2 0,-1-3 1 16,-3-2 9-16,-2-2 11 0,-4 0 16 0,-2-3 24 0,-1-2 23 0,-1 0 8 15,-1-1 2-15,-3 1-6 0,-1-2-8 0,-2-1-1 0,-2 1-8 16,-1-3-11-16,-5 1-14 0,-4-2-12 0,0 1-5 0,-5-2-11 0,-3 1-1 16,-4-2-8-16,-6 1-1 0,-5-2 1 0,-3-3-2 0,-5-1 2 15,-6 0 8-15,-6-1-2 0,-6 0-4 0,-6 0-5 0,-6-2-10 0,-7 0-4 16,-7-1-10-16,-6-3-5 0,-8 0-2 0,-6 0-3 0,-8-1 11 0,-4 3 4 15,-6 0 2-15,-8-2 7 0,-5 2-2 0,-5-1 6 0,-6 1 3 16,-4 3-7-16,-5 2-1 0,-6 2-2 0,-5 3-3 0,-6 2 11 0,-4 6 5 16,-5 1 2-16,-4 3 2 0,-3 5-2 0,-5 0-6 0,-2 5 1 0,-3 2-3 15,-4 3-4-15,0 3 4 0,-3 2-3 0,1 2 10 0,2 4 1 16,4 2-4-16,4 2-4 0,4 1-11 0,7 3-1 0,5 3 0 0,5 2-7 16,5 2 11-16,5 3-4 0,6 1 3 0,3 3 0 0,5 0 0 15,2 2-5-15,0 1-25 0,4 3-49 0,2 2-62 0,4 2-72 16,5 0-79-16,1-1-56 0,3 3-50 0,4 0-307 0</inkml:trace>
  <inkml:trace contextRef="#ctx0" brushRef="#br0" timeOffset="8781.52">4326 8218 139 0,'-2'-1'65'16,"1"1"-25"-16,1 0-16 0,1 0-5 0,0 0-9 0,1 1-4 0,0-1 1 15,2-1 2-15,0 0-3 0,1-1-1 0,1 2 3 0,1-1-6 0,-1 0 3 16,0 1-2-16,-1-1-1 0,0 1-1 0,1-1 2 0,-3 2-2 16,0-1 5-16,-1 1 3 0,0-1-2 0,-1 1 8 0,0 0-4 0,0 1 3 15,0 1 3-15,0 0-1 0,1 0-1 0,-1 0 0 0,1 0-2 16,0 0 1-16,0-1-3 0,2 1 0 0,1-2-1 0,0 0-2 0,2 0 1 16,1 0-4-16,3-1-2 0,0 0 1 0,3-1 2 0,-1 0 0 0,0-2 2 15,2 0 1-15,1-1 0 0,-1-2 4 0,3 0 8 0,-1 0-2 16,2 1 5-16,-1-1 0 0,2-2-5 0,0 1 4 0,-3 0-4 0,1-1 3 15,0 2 0-15,-2 0 2 0,0 0 4 0,0 1-3 0,-1 0 2 0,0 1-1 16,0 0 1-16,1 0-2 0,0 2-1 0,-2 0-2 0,1 0-3 16,-1 1-1-16,1 1-3 0,0 0-2 0,-1 2-2 0,1-1-9 15,1 1-1-15,1 0-3 0,-1 1 1 0,3-1 3 0,1 0 3 0,-1 0-2 16,2 0 2-16,2 0-1 0,0-1-3 0,2 0 1 0,-2-1-4 0,2 0 2 16,0-1 1-16,0 0 0 0,1 0 0 0,-1 0 0 0,-1 0 0 0,-1 0 1 15,-2 0 1-15,-1 0 0 0,0 0 0 0,-2-1-2 0,1 1 1 16,0 0 3-16,-2 0 9 0,2 0 5 0,-1 0 7 0,0 1 3 0,1-2 2 15,0 2-4-15,0-1-3 0,0 0 2 0,1 1-3 0,1 0 3 0,-1 1-4 16,1 0-5-16,2-1 0 0,-1 2-7 0,2-1-1 0,-1 0 0 16,2 1-1-16,0 0-4 0,1 0 2 0,2 1-1 0,-1 1 0 0,1 0 0 15,1-1 0-15,-1 2-4 0,-1 0 0 0,0 0 2 0,0 2-2 16,1-1 0-16,-1 2 2 0,0-1-1 0,0 0-10 0,-3 0-1 0,0-2 1 16,-2 2-2-16,-2 1 10 0,0 0 2 0,-2 0 2 0,0-1-3 0,1 1 3 15,0-2-2-15,0 0-1 0,0-1 8 0,0 0-3 0,-1-1-1 16,2 1 1-16,0-2-2 0,1 1 0 0,1-2-1 0,1 0 2 0,-1-2-2 15,1 0 4-15,0-1 3 0,-2-1-3 0,2-1 8 0,0 0-1 0,0-2 0 16,1 1-1-16,-2-1-2 0,2 0-1 0,-1 2 3 0,-3-3 2 16,1 0 0-16,-2 0-2 0,0 0-2 0,0 0-2 0,0 0 3 0,-1 0-3 15,0 1 2-15,0-1-6 0,0 2 10 0,-1-1-1 0,-1 0 1 16,0-1-2-16,-2 0-7 0,0-1-1 0,1 0-4 0,0 0 3 0,0-1-2 16,-1 0 0-16,2 1 4 0,1-1-4 0,-1-1 4 0,-1 0-5 0,0-1 1 15,-1 0-2-15,0-1-2 0,-2 2 4 0,1-2 0 0,-3 0 2 16,0-1-1-16,-1 1 2 0,-1 0 1 0,-2-1 2 0,-1 0-1 0,-1 0 1 15,-1 0-1-15,-1 0 1 0,-2-1 0 0,-1 1 5 0,-1 0-1 0,-2 0 5 16,0 0-6-16,-2-2 3 0,0 1-3 0,-2-1-2 0,-3 1 3 16,0 1 0-16,-3-1-4 0,-1 0-1 0,-3 1 0 0,-2-1-1 0,-1 1-2 15,-4-1 1-15,0-1-1 0,-1 1-3 0,0 0 5 0,0 1-3 16,-2 0 0-16,0 0 1 0,-2 0-1 0,0 1-6 0,-1 2 4 0,0-2-1 16,-1 0 0-16,1 0 6 0,-3 1-3 0,-1 0-3 0,-1 2 0 0,1 0 9 15,-2 1-2-15,-2 0 4 0,-1 1-5 0,-5 0-4 0,0 0-2 0,-2 0 0 16,-1 1 3-16,-3 2-3 0,-3-1 5 0,-4 2 1 0,-2 1-3 15,-1 1 1-15,-3 2-4 0,0 0 0 0,-3 1 2 0,-1-3-1 0,2 2 2 16,1-1 6-16,1 0-2 0,2-1 4 0,2-1-4 0,3 1-3 16,3-1 2-16,1 0-4 0,2 0 1 0,3 1-2 0,3 0 4 0,3 0-5 15,1-1 4-15,4 2-2 0,-1-2-4 0,1 1 6 0,3 1-1 0,1-1 2 16,2 1-1-16,-1 1-2 0,3 2-1 0,-1 1 2 0,2 0-3 16,-1 2 0-16,2-1-6 0,-1 2-3 0,0 2 4 0,-2 2-3 0,1 1 10 15,-1 3-1-15,3 1 8 0,0 1 0 0,-1 1 0 0,1 2 1 16,-1-1-11-16,3 2 1 0,-1 0-2 0,4-2 1 0,1 1 1 0,1 1-2 15,2-1-7-15,3 2-14 0,0 0-54 0,2-3-43 0,2 0-39 0,2-1-29 16,4-1-8-16,0-1-21 0,2 1-19 0,1-2-24 0,1-3-273 16</inkml:trace>
  <inkml:trace contextRef="#ctx0" brushRef="#br0" timeOffset="19299.04">6437 8908 31 0,'-2'-6'40'0,"2"1"14"0,-1-3 4 0,1 3-6 0,-1-1-10 0,1 2-6 0,0 0-8 16,-1 0-2-16,1 1-4 0,0 1 1 0,0 0-4 0,0 1 0 0,0 1-6 15,1 0-3-15,0 1-2 0,0-1-1 0,2 2 2 0,0-1-1 16,3 1-1-16,1 1 0 0,1-1-1 0,1 0 1 0,1-1 1 0,2 0 2 16,0 1 1-16,3-2 2 0,3 1 1 0,0-1 3 0,2 0-1 15,1 0 2-15,-1-1-2 0,2 0-1 0,2 0 0 0,-1-1 0 0,2 0 1 16,2-1 0-16,1 0 0 0,1-1 1 0,-1 2 0 0,0-2-3 16,-2 0-1-16,1 0 2 0,-1 0-2 0,0 1-1 0,-1 0-1 0,-1 0-4 15,1 1 2-15,-4 0 4 0,2 1-5 0,-2 0 3 0,-2 0 0 0,2-1-6 16,0 2 6-16,-1 0-7 0,0-1-1 0,-1 1 0 0,-3 0 0 0,1 1-1 15,0-1-1-15,-1 0 1 0,-1 1-6 0,0 0 3 0,1 1-4 16,0-1-3-16,-2 2 6 0,2-1-8 0,0 1-1 0,1 1-8 0,-2 0-11 16,2 1-13-16,-1 0-17 0,0 0-29 0,0 0-45 0,-1 0-23 15,-1 0-140-15</inkml:trace>
  <inkml:trace contextRef="#ctx0" brushRef="#br0" timeOffset="19666.04">6540 9449 480 0,'-17'-4'15'0,"-1"1"24"0,-2-3 5 0,5 3 10 16,4-2 8-16,2 0 0 0,2 1-2 0,1 0-12 0,2 0-9 0,1 1-10 16,1 1-4-16,2 0-7 0,-1 1-7 0,1 0-3 0,2 1-3 0,1 1-3 15,1-1 4-15,2 0 0 0,3 1-2 0,3-1 0 0,0 1-1 16,4 0 0-16,0 0-1 0,5 0-1 0,2 0 0 0,0 0-1 0,2-1 0 16,-1 0 0-16,2 0 1 0,0-1-1 0,-1 0 1 0,1 1 0 15,1-2-2-15,1 1-1 0,1-1 0 0,-1 0-2 0,0 0-2 0,0-1 1 16,0 1 0-16,-1-1 2 0,0-1 0 0,-1 1-1 0,-1 0 1 0,-1 0 0 15,-1 1 0-15,-1-1 0 0,-2 1 0 0,1-1 0 0,0 0 0 16,-3 0 0-16,1-1-1 0,-2 1 1 0,-2 1-1 0,-1 0-4 0,0 0-4 16,0 1-4-16,-1 0-9 0,-1 1-7 0,0 0-18 0,-1 0-26 15,1 1-33-15,0 0-32 0,-2 0-159 0</inkml:trace>
  <inkml:trace contextRef="#ctx0" brushRef="#br0" timeOffset="20082.04">6653 10015 639 0,'-11'-8'36'0,"0"0"-2"0,1-2 17 15,5 3-3-15,5 1-4 0,2-2-6 0,3-1-9 0,4 0-3 16,2-1 0-16,2 0-6 0,0 2 0 0,1-1-4 0,3 1-2 0,0 0-6 16,2 2 0-16,1 1-3 0,1-1-4 0,2 2 4 0,0 0-1 15,1 0-6-15,0 2 2 0,1-1-4 0,0 2 2 0,-2 0 4 0,2 1-2 16,0 0 1-16,0 2-2 0,0 0 0 0,-2 1 1 0,0 1-3 0,-3 0 2 16,2 1-2-16,-1 1 1 0,-1-1 1 0,-1 1-2 0,1-1 2 15,-3-1-1-15,0-1 3 0,0 0-1 0,-1-1-1 0,-3 0 0 0,1 0 0 16,-2-1 0-16,-1 0 1 0,-2 0 1 0,-1-1-1 0,-2 0 0 0,-1 1 1 15,0 0-2-15,-2-1 0 0,0 1 1 0,-2-1 1 0,-1 0 0 16,-1 0 2-16,1 1 0 0,0-1 0 0,-1 0-2 0,0 0 0 0,-1 1-2 16,0-1-1-16,-1 1 1 0,-1 1-3 0,1-1 1 0,0 1-1 0,0 0-2 15,1 0 0-15,-1-1-4 0,0 1-3 0,1 0-6 0,1-1-6 16,0 1-10-16,1 0-17 0,2 0-21 0,0 0-27 0,3 1-21 0,1-2-24 16,1 0-110-16</inkml:trace>
  <inkml:trace contextRef="#ctx0" brushRef="#br0" timeOffset="21582.04">7145 8709 26 0,'-4'-4'30'0,"1"0"1"0,0 0-4 0,0-1-7 15,2 2-3-15,-1 0-1 0,1 1-7 0,-1 1-2 0,1 0-4 16,0 0 0-16,0 1-1 0,1-1-1 0,-1 2-1 0,1-2 1 0,0 2 1 15,-1-1 0-15,1 0 0 0,0 0 1 0,0 0-1 0,0 0 2 16,-1 1 5-16,1-1 1 0,-1 0 8 0,0 1 3 0,0-1 2 0,0 0 3 16,0 1 4-16,0-1-1 0,0 0 4 0,0 0 3 0,0 0-4 0,0 0-3 15,0 0-4-15,1 0-9 0,-1 1 0 0,1-1-1 0,-1 1 1 16,1 0 0-16,0 0 1 0,0 0 0 0,1-1-2 0,-1 1 0 0,0 0-5 16,0 1 1-16,0-1 0 0,1 1-2 0,0 0 1 0,0 1-1 0,0-2 0 15,1 1 1-15,-1 1 0 0,0-1 0 0,0 1-1 0,0 1 1 16,-1-1-2-16,0 1 1 0,0 0 0 0,0 0 1 0,-1 1-1 0,1-1 1 15,-2 0-1-15,1 0 0 0,-1 1 0 0,0 0-4 0,0 0 0 16,0 1 1-16,0 1-4 0,0 0 3 0,-1 1-1 0,-1 1-2 0,1-1 0 16,0 1-6-16,-1-3 0 0,0 1 3 0,0 1-3 0,0 0 6 0,0 2-2 15,0 0-2-15,0 0 2 0,0 0-1 0,-1 0 1 0,1 0 1 16,0 0-2-16,0 0-1 0,1 0-7 0,2-1-5 0,1 0-7 0,2 0-14 16,2-1-29-16,-1-2-53 0,4-1-37 0,1-2-198 0</inkml:trace>
  <inkml:trace contextRef="#ctx0" brushRef="#br0" timeOffset="23026.13">7272 8610 55 0,'-3'-5'42'0,"0"-1"-4"0,0-1-4 0,1 2-6 0,0 2-8 0,0 1-5 15,1 1-7-15,-1 0-2 0,2 0-4 0,0 1-5 0,0 1-2 16,0-1-1-16,0 2 1 0,1-1 1 0,0 1 2 0,1 1-1 0,1-1 2 15,-1 1-3-15,2 1 2 0,-1-1 0 0,1 0 2 0,1 0-1 0,-1-1-1 16,1 1 0-16,-1 1-2 0,1-1 1 0,1 0 0 0,-1 0 0 16,0 0-1-16,1 1 1 0,0-1-2 0,1 1 1 0,0-2 0 0,1 0-2 15,0 1-2-15,1-1-3 0,2 0 4 0,0-1-2 0,0 1 1 16,0-2 0-16,0 1-12 0,0-1 1 0,1-1 2 0,-1 1 5 0,-1-1 8 16,-1 0 2-16,0 0 2 0,-1 0 0 0,0-1 0 0,0 1 2 0,1-1 1 15,-1 0 0-15,1 1-1 0,0 1 0 0,0-2 1 0,1 0 0 16,0 0-1-16,1 0 0 0,0 0 0 0,0 0 0 0,2 0 0 0,1 0 0 15,2 0 0-15,0 0 0 0,1 1 0 0,1 0 0 0,-1-1-3 0,-1 2 1 16,1 0-1-16,0 0 0 0,0 0 1 0,1 0 0 0,-1 1 0 16,1 0 0-16,-2 1 1 0,-1 0 0 0,0 0-1 0,-1 1-1 0,0 0 1 15,0 1-1-15,0 0 2 0,-1-1 0 0,0 2-1 0,0 0 1 0,1 0 0 16,0 1 0-16,0 0 0 0,0 0-1 0,2 0 0 0,0 0 0 16,2 0 1-16,-1-1-1 0,2 0 1 0,0 0-1 0,1-1 0 0,1 1 2 15,1-1 2-15,0-1-1 0,1 0 2 0,1 0 2 0,0-1-2 16,1 1 5-16,-3-1-3 0,1 0 1 0,0 1 1 0,-2-1 1 0,2-1 3 15,-2 1 4-15,0 0 2 0,-1-1 2 0,-2 2 3 0,2-1-4 0,-1 0-1 16,-1 0-1-16,-1 0-2 0,0 0 0 0,0-1 3 0,0 1 1 16,1 0-2-16,1 0-5 0,-2 0-3 0,0 0-1 0,1-1 1 0,-1 1 0 15,-1 0 1-15,1-1 0 0,0 1 2 0,0-2 0 0,-1 1 1 0,1-1 0 16,0 0 1-16,0-1-1 0,2 0-1 0,-1 0-1 0,1 0 0 16,-3-1 0-16,1 1 5 0,0-1 0 0,-2 1-2 0,-1-1-1 0,1 0-4 15,-1 1 1-15,1-1 2 0,0 0-1 0,1 1 2 0,0 0-1 16,-1 0-2-16,-1-1-1 0,1 1-3 0,-1-1-1 0,1 1 1 0,-2 1 0 15,1-1 0-15,-1 0-2 0,1 0 0 0,-1 0-2 0,2 0 0 0,0 0 1 16,0 0 1-16,0 0-2 0,0 0 2 0,1 1-3 0,1-1 0 16,-2 0 0-16,1 0-2 0,0-1 2 0,0 1-1 0,-1 0 1 0,0 0 0 15,-1 0 1-15,0 0-1 0,-1 0 1 0,-2 1 3 0,0-1 1 0,1 0 3 16,-1 0-2-16,0 0 3 0,-1 0 0 0,1 0 1 0,-1 0-1 16,0 0 1-16,0 0 0 0,0 0 1 0,-1 0 0 0,0 0 0 0,1 0-3 15,0-1-2-15,-1 2-2 0,0-1 0 0,-1 1 1 0,-1-1-2 16,1 1 2-16,-2 0-1 0,0 0-1 0,-1 0 2 0,-1 0-1 0,0 0-1 15,0 0-2-15,-1 0 0 0,-1 1 1 0,0-1 0 0,-2 0 5 0,1 0-2 16,-1 0 1-16,0 0 2 0,0 0-1 0,-1 0 1 0,1 0 2 16,0 0-2-16,-1 0-1 0,0 0-1 0,1 0-4 0,-1 0 0 0,1-1-1 15,-2 1 0-15,1 0 0 0,0 0-2 0,-1 0 3 0,2 0-3 0,-2 0 1 16,1 0-2-16,1 1 1 0,-1-1-1 0,0 1 0 0,0-1 0 16,-1 0 0-16,1 1 0 0,0 0 0 0,0 0 3 0,-1 0-2 0,1 0 1 15,-1 0 1-15,0-1-1 0,0 1-2 0,0 0 2 0,1 0-2 16,-1 0 3-16,1 0-3 0,-1-1 0 0,0 1 1 0,0 0 0 0,0-1 1 15,1 1-1-15,-1-1 1 0,1 1 2 0,1-1-4 0,-1 1 2 0,0-1-2 16,1 1 0-16,0-1 0 0,0 1-1 0,0 0 1 0,0-1-3 0,0 1 1 16,0 0 2-16,-1 0-1 0,1 0 1 0,0 0 2 0,0 0-2 15,1 0 1-15,-1 1-1 0,0-1-1 0,0 1 1 0,0-1-1 16,0 1 0-16,0-1 3 0,1 1-2 0,-1 0 0 0,1 0 1 0,-1 0-1 16,-1-2-1-16,1 2 4 0,0 1-5 0,-1-1 4 0,1 0-2 0,0 0 0 15,-1 0-2-15,1 1 1 0,0-1 4 0,0 0-3 0,1-1 1 0,-2 1-1 16,1-1-1-16,0 0-1 0,0 1 2 0,0-2 0 0,0 0 3 15,0 1-1-15,-1-1 0 0,1 0 0 0,0 0 1 0,-1 0 1 0,1 0 0 16,0-1 1-16,0 0-2 0,-1 0-1 0,1 0 1 0,0-1-1 16,0 0-1-16,0 1 0 0,0-1 0 0,1 0 0 0,0 1 1 0,0-1-1 15,0 0-1-15,0-1 0 0,0 1 0 0,0 0 0 0,0 0 3 0,1 1-3 16,0-1 2-16,0 0-2 0,0 1 0 0,0 0 0 0,-1-1-1 16,1 1 3-16,-1 0-3 0,0 0 2 0,1 1-1 0,-1 0-1 0,0-1 1 15,1 1-1-15,-1 0 0 0,1 0 1 0,0 1-2 0,-1-1 1 0,0 0 1 16,0 0-1-16,0 0 0 0,0 1 1 0,0-1-1 0,1 0 1 15,-1 0 1-15,0 0 1 0,0 0-4 0,0 0 2 0,0-1 1 0,0 1-1 16,0 0 5-16,1-1-5 0,-2 1 1 0,1-1-1 0,-1 1 1 0,0-1 0 16,1 0 0-16,-1 0-1 0,0 0-1 0,0 0 1 0,0 0 0 15,-1 0 0-15,1 0 1 0,0 0-1 0,0 1 0 0,1-1 0 16,-2 0-1-16,2 0 1 0,-1 0 1 0,0 1 0 0,0-1 1 0,1 0-2 16,-1 1 0-16,0-1-2 0,-1 0-1 0,1 1 3 0,0 0 0 0,1-1 1 15,-1 1 0-15,1 0-1 0,-1 0 0 0,0 0-1 0,0 0-1 0,0 0 0 16,-1 0 0-16,2 0 2 0,-1 0 2 0,0 0-5 0,0 1 3 15,0-1-1-15,-1 0 1 0,1 1 2 0,-1-1-2 0,1 0-1 0,-1 1 1 16,0 0-1-16,0-1 1 0,0 1 1 0,0 0-1 0,0 0-1 0,-1 0 1 16,2 0 0-16,-2 0-1 0,2 0 3 0,-1 0-3 0,0 0 1 15,1 1-1-15,-1 0 0 0,0-1-1 0,1 0 2 0,-1 0-1 0,1 0 0 16,0 0 2-16,-1 0-2 0,1 1-1 0,0-2 2 0,0 1 0 0,0-1 2 16,0 0-2-16,0 1 1 0,-1-1-4 0,1 0 3 0,0 0 2 15,-1 0-1-15,0 0 1 0,1-1-3 0,-1 1 1 0,0-1-1 0,0 0 1 16,0 1 1-16,0-1-5 0,0 1 3 0,1-1-3 0,0 1-2 15,0 0-4-15,1 0-3 0,-1 0-1 0,0 1-5 0,1 0-6 0,-1 0-7 16,1 0-10-16,1 0-27 0,0 0-46 0,-1 0-23 0,-1 0-13 0,0 0-10 16,-1 1-88-16</inkml:trace>
  <inkml:trace contextRef="#ctx0" brushRef="#br0" timeOffset="41216.82">20432 8000 306 0,'-3'1'120'16,"0"-1"-14"-16,-1 1 6 0,0-1 11 0,0 1 9 0,1-1 5 0,0 0-3 15,0 0-4-15,-1 0-3 0,1-1-12 0,0 1-4 0,-1 0-8 16,0 0-10-16,0 0-7 0,1 0-6 0,0 1-6 0,0-1-1 0,0-1 1 16,0 1-3-16,0 0 5 0,0-1-6 0,1 1-1 0,-1 0 1 0,0 0-8 15,0 0 8-15,0 0-11 0,1 0-1 0,-1 0 2 0,1-1-9 16,0 2 3-16,1-2-7 0,0 0-9 0,-1 0-3 0,1-1-9 0,0 0 0 15,1 0-1-15,0-1 0 0,-1 0-5 0,2-1-3 0,0 1 1 16,0-1-5-16,0 0-1 0,1 0 1 0,0-1-2 0,1-1-2 0,0 1 0 16,2-1-2-16,0-1-1 0,0 1 3 0,1-1 0 0,-1 0-2 0,0 1 2 15,1 0-5-15,1 0-1 0,0 0 3 0,-1 0 1 0,1 0-3 16,0 0-1-16,1 0 1 0,0 0-4 0,1 0 4 0,-1 0 1 0,0 0-3 16,0 1 0-16,1-1 0 0,-1 0 0 0,1 0-1 0,0 1 3 15,1 0 0-15,-1 1-4 0,0 1 2 0,1 0 1 0,-1 0-3 0,0 0 2 16,1 1 0-16,0 0 0 0,-1 0-2 0,1 0 5 0,0 1-5 0,0 0 2 15,0 0-2-15,1 2 0 0,-2-1-2 0,2 1-3 0,0-1-1 16,0 2 3-16,1-1 3 0,0 1 0 0,-1 0 1 0,2 0-2 0,0 0 1 16,-1 1 1-16,1-1 1 0,-1 1-2 0,2 1 2 0,0 0-2 15,1-1 0-15,-1 2 2 0,0-1-2 0,0 0 4 0,-1 2 1 0,0-1 3 16,1 0-1-16,-1 2 2 0,1-1-3 0,-1 0 5 0,-1 1 5 0,2-1-1 16,0 2-2-16,-1 0 0 0,-1 0-1 0,-2 0-3 0,1 2 2 15,-1-1 1-15,0 1-3 0,-1 0 0 0,1 0 1 0,-2-1-1 0,0 1 1 16,1 0-5-16,-1 1-3 0,-1 0 0 0,1 0 4 0,-2-1-1 0,1 3-1 15,-2 0-2-15,1 2 2 0,1 0-4 0,-2-1 0 0,0 1-2 16,0-1 4-16,-1 0 0 0,0-1 0 0,-1 2 2 0,0-1-6 0,-2 1 5 16,1-1-1-16,-1 0-11 0,-1 0 1 0,0-1-5 0,0 0 5 15,-1-1 20-15,-1 2 7 0,-1-1-2 0,-1-1 2 0,0 1-11 0,-2 0-6 16,0 0 5-16,0 0-3 0,-2 0 0 0,0-1 2 0,-2 0-5 0,-1 0 3 16,-1 1 6-16,-2-2-6 0,0 1 3 0,-3 1 1 0,-1 0-4 15,-3-1 0-15,0-1-4 0,-2-1 0 0,-1-2 2 0,-1 1 0 0,0-1 0 16,2-2 0-16,-2-2-1 0,1 0-1 0,0-2 2 0,0-2-2 0,2-2 4 15,0-2-2-15,0-1 4 0,3-2 2 0,-1-1-6 0,0-2 5 16,3 1-5-16,-2-3 0 0,0-1-2 0,3 0 0 0,-2-2 2 0,2 2-4 16,-1-2 6-16,3 0-4 0,-1 0 2 0,1 1 0 0,1-3-6 15,0 1 6-15,2 0-6 0,0 2 2 0,0 1-11 0,1 1-3 0,0 1 3 16,2 2-8-16,0 2 5 0,0 0-12 0,1 1-18 0,0 1-22 0,2 0-22 16,-1 2-30-16,1 0-23 0,0 2-49 0,0-1-92 0,2 0-142 0,1 0-223 15,1-1-431-15</inkml:trace>
  <inkml:trace contextRef="#ctx0" brushRef="#br0" timeOffset="44083.82">20411 7884 1282 0,'-2'3'163'0,"0"1"-24"0,0 0 15 16,1 0 19-16,0 0 6 0,-1 0-22 0,1-1-23 0,-1 0-13 0,-1 0-19 16,0 0-7-16,-2 0-6 0,0-2-20 0,-1 1-3 0,-2 0-5 0,-1 0-8 15,-1 0-4-15,-1 1-4 0,0-1-8 0,-3 1 3 0,-2 0 3 16,-2 1 0-16,0 0-5 0,-3 1-6 0,-3 1-4 0,-2 1-5 0,-4-1-3 16,-2 3 1-16,-3 1-3 0,-4 0 0 0,-3 1-1 0,-3 1-2 0,-5 0-4 15,-1 2 0-15,-3 0 0 0,-2 2-3 0,-3-1 3 0,-3 1-2 16,-1 1-1-16,-1 0 3 0,-2 0-5 0,-2 2-1 0,-1 0-14 0,-1-1-2 15,-3 2-2-15,-1 1 9 0,-2 0 11 0,0 1 5 0,0 0-5 16,-2 0-7-16,1 2-2 0,0-1-1 0,-1 0 1 0,0 1 2 0,0-2 0 16,0 3 0-16,0 1 0 0,1-1 0 0,-1 3 0 0,2-2 2 15,-1 0-4-15,1 0 2 0,1 0-2 0,2 1 2 0,1-1 2 0,2 1 0 16,0-1 5-16,2 0-1 0,2-3-12 0,1 1-3 0,1 0-3 0,2-1 12 16,0 0 17-16,4-1 2 0,1-2 0 0,2 0-12 0,1 1 7 0,2-3-9 15,3 1 3-15,2-2-1 0,1-2-7 0,2 2 6 0,1-2-4 16,1 0 2-16,2-2-2 0,4 1 3 0,2 0-3 0,2-2 2 0,2-1 2 15,2-2 0-15,1 1-3 0,3-1-3 0,1-1 0 0,2-1 0 16,3 1 2-16,0-1 6 0,0 0-6 0,3-2 0 0,2 1 0 0,0-1-6 16,2 1 2-16,0-1-9 0,2 0 1 0,1-1-5 0,2 0-10 0,0 1-7 15,2-2-15-15,0 1-16 0,2-1-19 0,0-1-12 0,1 0-16 16,0-1-11-16,2 0-16 0,0 0-23 0,1-1-16 0,1 0-23 0,2-1-17 16,0-1-31-16,1-1-57 0,0 0-80 0,1-2-62 0,0 0-193 0</inkml:trace>
  <inkml:trace contextRef="#ctx0" brushRef="#br0" timeOffset="44634.82">15968 9059 319 0,'-9'5'86'0,"-2"-1"-14"0,-1 2 3 0,0 0 8 0,3-1 17 0,0 1 11 15,2-1 3-15,0 0-10 0,2 0-23 0,1 0-23 0,-1-1-18 16,0-1-10-16,1 0-12 0,0-1-5 0,1 0-7 0,1 0-2 0,0-1 2 16,0 0-8-16,0 1 0 0,0-1 2 0,1 1-3 0,1-1 4 0,0-1-2 15,0 1 0-15,0 0-1 0,1 0-2 0,1 0 6 0,-1-1 0 16,0 0 2-16,0-1 4 0,0 1-1 0,0 0 1 0,0 0 8 0,0-1-5 16,-1 1 2-16,0 0-1 0,0-1 0 0,-1 1 0 0,1-1-4 0,-1 0 9 15,0 1-9-15,-1 0 5 0,0 0 1 0,0 0-5 0,0 0 9 16,0 1 5-16,-1-1 3 0,1 1 9 0,-1 0 7 0,0 0 1 0,0 0 8 15,0 1 1-15,-1 0 0 0,2 1 5 0,-2 0 5 0,0 1-2 16,0 0 0-16,-1 1-1 0,0 1-1 0,0-1-1 0,-2 2-3 0,0-1 4 16,0 0-6-16,-2 2-3 0,1-1-8 0,-1 2-13 0,-2-1-8 0,0 1-7 15,0 1-4-15,-1-1-1 0,0 1 0 0,0 1 2 0,-1-1-4 16,0 1-1-16,0-1-3 0,0 1-4 0,0 0 0 0,-1 2 6 0,1 0-1 16,1 0 13-16,0 1 16 0,0-1 26 0,2 2 8 0,0-1-5 0,1-2-9 15,1 2-25-15,0 0-7 0,1-1 2 16,2-1-7-16,0-2 4 0,2 1 3 0,0-1-1 0,2 1 6 0,2-1 3 0,2-2 12 0,0-1 0 15,2-1-1-15,1 0 1 0,1-1-17 0,2-1-3 0,0 0-1 16,3-1-4-16,2-1-1 0,1-1 2 0,1-1-3 0,3 0 1 0,1 0 0 16,1-2-5-16,2 0-5 0,1-2 1 0,0 0-1 0,3 0-1 0,-1-1 1 15,2 1-19-15,0 0-2 0,-1-1 2 0,1-1 8 0,0 0 7 16,1-1 0-16,-1 1-1 0,0-2-1 0,-3 2 0 0,-1 0 13 0,0 0-7 16,-2 1 1-16,1 0 0 0,-3 1-7 0,-1-1 6 0,-1 1-4 0,-1 1-2 15,-2 0-4-15,-1 2-3 0,-1 1-1 0,-2 1-4 0,-2 0-7 16,-2 1-10-16,-1 1-20 0,-2 0-19 0,-1 1-21 0,0 0-19 0,-2 0-19 15,-1 0-29-15,0 0-29 0,-1 0-39 0,-1 1-53 0,0 0-55 16,0 0-66-16,0 2-62 0,-1-3-213 0</inkml:trace>
  <inkml:trace contextRef="#ctx0" brushRef="#br0" timeOffset="47300.34">14577 8694 1276 0,'-7'2'229'0,"-1"2"-27"0,-1 0-15 0,1 2-4 15,3 0-5-15,1 0-17 0,-1 0-20 0,2-1-25 0,0 0-14 0,0 0-20 16,0-1-4-16,0-1-19 0,0-1-9 0,1-1-10 0,0-1-9 15,1-1-1-15,1-1-11 0,0-1 2 0,0-2-17 0,1-2 0 0,1-2-1 16,1-2-10-16,1-2 11 0,0-1-8 0,1-3 2 0,2-1 0 0,0-1-5 16,0-2-5-16,3-1-5 0,-1 0 1 0,0-2-3 0,0 0-1 15,0 2 1-15,-1 0 2 0,0 3 12 0,-1 2 1 0,-2 2 4 0,-1 1 2 16,-3 1-2-16,0 2 2 0,-2 0 0 0,-1 0 3 0,-2 3 0 16,-1 0 4-16,-1 2-1 0,1 1 3 0,-2 2 1 0,-1 1 4 0,1 1 5 15,-1 1 1-15,1 1 1 0,-1-1 4 0,1 2-2 0,-1 1 5 0,2 1-1 16,-1-1-1-16,0 2 5 0,1-1 0 0,0 2-2 0,1 0 2 15,0 1-6-15,1 1-1 0,0 2-6 0,2-1-3 0,1 4 2 0,0 0-2 16,1 1 7-16,1 2-1 0,1 3 1 0,2 4-1 0,2 0 3 0,0 3-5 16,2 1-2-16,0-1-1 0,1 2-3 0,0 0 0 0,1 2-1 15,1-1-3-15,0 2-3 0,1 0-6 0,0 0-14 0,1-1 1 0,1 1 1 16,0-2 5-16,2 1 12 0,-2 0 3 0,0-2-4 0,1-2-6 16,-1-2-6-16,-2-2-4 0,-2-4-5 0,0 0-12 0,-1-3-11 0,-1-1-27 15,0-2 1-15,-1-1-14 0,-2-2-12 0,0-1-10 0,-2-3-19 0,0-1-21 16,0-3-7-16,-2-1-14 0,0-1-9 0,-1-2 2 0,-1-1 8 15,0-1 15-15,0-1 25 0,-1-2 28 0,-1 0 26 0,1 0 33 0,0 0 14 16,-1 0 15-16,-1-2 8 0,1 1 3 0,-2 0 7 0,0-1 10 0,0 0 11 16,-1 1 14-16,0-1 13 0,0 0 10 0,-1-1 14 0,0-1 4 15,1 0 4-15,0-2-1 0,-1-1-7 0,1 0-7 0,1 1-4 0,1-1-17 16,1 0-11-16,3 0-7 0,1 0-7 0,0 2 5 0,3-1-3 16,0 1-3-16,2 1-1 0,1 0-7 0,1 0-2 0,-1 0-3 0,1 2 1 15,1 0-1-15,0 1 2 0,1 2 2 0,-1 0 1 0,2 1-4 0,-3 1 4 16,2 1 1-16,-1 1-4 0,-1 1 0 0,0 2-3 15,-1 0-4-15,0 1 4 0,-1 1-7 0,1 0 0 0,-1 1-4 0,0-1-3 0,-1 1 1 16,-1 0 1-16,-2 0-1 0,0 1-3 0,-1-1 5 0,0 0-9 0,-2 1 8 16,-1 1-1-16,-1 0-5 0,-1 0 6 0,-1 0-6 0,-1 1 1 15,-1 0 3-15,0 0-6 0,-1 1 6 0,0 0-6 0,-1-1 4 0,-2 2 1 16,1-1-13-16,-1 0-1 0,1-2 0 0,-1 1 0 0,1 1 9 16,1 0 2-16,1 0 0 0,2 0 6 0,0 0-6 0,2-1 0 0,1 1 1 15,0-2 1-15,2 1 7 0,-1-1 0 0,3 0 4 0,0 1-11 0,1-1 1 16,1 0 1-16,1-1-6 0,1 1 8 0,1 0-3 0,0 1-6 15,2-1 1-15,0 1-4 0,0-1 6 0,2 0-1 0,-1 0 2 0,1-1 1 16,0 0-4-16,1-1 6 0,0 0-2 0,1 0-2 0,-1-2 5 0,2 0-5 16,0 0 4-16,0-1-2 0,1 0-4 0,-2-1 4 0,0 0-4 15,1 0 2-15,-1-1 2 0,1 0-2 0,-2-1 3 0,1 0 1 0,0-1-4 16,-2 0 2-16,1 0 0 0,-2-1-2 0,0-2 0 0,1 0-2 16,0-2 6-16,-1 0-4 0,-1 0 3 0,0-1 4 0,-2-1-21 0,2 0 10 15,-1 0-7-15,-2 0-1 0,0 0 13 0,-1 1 12 0,-1 0 2 0,-1 1-4 16,-1 0 0-16,-1-1-11 0,-2 1 1 0,0 0 5 0,-1 0-2 15,-1 2 1-15,-1-1-1 0,-1 2-2 0,-1 1 1 0,0-1-5 0,1 2 10 16,-1 3-6-16,-1-1-2 0,0 1 1 0,0 1-1 0,-1 1 6 0,0 0-1 16,2 1 3-16,-1 1-3 0,1 1 1 0,-1 1 1 0,-1 0-1 15,1 2-1-15,0 1 1 0,0 0-2 0,2 2 1 0,-1-1 1 0,2 1 1 16,0 0-12-16,1-1-3 0,1 1-3 0,1-1-2 0,2 2 15 16,1-1-2-16,2 0 9 0,1-1-1 0,1-2 5 0,2-1-4 0,1 0-9 15,1-2-2-15,3 0-2 0,0-2 4 0,1-1 0 0,0 0-3 0,0-2-5 16,1 0 4-16,1-1 3 0,-1-1-1 0,-1 0 5 0,1-1-10 15,-1-1 5-15,1 0-11 0,-1 0-3 0,-2-2 10 0,1 0-7 0,-1 0 11 16,-1 0 2-16,-1 0 2 0,-1-1-2 0,-1 2 13 0,0 0 0 0,0 0-2 16,0 1 0-16,-1 0-3 0,-1 0-7 0,0 1-1 0,0 1 0 15,-1 1-1-15,-1 1 1 0,0 2 0 0,-2 1-4 0,1 2 4 0,-1 0 0 16,1 1 2-16,0 0-13 0,0 0 0 0,0 0-4 0,0 0 2 16,0 2 13-16,0 0-4 0,1 1 1 0,-1-1 3 0,1 0 0 0,0-1 11 15,0-1 2-15,1-1-2 0,0-2 0 0,0 1-9 0,0-1-2 0,-1-1-4 16,1-1 6-16,0-2-2 0,1-1-11 0,-1-2-2 0,1-1-4 15,-1 0 8-15,0-2 11 0,0 1 0 0,-1-2-1 0,1 1 12 0,-1-1-3 16,-1-1 4-16,1 0 1 0,0-1-15 0,-1 0 2 0,1-1 0 0,-1 1 1 16,1 0-1-16,0 1 0 0,0 1 0 0,-1 0-6 0,1 2 6 15,-2 1 2-15,1 1-2 0,-1 1-2 0,0 2 2 0,0 0-4 0,-1 1 2 16,1 1-2-16,-1 0 0 0,-1 1 0 0,1 1 2 0,-1 0 0 0,0 0 4 16,0 1-4-16,0 0 2 0,0 0-2 0,0 0 0 0,-1 0 0 15,1 1-2-15,0-1 4 0,1 1-2 0,-1-1 2 0,1 0-1 0,0 1-1 16,1 1-1-16,0 0 1 0,0 1 3 0,1 0-1 0,0 1 2 15,0 1-2-15,1 0-2 0,1 1 0 0,0-1 2 0,1 1-14 0,0 1-1 16,1 0-1-16,0 2 1 0,1 1 13 0,0 2 3 0,1 0 12 0,-1-1-4 16,2 1-1-16,0 1-16 0,0 2-9 0,-1 2-1 0,-1-1-3 15,-1-1 4-15,1-2 1 0,-2-1-3 0,1-3 8 0,-1 0-2 0,-2 0 8 16,-3-1 3-16,-1 0 0 0,-1-1 0 0,-3 1 0 0,-1-1 0 16,0 0-4-16,-2-1 4 0,-1-2-2 0,-1-1 4 0,0-3 0 0,-1-1 0 15,1-1-1-15,1-1-2 0,-1-3 1 0,1 0 0 0,1-3 3 0,0-2-1 16,1-2 3-16,1-2 1 0,2-2-4 0,0 0 3 0,1-3-5 0,2 0 6 15,0-2-1-15,1 2 1 0,2-2 5 0,2 1-11 0,0 2 0 16,3-1 0-16,1 3 2 0,0 1 1 0,1 2-5 0,0 1 1 0,1 1-12 16,-1 1-29-16,1 1-22 0,1 1-34 0,0 0-40 0,1 1-23 15,-1-1-55-15,0 2-72 0,1 0-93 0,-1 1-113 0,2-1-101 0,0 0-132 16</inkml:trace>
  <inkml:trace contextRef="#ctx0" brushRef="#br0" timeOffset="47621.34">15878 8527 2010 0,'-10'0'209'0,"0"1"1"15,-1 0-11-15,2 1-13 0,4 2-19 0,1 0-27 0,1 2-17 0,0 1-14 16,0 0-10-16,1 1-12 0,1 1-18 0,1 0-18 0,1 2-2 0,1 1-15 15,2 1-3-15,0 0-2 0,3-1-6 0,1 2-2 0,1-1-1 16,1-1-7-16,0 0-1 0,2-2 0 0,-1 1-10 0,2-1 2 0,1-2 0 16,1 1-6-16,-1-1 0 0,0-2-2 0,-2 0 4 0,0-2-8 15,0-1 2-15,-2 0-8 0,0-2-7 0,1-3 2 0,-2-2-1 0,1-3 7 16,-1-2 7-16,0-2 0 0,0-2-3 0,1 0-3 0,0-1-3 0,-1 2-4 16,0-3 0-16,0 2-4 0,-2-2 2 0,1 2 2 0,0-2-2 15,0 0 6-15,-1-1-11 0,1 2-8 0,0-2-18 0,0 1-21 0,-1 1-15 16,1 2-26-16,-1 4-20 0,0-1-33 0,0 2-61 0,-2 1-66 15,0 0-125-15,-1 2-148 0,-2 0-390 0</inkml:trace>
  <inkml:trace contextRef="#ctx0" brushRef="#br0" timeOffset="48084.34">16057 8373 1285 0,'-3'6'713'0,"0"0"-411"0,-1 2-41 16,1 0-46-16,2 0-34 0,1 2-37 0,1 1-28 0,1 0-19 0,1 1-21 16,0 1-12-16,0 1-18 0,2 0-13 0,0 1-5 0,0-1-11 0,2 1-4 15,1 1-7-15,2-2-6 0,1-2 0 0,2 0 0 0,0-2-2 16,1 0 0-16,0-1-11 0,0 1-11 0,1-1-23 0,0-2-25 0,0 2-13 16,1-2-5-16,-1 0 8 0,-2 0 10 0,0-2 20 0,-1-1 13 15,0-2 18-15,0-1 11 0,-3-2 6 0,1 0 8 0,-1-3 4 0,0-1 4 16,0-1 7-16,-1-1 9 0,0 0 3 0,0-1 9 0,-1 1 4 0,1 0 2 15,0-1-2-15,-1 1-3 0,0 1-6 0,0 0-10 0,0 2-2 16,-2 0-1-16,1 2 0 0,0 0-3 0,-1 2-3 0,0 0 1 0,0 2-3 16,0 1 3-16,0 2 0 0,0 0-2 0,1 0 0 0,0 1-8 0,-1-1 2 15,2 1-5-15,0-1-2 0,0-1-2 0,-1 0 0 0,1 0 0 16,0-2 0-16,0 0 4 0,1-1-2 0,-2-2-4 0,2 1 2 0,0-2-2 16,-2-1 4-16,1-1 3 0,-1-2 1 0,-1 1 0 0,1-3-3 0,-1-2 7 15,-1 0-5-15,-1-2 7 0,-2 1 5 0,-1 0 0 0,0-2 1 16,-1 0 0-16,-2-1 1 0,-2 1-2 0,-1 2 0 0,-1 0-4 0,-2-1-11 15,-1 2 6-15,0-1-2 0,0 1-4 0,-1 1 0 0,0 0-2 16,-1 2-4-16,1 1 4 0,-1 2 6 0,2 2-6 0,-1 3 5 0,0 1-3 16,1 2-8-16,-1 2 3 0,0 3-5 0,0 1-9 0,-2 1-2 0,0 2-12 15,1 0-7-15,0 2-5 0,4 0-8 0,1-2-9 0,3 1-21 16,3-2-19-16,3-2-29 0,1-1-19 0,4-3-24 0,0-1-23 0,5-1-24 16,3-2-33-16,1-2-41 0,2-2-35 0,1-2-31 0,2-2-23 0,0 0-150 15</inkml:trace>
  <inkml:trace contextRef="#ctx0" brushRef="#br0" timeOffset="48333.35">16781 8438 608 0,'10'-1'221'16,"0"1"9"-16,1 1 23 0,-1 1 1 0,-3 2-24 0,0 0-36 0,-1 3-23 16,0-1-17-16,0 3-22 0,-1 0-21 0,-2 1-26 0,1 0-16 0,0 1-8 15,0 0-12-15,-1 2-5 0,-1-1-11 0,1 0-4 0,-1-2-2 16,-1 0-3-16,1-2 7 0,-2 0 0 0,-1 0 2 0,-1-2 7 0,-1 0 5 16,0-1-1-16,-2-1 2 0,-1 0-5 0,1-2-10 0,-3-1-8 0,-1 0-10 15,-1-2 2-15,-1 0-3 0,-1-2 1 0,1-3-4 0,-2-1-3 16,1-2-1-16,-1-1-1 0,1 0-1 0,2-2 3 0,3 0-2 0,0-3-3 15,2-1 5-15,2 0-8 0,1-1 4 0,1 0 2 0,2-1-4 0,1 1 3 16,1-1 1-16,1-1 0 0,0 2-3 0,2 1 5 0,-1 1-6 16,2 3 0-16,0 2-4 0,0 4 1 0,0 2-3 0,-1 1-3 0,1 2-4 15,-1 1-16-15,0 1-15 0,0 2-21 0,-2 0-24 0,2 0-16 16,0 1-27-16,0 1-36 0,1 1-36 0,-1 0-40 0,2-1-42 0,-1 0-40 16,1 0-21-16,0-1-35 0,1 0-40 0,1-2-46 0</inkml:trace>
  <inkml:trace contextRef="#ctx0" brushRef="#br0" timeOffset="48618.34">17027 8378 1038 0,'-2'1'500'0,"0"-1"-181"0,0 0-33 0,1 1-28 0,0 0-37 0,0 1-37 15,0 1-30-15,0 0-27 0,1 0-14 0,-1 0-17 0,1 0-26 0,1 0-10 16,-1 0-14-16,2-1-13 0,-1 1-7 0,1 0-5 0,2 0-6 16,-1 0-2-16,2-1-4 0,0 0-3 0,0 0-4 0,-1 0 5 15,3 0-1-15,0-1-2 0,0 0 1 0,0-1-1 0,0-1-2 0,1 0-2 16,0-1 4-16,0 0-3 0,0-1 1 0,1-2 2 0,0 0-8 0,0 0 2 15,-1-2-1-15,0 1 6 0,-1-1 1 0,-1 0 0 0,1-1 5 0,-1 1-9 16,-1-1 4-16,0 0 2 0,-2 0-4 0,-1 2 7 0,-1-2-5 16,0 0 0-16,-2 0 5 0,-2-1-7 0,0 1 2 0,-3 0 0 15,-2 0-10-15,-1 1 4 0,0-1 6 0,-2-1 0 0,-1 1 0 0,0 1 9 16,0 1 0-16,2 1 3 0,-1 1 1 0,0 1-17 0,0 1 0 0,0 2-8 16,-1 2-3-16,0 1-10 0,0 1-27 0,0 1-3 0,0 2-9 0,2 1-8 15,1 1 7-15,-1 1-19 0,2-2-17 0,1 0-30 0,2 0-37 16,1-2-51-16,2 0-57 0,2-1-73 0,1-1-80 0,2-2-83 0,1-2-295 15</inkml:trace>
  <inkml:trace contextRef="#ctx0" brushRef="#br0" timeOffset="48816.35">17145 7867 1998 0,'-4'-9'270'0,"0"-1"-75"0,-1 1-1 0,2 3-25 0,2 3-19 16,-1 3-42-16,-1 3-21 0,1 2-21 0,-2 1-9 0,0 1-1 0,1 3-13 15,-1 2-4-15,2 2-15 0,-1 4-10 0,1 0-6 0,1 3 1 0,-1 1-5 16,2 0 3-16,0 2-1 0,0-1-5 0,2 1 1 0,0 0-2 16,2-3-3-16,0 0-9 0,1-1-19 0,1-3-31 0,2-1-47 0,0-2-45 15,1-1-51-15,1-3-75 0,1-1-77 0,-1-2-88 0,4-1-70 0,0-2-107 16,1 1 51-16</inkml:trace>
  <inkml:trace contextRef="#ctx0" brushRef="#br0" timeOffset="49067.34">17530 7968 450 0,'-7'-3'390'0,"-1"-1"-207"0,-2 0 26 0,1 1 26 16,0 2 1-16,1 0-17 0,0 1-15 0,-2 2-17 0,0-1-12 16,1 2-6-16,-1 1-13 0,1 0-12 0,2 1-15 0,1 0-24 0,0 1-13 15,2 0-20-15,1 0-14 0,2 1-6 0,2 0-12 0,1 1-3 16,2 1-5-16,2-1-7 0,0 2-1 0,2 0-1 0,1 0-12 0,2 0 0 15,0 0-1-15,2-2 1 0,-1 1-1 0,1-1-5 0,1 1 1 0,-1-1-6 16,0-1 4-16,-2 0-2 0,1 1-2 0,-1-2 0 0,-1 1 2 0,0 1 0 16,-3 0-2-16,-1-1-4 0,-2 1-6 0,-2-1 4 0,-2 1-24 15,-3-2-8-15,-2 2-14 0,-1-1-21 0,-3 1-11 0,-3-1-36 16,-2 1-45-16,-2-1-65 0,-2-1-75 0,-3 0-126 0,-1-2-147 0,1-1-122 16,-2-1-2-16</inkml:trace>
  <inkml:trace contextRef="#ctx0" brushRef="#br0" timeOffset="53866.34">21422 7910 158 0,'-10'-5'117'0,"0"1"-80"0,-1-1 9 0,3 3 0 0,4 0-11 0,0 0-11 15,2 1-10-15,0-1-2 0,1 1-3 0,0 1-3 0,1-1 1 16,1 0-4-16,-1 0 0 0,0-1 1 0,0 0-1 0,0 0 0 0,0-1 1 15,0 0-1-15,0 0-1 0,-1 0 0 0,0 0 0 0,0-1 3 16,1 1-1-16,-2 0 4 0,1-1 4 0,0 2 1 0,0-1 3 0,0 0-6 16,1 0 0-16,0 0-3 0,1 0-2 0,0 0 1 0,0 1-2 0,1 0 0 15,1-1-1-15,0 0 2 0,1 0 1 0,3-1-1 0,-1-1 6 0,2 1 2 16,-1-1 5-16,1 0 9 0,1 0 4 0,-1 2 6 0,0-2-2 16,1 0-1-16,0 0-3 0,1-1-2 0,0 2 4 0,1 0-1 0,0 0 4 15,0 0-2-15,1 0-2 0,1 1-4 0,-1 0-4 0,0 0-4 0,1 0-5 16,0 1-1-16,1 0-6 0,1 1-1 0,-2 0 3 0,1 1-5 15,0 0-2-15,1 0 4 0,-2-1-7 0,1 2 6 0,-1-1 0 0,-1 0-2 16,1 0 1-16,-2 1-2 0,1 0 2 0,-1 1-1 0,-1 0 1 16,1 0-2-16,-1-1-1 0,0 2-1 0,1 0-1 0,-1 1 0 0,0 0-2 15,0 1 2-15,-1 1 0 0,-2 0 0 0,2 1 1 0,-2 0-3 0,0-1 0 16,-1 2-1-16,-1 1 2 0,0 1 4 0,0 1-3 0,-1 0-2 16,0 1 1-16,-2-1-1 0,1 2 3 0,-1 0 0 0,-1 0-1 0,1 0 1 15,-2 0 1-15,0 0-2 0,0 0-2 0,-1 0 4 0,0-1-4 16,0 0 5-16,-1 0-2 0,-1 0 0 0,1-1 0 0,-1-1-1 0,-1 1 2 15,-1 1-3-15,0 0 1 0,0 1 2 0,-1-1-3 0,0 1 1 0,0 0 1 16,-1 0-1-16,0 0 0 0,-1 1 0 0,-1-1-5 0,-2 1 0 16,0-1 2-16,-1 0 1 0,1 0 3 0,-2 1 0 0,-1 0 6 0,0-2-1 15,0 0 2-15,0-1 2 0,-3 1-6 0,0-1-1 0,-1 0 2 0,0 0-4 16,-1-2 4-16,1 1 2 0,2-1-4 0,-2-1-1 0,2 0 0 16,1-1-2-16,0-1 4 0,1 0-1 0,-1-1-2 0,-1-1 4 0,3 0-2 15,-2-1 4-15,2-1-1 0,0 0 0 0,1-2 3 0,0-1-2 0,-1-1-1 16,0-1 1-16,0 0 1 0,1-2-6 0,-1 0 2 0,-1-2 1 15,0-2 0-15,-1-2 6 0,1-2 2 0,0-1-5 0,0 0-1 0,1-2 2 16,1 0-4-16,-1 0-3 0,1 1 0 0,0-2-2 0,0 0 0 16,3 1 9-16,-2 1-3 0,2-2 0 0,1 1 3 0,0-1-4 0,1 0 3 15,0 1-2-15,1 0-1 0,1 2-3 0,1 1 2 0,0 0-1 0,2 2 1 16,1 1-1-16,1 1-7 0,2 2 1 0,1 0-3 0,1 0 0 16,2 1 1-16,2 0 0 0,2 1-1 0,1 1-2 0,1 0-3 0,2 0-8 15,1 1-10-15,2 0-11 0,0 1-18 0,0 0-17 16,1 2-25-16,1 1-40 0,0 0-37 0,1 2-27 0,1-1-91 0,1 1-2 0</inkml:trace>
  <inkml:trace contextRef="#ctx0" brushRef="#br0" timeOffset="54266.35">21615 7626 712 0,'-12'-16'18'0,"3"2"77"0,-2-3-11 0,4 4-11 0,5 3-18 0,1-1-19 15,2 2-11-15,1 0-6 0,2-1-3 0,0 1-4 0,2-1-1 0,1 1-3 16,0 0-1-16,1 2-3 0,-1-1 2 0,0 0 0 0,1-1-3 0,0 1 6 16,0-1-4-16,1 0 4 0,0 2 3 0,-1-2-3 0,0 1 2 15,-1 0-5-15,1 1 1 0,1 1 0 0,-2-1-5 0,1 1 2 0,0 1-2 16,-1 1-2-16,0 0 3 0,-1 0-2 0,0 1-2 0,0 0 2 16,-1 1-1-16,-1 0-1 0,0-1 1 0,1 1-3 0,-2 0 1 0,1 0 2 15,0 0 0-15,-1 1-1 0,2-1-2 0,-1 0-2 0,1 0 0 0,1 0-5 16,0 1 0-16,1-1-8 0,1 1-6 0,-1-1-10 0,1 1-20 15,0 1-16-15,-1 0-26 0,1-1-16 0,0 0-13 0,0 0-6 0,0 0-9 16,2 0-109-16</inkml:trace>
  <inkml:trace contextRef="#ctx0" brushRef="#br0" timeOffset="54566.35">21957 6897 482 0,'-9'-9'14'0,"1"1"57"0,0-1-19 0,4 4-6 0,4 1-16 0,2 2-7 16,1 0-4-16,3 1 0 0,2 1 3 0,3 1 6 0,1 1-1 15,2 1 3-15,0 1-2 0,3-1 1 0,0 2-1 0,0 0 2 0,1-1-5 16,1 0 0-16,0-1-5 0,0 0 1 0,0 0 0 0,-1 0-5 16,-2 0-2-16,0 1-7 0,-1 0 3 0,0 0-6 0,-2 0 3 0,0-1-2 15,-2 1-4-15,0-1-7 0,-2 0 2 0,0 0-1 0,-2 0 0 0,-1 2 5 16,-1 0-3-16,-1 0 1 0,-1 2-1 0,0 0 2 0,-3 0-1 15,0 1 1-15,-1 1 1 0,-3-2 2 0,0 3-1 0,-1 0 1 0,-2 0-1 16,-1 0-2-16,-1 0 1 0,-1 0-1 0,0 2 3 0,0-1-2 0,0 0 1 16,0 1-3-16,-1-1 0 0,1 0-1 0,-1 1-6 0,-1 0-9 15,0 0-24-15,1 0-27 0,0 0-26 0,0 1-16 0,0-1-14 0,3-1-6 16,0-1-18-16,2-1-142 0</inkml:trace>
  <inkml:trace contextRef="#ctx0" brushRef="#br0" timeOffset="54933.34">22391 6902 553 0,'-9'-9'72'0,"1"3"-10"16,-1-1 6-16,4 6-13 0,3 4-15 0,1 1-10 0,0 4 2 0,2 0 5 15,0 2-4-15,1 0 1 0,1 0 1 0,1 2-4 0,-1 1 4 0,2-1-4 16,0 1-2-16,0-1 2 0,1 0-3 0,0-1-4 0,1-1-4 15,1-1-3-15,-2 0-4 0,3-2 1 0,1 1-5 0,1-2 0 0,0 0-1 16,1-1-1-16,2-1 3 0,-1-2 1 0,1-1-3 0,1-2 2 0,-2-1-1 16,1-1-2-16,0-2 5 0,0-2-5 0,-1 0 0 0,0-1-1 15,-1 0-6-15,0-2 1 0,-1 0 0 0,1-2 3 0,-2 1-2 0,1-1 2 16,-2-1-1-16,-1-1 1 0,0 0 4 0,-2 1 1 0,-1 0 0 16,-1-2 2-16,-2 0 1 0,-1 0 2 0,-1 1-3 0,-1 0 4 0,0 0 3 15,-3 0 3-15,-1 2 2 0,-1-2-1 0,-1 2-4 0,-1 1-3 0,-1 1-1 16,-1 2-2-16,-1 2-7 0,0 1 2 0,-1 1-6 0,-2 1 0 15,0 2 2-15,-1 1-3 0,-1 1-1 0,0 2-1 0,0 1 2 0,1 1-2 16,1 0-2-16,-1 2-3 0,2 2-2 0,0 0-5 0,3 1-13 0,0 0-9 16,2 0-19-16,1-2-24 0,2 1-21 0,1 0-11 0,0-2-12 15,2 0-10-15,0-1-14 0,1 0-25 0,0-1-30 0,0 0-165 0</inkml:trace>
  <inkml:trace contextRef="#ctx0" brushRef="#br0" timeOffset="55116.34">22383 6631 798 0,'-10'-17'6'0,"3"0"105"0,-1-3-11 0,5 7 0 16,3 5-14-16,2 0-17 0,2 1-13 0,2 0-10 0,2 2-14 15,3 0-9-15,2 1-6 0,0 1-5 0,2 1-1 0,2 1-5 0,1 1-3 16,0 1-2-16,1 0-3 0,0 1 1 0,-2 2-4 0,0-1 0 16,-1 2-8-16,0-1-6 0,-1 0-6 0,0 1-3 0,-2-2-6 0,1 0-8 15,-1 1-8-15,-2-1-9 0,3-1-18 0,-1 2-23 0,0-2-26 0,-1 2-22 16,0 1-11-16,1 0-49 0,0 1-89 0</inkml:trace>
  <inkml:trace contextRef="#ctx0" brushRef="#br0" timeOffset="55416.34">22929 6529 753 0,'-5'-13'10'0,"0"1"80"0,0 0-20 0,5 4-11 15,4 3-17-15,2 1-12 0,3 2-4 0,3 1-3 0,2 0-4 0,0 1-1 16,1 1-1-16,1 1-4 0,-1 0-2 0,-1 1-3 0,-1 1 2 15,-1 0-5-15,-1 0 2 0,-2 1-1 0,-1 0-3 0,0 1 4 0,-1 0 0 16,-1 2 0-16,-1 0 2 0,-1 1-1 0,-2 1-3 0,0 1 0 0,-2-1-3 16,-2 2 3-16,-1 2-2 0,-2-1-1 0,-1 2 1 0,0-3 0 15,-1 1 1-15,-1-1 2 0,2-1-1 0,-2-1 3 0,0-2 1 0,1 1 2 16,-1-1 0-16,2-1 2 0,0 0-1 0,2-1-2 0,0 0-1 16,2 0-3-16,0 0 0 0,3-1 1 0,0 0-2 0,1 1 0 0,1 0 2 15,2 0-2-15,1-1 2 0,2 1-1 0,1-2 0 0,1-1 1 0,0 1-2 16,0-1 0-16,2 1-3 0,0-1-1 0,0 0 2 0,1-1 0 15,-2 0-3-15,1 1 1 0,1 0-2 0,-1 0-2 0,-1-1-1 0,0 1-6 16,-1 1-5-16,-1 0-11 0,0 0-21 0,-1 0-19 0,-1 0-21 0,0 1-31 16,-2 0-32-16,0 1-23 0,-3 0-22 0,0 0-97 0,-1 0 46 15</inkml:trace>
  <inkml:trace contextRef="#ctx0" brushRef="#br0" timeOffset="55550.34">22976 6782 648 0,'-15'-15'28'0,"0"0"61"0,-2-2 0 0,7 6-7 0,5 3-24 0,4 2-22 16,2 1-16-16,3 2-13 0,4 1-5 0,5 1 0 0,4 0 0 0,3 0 1 16,3 2-2-16,2-1-3 0,2 3-4 0,1 1-13 0,1 1-38 15,0 2-50-15,1 1-49 0,1 1-40 0,-2 1-193 0</inkml:trace>
  <inkml:trace contextRef="#ctx0" brushRef="#br0" timeOffset="76168.32">22285 8499 29 0,'0'0'23'0,"0"-2"3"0,1 0-2 16,0 0-8-16,0 0-5 0,1 0-4 0,0 1-1 0,1 0 1 0,0 0-2 16,1 0-3-16,2 0 0 0,0 0 0 0,1-1-1 0,1 0 2 15,0-2-1-15,1 0 0 0,-1 1 0 0,2-1 0 0,0 0 0 0,0 0 0 16,1 0 1-16,-2-2-2 0,-1 1 1 0,1-1-1 0,-1 1 2 16,0-1-1-16,-1-1-1 0,1 0 0 0,0 0 0 0,0-1 0 0,0 2 1 15,0-2 0-15,1 1 0 0,0-1 0 0,-2-1-2 0,0-1 0 0,-1 0 1 16,-2 0-1-16,1-1 1 0,-2 0-1 0,-2-1 1 0,1 0 0 15,-1 1-2-15,-1-2 2 0,-2 0-2 0,1-1 0 0,-1-1-1 0,-1 2-2 16,-2-1 3-16,-1 0-1 0,-1-1 0 0,-2-1-3 0,0 0-6 16,-2 0-1-16,1 1-15 0,-3 1-12 0,0 1-8 0,-1 2 3 0</inkml:trace>
  <inkml:trace contextRef="#ctx0" brushRef="#br0" timeOffset="79352.32">21741 7783 344 0,'0'2'115'0,"-2"0"-30"0,1 2 7 16,0-1 8-16,0 0 2 0,0 1 0 0,1-2-1 0,-2 1 4 0,0 1 0 0,0-2-4 15,1 1-4-15,-1 0-9 0,1 0-5 0,0-1-4 0,0 0-4 0,0 1-1 16,0 0-2-16,1-1-6 0,-1 1-10 0,0-2-9 0,1 0-4 16,-1 1-5-16,1-1-3 0,1 1-4 0,-1-1 1 0,1-1 0 15,-1 1 2-15,2 0 0 0,-1-1-4 0,1 0 1 0,-1-1 0 0,1 1 0 16,0-1 0-16,0 0 2 0,1 0-3 0,0-1-3 0,0 0 2 0,-1 0-1 15,1 0 1-15,1-1 2 0,1 1-5 0,0-1-5 0,0 0 6 16,1 1-6-16,-1-1 1 0,2 1-2 0,0-1 0 0,0 1-2 0,0-1 8 16,1-1-8-16,1 1-1 0,0-1 2 0,0-1-7 0,1 1 0 0,0 0 0 15,1 0-5-15,1-2 0 0,1 0 7 0,1 0-6 0,0-1 1 0,0-1 1 16,2 1-3-16,-1-1-5 0,1 0 1 0,-1 1 1 0,1-2-1 16,0 1 6-16,1 1-4 0,1-2 2 0,1 1 2 0,1 0-5 0,-2 0 1 15,3 0 0-15,-1-1 2 0,0-1 4 0,2 1 3 0,1-1 0 16,1 1 10-16,1 1 3 0,-1 0 2 0,0-2-3 0,-1 1-8 0,0-2-3 15,0 1-1-15,-1 2-1 0,2-2-2 0,0 1-4 0,-2-1 4 0,1 1 0 16,-1 1-4-16,-2-1-1 0,1 3-6 0,0-2 3 0,-2 1 3 16,1 0-1-16,0 0 4 0,-2 1 0 0,2-1-3 0,-1 0 5 0,-1 2 2 15,0-1-2-15,-1 2 2 0,-1-1-2 0,1 0-4 0,0 0 2 0,0 0-1 16,-1 0-1-16,2 0 3 0,0 1-3 0,0-1 2 0,-1 0-1 16,0 1-4-16,-1 0 3 0,-1-1-3 0,1 3 1 0,0-2 5 15,-1 1-10-15,-1 0 5 0,1 0-1 0,0 0 0 0,-1 1 2 0,-1 0-5 16,-1 0 7-16,0 1-4 0,-1 0 1 0,0 0-1 15,0 0 2-15,-2 0-1 0,0 1-5 0,1 0 2 0,-1 0 0 0,0 1 0 0,0-1-2 0,-1 0 0 16,-2 1-4-16,1 0 4 0,-1 0 0 0,0 0 0 0,-1 0 4 16,1 0 2-16,0 0-6 0,-1 0 2 0,-1 1-4 0,1 0 0 0,-1-1 0 15,-1 1 2-15,1-1 0 0,0 1 0 0,0 0-2 16,1 0 4-16,-1 0 0 0,0 0-2 0,0 0 2 0,0 0 0 0,-1 1-2 0,1 0 2 16,-1 1-4-16,0 0 4 0,0 0-2 0,0 0-2 0,-1 1 5 0,0-1-8 15,-1 0 5-15,0 1 2 0,0 0-4 0,-1-1 6 0,-1 1-3 0,0-1-1 16,0 1 0-16,-1 0-1 0,0 0 2 0,-1 1 3 0,-1 0-4 15,1-1 2-15,-2 1-2 0,0-1 4 0,0 0-2 0,-1 0-2 0,1 1-2 16,-1-2 0-16,1 1 0 0,0-1 2 0,1 1 0 0,0-1-2 16,0 0 2-16,0 0 0 0,0 0 0 0,0-1 0 0,1 0-4 0,0 0-11 15,0 0-13-15,1 0-11 0,0-1-15 0,0 1-9 0,0-1-10 0,0 0-12 16,1 0-17-16,-1 0-10 0,1-1-14 0,0 1-22 0,-1 0-20 16,1-1-20-16,0 0-31 0,0-1-20 0,1 0-22 0,-1 0-21 0,1 0-19 15,-1-2-3-15,1 2 8 0,0-1-140 0</inkml:trace>
  <inkml:trace contextRef="#ctx0" brushRef="#br0" timeOffset="79802.32">23204 7510 206 0,'-1'-1'206'0,"1"1"-87"0,-1 0 2 15,0 0 6-15,1 0 6 0,0 0 2 0,0 0-2 0,-1 0 0 0,0 0-3 16,0 1-9-16,0 0-10 0,-1 0-17 0,0 1-14 0,-1 0-18 15,0 1-15-15,-1 1-9 0,0 0-12 0,-1 1-5 0,0-1-5 0,0 1-5 16,-1-1-2-16,0 2-2 0,0 0-3 0,2 0 1 0,-3-1-10 16,2 0 0-16,0 0 2 0,-1-1 0 0,2 2 9 0,-1 0 2 0,1 1 4 15,-1-1 5-15,0 1 6 0,0 0 0 0,0 0 6 0,2 0 11 0,-2-1-1 16,0 0 6-16,1 0 5 0,-1 1-6 0,1-2 5 0,0 1 1 16,0 0-1-16,0 0-6 0,0 0 0 0,0-1-4 0,0 0-10 0,0 1 1 15,0-2-2-15,1 0-2 0,0 1-1 0,0-1-2 0,0-1-8 0,0 1 5 16,1-2-8-16,0 1-5 0,0 0 5 0,1 0-4 0,-1-1 9 15,2 0-5-15,0-1 3 0,0 0 0 0,0-1 3 0,1 1 11 0,0 0-3 16,0 0 1-16,0 0-2 0,0-1-1 0,0 1 2 0,1 0-1 0,0 0 0 16,0 0-2-16,1 0 0 0,-1 0-2 0,0 0 1 0,0-1-2 15,2 1-2-15,-1-1-2 0,0 0-5 0,1 1 3 0,0-1-3 0,0 0 6 16,1 0-3-16,-1 0 3 0,1-1-6 0,1 1 0 0,1 0 1 16,1-1-4-16,-2 0 7 0,1 0-4 0,0 0-2 0,0 0 0 0,-1 0-3 15,0 0 1-15,1-1 1 0,-1 1-3 0,1 0 1 0,-2 0-4 0,2 1 1 16,0 0 1-16,-1-1-2 0,0 0 5 0,1-1-5 0,0 1 0 15,1 0 2-15,-2-1-4 0,-1 0 6 0,0 1-3 0,0 0 1 0,1 1-4 16,-1-1-6-16,-1 1 5 0,1 1-1 0,-1-1 0 0,-1 1 2 16,1-1 2-16,0 1-4 0,-1 1 0 0,1 0-15 0,-2-1-37 0,0 1-50 15,-1 0-75-15,0 0-80 0,-1 1-113 0,0 1-144 0,1-1-143 0,-1 0-333 16</inkml:trace>
  <inkml:trace contextRef="#ctx0" brushRef="#br0" timeOffset="81435.31">23085 7448 526 0,'-1'-3'173'0,"0"0"-76"0,2-2-2 0,-1 1 22 0,2-1 15 0,0 1 8 15,0 0-14-15,0 0-22 0,1 0-18 0,-1-1-4 0,1 0-7 0,0 0 1 16,1 0-5-16,0 0-12 0,0 0-6 0,1 1-8 0,0-2-9 15,1 1-6-15,0 0-8 0,1 0-5 0,1 0-2 0,0-1-2 0,1 1-3 16,0 1-2-16,0-2-3 0,1 2 4 0,-1-1-6 0,1 0 5 0,1 0-2 16,-1 0-2-16,1 1 8 0,0 0 1 0,0 1 2 0,0-2 2 15,0 1 1-15,0 0-5 0,0 0 4 0,0 0-8 0,-1 0 3 0,1-1 0 16,0 2 0-16,0-2 5 0,0 1-6 0,-2 1 3 0,1-1-3 16,0 1 1-16,0 0 4 0,1 0-2 0,0 0 4 0,-1 1 1 0,1-1 0 15,0 1 5-15,0 0-4 0,0 1 1 0,-1 0 5 0,0 0-9 0,0 0 3 16,0 0-1-16,0 1-4 0,0 1 4 0,-2-1-1 0,0 1-1 15,-1-1 2-15,1 1 0 0,0 1-8 0,0-1 4 0,1 1-7 0,-1 0 1 16,-1 0 2-16,0 0-1 0,-1-1 6 0,1 1-6 0,0 0-2 0,0 0-1 16,0 1-6-16,0 0 4 0,0 0 4 0,0-1-6 0,-1 1 6 15,2 0 1-15,-1 0-7 0,0 0 6 0,-1 1 1 0,1-1-2 0,0 1 8 16,0 0 1-16,0-1 2 0,0 1 5 0,-1-1 0 0,-1 1-5 16,0-2 2-16,0 1-3 0,0 1-4 0,0-1 3 0,-1 2 1 0,1-1-2 15,-1 0 3-15,-1 1-3 0,0-1 4 0,-1 1-3 0,0 0 3 0,-1-1 2 16,1 1-1-16,-1 0 4 0,-1 0-6 0,1 0 4 0,-1 1-1 15,0 0-2-15,1 0-7 0,-1 0 2 0,-1 0-4 0,0 0-6 0,1 1 10 16,-2-1-4-16,0 1-3 0,-1 0 3 0,1 0-4 0,-1 1 2 0,1-1 1 16,-1 1-6-16,0 0 1 0,0 0-3 0,-1 0 2 0,1 0-1 15,0 0-1-15,0 1 2 0,0-1-4 0,1 1 2 0,-1 0-2 0,1-1 0 16,1 1 0-16,0 0 2 0,-1 1 3 0,1-2-16 0,-1-1-4 16,1 0 4-16,0 0-6 0,1 0 17 0,0-1 4 0,0 1-6 0,0 1 0 15,1-2 6-15,-1 0 5 0,0 0 4 0,-1-1-1 0,1 1-1 0,0-1-9 16,0 0-4-16,0-2 6 0,0 1-3 0,-1 0-1 0,1-1 2 15,0 0-5-15,0 0-1 0,-1 0-6 0,1-1-14 0,0-1-11 0,-1 1-24 16,1-1-20-16,-1-1-11 0,1 1-16 0,-1-2-13 0,1 1-16 0,0 0-25 16,-1-1-19-16,1-1-24 0,0 0-17 0,-1 0-23 0,0 0-35 15,1 0-28-15,-2-1-20 0,0 1-5 0,0-2-180 0</inkml:trace>
  <inkml:trace contextRef="#ctx0" brushRef="#br0" timeOffset="81918.31">23634 7509 681 0,'-2'-1'168'15,"1"-1"-13"-15,-1 1 12 0,1 0 19 0,0 1-6 0,0 0-36 0,1 1-28 16,0-1-22-16,0 1-9 0,0 0 4 0,0 1-3 0,1 0-6 0,-1 1-7 16,1 1-5-16,0 0 0 0,0 0-3 0,0 0 3 0,0 1-3 15,-1-1-7-15,1 1-1 0,-1 0-1 0,2 1-6 0,-1 0 4 0,0 0-3 16,0 0-15-16,-1-1 3 0,0 1-4 0,-1 0 1 0,1 1 10 0,-1-1-6 15,1 1-4-15,-1 0-1 0,0 1-4 0,1-1 5 0,-1 1 0 16,0-1-5-16,1 0-2 0,0 1-5 0,0-2 2 0,0 1-2 0,0 0-2 16,0-1-6-16,1 0 1 0,0 1 2 0,0-1-4 0,-1-1 6 0,1 1-6 15,0-1-8-15,0-1 6 0,0 1-3 0,1-1-1 0,-1 1 6 16,1-1 1-16,-1-1-7 0,0 1 4 0,1-1-1 0,0-1-6 0,0 1 5 16,1-1 1-16,-1-1 1 0,1 1 0 0,0-1-3 0,0 0 4 15,1 1 1-15,0-1-3 0,0 0 3 0,1-1-1 0,0 0-1 0,1 0-1 16,0 1 2-16,2-2-1 0,-1 1-7 0,1-1 6 0,0 0-10 15,0 1 2-15,1-1 4 0,-2 1-4 0,1-1 4 0,0 1-1 0,0-1-1 16,0 1 2-16,0 0-2 0,0 0-2 0,-1 0 0 0,-2 0 0 0,3 0 0 16,-2 0 6-16,0 0 2 0,0-1-2 0,-1 1-2 0,1-1-4 15,-1 0 4-15,-1 1 2 0,1-1 8 0,-1 1-10 0,0-1-8 0,-1 0 0 16,2 1 0-16,-2-1 0 0,0 0 0 0,0 0 0 0,0 1 0 0,0-1 0 16,0 1 0-16,-1-1 0 0,1 1 0 0,0 0 0 0,-1-1 0 15,0 1 0-15,0 0 0 0,0 0 0 0,-1 1 0 0,1-1 0 0,-1 1 0 16,1-1 0-16,-2 1 0 0,2 0 0 0,-1-1 0 0,0 1 0 0,0 0 0 15,0-1 0-15,-1 1 0 0,1 0 0 0,-2-1 0 0,1 1 0 16,0-1 0-16,0 0 0 0,0 0 0 0,-1 0-72 0,1-1-29 0,-1 1-25 16,1-2-28-16,-1 1-42 0,1-1-49 0,0 0-52 0,0-1-60 15,0 1-84-15,1-2-88 0,0 2-54 0,1-1-158 0</inkml:trace>
  <inkml:trace contextRef="#ctx0" brushRef="#br0" timeOffset="82686.31">23835 7371 984 0,'-11'-1'454'0,"1"0"-238"0,-3-2-10 0,3 1 7 0,2-1 11 0,2 1-26 16,1 0-37-16,1-1-24 0,2 0-15 0,0-1-7 0,2-1-10 0,0 0-10 15,2-1-11-15,1 1-17 0,0-1-5 0,3 0-11 0,0-1-4 16,3 0-6-16,0 0-4 0,0-1-1 0,1-1-6 0,1-2-5 0,2 1-2 15,2 0-8-15,0 0 6 0,1 1 4 0,1 0-4 0,0-2 5 16,1 1-3-16,0 0-2 0,1-1-1 0,0 2-5 0,0 0 1 0,1 0-6 16,0 0 2-16,-1 0-1 0,2 0-3 0,0 1 4 0,2 0 0 0,-2 0-6 15,0-1 6-15,-1 1-4 0,0 0-4 0,-2 1 8 0,0 0-6 16,0 1 0-16,-1-1-2 0,-2 0 0 0,2 1-12 0,-1 0 2 0,-1 1 2 16,-2 1-4-16,1 0 10 0,-1 0 2 0,-1 1-4 0,0-1 4 15,-1 2 2-15,1-1-8 0,-2 1 2 0,1 2 2 0,-2-1 0 0,1 0 2 16,-1 1 0-16,0 1-2 0,0 1-4 0,-1 0 4 0,0-1 2 0,1 2-4 15,0 0 2-15,-2 1-8 0,0 0 6 0,0 0 10 0,0 1 0 16,0-1 0-16,0 1-10 0,1 1 0 0,-1 1 0 0,-1-1 0 0,1-1 0 16,-1 1 0-16,0 1 0 0,0 0 0 0,0-1 0 0,-1 2 0 0,0-2 0 15,-2 1 0-15,1 1 0 0,0-3 0 0,-2 3 0 0,2-1 0 16,-3 0 0-16,2 0 0 0,-1 0 0 0,0-1 0 0,0 2 0 16,0-1 0-16,0 0 0 0,0 2 0 0,-1 0 0 0,0 0 0 0,0 0 0 0,-1 0 0 15,1 1 0-15,0 0 0 0,-1 0 0 0,0 2 0 0,0-2 0 16,-1 1 0-16,1-2 0 0,-2 0 0 0,2 0 0 0,-2 0 0 0,0 0 0 15,0 0 0-15,0 0 0 0,1-1 0 0,-1 0 0 0,0 1 0 16,-1-1 0-16,0 2 0 0,0-1 0 0,0-1 0 0,1 0 0 0,-1-1 0 16,0 1 0-16,0 0 0 0,0-1 0 0,-2 0 0 0,2 0 0 0,-2-1 0 15,1 0 0-15,-1-1 0 0,-1 0 0 0,0 1 0 0,0-1 0 16,-1 1 0-16,0-2 0 0,0 1 0 0,0 0 0 0,0 0 0 16,-1 0 0-16,-1 0 0 0,1-1 0 0,0 1 0 0,-1-1 0 0,1 2 0 0,0-1 0 15,0 0 0-15,0 0 0 0,0 0 0 0,0 0 0 0,1-1 0 16,1 0 0-16,-1 0-4 0,1 0-12 0,0-1 0 0,1 0 16 0,0-1-6 15,0 1-2-15,0-1-4 0,0 1-6 0,0-1 0 0,0 0-6 0,0 0-3 16,1-1-4-16,0 0-8 0,1 0-10 0,-1 0-13 0,1-1-12 16,-1 0-9-16,0-1-21 0,1-1-18 0,0 0-18 0,0-1-27 0,1 0-20 15,-1 0-23-15,1 0-33 0,0-1-33 0,0 0-42 0,2 0-41 16,0 0-17-16,-1-1-6 0,0 0-155 0</inkml:trace>
  <inkml:trace contextRef="#ctx0" brushRef="#br0" timeOffset="83142.32">24280 7453 746 0,'-1'0'197'0,"1"0"-1"0,0 0 20 15,0 0 11-15,1 1-19 0,0 0-29 0,0 0-25 0,0 1-7 0,0 0-7 16,0 1-9-16,0 0-15 0,1 1-7 0,-1 1-13 0,0 0-11 16,0 0 0-16,0 1-7 0,1 0-11 0,-1 1-5 0,0-1-7 15,-1 0-5-15,1 1-1 0,0 1-1 0,-1-1-2 0,0 0-7 0,1 1-2 16,-2 0-1-16,1 1-21 0,-1-1-2 0,0 0-4 0,0 1 1 0,-1-1 10 15,1 2 1-15,-1 0 0 0,1 0 6 0,-1-1 0 0,1 1-2 0,0-1 1 16,0-1-8-16,0 1-3 0,0-1-1 0,0 0 0 0,0 1-1 16,0 0-1-16,0 0 0 0,0-1 1 0,1-1 3 0,1 0-4 0,0-1 4 15,1-1-3-15,0 0 5 0,0 0-4 0,1-2 2 0,0 1-4 16,0-1 2-16,0 0 6 0,1-1-10 0,-1 0 0 0,2 0-10 0,1 0 0 16,1-2 0-16,1 1 0 0,1 0 0 0,-1-1 0 0,2-1 0 0,-1 0 0 15,1 1 0-15,0-2 0 0,0 1 0 0,2-1 0 0,-1 0 0 16,0-1 0-16,2 0 0 0,0 0 0 0,-1 0 0 0,1-1 0 0,-2 0 0 15,0 0 0-15,1-1 0 0,-1 2 0 0,-2-1 0 0,0 1 0 16,-1-1 0-16,-1 1 0 0,1-1 0 0,-3 1 0 0,0 1 0 0,-1 0 0 16,0-1 0-16,1 1 0 0,-2 0 0 0,-1 0 0 0,1 1 0 0,-2 0 0 15,1 0 0-15,0-1 0 0,-2 2 0 0,1 0 0 0,-1-1 0 16,0 1 0-16,0 0 0 0,0 0 0 0,0 0 0 0,0 0 0 0,0 0 0 16,0 0 0-16,0 0 0 0,0 0 0 0,-1 0 0 15,1 0 0-15,-1 1 0 0,0 0 0 0,1-1 0 0,-1 0 0 0,0 1 0 0,1-1 0 16,0 0 0-16,-1 1 0 0,0-1 0 0,0 0 0 0,0 1 0 0,0-1-40 15,-1 1-110-15,2-1-37 0,-2 0-55 0,2 0-64 0,0 0-81 16,-2 0-119-16,1 0-105 0,0 1-67 0,1 0-75 0</inkml:trace>
  <inkml:trace contextRef="#ctx0" brushRef="#br0" timeOffset="84309.31">23349 9143 72 0,'0'-6'75'0,"1"0"-25"0,0-1 1 15,1 1-1-15,-1 0-4 0,1 1 0 0,-1 0 0 0,1 0 4 16,-1 0-2-16,1 1-2 0,0 0-2 0,-2 0-3 0,1 0 1 0,-1 0 1 15,1 1-1-15,-1 1-4 0,0 1 0 0,0 0-3 0,0 0 2 0,-1 1 0 16,0-1 2-16,1 1-3 16,0 0-1-16,-1-1-1 0,2 1 0 0,-1 0 0 0,0 0 2 0,0 0 1 0,0 0 8 0,0 0 6 0,1 0 10 15,-1 1 7-15,1-1 4 0,0 0 3 0,0 1-1 0,-1-1-2 0,1 1-3 16,-1 0 2-16,-1 0 0 0,1-1-3 0,-1 0 1 0,1 2-3 16,0 0 1-16,-1 1-1 0,1-1 0 0,-3 1-6 0,1 0 0 0,-1 0 0 15,-1 2-8-15,1-1-2 0,-1 0-6 0,0 1-7 0,0-1-5 0,-1 2-3 16,-1 0-7-16,2 0 1 0,-3 0-1 0,1 0-7 0,-1 1 6 15,-1 0-6-15,1 0-2 0,-2 1-4 0,2-1-1 0,-1 0 4 0,-1-1-7 16,-1-1 6-16,0 2-6 0,0-1 0 0,-1 1 9 0,1 0-2 16,0 0-2-16,-2 0 0 0,1-1-8 0,-2 1 3 0,0-1-1 0,1 0-6 15,-2 0 9-15,2 0-2 0,-1 1 4 0,1-1 3 0,-1 0 2 16,-1 1-5-16,0-1 8 0,0 1-8 0,2-1 3 0,-2 1 4 16,0 0-6-16,-1-1 3 0,2 0-1 0,-2 0 1 0,0 0-6 0,-1 0 2 0,0-1-2 15,-2 1 2-15,1-2-6 0,0 1 6 0,1 0-2 0,-1 0 2 16,1 0 0-16,0 0 2 0,0 0-4 0,-2-1 2 0,0 1 4 0,0 0-3 15,0 0 7-15,-1-1-1 0,1 1-2 0,-2-1-3 0,0 2 6 16,-1-1-3-16,1 1 1 0,-2 0 2 0,1-1-19 0,-2 0-2 0,0 1 0 16,1-1-1-16,-2 2 10 0,0 0-1 0,1 0 0 0,-1 1-6 15,1-1 18-15,-3 1-1 0,-1 0 4 0,1 0 3 0,-2 1-22 0,2-1 2 16,-1 0-2-16,3 0 0 0,-3 0 2 0,0 0-2 0,0 0 1 0,-1 0-2 16,2 1 1-16,-2-1-4 0,1 0-5 0,-1 1 5 0,2 0 0 15,-2-1 4-15,1 0 2 0,-1 0 2 0,1-1 1 0,1 1 1 0,-1 1-2 0,1 0-1 16,-1 0 1-16,0-1 0 0,-1 1 3 0,1-1-1 0,0 0 5 15,0 1-2-15,1 0 1 0,-1 0 7 0,0 0-6 0,0 0 2 0,0-1-4 16,-1-1-5-16,0 1 4 0,2-1-10 0,-1-1 0 0,2 1-2 16,-2-1 0-16,2 0 8 0,-1 0-2 0,1 0 4 0,2-1-1 0,-1 1-3 15,2-1 0-15,0 0-2 0,0-1-2 0,1 0 4 0,-1 0 6 16,1 0-6-16,0-1-1 0,1 0 3 0,0 1-6 0,3-1 4 0,-1 1 2 16,1-1 0-16,1 0 0 0,0 0 1 0,-1-1 3 0,0 1-6 15,2 1 0-15,-1 0 0 0,1 1-8 0,0-1 6 0,1 1 4 0,-2 0-8 16,1 0 8-16,1 0-1 0,0 1-4 0,1 0 2 0,-2 0 1 0,1-1-2 15,0 2-2-15,1 0 4 0,0 0-5 0,0 1 4 0,0 0 3 0,0 0-8 16,2 1 8-16,-1-2-6 0,1 2 0 0,0-1 1 0,2 1 1 16,0-1-2-16,1-1-8 0,0 0 1 0,1 0-6 0,0-1 3 15,-1 1 10-15,2 1 2 0,-2 0 4 0,2-1-6 0,0 0 15 0,-1 0 1 16,0-1-3-16,1 1 4 0,0-1-15 16,-1 2 0-16,1-1 0 0,-1 1 0 0,0-1 2 0,0 1-2 0,-2-1 2 0,0 1-6 0,0-1 4 0,1 1 4 15,0 1-8-15,0-2-5 0,0 1 11 0,1 0-6 0,-2 0 8 16,1 0-1-16,0-1-8 0,0 1 7 0,1 0-4 0,-1 1 4 0,2-1 0 15,0 0-4-15,-1 0 4 0,1-2-4 0,-1 0-8 0,1 0 3 0,1-2-14 16,-1 0-6-16,2 0-5 0,-1-1-9 0,1 0-11 0,0-1-18 16,2-1-15-16,-2 0-28 0,0-1-25 0,1-1-16 0,0-1-32 15,1 0-34-15,1-1-33 0,-1-1-49 0,1-1-30 0,0 0-13 0,0 0 4 16,1 0 25-16,0 0-32 0,1-2 74 0</inkml:trace>
  <inkml:trace contextRef="#ctx0" brushRef="#br0" timeOffset="84719.31">20119 10184 305 0,'-3'0'122'0,"0"0"-1"16,-1 1-4-16,2 1 3 0,-1 0 14 0,1-1 20 0,0 2 21 15,0 0 9-15,1 0-11 0,-1 0-7 0,1 0-16 0,0 0-1 0,-1 0-13 16,2 1-15-16,-1 1-8 0,0 0-14 0,0-1-10 0,0 2-1 16,0-1-6-16,1 1-9 0,-1 0-6 0,0 1-5 0,0 0 3 0,0 1-11 15,0-1 4-15,0-1-7 0,-1 0-14 0,-1 1 1 0,0 1-7 0,0 0-10 16,-1 0 1-16,0 1-7 0,0 0-6 0,0-1 2 0,-2 1-8 15,1 0 6-15,-1 1-5 0,0-1-9 0,0 2 6 0,-1 0-1 0,1-2 6 16,0 2 1-16,0-2-9 0,1 0 2 0,-1-1 2 0,1 0 0 16,0-1 7-16,0-1-1 0,2 0 4 0,-1 1 3 0,1-1 0 0,0-2 7 15,0 1-9-15,1 0 8 0,1-2 3 0,0 0-7 0,1 0 7 16,1-1-5-16,-1-1 0 0,1 1 2 0,0-1 3 0,1-1-8 0,0 0-3 16,0 0-2-16,1-1-1 0,1 0 1 0,-1-1 1 0,1 1-8 0,1 0-2 15,1-1 2-15,0 1 3 0,0 0-5 0,0-1 4 0,0 0 2 0,0 0-10 16,1 1 9-16,0-1-5 0,-2 1-4 0,2 0 8 0,-1-1-8 15,0 2 2-15,1-1 4 0,-1-1-8 0,0 1 6 0,0 0-2 0,1 0-2 16,-1 0 8-16,-1 0-8 0,0 0 2 0,0 0 4 0,0 1-10 0,-1 0 4 16,0 0 2-16,-1 1-4 0,0-1 4 0,0 0 2 0,-1 1-4 15,0-1 6-15,0 2-8 0,-1-2 6 0,1 1-2 0,-1 1 4 0,0-1-2 16,1-1-13-16,-2 2-3 0,1-1-24 0,0-1-4 0,0 2-27 16,0-2-32-16,0 0-32 0,0 1-41 0,1-1-45 0,-2 1-61 0,1 0-79 15,1 0-109-15,-1 0-90 0,0 0-149 0,1-2 161 0</inkml:trace>
  <inkml:trace contextRef="#ctx0" brushRef="#br0" timeOffset="85668.31">23524 8895 24 0,'13'-2'32'0,"1"-1"5"0,2-1-5 16,-6 2-9-16,-1-1 0 0,-2 1-5 0,-1 0-1 0,0 1 5 15,-2-1-5-15,-2 1 3 0,0 0-1 0,-2 1 2 0,0 0 1 0,0 1 0 16,-2 0-1-16,0 0-6 0,0 0-3 0,-2 1-2 0,1-1-5 15,-1 1-1-15,0 0-1 0,1-1-3 0,-1 1-1 0,0-1-9 0,0 1-14 16,0 0-17-16,1 0-21 0,0 0-11 0,0-1-19 0,0 1-20 0</inkml:trace>
  <inkml:trace contextRef="#ctx0" brushRef="#br0" timeOffset="87118.32">22629 9286 222 0,'10'-3'116'0,"0"0"-26"0,2 0-16 0,-1 0 0 0,-2 1 2 0,0 0 4 16,0 0 7-16,-1 1 7 0,0 0 8 0,-1 1 10 0,1 0 2 0,0 0-1 15,-1 0-4-15,0 1-9 0,-1 0-6 0,1 1-7 0,-2 0-3 16,0 1-3-16,-1 1-1 0,1-1-6 0,-1 2-7 0,0 0-7 0,0 0-3 16,0 1-6-16,0 2-6 0,0-1-1 0,-1 2-10 0,0 0 3 0,1 0-6 15,-2 1-4-15,1 0 3 0,-1-1-7 0,-1 2-4 0,0 0-1 16,0 2-10-16,-1-1-2 0,-1 0-1 0,0 1 2 0,-1-1-9 0,-2 1-1 16,0 0 8-16,-1 0-1 0,-2 1 22 0,0 1 8 0,-3-1-3 15,1 1 3-15,-3-1-11 0,-2 2 1 0,-2 1 0 0,0-1-4 0,0 1 0 16,-2 0 1-16,-2 0-3 0,-1 0-1 0,-2 2 3 0,0 1-3 0,-1 0 2 15,-2 2 2-15,-1 0-6 0,-3-1 2 0,2 1-1 0,-1-1-4 16,-1-1 5-16,0 1 1 0,1 0-3 0,-2 0 1 0,1 1-4 0,-1 1 1 16,1-2-5-16,-1 0-2 0,2 0 4 0,-1 0-10 0,0-1 4 15,-1 0-3-15,0-1 5 0,0-1 11 0,1 1-4 0,-1-1-2 0,0 1 1 16,0-1-7-16,0-2-1 0,-1-1 1 0,3 0-7 0,-1-1 2 0,3-2 2 16,-1 1 2-16,-1 0-2 0,2-1-1 0,0 0 5 0,0-1-5 0,2-1 5 15,2 1-6-15,-1-2 0 0,2 1 2 0,-1-1 3 0,1 0 2 16,0-1-5-16,2 1-2 0,0-1 4 0,0-1-1 0,2-2 1 0,-1 1-6 15,0 0 4-15,3-1 0 0,-2 1-2 0,1-1 3 0,0 0-3 16,2 1 2-16,0 0 0 0,0 0 3 0,-1 0 1 0,2 0-1 0,0 0-1 16,0 0-4-16,1 0 1 0,1 0 3 0,-1-1-2 0,0 2 3 15,0 0-7-15,0 0 4 0,1 0 2 0,-1 1-1 0,-2 0-1 0,1 1 0 16,-1-2-2-16,0 2 0 0,1 0 2 0,0 0-4 0,0 0 4 0,1-1 2 16,-1 0-6-16,1-1 2 0,1 2-2 0,0-1 0 0,-1 0 6 15,0 1 1-15,-1-1-3 0,1 1 3 0,1-1-1 0,0-1-11 0,0 0 10 16,0 0-1-16,-1 0 2 0,2-1 14 0,-1 1-7 0,0 0 2 0,0 0 7 15,1 0-13-15,1 0 4 0,-2-1 17 0,1 0-11 0,0 0 16 16,-1 0 0-16,0 1-23 0,1-1 5 0,-1 1-13 0,-1-1 0 0,1-1 5 16,0 2-3-16,1-1 5 0,-1 0-5 0,1 0-4 0,0 0-2 0,1 0 2 15,0-1 9-15,1 0 1 0,1 1-3 0,-1-1-1 0,0-1-10 16,1 0 4-16,-1 0 4 0,2-1-4 0,0 0 4 0,0 1 0 0,0-2-2 16,1 1 3-16,0 0-5 0,-1 0 0 0,0 0 4 0,1 0-4 0,-1 0 6 15,1 0-1-15,-1 0-7 0,-1 0 8 0,1 1-4 0,-1 0-4 16,0 0 0-16,0-1 2 0,1 1 2 0,0 1 4 0,1-1 0 15,-2 1-10-15,0-1 4 0,1 0-2 0,0 0 6 0,0 0 3 0,0 1-11 0,0 0 6 16,1 0-7-16,-1 0 7 0,0 0-2 0,0-1-2 0,0 2 0 16,0-1-2-16,1 0 6 0,-1 0 2 0,2-1-2 0,1 1-6 0,-2-1 6 15,0-1-4-15,2 0-2 0,-1 0 4 0,1 0-6 0,0-1 4 16,1 1 0-16,0-2-1 0,0 0-3 0,0 1 0 0,0-2-11 0,1 1-7 16,0 0-12-16,-1-1-11 0,1 0-4 0,0 0-10 0,-1 0-6 0,1 0-13 15,1-1-9-15,-1 0-19 0,-1 0-16 0,1-1-17 0,0 0-24 16,1-1-25-16,-1 0-36 0,1-1-57 0,0 0-58 0,0-2-43 0,1-2-24 15,0 0-176-15</inkml:trace>
  <inkml:trace contextRef="#ctx0" brushRef="#br0" timeOffset="87503.32">20119 10864 764 0,'-4'3'323'0,"0"1"-65"0,-1 1-11 0,0 1-2 15,0-1-34-15,0 2-54 0,-1-1-41 0,1 1-27 0,-1 1-16 0,1-1-6 16,-1 1 0-16,-1 0-9 0,1 0-3 0,-1 1-1 0,0 0-6 16,2 0 3-16,-2 1-9 0,1-1-8 0,0 1-4 0,1 0-1 0,-1 0-3 15,1 1 0-15,-1 1-2 0,1 0 1 0,1-1 5 0,-2 0-1 0,3-1 3 16,1 0 6-16,-1 0-3 0,2 0-1 0,-1-1 8 0,1 1-2 16,1-2 2-16,0 2-3 0,2-2-3 0,0 1 9 0,0-1 0 0,1-1 0 15,0 1-5-15,2-1-4 0,1 0-5 0,0 0 1 0,1-1-3 16,1 0-5-16,0-1 1 0,1-1 0 0,0 0-2 0,1 0 3 0,0-1-6 15,1 0 1-15,0-1 3 0,-1 0-6 0,1 0-6 0,-1-2 2 0,0 1 2 16,-1-1-8-16,0-1 8 0,0 1-12 0,-1-1-4 0,-1-1 0 16,0 1 0-16,-1-1 0 0,0 1 0 0,0-1 0 0,0 0 0 0,1 0 0 15,-1 0 0-15,0 0 0 0,-1-1 0 0,-2 1 0 0,2 0 0 0,0-1 0 16,-1 1 0-16,1 1 0 0,-2-1 0 0,0 0 0 0,0 0 0 16,0 0 0-16,-1 1 0 0,2-1 0 0,-2 1 0 0,0 0-16 0,-1-1-22 15,0 1-6-15,0 0-11 0,-1-2-10 0,2 1-18 0,-1 0-26 0,1-1-22 16,1 0-33-16,0-1-28 0,0 0-34 0,2-1-34 0,1-1-23 15,2 0-41-15,2-1-52 0,1 0-45 0,2-1-28 0,0 0-198 0</inkml:trace>
  <inkml:trace contextRef="#ctx0" brushRef="#br0" timeOffset="88518.83">22514 9854 266 0,'-7'3'122'0,"-1"0"-43"0,-1-1 1 0,2 0 11 15,3-1 9-15,0-1 7 0,2 1 17 0,0-2 23 0,1 1 20 0,0-1 13 16,1-1-13-16,1 1-12 0,2-2-16 0,-1 0-10 0,2-1-1 16,1-1-8-16,1 1-3 0,1-1-13 0,1 0-6 0,3 0-4 0,0 0-12 15,-1-1-6-15,3 1-8 0,1-1-12 0,-1 1-3 0,3 0-4 0,-1-2-5 16,1 0-6-16,2 1-2 0,0-1-3 0,-1 1-4 0,1 0-4 16,-1 1 2-16,0 1-9 0,1 0-3 0,0 1-1 0,-2 1 2 0,0 0 1 15,1 0-3-15,-1 0-1 0,-1 1-2 0,1 0-5 0,0 1 1 16,0 1 0-16,-1 1-3 0,1 0 0 0,-2 1 1 0,-1 0-3 0,-2 1 2 15,0 1 1-15,0 1-1 0,0 0 5 0,-2 1 2 0,0 1-7 0,-1 0 2 16,-1 1-1-16,0-1-1 0,-2 0 0 0,0 2 1 0,-1-1 1 16,-1 2-2-16,-1-1 5 0,0 1-7 0,0 0 2 0,-2 1 3 0,0 0-5 15,-1 2 7-15,0-1-1 0,-1 1-3 0,-1 0-3 0,0 1 6 16,-1 0-3-16,0-1 1 0,-1 2-2 0,-1 0 3 0,0 0-1 0,0 1 0 16,-2 0-6-16,-1 0-2 0,-1 0-6 0,0 1 16 0,0 1 13 0,0 0-6 15,-2 1 6-15,0 0-14 0,-1 0-1 0,-1 2 2 0,1-2 1 0,-2 0-5 16,1 2 4-16,0-1-3 0,0 0 3 0,0 4 0 0,-1-1-3 15,-1-1-1-15,1 1 0 0,0-2-2 0,-3 1 8 0,-1 0-3 0,1-1-1 16,-1 1-2-16,-2 0-6 0,1 0 6 0,-2 0 0 0,0 0 5 16,0-1-1-16,-3 1-10 0,1-2 0 0,-3 1-8 0,0 0 14 0,1-2 4 15,-2 1 2-15,1 0 5 0,-1-2-13 0,1 2 2 0,-3-1 2 0,-1-2-4 16,-1 0-4-16,0 0 0 0,1 0 0 0,1-2 2 0,-1 1 0 16,1 0 2-16,-1-1-10 0,1 1 12 0,-1-1-4 0,2-1 0 0,1-2 2 15,0 1-6-15,0-1 4 0,0-2 4 0,2 1-2 0,0-3 0 0,1 1-2 16,0 1 4-16,1-2-4 0,0-1 0 0,-2 1-2 0,2 0 6 15,-2-2-4-15,1 2 2 0,0-1 0 0,0 0-4 0,1 0 2 0,-1 0 2 16,0-1 7-16,0 0-7 0,-1 0 0 0,1 1-4 0,0-1-4 16,1 1 8-16,0 1 4 0,1-1-6 0,1-1 2 0,-2 1-4 0,2-1 2 15,1 2 6-15,-1-2-18 0,3 0-5 0,0 0-1 0,0-1 1 0,1 1 17 16,1 0 4-16,-1-1-4 0,1 2 4 0,0-2-2 0,-2 1 13 16,1-1 5-16,0 0-16 0,0 0 7 0,1 0-11 0,-1 0-4 0,3 0 8 15,-1-2-4-15,1 2-2 0,0-1-2 0,2 0 8 0,-2 0-2 0,0 0-2 16,0 0 6-16,1 0-12 0,0 1 4 0,0-1 0 0,1 0 4 15,-1 1 0-15,1-2-4 0,1 1 4 0,-1 0 0 0,1 0 0 0,1 0 0 16,1 0-4-16,0 0 2 0,-1 0 0 0,0-1 0 0,1 1-2 16,0-1 4-16,1 0-2 0,0 0-2 0,-1 0 8 0,0-1-6 0,0 1 6 15,1 1-4-15,0-1-6 0,-2 0 2 0,1 0 0 0,-1 1 4 16,1-1-2-16,0 0 2 0,1 1-4 0,-1-2 2 0,0 1-2 0,0 0 4 16,0 0 2-16,-1 0 2 0,2 1-2 0,-2-1-8 0,1 1 2 0,-1 0 2 15,1 1 2-15,-2-1 2 0,1 1-8 0,-1 1 0 0,0-1 2 0,1 0 0 16,0 0 8-16,2-3-2 0,-1 2 0 0,0 0-2 0,1-1 1 15,0 1-1-15,0 0 2 0,1-1 0 0,1 0-4 0,-1 0-4 0,1 0 8 16,-1-1-2-16,1 1 0 0,0 0 6 0,-1 0-14 0,1 0 8 16,1-2 2-16,-2 2-6 0,2-1 4 0,-1 0-4 0,2 0 4 0,-1 0-2 15,0 0 0-15,1 0 0 0,0 0 2 0,0 0-4 0,1 0 4 0,-1 1-2 16,0-2-8-16,-1 1 8 0,1 0-4 0,-1 0 10 0,1 0 0 16,1 0-6-16,-1 0 0 0,1-1-2 0,0 0-2 0,0-2 10 0,0 2-2 15,0 0-8-15,1-1-6 0,0 0-4 0,0 0-9 0,0-1-14 0,0 0-15 16,1-1-23-16,0 0-22 0,0 0-21 0,1-1-30 0,0 0-42 15,1-1-45-15,0-1-39 0,0 0-49 0,1-1-69 0,1-1-61 0,0 0-38 16,0 0-84-16</inkml:trace>
  <inkml:trace contextRef="#ctx0" brushRef="#br0" timeOffset="89036.35">19994 11688 1049 0,'-2'1'257'0,"-1"-2"-3"16,0 1 8-16,2-1-15 0,0 1-37 0,0 1-39 0,0-1-23 0,1 0-9 16,-1 0-5-16,1 0-7 0,-1 0-20 0,0 1-14 0,0-1-19 15,0 1-20-15,0 0 1 0,-1 0-12 0,1 0 1 0,-1 0-10 0,-1 1-14 16,0 1-3-16,-1 0-6 0,-1 0 0 0,1 0 2 0,-1 1 0 0,0 0-9 16,0-1 4-16,0 2-3 0,0 0 5 0,0-1-3 0,0 2-3 15,0 0 3-15,2 1-3 0,-2 0 4 0,0 1 3 0,1 0-7 0,0 0 0 16,0 0-1-16,0 1 3 0,0 0 2 0,0 0-3 0,1 1 5 15,-1-1-12-15,0 1 6 0,1 0 5 0,-1 0-3 0,0-1 5 16,1-1 3-16,1 1-7 0,-1 0 14 0,0-1-9 0,0 1-2 0,1-2 7 0,-1 1-8 16,1-2 7-16,0 0-1 0,-1 1 1 0,2-1-4 0,-1 0 5 15,1-1 3-15,0 0-5 0,-1-1 3 0,1 1-6 0,0-1 2 0,1 0 1 16,-1-1-13-16,0 0-4 0,1-1 0 0,0 1 0 0,0-1 14 16,0 1 2-16,0 0-8 0,1 0 8 0,0-1 2 0,1 0-2 0,0 1 8 15,0-1-4-15,2 0-18 0,-1-1 0 0,2 0 0 0,1 0 0 0,0 0 0 16,0-1 0-16,2 0 0 0,0 0 0 0,0 0 0 0,2-1 0 15,0 1 0-15,0-1 0 0,1 0 0 0,0 0 0 0,0-1 0 0,1 0 0 16,-2 0 0-16,0 0 0 0,1 0 0 0,-1 0 0 0,0-1 0 0,-1 1 0 16,1 0 0-16,-2 0 0 0,-1 0 0 0,1 0 0 0,-1 1 0 15,-1 0 0-15,0-1 0 0,0 1 0 0,-1-1 0 0,1 0 0 0,-2 1 0 16,1 0 0-16,-1 0 0 0,0 0 0 0,0 0 0 0,-1 0 0 16,1 1 0-16,-1 0 0 0,-1 0 0 0,1 0 0 0,0 0 0 0,-1 0 0 15,0 1 0-15,0-1 0 0,0 1 0 0,0 0 0 0,0 0 0 0,-1 0 0 16,1 0 0-16,0 1 0 0,-1 0 0 0,-1 1 0 15,0-2 0-15,-1 0 0 0,1 1 0 0,-1-1 0 0,1 0 0 0,-1 0 0 0,1 0 0 16,-1-1-24-16,0 0-105 0,0 0-50 0,-1 0-69 0,1-1-89 0,-1 1-151 16,1-2-236-16,-1 1-123 0,0-2-18 0</inkml:trace>
  <inkml:trace contextRef="#ctx0" brushRef="#br0" timeOffset="132721.29">20399 10323 395 0,'-5'0'405'0,"0"0"-162"0,-1 1 4 16,0 1 22-16,1 0 0 0,1 0-38 0,-1 1-32 0,1 0-30 0,1 0-20 15,0 0-11-15,-1 0-30 0,2 1-4 0,-1-2-8 0,1 2-20 0,3 0-1 16,-1 0-13-16,1-1-8 0,0 1-11 0,2-1-7 0,0-1-12 0,1 1-8 16,0-1-1-16,1 1-4 0,1-1-2 0,0 0-4 0,2 0-3 15,-1-1 0-15,1 1 0 0,2-1 3 0,0 0 1 0,1-1-4 0,1 1 1 16,1-1-5-16,-1 0 2 0,2 0 2 0,1-1 0 0,1 1-2 15,0-1-4-15,1 1 1 0,0 0-1 0,0-1 8 0,-2 1-2 0,3 0 1 16,-1 0 1-16,0 1 2 0,0-1 1 0,0 0-3 0,0 0 3 16,-1-1-3-16,1 0-2 0,-1-1-6 0,0 0-2 0,-2 0 4 0,0 0 1 15,0 0 2-15,0-1 3 0,-3 0-4 0,1 0 0 0,-2-2-15 0,-1 0-10 16,0 0-23-16,-1-1-19 0,-1 1-18 0,-1-1-24 0,-1 0-32 0,0-1-43 16,-1 1-45-16,-1-1-58 0,-1 1-69 0,0-1-63 0,-1-1-64 15,-1 2-273-15</inkml:trace>
  <inkml:trace contextRef="#ctx0" brushRef="#br0" timeOffset="132937.31">20773 10161 721 0,'-4'-3'313'0,"0"-1"-50"0,-2-1-1 16,1 1-12-16,2 1-33 0,0 1-30 0,1 2-29 0,0 0-16 0,1 2-12 16,0 0-10-16,0 2-2 0,1 0-11 0,-1 1-4 0,1 1 4 15,0 1-6-15,1 1-12 0,1 2-9 0,0 1-22 0,1 1-12 0,1 1-6 16,1 0-10-16,-1 3-9 0,0 1-6 0,0 1 4 0,1-1 2 15,-1 2-6-15,1 0-2 0,-1 1-9 0,1 0-8 0,-1 2 4 0,0-1 0 16,0 1 0-16,0-1-5 0,0-1-3 0,1 0 0 0,-2-1-18 0,0-2-12 16,0-1-30-16,0-1-34 0,0-1-21 0,0-3-31 0,0 1-38 15,-1-2-52-15,1 1-79 0,-2-2-93 0,1-1-91 0,0-1-82 0,0 0-127 16</inkml:trace>
  <inkml:trace contextRef="#ctx0" brushRef="#br0" timeOffset="133272.29">21598 10356 832 0,'15'-2'211'0,"1"1"-13"0,6-1 6 0,-1 0 4 0,-3 1-21 0,3 0-24 15,0 0-18-15,0 0-8 0,3 0-10 0,1 0-15 0,4 0-11 0,1-1-17 16,1 0-4-16,2-1-12 0,2-1-5 0,1 1 3 0,5-1-4 15,-1 1-3-15,3-1-5 0,2-1-7 0,2 0 1 0,2 0-1 0,0-1 2 16,2 0-2-16,1 1 0 0,2-2-1 0,1 0-3 0,1-1-6 0,2 1-10 16,-1-1-1-16,1 1-2 0,2-1-3 0,-1 2 4 0,1-2 1 15,1 1-10-15,-1 0-1 0,1 0-4 0,0 1-3 0,0-1-4 0,-1 2-2 16,-1 0 2-16,-2 0 2 0,0 0-6 0,0-2-4 0,-2 1-2 0,-2-1 2 16,-1-1 12-16,-3 2 1 0,-3-1-1 0,-3 2 4 0,-3-1-1 15,-4 2-1-15,-2 0 2 0,-6 0-9 0,-2 0-5 0,-5 0 1 0,-3 0-9 16,-3 0-10-16,-2 1-8 0,-3 0-18 0,-1 0-19 0,-2 0-22 15,-4 1-35-15,-2-1-31 0,-2 1-33 0,-1-1-49 0,-2 2-53 0,-2-1-81 16,-1 1-114-16,-2 1-97 0,-2 0-263 0</inkml:trace>
  <inkml:trace contextRef="#ctx0" brushRef="#br0" timeOffset="133488.31">23307 10316 1300 0,'0'4'280'0,"2"1"-51"0,1 1-23 0,1-1 7 0,3 0-25 15,1-1-38-15,3 0-30 0,3-1-20 0,0 1-8 0,1-1-18 0,0-1-4 16,3-1-10-16,2 0-14 0,0 0 1 0,3-2-14 0,0 0-11 16,-1 0-6-16,2-1-7 0,-4 0-2 0,2-1-2 0,-1 0-3 0,-2 1-13 15,2-2-12-15,0 0-18 0,0 1-38 0,0-2-30 0,1 1-63 0,-1-2-83 16,1 1-80-16,0 0-104 0,-1-1-76 0,1 0-139 0,-1-2 124 15</inkml:trace>
  <inkml:trace contextRef="#ctx0" brushRef="#br0" timeOffset="133773.31">24098 10033 785 0,'-7'1'369'0,"2"1"-90"15,-2 1 1-15,2 1-7 0,1-1-23 0,2 2-50 0,0 0-33 0,2 0-25 16,0 0-20-16,1 0-12 0,2 0-13 0,1 1-17 0,2-1-15 15,0 0-8-15,3 0-16 0,1 0-12 0,2-1-14 0,1 1-12 0,1 0-3 16,2 1-3-16,-1 0 8 0,0 1 1 0,2 1-5 0,0-1 1 0,0 0-2 16,1 0 9-16,0-1 8 0,0 1-10 0,-1-1 0 0,-1 1-7 15,0 0-5-15,-2 1 5 0,-2 0 5 0,0-1-3 0,-1 0 4 0,-3 0-3 16,-1 1-1-16,-1 1 2 0,-3 0-1 0,-1 0-1 0,-2 0 6 0,-2 0-5 16,-1-1-1-16,-1-1 2 0,-2 0 1 0,-1 0-1 0,-1 0-2 15,-1 0 1-15,-1 0-6 0,0 0-5 0,0 0-6 0,1 0-6 0,-1 0-8 16,1 0-4-16,0 0-12 0,1-1-27 0,1-1-32 0,2-1-37 15,1-1-43-15,1 0-41 0,2 0-29 0,1-2-42 0,3 0-26 0,2 0-29 16,3-2-34-16,1 0-29 0,3-1-56 0</inkml:trace>
  <inkml:trace contextRef="#ctx0" brushRef="#br0" timeOffset="134156.31">24681 10255 705 0,'7'-8'355'0,"1"2"-86"0,3-3-2 15,-1 3-2-15,-2-1-24 0,-1 1-30 0,1 1-32 0,-1 0-23 0,1 0-11 16,-1 0-22-16,1 0-5 0,0-1-5 0,1 1-12 0,-1 0-8 15,2 0-21-15,-1 2-11 0,1 0-19 0,0 0-10 0,0 1 0 0,-1 1-10 16,1 0 3-16,-1 1-3 0,0 0 12 0,-1 1-18 16,0 1 5-16,-1 0 0 0,0 2-20 0,-2-1 20 0,1 2-11 0,0 2-6 0,-1-1 6 15,0 2-7-15,-1 1-3 0,-1 0 8 0,-1 1-2 0,0-1 0 0,-3 3-3 16,0 0-1-16,-2 1 6 0,-1-1-8 0,-1 0 8 0,-2 1-10 0,-1 0 4 16,-2 0 8-16,-1 1-5 0,-3-1 5 0,0 1-8 0,-2 1 4 15,0 1-4-15,-2-1 0 0,-1 2 4 0,1-2 1 0,-1 0 5 0,1-1 4 16,1 0 3-16,1 0-11 0,2-1 6 0,0-1 2 0,3-1 1 15,2 1-1-15,2-2-4 0,2 0 2 0,1 0-6 0,4-2 4 0,2-2 8 16,2 1-12-16,2-1 4 0,2-1-2 0,3-1-10 0,2-1 0 0,2 0 0 16,2-2 0-16,3 0 0 0,3-1 0 0,2-2 0 0,2 0 0 15,1-1 0-15,-1 1 0 0,1-1 0 0,1 0 0 0,0 0 0 0,1-1 0 16,1-1 0-16,-1-1 0 0,1 1 0 0,-2 0 0 0,-1 0 0 0,-3 0 0 16,0 2 0-16,-2-1 0 0,-3 1 0 0,0 1 0 0,-2 1 0 15,-3 0 0-15,-2 1 0 0,-1 0 0 0,-3 1 0 0,-1 0 0 0,-1 1 0 16,-2 0 0-16,-1 0 0 0,-1 0 0 0,-1 1 0 0,-2-1 0 15,0 0 0-15,-1 0 0 0,-1-1 0 0,0 0-6 0,-1-1-82 0,0-1-22 16,0 0-29-16,0-1-33 0,-1-2-42 0,1-1-47 0,-1-1-63 0,1-1-99 16,-1-1-126-16,0-1-94 0,-1-1 4 0,-1-3 178 0</inkml:trace>
  <inkml:trace contextRef="#ctx0" brushRef="#br0" timeOffset="136138.29">24690 10945 1001 0,'-4'1'419'0,"0"0"-217"0,0 0-43 0,1-1 0 16,2 0 13-16,0 1-13 0,-1-1-26 0,2 1-32 0,-1-1-14 0,2 1-6 16,0-1-2-16,1 1-2 0,0 0-18 0,2 0-5 0,-1 0-14 0,3 0-5 15,0 0 6-15,1 0-12 0,1 0-2 0,0 0-6 0,0 0-9 16,0 1 2-16,1 0 0 0,0 1-7 0,-1-1 0 0,1 1-3 0,0 0-3 15,0-1 5-15,-1 1-1 0,0 1-3 0,-1-1 3 0,-1 1-5 16,0 0 4-16,-1 1-3 0,-2 0-1 0,0 1 6 0,-1 0-5 0,-1-1 1 16,-1 2 5-16,-2 1-3 0,0 0 5 0,-1 0-4 0,0-1 0 0,0-1 1 15,-1 0 3-15,-1 0 1 0,0-1 3 0,-2 0 1 0,-1 1-5 0,1-2 6 16,-1 0-1-16,1 1 3 0,0-1-3 0,0 0-5 0,0 0 6 16,0-1-10-16,1 0 8 0,-1 0-4 0,2-1-9 0,-1 1 9 0,1 0-5 15,1-1 5-15,2-1-2 0,0 1-3 0,0-1 2 0,1 0-5 16,1 0 5-16,0 1 0 0,1-1-5 0,1 1 7 0,1-1-5 0,1 1 10 15,1-1 2-15,1-1-6 0,0 1 6 0,2 0-3 0,1-1 2 0,1 0 5 16,0 0-11-16,1-1 3 0,0 1-4 0,1 0 3 0,0 0 1 16,-1 0 0-16,0 0-1 0,0 0-8 0,-1 1 7 0,0 0-3 0,-1 1-4 15,0 0 7-15,0 1-9 0,-2 1 6 0,0-1 0 0,-2 1-6 16,1 1 2-16,-2 0 1 0,0 0-3 0,-1 2 2 0,-2 0 2 0,0-1-8 16,1 2 10-16,-2-1-4 0,0 1 2 0,-1 0 1 0,0 0 1 0,-2 0 0 15,1 0-4-15,-2 0 2 0,0 0-4 0,-1 0 0 0,1 1 2 16,-1-2-4-16,-2 0 4 0,-1 2-1 0,0-3 1 0,-2 2-4 0,2-2 1 15,0-2-3-15,0 1 2 0,0-1 0 0,0-1-23 0,0-1 21 0,0-1-20 16,1 0 7-16,-1-1 26 0,1-1-30 0,0 0 36 0,0-1-3 16,-1 0-14-16,1 1 17 0,1-2-15 0,-1 1 4 0,1-1 0 0,0 0-6 15,1 0 5-15,0 1-10 0,1 0 5 0,-2 1 2 0,1 0-4 0,0 0 6 16,1 1 4-16,0 0-8 0,1 0 2 0,1 1-4 0,-1 0 6 16,1 1-2-16,1-2 4 0,0 1 3 0,0 1-10 0,1 0 6 0,0 0-1 15,0 1-4-15,0-1 4 0,0 0-2 0,0 0 2 0,1 0-2 16,0 0-9-16,-1 0 9 0,0 0-16 0,1 0-1 0,0-1 16 0,0 0-16 15,0 0 17-15,0 1 1 0,-1-1-1 0,1 1 0 0,-1-1 2 0,1 1 0 16,0-1-2-16,-1 0-2 0,1 0 0 0,-1 1 1 0,-1-1 6 16,2 0-1-16,-1 0-6 0,1 0 4 0,-1 0-6 0,0-1 10 0,0 1 1 15,1-1-8-15,-2 1 1 0,0 0 5 0,1-1-3 0,-1 0 4 16,1 1-1-16,0-1-10 0,0 1 7 0,-1 0-8 0,0 0 8 0,1-1 2 16,0 1-6-16,0 1 2 0,0-1-4 0,0 1-2 0,-1-1-1 0,0 0-5 15,0-1-6-15,1 1-9 0,-1-1-6 0,0 0-10 0,1 1-13 16,0-1-11-16,0 0-19 0,-1 0-15 0,0 0-33 0,0 0-33 0,-1-1-34 15,1 0-63-15,-1-1-90 0,0 0-126 0,0-1-134 0,-1-1-139 0</inkml:trace>
  <inkml:trace contextRef="#ctx0" brushRef="#br0" timeOffset="137671.29">24751 11645 1427 0,'-4'5'553'0,"0"0"-398"0,0 3-41 0,1-2-5 0,2 0 13 0,0 1-12 15,1-2-28-15,0 0-30 0,1 1-11 0,-1-1 3 0,1 0-2 0,0 0-2 16,1 0-5-16,0-1-4 0,1 1-4 0,1 0-5 0,0 0 4 16,1 0-3-16,1 1-8 0,0 0 4 0,2 0-3 0,-1 0-6 0,0 0 10 15,0 0-6-15,0-1 5 0,0 0-3 0,0 0-2 0,0 0-2 0,1 0-10 16,-1 0 0-16,0-1 0 0,-2-1-2 0,2-1 1 0,1-2-1 15,0 0 6-15,1-2-5 0,0-1 7 0,0-1-5 0,0-2-3 0,-1 1 2 16,2-1 0-16,-1 0-2 0,1-1 0 0,-1 0-2 0,-1 0-2 16,-1-1 10-16,-1 1-5 0,0 0-2 0,-1 0 2 0,0 0-4 0,-2 1 5 15,0 0 3-15,-1 1 0 0,-1 0-5 0,-1 0 0 0,-1 1 4 0,-1 0 5 16,-1 2 1-16,0-1 5 0,1 1 1 0,-1-1 0 0,0 1 9 16,0 1 8-16,0 2-6 0,-1 0 4 0,1 0 4 0,1 2-3 0,-1-1 3 15,-1 2-2-15,1 0-6 0,-1 2-3 0,1 0 4 0,1 1-3 0,0 1 0 16,1 2-4-16,0 2-4 0,1-1 0 0,-1 3-4 0,1 1 1 15,0 1-1-15,1 2-1 0,1 2 1 0,-1 0-1 0,1 1-2 0,-1 0-5 16,2 0-7-16,-2 0 4 0,0 1-9 0,-1-2-5 0,0 0-2 0,0-1 18 16,1 0-23-16,0-1-16 0,-1-1-24 0,0 1-80 0,-1-2-67 15,1-4-119-15,1-2-198 0,1-2-271 0,1-3-384 0</inkml:trace>
  <inkml:trace contextRef="#ctx0" brushRef="#br0" timeOffset="143132.21">7494 6267 353 0,'1'-5'103'0,"0"1"-43"15,1 1-17-15,1 0-14 0,0 1-9 0,1-1-6 0,1 1-3 0,2-1-4 16,-1 1-4-16,0 0-1 0,1 1 0 0,0 0-1 0,0 0 1 0,-1 1 0 16,0 0-2-16,0 0 0 0,0 0 3 0,1 1 2 0,-1-1 8 15,-1 0 8-15,2 1 11 0,-1 0 5 0,1 0 0 0,0 0 2 0,0 0-2 16,2 0-1-16,0 1-4 0,-1-1-4 0,1 1-1 0,1-1-3 16,1 1-1-16,0-1 0 0,2 1 2 0,0 0-2 0,3-1 0 0,1 1-1 15,2-1 1-15,0 1 0 0,3 0 0 0,-1 1 3 0,3-1-3 0,-1 2 3 16,0-1 6-16,1 0 1 0,1 1 1 0,0 0 1 0,0 1 2 15,1 0 4-15,1 0 2 0,-1 0-2 0,2-1-3 0,0 0 0 0,0 1-2 16,0 0 3-16,1 2 0 0,2 2-7 0,-1 0 0 0,1 1 3 0,-1 0-4 16,3 1 2-16,-1 0-2 0,2 2-9 0,1 0 1 0,-1 0 1 15,2 1 1-15,-1 1 4 0,4 0 3 0,0 1-1 0,1-1 5 0,2 0-1 16,0 0-2-16,1 1-5 0,2-1-1 0,0 3 3 0,0-1 2 16,1 0 4-16,0 0-4 0,4-1-4 0,-2-1 7 0,2 0-7 0,0-2 2 15,2 1 5-15,1-1-8 0,-1 0 4 0,2-1 1 0,0-1-7 16,0 1 8-16,2-1-5 0,-2 1-7 0,1 0 9 0,1-2-3 0,-2 1 8 15,3 0-3-15,-2 0-3 0,1 0-12 0,1 0 5 0,-2-2-4 0,0 2-1 16,0-1 9-16,1 0-14 0,1 0 3 0,-1-1-9 0,-1-2-10 0,0 0 6 16,-1 0-4-16,1 1 14 0,1-2 4 0,-1 1 2 0,0-1 4 15,-1 0 1-15,2-1 2 0,-1-1 9 0,1-2-2 0,0 1-2 0,0 0 1 16,-1 1-15-16,1-3-3 0,1 1-2 0,0-1-8 0,-1 0 7 16,1-1-3-16,1 0 2 0,1-1-4 0,0-1 3 0,-1 0-5 0,-3 1 1 15,1-1 3-15,-1 0-7 0,1-1 2 0,-1 1-7 0,-3 0 1 0,0 0-1 16,-3-1 3-16,1 0 0 0,-1 0 6 0,0 0 5 0,-1 0-2 15,-1 0 4-15,-1-1-7 0,2-1-2 0,-1 1 1 0,0-2-1 0,1 0 4 16,0 0-6-16,1-1 11 0,-1 0 2 0,1-2-2 0,0-1 0 0,0 0-8 16,1-1-3-16,-2-1-1 0,0 0 4 0,0-1-1 0,0-1 4 15,-3-1-1-15,-1 1-3 0,0-1-2 0,-2 0 0 0,-2-1 4 0,0 2 0 16,0-2-4-16,-2 0 1 0,0-1 1 0,-1 1 0 0,-4 0 6 0,-1-1-3 16,-1 0 1-16,-1 0-2 0,-2-2-3 0,0 0 1 0,-2 1 8 15,-1-1-5-15,-2 0 1 0,-2 1 1 0,0-1-8 0,-2-2 6 0,-1 0 1 16,-1-1 1-16,0-1 3 0,-1 1-8 0,-2-3 1 0,1 1 5 0,-2 0 1 15,0-1 3-15,-1 0-1 0,-1-3-5 0,1 2-4 0,-1-2 1 16,-1 1-1-16,-1 0 4 0,-1-1-4 0,-1 1 2 0,-1-2-2 0,0 0-1 16,-2-1 7-16,-1 1-2 0,-1 0 3 0,-2 1-3 0,-1-2-2 0,-2 1 5 15,-2 0-9-15,-1 0-3 0,-2-1-7 0,-2 1 8 0,-1 0 8 16,-3-2 7-16,-2 3 4 0,-1-3-17 0,-1 2-3 0,-4-1 3 0,-2 2 0 16,-2-1 0-16,-3 2 2 0,-1-2-8 0,-2 0-4 0,-1-1 1 15,-2 1-3-15,-3-1 12 0,0 3 2 0,-3-1-2 0,-1 1 4 0,-2 0-10 16,-1-1 4-16,-2 1-5 0,1 0-5 0,0 2 16 0,-2-1-2 0,-1 1 13 15,-2-1-1-15,0 1-16 0,-2 1-2 0,0 1-6 0,0 0 10 16,-1 1 0-16,-2 1 4 0,0 1 2 0,1 1-6 0,-1-1 0 0,1 2-2 16,-2 1-2-16,-2-2 2 0,0 1-2 0,-2 1 4 0,-1 0 0 0,-2 1-3 15,-1 1 1-15,-1 2-4 0,-1-1 8 0,-1 1 0 0,1 0 2 16,-2 1-2-16,0 0-1 0,-1-1-1 0,-1 1-1 0,0 0-3 0,0 1 4 16,0 1-4-16,-1 0-2 0,1 1 12 0,0 1-6 0,0-1 6 15,1 1-6-15,2 1-10 0,0 0 2 0,1 1-3 0,1 0 7 0,1 0 4 16,1 1 12-16,-1 1-5 0,1 1 1 0,0 1-4 0,0 1-12 0,1 1 6 15,0 1 0-15,0 0 2 0,-1 1 0 0,0 2-4 0,1 0 14 16,-2 0-2-16,0 1-1 0,1 1 1 0,-1-2-4 0,0 1 5 0,1 0-3 16,0 0 5-16,1 2-11 0,1-1-3 0,0 0 6 0,0 0-6 0,0 1 1 15,1 1 4-15,1 1-4 0,1-1 2 0,0 2-2 0,2 0-2 16,1 1 4-16,1 0-2 0,2 0 4 0,3 0-4 0,0 1 0 0,1 2 0 16,1 0 0-16,0 2 0 0,2 1 1 0,2 2-1 0,-1 1-6 15,2-1 4-15,1 1 4 0,2 0-4 0,3 0 4 0,2 1 2 0,1 2-4 16,2 0 0-16,1 2 2 0,2 1-3 0,0 2 3 0,2 1 2 0,1 1-18 15,1 0-1-15,1 2 8 0,1-2-1 0,1 2 16 0,1 0 1 16,2 1-7-16,1-1-3 0,1 2 1 0,0 0 0 0,2 2 0 0,1-2 4 16,0 1-2-16,1 0-2 0,2-2 0 0,-1 1 2 0,1 0 0 15,1 0 0-15,1 1 0 0,2 0-11 0,1 0 1 0,1-1 10 0,3 0 4 16,1-1 11-16,1 1 0 0,2-1-13 0,0 1-2 0,3-2 2 0,1 3-4 16,2-1 6-16,2-2 4 0,2 2-5 0,2-4-3 0,0 1 2 15,2-1-2-15,2 1 2 0,1-2 0 0,3 1-4 0,3-1 0 0,0 1-22 16,3-1-14-16,0-1-33 0,1 1-88 0,-2 0-113 0,1 2-157 0,-2 2-289 15,-1 2-46-15,-3-1-134 0</inkml:trace>
  <inkml:trace contextRef="#ctx0" brushRef="#br0" timeOffset="145048.9">10131 3641 2834 0,'-3'-3'166'0,"1"1"-96"0,-1 0-2 0,2 4 1 16,1 0-5-16,1 2-18 0,0 1-4 0,1 1-9 0,-1 2-2 16,0 4-11-16,2 1-4 0,0 2-3 0,0 5-9 0,1 2 3 0,0 3-5 15,0 4-2-15,1-1 0 0,-2 3-13 0,3 0 0 0,-1 1 6 16,0-1 1-16,0 1 10 0,-1-1 0 0,0-2-6 0,-1-1 2 0,0-2-2 16,-2-2 0-16,0-2 0 0,0-1-3 0,-1-2 7 0,-1-3-10 0,0-3-4 15,-2-2-10-15,0-3-26 0,-1-2-27 0,0-1-39 0,-2-2-44 16,-1-3-59-16,0 0-63 0,-1-2-36 0,-1-4-55 0,-1-2-28 0,-2-4 46 15,-1-3 62-15,-1-2 97 0,1-1 82 0,0-3 35 0,0-1 34 0,1 0 15 16,1-2 21-16,-1-2 31 0,0-2 35 0,1-3 51 0,-1-5 80 16,0 0 68-16,2-3 36 0,0-3 12 0,2 0-61 0,3 0-41 0,2 4-26 15,3 5-31-15,3 2-22 0,2 7-6 0,1 2-6 0,2 4-9 0,1 3 3 16,0 4-8-16,0 1-8 0,2 3-11 0,-1 4-5 0,1 3-7 16,0 2-14-16,1 3-5 0,3 3-10 0,-1 1-10 0,2 0 1 0,-1 2-8 15,0 1-7-15,2 0-2 0,0 0-2 0,0-1-3 0,2 1-3 16,1-2-1-16,0-1-2 0,1 0 0 0,0 0-2 0,0-1-6 0,-1-2-3 15,-1 1-10-15,-1-2-13 0,-1 0-14 0,-2-2-18 0,-1 0-23 0,-3-1-19 16,0-1-22-16,-2-1-20 0,-1 0-33 0,-1-2-70 0,-2 0-72 16,-1-1-46-16,-1-1-35 0,0 0 45 0,0 0 72 0,-1 0 73 0,0 0-116 15</inkml:trace>
  <inkml:trace contextRef="#ctx0" brushRef="#br0" timeOffset="145199.9">10479 3627 284 0,'1'-8'158'0,"0"1"-5"16,1-2 22-16,0 1 15 0,0 1 0 0,-1 0 1 0,0 0-9 0,1 2 2 15,-1 0 4-15,1 0-7 0,-1 1-21 0,0 1-12 0,-1 2-24 16,0 1-16-16,0 0-13 0,0 2-8 0,0 1 1 0,-1 2-2 0,0 1-2 15,0 1-9-15,0 2-3 0,-2 3-8 0,1 2-5 0,-1 0-3 0,1 1-10 16,-2 2-13-16,0 1-5 0,-2 2-8 0,1 1-3 0,-1 3-2 16,-2 0-8-16,1 2 1 0,-4 1-7 0,1-1-14 0,-1 1 0 0,0 0-2 15,2 0-10-15,-2-2-16 0,0 1-41 0,0-2-54 0,1-2-64 16,0-2-89-16,1-1-99 0,0-4-125 0,1 0-82 0,0-3-264 0</inkml:trace>
  <inkml:trace contextRef="#ctx0" brushRef="#br0" timeOffset="145382.9">10342 3746 1457 0,'1'-12'414'0,"0"1"-101"16,2-3-11-16,0 5-53 0,0 4-56 0,2 2-37 0,0 2-26 0,0 1-23 15,0 2-9-15,0 2-15 0,2 2-11 0,-1 4-8 0,1 2-2 0,0 2-4 16,1 2-3-16,1 2-6 0,1 2-10 0,-1 2-8 0,1-2-21 16,-1 2-6-16,2 1-2 0,0 0 2 0,1 0 4 0,1-1 0 0,-1-2-3 15,1 0-9-15,2-3 1 0,-1-1-23 0,1-1-29 0,-1-2-38 16,2-2-59-16,-1 1-116 0,0 1-137 0,-2 1-135 0,0 2-196 0,0-1-265 15</inkml:trace>
  <inkml:trace contextRef="#ctx0" brushRef="#br0" timeOffset="145832.31">10798 3931 1611 0,'-2'8'350'0,"1"3"-77"16,0 3-16-16,0-1-42 0,2 0-49 0,1 0-38 0,0 0-35 0,2 2-20 16,0-2-16-16,1 0-13 0,2-1-10 0,0-1-7 0,0 1-9 15,2-1-3-15,1-2 1 0,1 0-9 0,2-4 4 0,0 0-2 0,1-2-1 16,0-2 1-16,1-2 0 0,0-1-2 0,0-2 2 0,1-2 1 16,1-1-5-16,-2-2 1 0,1-1 3 0,1-2 2 0,-2-1 0 0,1 0 2 15,-1-2 2-15,-1-2 7 0,-1 0 6 0,0 0 2 0,-2-1-2 0,0 1-1 16,-3 0-5-16,-1 1-12 0,-3-1 1 0,-1 2-3 0,-4 0 7 15,-2 3 10-15,-2-1-8 0,-3 1 1 0,-2 0-13 0,-3 1-7 0,0 1-1 16,-3 2-5-16,-1 2-2 0,0 1-1 0,-2 3-5 0,0 1-3 0,0 3-4 16,2 2-13-16,-2 3-9 0,0 3-17 0,2 1-19 0,-2 3-11 15,0 0-20-15,2 3-4 0,-1-1-8 0,3 3-10 0,4 1-21 0,3-1-42 16,3-3-51-16,2 1-61 0,3-2-49 0,0-1-37 0,2-1 32 16,2-1-69-16,2-2 68 0</inkml:trace>
  <inkml:trace contextRef="#ctx0" brushRef="#br0" timeOffset="147099.36">11157 3972 843 0,'9'3'350'0,"0"2"-36"0,1 2-71 0,-2 2-39 16,-1-2-42-16,1 2-34 0,-1 0-21 0,0 1-25 0,1 0-18 15,0 0-17-15,0-1-15 0,-2 1-7 0,1-1-9 0,1 1-3 0,0-1-5 16,1-1 0-16,-1-1-3 0,1-1-2 0,-1-3 2 0,0 0-8 0,2-1 6 16,0-1-6-16,0-2-1 0,1-1 4 0,0-2-1 0,-3 0-2 15,2-2-1-15,-1-3 0 0,0-1 2 0,0-2-1 0,1-1 1 0,0 1-3 16,-1-4-1-16,1 1 0 0,-1-3-2 0,0 0 0 0,0 1 3 15,0-2 0-15,-1 3 0 0,0-1-1 0,0-1 1 0,-1 3 11 0,-1 0 7 16,-1 0 5-16,-1 0 4 0,0 1-3 0,-1 2 7 0,1 1 8 0,-1 1 4 16,0 1 5-16,-1 3 1 0,0 0 3 0,-1 3-8 0,1 1 0 15,0 1-7-15,-1 1-1 0,1 2 0 0,-1 1 0 0,1 1 1 0,0 1-2 16,1 1 1-16,1 1 1 0,1 1 4 0,0 1 1 0,0-1 3 0,0 3-4 16,0 0 2-16,0 0-16 0,1 1-6 0,-1 1 1 0,0-1-8 15,1 2 19-15,-1 0-1 0,1-1-1 0,0-2-1 0,0 0-5 0,1-1-5 16,0 0 8-16,0-2-1 0,0 0-1 0,2-1 6 0,0-3-8 15,1 0 0-15,-1-1 4 0,1-1-2 0,-1-2 0 0,0 0 0 0,1-3-1 16,0 0 1-16,0 0 4 0,0-3-3 0,0-1-5 0,-1 0 1 0,0-2-6 16,0 0 5-16,-1-1 3 0,0-2-4 0,0 1-12 0,0-1 2 15,0-1 2-15,-2 0 0 0,2 0 22 0,-1 0-2 0,0 1-26 0,0 0-2 16,1 0 0-16,0 0 0 0,-1 2 0 0,0 1 0 0,0 2 0 0,0 2 0 16,0 2 0-16,0 1 0 0,-1 2 0 0,1 1 0 0,-1 2 0 15,1 2 0-15,-2 1 0 0,1 3 0 0,0 1 0 0,0 0 0 0,-1 2 0 16,0 1 0-16,-1 0 0 0,0 0 0 0,0 0 0 0,0 3 0 15,0-1 0-15,-1-1 0 0,1 0 0 0,0 2 0 0,-2-1 0 0,2 0 0 16,0-1 0-16,1-1 0 0,-1 0 0 0,1-2 0 0,1-2 0 0,-1-1 0 16,0 0 0-16,0-2 0 0,0-1-14 0,1-1-16 0,-1-1-10 15,1-1-2-15,1-1-3 0,0-2-11 0,0-1-6 0,1-1 4 0,0-3 9 16,1-1 3-16,-1-1 7 0,-1-1 3 0,1-1 4 0,0-1 10 0,0-2 5 16,-1 0 10-16,1 0-2 0,-1 0 5 0,0 0 0 0,-1 0 4 15,0 0 4-15,1-1 1 0,-2 0-3 0,1 0 0 0,-1 0-2 0,-1 4 13 16,1-1 6-16,0 2 3 0,-1 2 0 0,1 0-9 0,-2 2 4 15,0 1 2-15,0 2 4 0,0 1-1 0,0 2 3 0,-1 1 0 0,0 2 0 16,1 0-1-16,0 2 1 0,-1 1-15 0,1 0-2 0,0 2-8 0,1 0 0 16,-2 2 9-16,1 0 9 0,0 1 3 0,0 0-3 0,0 0-7 15,0-2-11-15,1 0-2 0,0 0 4 0,-1-1 6 0,0-1-4 0,2 0-4 16,-1-2-4-16,1-2-4 0,1 1 8 0,-1-1 2 0,1-1-2 0,1 0 0 16,-1-2 2-16,0-1-2 0,1-1 0 0,-2 0 4 0,1-1-6 15,2-1 2-15,-1-1 0 0,1 0 2 0,-1-1 2 0,0-1 0 0,0-1 4 16,-1 0-6-16,0 0-2 0,0-1-2 0,1 1 2 0,0-1 2 15,-1-1 0-15,0 1 5 0,-1-1-7 0,1 1-13 0,-1 0 5 0,1 1 0 16,-2 0 0-16,2 0 14 0,0 2-4 0,-1 2-2 0,0 2 6 0,-1 1-4 16,-1 1 0-16,1 1 2 0,0 2-4 0,0 2 0 0,0 1 13 15,0 2 1-15,1 2-8 0,-1 2 4 0,-2 0-12 0,2 2 0 0,0 2 4 16,0-1-4-16,0-1 2 0,-1 2-2 0,0-2 0 0,0 0-4 0,0-2 2 16,0 2-19-16,0 0-3 0,-1-1 1 0,2-1-12 0,-1-3-1 15,1-2-22-15,1-2-12 0,0-2-12 0,0-1-5 0,0-1-12 0,1-2-23 16,0-1-20-16,1-2-21 0,-1-1-9 0,2-1-6 0,-1-1 8 15,1-2 23-15,-1 1 28 0,1 0 42 0,1-2 34 0,0 0 24 0,1-1 16 16,0 1 3-16,0 1 8 0,-2 0 4 0,2 1 16 0,-2-1 13 0,-1 1 14 16,0 0 18-16,0 1 10 0,0 1 13 0,-1 2 3 0,0 1-3 15,-1 2 0-15,1 1-5 0,-1 2 2 0,0 1-7 0,0 1-4 0,-1 1-1 16,1 0-7-16,0 0 6 0,1 0-12 0,0 1-9 0,1-1-4 0,-2 1-11 16,1-1-9-16,1-2-1 0,-1 1-12 0,1-1-5 0,2-1 4 15,-1-1-10-15,1-1 8 0,-2 0-4 0,2-2-2 0,0-1 2 0,0-2 1 16,0 1-3-16,-1-2 2 0,0-1-3 0,0 0 3 0,0-2-2 15,-1 1 1-15,1-2-1 0,-1-1 3 0,-1 1 1 0,0-2 0 0,-1 1-1 16,-1 1 1-16,0-1-2 0,-2 0-1 0,0 2-4 0,-2-1 3 0,0 1-3 16,-2 0-2-16,-1 1 2 0,-1 0-10 0,-1-1 6 0,-1 1-2 15,-1 1-8-15,0 0-2 0,0 1-2 0,-1 1-7 0,-1 0 17 0,2 2-2 16,-1 2-6-16,-1 2 6 0,1 2-3 0,0 2 6 0,-1 1 3 0,2 1 2 16,1 2-2-16,1 1-8 0,1 0 2 0,1 1 4 0,3 1-4 15,1 1 4-15,1-1-6 0,2 2-2 0,1-1 5 0,0 0-3 0,3-1 4 16,1-2-4-16,1 0 4 0,1 0-6 0,2 0 6 0,0-2 2 15,3 0-6-15,-1-3 2 0,1 0 4 0,-1-2-6 0,1 0-3 0,0-3-5 16,1-1-13-16,-1-1-7 0,0-3-6 0,0-1-15 0,0-2-11 0,-1-1-12 16,1-3-8-16,0-1-1 0,-2-1 1 0,0-1 9 0,0 1 4 15,0-3 2-15,-1 0-3 0,0-1-7 0,0 0 2 0,1-1-3 0,0 0 4 16,-1 1 0-16,2-2-9 0,0 0 6 0,-1 1 16 0,-2 0 15 0,-2-1 25 16,1-1 19-16,-1 0 7 0,-1 0 9 0,-1-1 15 0,-1 2 15 15,-1-2 22-15,-1 2 24 0,-3 0 16 0,0 1 10 0,-1 0 11 0,-1 1-6 16,-1 1 2-16,-2 1-2 0,2 0-16 0,-3 3-2 0,1 0-2 15,-2 1-11-15,1 2 4 0,0 1-5 0,-2 2-7 0,2 1-1 0,-1 3-6 16,1 1-13-16,0 2-20 0,0 3-40 0,2 2 0 0,-1 4 0 0,1 3 0 16,0 5 0-16,1 1 0 0,1 5 0 0,2 2 0 0,0 4 0 15,1 4 0-15,2 5 0 0,1 3 0 0,0 0 0 0,2 4 0 0,0-4 0 16,1 1 0-16,-1 0 0 0,0-3 0 0,2-1 0 0,-1-1 0 0,1-1-165 16,0-4-163-16,1-1-274 0,-1-5-404 0,2-3 128 0,1-4 2 15</inkml:trace>
  <inkml:trace contextRef="#ctx0" brushRef="#br0" timeOffset="147683.4">14791 3037 1605 0,'-10'-19'195'0,"-4"-2"-1"0,-4-2-7 0,0 7-47 0,1 4-32 16,-5 3-28-16,-2 0-15 0,-4 2-7 0,-4 2-7 0,-3 0-2 15,-5 2 2-15,-7 2 0 0,-5 2-14 0,-7 2 0 0,-5 3-5 0,-5 3-3 16,-7 5 10-16,-6 3 4 0,-6 3-7 0,-8 6 5 0,-5 4-13 16,-6 6-6-16,-5 6 1 0,-5 4-8 0,-5 6 4 0,-6 6-6 0,-3 5-6 15,-4 7 3-15,-3 3 3 0,-3 2 5 0,-1 2 2 0,-1 0-11 0,0 2 7 16,0 2 0-16,2-1-1 0,2 1 8 0,3-2-12 0,6-4-4 15,2-4 1-15,4-1-1 0,5-5-12 0,3-1 10 0,3-5-3 0,5-4-6 16,2-3 21-16,5-4-23 0,1-3-10 0,5-4-37 0,1-3-67 0,5-5-68 16,1-5-91-16,3-5-101 0,4-6-146 0,3-5-70 0,4-6-272 15</inkml:trace>
  <inkml:trace contextRef="#ctx0" brushRef="#br0" timeOffset="147915.72">9529 2345 3901 0,'25'8'72'0,"14"9"0"0,17 10-22 0,13 11-50 16,7 5 0-16,10 6 0 0,8 3 0 0,12 4 0 0,8 3 0 0,7 5 0 16,7 3 0-16,7 2 0 0,6 4 0 0,9 3 0 0,8 5 0 15,9 4 0-15,11 3 0 0,7 1-2 0,5-2 4 0,6-3-2 0,1-3 0 16,1-3 0-16,-1 1 0 0,0 0 0 0,-2 0 0 0,-3 3 0 15,-2-1 0-15,-1 1 0 0,-3 3 0 0,0-1 0 0,-3 4 0 0,-3 0 0 16,-6 0 0-16,-5-1 0 0,-5-2-58 0,-7 1-92 0,-8 0-105 0,-6 1-160 16,-9 4-370-16,-9 5-185 0,-8 2-93 0</inkml:trace>
  <inkml:trace contextRef="#ctx0" brushRef="#br0" timeOffset="-199162.89">4499 1465 1781 0,'-15'-1'-17'0,"-5"1"-20"0,-7 0-23 0,-5 2-17 0,-8 1 8 0,-6 2 6 0,-7 2 11 0,-6 2 13 0,6 4 8 0,-2 3 17 16,-2 3 10-16,-1 1 8 0,-1 4 2 0,-2 2-9 0,-2 1 8 0,-3 4 3 15,1 0-1-15,-2 5 9 0,-2 0 0 0,-1 4-4 0,-65 39 6 0,18-4 6 16,18-9 3-16,20-11 9 0,12-6 2 0,5 2-4 0,4 0-4 16,3 1-4-16,3 0-7 0,4-1-3 0,4 2-7 0,3 0-7 0,5 2 11 15,0 2-3-15,4 2 3 0,0 2 9 0,3 3-12 0,1 0 2 0,3 1 0 16,2 1-7-16,4 0 1 0,1 2 0 0,3 1 19 0,4 2 1 15,3-2-1-15,3 4 1 0,3 0-24 0,3-2 5 0,3 2 1 0,4-3-1 16,2-1 3-16,2 2 9 0,3 0 6 0,4-2-2 0,5 1-10 0,4-3-17 16,4-5-3-16,3-3 5 0,7-4 16 0,3-1 2 0,5-4-2 15,9-1 5-15,3-1 3 0,4-4 3 0,3-1 0 0,3-4-4 0,4-1-6 16,3-3-4-16,4-2 1 0,3-2-5 0,3 0-2 0,2-4 0 16,3-2 1-16,1-1 6 0,5-4 3 0,3-1 1 0,4-2 0 0,5-2-1 15,2-1-4-15,2-1-7 0,0-2-2 0,3-2 1 0,-2-1 0 0,2-2-2 16,1 0-2-16,-1-3-4 0,3-2 7 0,-2-2 2 0,1-3 2 15,0-2 2-15,-2-2-7 0,3-3-1 0,-2-3 9 0,0-2-1 0,-2-3 4 16,-2 1-2-16,1-5-5 0,-2 0 9 0,-3-2-4 0,-2-4 5 0,-2-1 8 16,-3-2 4-16,-3 0 4 0,-1-2-5 0,-2-1 4 0,-4 0-10 15,0-2 6-15,-3-1-6 0,-3 1 4 0,-2-1 4 0,-1-1-7 0,-5-1 8 16,-1-1-7-16,-4 1-2 0,-3-2-2 0,-4 0 0 0,-3-1-1 0,-4-1 3 16,-3-1-1-16,-5 1 3 0,-1 0-2 0,-5-1 4 0,-4-1-7 15,-3 0 3-15,-2-2 4 0,-5-1-6 0,-1-2 6 0,-5 0-10 0,-3-1-9 16,-4-1 2-16,-4 0-2 0,-5-1 0 0,-4 0 2 0,-6-1-3 15,-3-1 3-15,-6-1-4 0,-4-1 2 0,-5-1 0 0,-4 1-3 0,-5 0 7 16,-3-2-4-16,-5 2 0 0,-3-1-3 0,-6-1 0 0,-3 1-1 0,-4 1 6 16,-2-2 7-16,-4 2-1 0,1 0 4 0,-4 0-5 0,-1 2-3 15,0-1 0-15,-2 0-6 0,0 0-4 0,-3 2-5 0,-1 3 1 0,30 26 12 16,-8-6 7-16,-1 2-3 0,-12-8 1 0,-1 3-19 0,-10-5-9 0,-2 2 0 16,-12-4-3-16,-3 2-4 0,-2 3 6 0,-3 4-1 0,-2 1 3 15,-4 4 4-15,-2 2 4 0,-3 4-5 0,-2 5 0 0,-3 1-10 0,-3 3 3 16,-1 5 2-16,-3 3 3 0,0 4 11 0,-3 4-4 0,-1 3 4 15,0 2 3-15,-1 5 12 0,2 3-2 0,0 1 2 0,1 4-9 0,4 2-6 16,3 1-4-16,4 3-5 0,3 1 0 0,5 2-6 0,3 2-10 0,5 2-12 16,3 3-2-16,-65 37-2 0,29-2-9 0,24-6-2 0,22-7-20 15,11-4-28-15,3 4-33 0,1 3-34 0,2 4-34 0,2 4-41 0,0 3-33 16,2 7-14-16,1 5 3 0,2 6 46 0,1 6-154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0:56:20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9482 6696 208 0,'-3'-5'87'0,"0"0"-54"0,0 0 2 0,0 1-6 0,1 0-2 16,0 1-5-16,-1 1-5 0,0 0 0 0,0 1-3 0,-1 0-1 0,0 0-1 16,-1 0-2-16,-1 1 0 0,-1 0 3 0,1 1 0 0,0-1 0 15,-2 1 1-15,2-1-2 0,1 0-1 0,-1 0-2 0,2-1-2 0,-1 1-2 16,1-1 2-16,0 1 1 0,-1-2 2 0,2 0 2 0,0-1-1 0,0-1 0 15,1-1-2-15,2-1-1 0,-1 0 2 0,1-2 0 0,1 1 0 16,3-3 0-16,2-1-1 0,3-2 0 0,3 1 0 0,2 0 2 0,3-1-2 16,4 0 4-16,3 0-1 0,3-1 3 0,3 3 4 0,2-2-2 15,3 0 2-15,0 0 1 0,4 1-2 0,2 2 4 0,0 0 0 0,0 0 4 16,1 2 0-16,-1 0 0 0,-1 2-1 0,2 1-3 0,-1 0-3 0,-1 1-5 16,2 1-2-16,-1 1 0 0,-2 2-2 0,-2 1-3 0,-1 2-1 15,-2 1-3-15,-3 2 1 0,1 2-2 0,-3 2-1 0,-1 2-1 0,-3 3-1 16,-2 0 1-16,-3 3-6 0,-3 1 6 0,0 2-3 0,-3 2 1 0,-1 2 3 15,-4 1-4-15,-1 2 0 0,-2 1 0 0,-3 1 0 0,-4-1 0 16,-1 3 2-16,-4-1-1 0,-2 3 1 0,-1-1 1 0,-4 0-1 0,-1-1-1 16,-1-2-1-16,-2-1 3 0,-2-2 8 0,-3-2 4 0,-3 0 3 0,-4-2-3 15,-3-2-3-15,-3 0 1 0,-2-1-3 0,-3-3 2 0,-2 0-2 16,-2 0 1-16,-2-2 0 0,-2 0-2 0,-1 1 1 0,-1 0-4 0,1-3 3 16,-1 2-2-16,-1-2 1 0,0-1-1 0,-1-1 1 0,0-1 0 15,0 0 3-15,1-1 7 0,2-1 15 0,1-2 16 0,2-1 13 0,3-1 3 16,0-1-9-16,2 0-9 0,3-1-6 0,1-1-4 0,2-1-6 0,0 0-5 15,1-1-2-15,3-1-5 0,2-1-1 0,5 0-3 0,2 0 0 16,3-1 0-16,1-2-2 0,3 0-3 0,0-1 0 0,1 0-1 0,1-1 1 16,2 0 0-16,1-1-2 0,2-1-2 0,1-1 0 0,1-1 1 0,1-2-2 15,2 1-2-15,1-1 3 0,1-1 0 0,1 0 2 0,1 0-2 16,1 0-2-16,2 0 2 0,0 0-1 0,2 2-1 0,0-1 0 0,0 0 3 16,1 0-1-16,1 1 1 0,0 0-1 0,2 1-3 0,0 1 0 15,1 0-5-15,2 1 2 0,0 0-1 0,2 0 0 0,1 0 4 0,2 0-2 16,0 2-1-16,3 0 1 0,2 2 0 0,-1 2 2 0,4-1 3 0,-2 0-3 15,1 1-5-15,1 0-6 0,-1-1-4 0,2 0-1 0,0-1 0 16,3 1-4-16,-1-1-2 0,2 1 0 0,-1-1-3 0,1 2 4 0,0-2-4 16,3 0 1-16,0 0-7 0,3-1-7 0,1 1-6 0,1 1-18 15,6-1-11-15,1 2-12 0,5 0-15 0,3 1-12 0,2 0-9 0,4 1-15 16,4 1-6-16,5 1-8 0,4 0-72 0,3 1-64 0</inkml:trace>
  <inkml:trace contextRef="#ctx0" brushRef="#br0" timeOffset="933">13790 6880 627 0,'-25'-15'-21'0,"0"-1"62"0,-6-2-13 15,8 6 0-15,7 4-9 0,3 3-6 0,2 1-3 0,3 1-8 0,2 1-2 16,3 1-3-16,0 1-7 0,1 1-10 0,2 1-20 0,0 1-8 16,2 1-5-16,2-2 7 0,0 1 14 0,6-1 12 0,3 0 8 0,6-2 10 15,4-1 1-15,5 0 0 0,5 0 0 0,5-1-1 0,4 0 1 16,5 1 1-16,2 0 1 0,5 0 3 0,2 2 3 0,1 1 5 0,2-1 3 16,1 2 0-16,0 1 3 0,0 0 1 0,1 1-2 0,0 0 0 0,-2 1-2 15,-1 0-1-15,-2 1-1 0,-1 0 1 0,-4 1-2 0,-2 1-4 16,-1 2 2-16,-5 2-4 0,-3-2 1 0,-1 2 1 0,-4-1 4 0,-2 1 0 15,-4 2 2-15,-1 0 1 0,-4 0-5 0,-3 0 1 0,-2 1 0 0,-5-1 0 16,-3 0 1-16,-2 0 1 0,-4 0-1 0,-4 0 1 0,-3-1-1 16,-5-2-2-16,-3 1 4 0,-4 0-1 0,-5 1-2 0,-5-2-1 0,-3 1-1 15,-8 0-2-15,-3 0-1 0,-5 0 0 0,-5-2-1 0,-3 1-1 16,-2-2 0-16,-3-1 0 0,-1-2-2 0,1 0-1 0,-1-2 0 0,3-1-2 16,3-2 3-16,5-2 1 0,5-1-1 0,3-2 2 0,7 0 1 0,1-1-3 15,6 1 0-15,3 1-7 0,5-1-17 0,6 2-18 0,3-1-24 0,5 2-25 16,2 1-12-16,4 0-8 0,6 2-25 0,6 0-90 0</inkml:trace>
  <inkml:trace contextRef="#ctx0" brushRef="#br0" timeOffset="1467.01">18658 7715 645 0,'20'-20'90'0,"-1"1"-74"15,8-2 41-15,-3 8-18 0,-2 7-12 0,3 3-12 0,3 4-4 0,5 3-4 16,2 1 4-16,4 0-5 0,-1 1 2 0,-1 0-4 0,3 0-4 16,-1 3 2-16,2 1-2 0,4 2-1 0,0 0 3 0,1 0-2 0,1 1 0 15,3 0 1-15,0-1-1 0,-1 0 0 0,1 1 1 0,0-1 0 0,0 1 1 16,1 0-1-16,0-1 0 0,-1 0-1 0,2-1 2 0,0-1-1 16,1-1 0-16,2-2 0 0,1-2-3 0,1-2 1 0,0-1-1 0,0-3-1 15,0 0 3-15,2-3-1 0,0-2 2 0,0-1 0 0,2-4 3 0,-3-2 1 16,0 0 1-16,0-3-3 0,-1-2 0 0,1 0 2 0,-1-1 3 15,-1-1 11-15,1-2 10 0,0-3 3 0,0-3 3 0,0 0-2 0,-2-2-5 16,1 0 5-16,-2-3-2 0,-1-1 0 0,-2-2-2 0,-3-3-6 16,-3-1 0-16,-6-2-5 0,-5 0 5 0,-6-3-1 0,-6-2 2 0,-7 0 1 15,-6 0-3-15,-7 1-6 0,-6-1-8 0,-7-1-1 0,-8-1-2 0,-7-1-1 16,-9-2 2-16,-10 0-5 0,-10-2 3 0,-8-1-4 0,-9 0 1 16,-9-2 1-16,-9 1 2 0,-6 2 1 0,-7 2-3 0,-6 4 4 0,-5 3-2 15,-1 3 0-15,-2 6-1 0,3 5-1 0,3 7-5 0,2 5 2 0,4 5-3 16,4 7-2-16,3 7 0 0,5 6-4 0,6 7 2 0,5 6-3 15,7 6 4-15,3 10 2 0,4 6-8 0,3 6 7 0,0 10-6 0,0 5-1 16,2 9 8-16,2 7-13 0,3 3-29 0,3 4-61 0,3 4-68 0,6 2-91 16,3 6-301-16</inkml:trace>
  <inkml:trace contextRef="#ctx0" brushRef="#br0" timeOffset="114124.51">15239 7525 532 0,'-5'-6'67'0,"1"-1"22"0,-2-1 34 0,2-1 20 15,1 1-6-15,1 0-26 0,0-2-17 0,-1-1-3 0,0 0 2 0,0-1-3 16,0-1-10-16,0 0-9 0,1-2-3 0,1-1-1 0,1-1-1 0,-1 0 6 16,1-4-7-16,0-2 1 0,0-1 2 0,0-2 0 0,-1 1 5 0,0-2 0 15,0 0-6-15,-1-3-5 0,-1 0-14 0,0-2-4 0,-1 0 3 16,-1 0-10-16,-1-2 3 0,-1-1-6 0,0 0-16 0,-2-3-1 0,-1 2-6 16,0-2-2-16,-1-1-3 0,0 1-4 0,1-2 0 0,0-1 1 15,-1 1 4-15,-1 1-1 0,-1 0-1 0,0 1-6 0,1-1-1 0,-1 3 2 16,-1 1 2-16,2 0 6 0,0 4 2 0,-2 0 4 0,1 4 8 0,0 1 6 15,-1 2 10-15,1 2 1 0,-1 1 1 0,-1 2 0 0,1 1-1 16,0 2-4-16,0 0 2 0,1 3-3 0,0 0 0 0,1 1 0 0,1 0 0 16,0 1-3-16,0 0-2 0,1 2 0 0,1 0-3 0,2 0-6 15,2 1 3-15,2-1-12 0,0 0-4 0,2 0 4 0,2 1-3 0,2-2-1 16,0 0-1-16,3 0 1 0,2 0-1 0,2-1 7 0,3 1-7 0,1 0 5 16,0 0-4-16,3 1-3 0,2 0 2 0,1 1 1 0,2 1-3 15,1 2 2-15,0-1-1 0,1 0-5 0,0 1 10 0,-2 1-3 0,2 1 1 16,-2 1-2-16,1 0-3 0,-1 2 1 0,-1 0-4 0,0 0 2 0,-2 2 2 15,-2 0-4-15,-1 2 2 0,-2-1-2 0,-2 1 0 0,-1 0 7 16,-2 0-1-16,-1 1 4 0,-2-1-5 0,0 3-8 0,-3-1 1 0,-1 1-4 16,-1 0-4-16,-1 0-10 0,-2-1-16 0,1 0-28 0,-1-1-22 0,0 0-18 15,0-2-15-15,2-2-19 0,-1 0-28 0,2-2-22 0,1 1-41 16,0-3-75-16,1-1-102 0,1-1-59 0,1-2 18 0,0-1-210 0</inkml:trace>
  <inkml:trace contextRef="#ctx0" brushRef="#br0" timeOffset="114373.51">15328 5574 680 0,'-5'-6'257'16,"0"0"-112"-16,-1 0 36 0,3 2 23 0,0 2-25 0,2 0-19 0,0 0-5 16,0 1-11-16,1 1-13 0,-1 0-15 0,0 1-22 0,2 0-10 0,0 1-5 15,1 0-5-15,2 1-4 0,1 0-9 0,2 1-9 0,0 0-10 16,2 2-5-16,0-1-6 0,1 2-7 0,1-1-7 0,-1 1-2 0,2 0-5 16,-1 1 1-16,1 1 1 0,2 0-3 0,-1 1-2 0,0-1-1 0,0 1-4 15,0 0 7-15,1 0-9 0,0 1 3 0,1-1-1 0,-1-1-2 16,1-1-3-16,-1 0-6 0,-1 0 0 0,-1 0 1 0,-1 1 6 0,0-1 2 15,-1 1 3-15,-2-1-1 0,-2 1 0 0,-1 1 1 0,-3-1-1 16,-1 0 5-16,-1 1-4 0,-1 0 1 0,-2-1-4 0,-2 2-4 0,-1 1 1 16,-1 0-4-16,-2-1-7 0,0 0-7 0,-1 1-18 0,-1-1-21 0,1 0-31 15,-1-1-36-15,0 1-55 0,0-2-70 0,1 1-100 0,0-1-87 16,1 0-27-16,0-2-260 0</inkml:trace>
  <inkml:trace contextRef="#ctx0" brushRef="#br0" timeOffset="115306.51">15987 5218 969 0,'-3'1'446'0,"-1"0"-276"0,0 1 43 0,0 1 14 16,2-2-11-16,0 1-37 0,1 0-49 0,0-1-20 0,0 0-9 0,0 0-5 15,1 0-5-15,0-1-7 0,0 1-9 0,0 0-2 0,-1 0 5 0,1 1-1 16,0-1 0-16,-1 0-6 0,0 0-12 0,0-1-12 0,0 1-4 16,1-1-7-16,-1 1-4 0,1 0 5 0,-1 0-5 0,-1 0 3 0,1-1 4 15,-1 0-1-15,1 0-4 0,1-1-1 0,-1 0-4 0,1 0-3 0,1-2 2 16,-1 1-6-16,2-1-2 0,-1-1-4 0,2-1-10 0,1 0-6 16,2 1 0-16,0-3 0 0,1 2 0 0,1-1 0 0,0 1 0 15,2 0 0-15,-1-1 0 0,1 1 0 0,1 1 0 0,1 0 0 0,0 1 0 16,-1 0 0-16,2 0 0 0,0 3 0 0,-1 0 0 0,2 1 0 0,-2 1 0 15,1 1-2-15,1 0-2 0,-2 1 10 0,1 0-6 0,-2 1 0 0,1 1 0 16,0-1 0-16,-1 2 0 0,-1 0 0 0,-1 0 0 0,0 0 0 16,-1 2 0-16,-1 2 0 0,-2 0 0 0,-1 2 0 0,-2-1 0 0,-1 1 0 15,-2 1 0-15,-1 2 0 0,-2 1 0 0,-2 0 0 0,-1 2 0 0,-2 0 0 16,1 0 0-16,-3 1 0 0,-1 0 0 0,0-2 0 0,-2 1 0 16,1 1 0-16,-2-1 0 0,0 1 0 0,-1-1 0 0,1 0 0 0,0 1 0 15,0-2 0-15,1-1 0 0,1-2 0 0,2-1 0 0,0 1 0 16,1-3 0-16,2-1 0 0,1-4-6 0,2 0-8 0,2-2 4 0,2-1-4 15,0-1 14-15,2-2 4 0,1 1-2 0,1-2 2 0,0 0 2 0,2-1 2 16,1 0-8-16,2-1 8 0,0-1-2 0,2 0 0 0,0-1-6 16,1 1 0-16,1 0 0 0,1 0 0 0,0 1 0 0,-1 0 0 0,1 0 0 15,0 2 0-15,0 0 0 0,-1-1 0 0,-2 2 0 0,0-1 0 0,0 0 0 16,-1 0 0-16,0 0 0 0,0 1 0 0,-1-1 0 0,-2 0 0 16,1-1 0-16,1 1 0 0,-1-1 0 0,0-1 0 0,0-1 0 0,0 0 0 15,-1 0-4-15,1-1-62 0,-1 2-13 0,1-1-19 0,0 1-32 16,-1-1-42-16,0 0-48 0,0 1-64 0,1-1-99 0,0 0-201 0,0 0-122 15,-1-1-245-15</inkml:trace>
  <inkml:trace contextRef="#ctx0" brushRef="#br0" timeOffset="115523.51">16554 5602 1161 0,'-2'-2'807'0,"0"0"-579"0,0 1-11 15,2 0 2-15,0 1-10 0,0 1-37 0,1-1-36 0,-1 2-36 0,1 2-19 16,0-1-14-16,0 3-12 0,0 0-16 0,0 1-6 0,-1 1-1 16,2 1-14-16,-1-1-7 0,0 3-5 0,1-1 0 0,-1 2-8 0,1 0 6 15,-1-1-10-15,1 0-11 0,-1 0 0 0,1 2-11 0,-1-1 2 0,0-1-11 16,1-3-19-16,0-2-17 0,0-2-15 0,1-1-14 0,1 0-13 16,0-2-30-16,0 0-48 0,0-2-90 0,0-1-161 0,0-1-141 0,2-3-132 15,0-1 168-15</inkml:trace>
  <inkml:trace contextRef="#ctx0" brushRef="#br0" timeOffset="115923.51">16702 5256 1529 0,'-3'-4'440'0,"1"1"-215"16,1 0 19-16,1 1 1 0,3 0-22 0,1-1-42 0,1 1-33 0,2-1-39 15,1 0-12-15,1 1-9 0,-1-1-15 0,3 1-9 0,1-1-12 16,0 1-14-16,0 1-7 0,0 0-10 0,-1 0 0 0,1 1-7 0,0 1-7 15,-1 1 1-15,1 1-4 0,-3 2 0 0,1 1-2 0,-1 1-2 0,0 2-4 16,-2 0 0-16,-1 1 2 0,-1 0 0 0,-1-2 2 0,0 2 2 16,-1 0-4-16,-2 0 2 0,0 0-4 0,0 0 4 0,-1-3-2 0,0 2-5 15,-1-1-3-15,0 0 0 0,0-1 0 0,0 1 1 0,0-1-1 0,-1-1 3 16,0 1-3-16,0-3 2 0,0 1 4 0,1-1-1 0,0-2 7 16,2 0-1-16,0-1 5 0,1-1-4 0,2 0 2 0,0 0-2 0,0-1-2 15,3 1 2-15,0-2 0 0,1 1-2 0,0 0 4 0,0 0-6 16,1 2-2-16,0 1 6 0,0 0-2 0,1 1 0 0,-1 1 4 0,1 0-1 15,0 1-4-15,-1 1 6 0,0 0-3 0,-1 1-2 0,1 0 2 0,-1 0 2 16,-1 2 2-16,-1 0 0 0,0 1-5 0,-1 0 5 0,-1 0-2 16,0-1-2-16,-2-1 4 0,0 1-4 0,0 1 6 0,-1-2-1 0,-2 1-3 15,1 0-6-15,-3-1-2 0,0 0 2 0,1 0 2 0,-3 0 4 0,-1 0-4 16,0 0-5-16,-2-1-9 0,0 0-17 0,-1 0-11 0,1-2-19 16,-1 1-19-16,2 0-19 0,-2-2-24 0,1 1-15 0,0-1-28 0,2-1-35 15,0 0-54-15,3-2-92 0,1 0-135 0,2-2-71 0,1-2 18 16,2 0-26-16</inkml:trace>
  <inkml:trace contextRef="#ctx0" brushRef="#br0" timeOffset="116108.51">17442 5487 1884 0,'0'0'245'0,"1"0"-23"15,0 1-5-15,1 1 1 0,-1 1-25 0,0 0-44 0,0 2-42 16,0 0-14-16,0 2-4 0,-1 0-17 0,1 1-9 0,-1 2-16 0,1 2-14 15,-1 0-1-15,-1 2-15 0,1-1-5 0,0 3-5 0,-1 1-7 0,1 3 4 16,-1-1 0-16,-1 1-15 0,1-3-5 0,0-2-23 0,1 0-27 16,1-1-23-16,1-2-34 0,0-2-38 0,0-3-61 0,2-1-92 0,0-2-176 15,3-2-175-15,-1-2-49 0,2-1 74 0</inkml:trace>
  <inkml:trace contextRef="#ctx0" brushRef="#br0" timeOffset="116441.51">17824 5157 1499 0,'-7'5'465'16,"1"0"-283"-16,-1 3 32 0,3 0-3 0,3 0-9 0,1 2-40 16,0-1-39-16,2 1-43 0,1 2-20 0,0 0-10 0,1 0-8 0,2 1-11 15,-1-1-6-15,2 2-8 0,0 0-8 0,1-1 3 0,1 0-6 16,1-2-1-16,1 1-7 0,1-3 1 0,0 0-5 0,0-2-8 0,1-1-8 15,1-2-21-15,1 0-15 0,-2-2-2 0,0-2-3 0,1 0 11 0,-1-4 10 16,0 0 13-16,-1-3 10 0,0 0 9 0,-1-2 6 0,-1 1 1 16,0-1 3-16,-1 1-2 0,-1-1 6 0,0 1 3 0,-1-1 3 0,-1 1 7 15,0 0-3-15,-1 0 5 0,-2 2 1 0,0 0 5 0,0 3 2 0,-2 1 0 16,0 1-3-16,-1 1 1 0,-1 1 1 0,0 2-4 0,0 1 2 16,0 3 0-16,-2 2-1 0,0 2 0 0,-1 2-1 0,0 2-6 0,0 0-3 15,0 4-4-15,0 1-5 0,0 0 1 0,1 2-3 0,-1 0 0 16,1 0 0-16,-1 1-4 0,1 0 4 0,2-2-8 0,-1 0-7 0,2-1-19 15,1-3-40-15,1-1-40 0,1-2-54 0,2-2-97 0,1-2-161 0,2 0-295 16,1 0-309-16</inkml:trace>
  <inkml:trace contextRef="#ctx0" brushRef="#br0" timeOffset="116640.51">18575 5550 1940 0,'-3'5'259'0,"1"2"-11"15,-1 3-12-15,1 0-16 0,0-1-41 0,0 2-49 0,-1 1-46 0,1 1-19 16,0 0-9-16,-1-1-8 0,1 3 2 0,-1-1-19 0,0 0-14 16,0 0-6-16,1 1-9 0,0 0 6 0,1 0 7 0,-1-1 0 0,2-2-8 15,0 0-3-15,0 0-14 0,1-1-18 0,1-2-22 0,0-2-39 0,1 1-43 16,1-2-39-16,0-1-49 0,2-1-86 0,-1-1-178 0,1-2-193 16,0 0-308-16</inkml:trace>
  <inkml:trace contextRef="#ctx0" brushRef="#br0" timeOffset="116890.51">18962 5317 1459 0,'-11'-1'749'0,"0"2"-528"16,-1 1 25-16,1 1-3 0,3 0-30 0,2 0-39 0,0 0-40 0,2-1-36 15,0 2-20-15,1-1-8 0,1 0-13 0,0 0-5 0,1 0-9 16,1 1-8-16,1 1-4 0,1 1-4 0,0 1-5 0,2 1-1 0,0 1-11 15,1 1-6-15,1-2-2 0,2 2 0 0,0-2 4 0,1 1-10 0,-1-1 10 16,2 0-8-16,-1 1-2 0,0-2 8 0,1 2-8 0,-2 1 6 16,1-1 0-16,-2 0-4 0,0 1 2 0,-1-1-8 0,-2 0 0 0,-1 0-5 15,-1 1-3-15,-3 0-4 0,-1-2-5 0,-2 1-6 0,-2-1-12 0,-2-2-13 16,1 1-20-16,-4-1-24 0,-1 0-31 0,-2-2-39 0,-1-1-49 16,-1-3-72-16,-1-2-111 0,1-2-166 0,0-2-70 0,3-3-189 0</inkml:trace>
  <inkml:trace contextRef="#ctx0" brushRef="#br0" timeOffset="117042.51">18898 5133 708 0,'10'-5'349'0,"1"1"-76"0,3 0 36 0,-3 3-22 0,1 2-36 0,0 0-53 15,-1 1-46-15,1 0-30 0,-2 0-16 0,2 1-14 0,1 0-11 0,1 0-9 16,-1 0-7-16,0-1-11 0,1 1-9 0,1-1-9 0,-1-1-12 16,0 0-9-16,-1-1-8 0,-1 1-5 0,1-2-1 0,-1-1-6 0,0 0-11 15,0 0-27-15,0 0-42 0,-1-1-48 0,0 1-69 0,-1 1-97 0,1 0-132 16,1 1-131-16,-2 0 11 0,-1 1-138 0</inkml:trace>
  <inkml:trace contextRef="#ctx0" brushRef="#br0" timeOffset="117240.51">19336 5518 1802 0,'-6'4'260'0,"0"0"-24"0,-1 3 10 16,2 1-19-16,1 0-29 0,0 0-43 0,1 0-51 0,0 0-29 0,0 1-26 15,0-1-9-15,0 0-4 0,1 2-12 0,0-1-4 0,2 2-7 0,-1 0-2 16,2 0-9-16,0 1 2 0,-1 1-2 0,1 1-15 0,2-1-4 0,0-1-3 16,1 2-13-16,0-2-18 0,-1 1-20 0,1-2-35 0,0 0-60 15,1 0-142-15,0 0-192 0,0-1-113 0,0-1-17 0,0-2-102 0</inkml:trace>
  <inkml:trace contextRef="#ctx0" brushRef="#br0" timeOffset="117557.51">19867 5002 1972 0,'-12'4'331'0,"0"2"-123"0,-4 3 47 0,2 1-9 16,2 1-34-16,1 1-46 0,-1 0-67 0,-1 2-31 0,-1 1-10 0,1 2 10 16,0 2 9-16,0 2-8 0,1 0-7 0,0 2-19 0,1 1-11 15,1-1-11-15,1 3-5 0,0 0-8 0,2 3-4 0,1 1 0 0,1 1 0 16,2-2-2-16,1 0 0 0,3-5 0 0,1-1-6 0,3-2 2 15,1-4-4-15,3 0 0 0,1-3-4 0,1-1-8 0,1-3-11 0,3-2-16 16,0-2-2-16,1-2 0 0,1-3 7 0,0-2 7 0,0-3 9 0,-2-2 1 16,2-2 13-16,-1-3 3 0,-1-1 7 0,-1-2 2 0,-2 0 1 15,0 0 5-15,-2-1-4 0,-1-1 1 0,-3 0-1 0,-1 1-4 0,-4-2 4 16,-1 0-4-16,-2 0 4 0,-4-1-2 0,-1 0-2 0,-3 1-2 16,-2 3-2-16,0 1 0 0,-2 2-3 0,-1 2-5 0,-1 2 3 0,-1 3-10 15,1 2-6-15,-3 3-10 0,-1 2-25 0,0 1-21 0,-1 3-31 0,0 2-34 16,2 1-49-16,0 1-60 0,2 1-95 0,3 1-120 0,4 2-97 15,2-1 54-15,4-1-127 0</inkml:trace>
  <inkml:trace contextRef="#ctx0" brushRef="#br0" timeOffset="117790.51">20160 5493 2321 0,'-10'8'256'0,"0"1"-57"16,-2 4-3-16,3-2-5 0,3 1-33 0,1 0-51 0,2 1-46 15,0 0-34-15,2-2-2 0,0 2-7 0,0 1 1 0,1 0-6 0,0 0-4 16,0 2-5-16,0-1-9 0,1 0-5 0,0-2-1 0,0 0 2 16,0-1-3-16,0 0-3 0,1-2-31 0,0-1-47 0,2-1-48 0,0-1-77 15,1-1-93-15,1-2-183 0,1-2-227 0,0-3-305 0</inkml:trace>
  <inkml:trace contextRef="#ctx0" brushRef="#br0" timeOffset="118039.51">20559 5111 1520 0,'0'-2'313'0,"1"-1"-79"0,-1 1 11 0,2 1-18 16,-1 2-21-16,1 0-30 0,0 1-30 0,2 0-19 0,-1-1-13 15,2 0-12-15,0-1-12 0,0 2-10 0,2-2-14 0,0 1-6 0,0 0-8 16,1-1-18-16,0 1 1 0,1-1-12 0,0 1-11 0,0 0 3 0,0 2-11 15,0 0 2-15,-1 0 12 0,0 1-1 0,-1 1-3 0,2 0-2 16,-2 2-12-16,0 0-4 0,-1 1 4 0,-1 1-4 0,0 3 4 0,-2 0-2 16,1 3 6-16,-2 0-2 0,-1 1-2 0,-2 2-2 0,-1 1-6 15,0 0 2-15,-1 1 0 0,-1 2-9 0,1 1 7 0,-1 1-4 0,-1-1-3 16,0 1 5-16,-2-1-9 0,1-1 3 0,-1 1-3 0,0 0-10 0,-1-2-2 16,1 0-18-16,1-1-18 0,0-2-21 0,1 1-32 0,1-2-28 15,1-1-44-15,1-1-81 0,0-1-169 0,1-2-261 0,1-3-29 0,0-2 1 16</inkml:trace>
  <inkml:trace contextRef="#ctx0" brushRef="#br0" timeOffset="118206.51">20549 5473 1695 0,'-1'-2'737'0,"1"1"-560"0,1-1 22 16,2 1 5-16,2 1-18 0,1-1-45 0,1 0-52 0,1-1-36 15,0-2-6-15,2 1-1 0,1 0-6 0,1-2-10 0,1 1-8 0,-2-1-12 16,3 0-1-16,0 0-9 0,0 0-5 0,0-1-7 0,0 0-24 0,1-1-31 15,0 0-44-15,0 1-49 0,0 1-57 0,1 1-76 0,-1 1-107 16,1 2-150-16,-2 2-59 0,0 1-119 0</inkml:trace>
  <inkml:trace contextRef="#ctx0" brushRef="#br0" timeOffset="118340.51">21063 5629 1352 0,'1'9'307'0,"1"2"-70"15,0 3 10-15,0 0-12 0,0-2-45 0,1-1-51 0,-1 0-37 0,1 1-23 16,-1 0-2-16,0 1 9 0,1-1-8 0,0 0-11 0,0 1-21 0,-1-1-17 15,0 1-8-15,1 0-6 0,-1-3-5 0,1 2-8 0,0-1-9 16,-1-2-25-16,0 0-36 0,1-2-60 0,-1-2-85 0,1-1-109 0,1-2-179 16,1-1-168-16,-1-2-277 0</inkml:trace>
  <inkml:trace contextRef="#ctx0" brushRef="#br0" timeOffset="118789.51">21611 5169 1189 0,'-13'2'802'0,"-1"1"-651"0,-3 2 32 16,4 1 22-16,0-1-2 0,2 3-35 0,0 0-39 0,0 1-24 0,0-1-12 15,2 2 0-15,0 0-11 0,0 1-13 0,1 0-15 0,2 1-15 16,1 0-5-16,2 1-8 0,3 1-9 0,2-1-6 0,3 0 2 0,0 0-7 16,3 1 0-16,1 0-3 0,0 0-1 0,2-2 0 0,1-1-2 15,0 0 0-15,1-2 0 0,1 1-4 0,-2-1 6 0,1-2-5 0,0 1-1 16,-2-1 2-16,0-1-2 0,-2 1 2 0,-1-1-2 0,-1 0 1 0,-2 0-7 15,-2-1 1-15,-4 0-1 0,-2-1-8 0,-2 2-1 0,-3 1-13 16,0 1-9-16,-4-1 0 0,-1-1-14 0,-2 0-8 0,-2 0-2 0,1-2-7 16,-2 1 10-16,0-2 10 0,0-1 10 0,-1-1 11 0,0 0 5 0,1 0 13 15,1-2 4-15,0 0 7 0,0-1 6 0,3-1-1 0,-1-2 2 16,2 0 2-16,2-1-7 0,3-1 5 0,2 0-5 0,4-2 2 0,0 1 7 16,4-1-1-16,0 0 9 0,4-2-1 0,2-1 0 0,2-1-4 0,3-2-5 15,2 1-2-15,2-2 0 0,1-2-1 0,1 1-3 0,2-3-1 16,1-1-3-16,1 2 3 0,-2-1 2 0,1 0-2 0,-2 1 1 0,-1 1 1 15,1 0-2-15,-1-1 2 0,-3 2 7 0,1 0 6 0,-4 0 15 16,-2 2 11-16,-2 2 3 0,-4 0-3 0,-1 1-3 0,-3 2 0 0,-1 0-9 16,-2 2 8-16,-2 1-2 0,-3 0-6 0,-1 2 1 0,-2 1 13 0,-3 2 2 15,0-1-5-15,0 2-8 0,-1 1-13 0,1 1-8 0,0 1-24 16,0 0 3-16,2 2-7 0,-2 0-5 0,2 3 25 0,0 1-8 0,1 1 1 16,1 2 13-16,0 1-12 0,0 1-9 0,2 1-18 0,3-1-45 15,2 2-30-15,2 1-35 0,3-1-42 0,3-1-66 0,3 1-110 0,3-1-202 16,1 0-118-16,5-2-188 0</inkml:trace>
  <inkml:trace contextRef="#ctx0" brushRef="#br0" timeOffset="118956.51">22038 5525 1383 0,'-1'7'680'0,"1"2"-516"0,0 3 27 0,1 0 16 16,0 0-8-16,1-1-34 0,-2 1-49 0,0 2-44 0,-1 1-26 0,-1 0-7 15,1 0-11-15,-1 1-11 0,0-1-5 0,-1 1-12 0,0-1 4 16,-1 1 7-16,1 1-4 0,-1-1-5 0,1-1-15 0,0-1-23 0,-1 0-30 15,1-1-41-15,1-2-57 0,0 0-94 0,1-2-150 0,0-1-202 0,1-1-27 16,1-2-144-16</inkml:trace>
  <inkml:trace contextRef="#ctx0" brushRef="#br0" timeOffset="119140.51">22615 4975 2327 0,'-3'1'156'0,"-1"0"18"0,-1 4 45 0,1 2 3 16,0 2-13-16,0 3-53 0,-2 0-49 0,0 2-31 0,-1 1-22 16,0 3-10-16,-1 2-9 0,-1 1-8 0,0 5 10 0,1 1-10 0,-2 2-6 15,1 1-9-15,-1 3-6 0,0 0-6 0,1 2-2 0,1 0 2 16,1 0-8-16,0-1-6 0,1-1-23 0,2-4-26 0,1 0-42 0,2-2-47 16,1-2-66-16,2-2-103 0,3-1-193 0,1-2-290 0,2-2-223 0</inkml:trace>
  <inkml:trace contextRef="#ctx0" brushRef="#br0" timeOffset="119506.51">22910 5048 1216 0,'-10'5'843'15,"-2"2"-671"-15,-1 2 15 0,3 1 3 0,4 1-10 0,1 1-18 0,0 2-44 16,0 0-39-16,0 1-32 0,2-1-13 0,0 1-9 0,2 0-9 16,0 1-2-16,2-1-3 0,0-2-6 0,3 0-3 0,0-2 2 0,4 0-4 15,1-2-6-15,2-2 6 0,1-1-9 0,1-2 0 0,0-2 0 0,2-1-1 16,0-3 3-16,0-1 1 0,-1-2 3 0,1-1 1 0,-1-2 0 16,0 0 0-16,-1-2 2 0,-2 0 6 0,1-1-3 0,-1-1 4 0,-1 0-1 15,-1-1-3-15,-2 0 4 0,-2-1-1 0,-1 0 5 0,-1-1-1 16,-3 0-2-16,-2 0-3 0,-1 0-3 0,-3 0 5 0,-1-1 4 0,-3 1 0 15,-1 0-1-15,0-1-6 0,-1 1 0 0,0 1-2 0,0 1-2 0,-2 2-2 16,0 2 0-16,1 1 0 0,0 3 0 0,0 2-1 0,1 3-5 16,-1 2 3-16,1 3-2 0,2 2 0 0,-1 1-1 0,0 3-6 0,1 2 3 15,0 2-3-15,2 2-9 0,1 1-9 0,1 1-27 0,0 1-26 0,2-1-41 16,2 0-57-16,2 1-84 0,2-1-143 0,2-1-166 0,1-2 0 16,1-1-133-16</inkml:trace>
  <inkml:trace contextRef="#ctx0" brushRef="#br0" timeOffset="124223.32">15655 5341 156 0,'-7'-7'164'0,"1"1"-71"0,-2-1 27 0,1 0 4 16,2 1-3-16,0-1-11 0,1 1-12 0,0-1-1 0,1 0-5 15,0 0 3-15,1-3-3 0,0 1-5 0,1 0-3 0,-1-1-10 0,1 1-5 16,1 0-2-16,0-1-9 0,0 0-3 0,0 0-7 0,1 0-5 0,1-1-1 16,0 0-9-16,1-2 4 0,0 0-7 0,1 1 6 0,0 0-5 15,1 2-1-15,1-2-1 0,1-2-5 0,0 1 1 0,1-1 3 0,0 1 2 16,2-1-4-16,0 1 3 0,1 0-2 0,2-1 1 0,0 1 6 16,2-1 2-16,0 0-5 0,2 0 4 0,1 2-7 0,2-1-5 0,1 0-1 15,-1-1-7-15,1 1-1 0,1 2-4 0,-1-1-7 0,4 2 5 0,-1 1-1 16,0 0-2-16,-1 1 4 0,-2 2-5 0,0 2-3 0,-1 0 2 15,-1 2-1-15,0 1-2 0,1 1 2 0,-2 2-2 0,2 1-2 0,0 1 4 16,-2 0-2-16,1 0 0 0,0 0-2 0,1 1-1 0,-1-1 6 0,0 1 2 16,1-1-2-16,-2 2 2 0,0 0-7 0,0 0 6 0,-1 2-1 15,1 0-5-15,-1 0 4 0,0 2-7 0,-1 0 5 0,-1 0 2 0,0 2-4 16,-1-2 5-16,-2 1-3 0,2 1 0 0,-1 1 5 0,0 1-6 16,-1 0 2-16,-1 1 1 0,0 1 0 0,1 1 4 0,-2-1-4 0,0 1 1 15,-2 0-11-15,-1-1-2 0,-1-1 3 0,0 1-1 0,-1 2 13 0,-1 0 2 16,1-1-2-16,-2-1-2 0,0 0 4 0,0 0-4 0,-1 0-2 15,0 0 4-15,1-1-5 0,0 0 0 0,-1 0-1 0,1 0 2 0,-1 0-1 16,-1-1 2-16,1 2 3 0,-1-1-8 0,0 1 3 0,-1-1 1 0,-1 1-4 16,0-1 5-16,0-2-4 0,0 1 0 0,-2-2 2 0,-1 1-3 15,-1 1 5-15,-1-2-1 0,0 0 3 0,-1 1-4 0,-1-1 0 0,-1 1-4 16,-2 0 4-16,0-1 0 0,-2 0 0 0,-2 0 0 0,0-1 4 16,2 0-1-16,-2 0 0 0,0-2 1 0,-1 1-6 0,1-1 2 0,-2 0-2 15,0-1 1-15,0 0 1 0,-1 0 3 0,-1-2-1 0,-1 1-6 0,2-1-1 16,-2 0-1-16,0 0 2 0,2-1-2 0,-3 1 1 0,1-1 3 15,0 0 1-15,0 1 4 0,0-2-3 0,2 3-7 0,-2-2 1 0,1 0-2 16,0-1 4-16,2 1 6 0,0-1-2 0,1 0 2 0,1-1-4 16,-1-1 4-16,0 0 3 0,1-1-4 0,1 0 4 0,0 0-5 0,0 0-2 15,-1-1 2-15,0-1-1 0,1 0-1 0,0-2 1 0,0 0 2 0,0-1 1 16,1-2-1-16,-1 0-1 0,1 0 4 0,-1-1-6 0,1 0 4 16,-1 1 1-16,-1-2-5 0,1 0 2 0,0 1-1 0,2 0 9 15,0 1 0-15,0-1 0 0,-1-1-1 0,1 0-4 0,1-1-1 0,0-2 3 0,0-1-2 16,2 0-5-16,1 0 2 0,0 0-4 0,1-1 0 0,0 0 3 15,0-1-3-15,0 0 4 0,0-1-3 0,1 0 1 0,-1 0-17 0,2 1-29 16,0-1-43-16,1-1-63 0,1-1-59 0,2 0-52 0,0-2-48 0,2-1-19 16,1-2 6-16,4 0 39 0,2-1-218 0</inkml:trace>
  <inkml:trace contextRef="#ctx0" brushRef="#br0" timeOffset="124925.32">15937 4856 184 0,'1'0'139'0,"0"2"-27"0,0 0-18 15,1-1-9-15,-1 1 0 0,-1-2 5 0,1 1-6 0,-2-1 4 16,0 0-3-16,0 0-10 0,0 0-1 0,-1-1-8 0,1 1-5 16,-1 0-6-16,0-1-5 0,1 0-6 0,-1 0-3 0,1 0-6 0,0 0-7 15,0 1-1-15,0-1-5 0,0 0 0 0,0 1-2 0,0-1-4 0,0 0 3 16,0 1-3-16,0-1 1 0,0 1 0 0,0 0-3 0,0 0 1 0,0 1 2 15,0-1 0-15,0 0-3 0,0 0 2 0,1 1-4 0,-1 0 1 16,1 1 1-16,-1-1-2 0,1 0 2 0,-1 1-3 0,1-2-1 0,0 2 3 16,-1-2-5-16,1 0 0 0,0 1 4 0,0-2 1 0,1 2 6 0,0-2 0 15,1 1 5-15,0-1 2 0,0 1 2 0,1-2 4 0,-1 1-5 16,1 0 3-16,0 0-6 0,-2 0-6 0,0 1 1 0,1 0-7 0,-1-1-1 16,0 1-4-16,0-1-1 0,-1 1-4 0,1 0 1 0,-1 1-5 0,1 0 4 15,-1 0-7-15,0 1-13 0,0 0-37 0,-1 1-144 0,-1 1-139 16,0 0-90-16,0 2-47 0,0-1-87 0</inkml:trace>
  <inkml:trace contextRef="#ctx0" brushRef="#br0" timeOffset="125958.32">15834 4989 207 0,'-3'-5'108'0,"0"-1"8"0,-1 0-11 0,1 0-4 0,-1 1-3 0,1 1-9 15,0 0-2-15,0 0-7 0,0-1-1 0,-1 0 0 0,0 1 7 16,-1-1 2-16,0 1 2 0,1 0 6 0,0 1 0 0,0-1-1 0,-1 2-1 16,0-2-3-16,0 0-3 0,-2 1-4 0,0-1-8 0,-2 1-7 0,-1-1-7 15,-1 1-8-15,-1 1-1 0,-1-1-6 0,-1 0-5 0,-1 1-8 16,-1-1-3-16,-2 0-2 0,-2 1-7 0,-1-1 3 0,-1 0-4 0,-2 0-2 15,-1 0-1-15,-2 0-4 0,-1-1-4 0,0 0 1 0,-2-2-2 16,-2-1 0-16,-1 1-1 0,-1 0 1 0,0 0 4 0,0-2-5 0,-1 0 3 16,-2 1-1-16,-1-2 5 0,-1 0-17 0,-2 1 4 0,0 0 1 0,-2 1-9 15,-2-1 16-15,0 0 0 0,0 1-5 0,-3-1 8 0,-3 0-7 16,0 0 3-16,-1 0-3 0,-1 1-1 0,-1 1 2 0,-1-2-4 0,-3 3-3 16,-1-2 4-16,1 0-4 0,-2 0 3 0,-2 1 4 0,-2 0-2 0,-1 1 0 15,-1 0-2-15,-1 2 1 0,0-1-6 0,-2 1-1 0,-1 0-1 16,1 1-1-16,-3 0 7 0,-1 1 0 0,0 0 1 0,0 0 0 0,0 0-4 15,1 0-1-15,-2 0 4 0,1 2-2 0,0-1 0 0,-1 2 1 16,2 0-2-16,-2 0-4 0,0 2 13 0,0 1-11 0,0 2 4 0,-2 0 1 16,1 2-4-16,-2-1 6 0,1 3-4 0,-1-2 0 0,-1 3-5 0,2 1 5 15,-1 1 1-15,-1 2 4 0,1 0-1 0,-1 2-3 0,0 3 3 16,1 1-8-16,-2 1 3 0,3 2 1 0,0-3-2 0,-1 3 7 0,2-1-3 16,0 2-4-16,0 1 0 0,1 2-1 15,-1 3-2-15,0-1 3 0,3 0-1 0,0 3 0 0,0-1 13 0,3 1-2 0,0 0 2 0,1 0 4 16,2 0-14-16,0 2-4 0,2 3 3 0,3 1 7 0,1 3 1 0,1-1 2 15,2 0-3-15,0 1-11 0,4 0 0 0,-1 1 2 0,0 0-6 16,0 4 1-16,0-2 6 0,2 1-1 0,0 3 3 0,2 0 7 0,0 3-11 16,0 1 9-16,1 0 0 0,0 0 0 0,1 0-1 0,0 0-6 0,1 0-6 15,-1 2-3-15,1-2 6 0,1 2-1 0,2-2 11 0,2 1 0 16,0 0-7-16,3 0 2 0,1-1-2 0,2-1 1 0,4 0 1 0,-1-2-12 16,4 2 5-16,2-3 7 0,2-2-1 0,4 0 9 0,1-2-1 0,3 0-9 15,2-1-3-15,1-1 2 0,3 0-1 0,2-2-1 0,1-3 2 16,3 1 1-16,3-2-1 0,2 0 3 0,1 0-10 0,2-3-4 0,2 1 1 15,2-2 10-15,1-1 6 0,1 0 4 0,3-3 1 0,0 0-11 16,1-1-1-16,2-1 1 0,0 0 0 0,2-2-2 0,-1 0 1 0,2-2 1 16,2-1 5-16,0-2-4 0,2-2 0 0,0-1-1 0,1-1 1 0,0 0-1 15,-1 0 2-15,1-1 2 0,0 0-1 0,-2-3 0 0,2 2 3 0,0-2-4 16,-1 0 2-16,2 0 1 0,0 0-2 0,-3-1 3 0,2 1-11 16,-1-2 2-16,2-1-3 0,0 1-1 0,-1-1 14 0,1 0-1 0,-2 0 2 15,-1-1 0-15,0 0-2 0,-1-1 1 0,0 0 9 0,0 0 3 16,0-2-2-16,1 0 2 0,0-1-5 0,-2 0-5 0,2-1 8 0,-1-2-6 15,1 1 2-15,-1-2 0 0,2-1-1 0,-1 0 1 0,0-2-1 0,0 1-3 16,-1-2-1-16,0 0 2 0,1 0-2 0,-1-1-3 0,0 0 3 16,-1 0-1-16,0 0-3 0,1 0-7 0,0-1-1 0,0 1-4 0,1-1 3 15,-1 0 10-15,-1 1 1 0,-2-1 0 0,0 0 3 0,-1 0-3 16,-1 0-1-16,1-1-2 0,-2 1 1 0,0 0 1 0,0-1 3 0,-1 2 0 16,0 0-6-16,0 1 1 0,-2-1-2 0,0 2-1 0,-2 1 3 0,1-1-2 15,-1 1-5-15,0 0-5 0,-1 0 5 0,-1 0-15 0,0-1 7 16,-1 1 1-16,1-1-19 0,0 1 1 0,0-1-23 0,-2-1-22 0,1 1-18 15,-1-1-28-15,-1 0-43 0,1 0-42 0,-1 0-48 0,2 0-48 0,-2-1-8 16,1 0 9-16,1 0 44 0,-1 1-227 0</inkml:trace>
  <inkml:trace contextRef="#ctx0" brushRef="#br0" timeOffset="126307.34">10023 8102 535 0,'-6'-1'163'0,"0"0"-37"0,-2 0 25 0,3 0 3 0,1 0-13 0,0 0-21 16,2 0-13-16,-1-1-12 0,1 0-10 0,1 1-6 0,0 1-9 16,1-1-11-16,0 1-8 0,0 0-11 0,1 0-11 0,0 0-3 0,1 0-7 15,1 0 1-15,1 1-3 0,0 0 2 0,1 2 0 0,1 0-5 0,1 2 1 16,2 0-1-16,-1 0-1 0,0 1 6 0,3 1-3 0,-1 0-1 16,3 1 4-16,1 0-8 0,0-1-1 0,2 2-2 0,0 1-4 0,1 1 2 15,-2-1 0-15,3 1-3 0,0-1 0 0,0 1-1 0,1-1-4 0,1 1 4 16,-1-1-7-16,0 0-4 0,-2-1 8 0,-2 2-2 0,-1 1 10 15,0 0 8-15,-1 1-4 0,-2-3 13 0,-1 2 6 0,-3-1 5 0,-2 1 11 16,0-1-4-16,-2 1 4 0,-1 0-5 0,-1 0-1 0,-3 0-8 16,0 0-3-16,-3-1-8 0,-1-2-3 0,0 2-3 0,-2-1-2 0,-3 0-2 15,0 0-6-15,-1-1 0 0,-1 0-1 0,0 0 0 0,-1-1 3 0,-2-2-5 16,-1-1 3-16,2-1-5 0,-1-2 1 0,2 0-1 0,2-1 2 16,1-2 0-16,1 0-6 0,1-1 1 0,2 0-4 0,2 0-1 0,0 0-5 15,2 0-3-15,1 1-4 0,0 0-8 0,2 0-11 0,0 2-9 16,0 0-22-16,1 0-34 0,1 1-42 0,2 1-63 0,-1 1-66 0,3 1-52 15,-1 0-28-15,1 1 21 0,3 0-230 0</inkml:trace>
  <inkml:trace contextRef="#ctx0" brushRef="#br0" timeOffset="130541.32">8885 11931 34 0,'2'-3'25'0,"1"1"-1"0,0-1 0 0,0 0-3 16,-1 1 1-16,0 0 1 0,-1 0-6 0,0 0-1 0,0 1-1 0,-1 0-2 16,1 0 0-16,-1 0-2 0,-1-1 3 0,0 0 0 0,0 0 6 0,0 0 7 15,0 0 6-15,-1 1 4 0,0-2 3 0,0 1 1 0,0 0 2 16,0-1 1-16,0 1 1 0,-1 0-1 0,0 0-1 0,0-1-6 0,1 1-6 16,-1 0-6-16,1 0-4 0,-1 0-2 0,-1 0-4 0,1-1-2 0,0 1-1 15,0 0-3-15,0 1-1 0,0 0-2 0,-2 0 1 0,1 0-1 16,-1 0-2-16,0 0 0 0,-1 1 2 0,0-1 3 0,0 1 1 0,-2 0 6 15,0 0 3-15,0 0 6 0,0 1 4 0,0 0 2 0,0 0 3 0,-1 0 3 16,2 0 1-16,-1 1-7 0,0 1 0 0,1 0-6 0,-2 0-7 16,1 1 3-16,-1-2-9 0,1 2-2 0,2 1 5 0,-1 0-6 0,0 0 0 15,1 2 4-15,-1-1-6 0,0 2 2 0,0-1-1 0,-1 1-1 16,1-1 2-16,1 2 1 0,0 1 2 0,-1-1 2 0,1 2 1 0,-1 0 1 16,1-1 2-16,1 1 1 0,-1 0 5 0,0 1 1 0,1 1-2 0,0-2-8 15,-1-1-4-15,1 1 1 0,1 1 1 0,-1 1 4 0,1 0 8 16,0-1-6-16,0 1-1 0,1-1 1 0,1-1-4 0,-1 0 4 0,2-2 2 15,0 0 0-15,2 0-1 0,1-1 5 0,0 0 10 0,2 0 6 0,0-1 15 16,2-1 8-16,1-1 6 0,2-1 4 0,1-1-6 0,0 0-5 16,3-1-2-16,1 0-11 0,0 0-1 0,0-2-7 0,1 0-8 0,0 0 5 15,0 0-9-15,-1-1-3 0,1 1 1 0,-1 0-9 0,-1 0-3 16,0 1-1-16,-2-1-2 0,2 1-1 0,1 0-2 0,0 0-1 0,-1 0 1 16,-1 1-5-16,0-1 4 0,-2 1-4 0,1-1-2 0,0 1 2 0,-2 0 1 15,1 0-2-15,0 0-1 0,0 0 4 0,-2-1-4 0,1 1 4 16,0 0 1-16,-2 0-5 0,2-1-3 0,-1 0 4 0,1-1 1 0,-1 0-2 15,1 0 4-15,-1 0-2 0,-1 0 0 0,1-1 2 0,-1 1 1 0,1-1 2 16,-1 0 2-16,1-1 3 0,-1 0-1 0,0-1 4 0,0 0 5 16,-1 0-3-16,1-1 1 0,0 0-6 0,0-1-3 0,-1-1 2 0,1 1 0 15,0-1-2-15,-1 0-3 0,0-1 2 0,-1 0-4 0,0-1 5 0,1 0-3 16,1 0-8-16,-1-1 5 0,1 1-6 0,-2 1 5 0,2-1-2 16,-2 0-3-16,1 0 4 0,-2 0-2 0,0 1 1 0,0-1 8 0,1 1-18 15,-2 1-4-15,1-1-3 0,-1 0-3 0,-1 0 18 0,1 0-1 16,-1 0 2-16,-1 1 9 0,0 1 3 0,0-1 0 0,1 1 3 0,-1-2-15 15,-1-1-2-15,0 0 2 0,0 1 5 0,-1-1-5 0,0 1-2 0,0-1 1 16,0 1-2-16,-1 0 4 0,0 0 3 0,0-1-5 0,0 1 1 16,-1-1 2-16,0 1-3 0,-1-1-4 0,1 0 5 0,-2 1-1 0,1-1-4 15,-1 0 6-15,-1-1-3 0,0 0 2 0,-1 1-2 0,0-1-3 0,0 2 4 16,-1-1-1-16,-1 0 6 0,1 0-3 0,1 1-4 0,-1-1 1 16,0 2 5-16,-1 0-5 0,0 0 2 0,0 1-2 0,-1 0-4 0,2 0 6 15,-2 1 5-15,2 0-7 0,-1 1-2 0,1-1 4 0,0 1-7 16,-1 1 8-16,0 0-1 0,-1 0-6 0,-1 0 4 0,0 1-7 0,1 0 6 15,-1 0-1-15,2 1-4 0,-1 0 8 0,-1 0 0 0,1 0 0 0,-1 1 1 16,1-1-4-16,1 2-7 0,-1-1 8 0,1 0-5 0,-1 1 7 16,0 0 0-16,1-1-8 0,0 2 6 0,-1 0-3 0,1 0 1 0,-1 0 2 15,3 0-9-15,0 1 7 0,0 0-1 0,1 1 1 0,1-1 4 0,-1 1-7 16,0 1 1-16,1 0-1 0,-1 2 1 0,0 0 1 0,1 0 1 16,0 0-3-16,0 1-1 0,0-2 3 0,1 3-1 0,2 0 3 0,0 2-3 15,0 0 2-15,0 0-1 0,0-1-1 0,1 1 3 0,0 0-6 0,1 0 3 16,1 0 1-16,-1-2 3 0,1 1-6 0,1-1-1 0,-1-1 4 15,1-1-2-15,-1-1 3 0,2 0 4 0,-1-2-16 0,0 0 2 0,0-1-4 16,0-1 4-16,1 0 15 0,-1 1 1 0,0-1-4 0,0 0-2 16,0-1 0-16,-1 0 1 0,1 0 1 0,-1 0-2 0,0 0-3 0,1 0 5 15,-1 0-6-15,1-1 6 0,-1 1-3 0,-1-1 0 0,1 0 4 16,1 0-1-16,-1 0 0 0,0 0-1 0,1 0-8 0,-1-1-3 0,0 0-2 16,0 1-3-16,1 0-14 0,-1 0-16 0,1-1-28 0,1 1-34 0,-1-1-39 15,1 1-71-15,-1 0-97 0,0 0-106 0,0 1-54 0,1 1 34 16,0 0-98-16</inkml:trace>
  <inkml:trace contextRef="#ctx0" brushRef="#br0" timeOffset="131674.32">16458 5292 107 0,'-1'6'103'0,"-1"2"-8"0,-1 1-23 0,1-1-18 0,-1-1-8 16,0 1-5-16,0-2 4 0,-1 2 7 0,2-1 0 0,-1 0 8 16,-2 0 5-16,1 0 1 0,0-1 2 0,-1 0 1 0,1 0 2 0,0-1 2 15,1-2 0-15,-1 0 3 0,1 0 1 0,0-2 1 0,-1 1 1 0,1-2 3 16,0 0 3-16,1 0 0 0,0 0-3 0,0-1-8 0,1-1-7 16,-1 0-7-16,2-1-5 0,-2-1-3 0,1-1-5 0,1 0-8 0,-1-2-1 15,1 1-7-15,0 0-5 0,0-1 0 0,1 0-7 0,0-1 3 0,0-1-7 16,0 2 1-16,0-2 4 0,1 0-3 0,0 1 3 0,0-1-1 15,1 0 1-15,0 0 1 0,1 1-1 0,1-2 0 0,0 1 0 0,2-1 3 16,0 1-4-16,2-1 4 0,1 1-2 0,0-1 0 0,2 0 4 16,1 1-1-16,1-1 8 0,0 0-8 0,2 0 3 0,2 0 3 0,1 0-4 15,1 0-3-15,3 0 3 0,0 1-8 0,0 2 17 0,1 2-10 16,-3-1-4-16,2 1 2 0,0 0-11 0,-1 0 2 0,0 2 0 0,0 1-7 16,-2 0-5-16,0 2 5 0,0 0-4 0,-2 0 4 0,0 1-2 0,-1 1-6 15,-1 0 1-15,0 1-2 0,0 2 0 0,0-1 7 0,-2 0-12 16,2 1 7-16,0-2-7 0,0 2-5 0,-1 0 16 0,2 1-11 0,0 2 10 15,-1 1-1-15,-1 1-2 0,1 0 7 0,0-2-5 0,0 3 6 0,-1 0 1 16,1 0 0-16,1 1 3 0,0-1-10 0,-1 0 3 0,1 1-7 16,-2 1 2-16,-2 0 9 0,0 0-9 0,0-1 4 0,-2 1 1 0,1 1-7 15,-1 1 8-15,-3 0 1 0,2 2-9 0,-2-1 6 0,-1 1-1 0,0-1-3 16,-2 1 7-16,0 0-5 0,-2-1 2 0,0-1-3 0,0 2-2 16,-2-1 6-16,-2-1-5 0,0 0 5 0,-1 1-3 0,-1-1 2 0,0 0-1 15,-1 1-3-15,-2 0 7 0,-1 1 0 0,0-1-3 0,-1 0-2 0,-1 1 5 16,0-1-14-16,-2-1-2 0,-1 0-2 0,-1 0 0 0,0 0 11 15,1-1 6-15,-2 0-3 0,-1-1 3 0,-1-1 3 0,1 0-8 0,-1-2 5 16,0-1-3-16,1 1 1 0,1-2 1 0,-1 0-1 0,0-1-1 16,-1-1-3-16,1 0 0 0,0-3 8 0,-1 1-5 0,1-1 1 0,0-1 1 15,1 0-3-15,1-1-2 0,-1-1 2 0,0-1 3 0,2 0-1 0,-2-1-1 16,0-2 5-16,2 0 1 0,-3 0-2 0,3-2 6 0,-1 0-10 16,-1-1-3-16,-1 0 0 0,2-1 0 0,-2 0 2 0,1-1 3 0,-1 2-1 15,2-2-2-15,-2 0-2 0,2 0-2 0,0 0-2 0,1-2 6 0,2 1-2 16,-1 1 2-16,1-1 0 0,0 0-4 0,1 1 11 0,0 1 2 15,1 0-2-15,3 2 2 0,-1 0-11 0,1 0-2 0,0 1 0 0,1 1 2 16,1 0 4-16,-1 2-6 0,1 0 2 0,0 1 0 0,0 0-5 16,1 1 3-16,0 0-3 0,-1 0 5 0,1 1-2 0,0-1 0 0,0 1-2 15,1 0-3-15,1 0-6 0,-1 0 1 0,2-1-7 0,0 1-2 0,0 0-1 16,2 1-1-16,-1-1-2 0,2 0-5 0,-1 0-6 0,1-1-2 16,1 1-13-16,0-1-8 0,0 1-11 0,0 0-21 0,1 0-29 0,-1 1-26 15,-1-1-34-15,0 0-49 0,1-1-61 0,0 1-64 0,-1 0-33 0,0 0 22 16,0-1-211-16</inkml:trace>
  <inkml:trace contextRef="#ctx0" brushRef="#br0" timeOffset="133091.32">16927 5260 250 0,'6'0'49'0,"-2"2"8"0,3-1 7 0,0 0 14 0,1-1 0 16,1-1-13-16,0-1-3 0,0 0-9 0,1-2-3 0,0-1-3 16,0 0 2-16,1-2 0 0,0 1 1 0,0-2 0 0,0 0 0 0,2-2-1 15,-2 0-2-15,0 0-4 0,0-1-4 0,-2 0-1 0,2-1 0 0,-1-2-2 16,1-1 0-16,1 0-1 0,0 1 7 0,0-2 1 0,1-1-1 15,0 0 5-15,-1-2-7 0,1-1 1 0,1 0 1 0,-2 0-1 0,0-2 0 16,-2 0 1-16,-2 1 1 0,0-1 2 0,0-1 1 0,-2 0 3 16,0-3-2-16,-2 0 2 0,-1-3-2 0,-1 1-1 0,-2-1-3 0,0 1-1 15,-1-1-1-15,-2 2-1 0,0-2-4 0,-1-1-5 0,-2 2 0 0,-1-1 4 16,0 2-2-16,0-2 0 0,-1 1-5 0,-1-1-7 0,-2 1-5 16,-1-1 3-16,-2 3 1 0,1-2 1 0,-1 2-3 0,-1-2 7 0,-1 0-5 15,1-2 6-15,-3-2 9 0,-1 1-1 0,-1-3 10 0,-3 3 3 0,-1-1 1 16,-1-1-1-16,-2 2-12 0,-1-2-9 0,-3 4-5 0,-2 0 4 15,-2 2 0-15,-1 0 0 0,-3 2-4 0,-2 1-5 0,-2 0-3 0,-4 2-6 16,-4 1 4-16,-1 1-6 0,-3 4 8 0,-2 3-6 0,-2 1-3 16,-5 0 3-16,-3 1-5 0,-2 1 5 0,-2 3-2 0,-3 1-3 0,-3 0 2 15,-2 3-2-15,-3 0 1 0,-1 1-6 0,-3 1-3 0,1 1 3 0,-2 1-5 16,-2 1 14-16,-1 2-6 0,-1 0 5 0,-3 3-10 0,1-1-4 16,-3 4 5-16,-2 0-5 0,0 1 5 0,-1 1 3 0,0 0-7 0,0 1 1 15,2 2 4-15,-1 2-3 0,-2 0 10 0,1 1-6 0,-1 3-7 0,0 1 0 16,1 1-2-16,-1 1-1 0,-2 1 6 0,2 2 1 0,-3 0 10 15,2 2-5-15,2 1-1 0,0 0-1 0,0 0-9 0,0 2 11 0,-1-1 0 16,0 2-5-16,1 2 1 0,3 1-1 0,0 1-6 0,0 1 11 16,1 1-7-16,-1 0 4 0,2 3 3 0,1-2-11 0,3 2-1 0,0 2 10 15,2-1-4-15,1 1 6 0,1 1 2 0,3 2-7 0,1 1 1 0,4 1 4 16,1 0-3-16,-1 0 1 0,2-1-5 0,1 1 5 0,0 1-12 16,3 0 7-16,1 0 14 0,2 1 0 0,2-1 11 0,2 0-11 0,2 2-11 15,1-1 1-15,1 2 1 0,1-2 2 0,2 2-2 0,3-1 1 0,2 0 2 16,1 2-9-16,1 0 4 0,3 1 2 0,0-1-6 0,2 1 9 15,3 4-1-15,-2-2-5 0,1 1-2 0,2 1 7 0,1-2-7 0,2 1 7 16,2-1-10-16,2-1 3 0,0 1 1 0,2-2 5 0,0 1 8 16,2 1-9-16,1-1-2 0,0 1 3 0,1-1-3 0,2 0 6 0,0 0-6 15,3-2-3-15,-1 1 2 0,1-1 3 0,2-1 2 0,-2 0 6 0,2-1-1 16,1 1-10-16,2 2 3 0,2-2-2 0,3-1 3 0,2-3-3 16,0-1 3-16,2 0-15 0,1-1 2 0,3-2 11 0,-1 0-1 0,3 0 9 15,0-3 1-15,0 1-8 0,2-1 2 0,1 0-2 0,0-1 0 0,3-2-1 16,0-2-1-16,1-2 1 0,1 0 3 0,0-3-3 0,0 1 1 15,2-1 2-15,1-2-9 0,0 0-3 0,2-1 4 0,0-3 8 0,-1 2 8 16,1-3 3-16,0 0-1 0,1 0-14 0,1-3 4 0,1 1 0 16,1-2-3-16,0 1 1 0,1-1 1 0,0-1-3 0,-1 1 2 0,0-2 1 15,1-1 1-15,1-1 0 0,1-1-2 0,-1 0 2 0,0-4 0 0,1 1-2 16,1-1 4-16,0-2 0 0,2-1-4 0,2 0 4 0,0-2-2 16,1-1 0-16,1 0 0 0,0-1 1 0,2-1-1 0,1-1 0 0,-2 0 2 15,4-1 2-15,-3 0-3 0,3-1 3 0,-2-1-3 0,2 0 1 0,-1 0 0 16,-1-1-2-16,3 0-2 0,-2 0 4 0,1-1-2 0,-2 0 2 15,0 0 3-15,-2-1-5 0,0 2 0 0,1-1 3 0,-2 0-3 0,0-1-3 16,0 1 4-16,-2-1-1 0,1 1-3 0,-2 1 5 0,0-1-1 16,-1 1-2-16,0 0 1 0,-3 1 0 0,2 0-4 0,-2 0 6 0,-1 0-4 15,1 2 4-15,-1-1-4 0,0 0 1 0,-2 0 4 0,1 0-3 0,-1 1 0 16,0-1 0-16,-1 0-3 0,-2 0 6 0,1 0-1 0,0-1-2 16,-1 0 1-16,1 0-4 0,-1-1 6 0,-2-1-1 0,1 1-2 0,0 0 2 15,0 0-4-15,0 0 2 0,-1-1 0 0,-1 0 0 0,-1 1 5 0,-2 0-5 16,0 0 0-16,1 0 0 0,-2-1 0 0,1 1 0 0,0 0 2 15,-2 1-2-15,1-1-2 0,0 0-3 0,-1 1-5 0,0-1-14 0,1 1-34 16,-1-1-38-16,1 0-48 0,0-1-43 0,0-1-55 0,2 0-65 0,0-1-63 16,-1 0-32-16,1-1 33 0,1 0-225 0</inkml:trace>
  <inkml:trace contextRef="#ctx0" brushRef="#br0" timeOffset="133457.32">10482 8615 550 0,'-4'1'135'0,"1"-1"-24"0,-1 1 15 0,1 0 3 0,1 0-17 0,1 0-24 16,0 1-11-16,0 0-16 0,1-1-7 0,0 1-8 0,1-1-4 16,0 1-8-16,0 0 0 0,2-1-7 0,0 1-7 0,1-1 2 0,1 1-3 15,1 0-2-15,0-1 5 0,1 1-6 0,-1 0 2 0,1-1-1 0,0 1-4 16,0 0 2-16,1 1 1 0,0-1-1 0,2 1 2 0,-1 1-2 15,0-1-2-15,1 2 4 0,-2 1-8 0,-1-1 2 0,1 2 1 0,0-1-3 16,-1 0 6-16,0 0-3 0,-2 2 4 0,0 0-4 0,-2 1 4 0,0 1-5 16,-3-1 1-16,0 0-2 0,0-1-1 0,-2 1 2 0,-1-1-2 15,-1 1 2-15,-1 1-1 0,-2-2-4 0,1 0 1 0,-1-2 2 0,-2 2 1 16,0-1 1-16,0 0-1 0,-1 0-5 0,0 0 0 0,0-1-5 0,0 0 2 16,0-1 1-16,1-1 0 0,2 0-2 0,-1-1-5 0,1 0-3 15,0 0-1-15,1-1 5 0,1-1 2 0,2 1 2 0,0 0-3 0,2-1 0 16,0 0 1-16,0 0-8 0,2 0 3 0,0 0-4 0,0 1-4 15,1-1 1-15,0 0-13 0,2 1-29 0,0-1-97 0,0 1-121 0,1 1-97 16,0-1-36-16,1-1-184 0</inkml:trace>
  <inkml:trace contextRef="#ctx0" brushRef="#br0" timeOffset="137708.72">17273 5020 1304 0,'-17'14'89'0,"-2"2"-30"0,-3 3 32 0,0 1 33 0,4-3 31 16,2 3-24-16,-1 1-35 0,2 1-29 0,-1 1-28 0,1 0-13 0,-1 1-8 16,-1 1-4-16,-1 1-3 0,2 2-4 0,0 2-1 0,0 3-7 0,0-1 5 15,-1 3-5-15,0-2 2 0,-1 0 3 0,2-1-1 0,0 1 0 16,0-3-3-16,1 1-4 0,2-3-1 0,-1-2-8 0,1-4-9 0,0 0-10 15,1-2-12-15,-1-4-17 0,1-1-25 0,-1-3-68 0,0-3-98 0,1-2-79 16,-1-2-4-16,0-1 38 0,0-3-161 0</inkml:trace>
  <inkml:trace contextRef="#ctx0" brushRef="#br0" timeOffset="137859.72">16725 5060 1096 0,'13'-11'315'0,"1"1"-93"0,5 0 56 16,3 6 2-16,-1 2-51 0,4 4-41 0,3 0-33 0,3 3-35 0,2 3-14 15,3 3-21-15,0 4-28 0,2 4-10 0,1 3-24 0,0 6-3 0,2 2 5 16,-1 5-11-16,0 0 2 0,1 5-12 0,-4 3-6 0,-3 3 2 16,1 2-2-16,-1 2-2 0,2-2-12 0,1-1-24 0,2 1-61 0,0-1-74 15,0 2-103-15,2-1-104 0,-2 0-232 0,1 2-35 0,-1 0-110 0</inkml:trace>
  <inkml:trace contextRef="#ctx0" brushRef="#br0" timeOffset="138891.59">17617 5403 134 0,'3'14'74'0,"2"3"-29"16,2 6 8-16,3-3 11 0,1-2 1 0,3 1-7 0,2-1-11 0,3 1-3 16,0-1-3-16,2-1-5 0,2-3-4 0,0 0-9 0,4-1-4 0,1-1-3 15,1-3-2-15,0 0-1 0,1-1-2 0,-1-1-2 0,0-1-3 16,1 0 1-16,-1-1-3 0,0-1-5 0,-1 0 6 0,-1-2-3 0,-1 0 2 15,1-1 3-15,-1-1-2 0,0-3 1 0,0-1 8 0,-1-2 7 0,2-3 4 16,-2-1 12-16,0-2 4 0,-1-1 14 0,2-1 11 0,-1-2 8 16,1-1 1-16,0 1-1 0,-1-2-8 0,0 0-1 0,-1 1-3 0,-3 0 0 15,0-2 1-15,-1 0 7 0,-2 0 6 0,1-2 0 0,-2-1 3 16,-2 1-5-16,-2-3-7 0,-1 0-4 0,-3 1-5 0,-1 0 0 0,-2 1-7 16,-2-1-3-16,-3-1-7 0,-2 2-5 0,-4-2-4 0,-1 1-9 0,-3-1-5 15,-3 1-7-15,-2 2 6 0,-1-1-1 0,-3 2 1 0,-2 1-1 16,0-2-11-16,-4 1 0 0,0 3-2 0,-1 0 0 0,-3 1-3 0,-1 1 0 15,-3 3 2-15,1 1-4 0,-1 1 4 0,2 2-2 0,-1 1-2 0,1 2 4 16,0 1-4-16,1 2 2 0,1 1 8 0,1 2 0 0,-1 1-3 16,2 1 3-16,0 1-11 0,1 1-4 0,1 1-6 0,1 3-9 0,0 1-18 15,2 1-11-15,1 1-21 0,2 2-19 0,1 0-18 0,1 1-16 16,1-1-20-16,1 2-43 0,3 0-70 0,-1-1-59 0,2-1-5 0,1 0 33 16,1 0-146-16</inkml:trace>
  <inkml:trace contextRef="#ctx0" brushRef="#br0" timeOffset="139875.1">18632 4674 500 0,'-2'-12'232'0,"-2"-3"-167"0,-1-4 33 0,0 2 42 0,1 1 27 16,0-2 9-16,-1 1-14 0,0 0-25 0,0-1-26 0,-1-1-19 0,1 0-13 15,-2-1 0-15,1 0-7 0,-1 0-7 0,-1-1-1 0,0-2-9 16,-1 1-4-16,-1-1-7 0,-2 0 3 0,-2 1-5 0,-2 0-3 0,-1 0 2 15,-1 1-4-15,0-2 1 0,-2 1 2 0,0 0-1 0,-2-2-3 0,-2 0-3 16,-2-1-3-16,-3 0-5 0,0 2-5 0,-4 0 10 0,-1 1-1 16,-3-2-2-16,0 0 0 0,-4 2-19 0,-1-1-4 0,0 0 1 0,-3 1 2 15,-4 0 5-15,-1 2 1 0,-2 1 1 0,-1 0 0 0,-1 0-5 16,-2 2 6-16,-3-1 1 0,0 1-4 0,-3 1 5 0,-1 0-6 0,-2 1 3 16,-2 0-5-16,-1 2 5 0,-2 0-7 0,-1 0-2 0,-1 1 4 0,-3-1-4 15,-1 2 0-15,-1 0 6 0,-2 1-8 0,-3 1 3 0,-2 0-3 16,0 1-1-16,-2 0 9 0,0 0-9 0,-2-1-2 0,-3 1 3 0,2 0-5 15,-3 2 4-15,-1 0-4 0,-2 0-3 0,-1 1 0 0,-1 1-1 0,-2 0 10 16,0 3-4-16,-2-1 0 0,-2 0-5 0,0 1-6 0,-1 1 6 16,-3 2-1-16,0 0 10 0,-1 1-1 0,-1 2-6 0,0 0 1 0,1 3-3 15,-2 1-2-15,0 1 10 0,-2 2-8 0,-1-1 0 0,0 2 1 0,-1 1-1 16,2 1 7-16,-1 0 1 0,1 1-5 0,0 2 1 0,0 0-1 16,0 0-2-16,0 2 8 0,1 1 1 0,0 0-7 0,2 3-1 0,-2 2 5 15,1-1-13-15,1 2 8 0,-1 0-1 0,1 1-1 0,-1 0 10 16,1 4-1-16,0-1-3 0,1 2-2 0,-1 1 2 0,-1 2 1 0,2 2 5 15,-1 1-2-15,0 2-3 0,-1-1-2 0,1 2 5 0,0 2 1 0,2 1 1 16,-1 1-11-16,0 2-10 0,2 2 12 0,1 1 8 0,2 0 10 16,3 2 3-16,2 2-15 0,1 1-6 0,4 0 0 0,2 1 7 0,4-1-1 15,2 1 1-15,4 2-19 0,4 0 2 0,2 0 1 0,4 0 2 16,-1 2 11-16,3 1-2 0,5 1-2 0,-1 0 4 0,3 2 0 0,3-1 5 16,2 1-11-16,2 3-1 0,2 0-2 0,1-1-2 0,4 3 7 0,1 0-3 15,3 1 0-15,4 0 0 0,1 0-1 0,2 0-2 0,3 1 8 16,2-1-2-16,3-2 7 0,1 1 2 0,3 1-7 0,2 0 0 0,1 0 0 15,4-1-2-15,1 0-6 0,3-1 9 0,3-1 6 0,3-2-1 0,0 2 13 16,2-1-12-16,2-1-4 0,1-1 4 0,1-1-3 0,2-2-11 16,0 0 3-16,2 0 8 0,0-2-1 0,2 0 10 0,0 1-3 0,1 0-6 15,0-1-4-15,1-1 0 0,-1-1 0 0,2 0-4 0,1 0-6 0,1-1 5 16,0-2 1-16,0-2 2 0,2 0 6 0,1-1-2 0,2-1-1 16,1 0-6-16,1-2 7 0,1-1-8 0,2-3 3 0,2-1 5 0,-1-2-8 15,3-1-8-15,1-2 6 0,-1-2 8 0,3-2 3 0,-1-2 15 16,3-1-6-16,0-3-5 0,2 0-2 0,0-2 1 0,3 0 3 0,1-1-6 15,1-1 4-15,1-2-1 0,1-1-6 0,-1-1 3 0,2-1-3 0,1-2 4 16,3 0-4-16,-2 0 3 0,4-2 4 0,-2-1-3 0,0 0 1 16,2 0-3-16,-2-2-2 0,2-2 0 0,0 0 2 0,1-2 0 0,-1 1 3 15,-1-2-3-15,0-1-1 0,-1 0-2 0,1-2 1 0,1-1 3 0,0 0-3 16,-2-2 4-16,0 0-2 0,1-1-2 0,-3-2 7 0,2-1-5 16,1 0-1-16,-2-1 1 0,1-2-2 0,1 2 2 0,-2-2-2 0,-2 0 2 15,0-1 1-15,-1 1 1 0,-1-1-2 0,1 1-6 0,-3-1 2 16,1 1-1-16,-3 0 1 0,0 0 4 0,0 0-4 0,-3 1 4 0,1-1-2 15,-3 1 0-15,0-1 0 0,1 1-6 0,-2 1 5 0,1-1-1 0,-3-1 0 16,-1 0-2-16,-2-1-10 0,0-1-2 0,0 0-9 0,-1 0-5 16,0 0-3-16,-2 0-13 0,-2-1-15 0,1 1-16 0,-2 0-18 0,0 0-24 15,-2 0-29-15,0 1-37 0,-2 0-54 0,-2 0-94 0,-1 0-134 0,-2 0-19 16,-1 1-191-16</inkml:trace>
  <inkml:trace contextRef="#ctx0" brushRef="#br0" timeOffset="140274.09">11036 8964 477 0,'5'-1'126'0,"1"0"-34"0,3 0 13 0,-1 1 9 16,1 1 5-16,2 1 3 0,0 0 3 0,2 1 3 0,0-1-5 15,0 1-19-15,2 0-13 0,0 0-11 0,1 0-5 0,-1 1-8 0,2 0 0 16,0 1-6-16,0 0-2 0,-1 0 0 0,0-2-7 0,-1 3-4 16,0-2-2-16,-2 2-3 0,1-1-5 0,1 1-1 0,-3 0 0 0,0-1 3 15,-2 1-6-15,0 0 6 0,-2-1-8 0,-1-2 2 0,-2 2-5 0,-2 0-4 16,1 1-4-16,-4-1-1 0,0 1-6 0,-2 1 1 0,-3-1-6 15,0 1-3-15,-1 0-3 0,-2-1-3 0,0-1 2 0,-2 2 0 0,-1 0 3 16,-1 0 1-16,-1-1 1 0,1 0-2 0,0 1 2 0,2-2-6 0,-1 0 3 16,0 0-3-16,1-1-1 0,-1 1 2 0,0-1-4 0,2 0 4 15,-2 0-4-15,2 0 11 0,0 0-4 0,0 0-5 0,1 0-4 0,0-1-12 16,1 0-18-16,-1 0-20 0,2-1-19 0,-1 1-38 0,1 0-30 16,0-1-27-16,0 1-64 0,0-1-114 0,1 0-104 0,1 0 6 0,-2-1-166 15</inkml:trace>
  <inkml:trace contextRef="#ctx0" brushRef="#br0" timeOffset="145125.1">8853 12493 244 0,'0'0'78'0,"0"1"-25"0,1 0 5 0,0 0 2 16,0 0 6-16,1-1 4 0,-1 0-6 0,1 1-4 0,-1 0-5 0,-1-1-3 16,2 0 2-16,-2 0 8 0,1-1 6 0,0 1 6 0,-1 0 2 15,0-1-1-15,1 0-2 0,-1 0-5 0,-1 0-4 0,1 0-12 0,-2-1-8 16,1 1-8-16,-1 0-11 0,0-1 4 0,0 1-6 0,0 0-1 16,-1-1 0-16,0 0-3 0,0 1-1 0,-1 0-1 0,0 1 0 0,0-1-3 15,-1 1 2-15,-1 0 0 0,0 0-3 0,0 0 2 0,0 1-7 0,-1 0 1 16,0 0-4-16,0 1 0 0,0 0 5 0,0-1-2 0,0 1 1 15,-1 1-2-15,1 0 0 0,0 0 3 0,-1-1-1 0,1 1 1 0,-1 0-3 16,0 1-3-16,0 0-1 0,1 0 4 0,1 1 0 0,0 0-4 16,0 0 4-16,0 0 1 0,-1 1 2 0,0-2 10 0,1 2-5 0,0 0 1 15,1 0-2-15,0 1-4 0,0 1 6 0,1 0 1 0,0 0 6 0,0-1 1 16,1 0 5-16,0 2 1 0,0 0-5 0,1 0 2 0,0-1-8 16,0 0-1-16,0 0-6 0,0 0 2 0,1-2-4 0,0 2-2 0,1 1 6 15,0 0 0-15,0 1-2 0,0-1 11 0,1 1 0 0,-1-2-4 0,1 1 3 16,0-1-12-16,0 1 0 0,0-1-4 0,0 0 0 0,0 0-1 15,0-1 1-15,0 0-1 0,1 1 3 0,-1 0-6 0,1 0-1 0,0 0 4 16,0-1-3-16,0 0 2 0,1-2-2 0,0 1-2 0,1-1-2 16,-1-1 2-16,1 0 2 0,1 0-7 0,0 0 5 0,1-1-3 0,0 0 0 15,1-1 6-15,0 0-5 0,0 0 2 0,-1 0 2 0,1 0-4 0,0-1 1 16,1 0 2-16,1 0-2 0,0 0-5 0,-1 0 2 0,0 1 3 0,0-1-2 16,-1 0 4-16,1-1-2 0,0 1-3 0,0 0 8 0,0 0-4 15,0 0 0-15,0 1 0 0,2-1-4 0,-2 0 6 0,1 0 0 0,1 0-2 16,-2 1-2-16,0-1 2 0,0 0-5 0,0 0 8 0,-1 0-1 15,1 1 1-15,0-1 2 0,0-1-5 0,0 1 3 0,0-1 2 0,0 0-5 16,0 1 1-16,-1-1 1 0,0 0-2 0,1 0 0 0,-1 0 2 0,2-1 1 16,0 1 2-16,1-2 1 0,-2 1 2 0,1-1-7 0,-1 0-2 15,-1-1-1-15,1 2 5 0,-2-1 5 0,1 0-3 0,0-1 2 0,-2 0-3 16,3 0 3-16,-1-1 7 0,0 1-3 0,0-1 2 0,-1 1 0 16,1-1-3-16,-2 1 0 0,1 1-4 0,-1-1-6 0,-1 1 3 0,2-1-3 15,-1-1 5-15,1-1 2 0,0-1-2 0,1 1-1 0,-2-2 1 0,2 0 0 16,-3-1 5-16,1 0 5 0,0 1-2 0,-1-2-2 0,-1 1 3 15,0 0 4-15,0 0 2 0,-1-1 0 0,-1-1 3 0,0 1-4 0,-1-1 6 16,0 0-10-16,-1 2-11 0,1-2 6 0,-2 0-12 0,1 0 14 0,-1 0 10 16,-1 1-5-16,1 0 0 0,-1 0 4 0,-1 0-13 0,-1-1-2 15,0 1 4-15,-1-1-8 0,0 0 5 0,0 1 1 0,0-1-2 0,1 1 2 16,-1 0-4-16,1 0-1 0,-1 0 2 0,1 2 1 0,0-2 4 0,-2 0-3 16,1 1 2-16,-1-1 0 0,0 1-2 0,1 0 3 0,-1 1-5 15,-1 1 4-15,2-1-4 0,-3 0 1 0,1 1 4 0,-1 1-1 0,-1-1 2 16,-1 1-8-16,-1 0 3 0,-1 1 3 0,-1 0-6 0,0-1 4 15,1 2-5-15,-1 2 0 0,0-1 1 0,0 1 1 0,-1 0 3 0,2 1-7 16,-2 2 2-16,0-1 1 0,-1 1-1 0,2 1-2 0,0 1-2 0,1 0 2 16,0 1-3-16,1 0 5 0,1 0-2 0,0 1-4 0,-1-1 4 15,2 1-4-15,0 0 3 0,1-1 2 0,2 1-2 0,0-2 2 0,1 1-4 16,0 1 1-16,0 0 0 0,1 0-1 0,1 0 1 0,-1 0-3 0,1 1 3 16,1 0 4-16,0 0-1 0,1-1-2 0,0 1-1 0,1-1-5 15,0 1 5-15,0 0-2 0,0 0-1 0,2 0 2 0,-1 0-6 0,1 1 5 16,1-2-1-16,-1 1-8 0,1 0 6 0,-1-1-8 0,1 1 2 15,-1-1 3-15,1 0-4 0,0 0 2 0,0-1-8 0,0 0-9 0,0-2 0 16,0 1-7-16,0-1-7 0,1 0 9 0,-1 1-8 0,0-1-5 0,0 0-4 16,0-1-18-16,0 0-13 0,0 0-19 0,1 0-23 0,0-1-13 15,0 0-28-15,0-1-56 0,-1 1-76 0,0-1-67 0,0-1 0 0,0 0 65 16,1-2-136-16</inkml:trace>
  <inkml:trace contextRef="#ctx0" brushRef="#br0" timeOffset="147575.21">8808 11190 1334 0,'-26'-12'73'0,"-2"1"-18"0,-4-2-17 0,5 6-4 0,6 3-9 0,0 4-9 15,0 1-10-15,4 3-8 0,-1 0-1 0,1 3-4 0,0 2-1 16,-1 1-1-16,0 3-1 0,-1 2-1 0,-1 4-3 0,-1 3 1 0,-1 0-2 16,-2 3 0-16,-1 2 2 0,0-2-3 0,-1 3 5 0,1 0 9 15,0 2 2-15,-1 2 8 0,1 2 1 0,-3 0-6 0,1 3 1 0,-1 0-4 16,0 2 5-16,0 4 1 0,-1-1-5 0,-1 1 1 0,2 1-2 0,-1 2-2 16,2 1 3-16,1 1-1 0,0 0 2 0,2 2 3 0,0-1 0 15,2 1 3-15,3 1-2 0,-1 1-1 0,1-1-1 0,2 3 1 0,-1-1-2 16,1 1 3-16,2 0 1 0,1 0-1 0,0 0 7 0,0 2 2 0,1 0 7 15,3 1 8-15,-1 2 0 0,1 0 6 0,0 2 0 0,1 1-3 16,-1 1-2-16,3 1-4 0,-2 0 6 0,1 2-1 0,1 0-6 0,1 1 0 16,0 2-11-16,1-1-5 0,0 1 2 0,1 0 3 0,0 0-12 0,0 0 4 15,1 2-4-15,1-1-6 0,0-1 13 0,1 0-6 0,1-1-3 16,1-1-1-16,1-1-2 0,0-2 2 0,3-2-3 0,2-2 11 0,1-3 2 16,1-2 0-16,2-3 9 0,2-4 1 0,0-1 3 0,2-2 9 15,2-2-2-15,-1-2 0 0,2-5 10 0,3-2 4 0,1-4 4 0,4-1 3 16,1-3-6-16,1-1-4 0,3-2 1 0,-1-3-14 0,4 0-7 0,2-2-9 15,2-3 2-15,2 1 2 0,0-1 3 0,3 0 1 0,-1-2-8 16,2 1 3-16,1-1-1 0,0-2-2 0,0 0-4 0,1-1 1 0,1-1-5 16,1 0 5-16,1-1-4 0,-1-1-8 0,0-2 6 0,2 0-6 0,0-2 3 15,1-3 5-15,0-2-8 0,0-1 6 0,-1-4-2 0,2-1-2 16,0-2 4-16,0-3 4 0,1 0-6 0,-1-5 2 0,-1-1-1 0,2 0-4 16,-2-3-4-16,1 0 3 0,-1-1 3 0,-2-1 0 0,1 0 9 15,-1-2 3-15,0-1-9 0,0 0 2 0,-2-2 5 0,1 1-4 0,-3-2 4 16,1 1 0-16,-1-2 0 0,-1-2 0 0,-1-1 2 0,0-1 7 0,-2 0-4 15,-2 1 7-15,1-1-2 0,-3-1 2 0,1-1-8 0,-2-2 13 16,-1 0 2-16,0 1-5 0,-2-3 12 0,-2 1-7 0,-2 0-1 0,0-1 0 16,-3 1-4-16,0-1-1 0,-2-3 5 0,-1 0-1 0,0 1-11 0,-3 0-7 15,-3-2-4-15,-1 2-12 0,-1-1 21 0,-2-1 4 0,-3 2-4 16,0-1 13-16,-3-1-12 0,-1 1 3 0,-3 0 0 0,-1 0-4 0,-3-2-1 16,-1 1-2-16,-2 0 0 0,-3 1 2 0,-2-3-8 0,-1 1-14 0,0 0 9 15,-3 0-2-15,0-1 17 0,-3 1 14 0,-1 0-10 0,-1 1-1 16,-3-1-10-16,2-1 1 0,-2-1 0 0,-1 1 0 0,0 0 1 0,-1-1-1 15,0 1-14-15,0-1 10 0,-2 0-7 0,0-2 2 0,-3-1 13 16,0 1-9-16,-1 0 2 0,-1 0-4 0,2-1 5 0,-1 0 1 0,0 1 1 16,-2 0 0-16,1 0-3 0,-3-1-17 0,2-1 16 0,-2-1 1 0,1 1 1 15,-2 1 18-15,2 0-31 0,0 2 4 0,-1-1-1 0,1 2-3 16,-1 1 2-16,1 2-11 0,-2 2 2 0,-1 2-2 0,-1 2-11 0,0 1 3 16,1 3 1-16,-3 3-7 0,-1 0 12 0,-3 3-3 0,0 1-22 15,-2 2 0-15,-1 2-11 0,-3 3-11 0,1 2-12 0,1 3-15 0,-1 2-13 16,-1 3-11-16,0 3-7 0,0 1-1 0,0 2-11 0,2 1 0 0,-1 2-8 15,3 3-21-15,1 1-28 0,1 3-47 0,0 2-61 0,2 4-46 16,1 3 10-16,3 2-46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1:28:02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7831 5607 250 0,'-20'-1'105'0,"-1"-1"-43"0,-2 1-14 16,3 0-9-16,3 1-12 0,2 1-9 0,-1 0-4 0,0 0-7 0,1 1 1 15,-1 1-5-15,-2 0 1 0,0 0-3 0,0 1 0 0,0 0 0 0,-1 1-1 16,0 0 4-16,0 1 3 0,1-1 5 0,-1-1 9 0,2 1 9 0,0-1 4 16,0-1 6-16,2-1-1 0,2-1 2 0,1-1 1 0,1-1 3 15,0 0 2-15,1 0 2 0,2-1 0 0,2-1 1 0,-1 1-1 0,3-1-1 16,-1 1 0-16,2 0-3 0,2 0 0 0,1-1-3 0,2 0-12 16,1 0-7-16,2-1-12 0,4-1 3 0,2 0 6 0,7-1 7 0,3-2 7 15,4 0-2-15,5 0 1 0,1 1-4 0,5 0-4 0,0 0-5 0,3 1-10 16,0 1-2-16,-3 2-3 0,2 0 0 0,0 1 2 0,1 2-1 15,2 0-3-15,-3 1 0 0,-2 2 0 0,0 1-1 0,-3 1 0 0,-1 1-2 16,-3 1 3-16,-1 1-3 0,-3 0 1 0,-1 2 2 0,-2 2-2 16,-4 1 2-16,-1 1-3 0,-2 1 0 0,-2-1-4 0,-3 1 3 0,-4 1 2 15,0-2 0-15,-4 2 7 0,-2 0 1 0,-1-2-1 0,-3 0-1 0,-2 0 0 16,-1 0 0-16,-6 1 1 0,-2-2-1 0,-3 2-3 0,-3-1 0 16,-4 1-3-16,-3-1-1 0,-3 0 0 0,-3 1-4 0,-2 0 3 0,-1-1-2 15,-3 0 2-15,0 0-1 0,0 1 4 0,-1-1 2 0,2-3-2 0,2 1 1 16,0-2 1-16,5-1 0 0,1-2 1 0,3 0 6 0,4-1 5 15,4-1 5-15,2-1 1 0,5-1 0 0,3 0-7 0,3 0-5 0,3-1-1 16,2 1-10-16,2-1-2 0,1 1 0 0,3 2-1 0,1 0 6 16,2 2 4-16,2 1 0 0,4-1 2 0,2 0-2 0,2-1 2 0,4 1 0 15,2 0 1-15,2 0 1 0,2-1-6 0,1 0-1 0,3-2 1 16,-1 0-1-16,5-1-1 0,-1 0 4 0,3-1-3 0,1-1-2 0,0 0 5 16,2-1-5-16,1 1 5 0,3-1 1 0,1-2-3 0,5 0 0 0,-1 0 2 15,3-1 1-15,1 1 5 0,3 1-1 0,2-1-1 0,2 1-3 0,3 0 2 16,2 0-1-16,3 1 1 0,3-1 0 0,1 1-1 0,-1 1 2 15,2 1-1-15,1 0 1 0,1 2-2 0,2 0-4 0,1 1-1 0,2 0-2 16,1 0 4-16,-1 2 2 0,3-2-2 0,1 0 2 0,0 0 0 0,2-1 1 16,0 0 3-16,2 0-2 0,3-1 6 0,4-2 5 0,1 0 7 15,3-1 4-15,0-2-5 0,1 1-8 0,1 0-4 0,2 0-2 0,0 2-4 16,3 0 3-16,0 1-2 0,1 0-4 0,-1 0-5 0,3 0 3 16,-2 2-6-16,0-1 3 0,0 1 1 0,0 0-1 0,1 0 6 0,1 1-7 15,1 0 2-15,0-1-2 0,0 0-5 0,0 1 6 0,1 0-3 0,4 1 1 16,4-2 4-16,3-1-2 0,4 0-5 0,-1-1 5 0,1 0-11 15,-2 2 0-15,-1-1 5 0,-1 2 0 0,-1 2 5 0,-1-2-1 0,-1 1 7 16,-2-1-8-16,1 1 9 0,-1-1 6 0,-1 0-4 0,2-3 6 16,2 1-2-16,0-1-3 0,1 2 8 0,-2 0-1 0,1 0 0 0,-1 2-7 15,0 0 2-15,-1 1-2 0,-2 1-4 0,-1 1 0 0,-1 0-2 0,-1 2-8 16,1 0 15-16,-1 2-5 0,-2 0 1 0,1 0 10 0,0-1-11 16,-1-2-2-16,1 1-3 0,0 0-7 0,0 2 4 0,-1 0 3 0,0-3-5 15,0 1 4-15,0-1-4 0,1-1 0 0,0 0 7 0,-1 0-4 0,0-2 2 16,1 0 0-16,0 0-4 0,-3-1 7 0,0 0-2 0,-2-1 3 15,-2-1 0-15,1 0-7 0,-4-1 2 0,-5-1-3 0,0 1 0 0,-6-2 7 16,-2 0-2-16,-3 0 3 0,-4-1 0 0,-3 0-5 0,-4 0 4 0,-3-2 3 16,-1 0 1-16,-2-1 4 0,-3 0-2 0,-1-2-1 0,-5-1 2 15,-1-1-5-15,-3-1 1 0,-3-1 2 0,-2 0-5 0,-2-4 1 0,-4 1-8 16,-3-2 1-16,-2-1 2 0,-3 0-4 0,-2-3 2 0,-1 0-5 0,-4-1 1 16,-1-2-1-16,-2-2-5 0,-1-2 1 0,0-3-7 0,-4 0-10 15,0-1 7-15,-2 0 2 0,-1-3-2 0,-1 1 6 0,-2-3-7 16,-4 0 2-16,-1-1 5 0,-3-1 8 0,-3-1 1 0,-2-2-5 0,-4-1-13 15,-3-3-6-15,-2 0-1 0,-5-2 1 0,-2-2 4 0,-6-2-2 0,-5-2 11 16,-3 0 2-16,-7-2 7 0,-3-1 15 0,-6 0-4 0,-6-1 3 0,-5-1 4 16,-4-1-4-16,-6 0 2 0,-6-1-1 0,-3 2-6 0,-7 2 1 15,-7-2-1-15,-5 2 0 0,-6 2 0 0,-4 2-4 0,-6 1 5 0,-4 2-1 16,-5 1-1-16,-4 3-1 0,-2 1-8 0,-3 4 6 0,-4 2 2 16,-1 0-2-16,-3 2 0 0,-4 1-7 0,-1 3 13 0,-6 1 4 0,-2 2-1 15,-3 2 0-15,-3 1-2 0,-3 2 1 0,-2 2 3 0,-4 3 2 0,-2 2-1 16,-2 0 3-16,-2 2 1 0,-2 1 1 0,0 2-11 0,-1-1-1 15,1 1-5-15,-1-1-8 0,-1 1 6 0,0 1 2 0,-1 1-2 0,-1 0 4 16,0 2 0-16,-1 1-1 0,-3 1 0 0,-2 2 10 0,-4 1-4 0,-3 1 0 16,-1 1 0-16,-2 1-3 0,0 2 3 0,2 1-6 0,0 1 6 15,3 2-3-15,-2 0 0 0,0 2 3 0,-1 1-8 0,0 1 2 0,0 1 2 16,-2 3 1-16,0 3 0 0,-4 2-5 0,-1 2-8 0,-3 4 3 0,1 2 4 16,1 2 2-16,-1 2 2 0,3 1 7 0,2-1 2 0,4 4 6 15,5-1 3-15,3 1-1 0,4 0-12 0,3 1 1 0,2 3 1 0,4-1-2 16,4 0 4-16,5 1 1 0,2 1 2 0,6 1-1 0,2 2 2 0,7 1-7 15,4 0 2-15,4 1-1 0,5 0 2 0,8 1 7 0,4 0-4 16,9 0 4-16,6 0-8 0,10-2 3 0,9-3 0 0,9-4-3 16,10 0-1-16,10-4-4 0,8 1-1 0,10 0-4 0,5-3-5 0,6 4-5 15,7-2 0-15,1 2-14 0,3 4-19 0,3-1-28 0,3 1-48 0,1 3-32 16,3 0-22-16,2 0-17 0,2 2-8 0,3-3 0 0,1 0 3 0,4-1-4 16,4 1-48-16,2-5-120 0</inkml:trace>
  <inkml:trace contextRef="#ctx0" brushRef="#br0" timeOffset="4967.25">7798 6606 17 0,'1'-1'13'0,"0"0"3"0,1-1 4 0,0 2 6 15,-1 1 6-15,0 0 11 0,-1 2 1 0,1-1 4 0,-1 1-4 16,0-1-6-16,0 1-2 0,0 0-5 0,1 0-1 0,-1 0 3 0,0 1-4 16,0 0-2-16,0 1-5 0,1 0-6 0,1 1-5 0,1-1-2 15,0 1-2-15,0 0-2 0,2-1 0 0,1 0 1 0,-1 0-1 0,3-1 3 16,1 0 2-16,2 0 5 0,1-1 5 0,2 1 4 0,-1-1 6 0,2 0 4 16,1-1 2-16,2 0 1 0,1-1 0 0,2-1-5 0,1 1 0 15,0-1-3-15,2 0-1 0,-1 0 5 0,3 0 1 0,1 1 5 0,-1-1 0 16,3 0-1-16,-1 1-4 0,2-1-4 0,-1-1-2 0,2 1-1 0,1-1-4 15,2 0-2-15,1 0-5 0,3-1-1 0,2 0-1 0,-2 0-3 16,2 0-2-16,0 1-2 0,1 1 0 0,2-1-3 0,1 1 2 0,-1 1-1 16,-1-1-2-16,1 1 3 0,-4-1-1 0,1 1 0 0,-1-2 6 15,0 1 1-15,0 0 9 0,0-2 2 0,-3 1 4 0,-1-1 4 0,-2-1-3 16,0 1 3-16,-1 0-5 0,0 0 1 0,-2 0-4 0,0 0 0 0,-2-1-2 16,1-1 0-16,-4 1 2 0,2-1-6 0,-1 1-1 0,-1-1 0 15,1 0-3-15,-3-1-1 0,1 0 1 0,-2-1-4 0,3 0-1 0,0-1 0 16,-1 0 1-16,0-1-4 0,-2 0 2 0,0-1-2 0,-1-1 0 15,-2 0 0-15,1-2-2 0,-2 2 1 0,0-2 2 0,0-1-2 0,-1 0 3 16,0-1-2-16,-4 1 1 0,1-3 1 0,-2 0-2 0,-2-1 4 0,-1 2-2 16,-2-1-6-16,-2-1 5 0,-1 1-2 0,-1-2 1 0,-2 0 11 15,-3 0-2-15,0 0 0 0,-2-1-2 0,-2-2 0 0,-2 1-4 0,-2 0 4 16,-2-2 1-16,-2 0-4 0,-1 0 3 0,-4-1-4 0,-2 1 1 0,-3-1 3 16,-4 0-7-16,-2 0 3 0,-7-3-5 0,-4 3-3 0,-4-1 1 15,-4 2-1-15,-5 3 0 0,-2 1-1 0,-6 3 1 0,-4 2-3 0,-5 2-5 16,-4 2 5-16,-5 2 1 0,-4 2-1 0,-2 2 4 0,-4 2-1 0,-1 3-4 15,-3 2 1-15,0 2 0 0,-2 2 1 0,2 1 4 0,1 2-4 16,3 1 0-16,3 3-6 0,5 1-10 0,5 2-31 0,5 2-29 0,3 3-32 16,4 1-34-16,4 2-16 0,4 2-27 0,4 1-32 0,3 4-32 0,3 2-260 15</inkml:trace>
  <inkml:trace contextRef="#ctx0" brushRef="#br0" timeOffset="69387.3">24410 13639 2952 0,'-8'-10'-2'0,"-1"-2"-3"0,-1-1-2 0,-1 0-3 0,7 10-2 0,1 2 2 0,2 2-3 16,0 0-1-16,2 2-3 0,0 3 1 0,4 6-3 0,4 6 1 0,4 8-10 15,4 9-10-15,3 8-4 0,5 9-15 0,5 9-26 0,2 9-11 0,4 7-34 16,5 5-18-16,1 9-12 0,5 1-19 0,3 3 14 0,3 1 27 0,0-2 51 15,-2-7 48-15,-1-8 50 0,1-12 62 0,-3-12 53 0,1-13 52 16,1-10 25-16,0-7-3 0,3-9-27 0,1-4-17 0,-1-4-4 0,0-4-22 16,-3-4 3-16,-3-3-1 0,-1-5-14 0,-2-4 4 0,0-5-7 15,-1-7-17-15,1-8-9 0,4-6-21 0,1-9 1 0,4-9-15 0,5-8-9 16,4-11-5-16,5-9-25 0,4-9-1 0,3-11 0 0,7-12 2 0,6-6-18 16,3-8-6-16,7-5-8 0,3-4-20 0,6-2-21 0,3 3-5 15,2 3-27-15,4 2-10 0,0 7 4 0,1 5-22 0,-1 7 18 0,-3 10 5 16,-5 10 21-16,-4 9 23 0,-6 7 13 0,-6 7 11 0,-5 4 3 0,-6 6 2 15,-4 6-10-15,-4 5 10 0,-7 5 8 0,-3 3 5 0,-5 7 14 16,-3 4-3-16,-6 6 4 0,-6 6-7 0,-6 5 6 0,-6 6 1 0,-5 5-6 16,-6 2 11-16,-3 3-2 0,-5 2 4 0,-2 3 1 0,-3 1-5 15,-2 2 2-15,-2 2-5 0,-2 1-2 0,-2 2-3 0,-1 2-6 0,-3 2-16 16,-2 1-25-16,-2 2-43 0,-2-1-43 0,0 0-41 0,-1-1-59 0,1-1-94 16,2-3-79-16,1-2-49 0,4-3-41 0,0-4-114 0</inkml:trace>
  <inkml:trace contextRef="#ctx0" brushRef="#br0" timeOffset="71605.08">12281 8988 259 0,'24'4'33'0,"3"-1"-19"0,5 0-11 0,-4-1-7 16,-6-1 0-16,0-1 2 0,-5 0-1 0,-2 0-1 0,-6-2-7 0,-3 1-17 16,-5-1-14-16,-4 0-10 0,-6 0-10 0,-3 0-9 0</inkml:trace>
  <inkml:trace contextRef="#ctx0" brushRef="#br0" timeOffset="72489.08">9498 8305 175 0,'4'-5'46'0,"0"-1"-37"16,3-1-5-16,0 2 0 0,-1 0 3 0,0 1-1 0,0-1 0 0,-1 0-2 16,-1 1-4-16,1 2 0 0,-1 0 1 0,-1 0 0 0,0 0 1 15,0 0 0-15,0 0-1 0,-1 1 2 0,-1-1 1 0,1 1-1 0,-1 0 0 16,0 0 1-16,1 0 1 0,-1 0 3 0,0 0 4 0,0 1 2 0,1-1 3 16,-1 0 1-16,2 0 1 0,1 0 4 0,1 0-4 0,1 1 1 15,-1 0-4-15,2 1-5 0,1-1 2 0,0 2-2 0,1-1 2 0,0 1 1 16,0 1 2-16,1 0 1 0,-1 1 5 0,2 1 9 0,0-1 8 0,1 2 8 15,0 0 5-15,0 0 0 0,1 1-2 0,1 0 0 0,0 0-3 16,1 1-1-16,1 1-3 0,2 0-5 0,2 0-5 0,0-1-4 0,3 3-4 16,0-1-5-16,0 1 0 0,3 0 0 0,-1-2 1 0,3 0-2 15,-1-1-2-15,2 0 1 0,0 0 0 0,3-1-1 0,0-1-1 0,2-1 3 16,1-2-1-16,1-1 2 0,2 0-1 0,0-1 0 0,1-1-5 0,-1 0 0 16,0-2 4-16,0 0-6 0,0-2 0 0,2 0 0 0,-2-1-5 15,1-2 2-15,0 1 0 0,-3-1 1 0,1-2-2 0,-3 0 4 0,-2 0-1 16,-1-2-1-16,-3-1 2 0,-2 0 1 0,-1-2 2 0,-4 1-4 0,-1-2 2 15,-3 1-3-15,-3-2 2 0,-1 2-2 0,-3-3-2 0,-1 0-2 16,-2 0 4-16,-3 0 5 0,-2-1-1 0,-3-2-2 0,-3 1-10 0,-4-2 0 16,-3 1 0-16,-3 1-3 0,-3 0 2 0,-5 0-1 0,-3 2-2 15,-2 0 3-15,-4 1-2 0,-1 0-1 0,-4 2 2 0,-1-1-4 0,-4 1 1 16,-4 2 3-16,-3 0 0 0,-2 3 0 0,-2-2 1 0,0 0-4 0,-1 1 2 16,-2-1 1-16,-1 2 0 0,-1 2 1 0,0-1-1 0,1 2 0 15,-1 1 0-15,0 1 0 0,0 1 2 0,-1 2-4 0,1 2 2 0,1 1 3 16,-2 2-3-16,1 1-1 0,1 3 2 0,0 1-1 0,2 1 4 0,3 3 0 15,1 1-2-15,2 2 0 0,2 0-4 0,1 2 4 0,4 2-1 16,3 0-1-16,1 2-1 0,6 2-2 0,1 0-2 0,4 1-2 0,4-1-3 16,4 2-8-16,6 0-7 0,4-1-20 0,7 2-18 0,4-1-9 15,5 2-17-15,4 2-15 0,4 3-30 0,3 0-44 0,3 3-61 0,2 0-302 16</inkml:trace>
  <inkml:trace contextRef="#ctx0" brushRef="#br0" timeOffset="75504.88">16513 17181 2237 0,'41'10'440'0,"-3"-1"-321"0,10 3 16 16,10 3-32-16,11 1-16 0,13 1-58 0,3 0-25 0,3-1-8 15,3 0-22-15,5-4-9 0,3 1-18 0,4-2-23 0,5-2-17 0,2-2-8 16,2-2 0-16,2-4 5 0,0-4-1 0,1-3-1 0,0-4 9 0,0-5-9 15,-3-5 13-15,-1-3 7 0,-2-4 12 0,-1-4 36 0,88-35 8 16,-31 2 19-16,-33 5 13 0,-30 7 13 0,-19 4 17 0,-2 1 8 0,-7-1 13 16,-4 0 0-16,-5-1 8 0,-5 0 5 0,-4 0 1 0,-5 2 4 0,-6-1-6 15,-3 0-15-15,-4-2 0 0,-5 0-10 0,-4-1 4 0,-6-2 9 16,-4-2-13-16,-6-3-6 0,-5-4 0 0,-7-2-5 0,-6-2 2 0,-5 1-11 16,-6-1-9-16,-4-1-2 0,-7 0-12 0,-5 2 18 0,-6 1-18 15,-4-1-2-15,-4 1 1 0,-8 2-9 0,-5 1 3 0,-5 1-14 0,-7 1 9 16,-5 2-3-16,-5 2-7 0,-5 2 1 0,-6 4-10 0,-6 4-3 0,-6 2-1 15,-7 4 3-15,-6 4-4 0,-4 4 6 0,-7 7 5 0,-3 4 2 16,-2 7 3-16,-5 6 7 0,-1 6-6 0,-2 7 4 0,-2 6 7 16,-2 8-3-16,0 9 4 0,0 8-3 0,0 8-3 0,2 7-4 0,2 9-1 0,4 7-3 15,5 8-2-15,6 6 10 0,10 5 0 0,7 4 6 0,12 1-1 16,10 1-16-16,12 0-9 0,10-1-7 0,11 2-53 0,10-2-93 0,9 2-110 16,10-4-160-16,8 1-161 0,9-3-123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7T12:00:01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6697 0 0,'32'-1'-400'0'0,"11"-2"-24"0"0,22-2 32 0 0,18-4-232 0 0,9-4-400 0 0,15-6-1929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19T11:29:51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3710 5123 511 0,'-12'-10'56'0,"0"-1"-20"0,-2-1 1 0,5 1-17 0,3 1-5 16,3 0-4-16,4-1 1 0,2-1-1 0,4-1-2 0,2-2-1 0,2 1-4 15,1 0-1-15,1 2 1 0,0 0 0 0,-1 0 0 0,0 2 4 16,-2 0 4-16,1 1 8 0,-1 2 15 0,-1-1 7 0,-1 1 6 0,-1 2 0 16,0-1-1-16,-2 1-4 0,1 0-1 0,1 1-4 0,2 1-4 15,2-1-4-15,1 0-5 0,3 0-5 0,4-1-6 0,2-1-4 0,2 1 0 16,4 0-2-16,3-1 0 0,6 0-1 0,3-1 0 0,4 0 5 0,2 0 1 16,3 1 10-16,3-1 6 0,4-1 5 0,2 1 6 0,3 1-3 15,1 0 2-15,-1 1-2 0,2 1-1 0,-1 0-2 0,-1 2-5 0,-1 1-2 16,-2 1-2-16,-3 0-1 0,1 1-4 0,-3 1-3 0,0 1-1 0,-3 0-5 15,-4 1 2-15,0 0-1 0,-4 2-3 0,-1 0-1 0,-1 1-2 16,-2 1-2-16,-1 0-3 0,-4 1 4 0,0 2 2 0,-2-1-1 0,-1 2 6 16,0 0-3-16,-1 1 5 0,-2 2 5 0,0 2-4 0,-1 1 3 15,1 0-5-15,-1 3-5 0,-1 1 0 0,1 0-5 0,-2 1-7 0,0 1-2 16,0 0 1-16,-2 2 1 0,0-1 9 0,1 1 1 0,-2-1-3 0,2 0-2 16,-1-1-2-16,-2-1-1 0,-1 1 4 0,-2 0-4 0,-3 2 2 15,-2 0 0-15,-1-1 2 0,-4 0-4 0,-1-2 6 0,-2 0-1 0,-3 0-1 16,-2-1 3-16,-2 1 1 0,-2-1-1 0,-3 1 5 0,-3 1 6 15,-3 0 2-15,-3 1 3 0,-5 0-1 0,-1-1-5 0,-4 2-1 0,-2-2 1 16,-1 2 2-16,-2-1-3 0,-1 2-3 0,-1 0-8 0,-2-2-2 0,-1 2 5 16,-1-1 0-16,-4 4 0 0,-2 0-2 0,-2 0-1 0,-1-1-2 15,1-1 1-15,0-2-1 0,0-1-1 0,2 0 5 0,-1-3-4 0,1 1-1 16,0-1-1-16,-2-2 4 0,0 1 4 0,-3-1-1 0,-3-2-3 0,1 1-3 16,-3-2-4-16,-1-2-1 0,-1 2 8 0,-1-2 10 0,0-2 1 15,2-2 4-15,1 0-5 0,1 0-10 0,2-2 0 0,1 1 0 0,3-2 3 16,1-2 0-16,1-1 0 0,1-2 3 0,-1 1 0 0,0-2 2 0,1 0 2 15,2-4-2-15,2-1 1 0,1-1 0 0,1-4-4 0,0-1 1 16,1-3-1-16,2-2-2 0,1-2-7 0,0 1-2 0,3-3-4 0,0-2 6 16,1 1 9-16,1-3-1 0,2-1 6 0,-1-1-7 0,0-2-2 0,-2 1 1 15,2-1 0-15,-2-1-1 0,2 1 0 0,-1 0-3 0,0 0 5 16,-1 0-3-16,1 0-1 0,-2 0-2 0,3 0 0 0,0 0 8 0,-2 1-5 16,4 1 2-16,-2 0-1 0,4 0-5 0,1 1 2 0,2-1 4 15,2 2-13-15,2-1-1 0,1 1 3 0,4 1-7 0,-1 0 13 0,3 1 0 16,1 1-3-16,3-1-5 0,1-1-13 0,2 2-16 0,1 1-15 0,1-1-14 15,1 2-19-15,1 0-25 0,1 1-16 0,0 2-20 0,1 1-29 16,0 0-41-16,0 1-51 0,1 0-104 0,1 0-178 0</inkml:trace>
  <inkml:trace contextRef="#ctx0" brushRef="#br0" timeOffset="3548.26">15791 5231 1333 0,'-8'-9'40'0,"0"5"-5"16,-1-1-18-16,4 7-15 0,0 3-6 0,0 4 0 0,1 3 3 16,-1 2 4-16,-2 2-3 0,1 0 0 0,-2 3 0 0,1 0-1 0,0 1 1 15,2 0-7-15,1 0 1 0,-1-1 0 0,2-2 4 0,1 1 7 16,0 0 11-16,1-2 7 0,2 0 13 0,-1 1 11 0,2 0 11 0,-1-1 16 16,1 1 6-16,1 0 8 0,-2-1-3 0,1 2-9 0,1 1-7 0,-1 1-19 15,0-2-2-15,1 0-12 0,0 1-5 0,1-2-2 0,0 2-8 16,0-2-3-16,1 0-1 0,0 0 2 0,-1-1-5 0,1-1 2 0,1-2 0 15,-1-1-6-15,1-2 1 0,0-1-2 0,-2-1 2 0,1 0-3 16,0-2 5-16,-1 0-5 0,0-2-3 0,0-1 1 0,-1 1-6 0,0 0 1 16,0-1-1-16,0 0-10 0,-1-1-15 0,0-1-22 0,-1 0-29 0,-1 0-28 15,0-2-31-15,-1 0-27 0,0-1-36 0,-1-1-45 0,-1-2-42 16,-1 0-41-16,-2-1-264 0</inkml:trace>
  <inkml:trace contextRef="#ctx0" brushRef="#br0" timeOffset="3965.26">15244 5307 1022 0,'-11'-14'76'0,"1"0"9"0,0-3-3 0,4 5-17 0,4 3-11 0,1 1-12 16,2 1-4-16,1 1-9 0,2-1-5 0,1-1 1 0,-1 1-1 0,3 0 5 15,0 0 4-15,1 1 2 0,0 0 3 0,1 0 1 0,1 0-2 16,1 1-2-16,4-1-6 0,3 2 6 0,2-1-4 0,4 1 3 0,4-1-3 15,2 0-3-15,4 1-3 0,2-1-2 0,6 1-1 0,4-1-6 0,4 1-5 16,4 0-1-16,2 2-2 0,1 1-3 0,2 0-2 0,0 1 0 16,2 2-3-16,-2 0 0 0,0 3 4 0,-1 0-5 0,-2 1 4 0,-2 2 1 15,0 0-1-15,-4 2 0 0,-1 2-2 0,-3 0-2 0,-2 4-3 0,0 1 2 16,-3 2-2-16,-2 2 2 0,0 2 1 0,-4 1-6 0,-2 4 0 16,-2 1-2-16,0 1-1 0,-4 0 3 0,1-3-2 0,-4 0 2 0,-2 0 0 15,-1 2-2-15,-4-1 2 0,-2 3-3 0,-3 0 3 0,-5 0-1 16,-4-1 0-16,-3 0 1 0,-4-2 2 0,-4 2 5 0,-6-2 5 0,-5 0-3 15,-4-5 5-15,-4-1-4 0,-4-1 1 0,-5-2 3 0,-5-1-4 0,-5 0 6 16,-7 0-5-16,-5-3-1 0,-5 2 2 0,-3-3 0 0,-2-2 0 16,-2-3-2-16,-2-5 2 0,-1-1-3 0,0-1 4 0,-2-2 1 0,0 0-4 15,-1-2 0-15,1 0 3 0,0-2-9 0,0-1 6 0,2-2 0 0,2-2-5 16,1-2 11-16,2-1-2 0,2-1-4 0,2 0 0 0,2 0-5 16,4-2-11-16,2-1-8 0,4-1-18 0,3-2-32 0,6-4-31 0,5 0-40 15,3-3-72-15,5-2-91 0,4-2-286 0,5-1 96 0</inkml:trace>
  <inkml:trace contextRef="#ctx0" brushRef="#br0" timeOffset="7265.48">16352 7438 8 0,'-3'4'18'0,"0"1"5"0,-1 0 7 0,2-1-7 0,0 0-9 0,1-1 0 16,0 0-2-16,1 0 7 0,0 0 2 0,2 0 5 0,0-1 10 0,1 0 3 15,0-1 4-15,2 1 7 0,0 0-1 0,2 1-2 0,0-1 0 16,0 0-4-16,2 1 2 0,1 0 2 0,1 1-1 0,1 1 1 0,2-1 1 16,0 2-1-16,3 0 0 0,1 2 3 0,1-1-2 0,1 0 4 0,2 0-4 15,2 0 1-15,3 0 2 0,3 0 0 0,2 1 1 0,1-1-1 16,2 2-7-16,0-1-3 0,4 1-3 0,1 0-2 0,4 0-3 0,1 1-1 15,3 0-3-15,1 0-7 0,1-1-2 0,2 3-4 0,1 1-4 16,2 0 4-16,2 1 7 0,1-1 9 0,1 0 10 0,0 0 7 0,3-2 2 16,0 0 4-16,2-1 0 0,-1 0-3 0,2 0 1 0,0 0-4 0,0 0-9 15,0 1-6-15,0 0-3 0,-2 1-7 0,-1 0-2 0,0-1-1 16,0-1-3-16,-3-1 5 0,-2 0 7 0,0-1 4 0,-2-2 11 0,-1 0 5 16,0-3-2-16,-1-1 7 0,0-2-2 0,0-3-6 0,-2 1 0 15,-1-3-11-15,-1-1-3 0,-1-1-4 0,-3-1-6 0,-2 1-3 0,1-2 1 16,-2-1-6-16,1-1-7 0,-1-2 1 0,1-1-2 0,-1 1-2 0,1-3 3 15,0-1-6-15,-3 0-4 0,-1-1 4 0,-2-2 3 0,-3 0 0 16,-2 0-1-16,-4-4-3 0,-3 1-18 0,-4-3 2 0,-2-1 1 0,-3-1 9 16,-3-2 14-16,-4 0 3 0,-2-3 5 0,-3 0-14 0,-3-1 2 0,-3 1-1 15,-2 0-3-15,-1-2 3 0,-1-1-2 0,-2-1-1 0,-2 0-1 16,0 0 5-16,-2 1-5 0,0 1 2 0,-1-1-2 0,-3 1-14 0,-2-1 2 16,-1 2 11-16,-2 0-4 0,-2-1 11 0,0 2 0 0,-3-3-8 0,-1 3 2 15,1-1 2-15,-4 2 1 0,-1 0-3 0,-2 1 0 0,0-2-3 16,-1 2-1-16,-2 0-3 0,-2 0 4 0,-3 3-4 0,-2 1-1 0,-1-1-1 15,-3 2-3-15,-2 0-6 0,0 2 1 0,-4 1 3 0,-2 2 4 16,-3 2 5-16,-1 0 2 0,-2 1-2 0,-3 2-5 0,0 0 5 0,-2 1-5 16,-1 1 6-16,1 1-1 0,-1 2 7 0,-1 1 3 0,-1 2-2 0,0 2 4 15,1 2-9-15,-1 1 1 0,2 3 1 0,-2 2 0 0,2 2-4 16,3 2 9-16,-1 2-1 0,3 2-4 0,0-1 5 0,2 4-7 0,0 1 0 16,3 2 4-16,3 1 0 0,1 0-6 0,2 1-7 0,2 2 4 0,2 1-3 15,1 1 8-15,4 2 7 0,3-1-5 0,3 2 4 0,3-1-6 16,3 2-3-16,2-2 3 0,2 0-4 0,5 1 1 0,3 0-7 0,3 0-19 15,5-2-23-15,3-2-27 0,4 1-21 0,3-2-16 0,3-2-19 16,4 1-23-16,4-2-28 0,3-1-18 0,4 0-29 0,1-1-30 0,5 0-11 16,3-3-69-16,4-2-111 0</inkml:trace>
  <inkml:trace contextRef="#ctx0" brushRef="#br0" timeOffset="8015.48">20248 6500 821 0,'-6'-27'-12'0,"0"1"36"0,-1-2 1 0,4 8-3 0,1 7-13 0,1 4-5 16,1 2-8-16,0 2-6 0,2 1-15 0,0 1-20 0,1-1-23 0,0 1-17 15,0 1-6-15,0 0 0 0,-1 0 2 0,0 1-2 0,-1 0-17 16,0 0 8-16,0 1 39 0</inkml:trace>
  <inkml:trace contextRef="#ctx0" brushRef="#br0" timeOffset="8698.48">20233 6342 63 0,'-2'-1'67'0,"0"2"0"0,-1 0-15 15,2 0-17-15,0 1-8 0,2-1 0 0,-1 1-1 0,0 0 5 0,1 0 7 16,1 0 6-16,0-1 13 0,2 1 2 0,0-1 3 0,0 0-2 0,3-1-4 16,-1-1-4-16,1 0-7 0,0 0-1 0,1 0-5 0,1 0-2 15,0 0 1-15,0-1-5 0,0 1 3 0,-1 0-1 0,1 0-2 0,-1 1 1 16,-2-1-5-16,1 1-3 0,0-1 1 0,-1 1-3 0,-1 0-2 0,0 0-1 15,-2 0-5-15,0 1-3 0,0-1-5 0,-2 2-4 0,0-1 0 16,-1 0-2-16,0 1 3 0,-1-1 1 0,-2 0-2 0,0 1 3 0,-1 0-3 16,0-1 0-16,-1 1-2 0,-1-1-1 0,-1 0 3 0,1-1-1 15,1 0 1-15,0 1-3 0,0-1-1 0,1 0 0 0,-1 0 0 0,2 0 1 16,0 0 1-16,1 0-2 0,0 0 4 0,1-1 0 0,0-1 0 0,1 1 1 16,0-2 0-16,-1 0-1 0,2-1-1 0,-1-1 3 0,1 0-3 15,-1 0 0-15,2 0 2 0,-2 0-3 0,1 1 7 0,0 0-3 0,0 2 0 16,0-2-1-16,0 2-3 0,0-1 3 0,0 1-2 0,0 1 1 0,0 0-1 15,0 0-1-15,1 0 2 0,-1 1 2 0,1-1-7 0,-1 0 5 16,1 0-7-16,0 0 6 0,0 0 5 0,0-1-5 0,-1 1 3 0,1-1-5 16,-1 1 0-16,1-1-1 0,-1 0 0 0,0 1-1 0,1 0 2 15,-1-1 2-15,0 1 2 0,0 0 0 0,-1 0-8 0,1 1 4 0,0-1-2 16,-1 1 1-16,0 0 3 0,0 0-1 0,0 1-1 0,0-1-1 0,0 0 0 16,0 0-1-16,0 1 1 0,-1 1-1 0,1 0 0 0,0 1-1 15,-1 0 0-15,1 1 4 0,0 0-9 0,-1 0 3 0,0 1-2 0,1 1-4 16,-1 1 9-16,1 1-1 0,0 2-5 0,0 0 1 0,0 1-2 0,0 0-6 15,1 0-11-15,-1 1-15 0,1 2-14 0,1 1-3 0,-1 0 4 16,0-1 13-16,1 1 11 0,-1-4 10 0,2-2 12 0,0-3 4 0,2-2 5 16,0-2 3-16,-1-1-2 0,1 0 2 0,-1-2-1 0,-1 0 2 15,0-1 7-15,0 0 1 0,0 0 2 0,-1 0 2 0,-2-1-1 0,1 1 0 16,-1-1-2-16,1 1-3 0,0-2-2 0,0 1-3 0,1-2-1 0,-1 1 0 16,1-1-2-16,-1 1 0 0,0 0-1 0,0 0 2 0,1 1-3 15,-1 0 4-15,-1 1 5 0,1-1 1 0,-1-1 8 0,0 0 1 0,0 1 3 16,0-1 0-16,-1 1 2 0,1 0 6 0,1 0 2 0,-1 0 3 0,1 0 3 15,1-1-1-15,1 1 0 0,1-1 1 0,1 0-6 0,3 1 5 16,2-1-5-16,2 1-3 0,4 1 4 0,3 1-3 0,2 0 3 0,3 1-4 16,2 2-3-16,3-1-5 0,2 3-3 0,1 1-5 0,1 2-5 15,-1 1-5-15,0 2-2 0,-2 2 2 0,0 2-2 0,-2 0 1 0,-2 2-1 16,-3 0 3-16,-2 0 0 0,-2 0-1 0,-3 2 0 0,-1 1-5 0,-3 1 4 16,-4 1 4-16,-3 2-1 0,-3-1 5 0,-5 2-2 0,-3 0 0 15,-5 3 5-15,-3 1-3 0,-4-1 0 0,-4 3 0 0,-5-2-6 0,-2 1 5 16,-3-3 1-16,0-1-5 0,1-4 4 0,0-1 1 0,2-2 2 0,5-2 10 15,1-2 10-15,5-3-5 0,3-2-1 0,4-2-11 0,4 0-7 16,2 0-4-16,2-1-5 0,3 0-1 0,1 2 0 0,3 0-3 0,3-1 3 16,3 2 2-16,5-1-2 0,1-1-2 0,5-1 1 0,4-1-6 0,0-2 0 15,4-1 4-15,-1 0-5 0,4 0 5 0,-1-1-7 0,1 1-10 16,-2-2-15-16,-1 1-33 0,-2-1-28 0,1-1-28 0,-2-1-38 0,0-1-23 16,-3-1-22-16,-2 0-20 0,-2-4-13 0,-3-1-10 0,-3-4-37 15,-3-1-153-15</inkml:trace>
  <inkml:trace contextRef="#ctx0" brushRef="#br0" timeOffset="9083.48">20149 6208 789 0,'-41'-27'180'0,"-1"-2"-49"0,-9-4 26 16,9 5-30-16,12 9-16 0,5 2-12 0,7 2-11 0,5 3-9 0,5 3-15 16,4 3-14-16,4 0-18 0,3 2-9 0,5 1-6 0,5 0 1 0,7 1 10 15,9 0 12-15,8 0 9 0,8-1 7 0,8 1-3 0,8 1-4 16,5-1-10-16,7 2-6 0,3 0-8 0,4 2-5 0,2 1-2 0,3 1-4 15,2 2 1-15,1 2-4 0,2 0-2 0,-1 1-4 0,-1 3-7 16,-2 0 4-16,-2 3-1 0,-3 1 1 0,-3 2 2 0,-2 3-2 0,-2 0-5 16,-2 3 1-16,-2 4-1 0,-2 0-1 0,-3 4-2 0,-3 2-7 0,-1 2 12 15,-3 3 1-15,-4 4 4 0,-4 0 1 0,-4 4-7 0,-4 1-4 16,-2 1 5-16,-3 2-1 0,-1 0-1 0,-4 1 2 0,-1-2-4 0,-6 0 5 16,-1-2-6-16,-3-1 12 0,-2 0-1 0,-1-5 1 0,-3-2 4 0,-4-3-6 15,-3-3 2-15,-4 0 0 0,-5-2 3 0,-5-1-3 0,-6-2 5 16,-5-3-2-16,-7-3-1 0,-7-1 0 0,-7-3-5 0,-9-4-1 0,-9-2-5 15,-8-3-4-15,-11-3 7 0,-4-3-3 0,-8-4 6 0,-6-4 5 16,-4-3-6-16,-5-3 7 0,-7-2-3 0,-5-1 0 0,-4-2 2 0,-6-1-5 16,-1-2 1-16,0 2-1 0,2-2 6 0,3-3 4 0,7 1 6 0,6-1 5 15,8 0-2-15,6 3-4 0,8 1-4 0,9 1-4 0,6 3-7 16,9 1 2-16,8 4-7 0,7-1-1 0,5 1-5 0,8 0-10 0,3 0-30 16,5 0-34-16,4 0-37 0,3 0-38 0,5 0-22 0,2 0-37 0,4-1-30 15,2 0-39-15,2-2-77 0,3-1-294 0</inkml:trace>
  <inkml:trace contextRef="#ctx0" brushRef="#br0" timeOffset="13482.53">6699 9670 550 0,'-20'-7'128'0,"-1"-1"-78"0,-4-1-4 16,7 2-4-16,4 0-5 0,2 0-11 0,1 0-13 0,1 1-4 0,1-2-4 15,3 0-2-15,-1 0-1 0,1-1-4 0,1 0-2 0,2 0-1 0,1 0-3 16,1 0-1-16,2-2 0 0,1-1 0 0,2 0 3 0,1-2 2 15,1 1 8-15,1-2 1 0,1-1 6 0,0-1 7 0,2-3 5 0,1 1 8 16,1 0 12-16,2 0 8 0,0-1 11 0,2 0 6 0,2 0-1 16,1 0-2-16,4-1-7 0,4 1-7 0,3-2-7 0,5 0-9 0,3-1-11 15,2-1-7-15,5 0-1 0,3-1-5 0,2 1 1 0,4 3-1 16,2-1-3-16,2 1-1 0,2 1-2 0,0 0-1 0,1 2 4 0,0 4-3 16,1 0 2-16,1 3-2 0,-1 1 0 0,-1 1 7 0,2 3 2 0,-2 3 5 15,1 0 1-15,-3 1 0 0,-1 3-3 0,-2 1-7 0,-2 1-2 16,-1 1-1-16,-1 3-2 0,-2 0 5 0,0 2 2 0,-1 1 0 0,0 0 2 15,2 2-5-15,-1 1-4 0,-2 2 2 0,-1 2-2 0,-2 1 2 0,1 0 0 16,-2 3-2-16,-1 2 2 0,-2 1 1 0,-1 4-3 0,-3 0 1 16,-1 3-2-16,-4 0-1 0,-1 1-3 0,-4 1 0 0,0 3 0 0,-4 1 1 15,-2 1-1-15,-2 2-4 0,-5 0 0 0,-3 0 8 0,-2 2 0 0,-3-2 7 16,-3-1 1-16,-4 0-8 0,-2-3 2 0,-2 0 1 0,-4-2-6 16,-1-2 4-16,-2-1 2 0,-3-4 2 0,-4 0-2 15,-1-2 1-15,-3-3-3 0,-2 1 7 0,1-1-1 0,-2-2 3 0,-3-1 1 0,-2-2-2 0,0-1 0 16,-3-2-6-16,0-2-12 0,-3-2-2 0,-2-2-4 0,-1-2 3 15,-4-3 3-15,2 0-3 0,-3-2 2 0,0-2-5 0,-3-2 1 0,0 0 9 16,0-4-5-16,-2-2 1 0,2-2-1 0,-2-4-2 0,0-1 8 16,1-1 3-16,-1-1-2 0,1-3 5 0,1 0-8 0,2-1 5 0,3-1 1 15,3 0-2-15,0-2 0 0,4 1 4 0,3-3 0 0,7 1 6 0,3-3-2 16,4 0 1-16,5 2-2 0,2 0-7 0,5 3 3 0,5-1-8 16,2 2-8-16,5-1-9 0,3 1-20 0,4 2-29 0,4-2-25 0,4 0-27 15,5 3-3-15,4-4-3 0,7 2-9 0,5-3-2 0,4-1-17 0,4-2 12 16,6-2-7-16,5-2-24 0,9-6-24 0,8-6-83 0</inkml:trace>
  <inkml:trace contextRef="#ctx0" brushRef="#br0" timeOffset="15049.87">14452 8572 44 0,'0'0'45'0,"1"-1"10"0,0 1 5 16,1-1-1-16,0 0-4 0,1 1-9 0,-1-1-5 0,1 0-4 0,0 0-4 16,1 0-1-16,0 0 0 0,0 1 2 0,0-1 6 0,1 0 2 0,1 0-1 15,0 0 1-15,0-1-2 0,0 1 1 0,-1 0 4 0,1 1-2 16,0 0 1-16,-1 2 0 0,-1 2 3 0,0 0 0 0,-2 3 1 0,1 0-1 16,-2 3-4-16,-2 3-5 0,-2 1-6 0,1 3-4 0,-2 0-5 0,0 3-7 15,0 2-2-15,0-1-6 0,0 1-1 0,0 0 0 0,1-2-1 16,0 0-2-16,1-2-3 0,1-2-2 0,-1 0-1 0,0-1 4 15,0 1 7-15,1-3-1 0,0 0 2 0,0-2-2 0,1-1-3 0,0 0 0 16,0-1-3-16,1-2-1 0,-1 2 3 0,1-1-4 0,-1-1 1 0,1 0-1 16,-1-1-4-16,1 0 2 0,-1-2 0 0,1 0-3 0,0-1-2 0,0-2-5 15,0 1-6-15,-1-1-8 0,0 0-12 0,0-1-29 0,0-1-49 16,-1 1-52-16,1-1-53 0,-2 0-57 0,0 0-119 0</inkml:trace>
  <inkml:trace contextRef="#ctx0" brushRef="#br0" timeOffset="15366.87">14209 8533 701 0,'-3'-24'400'0,"2"-1"-394"0,1-4-6 0,4 7 4 16,1 5 1-16,1 3 3 0,-1 3-2 0,0 2 0 0,-1 3-4 0,-1 1-6 16,0 1-7-16,-2 2-7 0,1 1-11 0,0 2-10 0,-1 0-6 0,0 1-8 15,0 2-7-15,-1-1-10 0,0 1-6 0,0 1-5 0,-1 1-1 16,1-1-2-16,-1 1-5 0,1 0 4 0,-1 1 11 0,0-1 1 0,0 0-13 15,1 0 21-15</inkml:trace>
  <inkml:trace contextRef="#ctx0" brushRef="#br0" timeOffset="15682.39">14269 8466 192 0,'12'-4'141'0,"4"-1"-11"0,4 0-25 0,4-4-17 15,0 0-11-15,3-1-5 0,1-1-1 0,2 1 2 0,3 1-1 16,0-1-5-16,2 1-3 0,1 0-10 0,0 0-8 0,2 2-10 0,-2 1-10 16,1 2-7-16,0 1-5 0,-2 1 0 0,-2 1-7 0,-1 2 2 0,0 2-2 15,-2 1-4-15,0 2 3 0,-2 1 0 0,-1 1-7 0,-2 3 1 16,-1 1-2-16,-1 0-1 0,-3 3 4 0,1 2 1 0,-2 3 0 0,-1 1-1 15,0 5 0-15,0 0 2 0,-2 4-2 0,0 0-1 0,-2 3 0 16,0 2-1-16,-1 3-2 0,-1 0 1 0,0 2-2 0,0 0-3 0,-1-3 6 16,-1-2 1-16,-2-3 7 0,0-1 5 0,-2-4 2 0,-3-1 5 0,-2-6 2 15,-2-2 13-15,-3-4 4 0,-3-1 10 0,-3-4 2 0,-1 0-1 16,-6-1-1-16,-4 0-15 0,-2-1-4 0,-8 0-9 0,-1 0-6 0,-7 0 2 16,-3-1-8-16,-2 0-4 0,-4 1 2 0,-3 0-6 0,-1-1 1 0,-1 0 2 15,-1 0-3-15,0 0 2 0,-1-1 2 0,1 0-4 0,0-1 2 16,0-1-2-16,3-2 1 0,2 1 3 0,2-1-5 0,2-1 2 0,1-1 1 15,5-1-1-15,1 0 2 0,2-1-3 0,5-2 0 0,-1-1-3 16,3 0 2-16,2-2-1 0,3-1-3 0,2-1 1 0,4-2-2 0,2 0 0 16,4-1-2-16,2-1 0 0,2-1-4 0,3 1 0 0,3-2-3 0,2-2-2 15,4 0-6-15,2 1-1 0,2-3-15 0,3 1-14 0,0 1-25 16,3 0-55-16,3 1-44 0,2 1-48 0,3 1-35 0,3 0-79 0,3 3-18 16</inkml:trace>
  <inkml:trace contextRef="#ctx0" brushRef="#br0" timeOffset="16650.39">19143 8684 933 0,'8'-17'128'0,"1"1"-102"0,4-1-8 0,-1 6-2 15,1 4-2-15,1 2-5 0,0 1-5 0,1 1-3 0,-1 1 3 16,2 0-5-16,0 0 3 0,0 1-1 0,0 0-1 0,-1 0 2 0,-1 0 0 16,-1 1 1-16,-3-1-1 0,1-1 6 0,-1 1-2 0,-2 0 4 0,0 0 3 15,0 0 3-15,-1 0 6 0,-1 0 5 0,1 1 3 0,0-1-4 16,-2 0 2-16,1 1-1 0,-1 0-1 0,0 0 2 0,0 1-3 0,1-1 1 15,1 0-1-15,-2 1-3 0,2-1-2 0,-1 1 0 0,0 0-7 0,1 0 4 16,-1 0-5-16,-1 1-3 0,0-1 4 0,0 1-5 0,-2 1 5 16,0-1-1-16,0 1 0 0,-1 0 4 0,-1 0 4 0,-1 1 1 0,0-1 1 15,-1 2-1-15,-1 0 1 0,-3 1 0 0,0 0 0 0,-3 1 2 16,-2 2-1-16,-2-1-4 0,-3 2 0 0,1 0 2 0,-4-1-2 0,0 2-2 16,0-2 1-16,-3 1-7 0,2 0 0 0,0-1 1 0,-1 0 3 0,0 1 2 15,1-2 2-15,3 2-2 0,1-1-3 0,2 0-2 0,2 0-8 16,2-2 1-16,1-1-3 0,2 0 3 0,2-1 6 0,1 1 5 0,2-1 3 15,0 1 6-15,2 0 8 0,1-1 1 0,0 1 2 0,2 0 0 0,1-1 1 16,2 0-5-16,-1 0-2 0,4 0-7 0,0 1-6 0,3 1 0 16,1-2 2-16,2 0-3 0,2 0-4 0,2 0-2 0,1-1-2 0,2 0-3 15,1 1 1-15,0-1-6 0,1 0-2 0,-1-1 1 0,1-1-1 0,0 1 5 16,-2 0 1-16,0-1-1 0,0 0 2 0,-3-1-5 0,0 0 0 16,-1 0 0-16,-2-1 0 0,0 0 3 0,0 0-5 0,-2-1 4 0,0 0 1 15,0 1-3-15,-1-1 2 0,-1 0-2 0,-2 0-5 0,-1-1 10 16,-1 1-2-16,-2 0-3 0,-1-1 3 0,-1 0-5 0,0 1-1 0,-1-1-3 15,0 0 1-15,-2 0-6 0,-1-1-10 0,-1 1-7 0,1 0-21 0,-1-2-28 16,0 1-29-16,-1 0-32 0,0-1-33 0,-1 0-25 0,0 0-42 16,-1-2-47-16,-1-1-48 0,-2-1-48 0,-1 0-70 0</inkml:trace>
  <inkml:trace contextRef="#ctx0" brushRef="#br0" timeOffset="17116.9">18896 8366 470 0,'-4'-10'335'0,"2"1"-312"16,1 0-18-16,3 5-5 0,3 3-6 0,3 2-1 0,0 2 2 0,2 2 2 15,2 1 2-15,-1-1 0 0,3-1 5 0,1 0-2 0,1-1 3 0,0-2 0 16,1-1 0-16,1-1 1 0,1-2 0 0,2-1 0 0,2-1 2 16,1 0 2-16,1-2 6 0,2 1 6 0,-2-2 14 0,1 0 10 0,1-2 7 15,2 0 2-15,1 0-4 0,2-1-2 0,0 1 4 0,1-1-5 16,1 0 0-16,1 1-1 0,0 0-4 0,2 0 0 0,1 1-3 0,-1 1 1 15,1 1-7-15,2 1-5 0,0 0 0 0,2 0-12 0,-1 2 2 0,-1 0-4 16,1 2 1-16,-1 0 2 0,-2 0-2 0,2 2-2 0,-3 2-1 16,-1 0-2-16,0 3-4 0,-2 0-1 0,0 0-6 0,-4 1 2 0,0 1-5 15,-3 2-1-15,-3 3 8 0,-2 1-5 0,-1 2 1 0,-1 0 1 0,-3 1-1 16,-3 2-3-16,-1 2 2 0,-3 3-2 0,-3-1-1 0,-2 2 2 16,-3 0-8-16,-2 1 6 0,-3 3-3 0,-2 0-1 0,-3 0 4 0,-2 0-4 15,-3-2-5-15,-1-2 5 0,-4 0-5 0,-1-1 0 0,-2-4 4 16,-2 1 1-16,-2-3 3 0,-2-2 5 0,-4-2 3 0,-1-2 3 0,-4-2 3 15,-2-2 3-15,-2-1 1 0,-4-2 1 0,-2-2 1 0,0-1-2 0,0-2-2 16,-1-1 0-16,2 0 4 0,1-2 1 0,1 0 4 0,0-1 0 16,2 0-3-16,1 1-1 0,1-1-1 0,1-1-1 0,2 1 1 0,3 0 2 15,2 0-2-15,1 0-4 0,2 1 0 0,4-1 0 0,0-1-1 0,5 0 0 16,1 0-3-16,3 0 0 0,3-1-3 0,2 0 2 0,3 1 0 16,0-1-5-16,2 0-1 0,1 0-3 0,2-1-1 0,1-2-6 0,2 0-8 15,2 0-13-15,1-1-22 0,2 1-15 0,2-1-14 0,0-1-9 0,5-1-13 16,2-1-17-16,4-1-27 0,3-1-23 0,5-2-7 0,4 0 35 15,4-2-17-15,4-2-38 0,4-1-158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16F99-985A-4382-BBCF-17C82EE5D71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D4BB1-E6E9-4F5A-85A4-0DB9CDCD1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1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D4BB1-E6E9-4F5A-85A4-0DB9CDCD15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2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8BF2-59F1-26C2-5915-AED07EA04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F7870-E946-15D5-165A-0C04E8C3B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67784-F3BA-95D8-68D8-CB975A591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5DBE2-5BB2-21AB-6A6E-AC1C81C1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C1C0-5A5F-88B8-6C61-696CE8AB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0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EAF6-C45A-89E5-8A95-F42FE244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4A7D8-6593-5C2E-57A2-02C0B12B5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12910-1B4B-6999-AFA1-7DD581C6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23A20-E85A-A716-FBBD-D62EDCD6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77117-8BD8-E8F4-A114-C62C6C34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5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1572-95E5-01FF-89E7-73CB7CBC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16B8E-D6D3-2F63-7FA1-366F78292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C0A6C-B59E-D146-B53D-B64D8958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821F-E33B-FD31-6911-48981CA5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8DC04-6132-3E7A-0BCC-72B2998B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4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71E8-2397-CF95-2F71-FFA75EF9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68188-6788-9149-4D16-8820B1280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6A79-93A2-ADE1-2616-C97358D86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9B520-2933-89E4-16F6-EF00D0DA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4BC31-F2EC-5C09-7876-5B50142B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B6B22-E727-1AA6-5FDB-09CA32A17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6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B02D-A713-4049-0FB5-68BF8452F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1FA39-59E5-60F6-DF13-A6CFE050A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37059-B874-9F12-51FB-0E2D006C3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7D493-E9F6-E9FD-453A-FC157CB27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2ACCE-F78D-D12F-0243-CDBA71480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D06F3F-04B7-7DED-D3B6-F7798056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12D51B-2412-3EB8-714F-24C1267E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51D53-27F1-E33B-E791-11DEFA21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0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E00B-43C5-1DFB-A2EA-DBE73ADF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C0AB5-7CDD-5390-96A4-C6FB90FE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F60BE-8326-9B3E-850F-1A72ADD4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C8E73-B1BB-8BBF-45AD-3AD2B119D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61FF2-9411-511C-D3A5-37003E5F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C261F-F862-66AE-B451-1177C891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A2AA8-038D-BBA1-3494-C4387C38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D1149-4578-663E-D38D-B33D7368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183D-CC06-03E5-BD3E-22EFF2837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C1C7A-C0D6-C6E2-3391-D23712F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F3B43-7ECE-A3FA-6CC8-EC13DDD27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38021-6240-C863-9F58-F0874BCC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9A52C-0086-F0DF-F32C-0E5EB470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3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4A4D-7277-E72E-6798-EB820A6AD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6B1E6-6245-DB94-2616-919B1D0E3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E1858-34C7-DB5F-3369-5EB4B23C4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C9F71-FFF0-36C8-FFFA-DD52DC50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B7862-CF70-3D97-7321-8BC5D3FC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46E5C-0006-A0CC-AB8B-5A6E1E98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7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B851-E447-BB81-F5EA-82C881F4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A8AAA-DCC0-3C57-4CB7-FC2307D46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92551-FFFB-5D1B-4053-BF908433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C9988-C5E5-3F34-B47F-AB9BB6F0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C9A11-0D7F-3469-7F73-86D71FBE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5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0296B-725E-81C6-D9B4-3724ED0C4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D5308-F04C-4B5C-EFC6-8FEA29AE2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DA416-93EB-FEB1-201A-DDF7AC5A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1F867-8169-9D77-E5EA-1C7C751E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3D1C-1113-F347-E4EE-8951FA41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92FCC-C244-A350-1FD7-7C7F5E4D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68176-D961-CCEE-A734-4F21202AB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F112D-9326-28C0-ABC3-BBE0B48BB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E2B42-D5F7-476F-A99F-4BF1F0EC0D02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4A9C0-CF2A-6336-F917-345057CCA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517E4-AA24-1666-458F-201F70730C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F2FCE-E9F1-49B1-8597-0178C6332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6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7" Type="http://schemas.openxmlformats.org/officeDocument/2006/relationships/image" Target="../media/image2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B176F-DD8A-DEFF-24E0-43B3AD7CF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39184-0B0B-1746-5D11-5A278174C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634"/>
            <a:ext cx="9144000" cy="74416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60013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06BA-A15A-4074-EDF1-67F2617F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76618-C605-0172-BDE8-6EB334A30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 Review</a:t>
            </a:r>
          </a:p>
          <a:p>
            <a:r>
              <a:rPr lang="en-US" dirty="0"/>
              <a:t>Encoding: </a:t>
            </a:r>
            <a:r>
              <a:rPr lang="en-US" dirty="0" err="1"/>
              <a:t>davomi</a:t>
            </a:r>
            <a:endParaRPr lang="en-US" dirty="0"/>
          </a:p>
          <a:p>
            <a:r>
              <a:rPr lang="en-US" dirty="0"/>
              <a:t>For loop</a:t>
            </a:r>
          </a:p>
          <a:p>
            <a:r>
              <a:rPr lang="en-US" dirty="0"/>
              <a:t>For loop + Missing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to’ldirish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1D4E3B-006E-1D1B-535A-F8C8C67F8066}"/>
                  </a:ext>
                </a:extLst>
              </p14:cNvPr>
              <p14:cNvContentPartPr/>
              <p14:nvPr/>
            </p14:nvContentPartPr>
            <p14:xfrm>
              <a:off x="793080" y="1626480"/>
              <a:ext cx="7820280" cy="3464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1D4E3B-006E-1D1B-535A-F8C8C67F80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3720" y="1617120"/>
                <a:ext cx="7839000" cy="348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835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9EBAD-EEB0-284E-1169-B9BB67AC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B576-BF91-9C58-491E-8B2504D3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917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63B06-CCFF-13F6-E412-C38013125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6D48-341A-8E9F-1B14-ED67F77AF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10142-D94B-A08A-4BA4-286C5115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Preprocessing: Review</a:t>
            </a:r>
          </a:p>
          <a:p>
            <a:r>
              <a:rPr lang="en-US" dirty="0"/>
              <a:t>Encoding</a:t>
            </a:r>
          </a:p>
          <a:p>
            <a:r>
              <a:rPr lang="en-US" dirty="0" err="1"/>
              <a:t>Imtixon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10004FC-FEA3-8986-2F42-868C08DDDBEF}"/>
                  </a:ext>
                </a:extLst>
              </p14:cNvPr>
              <p14:cNvContentPartPr/>
              <p14:nvPr/>
            </p14:nvContentPartPr>
            <p14:xfrm>
              <a:off x="1356480" y="1632600"/>
              <a:ext cx="10038240" cy="4843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10004FC-FEA3-8986-2F42-868C08DDDB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7120" y="1623240"/>
                <a:ext cx="10056960" cy="48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665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136F-B598-4B57-1443-4C6BDE8F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CFC0-75BF-592A-843E-586A79F53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Data Preprocessing: Review</a:t>
            </a:r>
          </a:p>
        </p:txBody>
      </p:sp>
    </p:spTree>
    <p:extLst>
      <p:ext uri="{BB962C8B-B14F-4D97-AF65-F5344CB8AC3E}">
        <p14:creationId xmlns:p14="http://schemas.microsoft.com/office/powerpoint/2010/main" val="3491878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611B-90CA-3C2D-CC44-07C05916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Preprocessing: Review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C018-FE0C-D522-5404-7524C7F45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Handling missing values</a:t>
            </a:r>
          </a:p>
          <a:p>
            <a:pPr lvl="1"/>
            <a:r>
              <a:rPr lang="en-US" dirty="0"/>
              <a:t>Mean</a:t>
            </a:r>
          </a:p>
          <a:p>
            <a:pPr lvl="1"/>
            <a:r>
              <a:rPr lang="en-US" dirty="0"/>
              <a:t>Mode</a:t>
            </a:r>
          </a:p>
          <a:p>
            <a:pPr lvl="1"/>
            <a:r>
              <a:rPr lang="en-US" dirty="0"/>
              <a:t>Median</a:t>
            </a:r>
          </a:p>
          <a:p>
            <a:pPr lvl="1"/>
            <a:r>
              <a:rPr lang="en-US" dirty="0"/>
              <a:t>Fixed</a:t>
            </a:r>
          </a:p>
          <a:p>
            <a:pPr lvl="1"/>
            <a:r>
              <a:rPr lang="en-US" dirty="0"/>
              <a:t>Drop</a:t>
            </a:r>
          </a:p>
          <a:p>
            <a:r>
              <a:rPr lang="en-US" dirty="0"/>
              <a:t>Encoding</a:t>
            </a:r>
          </a:p>
          <a:p>
            <a:pPr lvl="1"/>
            <a:r>
              <a:rPr lang="en-US" dirty="0"/>
              <a:t>One – hot</a:t>
            </a:r>
          </a:p>
          <a:p>
            <a:pPr lvl="1"/>
            <a:r>
              <a:rPr lang="en-US" dirty="0"/>
              <a:t>Label Encoding</a:t>
            </a:r>
          </a:p>
          <a:p>
            <a:r>
              <a:rPr lang="en-US" dirty="0"/>
              <a:t>Scaling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F3DEAE0-F745-7F5B-84EF-71F3F08DE728}"/>
                  </a:ext>
                </a:extLst>
              </p14:cNvPr>
              <p14:cNvContentPartPr/>
              <p14:nvPr/>
            </p14:nvContentPartPr>
            <p14:xfrm>
              <a:off x="416520" y="1218600"/>
              <a:ext cx="9177480" cy="5308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F3DEAE0-F745-7F5B-84EF-71F3F08DE7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7160" y="1209240"/>
                <a:ext cx="9196200" cy="532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614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F6FC7-EAC3-CE93-187F-0D76985B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0E0C-538F-A00A-92E3-1373FAB6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Encoding (</a:t>
            </a:r>
            <a:r>
              <a:rPr lang="en-US" b="1" dirty="0" err="1"/>
              <a:t>davomi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3794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0BC8-59CC-0E02-3AB5-2F301946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100D1-C492-4CA8-C3E1-5542729BC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One-hot</a:t>
            </a:r>
          </a:p>
          <a:p>
            <a:r>
              <a:rPr lang="en-US" dirty="0"/>
              <a:t>Label</a:t>
            </a:r>
          </a:p>
          <a:p>
            <a:r>
              <a:rPr lang="en-US" dirty="0"/>
              <a:t>Frequence</a:t>
            </a:r>
          </a:p>
          <a:p>
            <a:r>
              <a:rPr lang="en-US" dirty="0"/>
              <a:t>Target</a:t>
            </a:r>
          </a:p>
          <a:p>
            <a:r>
              <a:rPr lang="en-US" dirty="0"/>
              <a:t>Ordinal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E6A1767-4BE1-49F3-8223-8748A135DB94}"/>
                  </a:ext>
                </a:extLst>
              </p14:cNvPr>
              <p14:cNvContentPartPr/>
              <p14:nvPr/>
            </p14:nvContentPartPr>
            <p14:xfrm>
              <a:off x="633240" y="1630080"/>
              <a:ext cx="3900240" cy="2786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E6A1767-4BE1-49F3-8223-8748A135DB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880" y="1620720"/>
                <a:ext cx="3918960" cy="280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7267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9390-F36D-A2FB-43B9-409185D8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E952-772A-7337-EAB6-E11E2C0A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A5A60-D763-C033-E112-77FDC4384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Frequency encoding</a:t>
            </a:r>
          </a:p>
          <a:p>
            <a:pPr lvl="1"/>
            <a:r>
              <a:rPr lang="en-US" dirty="0" err="1"/>
              <a:t>Takrorlanishlar</a:t>
            </a:r>
            <a:r>
              <a:rPr lang="en-US" dirty="0"/>
              <a:t> </a:t>
            </a:r>
            <a:r>
              <a:rPr lang="en-US" dirty="0" err="1"/>
              <a:t>sonini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elementlar</a:t>
            </a:r>
            <a:r>
              <a:rPr lang="en-US" dirty="0"/>
              <a:t> </a:t>
            </a:r>
            <a:r>
              <a:rPr lang="en-US" dirty="0" err="1"/>
              <a:t>soniga</a:t>
            </a:r>
            <a:r>
              <a:rPr lang="en-US" dirty="0"/>
              <a:t> </a:t>
            </a:r>
            <a:r>
              <a:rPr lang="en-US" dirty="0" err="1"/>
              <a:t>nisbati</a:t>
            </a:r>
            <a:r>
              <a:rPr lang="en-US" dirty="0"/>
              <a:t> bn </a:t>
            </a:r>
            <a:r>
              <a:rPr lang="en-US" dirty="0" err="1"/>
              <a:t>almashtiriladi</a:t>
            </a:r>
            <a:endParaRPr lang="en-US" dirty="0"/>
          </a:p>
        </p:txBody>
      </p:sp>
      <p:pic>
        <p:nvPicPr>
          <p:cNvPr id="1026" name="Picture 2" descr="Feature processors | Elastic Docs">
            <a:extLst>
              <a:ext uri="{FF2B5EF4-FFF2-40B4-BE49-F238E27FC236}">
                <a16:creationId xmlns:a16="http://schemas.microsoft.com/office/drawing/2014/main" id="{637068BD-D542-0C05-70C1-0FF2F8634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97" y="2600325"/>
            <a:ext cx="11639550" cy="389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B6FECAE-D26B-9B98-C955-9E666AC58631}"/>
                  </a:ext>
                </a:extLst>
              </p14:cNvPr>
              <p14:cNvContentPartPr/>
              <p14:nvPr/>
            </p14:nvContentPartPr>
            <p14:xfrm>
              <a:off x="622440" y="708480"/>
              <a:ext cx="11112120" cy="6150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B6FECAE-D26B-9B98-C955-9E666AC586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080" y="699120"/>
                <a:ext cx="11130840" cy="616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3865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276C-2A8E-6A6B-7E63-7EA5718B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Feature processors | Elastic Docs">
            <a:extLst>
              <a:ext uri="{FF2B5EF4-FFF2-40B4-BE49-F238E27FC236}">
                <a16:creationId xmlns:a16="http://schemas.microsoft.com/office/drawing/2014/main" id="{6176DC73-807E-F1E1-0A81-00C71DF54C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0" y="2534444"/>
            <a:ext cx="77597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53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E6A7-A94E-B729-14FA-944C920B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B346-FFFA-8D28-2E7D-ECBB566A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BD42D-EBCD-8F44-0270-5C1F9BC6C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Target encoding</a:t>
            </a:r>
          </a:p>
          <a:p>
            <a:pPr lvl="1"/>
            <a:r>
              <a:rPr lang="en-US" dirty="0"/>
              <a:t>Mos target </a:t>
            </a:r>
            <a:r>
              <a:rPr lang="en-US" dirty="0" err="1"/>
              <a:t>qiymatning</a:t>
            </a:r>
            <a:r>
              <a:rPr lang="en-US" dirty="0"/>
              <a:t> </a:t>
            </a:r>
            <a:r>
              <a:rPr lang="en-US" dirty="0" err="1"/>
              <a:t>o’rta</a:t>
            </a:r>
            <a:r>
              <a:rPr lang="en-US" dirty="0"/>
              <a:t> </a:t>
            </a:r>
            <a:r>
              <a:rPr lang="en-US" dirty="0" err="1"/>
              <a:t>arifmetigiga</a:t>
            </a:r>
            <a:r>
              <a:rPr lang="en-US" dirty="0"/>
              <a:t> kora encoding </a:t>
            </a:r>
            <a:r>
              <a:rPr lang="en-US" dirty="0" err="1"/>
              <a:t>qiladi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1028" name="Picture 4" descr="Feature processors | Elastic Docs">
            <a:extLst>
              <a:ext uri="{FF2B5EF4-FFF2-40B4-BE49-F238E27FC236}">
                <a16:creationId xmlns:a16="http://schemas.microsoft.com/office/drawing/2014/main" id="{FE4C27BA-A75C-DC8B-00DB-BEA519F4E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25" y="2978150"/>
            <a:ext cx="12192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3F9139-BA0A-AA0B-E9D6-BD59694EC754}"/>
                  </a:ext>
                </a:extLst>
              </p14:cNvPr>
              <p14:cNvContentPartPr/>
              <p14:nvPr/>
            </p14:nvContentPartPr>
            <p14:xfrm>
              <a:off x="318960" y="894960"/>
              <a:ext cx="11809800" cy="5522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3F9139-BA0A-AA0B-E9D6-BD59694EC7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600" y="885600"/>
                <a:ext cx="11828520" cy="554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711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B875-3723-8A9A-9A60-40661708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168C-6FA6-0FC8-B4AB-58C4DAC8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Encoding(</a:t>
            </a:r>
            <a:r>
              <a:rPr lang="en-US" dirty="0" err="1"/>
              <a:t>davomi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4D9A9-B45B-63D5-2556-E1A540185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Ordinal encoding</a:t>
            </a:r>
          </a:p>
          <a:p>
            <a:pPr lvl="1"/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ketlikga</a:t>
            </a:r>
            <a:r>
              <a:rPr lang="en-US" dirty="0"/>
              <a:t> kora </a:t>
            </a:r>
            <a:r>
              <a:rPr lang="en-US" dirty="0" err="1"/>
              <a:t>sonlar</a:t>
            </a:r>
            <a:r>
              <a:rPr lang="en-US" dirty="0"/>
              <a:t> bn </a:t>
            </a:r>
            <a:r>
              <a:rPr lang="en-US" dirty="0" err="1"/>
              <a:t>almashtiriladi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2052" name="Picture 4" descr="Ordinal Encoding - Scaler Topics">
            <a:extLst>
              <a:ext uri="{FF2B5EF4-FFF2-40B4-BE49-F238E27FC236}">
                <a16:creationId xmlns:a16="http://schemas.microsoft.com/office/drawing/2014/main" id="{CEC4B9B6-D66E-3B3F-0CE1-CE2822169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674" y="3508848"/>
            <a:ext cx="226695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7 Must-know Techniques For Encoding Categorical Feature">
            <a:extLst>
              <a:ext uri="{FF2B5EF4-FFF2-40B4-BE49-F238E27FC236}">
                <a16:creationId xmlns:a16="http://schemas.microsoft.com/office/drawing/2014/main" id="{2DA11950-58A0-965C-A6C3-7B92B0553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423" y="3770785"/>
            <a:ext cx="30575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4CF79E-3AEF-FDA6-5177-0F38BD92F85A}"/>
                  </a:ext>
                </a:extLst>
              </p14:cNvPr>
              <p14:cNvContentPartPr/>
              <p14:nvPr/>
            </p14:nvContentPartPr>
            <p14:xfrm>
              <a:off x="2745000" y="664920"/>
              <a:ext cx="9375120" cy="4858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4CF79E-3AEF-FDA6-5177-0F38BD92F8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5640" y="655560"/>
                <a:ext cx="9393840" cy="487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010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020F-441D-CD4B-5AB3-7CEBB500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6ABB-2000-D880-23DE-EA4EC796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For loop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D0146F-6DF5-9AA7-7F79-2428AB987FD9}"/>
                  </a:ext>
                </a:extLst>
              </p14:cNvPr>
              <p14:cNvContentPartPr/>
              <p14:nvPr/>
            </p14:nvContentPartPr>
            <p14:xfrm>
              <a:off x="689760" y="1683360"/>
              <a:ext cx="7619400" cy="3215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D0146F-6DF5-9AA7-7F79-2428AB987F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400" y="1674000"/>
                <a:ext cx="7638120" cy="32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8740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D061-C1A3-F03C-0778-E1D7B52E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99390-B6F8-3DBB-AFE7-6411CB707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Jarayonni</a:t>
            </a:r>
            <a:r>
              <a:rPr lang="en-US" dirty="0"/>
              <a:t> </a:t>
            </a:r>
            <a:r>
              <a:rPr lang="en-US" dirty="0" err="1"/>
              <a:t>avtomatlashirish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ishlatilinadigan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bloki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2D47DD-CE7D-625B-0B98-5591FE7C4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92" y="2683516"/>
            <a:ext cx="2981325" cy="1704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F31481-81A2-A20F-49B9-8BDF2A241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267" y="2538109"/>
            <a:ext cx="2543175" cy="2209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8903A2-9D81-8242-CF05-019B4A60A3F8}"/>
                  </a:ext>
                </a:extLst>
              </p14:cNvPr>
              <p14:cNvContentPartPr/>
              <p14:nvPr/>
            </p14:nvContentPartPr>
            <p14:xfrm>
              <a:off x="823680" y="527040"/>
              <a:ext cx="9361800" cy="3846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8903A2-9D81-8242-CF05-019B4A60A3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4320" y="517680"/>
                <a:ext cx="9380520" cy="38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000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566B-BAC4-3FF4-D8AC-F00DF9BA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D57F-ED23-ACAA-E5BF-7588740A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For loop: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89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E12B-5821-E991-0C13-E16CB05A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2486AF-E7B1-04E0-BE02-3C2DB15AD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1325" y="2253456"/>
            <a:ext cx="6229350" cy="34956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E0E24D-5DC2-EB51-DB6B-0304150CCCA5}"/>
                  </a:ext>
                </a:extLst>
              </p14:cNvPr>
              <p14:cNvContentPartPr/>
              <p14:nvPr/>
            </p14:nvContentPartPr>
            <p14:xfrm>
              <a:off x="2709720" y="1239840"/>
              <a:ext cx="5604480" cy="4282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E0E24D-5DC2-EB51-DB6B-0304150CCC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360" y="1230480"/>
                <a:ext cx="5623200" cy="430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108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6D8F-79EE-678A-A8C5-60101021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411F4-0AFC-9E80-5B3D-98A7DFF65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3668" y="1825625"/>
            <a:ext cx="7764663" cy="43513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18F351-37F6-8430-CB7D-912B615CFD78}"/>
                  </a:ext>
                </a:extLst>
              </p14:cNvPr>
              <p14:cNvContentPartPr/>
              <p14:nvPr/>
            </p14:nvContentPartPr>
            <p14:xfrm>
              <a:off x="2356560" y="1495080"/>
              <a:ext cx="7994520" cy="475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18F351-37F6-8430-CB7D-912B615CFD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7200" y="1485720"/>
                <a:ext cx="8013240" cy="47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2023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1981-E04A-B91F-B564-226720A4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5184-AFC8-5115-2D84-D51EF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For loop + Missing </a:t>
            </a:r>
            <a:r>
              <a:rPr lang="en-US" b="1" dirty="0" err="1"/>
              <a:t>qiymatlarni</a:t>
            </a:r>
            <a:r>
              <a:rPr lang="en-US" b="1" dirty="0"/>
              <a:t> </a:t>
            </a:r>
            <a:r>
              <a:rPr lang="en-US" b="1" dirty="0" err="1"/>
              <a:t>to’ldirish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3164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099F-BE1A-9F67-5176-51F30B4A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loop + Missing </a:t>
            </a:r>
            <a:r>
              <a:rPr lang="en-US" b="1" dirty="0" err="1"/>
              <a:t>qiymatlarni</a:t>
            </a:r>
            <a:r>
              <a:rPr lang="en-US" b="1" dirty="0"/>
              <a:t> </a:t>
            </a:r>
            <a:r>
              <a:rPr lang="en-US" b="1" dirty="0" err="1"/>
              <a:t>to’ldirish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3A582-10CE-3468-6C81-3A907E422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loopni</a:t>
            </a:r>
            <a:r>
              <a:rPr lang="en-US" dirty="0"/>
              <a:t> Missing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to’ldirishda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ishlatsak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41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A7EA-EB94-CD24-F322-D6541F23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188E-76E6-F651-B677-08B117D2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For loop + Missing </a:t>
            </a:r>
            <a:r>
              <a:rPr lang="en-US" b="1" dirty="0" err="1"/>
              <a:t>qiymatlarni</a:t>
            </a:r>
            <a:r>
              <a:rPr lang="en-US" b="1" dirty="0"/>
              <a:t> </a:t>
            </a:r>
            <a:r>
              <a:rPr lang="en-US" b="1" dirty="0" err="1"/>
              <a:t>to’ldirish</a:t>
            </a:r>
            <a:r>
              <a:rPr lang="en-US" b="1" dirty="0"/>
              <a:t>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8873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BBDC6-0DF4-1B2D-AB56-67A49660F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B982A-63EE-A4D1-B6B2-3A0E7F80D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loopga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misollarni</a:t>
            </a:r>
            <a:r>
              <a:rPr lang="en-US" dirty="0"/>
              <a:t> </a:t>
            </a:r>
            <a:r>
              <a:rPr lang="en-US" dirty="0" err="1"/>
              <a:t>ishlang</a:t>
            </a:r>
            <a:r>
              <a:rPr lang="en-US" dirty="0"/>
              <a:t>(10 ta)</a:t>
            </a:r>
          </a:p>
          <a:p>
            <a:r>
              <a:rPr lang="en-US" dirty="0"/>
              <a:t>Yangi dataset toping: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loopdan</a:t>
            </a:r>
            <a:r>
              <a:rPr lang="en-US" dirty="0"/>
              <a:t> </a:t>
            </a:r>
            <a:r>
              <a:rPr lang="en-US" dirty="0" err="1"/>
              <a:t>foydalangan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foydalanmagan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missing </a:t>
            </a:r>
            <a:r>
              <a:rPr lang="en-US" dirty="0" err="1"/>
              <a:t>qiymatlarni</a:t>
            </a:r>
            <a:r>
              <a:rPr lang="en-US" dirty="0"/>
              <a:t> 5 ta </a:t>
            </a:r>
            <a:r>
              <a:rPr lang="en-US" dirty="0" err="1"/>
              <a:t>usulda</a:t>
            </a:r>
            <a:r>
              <a:rPr lang="en-US" dirty="0"/>
              <a:t> </a:t>
            </a:r>
            <a:r>
              <a:rPr lang="en-US" dirty="0" err="1"/>
              <a:t>to’ldiring</a:t>
            </a:r>
            <a:endParaRPr lang="en-US" dirty="0"/>
          </a:p>
          <a:p>
            <a:pPr lvl="1"/>
            <a:r>
              <a:rPr lang="en-US" dirty="0"/>
              <a:t>2 ta </a:t>
            </a:r>
            <a:r>
              <a:rPr lang="en-US" dirty="0" err="1"/>
              <a:t>usulda</a:t>
            </a:r>
            <a:r>
              <a:rPr lang="en-US" dirty="0"/>
              <a:t> encoding </a:t>
            </a:r>
            <a:r>
              <a:rPr lang="en-US" dirty="0" err="1"/>
              <a:t>qiling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802CD0-146C-EDE1-BD2F-C3B4A1514FD2}"/>
                  </a:ext>
                </a:extLst>
              </p14:cNvPr>
              <p14:cNvContentPartPr/>
              <p14:nvPr/>
            </p14:nvContentPartPr>
            <p14:xfrm>
              <a:off x="5147372" y="2943245"/>
              <a:ext cx="152280" cy="18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802CD0-146C-EDE1-BD2F-C3B4A1514F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41252" y="2937125"/>
                <a:ext cx="1645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E50D25A-8DED-CF10-A494-7B4764004EF4}"/>
                  </a:ext>
                </a:extLst>
              </p14:cNvPr>
              <p14:cNvContentPartPr/>
              <p14:nvPr/>
            </p14:nvContentPartPr>
            <p14:xfrm>
              <a:off x="1018080" y="1707480"/>
              <a:ext cx="7080840" cy="1932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E50D25A-8DED-CF10-A494-7B4764004EF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8720" y="1698120"/>
                <a:ext cx="7099560" cy="195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729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190</Words>
  <Application>Microsoft Office PowerPoint</Application>
  <PresentationFormat>Widescreen</PresentationFormat>
  <Paragraphs>60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7-dars</vt:lpstr>
      <vt:lpstr>Bugun</vt:lpstr>
      <vt:lpstr>Takrorlash</vt:lpstr>
      <vt:lpstr>Takrorlash</vt:lpstr>
      <vt:lpstr>Data Preprocessing: Review</vt:lpstr>
      <vt:lpstr>Data Preprocessing: Review </vt:lpstr>
      <vt:lpstr>Encoding (davomi)</vt:lpstr>
      <vt:lpstr>Encoding(davomi)</vt:lpstr>
      <vt:lpstr>Encoding(davomi)</vt:lpstr>
      <vt:lpstr>PowerPoint Presentation</vt:lpstr>
      <vt:lpstr>Encoding(davomi)</vt:lpstr>
      <vt:lpstr>Encoding(davomi)</vt:lpstr>
      <vt:lpstr>For loop</vt:lpstr>
      <vt:lpstr>For loop</vt:lpstr>
      <vt:lpstr>For loop: Amaliy</vt:lpstr>
      <vt:lpstr>PowerPoint Presentation</vt:lpstr>
      <vt:lpstr>PowerPoint Presentation</vt:lpstr>
      <vt:lpstr>For loop + Missing qiymatlarni to’ldirish</vt:lpstr>
      <vt:lpstr>For loop + Missing qiymatlarni to’ldirish</vt:lpstr>
      <vt:lpstr>For loop + Missing qiymatlarni to’ldirish: Amaliy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5</cp:revision>
  <dcterms:created xsi:type="dcterms:W3CDTF">2025-09-15T05:11:40Z</dcterms:created>
  <dcterms:modified xsi:type="dcterms:W3CDTF">2025-12-19T13:38:29Z</dcterms:modified>
</cp:coreProperties>
</file>