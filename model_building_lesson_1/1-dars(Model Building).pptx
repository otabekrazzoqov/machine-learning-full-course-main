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2" r:id="rId9"/>
    <p:sldId id="265" r:id="rId10"/>
    <p:sldId id="264" r:id="rId11"/>
    <p:sldId id="266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7T10:05:32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26189 16940 2711 0,'-3'-2'135'0,"1"-1"-83"0,-1-1-25 16,2 0-14-16,1-1-9 0,1-1-13 0,2 0-18 0,2 0-12 0,-1 0-4 16,3-1-5-16,-2 0-19 0,0 2-20 0,-1-1-38 0,-1 1-23 0,0 1-11 15,-1 0-5-15,-2 1 2 0,0 1-3 0,-1 1-3 0,-1 1-26 16,0-1-25-16,-1 1-37 0,0 0-188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7T10:05:56.7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12518 5491 526 0,'-11'-1'69'0,"0"1"-41"0,-3 1-26 15,3 0-11-15,1 1-10 0,0 1-7 0,1-2-8 0,-1 2-2 16,0-2 2-16,1 0 5 0,1 1 10 0,-2-2 5 0,0 0 5 0,0 0 8 15,0-1 2-15,0 0 10 0,3-1 8 0,0 0 9 0,0-1 8 0,1-1 2 16,2 0 0-16,-1-1-3 0,1 0 0 0,2 1 3 0,0-1-1 16,0 1 0-16,1-1-4 0,0 0-2 0,1 0 0 0,0-1-2 0,2 1-2 15,0 0-4-15,2-1-3 0,2 0 0 0,1-1-7 0,2 1-2 0,2-1 0 16,2 0-2-16,4-1 0 0,1 0 2 0,1 1-2 0,2 0 4 16,1 0 1-16,0 1 2 0,2 1 2 0,1 1 1 0,0-1 2 0,1 1-5 15,-2 1-3-15,3 0 0 0,0 0 2 0,0 1-3 0,1 0 0 16,-2 0 0-16,0 0-4 0,-1 1 2 0,3-1-2 0,-3 1-5 0,1 1 6 15,-1 1-5-15,-4 1 0 0,1 1 1 0,-1 0-2 0,-2 2 3 0,0 1 2 16,1 0 0-16,-3 1-1 0,0 3 1 0,-2 1 0 0,-1 1 0 16,-2 1 0-16,0 0 3 0,-1 3 7 0,-2 2-5 0,-2 0 0 0,-1 2-2 15,-1 3-7-15,-4 2 3 0,0 0-4 0,-1 2-1 0,-1 0-2 0,-2 1 0 16,-1-1-6-16,-2 2 3 0,-2-3 5 0,-1 1 2 0,-1 0 5 16,-2-2-4-16,0 2-4 0,-3-3-1 0,-2-1 0 0,-1-1 3 0,-1-2 3 15,-2 0 3-15,-1-1 2 0,1-2-2 0,-3 0-2 0,1-2 5 16,-5 0-1-16,-1-3 1 0,-1-2 6 0,0-1 1 0,1-2 1 0,-2-2 4 15,1-1-6-15,0-2-1 0,1-2 2 0,0-1-5 0,2-2 5 0,0-1-1 16,3-2-1-16,0-1 1 0,1-3-5 0,2-1-2 0,0-1 0 16,2-2-4-16,2-2 0 0,-1-1-2 0,3 0-5 0,0-2 5 0,3 0-2 15,1 1-8-15,1-2 1 0,1-1-8 0,2 0-1 0,2-2-2 0,0 0-8 16,2 2-14-16,1-2-2 0,1 1-5 0,0 1-7 0,3-3-6 16,-1 3-11-16,2-4-20 0,1 1-23 0,1 0-26 0,2-1-29 0,1 0-33 15,1-2-47-15,1-1-125 0</inkml:trace>
  <inkml:trace contextRef="#ctx0" brushRef="#br0" timeOffset="29318.49">11202 7531 473 0,'-1'0'46'0,"0"2"-23"16,1 1-15-16,2 1-4 0,1-1-3 0,2 3-2 0,2 0 0 15,1 0 3-15,1 1-1 0,1-2-4 0,0 1 0 0,2-1-1 0,2 0 0 16,1 1 3-16,1 1-1 0,0 0 0 0,1 1 1 0,1-2 1 0,0 0-1 15,2 0 2-15,0 0 0 0,0 1-1 0,1 1 0 0,0-1-2 16,0 0 1-16,2 0-1 0,3 0 0 0,-1 1 1 0,1 0-2 0,0 1 2 16,1-1 0-16,0 0-1 0,2 1 1 0,0-1-1 0,3-1-1 15,-1-1 3-15,1-1 1 0,-1 0 2 0,1-2 2 0,-1-2 4 0,1-1 4 16,0-2 10-16,1-3 8 0,-2-2 12 0,0-3 18 0,-2-1 12 0,2-2 10 16,-1-2-3-16,1-2-8 0,-1 0-13 0,-1 0-8 0,-1-2-8 15,2 0-3-15,-2 0-1 0,1-1-5 0,0 0-4 0,0 0-8 0,-2-2-9 16,-1 0-7-16,0 2-1 0,-3-1 2 0,0 0-1 0,-2 2 3 0,-3-1 5 15,0 2 1-15,-2 0 0 0,-2 0 1 0,1 0-1 0,-3-1-2 16,0 0-1-16,-2-2 2 0,0 0-4 0,-3 1-2 0,0 0-1 0,0 0-3 16,0 2-3-16,-2-1 0 0,0-1-3 0,-2 2 3 0,0-2-2 15,-2 0-1-15,-1 1 1 0,-2-1-5 0,0 1 0 0,-3-1-1 0,-1 1 8 16,-1-1 3-16,-2 0 0 0,-1 0 3 0,-2-2-6 0,-2 2 1 0,-4-1 3 16,0 1-2-16,-1 1-3 0,-3-1-2 0,0 2 1 0,-3 0-4 15,-2 2 3-15,-1 1-2 0,-4 0 0 0,-1 1 6 0,-3 3-1 0,0-1 12 16,-1 1 0-16,0 1 5 0,-1 0 5 0,0 2 0 0,-2 1 3 0,1 0 2 15,0 1-4-15,2 1-1 0,2 2-4 0,0 1-4 0,1 1-6 16,1 1-1-16,2 1-7 0,-1 2 5 0,3 1-5 0,-1 1-2 0,2 1-1 16,0 2-4-16,1 0 5 0,1 1-1 0,2 1-2 0,0-2 3 15,0 1-6-15,2 1 1 0,-2-2-1 0,1 2 0 0,2 0-1 0,-1 0 3 16,0 0 1-16,2-1-1 0,0 1 2 0,-1-2-3 0,0 2 1 0,-1 0 1 16,0 1-4-16,0 0 3 0,0 1-1 0,1-2-3 0,-2 1 6 15,2-1 6-15,1 0-2 0,0-1 4 0,1-1-5 0,2 0 0 0,1 1-2 16,2 1 0-16,1-1 2 0,1 2-4 0,2 0-1 0,0-1-3 0,1 1-8 15,1 1 3-15,1 2-2 0,1-1 1 0,2 2 8 0,1 0-5 16,1 1-4-16,1 0-5 0,2 0-12 0,0 2-9 0,2 0-16 0,2-1-27 16,2 0-26-16,2-1-21 0,2 0-11 0,2-2-14 0,1 1-21 15,4-1-245-15</inkml:trace>
  <inkml:trace contextRef="#ctx0" brushRef="#br0" timeOffset="30034.83">13460 6824 121 0,'-11'0'74'0,"1"1"-58"0,-4 2-9 0,2 0-9 0,1 1-1 0,2 1-3 15,2 0-1-15,0 0 2 0,1-1 0 0,-1 0 5 0,2-1 6 16,0 0 1-16,0-1 9 0,2 0 6 0,0-1 18 0,1-1 15 0,0 0 12 16,2 0 8-16,0 0-11 0,1-1-5 0,0 0-6 0,0 0-6 15,0-1 2-15,2 0-2 0,-1 0 4 0,2 0 4 0,0-1 1 0,0 1 1 16,0-1-3-16,1 0-2 0,1 0-1 0,1-1-5 0,0 0-4 0,2-1-5 16,1 1-6-16,1-1-3 0,0 1-1 0,1-1-4 0,0 0 0 15,2 1-6-15,1-1 0 0,1 1 2 0,-2-1-3 0,2 1-1 0,-1-1 0 16,1 1-2-16,-1 0-1 0,1 1 0 0,-1 0-4 0,2 1 0 0,0 0-3 15,0 1 0-15,0 0-1 0,-2 1 0 0,1 0-3 0,0 0 2 16,0 1-2-16,-2 1-2 0,2-1 1 0,-1 1-4 0,-1 0 3 0,1 1-3 16,-1 1 0-16,0 0 3 0,0 1-5 0,0-1 3 0,-1 2-1 0,0 0-4 15,0 1 2-15,0-1-3 0,0 2 2 0,-1 0 4 0,0 1-3 16,-2 1 1-16,0 1-2 0,-1 0-2 0,-1 2 1 0,-1 1-1 0,0 1 2 16,-1 1-3-16,-1-1 4 0,-1 2 2 0,-1 0 6 0,-1 0 2 15,-1 1 3-15,-1 0-4 0,-2 0-1 0,0-1 0 0,-2 1 0 0,0-1 3 16,-2-2 0-16,-1 0 0 0,0-1-1 0,-1-1-2 0,-3 0 2 0,-1-2-1 15,-2-1-1-15,-1 0 7 0,-2-3 0 0,-1-1 7 0,0-2 4 16,-1-2 2-16,-1-1 5 0,-1-2-1 0,0-2 5 0,-1-1 1 0,0-1 3 16,1-2 1-16,-1 0-3 0,1-1-6 0,1-1-3 0,-2 1-8 0,2-1-10 15,0 1 0-15,1 1-4 0,-1 0-5 0,1 2 3 0,-2 0-5 16,-1 1 0-16,1-1 3 0,-2 1 0 0,1 0 4 0,0-1 0 0,1-1 0 16,2-1 3-16,0 0-1 0,0-1 0 0,1 0 1 0,1 0-3 15,0-2 4-15,2 2-3 0,0-2 2 0,3-1-4 0,0-1-2 0,1-1-9 16,1 1-9-16,2-2-9 0,1 0-26 0,3-1-42 0,1-1-67 15,3-3-88-15,3-3-115 0,2-3-286 0</inkml:trace>
  <inkml:trace contextRef="#ctx0" brushRef="#br0" timeOffset="44951.92">7520 8474 762 0,'-12'1'26'0,"0"0"-3"0,-2 2-3 0,5 2 1 0,3-2-3 16,1 0 1-16,2 0-3 0,-1-1-5 0,1 1-7 0,1-1-4 0,0 0 0 15,1 0-1-15,-1 0 0 0,1 0 1 0,0 0 1 0,0 0 2 0,0-1 1 16,-1 1 1-16,0-1 0 0,0 0 0 0,-1 0 1 0,0-1 0 16,1-1 2-16,-1 1 0 0,0-1 5 0,0 0 9 0,1 0 5 0,0 0 9 15,0-2 2-15,1 1 0 0,0 0-5 0,1-1-6 0,0-1-6 16,2 1-3-16,0-1 0 0,2 0-1 0,1 0 4 0,1 0-1 0,1-1 0 15,2 1 3-15,0 0-6 0,2-1 3 0,1 0-3 0,2 1 4 0,2-1 1 16,0 0-4-16,1 1 0 0,2-1-6 0,2 0-3 0,1 1-3 16,2 0-1-16,0 0-3 0,0 0 1 0,1 0-1 0,1 1 1 0,1-1 0 15,-1 0-2-15,2 1 2 0,-1 0-3 0,-1 1-1 0,0-1-1 0,-1 1 0 16,1 1 1-16,-2 1 1 0,0 0 0 0,0 1 0 0,-3 1 0 16,0 0 0-16,-1 1-1 0,-3 0-1 0,1 1 0 0,-1 1-2 0,0 3 2 15,-2 0 1-15,-1 1-2 0,0 3 2 0,-2 0 0 0,-1 1-3 0,-1 3 3 16,0 2-3-16,0 1 2 0,-3 3-1 0,-1 1 0 0,-3 1 1 15,-2 1-2-15,-1 1 1 0,-3 0-3 0,-2 1 1 0,-2 0-1 0,-2 0-2 16,-2 0 1-16,0-1-5 0,-1-2-5 0,-3-1-4 0,-1-1 2 16,-3-2-2-16,-1 1 5 0,-3-2 4 0,-2-2-3 0,-2 0 6 0,-3-1 1 15,0-1 4-15,-1-1 6 0,-1-1 3 0,0-1 2 0,-1-1 2 0,1-1 0 16,-4-1 3-16,3 0 6 0,-2-1 2 0,2 0 7 0,1-2 0 16,2-1-1-16,0-2 3 0,3 0 0 0,0-2 1 0,3-1-3 0,0-1 0 15,1-1-3-15,2-3 0 0,0 0-2 0,1-2-6 0,3-1 0 0,0-1-7 16,1 0-1-16,2-2-1 0,1-1-3 0,0-1 1 0,1-1-4 15,1-1 2-15,2-2-4 0,3 0-3 0,0 0 4 0,1-1-3 0,2 1-6 16,1-2-2-16,2 3 0 0,1-2 2 0,1 1 0 0,1 0-10 16,2-2-37-16,2 0-54 0,0-1-55 0,3 0-56 0,3-1-63 0,2-1-290 15</inkml:trace>
  <inkml:trace contextRef="#ctx0" brushRef="#br0" timeOffset="77903.8">10572 9607 608 0,'-14'-5'82'0,"0"1"-47"0,-2-1-3 0,7 3-1 0,2 0-2 16,3 1-9-16,0 0-8 0,0-1 0 0,2 1-4 0,1 1-4 0,0 0-4 15,1-1-1-15,1 1 0 0,-1 0-4 0,1-1 3 0,0 1 1 0,0 0-1 16,-1 0 2-16,1 0 3 0,-1 0 1 0,-1 0 1 0,1 1 3 15,-1-1-2-15,-1 0 0 0,2 0 4 0,-1 0 0 0,0 0 3 0,0 0 1 16,1 0 1-16,-1 1-2 0,2-1-7 0,0 0 0 0,1-1-2 0,1 0 4 16,0-1 6-16,2 1 3 0,1-2 3 0,1-1 0 0,2-1 7 15,2-1-3-15,1 1-4 0,2-3 1 0,0-1-4 0,3 1 6 0,0-1 5 16,2 0-1-16,-2 0 0 0,2 0-4 0,0 2-2 0,0-1 0 16,1 0 1-16,0 0-3 0,-1 1-2 0,-1 1 3 0,0 0-6 0,0 0-1 15,-1 2 2-15,0 0-7 0,1 1-1 0,-1-1 1 0,1 1-6 0,-1 0 0 16,-1 1-3-16,-1 1 4 0,0 0-2 0,1 1 1 0,-2 1 1 15,0 1-5-15,0 0 6 0,0 1-3 0,0 1-1 0,-1 0 0 0,1 0-1 16,-1 3 1-16,0 0 4 0,-1 3-2 0,0-1-3 0,0 2 0 0,-1 0-7 16,0 1 5-16,0 1-3 0,-2 2 2 0,-1 0 4 0,-2 0-5 15,0 3 5-15,-1 0-1 0,-1 1 1 0,-1-1 1 0,-1 2-1 0,-2 1 5 16,-1-1-1-16,-2 0 3 0,-1 0 1 0,1-2 3 0,-3 1 6 16,0 1-2-16,-2-2 1 0,-1 2-5 0,-2-1-2 0,-1-2 1 0,-1 0-4 15,-2-1 4-15,0 0-1 0,-3-2-2 0,-1 0 1 0,0-1-2 0,-2 0-1 16,-1-1-2-16,0-1 1 0,-2 1-3 0,0 0 3 0,-2-1-5 15,-1-1-1-15,-1-1 2 0,0 0-2 0,1-1 6 0,0 0 1 0,0 0 0 16,0-2 0-16,1-2 1 0,0 1 1 0,1-3 0 0,1 0 4 0,0-1 5 16,1-2-1-16,2-1 6 0,-1 0 0 0,1-2-2 0,0-1 7 15,1 0-2-15,1-2 0 0,0 0 4 0,1-1 1 0,1-2 3 0,2 0-1 16,1-2-1-16,1-1-6 0,1 0-2 0,2-1-5 0,1 1-5 0,0-1-2 16,1-2-4-16,1 0 2 0,1 0-4 0,0-2-4 0,2 1-2 15,0 1-6-15,2-3-2 0,1 2-8 0,1 0-8 0,2 1-5 0,-1 1-14 16,2 1-28-16,2-1-51 0,0 2-80 0,4-1-91 0,2-1-83 15,3 0-266-15</inkml:trace>
  <inkml:trace contextRef="#ctx0" brushRef="#br0" timeOffset="78803.78">6994 11323 519 0,'-12'-2'55'0,"-1"-2"-57"0,-2 0 8 0,6 0 1 16,3 1-1-16,1 0-4 0,2 0 0 0,0 1-2 0,2-1-2 0,1 0-2 16,-1 0-1-16,2-1 0 0,-1 0 4 0,1 1 0 0,-1-1 1 0,0 1-1 15,0 1 2-15,0 0 3 0,-1 1 5 0,0 0 9 0,-1 1 1 16,0 0 6-16,1-1 5 0,-1 0 2 0,0 0 8 0,0 0 2 0,1 0-1 16,0 0 1-16,0 0-7 0,1 0-4 0,-1-1 0 0,2 0-6 0,0 0 2 15,2-1 4-15,0 0 0 0,0 0 4 0,1-1 3 0,2 0 0 16,1-1 3-16,1 0 0 0,0-1 0 0,1 0-1 0,0 1-5 0,1 0 0 15,-1-1-2-15,3 0-3 0,0 1-2 0,2-1-1 0,0 0 2 16,0 1-3-16,1 0 1 0,1 0-7 0,0 0-5 0,-1 0-2 0,1 1 0 16,0 2-5-16,-1-1-2 0,0 2-4 0,1 1 3 0,-1 0-5 0,-1 1 5 15,2 1 3-15,1 0-7 0,0 2 3 0,0 1-4 0,0 0-3 16,0 1 7-16,0 0-1 0,0 1-5 0,1 1 1 0,-1 1-4 0,-1 1-3 16,0-1 2-16,0 3-1 0,-1 0 3 0,0 2 7 0,0 2 3 0,-1 2-6 15,-1 2 0-15,-1 2-2 0,-2 0-5 0,0 2 6 0,-2 0-5 16,1 2 8-16,-2 1 3 0,-1 1-1 0,-2 1 5 0,-1-1-9 0,-2 0 4 15,0-2 0-15,-1 1 1 0,-1-3 4 0,-2 1-5 0,-1-1 0 16,0-3 1-16,-3 0 2 0,1-3 4 0,-2-3 7 0,0-1-1 0,0-3-1 16,0-2 3-16,-2-1-2 0,-1-2 2 0,0-2 2 0,-2-1-1 0,0 0-2 15,0-2 3-15,-2 0-2 0,0-2 5 0,-3-1 0 0,1-1-3 0,-2-1 1 16,-2-2-4-16,1-2-3 0,-2 0 5 0,-1-2-1 0,0-1-3 16,-1-2 4-16,1-1-1 0,-1-2-2 0,0-2 3 0,1 1 1 0,-2-2-5 15,0 0-2-15,-1 0-1 0,1 2-1 0,2 0 3 0,0 1-1 16,2 1-4-16,-1-1-5 0,0 2-1 0,1-1-2 0,1 1-7 0,1 2-2 15,1-1-4-15,2 1-8 0,1 0-23 0,2 1-18 0,1 2-30 0,3 0-23 16,2 3-45-16,2 0-77 0,2 1-95 0,2 0-87 0,4-1-208 16</inkml:trace>
  <inkml:trace contextRef="#ctx0" brushRef="#br0" timeOffset="109388.9">9585 12616 1023 0,'-11'-7'132'0,"0"2"-60"0,-2-3-39 0,6 1-2 15,2 1-7-15,1 0-6 0,1 1-3 0,2 1-11 0,0 0-1 0,0-1-1 16,1 0-4-16,0 0 0 0,1 0-13 0,0 0-3 0,2-2-12 16,-1 0 2-16,2 0 11 0,0-1 3 0,-1-1 12 0,1 1 0 0,-1 0 5 15,0-1 1-15,1 0-1 0,-1 0 5 0,1 1-1 0,-1-1 10 16,1-1 6-16,0 1 6 0,1-1 3 0,0 1-1 0,0-1 0 0,1 0 1 15,0 1 0-15,1-1-1 0,1 2-5 0,0-3-3 0,1 2-2 0,0-1-5 16,0 1 3-16,0 0-4 0,-1 2-1 0,2-1-3 0,1 1-2 16,0 0-2-16,0 1-3 0,1 0-1 0,-1 0 1 0,2 1-1 0,1 0 2 15,0 2-6-15,0 0 2 0,1 1 4 0,1 1-5 0,-1 1 3 0,0 0-2 16,1 0-5-16,1 1 5 0,-1 0-1 0,-2 2 0 0,2 1-4 16,-2 0 3-16,1 2-4 0,-3 0 2 0,1 1 6 0,1 0-4 0,-2 1 5 15,1 2-2-15,-3 0 6 0,1 3 4 0,-2-1 2 0,0 2-3 0,-1 0 0 16,1-2-1-16,0 2-3 0,-2-1 5 0,0 1-7 0,0-1 0 15,-2 2-2-15,0 0-2 0,0 1 3 0,-1-1 3 0,-1 1 0 0,0 0-1 16,0 1 2-16,-1-2-2 0,-1 1 4 0,1 0-6 0,-1-2 2 16,-1-1-1-16,1 0-1 0,0-1-1 0,-1-2-3 0,1 1 2 0,-2-2 1 15,1-2 5-15,-1 2 0 0,-1-1 9 0,0-1 3 0,0-1 8 0,-1-1 8 16,0 0 0-16,-1-1 3 0,-1-1 7 0,-1 1 3 0,-3-2-4 16,0 1 2-16,0-1-6 0,-2 0-5 0,0 0-5 0,-2 0-5 0,0-1-6 15,-1 1-8-15,-2 0-1 0,-2-1-2 0,0 2 4 0,0-2 10 0,-2 0-8 16,0-1 4-16,0 0-6 0,0 1-1 0,1-2 9 0,1 1 4 15,0-2 12-15,1 1-10 0,1-2-6 0,2 0 6 0,-1 0-9 0,2-2 8 16,0 1 0-16,1-2-4 0,0 0-1 0,0-1-3 0,1-1-3 16,1 1-8-16,1-2-1 0,1 1-1 0,-1-1 5 0,1 0 9 0,0 0-7 15,0-1-2-15,2-1 0 0,-1 0-14 0,2 0 4 0,1-1 0 0,0 0-6 16,0-1 2-16,-1 0 1 0,1 1-5 0,0 0 3 0,0 1-7 16,0 0-5-16,1 0 2 0,1 1-6 0,-1 2-6 0,0-1-17 0,0 2-29 15,1 2-36-15,-1-1-64 0,2 2-71 0,0-1-98 0,1 1-129 0,0 0-412 16</inkml:trace>
  <inkml:trace contextRef="#ctx0" brushRef="#br0" timeOffset="121007.3">4810 13725 1040 0,'-24'-2'155'0,"-1"-2"-65"0,-5-1-25 16,8 1-23-16,3 0-7 0,1-1-6 0,0-2-6 0,1 0-3 0,0 0-8 15,1 0-3-15,-1-1-4 0,-1 0-2 0,0 0 2 0,2 1-5 16,0 0-5-16,-1 0 0 0,0 2-1 0,1-1 5 0,-2 2-1 0,-2 0-2 16,0 2 0-16,-3 0-1 0,-1 1 3 0,1 1 3 0,-2 1 0 15,1 1 2-15,-3 3 2 0,-1 1 1 0,-1 1 4 0,-2 2 1 0,1-2 1 16,-1 1-1-16,0 2-1 0,-1-1-3 0,-1 3 4 0,-1-1 2 0,-2 2-3 15,0-2 5-15,-1 1 0 0,1-1 12 0,1-1 11 0,0 1 8 16,0-2 9-16,1 0 3 0,3 0-4 0,-2-1 4 0,3-1-9 0,-2 0-9 16,1 1 2-16,-1 0-4 0,2 0-2 0,0 1-1 0,1 1-7 0,0 1-7 15,1 1-1-15,-3 2 1 0,1 0-5 0,-1 2-11 0,2 1-1 16,0 0-2-16,2 3 2 0,-1 2 7 0,1-1-10 0,0 3 2 0,-1-1-1 16,3 0 1-16,0 1-2 0,1 1 4 0,-1 0-2 0,2 3-5 0,-2 1 4 15,2 1-4-15,2-1 2 0,-1 2 2 0,2-2-4 0,2 1-4 16,0-1 2-16,1 0-1 0,1 1-2 0,2 1-2 0,1-1-6 0,0 2 4 15,3-2 8-15,1 2-3 0,2 0 6 0,1 2 0 0,1-2-3 16,1 1 5-16,2-1-5 0,1 0-5 0,2-1 7 0,2 0-2 0,0-1 6 16,2 0-5-16,1-4-2 0,0 0 1 0,4-2-2 0,2 0 10 0,1 0-1 15,2-2-5-15,0 1-5 0,3-3 1 0,3 0 2 0,0 0 0 16,4-2-3-16,1-3 5 0,1 1-4 0,4 0 5 0,0-1 9 0,3 0-15 16,-1-1 2-16,4-1 1 0,3 1 4 0,0-3 5 0,3 1-3 0,3 0-1 15,-1-2-5-15,3 0-3 0,1 0 6 0,0-3-6 0,2 0 0 16,0 0 9-16,1 0-13 0,2-1 10 0,1 0 0 0,0-2-5 0,1-1 1 15,2-1-8-15,-1-2 9 0,1-1-1 0,1-2 4 0,-1 0 4 16,-1-3-7-16,1 0 6 0,0-2 3 0,0-2-5 0,-2 0 1 0,0 0 1 16,0-2-2-16,-1-1 8 0,-1-1 3 0,0 1-3 0,-1-4 7 0,-2 0 2 15,-1-2-3-15,0 0-12 0,0 1 3 0,-1-2 0 0,-1 1 2 16,-2-2 14-16,0-3-8 0,0 1 1 0,0-3 0 0,-1 1-1 0,-2-2 1 16,-2-2 4-16,0 1-4 0,-2-2-4 0,1-1 6 0,-3-3 5 0,-2 0 5 15,-1 0 14-15,-3-1-5 0,0 0 0 0,-3-1 4 0,-1-1-9 16,-3-1-5-16,-2-2 3 0,-3 0 4 0,-1 0 2 0,-1-1 2 0,-4 2-10 15,-1-1-4-15,-2 1-4 0,-2 1 0 0,-3-2-4 0,-2 1-5 16,-4 0 6-16,-3 1-4 0,-1 3-6 0,-4 1 3 0,-1 2 5 0,-3 1-4 16,-5 2-8-16,0 1 6 0,-4 3-8 0,-2 1 2 0,-3 2 10 0,-5 1-13 15,-2 3-1-15,-3 1-5 0,-5 4-5 0,-4 1 5 0,-4 3-15 16,-2 3-13-16,-5 3-4 0,-5 3-20 0,-2 5 4 0,-4 3-10 0,-3 3-3 16,0 5-7-16,-4 1-9 0,1 4-3 0,-2 3-16 0,1-1-14 0,1 3 0 15,3-1-5-15,3 2-19 0,2 0-35 0,5 0-73 0,3 1-41 16,2-2-21-16,5 0-271 0</inkml:trace>
  <inkml:trace contextRef="#ctx0" brushRef="#br0" timeOffset="191473.95">13725 5419 2969 0,'-12'-5'75'16,"1"2"-87"-16,-1 2-32 0,3 3-19 0,3 2-10 0,2 1-8 0,0-1 0 15,1 0 3-15,-1 0 10 0,0 0 16 0,0 1 26 0,-1 0 9 0,2 0 11 16,-1 1 6-16,1-1 4 0,0 0 7 0,1 1 5 0,1 1 13 16,2 1 12-16,1 1 15 0,0 2 4 0,1 3 5 0,1 1-4 0,1 5-6 15,0 2 5-15,1 2-11 0,0 2 1 0,0-1-21 0,2 4-5 16,0-2 12-16,1 1 1 0,3-1 10 0,1-4 10 0,2-1-15 0,1-5 9 16,4-5 7-16,3-4-2 0,2-5 11 0,5-7-1 0,3-6 0 0,4-7-3 15,3-9-21-15,6-7-8 0,5-11 6 0,3-8-3 0,5-8 10 0,4-6-4 16,3-5-16-16,4-3 7 0,2-5-6 0,2-3-16 0,-1-1 8 15,2-7-8-15,-1-2-2 0,0-6 0 0,0-3-10 0,-2-2 0 16,0-3 0-16,-1 2-28 0,-1 2-22 0,0 3-43 0,-1 3-41 0,-4 4-78 16,0 3-138-16,-3 3-211 0,-2 5-296 0,-2 1-323 0</inkml:trace>
  <inkml:trace contextRef="#ctx0" brushRef="#br0" timeOffset="192890.65">14389 6744 2659 0,'-17'5'93'0,"2"5"-42"15,-3 2-13-15,8 3-23 0,5-1-10 0,3 0-7 0,1 1-1 0,2 0 1 16,1 1 0-16,0-2 4 0,0 2 0 0,0-1 4 0,0 3 6 0,0-2 0 16,0 3 25-16,-1 1 10 0,2-2 31 0,-1 3 17 0,1 1-6 15,0-1 5-15,1 2-12 0,2 1-10 0,1 0-4 0,3 3-2 0,3-1-10 16,2 5 5-16,4 0-4 0,2 2-8 0,3-1-1 0,4-1-5 15,4-4-7-15,2-2-3 0,5-4-3 0,3-4-8 0,3-3 2 0,6-4-6 16,3-8-14-16,4-5-4 0,5-7 0 0,5-8 0 0,5-5 0 0,6-9 0 16,5-7 0-16,6-7 0 0,6-8 0 0,6-8-6 0,4-6-90 15,4-9-53-15,6-7-83 0,2-9-125 0,4-9-184 0,3-11-325 0,2-9-357 16</inkml:trace>
  <inkml:trace contextRef="#ctx0" brushRef="#br0" timeOffset="193807.65">8497 8624 2760 0,'-23'-15'195'0,"-1"-1"-111"0,-1-3-42 0,7 4-23 15,8 4-2-15,3 3-6 0,3 3-1 0,3 2-3 0,0 3-5 16,2 1-4-16,4 3-3 0,1 3 1 0,2 3-3 0,1 3 4 0,1 3 3 15,0 4 2-15,1 3-1 0,-1 4 1 0,2 4-2 0,-2 2 0 0,0 3 11 16,-1 1-4-16,-1-1 0 0,0 2 19 0,1-2-1 0,1 1 7 16,0-3 12-16,2-2-10 0,1-3 6 0,0-3 2 0,4-5 5 0,2-3 3 15,2-5 4-15,5-4 2 0,4-4 2 0,6-5-1 0,3-5-5 16,7-5-8-16,4-6-15 0,4-3 2 0,6-4-1 0,3-8 5 0,6-6-4 16,4-6-29-16,5-6 12 0,4-4-8 0,2-5-8 0,4-2 26 0,3-3-26 15,0-2 2-15,1 0-4 0,1-2-10 0,3-2-15 0,1-2-23 16,3-5-21-16,3-3-49 0,1-5-58 0,4-9-105 0,5-7-216 0,3-8-378 15,4-11-371-15</inkml:trace>
  <inkml:trace contextRef="#ctx0" brushRef="#br0" timeOffset="195824.64">11639 9589 2606 0,'-7'-3'157'0,"2"0"-96"0,-1-2-51 16,3 1-17-16,3 1-4 0,1-1-11 0,1 2-1 0,3 0 4 0,0-1 4 16,2 0 7-16,1 2 1 0,0-1 4 0,-1 2 1 0,0 0-1 15,1 2 0-15,-2 1 1 0,2 3 2 0,-1 2 7 0,2 3 4 0,0 2 7 16,1 3 7-16,-1 4-2 0,-1 4 1 0,2 5 1 0,-1 4 7 15,1 5 9-15,-1 5 9 0,0 3 2 0,-1 0 5 0,-1 0 11 0,1-2-2 16,1-3 9-16,0-4 5 0,0-5-17 0,1-5 2 0,2-4 0 0,-1-4-7 16,4-3 19-16,2-2 3 0,2-4-5 0,2-5-5 0,3-3-3 15,3-6-15-15,6-5-4 0,3-5-36 0,7-5-12 0,7-8 0 0,6-5 0 16,8-9 0-16,7-6 0 0,5-7 0 0,6-5 0 0,4-7 0 16,3-2 0-16,1-5 0 0,1-3 0 0,1-2-46 0,-2-7-24 0,1-1-22 15,-2-4-12-15,1-1-32 0,-2-3-20 0,0 0-36 0,-2 0-47 0,-1 1-84 16,-1 1-111-16,-1 2-175 0,0-3-7 0,2-2-183 0</inkml:trace>
  <inkml:trace contextRef="#ctx0" brushRef="#br0" timeOffset="209958.64">8199 11156 2550 0,'-5'-14'185'15,"-1"-1"-127"-15,-2-4-48 0,3 3-14 0,2 5 3 0,1 1 1 0,2 3-9 16,0 0-4-16,1 4-16 0,0 0-11 0,0 4-3 0,2 2-7 15,0 2 5-15,1 5 14 0,2 2 10 0,0 6 12 0,-1 2 9 0,2 3 3 16,0 1 5-16,0 2 3 0,1 0 0 0,-2 2 2 0,0 0 6 0,0 2 3 16,1-2 10-16,1 0 8 0,0-2-4 0,2-2 11 0,1-3 20 15,2-2 5-15,3 0 21 0,0-4 7 0,5-3-12 0,1-2-2 0,2-6 4 16,2-1-4-16,1-2-7 0,3-3-6 0,2-3-10 0,5-3-2 0,2-5-9 16,2-3-20-16,5-3-18 0,2-3 5 0,3-4-5 0,1-1 9 15,3-4 0-15,4-2-19 0,0-3-4 0,3-1 2 0,2-2-17 0,1-3-20 16,1-2-23-16,-1-1-45 0,1-1-57 0,-3-1-86 0,-1-1-132 15,1-4-262-15,0-4-166 0,0-4-222 0</inkml:trace>
  <inkml:trace contextRef="#ctx0" brushRef="#br0" timeOffset="210758.64">9777 11620 1 0,'1'28'400'0,"-5"-3"763"0,-4 1 740 0,-1-12-1824 0,-1-9-30 0,6-1-44 16,5-1-20-16,6 1 8 0,4 0-1 0,6 1-1 0,5-1 9 15,5-1-13-15,5-1 2 0,3-1 7 0,3-1-14 0,1-1-5 0,2-1-4 16,2 0-12-16,-1-1 10 0,2-1 2 0,-2 0 5 0,-1-1 4 15,1-1 5-15,-2-1 4 0,-1 0 2 0,-3-1 0 0,0 0 9 0,-1-2-4 16,-1 1 4-16,-1 0 0 0,1 0-20 0,-3 0 14 0,0 0-7 0,-1 1 2 16,-2-1 15-16,1-1-10 0,-3 1 2 0,1 0-6 0,-1-1-33 15,-1 0-35-15,-2 1-37 0,0-2-44 0,1-1-52 0,0 0-68 0,0 0-91 16,-2 0-106-16,1-1-34 0,-1-1-229 0</inkml:trace>
  <inkml:trace contextRef="#ctx0" brushRef="#br0" timeOffset="211025.64">10119 11925 3718 0,'-9'0'130'0,"4"0"-52"0,-1-1-56 0,7 0-14 0,3 0-10 15,4-1-2-15,5 1 4 0,6-2-10 0,3 0-2 0,5 0 8 0,2-1-11 16,3 0 9-16,0 0 6 0,1 0-12 0,-1 0 8 0,0 1-4 0,-1-1-13 16,0 1 0-16,-1-1-16 0,0 2-7 0,-2-1-2 0,0-1-3 15,-3 1-10-15,1-1-4 0,-1 0-4 0,-3 0-2 0,1-2-8 0,-2 1-17 16,0-2-30-16,-1 0-32 0,0-2-53 0,0 0-71 0,-2-3-84 16,1-4-125-16,-1-2-37 0,2-3-125 0</inkml:trace>
  <inkml:trace contextRef="#ctx0" brushRef="#br0" timeOffset="211291.64">11081 11159 3379 0,'-11'9'115'0,"4"-1"-14"0,-1 2-62 0,6 0-10 0,6-1-9 0,3 1-16 15,5 3-8-15,5 1 4 0,5 0-2 0,4-2 2 0,2 0 0 0,2-1-15 16,2-1 2-16,0-1 0 0,2-1-2 0,-1-1 9 0,1-1-1 15,-3 1 1-15,0-1-3 0,-3 2-6 0,-2 0 2 0,-1 0 3 0,-1-1-8 16,-2 1 3-16,-3-3-2 0,-2 2 4 0,-3 0 15 0,-2 0-2 16,-2-1 18-16,-1 0-8 0,-2 0 3 0,-2-1-2 0,-1 1-11 0,-2 0 4 15,-2-1-2-15,-2 1-1 0,-3 0-1 0,-2 1 2 0,-3 2-5 0,-1 0-5 16,-5 2-18-16,-4 0-9 0,-2 1-9 0,-5 2-13 0,0 0-4 0,-1 0-16 16,-1-3-21-16,1 1-11 0,-1-1-17 0,3-2-23 0,0-1-27 15,3-3-63-15,4-1-102 0,2-3-138 0,3-4-33 0,6-3 108 0,4-5-91 16</inkml:trace>
  <inkml:trace contextRef="#ctx0" brushRef="#br0" timeOffset="211776">12501 10765 3041 0,'2'-2'235'0,"2"0"-129"0,3 0-43 15,3 1-17-15,1 1-13 0,2-1-1 0,1 0-12 0,-1 0-3 0,0 0 4 16,-4 1-14-16,-2-1-11 0,-2 1 1 0,-3 0-14 0,-2 0 0 15,-3 1 7-15,-2 0-18 0,-3 0 8 0,-3 0-2 0,-5 1 9 0,-5 1 11 16,-2 2 17-16,-5 3-2 0,-1 0 3 0,-3 4 7 0,0 0-12 0,-2 2 15 16,1 0-9-16,1 1 0 0,1 2 4 0,-1 1-1 0,2 2-4 15,0 0-1-15,2 2-10 0,1 0-6 0,5 3 4 0,1 2-3 0,3 2 2 16,2 1 0-16,3-2-2 0,2 1-6 0,3-3-1 0,2-1 3 0,5-3 0 16,1-2-1-16,4 0-3 0,1-4-7 0,4 0-2 0,1-2 9 15,0-1 1-15,3-3 1 0,2-2 8 0,0-1-2 0,1-1 4 0,1-3 3 16,0-2-3-16,1-1 4 0,0-2 9 0,0-1-4 0,1-1-2 15,-3-1 10-15,0 0-9 0,0-1 1 0,0 0 6 0,-2 0-19 0,1 0 13 16,0 0 1-16,0 2-18 0,-1 0 8 0,0 1-8 0,2 0 0 0,-2 2 12 16,1 0-6-16,0 3-6 0,2 0 6 0,0 2-14 0,-1 0-3 15,1 2 6-15,1 3-3 0,0 0 8 0,0 1 0 0,1 0 4 0,1 0-5 16,-2 1-1-16,2 0 0 0,0-1-11 0,0-2 8 0,1-2-1 16,0-1 6-16,-1-1 3 0,2-2 4 0,2-2-3 0,-2 0 4 0,1-4 2 15,-2-2 11-15,0 0 8 0,-1-2-1 0,-1-2 3 0,-3-3-8 0,1-1 3 16,-2-2-1-16,-1-2 2 0,0-1-7 0,-2-2-1 0,-1 1-1 15,-2-1-4-15,-3-1-3 0,-1-1-3 0,-3 0 2 0,-2-2 0 0,-2-2-4 16,-1-1 0-16,-3 0-10 0,-1 0 4 0,-1 4 2 0,-1 0-4 0,-1 5 1 16,-2 0-5-16,1 3 6 0,-1 3-6 0,-1 4 4 0,-1 1 2 15,-1 3-3-15,-2 2-5 0,-2 3-17 0,-2 4-17 0,-1 3-8 0,-4 2-9 16,2 3-10-16,-2 3-5 0,2 1-22 0,1 1-19 0,1 3-41 0,2 1-67 16,1 1-79-16,2 0-113 0,4-1-136 0,4-2-27 0,5-1 18 15,4-4 139-15</inkml:trace>
  <inkml:trace contextRef="#ctx0" brushRef="#br0" timeOffset="212092">13327 10880 3242 0,'0'1'146'0,"3"1"-64"0,2 1-39 0,3 2-10 0,1 2-7 0,3 1-7 16,1 3-4-16,1 2-13 0,0 1-2 0,0 1-4 0,-1 1 6 15,-1 2 7-15,-1 2-3 0,1 1-6 0,0 3 0 0,-1 0-2 0,0-2 2 16,-3 0-2-16,2-2 0 0,0 0 1 0,0-2-5 0,0-1 4 15,1-3 6-15,-1 1-6 0,2-2 8 0,0-2-6 0,1-1-2 0,1-3 9 16,0-1 3-16,1-3 3 0,0-1-8 0,1-1 9 0,-1-3 1 0,0-1 0 16,0-3 17-16,0-1-7 0,-2-1 2 0,-1-3 2 0,1-4-14 15,-1-1 1-15,-1-1-10 0,0-2-3 0,-2-2 7 0,-1-1 0 0,-2-3-6 16,-2-2-4-16,-2-1 0 0,-2-2-6 0,-3-1-6 0,-3 1 8 0,-3 0-11 16,-1-1 5-16,-2 2 12 0,-1-1 6 0,-2 3 7 0,-1 1-20 15,1 4 14-15,-3 3-11 0,0 3 0 0,1 5 12 0,-2 2-18 0,0 3-1 16,-2 2-9-16,1 3 9 0,-2 3-11 0,1 3-3 0,-2 3-4 15,-1 2-24-15,1 4-10 0,-1 1 1 0,0 3-25 0,2 1-16 0,-1 3-44 16,3-1-82-16,0 2-97 0,1-2-145 0,0-1-187 0,3-2 55 0,0-3-141 16</inkml:trace>
  <inkml:trace contextRef="#ctx0" brushRef="#br0" timeOffset="212759">13747 9932 3533 0,'-2'-1'109'16,"2"0"-35"-16,0 1-49 0,4 3-12 0,1 3-2 0,3 4-7 0,2 5-2 16,1 4 0-16,0 6 0 0,0 3-4 0,-2 2-8 0,1 5-3 15,-2 3 19-15,-2 2-4 0,0 5 11 0,-2 2 3 0,-2 1-20 0,-1 3 0 16,-1 1-6-16,-2 0-1 0,0 0 7 0,-1-1 4 0,0-1-8 0,1-1-5 16,0-2 3-16,1-1-3 0,0-3 7 0,2-2 6 0,2-1-9 15,1-4 1-15,2-2 6 0,1 0-2 0,2-1-1 0,0-2 5 0,1-4 0 16,3-2-2-16,0-6 4 0,2-5 2 0,-2-2-6 0,3-3 9 0,0-3 1 15,2-2-1-15,0-2 9 0,4-3-9 0,1-3-5 0,2-2 2 16,2-4 2-16,1-4 1 0,1-2 7 0,0-5-8 0,1-2-6 0,-1-2 3 16,1-2 3-16,-1-1-4 0,0-1 2 0,-2 1-6 0,0-3 4 15,-2 2 6-15,-4-2-5 0,1 1 9 0,-3-1-18 0,-3 1 14 0,-1-1-4 16,-2 0-2-16,-2-2 17 0,-2 0-15 0,-4-1-4 0,1 3-2 0,-4-1-14 16,-1 3 1-16,-2 0-4 0,-3 1-2 0,0 1 13 0,-1 3 6 15,-2 2 4-15,-2 4 6 0,-1 4-4 0,-1 2-4 0,0 2 5 0,0 3 1 16,-1 2-6-16,-1 3 8 0,1 2-2 0,0 3-8 0,1 3 4 15,0 2-10-15,-1 4 6 0,1 3 0 0,1 6-4 0,0 4-1 0,2 2 3 16,-1 3-4-16,2 0-1 0,1 3 3 0,0 0-2 0,3 3 6 0,1 1-3 16,1 1 1-16,3 0-15 0,1-1 7 0,2-1 7 0,2-3-7 0,0-2 8 15,2-2-5-15,1-2 1 0,3-3 5 0,1-1 1 0,1-3-2 16,0-1 0-16,2-3-1 0,1-1 6 0,0-4-2 0,0-1 2 16,1-2-1-16,1-2 2 0,-1-2 4 0,1-4-4 0,0-3 2 0,-2-3-4 15,2-4 2-15,1-2 3 0,-1-1 5 0,2-4-5 0,0-2 1 0,-1-1 3 16,0-3-3-16,-1-2 11 0,-1 0-3 0,-1-2-5 0,-2 1 3 0,0 0-12 15,-2 1 17-15,1 3-10 0,1 2-1 0,0 4 2 0,-2 5-16 16,1 2 1-16,0 3 5 0,-1 4-2 0,-1 3 6 0,0 2 3 0,0 5 1 16,-1 2 8-16,0 4-20 0,-3 3 2 0,2 4 8 0,-1 3-6 15,1 4 19-15,-2 2 1 0,1 2-13 0,-2-1 1 0,1 2-2 0,-1-2 2 16,1 2 0-16,-1-2 1 0,0 0-3 0,0-3-2 0,0-2 2 0,2-6 6 16,0-3-6-16,1-3 11 0,-1-4-5 0,1-2-2 0,-1-2 15 15,1-3-13-15,1-2 18 0,0-3-1 0,2-1-11 16,0-3 14-16,2-2-14 0,2-4 4 0,1-2 0 0,1-2-16 0,2-3-4 0,0-3 0 0,1-2 0 15,0-2 0-15,-2-3 0 0,2 0 0 0,0 0 0 0,0-2 0 16,1-2 0-16,0-1 0 0,1-2 0 0,1 1 0 0,0 2 0 0,1 0-42 16,-3 5-16-16,1 1-9 0,-1 4 1 0,-3 1-17 0,0 2-7 0,-1 2-19 15,-4 2-28-15,-2 2-23 0,-2 3-62 0,-2 0-71 0,-2 1-109 16,-3 0-156-16,0 0-56 0,-2 0 149 0,-2 1-116 0</inkml:trace>
  <inkml:trace contextRef="#ctx0" brushRef="#br0" timeOffset="213192">15616 10403 2550 0,'-6'1'174'0,"1"1"-85"16,-1 2-46-16,1 0-13 0,1 4-10 0,-1 3-11 0,1 4-1 0,-1 3-6 15,-1 1 10-15,0 3 25 0,-2 1 16 0,0 1 27 0,0 4 7 16,0 0-14-16,0 4-8 0,1 2-18 0,0 2-23 0,0 1 8 0,1 2-11 16,2 2-7-16,1 0 10 0,1-1-24 0,1 2 8 0,2-2-5 15,1-1-3-15,1 0 4 0,2-4-2 0,1-2-6 0,3-4 4 0,0-1-7 16,4-3 1-16,0-1 3 0,2-2-3 0,1-2 4 0,0-2-1 15,2-2 4-15,2-5 5 0,-3-1 3 0,3-2 8 0,-1-4 3 0,-2-2 8 16,3-3 2-16,-2-3 4 0,2-2-4 0,-2-3 0 0,1-1 6 0,2-4-5 16,-3-2-4-16,3-2 0 0,-1 0-16 15,0 0-1-15,1-2-6 0,1 2-6 0,1-3 6 0,0 2 0 0,0 0-4 0,-1 4-4 0,-2 1 2 16,-2 3-14-16,0 2 16 0,-2 2-2 0,-1 2-3 0,-2 3 9 0,1 0-16 16,-1 2 6-16,-1 1-1 0,-1 1-1 0,-1 0 2 0,0 1-4 15,1 1 10-15,0 1-1 0,1-1 1 0,1 0 3 0,-1-1-10 0,2-1 12 16,0-1-1-16,2-2-6 0,0-1 12 0,1-3-14 0,0-1 12 0,-1-2 1 15,1 0 1-15,-1-5 2 0,0 0-3 0,-2-2-1 0,1-1 0 16,-2 1 7-16,-1-3-5 0,-2 0 0 0,-1 0-3 0,-3-2 1 0,-1-1-2 16,-1 1 2-16,-3-3-2 0,-2-1-6 0,-2 1-4 0,-4-3-6 0,0 1 8 15,-3-2-11-15,-1 1-3 0,-1 4 8 0,0 0-9 0,-1 5 9 16,1 3-4-16,0 4-3 0,-1 2-4 0,0 2 5 0,1 3-1 0,-2 2-8 16,0 3-6-16,-1 1-10 0,1 3-8 0,1 1-10 0,-2 2-13 0,0 1-7 15,-1 0-16-15,1 3-12 0,0-1-18 0,1 1-35 0,0-1-57 16,3-1-81-16,0 0-105 0,2-2-103 0,1 0-22 0,3-1 130 0,1-1-86 15</inkml:trace>
  <inkml:trace contextRef="#ctx0" brushRef="#br0" timeOffset="213642">16542 10790 2461 0,'2'6'240'0,"2"2"-166"0,1 3-43 16,2 2-11-16,2-1 0 0,0 2-9 0,2 2-9 0,2 2 0 0,0 1-4 15,-1 1 2-15,2 0 3 0,-2 0-6 0,-1 0 3 0,1 2 2 0,0 0 1 16,0 0-1-16,2 0-7 0,-1-2-2 0,1-1 0 0,1-1 4 16,1-3 0-16,1-1 3 0,-1-1 1 0,1-3 1 0,0 0 5 0,-2-2-2 15,0-2 0-15,0 0 3 0,0-3-3 0,-2 0-22 0,-2-3-1 0,1 0-8 16,-2-2-4-16,-1-2 2 0,2-2-5 0,-1-1-3 0,0-3 1 16,1-1 4-16,-1-2 1 0,1-1-6 0,1-1-2 0,0-3-1 0,-2 0 8 15,2-1 14-15,0 0 15 0,1 0 8 0,-2-1 4 0,0 2 4 16,-1 1 0-16,0 0 4 0,0 3 6 0,-1 0-6 0,1 3-5 0,-2 0 3 15,-1 3-2-15,1 3-6 0,-1 1-6 0,-1 3-2 0,0 2-8 0,0 2 3 16,-1 2 2-16,1 2 3 0,1 1 1 0,-1 3 1 0,2 2-2 16,0 1 2-16,0 2 2 0,1 0-1 0,-1 2 2 0,-1-1 3 0,-1 1 3 15,-1 0 9-15,0-3 5 0,-2-1-1 0,-1 0 6 0,-2-3 2 0,-1-1 3 16,-1-2-2-16,0-2-7 0,-2-2 4 0,1 0-8 0,-2-3 3 16,0-2-3-16,-1-1-5 0,-1-2 5 0,1-2 0 0,-1 0 6 0,0-1-1 15,2-3 1-15,0 0-2 0,2-2 2 0,1-2-2 0,0-1-1 16,2-2-2-16,1-2-7 0,0 1 7 0,2-1-2 0,1-1 2 0,1 1 2 15,2-1-10-15,0-2-4 0,1 2-10 0,1-1-6 0,1 1-4 0,-1 3-7 16,2 2-2-16,0 1 2 0,0 0 7 0,1 3 2 0,-1 1-8 16,-2 0-2-16,2 2-6 0,-1 1 1 0,1 1-6 0,1 0-7 0,-1 2-22 15,1-1-27-15,-1 2-31 0,0-1-27 0,-1 0-48 0,0 1-73 0,0-2-87 16,1 0-113-16,2-1-36 0,-1-1 79 0,2-3-25 0</inkml:trace>
  <inkml:trace contextRef="#ctx0" brushRef="#br0" timeOffset="214009">18377 10368 2724 0,'1'-1'626'0,"1"0"-531"16,0 1-77-16,0-1-33 0,-1 0-23 0,-1 0-33 0,-1-1-19 16,-2 0-2-16,-3 1 22 0,-1-1 43 0,-3-1 28 0,-4 0 20 0,-3 1-2 15,-2-1 1-15,-6 1-8 0,-2 1-5 0,-4-1-2 0,-2 1-12 0,-3 1 2 16,0 0-4-16,0 1 2 0,2 1 5 0,5 1 2 0,2 0 4 16,4 1-1-16,6 1 1 0,2 2-1 0,3-1-3 0,3 1-14 0,2 1-17 15,2 0-11-15,2 0-11 0,2 1 1 0,3 2 9 0,1 1 11 16,2 1 19-16,2 1 16 0,3 0 11 0,1 2 6 0,3 1 2 0,1 2-4 15,2 0 4-15,3 1-1 0,0 3-2 0,1-2 1 0,1 3 2 0,-2-1 3 16,1 1-3-16,-1 1 6 0,-2-2-5 0,-2 1 3 0,-2-1 5 16,-3-1-4-16,-2 1 5 0,-3-2-11 0,-4 2-5 0,-2 0-8 0,-2-1-3 15,-3 1-10-15,-3 0-15 0,-3-3-9 0,-3 2-33 0,-4 0-34 0,-3-2-48 16,-4 0-67-16,-3-3-92 0,-3-3-138 0,-2-2-152 0,-5-3 58 16,-1-3-132-16</inkml:trace>
  <inkml:trace contextRef="#ctx0" brushRef="#br0" timeOffset="-205820.33">9434 12987 810 0,'-4'0'154'0,"0"0"-76"0,0 0-42 0,1 1-9 0,0-2-7 16,2 2-8-16,0 0-11 0,0-1-1 0,1 1-2 0,0-1 1 15,0 0 0-15,1 1-5 0,0-1 3 0,1 0-6 0,0 1-4 0,1 0 0 16,-1-1-2-16,1 1 6 0,0-1 6 0,0-1 0 0,0 0 2 0,0 1 2 15,0-1 4-15,0 0 1 0,0-1 3 0,0 0 4 0,0 0 5 16,1 0 10-16,1-1 11 0,0 0 9 0,0 1 5 0,1-1 4 16,0 0 0-16,2-2 5 0,1 0 3 0,1 0-3 0,-1-1 0 0,1 1-6 0,0 0-10 15,-2 0-3-15,3 0-7 0,0 0-5 0,0 0-4 0,2 1-8 16,-1-1 1-16,1-1 4 0,1 1-1 0,0 0 2 0,0-1 0 0,0 0-1 16,-1 0 8-16,0 1 0 0,-1-1 3 0,0 2 0 0,-1-1 0 15,2 1 2-15,-1 0-3 0,-1 0 2 0,1 0-4 0,0 1-5 0,1-2 2 16,1 1-6-16,-1 0 2 0,0-1-5 0,1 0-3 0,1-1-1 0,0 0-4 15,0 0 1-15,-1 2 0 0,2-1-1 0,0 1-5 0,-1-1 2 16,1 0-6-16,0-1-1 0,1 1 1 0,-1-1-3 0,1 1 3 0,-1 1-1 16,-1-1 4-16,0 1-3 0,1 0 1 0,-1 1-4 0,-1-1 1 0,-1 1-1 15,0 0-3-15,-1 1 3 0,0 0-3 0,-2 0 0 0,1 0 3 16,-2 1-2-16,0-1 0 0,-1 1 4 0,-1 0-5 0,-1 1-4 0,0-1-2 16,-2 0-2-16,-1 1-11 0,-1-2-7 0,1 1-13 0,-2 0-16 0,-1-1-14 15,0 0-25-15,-1-1-27 0,0-1-35 0,-1-2-48 0,0 0-51 16,-1-1-30-16,-1-1-12 0,1-1 44 0,0-2 77 0,0-3-183 0</inkml:trace>
  <inkml:trace contextRef="#ctx0" brushRef="#br0" timeOffset="-205437.33">10265 12432 2107 0,'-3'-1'663'0,"-1"0"-496"15,0-1-91-15,3 0-33 0,0 0-15 0,2 0-9 0,0 0-10 16,2 1-16-16,2 0 0 0,3 0 0 0,2 0-2 0,5 0 6 0,1 0-1 16,3-1-3-16,1 1 4 0,2 0-1 0,1 0 1 0,0 1 1 0,2 0-6 15,-1 0 8-15,2 1-4 0,0 0 4 0,-1 0 5 0,0 1-18 16,-1 1 2-16,-1 0-1 0,1 0 2 0,-3 0 12 15,1 1-2-15,-2 0 1 0,1 0-2 0,-1 1-1 0,-1-1 2 0,-3 1 3 0,-1-1-4 16,-2 1-1-16,-1 1 4 0,-3-1-6 0,-1 1 1 0,-1 0 3 0,-2 0-5 16,-1 1 0-16,-2 0 10 0,-2 2-5 0,0-1 7 0,-3 2-2 0,-2 1 0 15,-2 0 2-15,-2 4-7 0,-2 1 7 0,-5 2 3 0,-1-1-12 16,-5 3 2-16,-2 2 2 0,-3-1-4 0,-1 3 18 0,-2 0-4 0,1-1 7 16,-2 1-7-16,2-4-2 0,-1 0 4 0,2-2-15 0,0-2-6 0,3-4-19 15,0 1-30-15,2-3-29 0,2-1-33 0,0-2-34 0,1-1-46 16,3-3-65-16,-2-1-117 0,1-2-108 0,1-2 28 0,-2-3-201 0</inkml:trace>
  <inkml:trace contextRef="#ctx0" brushRef="#br0" timeOffset="-194553.06">5903 14588 258 0,'-1'-6'211'16,"-1"0"-121"-16,0 0-5 0,1 0-12 0,-1 2-4 0,0-2 8 0,1-1 0 16,0 0 7-16,-1 0-2 0,1-1-10 0,0 1-10 0,-1-1-10 15,2 0-12-15,-1 2-7 0,0-1-7 0,0 0-7 0,-1 0 1 0,1 1 0 16,0 0 5-16,0 0-3 0,-1 0 3 0,1 0 3 0,-2 1 7 0,2 0 9 16,-1-1 2-16,0 1 5 0,0-1 4 0,-2 2 8 0,2-1 8 15,-1 1 10-15,1 1 2 0,0 0-3 0,-1 1 7 0,1 0-8 0,0 1-9 16,2 1-4-16,0 0-14 0,0 1-10 0,1 0-5 0,0 2-1 15,3 1 8-15,1 2 19 0,1 2 13 0,2 0 11 0,2 1 6 0,2 0-7 16,5 2-9-16,1-1-12 0,2 0-19 0,3 0-4 0,1-1-10 0,3-1-3 16,2-1-4-16,2-2-1 0,4 0 4 0,0-3-1 0,3-2 1 15,1-2 1-15,0-2 5 0,2-3 0 0,0 0 1 0,1-3-6 0,2-2 1 16,3-2 0-16,0-1-1 0,0-2-4 0,-1-2-12 0,3-2 5 0,0 0-5 16,1-3 1-16,0-1-3 0,-1 1-3 0,1-2 0 0,-3 1-10 15,-1 0 0-15,1 1-10 0,-1 2-3 0,-1 1-4 0,0 0-18 0,1-2-9 16,2-1-22-16,3-1-26 0,-2-2-47 0,2 0-69 0,1-2-67 15,3-1-97-15,4-4-196 0,5-3-106 0,5-8-249 0</inkml:trace>
  <inkml:trace contextRef="#ctx0" brushRef="#br0" timeOffset="-175068.67">3152 7888 1987 0,'-18'1'296'0,"1"1"-218"0,0 1-6 0,9 2-27 0,6 1-7 16,3 1 3-16,2 2 8 0,2 4 2 0,2 4-12 0,1 1-10 0,2 5-12 15,-1 2-11-15,1 1-1 0,1 4-5 0,1 2 0 0,0 2 0 16,-1 3 0-16,-1 0-6 0,-2 3 2 0,0 0-2 0,0 1 1 0,-1 0 10 15,-1-1-5-15,-2 1 0 0,0-1 5 0,-3-2-2 0,0 1 7 0,0-4 13 16,-2-3 12-16,-1-1 18 0,-1-1 11 0,0-2 2 0,0 0-9 16,1-2-2-16,-1-1-11 0,1-3-9 0,-2 1-5 0,0-2-14 0,-1-2-3 15,2 1 5-15,0-2-2 0,0 1 5 0,1-1 3 0,1-1-19 0,0-1 0 16,1-2-1-16,1 0-2 0,2-2 1 0,1 0 3 0,0-1-6 16,1-2 0-16,1 0 2 0,1 0-2 0,2-1 0 0,0 0 1 0,2 0 3 15,-2-1 0-15,4-1-2 0,1 0-2 0,2-1 0 0,1-1 1 16,2-1 3-16,2-1-2 0,0-2 9 0,2-1-2 0,2 0 2 0,1-2-2 15,4 0-7-15,2-1 1 0,4-1 1 0,0 1 0 0,3-1 1 0,2-1 1 16,2 1-3-16,2 0-1 0,2 1-2 0,3 0 4 0,1 1-4 16,3 0 3-16,2 0-3 0,1 1-3 0,2 0 5 0,1 0-4 0,2 1-2 15,2 0 6-15,0 1 7 0,2-2 4 0,0 0 7 0,2 0-1 0,1 0-1 16,0-1 12-16,2 1-4 0,0-1 0 0,2 0 1 0,-1-1-5 16,1-1 7-16,2 0-3 0,-1 0-3 0,1-2-2 0,1 1-4 0,-2-1-7 15,2 0 0-15,-2-1-7 0,-1 1 9 0,1-1 3 0,-2 0 1 16,0-1 9-16,0 0-7 0,0 1 3 0,-1-1-3 0,0 0-7 0,-2 0-9 15,-1-1-6-15,1 1 0 0,-1-1 12 0,0 0 18 0,-2 1-5 0,-3-1 3 16,-1-1-20-16,-2 0-4 0,0 1 0 0,-3 0 0 0,-3 1 2 16,-1 1 4-16,-2 0 0 0,-1 1-4 0,-1 0 6 0,-4 1-8 0,-2 1 2 15,-2 1 2-15,-3 0-6 0,-1 1 4 0,-2 0-10 0,-4 0-4 0,-1 0 6 16,-4 3-2-16,0-1 8 0,-3 1 0 0,-3 0-4 0,-2 1-6 16,-2-1-4-16,-5 1-7 0,-1 0-13 0,-4 0-20 0,-2 0-31 0,-2 0-16 15,-2-1-36-15,-1-1-36 0,-3-1-60 0,-4 0-104 0,-4-3-156 16,-2-1-124-16,-6-4 12 0,-3-4-189 0</inkml:trace>
  <inkml:trace contextRef="#ctx0" brushRef="#br0" timeOffset="-174551.64">3582 7748 2279 0,'-43'-7'878'0,"6"0"-828"16,-7-2-4-16,18 2-25 0,10-1-15 0,3-2-1 0,5 0-3 0,3 0-20 15,3 0-7-15,5 0-5 0,3 1 12 0,5-1 16 0,2 0 2 0,4 0 6 16,3 0-15-16,4 0 3 0,2 0 3 0,5 0-4 0,1 1 2 15,3 0 3-15,1 1 2 0,4 1 2 0,2 0-2 0,2 1-2 0,2 0-2 16,3 1 8-16,3 0 1 0,2 1 2 0,3 0 4 0,4-1-2 16,1 1 5-16,4 0-5 0,2-1 0 0,2 1-6 0,-2-1-3 0,4 0 4 15,2 0-6-15,1 0 9 0,2 0-2 0,-2 1 4 0,2-1 7 0,2 0 8 16,-1 0 3-16,0 0 12 0,0 0 3 0,0 0 2 0,-1-1-2 16,2 1-8-16,-2 1-12 0,1-1-7 0,-4 0 0 0,1 0 4 0,1 0 1 15,-3 1 5-15,1 0-3 0,-2 2 1 0,1 0-10 0,-2 0-3 0,-1 0 1 16,-3 1-5-16,-3-1 6 0,1 2 3 0,-3 0-6 0,-1 1 1 15,-3 1 4-15,-2-1-7 0,-2 1-5 0,-1 1 4 0,-3 1 0 0,-2 0-1 16,-1 2 13-16,-4 1-10 0,-2 1-1 0,-1 0 1 0,-1 3 0 0,-3 1 4 16,-2 3 5-16,-4 1-3 0,-3 2-1 0,-3 3-1 0,-2 1 2 15,-1 2 4-15,-4 3 1 0,-1 0-13 0,-3 3 18 0,-2 2 0 0,-1 3-6 16,-1 2 18-16,-1 1-30 0,0 2-6 0,-1 3 0 0,-1 2 0 16,-1 4 0-16,-2 0 0 0,-1 0 0 0,0 1 0 0,-1 1 0 0,-2 0 0 15,0 2 0-15,-1-2 0 0,-2-1-28 0,1-2-56 0,0-1-31 16,-1 0-33-16,1-1-50 0,-1-2-76 0,0-1-143 0,0-1-307 0,1-1-61 15,-1 4-178-15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7T10:08:29.9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9949 10571 1300 0,'0'1'238'0,"1"2"-145"0,0 1-56 0,1 3-25 0,2 0-3 0,0 2-6 16,1 2 1-16,-1 2 3 0,-1 0-3 0,1 1-3 0,-1-1-2 16,-1 2-2-16,1 1 0 0,-1 0-9 0,0-1 1 0,-1 0-8 0,0 1 0 15,1-2 12-15,-1 0-6 0,0-1 7 0,0 0-7 0,-1-1-6 16,1 0-9-16,0-2-8 0,1 0-15 0,-1 1-10 0,-1-1 3 0,1-1-1 16,-1 0 12-16,1-2 4 0,-1-1-8 0,1 0-3 0,0-3-14 0,1-1-9 15,0-2-3-15,0-1-10 0,1 0-12 0,0-2-24 0,1-2-31 16,0-2-151-16</inkml:trace>
  <inkml:trace contextRef="#ctx0" brushRef="#br0" timeOffset="133">10126 10617 1283 0,'-3'3'415'16,"1"1"-300"-16,0 3-78 0,3 1-26 0,1 2-6 0,2 1-2 0,0 1-3 15,1 3-4-15,1 0-12 0,0-1-15 0,1 1-23 0,1 0-55 16,0 0-57-16,2-1-45 0,-1-2-42 0,2 1-25 0,1 0-255 0</inkml:trace>
  <inkml:trace contextRef="#ctx0" brushRef="#br0" timeOffset="683.99">19480 8975 1453 0,'4'-1'878'16,"1"-1"-793"-16,2 1-44 0,-1 1-35 0,1 1-17 0,-1 1-21 0,1 1-25 16,-1 3-21-16,-1 0-13 0,0 1 3 0,-1 0 13 0,-2-2 15 0,0 2 7 15,-2 0 11-15,0 0 3 0,0 0 3 0,-1 0 3 0,0 1 0 16,-2-1-1-16,1 0-1 0,0 0-2 0,-1 0-10 0,1-1-7 0,0 1-10 15,0 0-4-15,0-1-6 0,0 2-1 0,0-2-6 0,1 0-8 0,-1-2-9 16,2 0-10-16,-1-1-12 0,1-1-11 0,-1-2-8 0,2 0-41 16,0-2-75-16</inkml:trace>
  <inkml:trace contextRef="#ctx0" brushRef="#br0" timeOffset="849.99">19685 8762 1936 0,'8'4'89'16,"1"2"-78"-16,4 4-88 0,-1 1-119 0,1 1-117 0,4 1-93 0,1-2-332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7T10:08:55.0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2926 4874 1587 0,'-9'-2'47'0,"2"1"-41"0,-1-1-6 16,5 2-1-16,2 1-2 0,1 0 2 0,0 2-4 0,0 0 1 0,2 2 2 16,0 2-5-16,1 2-3 0,1 3-11 0,1 1-4 0,0 2 0 15,0 2 5-15,-1 0 7 0,0 0 3 0,-1 1 6 0,0 0 2 0,-2-1 0 16,1 2-7-16,-1-1 0 0,-2 1 1 0,0-1 4 0,0 2 4 0,0 2 0 16,0-1 2-16,0 1-1 0,0-2 3 0,2 1-2 0,0-2-4 15,0 0-1-15,2-4 1 0,0 0 1 0,0-2-4 0,1-1-16 0,1-2-26 16,0-1-28-16,1-1-15 0,0-2-8 0,-1-1 6 0,0-2 13 15,0-1 8-15,-1-2 12 0,-1-2 2 0,1-1-4 0,-1-3-11 0,1-1-12 16,1-3-21-16,-2-1-200 0</inkml:trace>
  <inkml:trace contextRef="#ctx0" brushRef="#br0" timeOffset="168.22">3433 4720 1911 0,'1'0'24'0,"3"2"-34"0,2 1 2 0,0 1 6 0,3-1 2 0,0 3-2 16,0 1-2-16,1 1-6 0,1 2-17 0,0 0-24 0,2 3-45 0,0 0-64 16,0 1-36-16,1 1-15 0,-3 0 9 0,2-2 30 0,-1 1 17 15,0-1 26-15,1-1-5 0,-2-1-114 0</inkml:trace>
  <inkml:trace contextRef="#ctx0" brushRef="#br0" timeOffset="667.5">10257 5135 1755 0,'-1'-3'87'0,"1"1"-81"15,1 0-17-15,3 4-2 0,3 3 5 0,0 0 6 0,1 2 0 0,2 0-2 16,0 0 0-16,-1 2-4 0,0 2-11 0,0 0-6 0,-2 1-14 16,0-1-10-16,-1 1-6 0,0 0-5 0,-1-1 5 0,-1-1 1 0,0-1 5 15,-1 0 2-15,0-3-10 0,-1 1-8 0,0-1-15 0,0-1-20 16,-1-1-8-16,0 0-6 0,0 0-3 0,1-2-4 0,-2-1-1 0,1-2-65 16,-1-1-39-16</inkml:trace>
  <inkml:trace contextRef="#ctx0" brushRef="#br0" timeOffset="835.5">10574 4954 1471 0,'4'5'149'0,"2"4"-125"0,4 4-28 0,5 6-8 0,1 2-20 15,1 2-30-15,0 2-48 0,2 1-74 0,0 1-55 0,-1 4-63 0,2-1-206 16</inkml:trace>
  <inkml:trace contextRef="#ctx0" brushRef="#br0" timeOffset="5384.41">17424 10575 956 0,'-3'0'419'0,"0"0"-324"16,0 1-58-16,2 0-10 0,1 1-7 0,1 1-11 0,0 0-2 0,0 2-4 16,0-1 4-16,0 0 12 0,0 2 11 0,-2-2 10 0,1 2 8 15,-2 0-4-15,0-1 3 0,0 1-2 0,0-1 2 0,0 1 6 0,1-1 4 16,-1 2 0-16,0-2 6 0,1 2-2 0,-1 1 4 0,-1 0-6 15,1 2 1-15,1 1-5 0,-1 2-5 0,2-1-2 0,-1 3-16 0,0 3 0 16,1 1-4-16,-1 4 1 0,1 3 5 0,1 3-8 0,-1 4-5 16,1 1-3-16,0 5-5 0,0 5-1 0,2 3-2 0,1 5-2 0,-1 4-3 15,1 3-2-15,-1 5-3 0,1 4-1 0,1 4-4 0,-1 1 3 0,1 0-1 16,0 2 1-16,-1-1 0 0,1-2 1 0,0-3 4 0,1-4-10 0,-1-5 12 16,1-2 2-16,1-5-4 0,-2-3 14 0,2-4-4 0,-1-3-6 15,0-3 4-15,0-4 1 0,0-2-2 0,-1-4 4 0,-1-4-4 0,-1-4-5 16,-1-4-9-16,-1-3 1 0,-1-4-5 0,-1-2-9 0,-1-3-17 15,0-4-30-15,0-2-32 0,-1-5-22 0,-2-3-13 0,-1-4-2 0,-2-6-11 16,1-7-17-16,-1-9-17 0,1-5-14 0,1-5 6 0,-1-4 19 0,2-3 32 16,1-2 46-16,-1-3 34 0,2-3 28 0,1-4 16 0,2-3 5 15,0-3 5-15,1-2 6 0,1 0 0 0,1 3 2 0,0 1 10 0,0 4 12 16,0 5 43-16,-1 3 39 0,-1 3 33 0,-1 3 22 0,0 3-6 0,-1 3-13 16,-2 1-14-16,0 2-9 0,-1 1-16 0,1 2-17 0,-1 3-16 15,0 3-16-15,2 4-12 0,0-1 0 0,1 3-11 0,2 1-10 0,1 2-7 16,0 2-7-16,3-1-6 0,0 2 3 0,1 2-1 0,1 0 5 0,1 1-2 15,0 0-1-15,2 3 4 0,0 0 2 0,1 2 12 0,1 1 3 16,1 3 10-16,1 1-3 0,0 2 10 0,1 2 2 0,1 1-6 0,-1 2 4 16,1 1-14-16,1 4-3 0,0 2-2 0,0 2-10 0,2 3 8 0,0 2-6 15,-2 2-4-15,0 4-12 0,0 2 1 0,-1 1-1 0,0 3 2 16,2 1 11-16,-2 4-9 0,-1-1-8 0,0 4 3 0,-1 2 3 0,-2 3-3 16,-1 2-3-16,-2 1 1 0,1 1-2 0,-1 2 7 0,0-1 0 15,-1 2 4-15,-1 2-13 0,-1 1-3 0,-1 0 5 0,-2 0 0 0,2-2 9 16,-1-1-6-16,0 1-6 0,0-2 5 0,0-2-4 0,-1-2 0 0,1-2 2 15,-1-4-12-15,0 1-3 0,1-1-1 0,-1 0-8 0,0-3-13 16,1-5 12-16,-2-2-10 0,1-5-1 0,-1-2 8 0,-1-3-20 0,-1-4-6 16,-1-3-32-16,-2-3-46 0,0-3-50 0,-2-3-33 0,0 0-33 0,-2-3-22 15,-1-3-10-15,0-3-21 0,-1-5 6 0,-1-2 26 0,-1-4 22 16,-2-2-88-16</inkml:trace>
  <inkml:trace contextRef="#ctx0" brushRef="#br0" timeOffset="5568.41">17558 11685 1365 0,'-19'-1'244'0,"-1"1"-68"15,-5-1-22-15,3 2-28 0,7-1-14 0,0 1-25 0,4 0-12 16,2-1 1-16,3 1-3 0,2-1-1 0,3 0-12 0,1 0-13 0,0 0-11 16,2 0-6-16,2 0 7 0,3 1 14 0,2-1 9 0,3 0 6 0,2-1-1 15,2 0-21-15,2-1-9 0,3-1-14 0,0-1-5 0,4-1-4 16,1 0-2-16,0-1-3 0,3 0-5 0,0 0 7 0,0 0-7 0,0-1-1 16,0 2-4-16,-1-1-9 0,2 1-4 0,-2-1-14 0,0 1-19 15,-1-1-21-15,-3 0-18 0,1 0-26 0,-1-2-24 0,0-1-25 16,-1 0-51-16,0-2-41 0,1-2-56 0,-1-1-53 0,0-2-30 0,0-1 4 0,-1-1-63 15</inkml:trace>
  <inkml:trace contextRef="#ctx0" brushRef="#br0" timeOffset="5833.98">18454 10509 1982 0,'-4'-14'248'0,"1"-3"-104"0,-1-2-15 0,2 3-15 0,2 4-22 0,-1 2-17 16,2 2-20-16,-1 3-1 0,0 2-5 0,1 1 19 0,-2 1 6 0,0 2 5 15,-1 0-9-15,0 1-14 0,-1 1-8 0,0 0-4 0,0 4-4 16,-2 3 0-16,0 4 1 0,-1 4 3 0,0 2-5 0,-1 4-10 0,-1 3 3 16,1 3-14-16,-1 4-6 0,1 4-3 0,-1 4-1 0,0 4-14 15,0 4 14-15,1 2-6 0,-1 4 0 0,2 3 7 0,-1 3-5 0,0 1 2 16,2 1-14-16,2 2 4 0,0-1-13 0,3 2-32 0,1-1 6 0,1-1-25 16,4-2-2-16,2-3 19 0,1-5-14 0,1-1 5 0,2-5-6 15,2-4-2-15,0-6-4 0,1-4-19 0,1-5-21 0,1-3-25 0,1-3-35 16,-2-3-21-16,1-3-14 0,-2-2-25 0,-1-2-52 0,-3-1-9 0,1-4 9 15,-1-1 15-15,-2-4 36 0,-1-3-143 0</inkml:trace>
  <inkml:trace contextRef="#ctx0" brushRef="#br0" timeOffset="6217.37">18678 11210 3005 0,'-7'5'318'0,"-1"0"-259"0,1 3-46 0,2 1-13 16,4 0-5-16,3 3-3 0,2 1-1 0,3 4-1 0,0 1-1 15,1 0 11-15,-2-1 0 0,-1 0 7 0,-1 2-2 0,-1-2-17 0,1 1 17 16,-1 0-3-16,1 0-2 0,1 1 14 0,0-1-14 0,1 0-1 0,2-3 1 16,0 0-4-16,1-2-5 0,1 0 5 0,1-2 1 0,3 0-6 15,1-2 3-15,1-1 3 0,2-2 1 0,2-2 2 0,0-1-6 0,-1-2-1 16,2-1 7-16,0-1 2 0,-2-2 7 0,1-1 0 0,0-2 2 0,-2-2 0 15,0-2 1-15,1 0 3 0,-1-3 1 0,1 0 1 0,-1-2-6 16,-1-1-4-16,-1 0 2 0,0-1 6 0,-1-2-2 0,-1 1-4 0,-1-1 11 16,-1-2 1-16,-2 1 9 0,-2-3 11 0,-2-1-23 0,-2 0 3 15,-2-3-8-15,-2 0-7 0,-3-2 2 0,-2 0-1 0,-2 0-3 0,-3 1-4 16,-3-1 7-16,-2 3-5 0,-2 1 10 0,-4 1 1 0,-1 4-9 0,0 1 7 16,-3 2-13-16,0 2 2 0,-1 3-1 0,1 0-9 0,1 3 8 15,-1 2-2-15,1 2-7 0,0 3-2 0,0 2-8 0,1 1-4 0,0 3 5 16,1 1-16-16,0 3-14 0,1 1-19 0,2 1-27 0,-1 0-32 0,0 2-37 15,2 0-48-15,0 2-51 0,2 0-61 0,1-2-67 0,2 0-80 0,1-2-30 16,2 0-175-16</inkml:trace>
  <inkml:trace contextRef="#ctx0" brushRef="#br0" timeOffset="6800.71">18918 11169 1816 0,'-4'11'926'0,"1"3"-887"0,0 4-44 0,5 4-10 16,3 1-1-16,5 1-9 0,1 5-7 0,4 0-10 0,0 3-17 0,-1 1 11 15,1 1 9-15,-2 1-8 0,1 2 10 0,0 3-22 0,0 3-12 16,0 0 9-16,1 3 8 0,2-2 14 0,0-1 25 0,-2-1 6 0,2 0 6 16,-1 0 13-16,1 1-6 0,-2 1-2 0,1-3 9 0,0-1-6 15,-1 0 8-15,-1-2 4 0,0-1-7 0,-2-2 4 0,-2-3-3 0,-2-1 2 16,-3-1 4-16,-2-1 2 0,-1-1 5 0,-2-2 6 0,-2-2 1 0,-2-3-1 15,-2-2-2-15,-2-2-4 0,-2-2 1 0,-1-2 5 0,-2 1 1 16,0-3 6-16,-2-2 4 0,0-2-2 0,-1-2-6 0,0-3-7 0,-1-2-5 16,-1-1-1-16,1-2-7 0,2-1 2 0,-2-2-4 0,2-2-3 15,0-1 1-15,3-2-11 0,1-2 7 0,1 0-4 0,2-4 4 0,1-2 4 16,0-2-6-16,2-5 9 0,2-2-1 0,1-2 1 0,2-4-1 0,2 2-7 16,0-2-1-16,1-2-1 0,3-1-6 0,0-2 8 0,2 3-13 15,1-1 3-15,2 1-3 0,1 2-2 0,2 1 6 0,0 2 5 0,1 1 2 16,1 2 2-16,-2 0 8 0,2 2-2 0,0-1 0 0,0 2-5 0,0 1-5 15,1 2 7-15,1 3 3 0,-1 2 3 0,1 1 1 0,0 3-1 16,-1 1 2-16,-2 3 1 0,1 0 1 0,1 2-4 0,-2 2 1 0,0 1 0 16,1 0-1-16,-1 2-2 0,-1 1-1 0,0 0-2 0,2 3-4 0,-1 0-1 15,0 2 1-15,1 0-4 0,0 0 2 0,1 0-6 0,0 1 4 16,1 0 4-16,0 1-3 0,0-2 3 0,-1-1-6 0,2 0-5 0,1 0 7 16,-1-2 0-16,3 0 2 0,0-2 3 0,-1-1 0 0,0-1-1 15,-1-1 10-15,-1-2 3 0,0-1 4 0,-2-1 3 0,-2-2 3 0,1-1-1 16,-2 0-1-16,-1-1 2 0,-2-1 3 0,-3 0 2 0,-1 0 4 0,-2-1 2 15,-2 2 1-15,-2-3 1 0,-2 0 1 0,-3-2-1 0,-1 2-21 16,-3 0 11-16,0 0-4 0,-3 1-3 0,-3 1 16 0,0 0-18 0,-2 0 0 16,1 1-3-16,-3 2-5 0,-1 3-7 0,1 1 1 0,-2 0-5 0,-2 3-2 15,1 0 2-15,-1 2-6 0,0 1 12 0,2 2-6 0,-1 0-2 16,1 2 0-16,1 0-23 0,-1 2-2 0,0-1-5 0,1 2-10 0,0 1-11 16,1 1-13-16,2 0-23 0,1 0-29 0,1 0-29 0,1-2-55 15,3 1-66-15,3-2-58 0,1-2-81 0,2 0-69 0,2-2-30 0,1-1-242 16</inkml:trace>
  <inkml:trace contextRef="#ctx0" brushRef="#br0" timeOffset="7083.71">20187 11343 2369 0,'9'10'88'0,"1"2"-40"0,1 2 1 15,1 0 0-15,0-2-6 0,0 0-4 0,1 0-10 0,-2-1-6 16,-1-2 8-16,-1 0-1 0,-2-1 1 0,-3-2-3 0,-2-1 1 0,0-2-6 15,-2-2-7-15,0 0 6 0,-2-2-9 0,-2-2 6 0,-2-3-7 0,-2-2-15 16,-4-2 1-16,1-1-24 0,-3-2 23 0,1-3 10 0,-1-1-1 16,2 1 22-16,-1-4-13 0,1 0 13 0,1 1 5 0,1-3-4 0,1-1-3 15,2 0-13-15,1-3-3 0,1 0 2 0,2-2-10 0,2-3-4 16,1 2-13-16,1 2-10 0,3 2 8 0,0 4 1 0,2 2 2 0,-1 4 4 16,2 2-2-16,1 1-7 0,0 1-2 0,1 2-8 0,1 1-12 0,1 1-5 15,0 0-12-15,0 1-12 0,2 1-11 0,0 2-35 0,2 1-31 16,-1 1-24-16,1 2-23 0,2 1-16 0,0 0-13 0,1 2-24 0,0 1-24 15,0 0-17-15,-2 0-8 0,1 1-122 0</inkml:trace>
  <inkml:trace contextRef="#ctx0" brushRef="#br0" timeOffset="7300.71">20803 11172 2898 0,'-1'2'91'0,"1"2"-63"0,1 0-30 0,1 1-10 16,3 2 3-16,2 1-4 0,2 0-1 0,-2 1 11 0,1 1-1 16,-2 0 8-16,-3 1-1 0,0 0-1 0,-1 1 3 0,-1 1 0 0,0 0-3 15,0 2-7-15,0-1-4 0,0 2 1 0,-1 0-9 0,2 0-12 16,-1 0-42-16,0-2-18 0,0 1-28 0,0-1-25 0,1-1-10 0,-1 0-36 16,1 0-27-16,0-2-24 0,-1-1-28 0,1-2-19 0,-1-3-4 0,0-2 0 15,1-1-151-15</inkml:trace>
  <inkml:trace contextRef="#ctx0" brushRef="#br0" timeOffset="7467.71">20907 10767 2608 0,'-5'-1'481'0,"0"-1"-406"0,0-1-68 0,1 0-29 0,3 2-12 0,2 0-11 15,1 1-1-15,0 0 1 0,1 0 11 0,-1 0 10 0,-1 1 2 16,0 0-10-16,-2 0-22 0,1 0-53 0,-1 0-60 0,1 1-57 0,-1 0-59 15,1 0-37-15,-1 0-43 0,1-1-21 0,-1 1-66 0,1-1 22 0</inkml:trace>
  <inkml:trace contextRef="#ctx0" brushRef="#br0" timeOffset="7984.71">21569 10244 2701 0,'-3'0'151'16,"1"0"-112"-16,0 0-37 0,3 2-23 0,0 1 5 0,3 2 1 16,0 4-2-16,0 1 9 0,0 3 9 0,-1 0 11 0,-2 3 10 0,-1 2 11 15,-2 0-4-15,0 4-4 0,0 4-6 0,-3 4-7 0,0 5 5 0,0 2-3 16,0 1-8-16,-1 3 0 0,0 1-6 0,-1 3 1 0,1 1-13 16,0 1 11-16,1 1-10 0,0-1 1 0,2 1 7 0,1-2-14 0,1-2-7 15,1-1-8-15,2-3-2 0,2-5-1 0,1-3 2 0,2-3-2 0,1-4 2 16,1-2-17-16,1-1 5 0,-1 0 10 0,2-2 5 0,1-2 17 15,-1-2-12-15,0-4-25 0,-1-1-31 0,1-2-17 0,-2-2-27 0,-2-3-18 16,-2-2-27-16,-2-2-40 0,-1-3-61 0,-1-2-55 0,-2-4-31 16,-2-3-181-16</inkml:trace>
  <inkml:trace contextRef="#ctx0" brushRef="#br0" timeOffset="8150.71">21170 10838 2699 0,'1'-1'95'0,"1"0"-91"0,2 1-34 0,4 0-9 0,3 1 17 0,6 0 8 16,4 0-1-16,1 0 9 0,2 0 1 0,0 1 8 0,-3 0 4 0,3-1-9 16,-1 0 4-16,-2 1-6 0,4 0 0 0,-1 0 2 0,1-1-6 15,2 0-11-15,-2-2-31 0,1 0-45 0,-1-1-58 0,3-2-66 0,-3-1-64 16,0 0-65-16,0-3-55 0,-3-2-16 0,0-2-106 0</inkml:trace>
  <inkml:trace contextRef="#ctx0" brushRef="#br0" timeOffset="8801.73">22189 10266 3159 0,'-7'3'242'0,"0"2"-189"0,0 3-48 0,4 1-19 0,1 4-8 16,2 3-6-16,1 3 5 0,2 2 8 0,-2 3 10 0,1 1 5 0,-2 1 5 16,0 2 8-16,-1-1-2 0,0 2 1 0,0-3-2 0,-2 2-5 15,2 0 4-15,-1 1-7 0,2 0 0 0,-1 2-2 0,2-2 0 0,0 0-15 16,2-2 17-16,1-3 0 0,2 1-2 0,1-4 9 0,2 1-11 0,0-3-3 16,1-3 3-16,1 0 5 0,0-3-1 0,2-1 4 0,-1-2 1 15,0-3 8-15,0-1-2 0,-2-2 7 0,1-1 4 0,0-2-11 0,-1-1 9 16,1 0-15-16,-1-1-3 0,-2-2 13 0,1-1-11 0,0 0 5 15,1-1-2-15,0-1 1 0,0-2-1 0,1 0 4 0,-2-1-2 0,2-1-7 16,-2 1 6-16,2 1-7 0,-2-1-6 0,1 2 14 0,-1 1-7 0,-1 2 1 16,1 1 7-16,-2 2-12 0,-1 1 3 0,0 1 3 0,-1 0 6 15,-2 3-7-15,0 1-1 0,0 2-8 0,-1 1 0 0,0 1-5 0,-2 3-1 16,1 1 9-16,-1 0-7 0,0 1 10 0,0 0-6 0,0 0-2 16,2 1-1-16,0-1-6 0,1-2-1 0,0 1-2 0,2-1-1 0,1-2 11 15,0-1-9-15,1-1-2 0,0-2 6 0,0 0-2 0,1-1 9 0,-1-1 10 16,1-2-4-16,1-1-8 0,-1-1 4 0,1-1 0 0,0-1 1 0,0-2 1 15,-1 0-2-15,2-2 7 0,-2 1-3 0,1-1 6 0,-1-1-8 16,0-1 1-16,-1 0 3 0,1-1-6 0,-2 0 14 0,0-1-9 0,0 2-3 16,0-1 2-16,-2 1-6 0,1 0 6 0,-1 1-2 0,-1 1 0 15,0 2 0-15,0 1-9 0,-1 1-8 0,0 1 4 0,-1 1-2 0,0 0 4 16,0 1 17-16,0 1-14 0,-1 1 8 0,1 0-7 0,0 1-15 0,0 1 4 16,0 2-10-16,-1 0 12 0,1 0 1 0,0 1-3 0,0-1 2 15,1-1-6-15,0 1 6 0,1-2-8 0,1 0-4 0,-1-1-2 0,1-1-1 16,1-2 8-16,1 1 2 0,0-2 9 0,0 0-2 0,0 0 4 0,1-2 3 15,-1 0 3-15,1-1 2 0,1-1 6 0,0-1 1 0,2-1-3 16,0-1 1-16,1 1 1 0,0-1-1 0,0 0-1 0,0 0 5 0,1 2-3 16,-1 0 1-16,0 1 5 0,-1 1 6 0,0 1 9 0,0 2 3 15,0 2-3-15,0 2 2 0,1 1-6 0,-1 3-3 0,1 2 2 0,0 2-7 16,0 1 1-16,-1 4-5 0,0 2-7 0,-1 1 4 0,0 2-12 0,0 1 4 16,1-3-10-16,-2 1-17 0,1-1-16 0,-1-2-26 0,-2 0-38 15,1-1-131-15,-1-1-72 0,-1-1-89 0,-1 0-85 0,0-2-5 0,-1-1-337 16</inkml:trace>
  <inkml:trace contextRef="#ctx0" brushRef="#br0" timeOffset="37186.36">20151 9812 1735 0,'-26'-3'532'0,"-2"0"-435"0,-6-3-81 0,5 1-18 0,6-2-7 15,1 1 0-15,3 1-2 0,1 0 4 0,2 1-5 0,0 1 9 0,1-1-3 16,-1 1 0-16,0 0 3 0,0-1-8 0,1 2 7 0,-1-2-4 16,0 1 4-16,0 0 7 0,0-1 0 0,-3-1 4 0,-1-1-2 0,-1 1-1 15,-1-1-4-15,-1 1-6 0,0-1-3 0,0-1-7 0,-1 1 2 16,-3-2 7-16,0 1 2 0,-1-2 5 0,-2 0 3 0,1 0-3 0,-3-1 2 15,0 1 2-15,-2-1 1 0,1 0-2 0,-3-1 3 0,0 0-5 0,-1 0 4 16,-1 1 1-16,-2 0-3 0,-1-1 7 0,-2 1-2 0,-1-1 2 16,-1 2 7-16,-1 0-5 0,-3 1 3 0,1 1-1 0,-1 0-1 0,-1 1 1 15,0 2-3-15,-1 2-8 0,-1 1-2 0,-1 1-2 0,-1 3-7 0,-1 1-4 16,-2 3-6-16,1 2-5 0,-1 0-9 0,-3 5 1 0,1 3 1 16,-3 2 0-16,1 3 12 0,-1 3-1 0,-2 1-1 0,0 4-2 0,-2 0-2 15,0 3-2-15,2 1 6 0,-2 3 4 0,2 0 0 0,1 0 8 16,1 2-1-16,1-2-2 0,0 2 7 0,2 0 1 0,1 1-2 0,1 2-2 15,2 1 4-15,2 2 1 0,0 2 7 0,2 3 2 0,0 0-5 0,3 3-3 16,2-1-5-16,1 2 5 0,0 0-5 0,2-1 5 0,1 2-3 16,2 1-7-16,2 2 0 0,2 0 5 0,2 0-2 0,2 0 8 0,3 1-3 15,3-2-5-15,2-1 3 0,2-1-3 0,5-3 1 0,0-1 3 16,4 1 2-16,2-1-3 0,4-1 3 0,2-1-1 0,2-1-3 0,3-2 4 16,3-1-4-16,1-2 5 0,2 0 1 0,2 0 0 0,2-2 4 0,1-2-4 15,3 1-1-15,1 0 6 0,0 0-9 0,2 1 3 0,2-1 3 16,1 1 4-16,2 0 5 0,1 1 7 0,2-1-3 0,2 1-3 0,0-2 3 15,4-1-6-15,-2 0 1 0,5-2-5 0,1-1-1 0,2-4 1 0,0 0-4 16,2 0 2-16,2-2 1 0,1 1 4 0,2-2-9 0,2-1-2 16,1-1 5-16,2-1-2 0,1 0 7 0,1 0 2 0,1-1-1 0,5 0-4 15,-1-4 0-15,2 0-1 0,0-2-2 0,1-3 5 0,1 0 1 16,2-2 2-16,0 0-1 0,1-3-6 0,1-1 2 0,1-2 2 0,1 0-6 16,0-2-2-16,1-2 1 0,2 1 1 0,1 0 1 0,1-3 2 0,1 0-4 15,0-1-5-15,3-2 2 0,1 2-3 0,0-1 4 0,1 0-2 16,0 1 1-16,1-1-3 0,1 0 1 0,0-1 1 0,2-1 3 0,0 2 4 15,-1-1-5-15,3 1 1 0,-1-1-2 0,1 0 0 0,1-1-5 0,0-1 4 16,1 0-1-16,1-1 5 0,0-1 1 0,1 0-4 0,0-1 4 16,0-1 1-16,1 0 2 0,-1-2 0 0,2 0 5 0,-2-3-5 0,2 0 10 15,-2-2-6-15,0 0 1 0,-1 0 9 0,-1-3-8 0,0-2 12 16,-2 1-1-16,1-4 4 0,-2 0 13 0,-2 1 0 0,2-3-7 0,-2 0-9 16,-1 0-14-16,0-1-4 0,-1 0 2 0,0-2 5 0,-3-1 4 0,2-1-4 15,-3 0 2-15,-2 1-4 0,1-3-4 0,-4 0 1 0,0-2-1 16,-1-1 4-16,-2-1-3 0,-2 0-4 0,0 0 2 0,-2-1-1 0,-2-1-4 15,-2-1 4-15,0 0-2 0,-3-1-5 0,-2-1 10 0,-1 1-5 0,-2 0 6 16,-3-1 1-16,0 2-4 0,-3 1 2 0,-1-2-3 0,-3 2 4 16,-3-1 1-16,0 2 3 0,-4 2 5 0,-1-1 7 0,-4 3-2 0,-3-2 6 15,-2 1 0-15,-2 1-11 0,-2 1 17 0,-2 0 5 0,-5 2 9 0,0-2 5 16,-5 0-2-16,-3-1-1 0,-2 1-7 0,-3-1 3 0,-3 0-12 16,-3-2-10-16,-3-1-4 0,-1-2-7 0,-4 0 1 0,-2 0-4 0,-3 1-6 15,0-2 0-15,-3-1-2 0,-2-1-9 0,-2 2 14 0,-3-1-5 16,-3-1 2-16,-1 0 10 0,-4 1-10 0,0 0 3 0,-3 1 5 0,-1 0-5 15,-2-1 0-15,-1 1 4 0,-2 0 1 0,-1 2-4 0,-3 1-1 0,-1-1-7 16,-2 1-5-16,-1-1 9 0,-2 0-7 0,-3 0 6 0,-1 0 1 16,-2 1-7-16,-2 0 0 0,-2 0-7 0,-2 2-4 0,-2 1 4 0,-1 1 4 15,-1 2 4-15,-1 1-6 0,-1 1 3 0,-1 1-7 0,1 3 6 0,-2 0-6 16,0 3-8-16,-2 3-1 0,-1 1-19 0,3 3-13 0,-2 1-9 16,2 2-3-16,2 2 3 0,1 2 0 0,0 1-26 0,1 1-61 0,0 2-56 15,3 1-44-15,1 2-79 0,0 0-99 0,-2 3-332 0</inkml:trace>
  <inkml:trace contextRef="#ctx0" brushRef="#br0" timeOffset="52852.74">12519 6344 1112 0,'-6'-7'167'0,"0"0"-124"0,1 0-42 0,3 3-14 15,3 2 1-15,1 0-4 0,2 1 3 0,0-1 5 0,2 1 0 16,-1 0 3-16,2 0 2 0,-2 0-3 0,2 1-1 0,0 0 1 0,1 0 0 16,-1 1 2-16,1 0 3 0,0 0 0 0,-1 0 1 0,0 0-1 0,2 0 2 15,0-1 1-15,2 0-2 0,1-1 2 0,2 0 3 0,-1-1-3 0,4-1 3 16,-1 0 2-16,3 0-4 0,0-1 2 0,4-1 2 0,1 0-2 16,3 0 4-16,2-1 2 0,1 0-5 0,1-1 8 0,2 2-3 0,1-3 2 15,4 0 4-15,2 1 0 0,1-2 4 0,4 0-7 0,0 0-3 0,2-1 0 16,2 3-2-16,3-2-2 0,1 1-3 0,0 0-3 0,0 0 0 15,0 0 4-15,0 0 0 0,-1 1-5 0,0-2 7 0,0 0-6 16,-3 0-2-16,1 0 7 0,-1-1-6 0,-1-1 5 0,1 0 1 0,-1-3-4 16,0-2 4-16,0-2-1 0,0 2-3 0,-2-2 4 0,-1-1-3 0,0 2-4 15,0-2 5-15,-2 0-1 0,-2 0-1 0,-1 0 4 0,-1 0-5 0,-2 0 3 16,-1 1-1-16,-3 0-3 0,0 0 4 0,-2 1 3 0,0-2 0 16,-5 3 5-16,0-1-1 0,-4 2 3 0,-2-2-3 0,-1 0-1 0,-2 1-1 15,-2-1 1-15,-1 1 1 0,-3 0 0 0,-3 1 1 0,-1-1-1 0,-4-1-2 16,-2 1 4-16,-2-1 1 0,-1-1 0 0,-5-2-6 0,-3 0-7 15,-2-4-9-15,-2-2-3 0,-2-1 0 0,-4-2 5 0,-1 1 4 0,-2-1 7 16,-3 0 1-16,-3-2 6 0,-2 1-2 0,-3-2-5 0,-3 1-5 16,0 1-2-16,-2 1 0 0,-1-2 2 0,-3 2 0 0,-3-2-10 0,-1 1-6 15,-2 1 4-15,-3 3 4 0,-2-1 8 0,-1 3 4 0,-2 2 6 0,-1-1 2 16,0 2-1-16,-2-2 1 0,0 2-7 0,1 3-4 0,-2 1-1 16,1 2-2-16,0 2 3 0,1 1 3 0,0 2-4 0,-1 0 2 0,1 1-2 15,1 0-2-15,0 1 2 0,3 1-1 0,-1 0-1 0,2 3 0 0,0 0-1 16,1 2 2-16,0 1 0 0,0 1 3 0,1 3-2 0,-1 0 0 15,0 2 0-15,1 2-5 0,-1 2 2 0,0 1 1 0,-1 3-5 0,0 0 5 16,0 1-1-16,0 2 1 0,1 2 3 0,1 2-1 0,0 1 0 16,0 3-1-16,0-1 2 0,1 1 1 0,3 0-3 0,0-1 1 0,2 2-4 15,0 0-3-15,3 1 5 0,2 1 0 0,1-1-2 0,4 1 1 0,3-1-7 16,1 1 0-16,4-1 6 0,-1 2 3 0,2-1 3 0,3 1 2 16,-1 2-5-16,5-2-2 0,0 2 2 0,2-1 0 0,1 1-2 0,2 0 0 15,0 1-4-15,1-1 2 0,0-1 0 0,4-3-5 0,0 0-7 0,3-3-6 16,1 1-4-16,1-1 4 0,1-2 6 0,2 1-8 0,2 0-4 15,1-2-15-15,1 2-21 0,2-2-25 0,1-2-30 0,2 2-22 0,1 1-31 16,2-1-38-16,0 2-223 0</inkml:trace>
  <inkml:trace contextRef="#ctx0" brushRef="#br0" timeOffset="79387.77">5050 6342 1677 0,'-12'-2'10'0,"0"1"-98"0,-3 1-1 15,4 2 40-15,2 0 43 0,-1 1 20 0,1-1 2 0,-1 1-24 16,0-1-48-16,0 0-32 0,0-1-23 0,0 0 12 0,0 1 32 0,-1-1 23 15,-1 0 34-15,-1-1 10 0,-1-1 17 0,-1-1 15 0,-3-2 6 16,-1 1 17-16,-2-3 8 0,1 1 10 0,-1 0 7 0,-3 0 5 0,0 0 1 16,-1 1-8-16,-1 0-7 0,-2-1-15 0,0 0-8 0,-1-1-12 0,2 0-8 15,-2 1-7-15,-1 0-7 0,-2 1-5 0,-1 0-2 0,-2 1-8 16,-1 1 2-16,-1 1 6 0,-2 2 1 0,0 0 11 0,-2 0 12 0,1 2 1 16,0 0 12-16,0 2 1 0,0 0-7 0,-1 1-3 0,1 1-9 0,0 2-7 15,1 0-4-15,0 2-11 0,-1 2-7 0,0 1 0 0,1 2 3 16,1 0 3-16,-1 4 2 0,3 3-4 0,-1 0-7 0,0 3-1 0,3 1-3 15,-1 1-1-15,4 2-2 0,-1 1 0 0,0 3-1 0,1 1 2 0,2-1-1 16,0 2 4-16,3-2 4 0,0 2-4 0,-1 2 5 0,1 2-2 16,-1 3-8-16,1 2 11 0,0 2 3 0,2 2 1 0,1 1 7 0,3 0-8 15,1-1-2-15,2-1 2 0,1-1 2 0,4 1-2 0,0 0-2 0,1-3-1 16,3 1-4-16,2-2 1 0,1 2-1 0,2-3 0 0,1 0 6 16,2 1-9-16,1-1 3 0,2 0-3 0,0 1-1 0,1 0 4 0,2 0-4 15,1-1 4-15,2-1 2 0,0-1 3 0,2-3-4 0,3 1 1 16,1-3 2-16,2-3-10 0,2-1 9 0,1-2 3 15,3-2-1-15,2 1 13 0,2-3-1 0,2 1 0 0,4-3 0 0,1-1 2 0,4-1-2 0,2-2-3 16,3 2 4-16,4-1-4 0,1-1 5 0,1 1-3 0,2-1 0 16,2-4-2-16,2 0-4 0,0-1 0 0,2-2-3 0,1-1 1 0,0-1 2 15,2-2 1-15,0-1-1 0,-1-1-3 0,2 0 2 0,-2-2 1 16,0-2 2-16,1 0 1 0,-1-3 0 0,-1 0-3 0,-1 0-1 0,-1-2 3 16,1-2 2-16,-2-2 2 0,-2-1 1 0,0-1 3 0,-3-2-2 0,-1-2 1 15,-1 0-5-15,-2-2 1 0,-2-2 2 0,-2-3 2 0,-1 0 7 16,-2-2 0-16,-2 0 4 0,-2 1 2 0,1-2-2 0,-3 1 2 0,0 1 3 15,-2-2-2-15,-2 0 3 0,-2 0-1 0,-1 0-3 0,-2 0-3 0,0 3-2 16,-1-1-11-16,-2 1 6 0,-1 2-3 0,-1-1 4 0,-4 1 7 16,0 1-11-16,-1 0 0 0,-2-1-6 0,-1 1 5 0,-3 1 2 0,-2-1-2 15,-1-1-1-15,-1-1-5 0,-3 1 0 0,-1-3-4 0,-1-1-2 16,-3-1-6-16,-2-3-1 0,-1-2-1 0,-2-3 0 0,-1-1 5 0,-2-2-1 16,-3 1 0-16,-1-3 0 0,-2 1 0 0,-2-2 4 0,-1 1-1 0,0 0 7 15,-2 0 0-15,-2-1-2 0,-2-2-5 0,-3-1-2 0,-2 2-4 16,-2-1 3-16,-3 3 11 0,2 2 7 0,-2 1 1 0,1 1 4 0,-2 3 2 15,-1 2-11-15,-1 4-4 0,-1 1-1 0,-1 2-3 0,-1 1 4 0,0 1 5 16,-2 1-5-16,1 0-9 0,1 3-2 0,-3 3-7 0,0 3-7 16,-1 2-7-16,-2 3-4 0,2 4-9 0,-3 4-9 0,1 3-15 0,-2 4-16 15,-1 4-25-15,0 3-35 0,-1 2-47 0,0 2-77 0,-1 2-58 0,-1 3-78 16,-1 7-283-16</inkml:trace>
  <inkml:trace contextRef="#ctx0" brushRef="#br0" timeOffset="179478.25">3321 9839 824 0,'-13'-11'34'0,"-1"-1"7"0,0-1 3 0,0 0 2 0,11 8-35 16,2 1-2-16,-1 1 10 0,0 1 12 0,0 0 7 0,1-1-1 0,-1 1-13 0,1 0-17 15,0-1-11-15,1 1-10 0,1 0-9 0,-1-1-1 0,1 1-1 0,0 0 6 16,0 0 7-16,1 1 4 0,1 0 3 0,0 0 2 0,0 0-2 16,0-1 5-16,0 0 3 0,1 1 4 0,-1-1 6 0,2 1 4 0,0-1 4 15,1-1 3-15,3 0 3 0,-1-1 0 0,1 0 3 0,2 0 2 0,2-1 1 16,2 0 2-16,-1-1 2 0,0-1 1 0,3 1 3 0,1-2 3 15,2 1 1-15,0-3 2 0,2 0-5 0,2-3 2 0,3 0 2 16,3 0 1-16,0-2 3 0,3-2 2 0,1-2-19 0,1 0 0 0,4-2 1 16,2-2-9-16,0 1 7 0,4-3-3 0,0-1-7 0,2-2 4 0,1 0-3 15,2 0-2-15,0-2 2 0,1 0-1 0,1-2 7 0,1-1-3 16,1-2 8-16,1-1 3 0,-1 0 2 0,2 0 19 0,2 0 1 0,-1 1 5 16,1-2-6-16,0 1-6 0,-2 1 1 0,1 0-4 0,0 0-8 0,-1 1-5 15,1-1-11-15,-1 1-9 0,-1 1 6 0,2-1-9 0,-2 3-6 16,0-3-1-16,-1 2-6 0,-2 0 0 0,-1 1-1 0,-1 2-14 0,-1 2-10 15,0 0-22-15,-4 2-30 0,-1-1-27 0,-3 1-35 0,-1 2-45 0,-2-1-36 16,-1 2-54-16,0-1-75 0,-2 0-63 0,0 1-291 0</inkml:trace>
  <inkml:trace contextRef="#ctx0" brushRef="#br0" timeOffset="182111.09">3990 8824 1 0,'-31'-24'163'0,"0"-7"572"0,-9-6 585 16,11 3-776-16,-2 6-565 0,7 5 42 0,5 5-13 0,6 1-8 0,5 3 7 15,2 1-2-15,3 1-4 0,1 0-2 0,1 2-17 0,2 2-17 0,1 3-25 16,3 1-20-16,1 3-10 0,2 2 3 0,3 1 20 0,0 3 16 16,1 3 12-16,-1 3 13 0,0 2 5 0,-1 1 8 0,-1 4 6 0,1 1 2 15,-1 1 4-15,0 3 7 0,0 2 8 0,1 3 5 0,0 2 6 16,0 4 8-16,2 3 3 0,0 2 0 0,2 2 12 0,1 3-2 0,0 2-1 15,-1 1-1-15,2 2-13 0,1 2 4 0,1 3-8 0,1 3 7 0,2 1 2 16,0 4-9-16,1 0-4 0,2 3 4 0,0 4-1 0,1-1 2 16,2 5 9-16,-2 3-7 0,3 3-3 0,0 2 0 0,-1 5-8 0,0 3 12 15,1 5 1-15,-1 5 4 0,-1 4 3 0,-1 5-15 0,-1 0-15 0,-3 1 1 16,1 2 3-16,-2 1-6 0,0 3 12 0,0 1-5 0,-3 2-7 16,0-1 2-16,-2-1-5 0,-2-3-4 0,-1-3 3 0,-2-1 3 0,0-2-3 15,-1-5 2-15,-1-3-1 0,0-5-2 0,-1-6 1 0,-3-5-1 0,2-5 5 16,-1-6-12-16,0-5 0 0,0-4-6 0,-1-5-3 0,1-3 8 15,-1-6-10-15,-1-5-15 0,0-3-24 0,-1-6-38 0,-2-5-51 0,2-5-75 16,-4-4-91-16,2-5-84 0,-2-2-38 0,-2-4-3 0,1-4-71 16,-2-3 48-16</inkml:trace>
  <inkml:trace contextRef="#ctx0" brushRef="#br0" timeOffset="182361.09">4131 12488 978 0,'-21'-8'583'0,"-1"-2"-476"0,-5-1 7 15,9 2-21-15,4 2 7 0,4 0 4 0,3 0-5 0,2 3-16 0,3-1-23 16,1 1-24-16,2 2-15 0,2 0-9 0,3 2 2 0,5 0 9 16,3 3 14-16,4 2 16 0,4 3 4 0,3 4 7 0,2 4-4 0,4 2-3 15,2 4 14-15,2 4-6 0,1 5-1 0,1 5-6 0,2 3-20 0,1 5-7 16,0 5-6-16,2 3-10 0,-1 5-6 0,2 3-2 0,1 5-2 16,-3 1 1-16,-1-1-6 0,-3-2-4 0,-2-5 2 0,-2-6 2 0,-5-6 9 15,0-7 9-15,-6-7 15 0,0-5 17 0,-1-3 14 0,-3-3 16 0,2-4-5 16,0-2-1-16,-2-3-10 0,2-3-13 0,1-2-12 0,0-3-6 15,3-2-6-15,1-3-10 0,2-2-11 0,2-2-4 0,5-3-8 0,4-4-4 16,4-5-18-16,6-4-35 0,4-9-54 0,7-6-76 0,6-5-143 16,6-9-197-16,2-4-266 0,5-7-344 0</inkml:trace>
  <inkml:trace contextRef="#ctx0" brushRef="#br0" timeOffset="183044.09">6977 12286 3030 0,'-25'-9'44'0,"2"3"13"0,-1 0-25 0,8 7-6 0,9 2-15 0,2 4-10 15,0 3-8-15,4 7-3 0,0 6-8 0,1 9-8 0,3 5-6 0,0 5-32 16,1 6-23-16,2 5-33 0,1 4-48 0,2 5-15 0,0 5-14 15,0 3-17-15,0 7-13 0,2 4-6 0,-2 3 15 0,1 7 43 0,-2 5 55 16,-2 5 36-16,-1 2 28 0,-2 1 17 0,-1 2 12 0,1-4 12 16,-2-4 23-16,-2-4 36 0,0-8 59 0,-1-5 73 0,-1-3 55 0,-1-5 34 15,0-4-12-15,0-2-27 0,1-2-21 0,1-4-28 0,-1 0-13 0,1-2-25 16,0-2-11-16,2 0-21 0,-1-2-16 0,1-3-9 0,2-2-19 16,-1-3-7-16,2-3-10 0,1-1-8 0,1-3-12 0,1-1-9 0,1-1-17 15,1-3 7-15,3-2 2 0,2-3-7 0,2 0 11 0,1-2-18 0,4 0-5 16,4-2 3-16,1-2-2 0,6 0 5 0,-1-2-9 0,4 0 0 15,2-1 2-15,3-2-13 0,3 0 11 0,2-2-3 0,3-2 3 0,4 0 4 16,2-2 7-16,3 0 0 0,3-2 0 0,3-1 4 0,1-2-5 16,4 0 8-16,2-1-10 0,3-2-1 0,4 0 8 0,3 0-9 0,1-2 8 15,6 0-2-15,2-1-3 0,4-2 2 0,5 1-5 0,-2-1 1 0,4-1-4 16,2-1 0-16,2-1 9 0,3 0-1 0,4-1 0 0,4-2 6 16,-1 0-8-16,2-1 4 0,3-1 9 0,1 0-7 0,4 1 14 0,1-1-3 15,3 1 5-15,2 0 13 0,0 1 0 0,3 0 10 0,1 2 4 0,2 2-2 16,2 1 9-16,0 2-14 0,0 1-2 0,0 0 3 0,1 1-5 15,0 1 3-15,1 2-4 0,-2 0-12 0,-1 1-1 0,-2-1-1 0,-2-1-7 16,1 3-8-16,-2 1-2 0,0 1 8 0,-3 0-4 0,-2 0-2 16,-2 0-8-16,-6-1 2 0,-2 2 2 0,-5-1 0 0,-4-1 6 0,-2 0-8 15,-5-1-4-15,-6 0 10 0,-1-2-16 0,-6 0 2 0,-3-2 2 0,-5 1-27 16,-5-1-14-16,-6-3-28 0,-4-1-35 0,-5-2-25 0,-5-1-44 16,-5-2-44-16,-6-3-43 0,-4-2-59 0,-4-4-95 0,-7-4-98 0,-3-6-69 15,-7-7-152-15</inkml:trace>
  <inkml:trace contextRef="#ctx0" brushRef="#br0" timeOffset="183527.09">7455 12235 3608 0,'-58'-33'24'15,"8"3"20"-15,-5-8-27 0,21 8-25 0,19 3 4 0,6 1-7 0,8-2 0 16,7 0 15-16,5-2-12 0,9 0-5 0,7-1-8 0,10 2-1 16,8-1-8-16,10 1-2 0,9 0-11 0,8-1-14 0,12 0-3 0,6 0-12 15,7 1 0-15,9 0 2 0,2 2-7 0,5 0 1 0,5 2-6 0,4-1-4 16,6 1 5-16,5 0-2 0,4-1-5 0,3 3 15 0,4 0 16 15,0 1 13-15,1 1 24 0,3 1 5 0,-1-1 9 0,2 3-1 0,0-1 10 16,1 0 6-16,0 1 3 0,-2 1 11 0,1 0 9 0,0 1 16 16,-1 1 12-16,-3-1-1 0,2 3 0 0,-5 0 1 0,-1 2 0 0,-1 2 3 15,-2 0-13-15,-2 3-6 0,-3 2-15 0,-4 3-2 0,-2 2 8 0,-4 3-11 16,-5 3 0-16,-3 1-3 0,-4 4-5 0,-4 3 8 0,-5 4 1 16,-3 4 1-16,-7 1-3 0,-3 6-3 0,-7 1 5 0,-3 6-4 0,-5 1-12 15,-6 3 15-15,-4 6-4 0,-6 2 7 0,-6 5 15 0,-5 4-19 0,-5 4 1 16,-4 4 2-16,-5 5 2 0,-2 2 11 0,-5 6-6 0,-2 4 1 15,-4 4-6-15,-1 8-7 0,-2 4 10 0,-2 5-7 0,-2 5 3 0,-1 5 0 16,-3 6-6-16,0 6-6 0,-3 2 1 0,-1 2-6 0,-1 3-5 16,-3 3 5-16,0 1 2 0,-3 2-4 0,-1-2-12 0,-1-2 0 0,-1 0-14 15,-1-4-5-15,1-2-12 0,-1-5-22 0,0-5-32 0,-2-3-44 0,0-5-53 16,-2-5-90-16,-1-2-145 0,-2-3-272 0,-4 3-566 0</inkml:trace>
  <inkml:trace contextRef="#ctx0" brushRef="#br0" timeOffset="183861.09">8546 13255 2122 0,'-27'-14'-6'15,"1"0"-28"-15,-5-2 1 0,12 3-55 0,5 2-39 0,5 0-52 0,2 0-55 16,2 1-32-16,2-2-29 0,-1 2-290 0</inkml:trace>
  <inkml:trace contextRef="#ctx0" brushRef="#br0" timeOffset="184494.08">8055 12875 3135 0,'-9'-5'116'0,"3"3"-6"0,1 1-12 0,6 2-37 0,6 2-18 0,3 2-9 16,5 2-6-16,2 3 0 0,5 3-7 0,1 2-6 0,0 4 2 16,2 4-3-16,-1 0-13 0,1 6 5 0,-1 0-6 0,-3 4 4 0,0 3 6 15,-1 6-1-15,-3 3-3 0,0 2 23 0,-2 1 15 0,-1 2 3 16,-4 2 5-16,1 1-12 0,-3 1-5 0,-2 0 1 0,-1-2 6 0,-3-3-28 16,-2-2-14-16,-1-3 0 0,-1-4 0 0,-1 0 0 0,-1-5 0 0,-1-1 0 15,0-3 0-15,1-3 0 0,0-3 0 0,2-2 0 0,0-6 0 0,1-1 0 16,-1-2 0-16,1-4-2 0,-1-1-62 0,1-5-17 0,-1 0-23 15,0-2-19-15,0-2-39 0,-1-3-78 0,-1-2-93 16,-3-6-101-16,0-6-99 0,-2-6-73 0,-1-9-348 0</inkml:trace>
  <inkml:trace contextRef="#ctx0" brushRef="#br0" timeOffset="184645.08">8092 13113 2429 0,'-13'-7'243'0,"0"1"-49"0,-2 0-24 0,6 3-43 15,5 0-9-15,1 1-24 0,3 0-19 0,2 1-16 0,1 2-14 0,3 0-6 16,1 1 0-16,5 1-3 0,2 1-5 0,3 1-10 0,5 4-6 15,1 0-9-15,4 2-1 0,3 0 1 0,1 1-4 0,3-1 6 0,1 0-3 16,3 0-9-16,2-1 1 0,0 0-13 0,0 0-7 0,1-2-9 16,-1 1-15-16,0 0-13 0,3-1-20 0,-4 0-12 0,0-1-13 0,1 0-23 15,-5-1-29-15,3-2-41 0,-3 0-58 0,1 0-39 0,0-2-40 0,-1 0-30 16,2-2-20-16,-3-1 8 0,-1-2-208 0</inkml:trace>
  <inkml:trace contextRef="#ctx0" brushRef="#br0" timeOffset="184816.08">9338 13150 869 0,'7'-16'430'0,"1"-2"-170"0,0-3-33 16,-3 2-10-16,-2 2-5 0,-2 0-9 0,-2 2-28 0,-2 0-26 15,0-1-34-15,-1 0-19 0,-3 3-10 0,-1 1-18 0,1 2-12 0,-1 3-3 16,2 2-9-16,0 3 3 0,1 3-4 0,0 2-7 0,-2 3 1 16,2 2-1-16,-3 4 5 0,0 3 1 0,-1 5-8 0,0 3-2 0,-1 3-2 15,0 3-9-15,0 3-8 0,0 6-2 0,-1 4-7 0,-1 5-15 0,1 6 16 16,-1 3 3-16,-2 4-12 0,0 0 16 0,-1-3-24 0,1-1-22 16,2-5-11-16,1-3-41 0,1-3-30 0,3-3-40 0,3-5-46 0,3-5-56 15,4-4-59-15,1-6-37 0,3-8-13 16,1-5-11-16,0-8 30 0,4-6 38 0,-1-7-167 0</inkml:trace>
  <inkml:trace contextRef="#ctx0" brushRef="#br0" timeOffset="184961.08">9249 13483 792 0,'7'-45'470'0,"1"-6"-106"0,1-15-58 0,-3 2-48 0,-1 4-44 16,-2-4-28-16,1-1-43 0,-2 1-35 0,5 2-24 0,0 4-25 0,3 7-9 15,5 8-3-15,-1 7-6 0,2 7-11 0,-1 7-7 0,0 7 18 0,-2 6-6 16,-2 4 17-16,1 5 9 0,-1 2-19 0,2 6 17 0,1 4-6 16,0 6-14-16,1 5-11 0,-1 7-7 0,1 4-10 0,0 5 1 0,-1 3-5 15,0 4-3-15,-1 4 0 0,1 3 3 0,-1 1-1 0,0-1-2 0,1 2-10 16,-3-1-5-16,0 0-19 0,-1 0-30 0,-3-2-40 15,1 0-60-15,1-4-86 0,0 0-99 0,1-2-117 0,0-1-97 0,0 0-336 0</inkml:trace>
  <inkml:trace contextRef="#ctx0" brushRef="#br0" timeOffset="185246.08">9916 13510 1085 0,'0'-10'680'0,"2"0"-524"0,1-3 0 0,2 4-24 15,1 4 2-15,1 0-19 0,0 4-34 0,2 2-17 0,0 2-13 0,0 2 9 16,2 3-1-16,1 3-15 0,0 2-12 0,0 2-14 0,-1 1-7 15,-1 4-3-15,2 0-1 0,0 1-11 0,3 2 1 0,-1-1-5 0,1 0-1 16,0-1 2-16,-1-1-1 0,2-3 0 0,0 0 6 0,2-2 2 16,1-4 2-16,1-1-7 0,3-3-5 0,-1-2 6 0,0-1 1 0,-1-3 8 15,1-2 8-15,-1-1-8 0,0-3 15 0,-1 0 2 0,1-1 2 0,-2-2 6 16,0-1 1-16,-3-1 8 0,0 0-3 0,-1-2 6 0,-1 1-7 16,-2-3-4-16,0-1 5 0,-1-2-13 0,-1-1-2 0,-2-2-2 0,-2-1-3 15,-2 1 8-15,-2 0-3 0,-1 0 8 0,-2 2-2 0,-2-1 1 0,-2 2 6 16,-2-1-8-16,-3 2 4 0,-3 0-6 0,-2 0-11 0,0 4-6 15,-2 2 6-15,-2 1-5 0,1 4-5 0,-1 2-5 0,-2 4-13 0,0 3 8 16,0 2-13-16,-1 2-4 0,1 2-17 0,0 2-23 0,-1 4-15 16,3 2-28-16,-1 0-38 0,1 3-63 0,2 2-85 0,4 0-120 0,1 4-108 15,3 1-60-15,1 1-179 0</inkml:trace>
  <inkml:trace contextRef="#ctx0" brushRef="#br0" timeOffset="185527.08">11010 13628 3332 0,'7'5'71'0,"2"3"-24"0,6 0-17 0,5 2-6 15,1-3 5-15,4 0-6 0,0 0-12 0,2-1 2 0,-2-1-19 0,-1 0-1 16,-1-2 5-16,-2-2-6 0,1 0 18 0,-2-3-3 0,-2 0-11 16,-2 0 6-16,-1-2-4 0,-1 0 4 0,-2 0 8 0,-2 0-7 0,-3 0 3 15,-1-2 2-15,-1-1-10 0,-2 0 4 0,-1-2-10 0,-2-1-3 0,-2-2-4 16,-2-2-13-16,-3-2-4 0,-3 0-1 0,-2-1 2 0,-3-1 16 15,-3 2 6-15,0 0 7 0,-1 0 6 0,-1-1-2 0,-3 1 0 0,2 0 10 16,-1 0 5-16,0 2 3 0,1 2-1 0,-1 3-10 0,2 0 0 16,1 2-2-16,0 3 1 0,2 2-6 0,1 2-4 0,0 3-9 0,2 1-6 15,0 1-12-15,2 2-21 0,0 2-32 0,0 1-59 0,2 4-76 0,0 2-122 16,2 3-161-16,0 0-140 0,0 5-387 0</inkml:trace>
  <inkml:trace contextRef="#ctx0" brushRef="#br0" timeOffset="185695.08">11165 12568 2915 0,'-6'1'929'0,"2"3"-866"0,2 1-12 16,4 3-30-16,4 2-21 0,5 4 8 0,3 6-8 0,2 6-16 0,3 5-7 15,0 4-9-15,0 4-3 0,0 3-5 0,-1 3-24 0,-2 2-30 0,-2 4-48 16,1 0-55-16,-1 2-63 0,0 1-117 0,-2 1-178 0,-1 2-135 15,-3-1-329-15</inkml:trace>
  <inkml:trace contextRef="#ctx0" brushRef="#br0" timeOffset="186044.08">11639 13724 2348 0,'0'-1'771'0,"1"1"-720"0,3 0-27 0,5-2-10 15,3-1 2-15,3-3 4 0,5-1-8 0,2-3-10 0,1-1-2 0,1 0-3 16,0-2-3-16,-2 0-8 0,1-1 0 0,-2-1-11 0,0 0-7 16,-1 0 6-16,-2 1-2 0,-1-1-3 0,-1 1 7 0,-2-1 1 0,-1 3 8 15,-2-1 1-15,-1 3 11 0,-2 0 4 0,-1 0 3 0,-2 1 4 0,-2 2-3 16,-2 1 9-16,-1 1 5 0,-2 1 7 0,-1 1 5 0,-2 0 1 16,0 2 3-16,-2 0 2 0,-1 2 0 0,0 1-3 0,1 1 0 0,-2 1-10 15,0 1-6-15,0 0 0 0,-1 2-9 0,-1 1 0 0,1 1 2 0,-3 3-13 16,1 0 6-16,0 2-2 0,0 2-2 0,2 1 9 0,1 1 0 15,1 0 9-15,1 2-7 0,2 2 2 0,1-1-7 0,2 2-2 0,4-1 5 16,1-2 6-16,3 2-14 0,1 0-1 0,3-1-7 0,0 1-2 16,3 1 16-16,2-2 1 0,1 0 3 0,1 0-2 0,1-2-7 0,2-1 5 15,0 0-9-15,2-4 6 0,1 1-15 0,-1-2-17 0,2-2-14 0,1-2-30 16,0-1-23-16,1-4-35 0,0-2-53 0,1-2-69 0,-1-4-46 16,-1-4-56-16,2-3-62 0,-2-5-51 0,2-4-341 0</inkml:trace>
  <inkml:trace contextRef="#ctx0" brushRef="#br0" timeOffset="186194.08">12532 12792 2372 0,'-12'18'1679'0,"1"5"-1635"0,-1 10-44 0,6 7 0 0,7 5 0 0,4 7 0 15,5 8 0-15,4 7 0 0,2 7 0 0,1 4 0 0,1 4 0 0,-1-1-36 16,-3-1-101-16,2-1-107 0,-2-2-245 0,1 3-472 0,-1 4-508 15</inkml:trace>
  <inkml:trace contextRef="#ctx0" brushRef="#br0" timeOffset="198561.74">17446 7279 1692 0,'-20'9'269'0,"-2"1"-261"0,-6 8-31 0,2 3-29 16,4 0-5-16,-1 4 9 0,0 2 7 0,-4 3 10 0,-3 3 5 0,-3 3 11 15,-2 3 6-15,-2 3 4 0,-1 1 2 0,-3 4 2 0,-4 1 3 16,-1 4 7-16,-2 1 5 0,-1 3 7 0,-2 2 6 0,-1 0 10 0,0 2 7 16,-4 1 6-16,-1 2-1 0,-2 2 4 0,-2 2 2 0,0-1 6 15,-2 2 8-15,-1-1 0 0,-2 1 4 0,0 2-3 0,-1-1-2 0,-2 0-3 16,1 1-9-16,-4 1 2 0,0-2 6 0,1 3 9 0,0-2 4 0,2-2-1 15,3-2-5-15,2 0-10 0,0-2-12 0,2-1 3 0,2 0-6 16,2-3-4-16,2-2 1 0,4-1-9 0,1-1-11 0,1-2 6 0,3-3-9 16,2-3-13-16,1-2 2 0,5-4-12 0,0-3 3 0,5-1-20 0,2-5 3 15,0 0-4-15,4-4-13 0,2-2 0 0,2-3-43 0,5-2-43 16,1-2-42-16,0-4-61 0,2-2-90 0,0-4-94 0,1-2-107 0,3-4-109 16,-1-4-15-16</inkml:trace>
  <inkml:trace contextRef="#ctx0" brushRef="#br0" timeOffset="198778.73">13820 10638 3269 0,'-32'31'277'0,"1"3"-249"0,-3 6-26 15,11-5-22-15,10-6-10 0,5-3-29 0,5-2-13 0,4-1 2 0,4-2-6 16,1-2 25-16,2-1 19 0,2-2 8 0,1-4 1 0,2-2-17 16,1-3-10-16,4-1-12 0,4-4 1 0,4-2 9 0,3-3 2 0,4-4 9 15,2-3 0-15,4-3-1 0,6-5-19 0,1-4-45 0,4-2-52 16,3-4-51-16,3-3-75 0,3-5-87 0,4-2-43 0,2-4-259 0</inkml:trace>
  <inkml:trace contextRef="#ctx0" brushRef="#br0" timeOffset="199310.73">18297 6423 2413 0,'-5'-1'1004'0,"2"1"-975"0,1 2-40 16,4 3-34-16,3 3 8 0,4 3 3 0,2 5 25 0,1 4 4 15,1 4 1-15,-2 3 11 0,-1 3-1 0,-2 5 1 0,0 3 0 0,0 5-5 16,-2 0-7-16,1 2-1 0,1-1 3 0,-2 1-10 0,1-1 9 16,0 0-24-16,0-1 10 0,1-2-3 0,0-3-8 0,-1 1-4 0,2-5-29 15,0-3-26-15,0-2-43 0,-1-4-46 0,-1-3-89 0,-2-2-95 0,-1-3-62 16,-1-3-27-16,-2-2-7 0,-1-5-111 0</inkml:trace>
  <inkml:trace contextRef="#ctx0" brushRef="#br0" timeOffset="199477.74">18114 6216 3848 0,'-4'-5'14'0,"4"1"-70"0,4-2-25 0,10 2-2 16,5 1 15-16,8-1 33 0,3-1 22 0,2 1-2 0,0 0 4 0,2-1 5 15,-2 0-16-15,3 0-11 0,-2-1-16 0,4-1-33 0,0-1-9 0,-1 1 3 16,1-2 12-16,-4 0 23 0,1-1 6 0,-2 0 5 0,0-1-8 15,-1 1-25-15,-1-1-21 0,-2 0-34 0,0 1-30 0,-3 0-37 0,-1 3-59 16,-2 2-74-16,-3 2-45 0,-1 2-26 0,-3 3-207 0</inkml:trace>
  <inkml:trace contextRef="#ctx0" brushRef="#br0" timeOffset="199661.73">18186 7484 3207 0,'0'-2'137'0,"3"1"-173"0,5 0-35 0,8 1-17 16,7-3 9-16,7-2 27 0,6-1 18 0,1-2 10 0,3-2 4 15,1 0 0-15,0-2-6 0,2-1-22 0,-1-3-53 0,0-1-57 0,0-4-58 16,-1-2-49-16,1-3-63 0,-2-3-31 0,-1-3-8 0,-3-1-6 0,-1-4-136 16</inkml:trace>
  <inkml:trace contextRef="#ctx0" brushRef="#br0" timeOffset="199977.73">19361 6415 3408 0,'-11'2'72'0,"3"2"-71"0,-1 2-54 0,5 3-7 0,5 1 13 0,1 3 18 16,2 3 22-16,1 1 3 0,0 2 10 0,1 2 3 0,0 1 0 15,0 1 0-15,1 1-7 0,1 2-6 0,1 2 0 0,1 0-5 0,1 0-7 16,-1 0 7-16,0-3 0 0,1-1-3 0,0-2 8 0,0-2-6 0,-1 0-6 15,1-2 0-15,-2-4-7 0,1 0-7 0,-1-3-2 0,1-2-1 16,-1-1 2-16,2-3 2 0,-2-2-2 0,2-1 7 0,1-2 2 0,0-3 7 16,0 0 8-16,-2-3 5 0,2-2-1 0,0-2-2 0,1-1 0 15,1-3-4-15,-1 1 7 0,0-2 4 0,0-1 5 0,1 0 6 0,-1 1 4 16,-1 0 0-16,1 0 4 0,-2 1-8 0,0 1 1 0,-1 3 3 16,-1-1-3-16,2 2-2 0,0 0 4 0,0 3 1 0,0 0-3 0,0 3 0 15,-1 2-5-15,0 1-4 0,1 2 0 0,-1 1 4 0,0 3-9 0,0 1-5 16,-1 2-4-16,1 1-5 0,0 3-5 0,0 1-4 0,1 3-11 0,0 2-13 15,-2 0-9-15,2 2-38 0,-2 1-38 0,1 0-92 0,-1 0-129 16,0 0-99-16,0-3-50 0,0 1-279 0</inkml:trace>
  <inkml:trace contextRef="#ctx0" brushRef="#br0" timeOffset="200178.15">20375 6612 3710 0,'-1'10'31'0,"2"4"-100"16,2 10-44-16,5 4-7 0,5 7 25 0,2 1 49 0,2 2 26 15,1 1 22-15,-3 0 10 0,0 2-3 0,0-1-2 0,-1 0-5 0,0 1-11 16,1-3-5-16,0-1-13 0,-1-4-39 0,0-2-39 0,-2-1-41 0,0-5-37 16,-1-3-36-16,-2-3-51 0,0-3-54 0,-3-4-7 0,-1-2 12 15,-1-3 24-15,-2-4-6 0,-1-1-210 0</inkml:trace>
  <inkml:trace contextRef="#ctx0" brushRef="#br0" timeOffset="200412.15">20565 6310 1838 0,'-2'-6'1213'0,"1"-1"-1154"16,0-3-87-16,2 1-37 0,4-2-2 0,2 2 11 0,3-2 31 0,3 2 10 15,1 1 10-15,0 1 17 0,0 2-4 0,0 2 2 0,-1 2-1 0,0 1-6 16,0 2-3-16,-1 1 5 0,1 2 2 0,0 1-4 0,-1 2 9 15,-1 3 3-15,-1-1 2 0,-2 3 3 0,-1 2-1 0,-2 1-7 0,-1 2-1 16,-1 2-11-16,-3 0-14 0,-1 1-5 0,-2 3-5 0,-1 1-11 0,-3-1 3 16,-2 2-12-16,-1 0-2 0,-2 1 0 0,-2-1 3 0,0-1 6 15,1-1 6-15,-2-2 4 0,1 0-3 0,0 0-7 0,0-3-24 0,2 0-25 16,-1-3-37-16,1-2-49 0,1-3-34 0,2 0-15 0,2-2-4 0,0-2 9 16,2-2-2-16,1-3-13 0,1-2-7 0,1-3-175 0</inkml:trace>
  <inkml:trace contextRef="#ctx0" brushRef="#br0" timeOffset="200728.15">20853 6487 702 0,'9'-1'493'0,"2"0"-325"0,3 1-92 16,-2 2-38-16,2 0 1 0,-1 3 14 0,3 0 7 0,-2 0 11 15,1 4-3-15,2 1-6 0,-1 1-8 0,-1 1 1 0,0 0 0 0,0-2-9 16,0 2 9-16,0 1-20 0,-1-2-4 0,1 2 5 0,0-3-12 0,-2 1 1 16,3-1-3-16,-1-1-10 0,1-1-1 0,-3 0-2 0,1-3 0 15,0 0-6-15,-2-2-8 0,1-3-1 0,-1 2-9 0,0-3 5 0,0 0-5 16,-1-1-5-16,-2-3 0 0,0 0-12 0,0-2-6 0,1-1-10 15,0-1-2-15,0 0 4 0,0-2 7 0,0 0 12 0,0-1 11 0,0-1 6 16,1-1 9-16,0 1-2 0,-1 1 7 0,1-1-2 0,-1 0 5 0,1 0 5 16,0 2 9-16,0 1 4 0,-1 0 11 0,-2 2 5 0,-1 0 6 15,1 2 6-15,-1 1 3 0,1 1-1 0,-2 2-6 0,0 1 4 0,1 0-2 16,-1 2 3-16,-1 1 0 0,0 1-11 0,0 0-6 0,1 2-12 16,0 0-9-16,0 1-1 0,0 2-12 0,1 1 4 0,0 1-1 0,0-1-6 15,0 3 7-15,0-1-6 0,-1 1-2 0,1 0-4 0,-1 0 1 0,-1 1-7 16,1 0-2-16,0 1-6 0,0-1-18 0,-1-2-28 0,1 0-36 15,-1-1-45-15,1-3-47 0,1-1-30 0,0-3-22 0,0-2-12 0,2-3 7 16,1-3 24-16,1-5 16 0,1-5 13 0,3-5-172 0</inkml:trace>
  <inkml:trace contextRef="#ctx0" brushRef="#br0" timeOffset="200928.15">22389 5276 3265 0,'-1'2'70'0,"1"1"-129"0,1 4-44 0,1 3 9 0,3 3 40 0,0 3 54 16,1 2 28-16,-1 3 3 0,-1 5 11 0,1 1-4 0,-1 6-8 0,2 3-8 16,0 2-8-16,-1 5-5 0,2 1 1 0,-2 4-4 0,1 2 1 0,-1 4-5 15,0 0-2-15,1-1 12 0,0-2-10 0,0-2 0 0,1 0-4 16,0-2-12-16,0-2-8 0,2-4-8 0,0-2-19 0,-1-5-16 0,2-2-30 16,2-3-34-16,-1-4-31 0,0-4-26 0,2-5-27 0,-3-1-191 15,2-1 3-15,0-2 31 0,-1 1 30 0,1-2 130 0,-1-5-219 0</inkml:trace>
  <inkml:trace contextRef="#ctx0" brushRef="#br0" timeOffset="201078.9">22317 5867 3561 0,'6'0'32'0,"4"-1"-75"0,7 0-42 0,6-1-10 0,9 0 14 15,5 0 29-15,5-1 16 0,3-1-9 0,-2 0-27 0,1 0-38 0,0-2-45 16,2-1-61-16,-1-1-51 0,1-4-64 0,1-3-82 0,2-2-29 0,-1-2-293 15</inkml:trace>
  <inkml:trace contextRef="#ctx0" brushRef="#br0" timeOffset="201811.59">14622 16266 3161 0,'-4'0'108'0,"1"0"-9"0,1 0 7 0,1 0-36 15,2 0-17-15,2-1-33 0,3 0-16 0,4 0 7 0,5 1-3 16,4-1 5-16,2 0-3 0,5 1-9 0,2-2 5 0,4 0 7 0,4 0-9 16,5-2-6-16,5 0-3 0,3-1-1 0,5-2 13 0,3 1-5 15,2-2-4-15,4-2-1 0,5 0-3 0,2-2 10 0,7-2 1 0,4-2-12 16,6-2 14-16,5-2-8 0,5-1-3 0,6-1 21 0,3-1-17 0,7-1 11 15,5 0-3-15,2-2 1 0,5 0 16 0,3-3-4 0,4 2 2 16,5-1-17-16,1 2 13 0,2 2 3 0,4-2 7 0,1 2 4 0,1 0-8 16,4 0-3-16,0 2 3 0,2-1 7 0,0 2-16 0,1 1 12 0,-3 2-12 15,0 1-2-15,-1 3 4 0,-4 1-18 0,-2 1 0 0,-2 1 0 16,-5 0 0-16,-5 0 0 0,-2-2 0 0,-5 2 0 0,-4-1 0 0,-5 1 0 16,-8 2 0-16,-6-2-8 0,-8-1-96 0,-5-1-54 0,-8-3-65 15,-3 0-89-15,-4-4-116 0,-4-4-197 0,-2-3-191 0,-4-8-192 0</inkml:trace>
  <inkml:trace contextRef="#ctx0" brushRef="#br0" timeOffset="202095.53">21001 14685 4095 0,'0'0'0'16,"1"0"0"-16,2 1 0 0,2-1 0 0,5-1 0 0,6 2 0 0,6-2 0 15,6 1 0-15,5 0-2 0,1 0-8 0,3 1-2 0,-2 1 8 16,-1 0 10-16,0 2-18 0,-1 0-14 0,1 0-4 0,-2 1-19 0,1 0 2 16,-2 1 10-16,-1 1 13 0,-3-1 11 0,-1 1 3 0,-2 0 10 0,0 0-6 15,-1 1 8-15,-3 1 2 0,-1 2-2 0,-1 1 2 0,-3 1-2 16,-1 0 4-16,-2 2 1 0,-2 3-5 0,-2 1 4 0,-2 3 6 0,-3 2 3 16,-1 0 3-16,-3 3-1 0,-2 1-1 0,-3 3 0 0,-2 2-2 15,-3 4-1-15,-2 0-13 0,-2 3 12 0,-3 0 2 0,-1 0-12 0,-1 2 20 16,0 0-18-16,-3 1-8 0,1-2 6 0,0 2-4 0,1-1-6 0,1-3-2 15,-1 0-22-15,2-5-34 0,0-2-26 0,3-3-62 0,0-3-75 16,3-3-121-16,1-1-185 0,2-5-168 0,2-2-515 0</inkml:trace>
  <inkml:trace contextRef="#ctx0" brushRef="#br0" timeOffset="202444.53">22264 14932 4095 0,'0'12'0'0,"2"1"0"0,1 5 0 0,1-1 0 0,4 1 0 16,1 4 0-16,1 2 0 0,4 5 0 0,1 1 0 0,2 2 0 0,-1 2 0 15,1 0 0-15,1-2 0 0,-1-1 0 0,1-3 0 0,1-2 0 16,-1-2 0-16,0-5 0 0,2-1 0 0,1-3 0 0,-1-4 0 0,0-1 0 16,2-4 0-16,-2-1 0 0,2-5 0 0,0 0 0 0,-1-1 0 0,2-5 0 15,-1-2 0-15,0-3-6 0,0-4-12 0,-2 0 2 0,-1-4 14 16,1-2 4-16,-2-5-6 0,1-2 8 0,-1-3-4 0,-2-1-4 0,-2-3 4 15,-2-1-10-15,-1-2-4 0,-3-1 2 0,-2 2-6 0,-3-1 2 16,-2 1 1-16,-4-1 1 0,-3 1-6 0,-3 2 12 0,-3-1 2 0,-5 5 1 16,-1 2 7-16,-5 4-6 0,-1 1 8 0,-2 4 1 0,-2 3 7 0,-3 4-4 15,-4 3 14-15,0 3 1 0,-4 4 3 0,0 2 2 0,-2 3-16 16,-1 3 0-16,0 3-6 0,0 4-6 0,3 2 6 0,0 2-8 0,1 4-6 16,1 2-2-16,-2 2-22 0,2 2-8 0,1 2-11 0,4 5-15 15,0 0-13-15,3 2-25 0,1-1-25 0,4-1-46 0,0-1-62 0,5-1-94 16,2-2-149-16,3-2-105 0,5-2-94 0,3-2-115 0</inkml:trace>
  <inkml:trace contextRef="#ctx0" brushRef="#br0" timeOffset="202778.53">23221 14437 3556 0,'1'5'261'0,"0"2"-162"16,1 3-26-16,1 1-37 0,1 1-14 0,2 0-6 0,1 3-8 0,1 2 8 15,0 4-10-15,-1 1-4 0,2 4-2 0,1 3 0 0,-1 1 0 0,0 1 0 16,-1 0-6-16,0-2 0 0,-1 0-8 0,2-1 2 0,-1-1 0 16,1 1-4-16,-1-3 2 0,1-1-4 0,-1-3 0 0,0-4-1 0,0-1-9 15,1-3 1-15,0-2-2 0,1-4-3 0,1-1 13 0,0-2-6 16,-1-1 12-16,2-3-1 0,-1-1 3 0,0-2 9 0,1-2-2 0,1 0 2 16,1-3 0-16,0-2 6 0,-1-1 2 0,0-2 1 0,-2-2 1 0,2 1-12 15,-1-2 0-15,1-1 6 0,0 0-2 0,-3 0 6 0,1 0-2 16,-1 1 0-16,0 1 9 0,-1 1-1 0,-1 2-5 0,-1 1 7 0,0 2-6 15,0 2 9-15,-1 3 6 0,-2 2 1 0,0 1 1 0,-1 2-5 0,0-1-2 16,-1 2-1-16,-1 1-5 0,1 0-6 0,-1 2-2 0,0 0-8 16,1 3-4-16,-1 2 4 0,-1 2-8 0,1 1-7 0,-1 3-3 0,1 3-5 15,-1 1-10-15,-1 0-4 0,0 2-19 0,0-2-20 0,1-3-14 16,1 0-33-16,1-2-42 0,1-1-64 0,0-3-115 0,2-2-116 0,0-3-97 16,4-1-58-16,2-4-161 0</inkml:trace>
  <inkml:trace contextRef="#ctx0" brushRef="#br0" timeOffset="202994.53">24490 13796 3372 0,'-1'7'401'0,"0"1"-300"0,1 2-29 0,0 1-52 16,2 2-5-16,1 3 5 0,2 4-4 0,2 2-24 0,1 6 18 0,1 4-2 15,1 4-2-15,0 4 20 0,-1 3-26 0,1 4 0 0,-1 2 2 16,-1 2-8-16,1 2 6 0,-2 3-4 0,1-1-4 0,-2 2 8 0,1-1-6 15,0 0 0-15,0-2-6 0,0-4-18 0,0-3-21 0,1-4-25 0,1-3-32 16,-1-4-36-16,0-2-42 0,1-5-49 0,0-2-61 0,2-5-91 16,-1-4-130-16,0-1-270 0,-1-1-85 0</inkml:trace>
  <inkml:trace contextRef="#ctx0" brushRef="#br0" timeOffset="203162.05">24204 14534 3630 0,'-10'6'145'0,"0"0"-33"0,1-1-61 0,3-1-16 16,5-4-9-16,2 0-30 0,2-1-8 0,1 1-9 0,0 0-11 16,1 0 15-16,4 0-7 0,2 0 1 0,3-1 1 0,2-2-28 0,2-1-34 15,3-2-33-15,1-1-33 0,3-1-10 0,1-3-13 0,3 0-16 16,1-2-13-16,1-2-28 0,0-1-56 0,0-2-64 0,1-1-72 0,0-4-43 16,2-2-227-16</inkml:trace>
  <inkml:trace contextRef="#ctx0" brushRef="#br0" timeOffset="203295.06">25234 14344 2916 0,'3'22'199'0,"-1"4"-93"16,2 10-58-16,1 1-10 0,1-1-2 0,1 3-6 0,1 4-2 0,0 2-17 15,0 5 0-15,1 4 0 0,0 1-4 0,0 6 11 0,0 2-7 0,1 2-5 16,-1 3-6-16,2 0-15 0,-1 2-9 0,1 1-16 0,0-2-20 16,-1-1-70-16,-2 0-65 0,0-3-46 0,0-1-92 0,0-3-154 0,1-2-183 15,-1-3-234-15</inkml:trace>
  <inkml:trace contextRef="#ctx0" brushRef="#br0" timeOffset="203545.05">25288 14263 3419 0,'1'-1'146'0,"2"0"-64"0,2-1-48 0,3-2-16 16,4 0-20-16,4-1-4 0,4 1 12 0,4 1-14 0,3 1 10 15,2 2 2-15,0 2-6 0,1 3 2 0,-2 2 0 0,-1-1-2 0,1 3 0 16,-2 0 4-16,-1 2-6 0,-3 0 6 0,-2 1 4 0,-3 1-6 16,-3 1 9-16,-3 2-11 0,-3 0-1 0,-4 1 12 0,-3 2-17 0,-4 2-3 15,-2 0-8-15,-4 4-15 0,-1-1-3 0,-5 2-10 0,-2 0-7 0,-3 0-23 16,-2 1-18-16,-2-3-17 0,-1 4-21 0,-2-1-8 0,1-3-5 16,-2 2-12-16,0-4-26 0,2 0-63 0,-1-1-92 0,3-1-96 0,1-1-77 15,1 0-165-15</inkml:trace>
  <inkml:trace contextRef="#ctx0" brushRef="#br0" timeOffset="203862.05">25956 14548 3515 0,'2'5'142'0,"2"0"-70"0,0-1-47 0,2 1-16 0,1 0-1 15,2 2 11-15,1 2-19 0,1 4-3 0,0 2-5 0,1 2 6 0,0 2 8 16,1 1-8-16,0 0-6 0,-2 2-9 0,0-1-14 0,-1-2 1 15,-1 1-12-15,-1-1-7 0,0-2 4 0,-1 1 10 0,0-1 13 0,1 0 9 16,0-2 0-16,-1-1-6 0,0-2 1 0,0-1-9 0,0-3 5 16,1-2 2-16,-2-3 2 0,3 0 5 0,0-2 4 0,0-1 4 0,1-2 8 15,-1-2 3-15,0 1-3 0,2-1-1 0,0-2 3 0,0-1 8 0,1-1 0 16,-1-2 1-16,1 0 1 0,0 0-4 0,0 0 3 0,0 0 7 16,-1 0-3-16,-1 0 10 0,1 0-1 0,-1 1 1 0,0 1-9 0,0-1 0 15,0 1-1-15,-2 1-6 0,1 1 6 0,0 2-6 0,0 0-3 0,0 2-1 16,-1 0-10-16,-1 2 6 0,1 1-1 0,-3 0-3 0,2 3-5 15,-1 0-9-15,1 2-4 0,-1 1-9 0,0 1 1 0,1 2-21 0,-1-1-15 16,0 2-23-16,-1 2-41 0,0-1-27 0,1 2-72 0,0-1-92 16,1 0-114-16,0 0-102 0,1-3-40 0,3-2-175 0</inkml:trace>
  <inkml:trace contextRef="#ctx0" brushRef="#br0" timeOffset="204078.05">27211 13720 3866 0,'0'3'123'0,"1"0"-31"16,0 0-78-16,0-1-14 0,1 2 0 0,1 1 0 0,2 3 0 0,1 3 0 15,-1 3 0-15,3 5 0 0,0 4 0 0,1 4 0 0,1 5 0 0,0 4 0 16,0 6 0-16,0 4 0 0,1 6 0 0,1 5 0 0,-1 7 0 16,0 4 0-16,-2 3 0 0,0 1 0 0,-1 2 0 0,0-1 0 0,-1-1 0 15,-1-4 0-15,0-4 0 0,1-5-90 0,-1-4-65 0,-1-4-63 0,1-6-68 16,0-4-101-16,1-5-166 0,0-5-118 0,1-1-436 0</inkml:trace>
  <inkml:trace contextRef="#ctx0" brushRef="#br0" timeOffset="204245.05">26825 14322 3668 0,'-5'10'167'0,"1"-1"-54"0,-1 2-62 0,3-3-31 16,4-2-8-16,2-3-20 0,3 1 0 0,3-1-8 0,2 0-2 15,5 2 3-15,4-1-7 0,7 0-6 0,4-3-22 0,6-2-22 0,3-3-29 16,3-3-36-16,2-2-40 0,3-4-41 0,0-4-47 0,1-2-62 0,1-3-75 16,1-6-98-16,2-3-72 0,0-7-214 0</inkml:trace>
  <inkml:trace contextRef="#ctx0" brushRef="#br0" timeOffset="204795.05">25156 12582 3087 0,'-122'18'212'0,"-9"3"-134"0,-40 9-42 0,7 5-43 16,14 6-18-16,-2 8-12 0,5 7-13 0,6 7 20 0,4 6 17 0,5 2 20 15,7 4 13-15,3 4 7 0,2 3 12 0,4 4-10 0,4 3 4 0,2 2-11 16,5 5-13-16,4 1 6 0,3 6-22 0,5 4 10 0,7 2 3 15,4 6-3-15,5 2 7 0,4 2-3 0,6 2 0 0,4 0 4 0,7 2 1 16,7-2-1-16,8 0-4 0,8-1-1 0,8-5 1 0,9-3 0 0,9-5-3 16,9-7 9-16,8-1 4 0,9-5-4 0,9-4-3 0,9-2-12 15,9-3 5-15,9-3-10 0,10-1-1 0,8-1 5 0,10-3-10 0,6-3 20 16,6 0 4-16,7-4 4 0,5-3 6 0,5 0-10 0,5-4-9 16,4-2 9-16,5-3-1 0,3-4 7 0,1-3 6 0,-63-28-23 0,18 4 9 15,1-1 3-15,19 3 5 0,4-3 8 0,18 2-20 0,1-3 1 0,22 1-2 16,1-5 4-16,2-4 13 0,0-5-13 0,2-5 3 0,-1-6-3 15,1-5-8-15,-1-6 29 0,1-7-15 0,-2-6-18 0,18-12 23 0,115-34-15 16,-41-6 2-16,-42 4 29 0,-60 11-41 0,-2-3 10 0,-5-3 0 0,-3-3-2 16,-3-4 18-16,-3-1-26 0,-3-5 10 0,-5-3-4 0,-4-1-6 15,-6-1 16-15,-8 1-6 0,-7 0-2 0,-5 0 5 0,-5-3-9 0,-5-3 4 16,-5-3 4-16,-4-4-8 0,-5-3 2 0,-6 1-15 0,-5-3-5 16,-7 1 2-16,-7-2-7 0,-4-2 3 0,-7 1-1 0,-5 1 2 0,-7 0-2 15,-9 1 1-15,-6 2 1 0,-9-1-5 0,-8 2 14 0,-7 1 3 0,-8 0-1 16,-8 5 6-16,-5 1-2 0,-10 4 8 0,-6 2 6 0,-10 1 7 15,-8 3 8-15,-7 0-9 0,-11 3-5 0,-7 4-5 0,-9 2 4 0,-9 3 5 16,-8 6-1-16,-9 3 7 0,-7 4-11 0,-5 5 7 0,-8 3-1 0,-5 6-14 16,-4 5 10-16,-6 3-8 0,-5 8-6 0,-5 6 15 0,-6 8-13 15,-6 9 0-15,-3 8 6 0,-2 10-10 0,2 7 5 0,2 5-5 0,2 6 6 16,3 2 0-16,2 5-12 0,3 5-15 0,2 2-35 0,4 0-52 0,3-1-78 16,5 0-138-16,2-3-267 0,0-2-337 0,1-6-193 0</inkml:trace>
  <inkml:trace contextRef="#ctx0" brushRef="#br0" timeOffset="205162.05">17849 4825 1 0,'138'-50'175'0,"-38"7"690"16,17-7 687-16,-49 18-763 0,-4 3-895 0,17 4-37 0,13 0-23 15,17 3 10-15,12-1 41 0,8 0 39 0,10 0 30 0,5 1 26 0,4 0 12 16,5 3 0-16,2 1-2 0,4 2-10 0,1 3 1 0,4 5 7 0,1 0 2 16,6 4 4-16,3 2 6 0,1 3-11 0,1 3-6 0,0 4-20 15,0 3-26-15,1 6-29 0,2 6-20 0,-2 6-12 0,1 8-15 0,-3 6-9 16,-2 6-10-16,-3 7-30 0,-5 8-21 0,-4 5-9 0,-4 7-6 16,-6 4 16-16,-5 4-172 0</inkml:trace>
  <inkml:trace contextRef="#ctx0" brushRef="#br0" timeOffset="205313.05">24373 5701 508 0,'62'66'167'16,"2"8"-24"-16,12 21 4 0,-20-9-7 0,-18-5 12 0,-7 0 12 15,-10-2 1-15,-9 2 1 0,-8-1 12 0,-9 0 4 0,-8 3 9 0,-11-2-8 16,-9 1-26-16,-11 1-35 0,-10-2-16 0,-10-2-7 0,-9-1-13 0,-9 0 3 16,-11 0-18-16,-9-2-15 0,-10 1-7 0,-11-1-4 0,-10-3-12 15,-10 0-11-15,-8-4 0 0,-11-1-2 0,-9 0 4 0,-8-1 0 0,-6-1-2 16,-4-2-9-16,-7 0 2 0,-4-4-17 0,-4 1 15 0,-3-2 8 0,-3-1-14 16,0-1 8-16,-2-2-26 0,0-2-11 0,2-1-3 0,-3-1-12 15,3-4-16-15,2-4-21 0,2-3-23 0,2-4-19 0,4-7-16 0,3-5-42 16,9-8-51-16,5-7-121 0,4-9-228 0,3-7-553 0</inkml:trace>
  <inkml:trace contextRef="#ctx0" brushRef="#br0" timeOffset="-201931.17">2984 5600 1487 0,'-33'-11'213'0,"1"0"-196"0,-2-1-8 15,11 1 1-15,8 5-7 0,2-1 4 0,-1 0-10 0,1 0-22 0,0 1-24 16,0 0-36-16,1 0-24 0,-1 1-24 0,0 1-6 0,-1 2 14 0,0 2 27 15,0 1 37-15,-1 2 27 0,-1 1 24 0,-1 0 22 0,0 2 26 16,-3 0 27-16,-1 0 20 0,-2 5 4 0,-2 1-2 0,-1 2-10 0,-1 2-12 16,0 1-8-16,-3 4-9 0,0 3-8 0,-3 1-10 0,0 3-8 0,-1 2 3 15,0 3-9-15,0 2 3 0,0 3-3 0,-2 3-10 0,0 2 0 16,-3 4-2-16,0 3 0 0,2 2-1 0,1 3-5 0,-1-1 5 0,3 2-2 16,16-28-1-16,-4 9 4 0,2-1 12 0,-6 9-1 0,3 0-1 15,-3 9-1-15,-2 1-11 0,-2 10 0 0,0 2 1 0,2 2-6 0,0 1 15 16,1 2-1-16,-1 3 2 0,2 3 7 0,0 1-16 0,0 2 7 0,1 3-3 15,0 1 6-15,2 3 1 0,0 1 4 0,1 2 6 0,1 3 2 16,1 2 6-16,1 2-2 0,3 4 1 0,-1 2 2 0,0 2 3 0,1 4 5 16,2 3-6-16,-2 0 27 0,1 1 2 0,1 3 1 0,0 1 8 0,0 2-34 15,0 1 63-15,8-59-10 0,0 8-61 0,-1 1 59 0,1 9-77 16,1 0 10-16,-1 11 70 0,1 0-69 0,0 10 4 0,1 0-8 0,0 9-2 16,3 2 2-16,-1 16-73 0,4 113-4 0,2 0-2 0,4-9 6 15,5-17 67-15,0-19 4 0,5-22-4 0,3-20 12 0,-2-30 0 0,1 0 14 16,1-3 12-16,1 0-6 0,2-1 3 0,2-1-17 0,-1 0-3 0,4 0-3 15,-1-2-4-15,4-2-11 0,-1-2 1 0,3-3 3 0,0-2-3 16,3-1 14-16,1-3-6 0,0-1-57 0,39 86 15 0,-6-27-1 0,-7-27 1 16,-10-26 44-16,-5-12-11 0,1-1-3 0,3 0-3 0,2-2 3 0,0 1-2 15,0-2-3-15,-1 1 3 0,2-3-22 0,1 2 6 0,1-3 6 16,2 0-4-16,-1-2 14 0,3-1-4 0,1-2-3 0,0-1 4 0,0-3-8 16,3-4-12-16,-1-4 13 0,1-2-1 0,1-5 8 0,-1-2 6 0,1-2-15 15,2-5 9-15,-1-2-13 0,0-5 7 0,0-4 5 0,0-4-15 16,0-4 21-16,0 0-11 0,1-5-14 0,-1-2 27 0,2-1-11 0,1-2 12 15,-2-2 3-15,1 0-21 0,-1-4 15 0,-2-1-7 0,0-2 9 16,1-3 9-16,-2 0-2 0,0-1 11 0,1-1 5 0,-1-2-6 0,-1 0 1 16,1-2 3-16,-1-1-10 0,0-1-6 0,-2 0-8 0,0-1-4 0,0-3 1 15,-1 0-5-15,-1-1 6 0,0 1-1 0,-2 0-1 0,-1-1 0 16,0 1-15-16,-2-2 9 0,0-1 2 0,-2 0-9 0,-2-2-1 0,0-1-29 16,-4-2-18-16,1 0-25 0,-3-2-37 0,-1 2-29 0,-1-2-28 15,-1-2-24-15,-4-2-36 0,0-1-60 0,0-4-47 0,-3 0-44 0,1-2-19 16,-3-5-284-16</inkml:trace>
  <inkml:trace contextRef="#ctx0" brushRef="#br0" timeOffset="-201597.17">6022 16064 3326 0,'-23'15'139'16,"4"-1"-39"-16,-3 3-31 0,10-4-39 0,6-3-20 0,3-2-12 0,3 1-11 15,2-3-8-15,4 1 12 0,1 1-10 0,8-2 0 0,2 1-3 16,4-1-1-16,3-1 8 0,3 0-12 0,4 0-1 0,1-1-5 0,2 1 5 16,0 1 10-16,-1 2 7 0,-1 1-2 0,1 0 10 0,-3 2-8 0,1 2 4 15,-1 0 10-15,1 3-1 0,0 2 2 0,1 1-6 0,-1 1 7 16,0 2-1-16,-3-1-6 0,0 2 4 0,-1 0-2 0,-2 0 7 0,1 2 15 15,-3 3-7-15,0 3-3 0,-2 0-2 0,-3 1 2 0,-3-1 14 16,-3 2-9-16,-1 1-10 0,-4 3 2 0,0 2-5 0,1 3 3 0,-4 2 3 16,2 1-12-16,-2 4 7 0,-2-24-5 0,0 7-11 0,0 3 4 0,0 8-17 15,-1 1-31-15,0 11-42 0,-2 4-72 0,1 10-128 0,-2 5-198 16,0-35-201-16,1 8-410 0</inkml:trace>
  <inkml:trace contextRef="#ctx0" brushRef="#br0" timeOffset="-149214.12">8222 16489 1125 0,'-1'-1'98'0,"-2"1"49"0,1-1 68 0,0-1 14 15,1 0-32-15,1 0-49 0,-1 0-13 0,1 0-5 0,0 1-16 0,0-1-14 16,0 2-16-16,1-1-22 0,0 2 0 0,0 0 1 0,1 0 7 0,0 2-1 16,1 1-7-16,2 3 3 0,1 1-14 0,0 3-3 0,0 2 1 15,1 3-15-15,1 4 19 0,-1 2-13 0,2 4-7 0,0 3 2 0,0 1-22 16,-1 4 12-16,1 5 8 0,0 2-7 0,-1 1 1 0,0 1-3 0,0 0-7 15,-1 0 10-15,0 2 0 0,-3-22-6 0,1 7 0 0,-1-1-2 16,2 7-9-16,-1-2-8 0,0 7-2 0,0 0 5 0,2 5-8 0,-1-1-1 16,-1-1 11-16,1-3-10 0,-1-2 4 0,0-1-10 0,-1-4-3 15,1-1-13-15,-1-6-5 0,0-2-35 0,-1-3-46 0,1-1-26 0,0-4-34 16,0-3-72-16,-1-3-84 0,0-3-132 0,0-1-156 0,-1-4 47 0,1-4-188 16</inkml:trace>
  <inkml:trace contextRef="#ctx0" brushRef="#br0" timeOffset="-148448.12">8423 16419 2250 0,'-6'-2'1062'0,"1"0"-922"0,0-1-22 0,2 0-7 16,2-1-55-16,2 1-22 0,1-2-15 0,1 2-17 0,3-3 4 16,2-1 0-16,1 1 0 0,3-1-4 0,0 1 3 0,2 1-14 0,1 0 11 15,0 1 0-15,0 1-1 0,2 1 9 0,2 1-16 0,-2 0 10 0,3 2-10 16,-2 2-5-16,2 0 17 0,-2 1-10 0,1 3 2 0,1 1-2 0,-1 3-15 15,3 1 17-15,-1 1 6 0,-2 3-10 0,1 0-8 0,-3 1 7 16,-2 1 9-16,-1 2-4 0,-2 3 13 0,-1 0-7 0,-2 3-10 0,-3 1 10 16,-4 3-6-16,-2 1-7 0,-4 2 7 0,-2 1-6 0,-3 3 4 0,-4-1-1 15,-1 1-13-15,-1 2 9 0,-3-1-1 0,-3 2-7 0,-1 0 8 16,-2-1 7-16,11-19 6 0,-3 3-1 0,1 0 3 0,-4 4 0 0,0-3-6 16,-2 4 2-16,0-3-10 0,-3 3 2 0,2-2 8 0,0-4 2 15,1-1 4-15,2-4-4 0,1-3-6 0,1-2 9 0,2-3-3 0,0-2-6 16,2-3 2-16,1-2 0 0,1-2 10 0,3-2 11 0,0-3-14 0,1 0 5 15,1-3-1-15,1 0-20 0,1-3 18 0,2 1-3 0,2-2 6 16,1-2 13-16,3 0-33 0,1-1 21 0,2 1-3 0,2-3 0 0,0 2 9 16,4-1-17-16,1 2 10 0,2 0-6 0,0 1 3 0,1 2-5 15,2 1-4-15,3 3 8 0,0 2-2 0,2 3 6 0,1 3-16 0,2 3 10 16,1 3-6-16,1 2 3 0,1 5 1 0,-1 3-2 0,1 3 16 0,-2 0-16 16,-3 0-2-16,2 5-281 0,0 3 79 0,-2 2-43 0,1 0 27 15,-1 0 288-15,-3 1-101 0,-1 1 52 0,3 4-7 0,-3-5-37 0,-1 0 56 16,-1-1-15-16,-1 0-39 0,-1-1 84 0,-1 0-81 0,-7-15 30 0,-1 1 8 15,0-2-69-15,1 1 61 0,0 1-31 0,-1-1-6 0,1-2-6 16,-1 1-29-16,-1-1-6 0,2-1 20 0,-1-1-50 0,0-1 19 0,-1-1-30 16,1 0-4-16,-1-3 1 0,1 0-22 0,-3-3 25 0,1-2-4 0,3-7 19 15,-2-6 15-15,-1-3-14 0,-2-7 13 0,-1-4 34 0,-1-1-19 16,-1-3 36-16,0 2-5 0,0 0 3 0,0-1 20 0,0 0-25 0,0 1 25 16,1 2-20-16,-1 0 9 0,1 1 20 0,0 3-12 0,0 2 2 15,0 2 30-15,-1 1-22 0,1 4 37 0,0 1 4 0,0 3-1 0,0 2 41 16,0 2-25-16,0 1 19 0,0 2 8 0,0 2-29 0,0 0 17 0,0 3-11 15,0 0-26-15,2 2 40 0,-1 1-31 0,0 0-41 0,0-1 0 16,3 6 233-16,1 0 85 0,1 2-6 0,-1 1 44 0,2 1-220 0,0 1-81 16,2 2-19-16,2 1-4 0,-2-2-1 0,0 0-10 0,1 0 0 0,2-2-14 15,0 1-5-15,0-1 10 0,1 0-5 0,0-1-7 0,2 0-4 16,0-2 10-16,0 0-2 0,2-3-8 0,1-1 0 0,-1-3-13 0,3-2 10 16,0-1 16-16,-2-2-5 0,2-1-8 0,-1-1 6 0,-1-3-8 15,1-1 8-15,-2-1 0 0,-1-2-2 0,0-2-2 0,-2 0-11 0,-2 0 7 16,0-2 1-16,-2 0 12 0,-2-1 7 0,0 1-14 0,-3-1-6 0,-1 0 10 15,-2 0 5-15,-1 0 1 0,-3 1-7 0,-1-1-3 0,-3 0 10 16,0 1-1-16,-4 2 9 0,-2 0-15 0,-1 0 5 0,-3 2 15 0,-1 1-15 16,-1 2-3-16,-3 1-3 0,-1 0-9 0,0 2-1 0,-3 0 4 0,0 3 0 15,-1 0-3-15,-2 2 3 0,1 1-13 0,-1 0-6 0,0 2 0 16,-2 1 2-16,1-1-13 0,1 1-16 0,0-1-2 0,3 1-15 0,-1 1-8 16,2 0-24-16,2-1-47 0,2 1-61 0,3 1-86 0,2 0-158 15,2-1-179-15,1 0 68 0,4 0-170 0</inkml:trace>
  <inkml:trace contextRef="#ctx0" brushRef="#br0" timeOffset="-147797.12">10117 16572 2893 0,'3'16'3'0,"2"3"114"16,3 2 41-16,1-2-31 0,2-2-4 0,-2 0-28 0,2 1-24 15,0 1-16-15,0 4-23 0,1 0-6 0,-1 3-3 0,1 1-11 0,-2-1-6 16,0 0-5-16,-1 2 5 0,0 0 4 0,-1 2-14 0,-3 4 4 0,0 0-2 15,-4-16-8-15,1 5 12 0,-2-1-9 0,0 5 5 0,-1 0-6 16,0 4-3-16,-2-2 7 0,0 5-11 0,-1-1 3 0,1-1-1 0,-2-3 0 16,1 0 15-16,-1-4-6 0,0 0 6 0,1-2-4 0,0-4-6 0,1-2 22 15,1-2-9-15,0-2-12 0,0-2-1 0,1-2-7 0,1-2 24 16,0-1-10-16,0-2-7 0,1-1-1 0,0-1-18 0,2-1 10 0,0-1 1 16,1-2 10-16,1 0 6 0,1-2 4 0,2-1-10 0,0-1 6 15,3-1 0-15,1-1-4 0,1-1 1 0,1 1-10 0,1-3 5 0,1 0 10 16,2 0 4-16,0-1-5 0,0 3 1 0,2-2-2 0,0 1 6 0,0 1 0 15,1 1-16-15,-1 1 5 0,0 1-3 0,0 0 3 0,-1 2 10 16,-2 1-9-16,1 1 21 0,-2 1-13 0,-1 1 2 0,-2 0 10 0,-1 2-4 16,-2 0 6-16,-2 1-3 0,-3 1 6 0,-1 1-8 0,-2-1 4 0,-2 3-5 15,-2 1 1-15,-2 1-4 0,-2 1 9 0,-2 0-5 0,-2 1-21 16,-2 1 6-16,0 1 0 0,-2 0 16 0,0 0 1 0,-1-1-13 0,0 1 4 16,0-1-14-16,1 0 6 0,-1-1-2 0,2-2-19 0,0 1-5 15,1-2-19-15,0 0-15 0,0-2 4 0,2-1-27 0,1-1-21 0,-1-2-21 16,2-2-57-16,0 0-51 0,0-3-82 0,2-1-113 0,0-2-92 0,0-3-6 15,1-1-190-15</inkml:trace>
  <inkml:trace contextRef="#ctx0" brushRef="#br0" timeOffset="-147481.12">10784 17111 3674 0,'1'13'86'0,"0"-3"4"0,2 4-6 16,0 2-39-16,3 2-25 0,1 1-16 0,1 0-4 0,3-1 2 0,-1-3-20 16,3-1 6-16,1-2-13 0,1-1-10 0,-2-2 11 0,1-1-11 0,0-4-6 15,-1 0 9-15,0-2-16 0,-2-2 13 0,1-1 13 0,-1-2 8 16,1-1-1-16,-2-4-9 0,0-1 16 0,0-2-1 0,-1-2 0 0,-1-3 9 16,0 0-6-16,-1-4 15 0,0-2 3 0,-1 0-18 0,3-24 2 15,-1 4-5-15,-3 6 1 0,-2 6 21 0,-1 5-9 0,-1 1-8 0,-1-1 12 16,0 5-12-16,-2-2 10 0,-1 3 1 0,0 3-3 0,-2-1-4 0,0 2-7 15,0 1 1-15,-2 3-3 0,0 2 7 0,-1 2-13 0,0 4-11 16,-1 2 5-16,0 4-9 0,0 2-5 0,0 2-1 0,-3 4-8 0,0 1-11 16,-1 3-4-16,1 4-24 0,1 1-31 0,0 1-23 0,1 2-44 0,0 0-44 15,1 2-70-15,0-1-106 0,1-1-91 0,2-3 33 0,3-11-192 16</inkml:trace>
  <inkml:trace contextRef="#ctx0" brushRef="#br0" timeOffset="-147213.12">11694 16121 2779 0,'0'-2'149'15,"0"0"-19"-15,-1 0 5 0,2 1-18 0,-1 1-21 0,0 1-17 0,1 1-29 16,-1 1-5-16,0 4 0 0,-1 2-9 0,1 5-6 0,-1 0-7 0,-1 5-17 15,0 3 1-15,1 1 3 0,-1 4-18 0,1 3 8 0,-1 4-13 16,1 4-3-16,0 3 5 0,1 3-10 0,1 3 8 0,0 2-13 0,0 2-3 16,0 0 11-16,1 0-3 0,1-1 4 0,0-2-7 0,1-2-5 0,2-3-12 15,0-4-19-15,1-4-14 0,0-1-32 0,0-4-29 0,2-3-31 16,-6-15-52-16,2 2-60 0,1-2-99 0,1 3-80 0,0-3-27 0,1 1 91 16,0-4-141-16</inkml:trace>
  <inkml:trace contextRef="#ctx0" brushRef="#br0" timeOffset="-147047.12">11501 16626 2617 0,'6'7'281'0,"3"-2"-128"0,6 3-6 0,2-3-44 0,2-4-31 0,4-1-28 16,4-4-26-16,3-1-1 0,3-3-19 0,3-4-11 0,1-4 2 0,1-3-42 15,1-2-1-15,-1-5-33 0,1 0-52 0,1-4-34 0,-2 0-80 16,2-2-86-16,-3-1-91 0,0-3-69 0,-1 1 20 0,-4-1-196 0</inkml:trace>
  <inkml:trace contextRef="#ctx0" brushRef="#br0" timeOffset="-146514.12">10248 15379 2280 0,'-93'24'141'0,"-10"3"-16"16,-27 8-17-16,12 0-27 0,11-2-13 0,2 1-22 0,0 1 4 0,0 5 11 15,2 2-4-15,1 2-2 0,0 4 4 0,3 1-26 0,1 2 10 16,4 4-4-16,3 4-7 0,4 4 4 0,4 3-15 0,3 2 10 0,5 4-4 16,3 2 1-16,4 4 12 0,4 5-12 0,4 1 5 0,4 3-3 15,3 4-13-15,5-1-2 0,3 4-6 0,26-48-22 0,-4 13 11 0,2 0 0 16,-1 12 4-16,2 1 7 0,-1 11-16 0,4 1 14 0,8-37 3 0,0 5 5 15,3 0 5-15,0 4-23 0,3-1-3 0,2 6-5 0,2-1 18 0,3 2-29 16,3-2-19-16,3 2 0 0,4-1-33 0,3 2 14 0,5-2-11 16,3 3 5-16,5-4-7 0,4 3 9 0,5-3 13 0,4-3-5 0,5-2 15 15,6-5-5-15,3-3 2 0,6-3 58 0,3-3-1 0,4-5 11 16,4-2-14-16,6-3-15 0,3-3 0 0,3-4 33 0,5-3 20 0,3-5-19 16,4-2 30-16,4-5-14 0,2-4 3 0,4-4-2 0,3-3 3 15,2-5 23-15,2-5 1 0,2-2-23 0,3-5-25 0,2-4-10 0,1-2 7 16,1-4 23-16,2-3-26 0,0-4 0 0,0-2-1 0,0-3-83 0,0-5-2 15,-2-1-18-15,-1-3-7 0,-1-3 69 0,-1-3 6 0,-1-1 14 16,-4-3 1-16,4-7-9 0,96-59 10 0,-21 3-5 0,-24 3-6 0,-19 3 28 16,-22 6-16-16,-16 9-2 0,-20 8 9 0,-14 1 0 0,46-59 2 0,-29 22-9 15,-24 20 2-15,-31 29-7 0,-4 0 12 0,-6 1-4 0,-5-1-1 16,-6 1-2-16,-5 1-5 0,-6-1 5 0,-6 0-13 0,-7-2 1 0,-5 1 1 16,-8 0 2-16,-6-1 7 0,-7 4-6 0,-8-1-7 0,-5 4 5 0,-7 4-6 15,-8 2 3-15,-6 4 10 0,-7 5-15 0,-7 6 10 0,-9 6-10 16,-7 8 1-16,-8 6 8 0,-5 8-12 0,-8 8 2 0,-5 9-2 0,-6 8-6 15,-6 9 1-15,-3 8-10 0,-5 9-21 0,-3 7-17 0,-2 9-13 0,-3 9-20 16,1 10-51-16,-3 8-44 0,1 9-44 0,-2 12-61 0,4 7-77 16,0 10-15-16,2 10-189 0</inkml:trace>
  <inkml:trace contextRef="#ctx0" brushRef="#br0" timeOffset="-122962.02">22600 4640 1844 0,'-12'-30'44'0,"-6"-7"7"0,-5-5-10 0,-4-8-30 0,7 26-87 0,0 3-27 0,1 3 7 0,0 1 28 16,-1 2 39-16,1 1 10 0,-2 2-17 0,-1 1-29 0,-1 1-19 15,-3 2 0-15,0 0 20 0,-3 2 28 0,2 0 23 0,-2 0 19 0,1 0 9 16,0-1 11-16,0-1 8 0,2-1 9 0,0-1 2 0,2 0 2 0,-1 1 2 16,1 1-16-16,2 0-1 0,-2 1-10 0,1 2-3 0,-3 0-1 15,-3 1-3-15,-1 1-4 0,-3 1-8 0,-3 1 2 0,-1 1-2 0,-6 0 1 16,-2 1-2-16,-1-1 2 0,-3 1-4 0,-2-1 3 0,-2 0-1 15,-2 0-1-15,-2 0-1 0,-3 0 0 0,-2 0-2 0,-2 1 2 0,-4-1 4 16,-1 2 0-16,-3-1 2 0,-3 1 3 0,0-1 0 0,-1 0 4 0,0 1-4 16,-1 0 5-16,-2 1-5 0,0-1 0 0,0 2-2 0,-3 0-3 15,0 1 9-15,1 0 0 0,-2 0 4 0,0 4 2 0,-4 0-3 0,0 2 4 16,-1 3 2-16,-3 1 9 0,2 2-2 0,-2 3 4 0,2 3 0 0,-2 1-10 16,0 4 2-16,-1 0-4 0,1 4 2 0,0 3 3 0,1 3-6 15,0 2-1-15,0 3-9 0,0 4-3 0,0 5 2 0,-1-1 4 0,4 4 2 16,-1-1-2-16,3 2-4 0,1 1-15 0,3 0 8 0,1 2-5 15,4 0 3-15,3 1 17 0,3 2-6 0,4-1 1 0,4-1 0 0,5 1-12 16,2-1-3-16,2 0-6 0,3 2 0 0,1 0 1 0,3 0 2 0,3 0 6 16,2 1-3-16,1-2 3 0,6-2 0 0,0-1 6 0,5-3 5 15,3-1-4-15,4-1-2 0,4-1-1 0,3-2-2 0,4-1 7 0,3-1 7 16,4 1 1-16,3-1-2 0,3 1 1 0,2 0-5 0,3 0-2 0,3 2 6 16,1-1-7-16,4 1 1 0,0 1-6 0,3-1-1 0,4 2 1 15,0-1-2-15,6 1 10 0,-1 1-3 0,5-1-4 0,2 0 3 0,4 0-4 16,3 0-5-16,3-1 4 0,5 1-2 0,3-1-11 0,2-2 0 0,5-1 0 15,4-3 5-15,4-2 14 0,6-4 9 0,3-4 6 0,7-2 2 16,5-3 3-16,3-2-2 0,4-2-2 0,3-1-8 0,3-3-3 0,3 0-4 16,4 0-1-16,-1-1-1 0,2 2-4 0,1 1-3 0,2-2 0 15,1 2 3-15,-1 0-13 0,-1-1 2 0,0 1-3 0,0-2 2 0,1 1 7 16,1-2-1-16,-2 0 3 0,0-2-3 0,1-3 1 0,-2-2 1 0,2-1-4 16,0-2 3-16,-1-1-1 0,-1-3 0 0,1-2-2 0,-1 0 4 15,2-2 1-15,-2-2 0 0,0-2 4 0,-1-1 12 0,0-3-2 0,0-1 2 16,-2-2-1-16,-1 0-9 0,-2-4 7 0,0-1 5 0,-2-3 3 0,-1-2 4 15,1-2 8-15,-2-3 1 0,-1 0 8 0,-3-2-14 0,-2-1 3 16,1-1-2-16,-3-1-4 0,1 0 6 0,-2-3-14 0,-1 0 0 0,0-1-4 16,-1 1-2-16,-2-2 2 0,-1 2 1 0,-2-3-2 0,-3 0 5 0,-2-2-1 15,-3 0 7-15,-3-1 3 0,-3 0-3 0,-1-2-2 0,-3-4 0 16,-3-3 9-16,-3-2 0 0,-2-4-1 0,-5-3-6 0,-3-4-7 0,-4-3-1 16,-6-5 3-16,-1-3-7 0,-6-4-2 0,-2-4-9 0,-5-2 0 15,-4-6 5-15,-6-1-3 0,-3-2 9 0,-6-2-13 0,-4 0 4 0,-5-2-6 16,-5 2 8-16,-5-1 12 0,-4 2-5 0,-6 0 7 0,-5 3-7 0,-4 1-11 15,-4 1 0-15,-7 5 10 0,-3 1-9 0,-6 2 10 0,-7 2 1 16,-5 4-7-16,-5 3 2 0,-5 3-7 0,-6 6 0 0,-5 3-5 0,-8 7-8 16,-7 6 2-16,-7 6-6 0,-9 7 6 0,-8 7 6 0,-6 9-4 15,-7 4 3-15,-4 6-6 0,-4 4-16 0,-4 6-8 0,-1 2-29 0,0 5-22 16,1 5-18-16,3 5-25 0,2 6-8 0,2 5-24 0,4 5-30 0,1 2-47 16,5 6-94-16,2 4-201 0,3 7-5 0,-1 4-78 0</inkml:trace>
  <inkml:trace contextRef="#ctx0" brushRef="#br0" timeOffset="-119978.98">13499 8246 1206 0,'-43'-5'74'0,"-2"0"-23"0,-10 1-12 0,8 4-17 0,7 1-7 0,4 1-9 16,-1 1-6-16,1 1-1 0,2 0-3 0,-1 2 0 0,1 1 3 15,-1 1-2-15,2-1 2 0,0 1-1 0,0 0 1 0,1 1 1 0,0 0 2 16,-1 0-1-16,1 0 3 0,1 0-2 0,2 0 3 0,2 2 8 0,1 0-4 16,-1 1 4-16,0 1 3 0,1 0-2 0,1 2 5 0,0 2 5 15,2 1 0-15,-2 2 4 0,1 3 1 0,2 1-3 0,-1 5 2 0,-1 0 0 16,3 3-1-16,-2 0-1 0,2 3 4 0,0 2-1 0,1 2 3 0,3 2 1 16,0 0 3-16,1 3 0 0,1-1-1 0,3 2 1 0,1 1-4 15,3 2-6-15,2 1-8 0,2-1-5 0,3 0-3 0,2 0-4 0,3-1 0 16,3 0-5-16,2-3-1 0,3-1-4 0,5 0-2 0,2-3 10 15,3 0 11-15,3 0 8 0,5-4 4 0,2 0-3 0,4-3-8 0,4-2-3 16,1 0-4-16,3-1 4 0,4-3-2 0,1-1 1 0,2-2 3 0,3-1-9 16,2 0 3-16,0-2 3 0,0 1-11 0,0-2 4 0,0-1-2 15,0 1-3-15,0-2 1 0,-1-1 1 0,0 1-2 0,-1-2 3 0,0-1-12 16,0-3 1-16,0 1-1 0,-1-2 8 0,1 0 11 0,-2-1 4 0,0-4-2 16,0-1-2-16,-1-3 1 0,0-2 3 0,0-3 2 0,-3-3-3 15,-1-2 3-15,-1-5 9 0,-2-1 12 0,-1-3 16 0,-4-3 8 0,-2-4 4 16,-3-4-3-16,0-3-2 0,0-2 0 0,-2-3-6 0,-1-1 0 15,-3-3-7-15,-1 0 0 0,-3-1 3 0,-3-2-6 0,-3 0 3 0,-2 0-10 16,-5-1-1-16,0-2-17 0,-3-1-1 0,-2 0 2 0,-3 0-7 0,-2-2 6 16,-2 0-11-16,-3-1 1 0,-1-3-2 0,-3 0 2 0,-1-2-4 15,-1 0-3-15,-3 2 0 0,-1 1-7 0,-3 1 10 0,-2 2-1 0,-2 1-2 16,-1 2 3-16,-1 0-3 0,-3 4-2 0,-1 2-4 0,-2 0 1 0,0 2-3 16,-2 0-1-16,-1 2-2 0,-1 4 3 0,-2 1-6 0,-3 3-6 15,0 0 1-15,-2 1-2 0,-2 2-8 0,0 2 4 0,-3 4-6 0,-4 2 24 16,-2 2 10-16,-3 4 2 0,-3 3 2 0,-1 3-16 0,-2 3 0 0,-3 3 2 15,-1 1 5-15,-1 5-15 0,0 2 7 0,2 4-5 0,0 4 3 16,2 1 11-16,2 3-4 0,5 1 1 0,4 1-1 0,4 2-3 0,2 1-1 16,1 1-3-16,3 1-4 0,2 2-14 0,6 3-26 0,3 0-30 15,2 1-39-15,3 1-41 0,5-1-38 0,4 3-64 0,3 0-83 0,5 2-93 16,4-1-2-16,6-1-192 0</inkml:trace>
  <inkml:trace contextRef="#ctx0" brushRef="#br0" timeOffset="-119744.98">13174 8887 2255 0,'-14'-3'66'0,"3"2"-18"0,-1 0-28 0,5 2-9 16,5 0-15-16,2 0-3 0,2 2 2 0,2 2-4 0,1 0 0 0,1 2 4 15,2-1-5-15,2 1-7 0,-1-1-16 0,2 1-28 0,0-1-31 16,0-1-28-16,2-2-28 0,1 0-10 0,3-1 2 0,1-2-4 0,1-1-5 16,3-2-17-16,-1-1-13 0,2-4 7 0,4-1 41 0,2-3-102 15,2-3 10-15</inkml:trace>
  <inkml:trace contextRef="#ctx0" brushRef="#br0" timeOffset="-119212.9">17320 7320 1023 0,'5'-14'37'0,"2"0"-16"0,3-5-16 0,-1 1-1 15,1 4-2-15,0 0-1 0,0 2 5 0,-1 1 3 0,-1 0 10 0,-2 1 12 16,-3 0 17-16,-1-1 15 0,-3 0 17 0,-2 1 15 0,-2 0-1 16,-2-1-3-16,-2 1-4 0,-2-2-6 0,-2 1 2 0,-1 1 1 0,-3 0-6 15,-3 2-8-15,-1 1-12 0,-5 3-6 0,-2 1-7 0,-2 2-3 16,-2 1-6-16,-1 3-3 0,-2 2 4 0,-4 2-6 0,-2 3 0 0,-3 2-5 15,-5 4-2-15,-1 0 1 0,-4 3 7 0,-2 4 3 0,-3 0 2 0,-4 4 13 16,-1 3-3-16,-4 1 9 0,-3 3 11 0,-1 2-6 0,-1-1 0 16,-2 4-8-16,-1 1-10 0,-3 3-6 0,1 2-16 0,-1 1 2 0,0-1-2 15,3 0-7-15,0 1 6 0,2-2-11 0,2 1-2 0,2-1-4 0,1 1 1 16,2-2 1-16,-1-1-3 0,2-1 2 0,4-2-4 0,2-2-4 16,3 1 2-16,4-3-14 0,2-1 6 0,5-2 8 0,2-1-4 0,2-2 15 15,0-1-2-15,3-2-8 0,1-1 1 0,3-3 1 0,2 0-2 16,1-1 1-16,3-2 0 0,0-1-4 0,2 0 2 0,1-1-3 0,3-3-4 15,2 0-3-15,1-2-8 0,2-1-3 0,1-1-1 0,1-2-1 0,1 1-1 16,1-1 5-16,1-2 2 0,-1 0 0 0,2-1-3 0,1-2-7 16,1 0-10-16,2-1-5 0,1-1-3 0,1 0-13 0,2-1-15 0,1 0-28 15,1-1-23-15,3 0-20 0,0-2-29 0,2 0-25 0,1-2-28 0,4-2-9 16,2-1 4-16,5-4 12 0,5-1 25 0,1-4 28 0,5-3 37 16,0 0 42-16,1-3 35 0,2-1 8 0,1 0-79 0,1 0-71 0</inkml:trace>
  <inkml:trace contextRef="#ctx0" brushRef="#br0" timeOffset="-118912.92">14755 8224 278 0,'4'-4'113'0,"1"1"-11"0,0-1 30 0,-1 3 24 16,-3 0 8-16,0 1-3 0,-1 0-17 0,-1 1-19 0,1-1-20 16,0 1-16-16,-1 0-18 0,1 0-19 0,-1 1 3 0,-1 0-14 0,1 2 1 15,-1 1-6-15,1 1 0 0,-1 0-1 0,0 1 0 0,-2 0-2 0,0 1 1 16,-1-1-3-16,-1 0 2 0,-1 1-3 0,-1 1-2 0,-2 1-6 16,-1 0-5-16,-3 1-2 0,0-1-5 0,-1 2 2 0,-2 1-3 0,-1-1 0 15,-2 0-5-15,0 0 2 0,-4-1 0 0,1 2-3 0,-2-2 3 0,-1 2-3 16,2-1 0-16,0-1 2 0,0 1-2 0,-1 0 1 0,1 0-4 15,1 0 0-15,1-1 6 0,2 2-4 0,2-2 1 0,1 0 1 0,2 0-4 16,3-2 0-16,3 1 3 0,2 0-4 0,2-1-1 0,3 0 2 16,1-2-6-16,4-1 0 0,1 0 3 0,4-1 2 0,3 0 2 0,3-1 2 15,5 1 3-15,2-1 5 0,3-2 2 0,6 0 2 0,0-1-1 16,5-1-6-16,-2-1-7 0,1 0 4 0,3-1-2 0,-2 0 1 0,0 0-2 16,-1-1-1-16,-1 0-1 0,0 1 3 0,-2-1 2 0,-2 2 1 0,-1 0-1 15,-4 1-5-15,-1-1 0 0,0 0-3 0,-3 1-1 0,1 0-2 16,-1 0-21-16,-2 1-60 0,0-1-72 0,-1 0-93 0,0 0-121 0,1 0-53 15,-2 1 68-15,0-2-181 0</inkml:trace>
  <inkml:trace contextRef="#ctx0" brushRef="#br0" timeOffset="-118628.92">13270 9159 271 0,'-1'-3'77'0,"0"-1"-75"0,1-1-7 0,2 2-1 0,2 0-1 0,0 0 0 16,2 0-3-16,0 0-1 0,-1 0-19 0,1 1-107 0</inkml:trace>
  <inkml:trace contextRef="#ctx0" brushRef="#br0" timeOffset="-118095.92">13353 9060 214 0,'-1'-6'89'0,"0"1"-25"0,0-2-3 0,0 0 5 0,-1 0 1 15,0 1 0-15,0-1-2 0,0 1-2 0,-1 2-7 0,0-1-5 0,-1 1-9 16,2 0-7-16,-1 1-6 0,1 1-8 0,-1 0-7 0,0 1-2 15,0 2-3-15,0-1-1 0,0 1-1 0,1 0-2 0,-1 1-5 0,1 0-4 16,0 1-4-16,0 0-4 0,0 1-4 0,1 0-2 0,1-1 2 0,0 1 3 16,0 1 6-16,0-1 2 0,-1 0 4 0,1-1 5 0,0 0 2 15,0-2 6-15,1 0 1 0,-2-1 10 0,1 0 5 0,0 0 10 0,-1-1 8 16,0 1 2-16,0 0-1 0,0-1-8 0,0 0-8 0,1 1-11 16,0-1-4-16,0 0-6 0,0 1-3 0,0-1-1 0,-1 0-6 0,1 1 0 15,1-1-1-15,-1 0-1 0,1 0 2 0,0 0 0 0,0 0-2 0,0 0 2 16,0 0 3-16,1 0 2 0,0 0 2 0,1 0 12 0,1-1 6 15,0 1 2-15,3-2 2 0,1 0-5 0,1 1-4 0,5-1-1 0,1 0 0 16,2-1-7-16,3 0 0 0,2 1-7 0,3-1-1 0,-1 2 1 0,3 0-4 16,-1 1 3-16,2 0-3 0,0 1-2 0,1 1 2 0,-1 0-2 15,0 0-3-15,-2 1 7 0,-1 1-8 0,-2 0 3 0,-3 0 7 0,-1 1-3 16,-2 0 7-16,-1 0 4 0,-4-1 3 0,-2 1 9 0,-3 0 2 0,-2 0 4 16,-2 0 2-16,-3 0-3 0,0 1 5 0,-3 0-2 0,-3 1 4 15,-2 0 0-15,-5 0-6 0,-2 2-4 0,-5-1-5 0,-5 3 7 0,-1-1 2 16,-5 1 5-16,0-1 1 0,-3-1-7 0,0 1 2 0,0-2-1 15,0 2-5-15,2-1-1 0,-1 0-2 0,2 0-11 0,0-1 0 0,4 0 0 16,3-2-2-16,2-1 5 0,5-3-1 0,0 0-5 0,3-1 0 0,1-1-4 16,3-1-1-16,2-1-2 0,2-1-1 0,2-2-1 0,3-1-4 15,1 0-1-15,2-2-6 0,2-1-1 0,3 0 3 0,1 0 8 0,4-1 2 16,0-1 2-16,2 0 3 0,0 1-6 0,0 1 2 0,3 1-1 0,1 0-4 16,-1 2 12-16,2 1-4 0,1 2 0 0,0 1 2 0,-2 1-5 15,1 1 4-15,-1 2 3 0,-1 0 0 0,-1 1-1 0,1 0-2 0,-1 2-3 16,-2-1 0-16,1 1 6 0,-1-1 1 0,0-1-1 0,-3 1 5 15,-1-1-2-15,-2 0 5 0,-1 1 7 0,-2-1-5 0,-1 0 0 0,-2 0 1 16,-1 0-4-16,-1-1 2 0,-1 1 1 0,-1-1 0 0,-3 1-3 0,-1 0-4 16,-1 1-4-16,-2 0-5 0,-1-1-8 0,-2 0-5 0,-1 0-6 15,0-1-11-15,0 1-8 0,3-2-29 0,-1 0-21 0,0-1-39 0,2-2-47 16,0 1-50-16,2-3-92 0,0 0-70 0,1-1 20 0,0-4 65 0,-1-4-145 16</inkml:trace>
  <inkml:trace contextRef="#ctx0" brushRef="#br0" timeOffset="-117295.92">13033 8837 1070 0,'-25'-12'29'0,"-1"2"34"0,-3-3 9 0,6 3-2 0,6 2-19 16,2 1-13-16,4 0-6 0,-1 1-13 0,3 0-6 0,0 0-3 15,1 0-8-15,3 1-3 0,1-1-2 0,1 0-3 0,3 0 0 0,-1 1-2 16,2-1 0-16,-1 0 1 0,1 1 0 0,2 1 2 0,-1-1 4 15,0 0-1-15,2 1 10 0,-1 0 6 0,0 0 10 0,-1 2 8 0,1 1 4 16,-1 1 4-16,0 1 3 0,1 1 7 0,-1 1 1 0,1 2 5 16,-1 1-1-16,1 2 0 0,0 2-4 0,0 4-2 0,1 1-3 0,0 4-9 15,0 0-3-15,-1 3-8 0,1 2-5 0,0-1-5 0,-1 2-4 0,0 0 4 16,-1 1-1-16,0 0 1 0,0-1 3 0,-1 0-6 0,-1-2-7 0,1 1 2 16,-2-2-4-16,1-3 1 0,-2 1 2 0,1-2 1 0,-2-2 1 15,1-1 1-15,-1 1 2 0,0-2 2 0,0-2 7 0,0 0-4 0,0-1 2 16,-2-2 4-16,1 0-4 0,0 0 7 0,-1-3 4 0,1 1-2 15,0-1 0-15,0-1 1 0,1-1-4 0,1-1 1 0,0-1-6 0,2 0-5 16,0-1-2-16,0 0-4 0,2-1-2 0,-1 0 1 0,2 0-3 0,1-1 3 16,0 0 3-16,1 0 1 0,1-2-1 0,0 1 1 0,0-1-7 15,0 0 0-15,2-2 0 0,1 1-4 0,2-1 4 0,0 1-2 0,1-1-1 16,1 0 0-16,2-1-7 0,1 0 5 0,-1 1-7 0,1-1-6 0,1 1 0 16,1-2-12-16,0 0-4 0,0-1-11 0,2 1-18 0,0-1-18 15,-1 1-18-15,1-1-25 0,0-1-30 0,1 1-47 0,2 0-47 0,-1 1-49 16,2-1-34-16,-1 0 23 0,-1-1 73 0,0 1-197 0</inkml:trace>
  <inkml:trace contextRef="#ctx0" brushRef="#br0" timeOffset="-116895.41">12922 8745 601 0,'-28'-11'503'0,"-2"-1"-423"0,-5-2 40 0,7 3 8 0,6 0-7 0,4 0-21 0,2 0-15 16,2 1-3-16,3-1-10 0,4 2-14 0,0 0-10 0,3-1-8 16,2 1-8-16,2 1-9 0,3 0-4 0,1 0-8 0,3 0-2 0,0-1 4 15,4-2-3-15,2 0 7 0,4 0 0 0,2 0 0 0,3 3-2 16,2-2-5-16,1 1 2 0,3 1-5 0,3 1 4 0,4 0-1 0,1 1-4 16,4 1 2-16,1 2-4 0,0 1-1 0,1 0 2 0,1 1-5 0,0 2 1 15,-1 1-2-15,0 0-1 0,-1 1 1 0,0 0 1 0,-1 1-3 16,-2-1 3-16,-3 1 0 0,0-1 1 0,-4 0 4 0,0-1-5 0,-3-1 1 15,-1 0 4-15,-1 0-2 0,-4 1 0 0,0-1-3 0,-3 1 0 0,-3 0 3 16,-2 0 0-16,-1 1 4 0,-2 0-1 0,-2 0-1 0,-1 2 4 16,-1 0 1-16,-2 1 6 0,-1 2 2 0,-1 2 2 0,-1 1 1 0,-1 2 2 15,-3 2 2-15,0 1-1 0,-1 3-4 0,0 2 0 0,-1 1-4 16,0 3-5-16,0 0-6 0,0 3-2 0,1 1-4 0,1 0-4 0,2 1-5 16,1 0-2-16,1 1 2 0,1-2 4 0,1 0 4 0,-1-3 7 0,0-1-5 15,-1-5 3-15,-1-1 2 0,-1-2-2 0,-2-2 0 0,-1-1 0 16,-3 0 4-16,-2 0-1 0,-2 0 0 0,-3 0-7 0,-4 0-10 0,-1 3-16 15,-3 0-18-15,-3-3-20 0,-1 0-27 0,-2-1-36 0,-1-3-27 0,0 0-46 16,-1-1-53-16,0-3-55 0,0 1-33 0,0-1 54 0,-5 0-204 16</inkml:trace>
  <inkml:trace contextRef="#ctx0" brushRef="#br0" timeOffset="-116262.41">10003 13609 1814 0,'-15'4'108'16,"-1"1"6"-16,1 1-43 0,4-1-6 0,3-3-12 0,4 0-26 0,1-1-23 15,0 0-4-15,3 0-4 0,0-2-7 0,1 0 7 0,2 0 0 0,0-1-1 16,1-1-2-16,0 0-3 0,1-2 11 0,1-1 2 0,-1-1 15 16,3-2 10-16,-2-1-6 0,1 0 19 0,0-3 3 0,0-1 1 0,0-2 11 15,0 0-9-15,1-3-2 0,0-3 2 0,-1 0-1 0,-2-4 6 16,1-2-6-16,1-6-19 0,0-1 8 0,2-6-10 0,1-3-5 0,1-3 9 16,0-7-18-16,2-4-2 0,1-5-4 0,2-5-5 0,1-6 2 0,3-4-14 15,2-3 10-15,4-6-3 0,3-2-2 0,3 0 11 0,3 1-9 16,-1 2-2-16,1 3 2 0,-1 4-2 0,1 3 7 0,0 1-2 0,-3 2-8 15,2 0 2-15,-3 2-2 0,0 3 3 0,0-1 4 0,0 1-5 0,-1 1 6 16,2 0 2-16,-2 1 2 0,3 0 9 0,1-1-16 0,3-3-1 16,1 1-2-16,0-2-4 0,1-1 4 0,0 3-1 0,2-3-4 0,5-2-3 15,1 0-12-15,1-2-14 0,0-1-5 0,3 0-4 0,1 1 2 16,2 1 6-16,1 3 12 0,-2 2 11 0,-2 3 12 0,-3 5 7 0,-1 4 2 16,-6 4 4-16,-2 4 1 0,-4 4-1 0,-5 4 1 0,-2 6 0 0,-5 3 2 15,-1 4 8-15,-3 2-2 0,-3 4-3 0,-2 3-5 0,-2 2-1 16,-2 6 2-16,-2 2 4 0,-2 2 1 0,-2 2 0 0,-3 2-7 0,-1 1-5 15,0 1-10-15,0 2-10 0,0 0-21 0,0 1-10 0,0 0-12 0,-1 2-25 16,0 0-23-16,0 2-40 0,0-1-41 0,2 1-47 0,1 1-44 16,0-1-31-16,2-1 30 0,3-3-163 0</inkml:trace>
  <inkml:trace contextRef="#ctx0" brushRef="#br0" timeOffset="-115679.41">12433 9179 2381 0,'-1'-4'39'0,"2"0"-16"0,4 0-11 0,7 3 8 16,5 0 8-16,3-1 5 0,6 1-4 0,1 0-12 0,6 1-6 0,0 0-4 15,4 2-3-15,0-1-2 0,3 2 1 0,5 0-4 0,1 0 2 16,2 0 1-16,1-1-1 0,-1-1-2 0,0 0-4 0,-1 0 0 0,0-1-4 15,-2 1 4-15,-3 0-2 0,-3 0 0 0,-4 0 3 0,-2 1 4 0,-3-1 2 16,-4 0-2-16,-2 1 0 0,-5 1-8 0,-2 1-8 0,-3 0 4 16,-4 1-14-16,-4 0 3 0,-4 0 8 0,-2 0-6 0,-3 1 11 0,-4 0 2 15,-5 0-3-15,-4 4 2 0,-4 0-2 0,-5 3-6 0,-4 2 1 16,-4 1-1-16,-5-1 0 0,-3 3 2 0,-2 0 11 0,-2 0 5 0,-2 1-1 16,-3 1 3-16,0 1-3 0,0 1-3 0,3-1-6 0,-1-1 2 0,2 1 1 15,3 0 3-15,3-1 10 0,4 0-4 0,4-2 3 0,3 0-15 16,4-2-4-16,2 0-13 0,5-1-14 0,4-2-1 0,3-2-7 0,1-1 1 15,2-2 2-15,2 0-11 0,1-2 4 0,3-1-5 0,0-1-3 0,2-1 2 16,1 0-5-16,2-1 9 0,1 0 3 0,0-2 11 0,1 1 10 16,2-1 7-16,0-1 8 0,1 1 5 0,-1-2-3 0,3 0 7 0,0 0-3 15,1-1-2-15,0 0 5 0,2 0-3 0,-1-1 5 0,1 0 3 16,2-1-3-16,-1 1 1 0,-1-1 1 0,-1 0 4 0,0-1-1 0,0 1 0 16,1 0-1-16,-1-2-2 0,0 1 2 0,1-1 0 0,-2 0 0 0,1 2 2 15,0-2 1-15,-2 1-3 0,0 1 4 0,0-1-1 0,-2 1 3 16,0 1 3-16,1-1-6 0,-2 1 4 0,0 0-2 0,0-1 2 0,0 2 2 15,0-1-6-15,0 0 4 0,0 0 1 0,-1 0-1 0,-1 1 5 0,1-1-6 16,-2 0 0-16,2 2 0 0,-1-2-4 0,0 2 3 0,0 0-3 16,-1-1-4-16,0 1 2 0,0 0-5 0,-1 0 3 0,0 1 2 0,0 1 4 15,-1-2 1-15,1 1 4 0,-2 1-1 0,0-1 2 16,-1 0 3-16,-1 0-2 0,1 1-1 0,0 0-1 0,0 0-2 0,-1 0-3 0,1 0 1 16,-1 0-5-16,1 0-5 0,1 0-4 0,-2-1-4 0,2 2-15 0,-1-1-41 15,2 0-63-15,0 1-68 0,3 0-48 0,0-1 11 0,3 0 44 16,3-2-174-16</inkml:trace>
  <inkml:trace contextRef="#ctx0" brushRef="#br0" timeOffset="-114928.41">13842 9765 1994 0,'-20'-6'24'0,"-1"0"6"15,-5 0-9-15,5 2-13 0,7 3-16 0,2 2-13 0,2 1-16 16,2 1-9-16,3 1-2 0,0 1 3 0,1 0 2 0,0 1 3 0,2 0 2 15,0 1 1-15,1-1 5 0,1 1 4 0,0 0 4 0,1 0 4 0,0 0 5 16,0-1 11-16,0-2 3 0,-1 1 1 0,2 0 2 0,-1 0 0 16,1 0-4-16,0 0 4 0,1 0 1 0,-1 0 5 0,1 1 2 0,0 1 0 15,1 0 1-15,0 1-1 0,0 1 3 0,0 0 4 0,1 0-3 16,1-1-1-16,0 1-4 0,0 1-7 0,-1 1 1 0,1 0 3 0,1 1-2 16,0 0 4-16,1 0-4 0,0 2-1 0,0 0 1 0,2 1-2 0,-3-1 2 15,2 3 0-15,1 0 1 0,0-1-3 0,0 2-1 0,1 0 12 16,-1 2 8-16,2 2 3 0,1 1 0 0,1-1-14 0,-1 3-8 0,-2-2 4 15,0 0-2-15,0 1-1 0,0 0 1 0,-1 3-2 0,1 4 1 0,-1 0 1 16,1 2-1-16,0 1-1 0,0-1 1 0,-1 4 0 0,2 0-4 16,-2 4-1-16,2 1-6 0,-1 3 0 0,0 3 3 0,-1 2-1 0,0 4 9 15,1 3 0-15,0 2-6 0,1 1 6 0,-1 0 13 0,-2-1 12 0,0-2 23 16,-1-1 11-16,0-2-1 0,0-1-5 0,-1-3-7 0,2-1-10 16,0-2-10-16,0 0-2 0,2 0-12 0,1 0-4 0,2 3-4 15,1-2-4-15,0-1 2 0,3 1-1 0,1 2-1 0,-1-2-4 0,2 1 1 16,1-1 1-16,-2 0-2 0,3 0 4 0,-2-3-2 0,0 2 2 0,0-1 2 15,1 0-4-15,0-2 4 0,1-2-5 0,1 0-3 0,-2 1 7 0,2 1-2 16,2-2 2-16,-1 2 3 0,2-2-7 0,-2 0 3 0,0 1 1 16,-1-2 1-16,-1-1 1 0,0 1-2 0,0-2 1 0,-2-1 6 0,1-1-1 15,-1-3 4-15,-1-1 0 0,0-2 2 0,0 0 4 0,-3-3 6 0,2 2 12 16,-2-4 3-16,0 1 6 0,-1-3-6 0,0 1 3 0,0-1 2 16,-1-1-8-16,-1 1 0 0,-1-1-8 0,1 1-5 0,1 1 9 0,-1-1-2 15,1 1-4-15,0 1-3 0,-1 2-6 0,0 0-5 0,-3 2 3 16,2 0-6-16,0-1-3 0,-1 0 4 0,0 1-10 0,0 0 3 0,-2 1-3 15,2 1-11-15,-1-1 11 0,0 1-4 0,1 0-3 0,-1 0 5 0,-1 2 0 16,-1-1 0-16,0 2-3 0,0-1 1 0,-1 1-5 0,1-1 5 16,0 3 6-16,-1 1-8 0,2-1-1 0,-1 0-2 0,0-2-8 0,0-1-8 15,0 1-1-15,0-1-7 0,0 0-4 0,0-3-1 0,2 2-4 0,0-3-8 16,1 0 2-16,0-1-10 0,1-1-12 0,-1-3-21 0,2 0-17 16,0-3-13-16,2-3-15 0,-1-2-17 0,2-1-26 0,2-2-7 0,1-4 0 15,2-1 5-15,2-2 26 0,1-4 7 0,4-4-1 0,1-3 7 0,2-3 10 16,0-2 21-16,2-3 31 0,-1-3 27 0,4-2 2 0,1-2-194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7T10:22:36.5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11797 6092 1549 0,'-7'-7'56'16,"-2"1"-27"-16,0 0-23 0,3 2-7 0,3 3-5 0,1 1-3 0,2 1-6 16,1 1 2-16,2 1-4 0,1-1-6 0,2 3 6 0,2 1-5 15,2 0 5-15,-1 1 8 0,4-1-5 0,1 0 6 0,2 1-2 0,0-1 1 16,1 0 5-16,1-1-2 0,0 1 5 0,1 0 1 0,1 0 1 15,0 0 5-15,1 0 4 0,1 0 2 0,1 0-4 0,0 1 2 0,0 0-4 16,0-1 5-16,1 2 1 0,2 0 0 0,0 1 1 0,0 0 2 0,-2 0-1 16,1 1-4-16,-1-1-2 0,-1 1-1 0,1 2-4 0,0 0 6 15,0 0-3-15,1-1-6 0,-1 0 4 0,0 0-5 0,0 0 2 0,2 0 3 16,0-1 4-16,0 0 4 0,1-1 0 0,-1-1 2 0,3 0-2 0,-2-1-7 16,2-1 2-16,0-1-1 0,0 0 1 0,1-2-3 0,3 0 1 15,-2-1-6-15,2-2 1 0,-2 1 2 0,0-2-1 0,0 0 2 0,1-1 1 16,-1-1-2-16,1 0 0 0,-3-2 0 0,0 0 2 0,-1-1-4 0,0 0 4 15,-2-1 0-15,0-1-1 0,0 0 1 0,-2-1-3 0,2-2 0 16,-3-1 1-16,1 1 5 0,-1-1 0 0,-1 1 2 0,3 0-2 0,-1-3-2 16,-1 1 0-16,-1 0-2 0,-2 1 0 0,-1 0-1 0,0 0 1 15,-2 0-2-15,-2 0 2 0,1 1 1 0,-2-1 4 0,-1 1 1 0,-2-1 2 16,-2 2-2-16,-2-1 6 0,-1 1 9 0,-2-2 2 0,-1 0 6 0,-2 0 4 16,-2-2-3-16,-1 2 5 0,-2-2-1 0,-2-1-2 0,-2-1-6 15,-2 0-5-15,-1-2-3 0,-2 0-2 0,-2 0 0 0,-2-1-3 0,0 0 5 16,-2 0-4-16,0 1 2 0,-2-1 2 0,-2 0-6 0,-2 1 2 0,0-1 1 15,-1 1-6-15,1 1-6 0,0-1 4 0,0 0-6 0,0 2 9 16,-1 0 8-16,1 0-4 0,-2 0 3 0,2-1-12 0,-1 2 0 0,-1-1-5 16,0 0-4-16,-1 1 7 0,1 2-5 0,-1 0 4 0,1-1 3 15,0 1-7-15,1 1 3 0,-1-2-1 0,1 0-2 0,0 0 1 0,-2-1 1 16,1 1-3-16,-2-2 0 0,2 0 2 0,-1 0-1 0,2 0 4 0,-1-1-7 16,-1 0 2-16,0 0-1 0,-2 0-7 0,1 0 11 0,0 1-3 15,0 2 5-15,1-1 1 0,1 0-8 0,-1 0 7 0,2 2-3 0,-2-1 1 16,1 2 3-16,2 2-6 0,-2 0 5 0,3 1-3 0,-2 3-4 0,0-2 0 15,-2 2-12-15,0 0 3 0,1 1-1 0,0 2 5 0,0-1 1 16,-2 2 3-16,1 0 3 0,-1 2-5 0,0 0 7 0,-1 2-1 0,0 0-4 16,-1 1 2-16,1 3 5 0,-1-1-1 0,2 3 5 0,0-1-3 0,2 1-10 15,0-1-1-15,2 1-3 0,3 1-1 0,1-1-7 0,3 0-6 16,2 0-14-16,2 1-21 0,0-1-16 0,1 1-23 0,3 1-20 0,-1-2-26 16,3 0-26-16,2 1-44 0,1 0-65 0,2-1-75 0,1 1-272 15</inkml:trace>
  <inkml:trace contextRef="#ctx0" brushRef="#br0" timeOffset="19701.22">13003 7648 765 0,'-4'-1'60'0,"1"0"-51"0,1 1-14 0,2-1-4 0,1 0 1 15,2 0 2-15,0 0 0 0,0 0 3 0,1 0 4 0,1 0-3 0,0 0 6 16,-1 0-3-16,0 0-2 0,-1 1 1 0,1 0-1 0,0 1 0 0,0-1-2 16,-2 1 7-16,1 0 1 0,-1 1 7 0,-1 1 3 0,1 0 3 15,0 1 0-15,-1-1-3 0,1 1 1 0,0 0-2 0,0-1-3 0,0 1 2 16,1-1-2-16,0 0-1 0,1 0 0 0,1-2-2 0,1 1 2 16,1-1 0-16,1 0 3 0,2-1 7 0,2 0 3 0,2 0 4 0,1 0 8 15,1 0 1-15,3 0 8 0,0 0 6 0,3 1 6 0,3 0 2 16,1 0 2-16,2 0-1 0,0 1-3 0,5 0-8 0,1 0-7 0,3 1-5 15,0 0-10-15,0 2-1 0,3 0-6 0,1-1-4 0,2 2-5 0,3-1-6 16,1 0-1-16,1 1-2 0,2-1 0 0,2 0 5 0,1-1-2 16,3 0-3-16,-1-1-1 0,2 0-1 0,1-1-1 0,-1-1-2 0,1 0-1 15,2-1-2-15,0-1 2 0,1-1 0 0,0 0 4 0,1-1-1 0,1-1 2 16,-1 0-1-16,0-1 1 0,0 0-1 0,0-2-2 0,0 1 2 16,-2-2 0-16,0-2 1 0,-1 0 1 0,-1 0 0 0,0-1 0 0,-2 0 3 15,-3 1 6-15,0-1 3 0,-2-1 1 0,-2 0 1 0,0-2 3 16,-1 1 4-16,-2-1-1 0,0 0 3 0,-2-1-6 0,-1 2 1 0,0-2 3 15,-2 0 0-15,-1 1-1 0,0 1-2 0,-3 0-3 0,-2 1-4 0,-1 0 5 16,-2 0-1-16,1 0 0 0,-3 0 2 0,-1-1-6 0,-2 2 2 16,-1-1 3-16,-1 0 3 0,-1 1 2 0,-1-2-6 0,-3 0-2 0,0-1-3 15,-2 2 1-15,-2-1-3 0,0 1 3 0,-2-1-8 0,-1-1-1 0,-3 1 2 16,-4-2-1-16,-1-1 1 0,-2-1-4 0,-2-1 4 0,-2-2-2 16,-3-2 1-16,-2 0 4 0,-4-2-5 0,-2-1 1 0,-4-2 10 0,-3 0 2 15,0 0 11-15,-4-2 4 0,-1 2-2 0,-3-2 6 0,-2 2 0 0,-1 1 4 16,-1 0 5-16,0 1-4 0,-1 0 5 0,0 2-5 0,1-2-6 15,-1 2-9-15,1 0-9 0,-3 1-6 0,-1 2-12 0,-1 1 1 0,0 2-6 16,-1 0-1-16,-3 2-5 0,0-1 3 0,-2 1 3 0,-2-1-2 16,-2 3 2-16,-3-1 1 0,0 1-4 0,-3 1 3 0,-1 1 3 0,-2 2-8 15,-3 0 9-15,-2 0-5 0,-1 3-3 0,-1-1 6 0,-1 2-8 0,-1 1 8 16,0 0 5-16,1 2-1 0,-1 1-1 0,0 1 5 0,1 1-4 16,1 2 2-16,-1 0-1 0,1 2-3 0,0-1 6 0,-1 1-6 0,1 1 3 15,2 0-3-15,0 1 0 0,0 0 1 0,0 2-1 0,1-2 1 0,-1 3 1 16,1 0 1-16,1 0-2 0,-1 1 0 0,1 1-1 0,0 0 2 15,2 2 1-15,1 1-4 0,-1 1 1 0,1 0-3 0,0 3 1 0,1 2-5 16,1 1-9-16,-1 4-1 0,2 1-15 0,1 2-4 0,1 1-10 16,2 1-18-16,2-1-19 0,2 2-25 0,4 2-31 0,2 1-42 0,0 3-65 15,2 2-104-15,-1 2-452 0</inkml:trace>
  <inkml:trace contextRef="#ctx0" brushRef="#br0" timeOffset="56486.42">16162 9067 1290 0,'1'-3'160'0,"0"0"-101"0,2-1-40 0,1 0-5 0,1 1-7 15,2 0 3-15,1 0-4 0,1 1-3 0,2 0-2 0,2-1-2 0,2 1 3 16,-1 0 1-16,3-1-1 0,1 1 2 0,0 0 2 0,1 0 1 0,2-1 6 16,0 1 2-16,1-1 8 0,1 0 1 0,1 0 1 0,2 0 3 15,0 1-5-15,1 0 2 0,1 0 4 0,2 0-2 0,2 0 1 0,0 0-3 16,1-1-4-16,-3 0 6 0,2 0-2 0,0-1 1 0,2 0-2 0,-1-1-2 16,1 0-1-16,-1-1 1 0,0-1 0 0,1 1 1 0,-2 0 2 15,2-3-2-15,-1 0-4 0,1 0-9 0,-1-1-1 0,1 0-9 0,-1-1 0 16,1 1 4-16,1 0 2 0,0-1 6 0,-2 1 0 0,0-1-1 0,1 0-6 15,-3-1-2-15,2-1 3 0,-3 0 1 0,0 0 1 0,-1 1 2 16,0-2-1-16,-2 1 2 0,-1-1 1 0,-2 1-3 0,0 0-3 0,-1 1 1 16,-2 0 1-16,1 1-2 0,-3-1 0 0,-2 0 1 0,0 0-2 15,0 0 3-15,-1 0 2 0,-2 1-2 0,1 0 1 0,-2 0 2 0,-1-1-3 16,-3 0 1-16,-1 0 5 0,-1 0-4 0,-2 0 4 0,-1 0-1 0,-1 0-7 16,-1-1 0-16,-2 2-1 0,-1-3-2 0,-3-1-1 0,-1 0-2 15,-3-3-11-15,-3-1-5 0,-2-3-2 0,-6 0-4 0,-2-1 2 0,-4-2 5 16,-2 1 4-16,-3-1 14 0,-5-1 5 0,-1-1 2 0,-3 0 1 0,-5 0-8 15,0 0 2-15,-2 2-1 0,-3 0 3 0,-2 1-1 0,0 1 1 16,-4 1 1-16,-1 2-3 0,-3 0 0 0,-4 1-2 0,0 1 1 0,-2 1 6 16,0 0 2-16,-1 4 1 0,0 2-1 0,1 1 1 0,-3 2-1 15,3 3-1-15,0 2 1 0,-2 3-5 0,2 2 5 0,-1 3-6 0,1 2 0 16,0 3 6-16,3 2-4 0,0 3 4 0,0 4 0 0,1 1-1 0,-1 3-1 16,1 2-1-16,1 0 6 0,1 1-5 0,1 0 4 0,3 3 1 15,1-1-2-15,4 4 2 0,2-1-7 0,3 2-16 0,4 1-2 0,0 2-3 16,3 0 0-16,4 4 11 0,3 0-4 0,2-1 2 0,4 0-2 0,2-2 6 15,4-1 0-15,3 0 5 0,3-3-2 0,2-2 2 0,4-2 3 16,1 0 2-16,3 0 3 0,2 1-2 0,3 1 1 0,2-1-4 0,1-3-11 16,3-1 1-16,3-2 2 0,1-1-3 0,1 1 9 0,2-3-7 0,0 2-1 15,2-2-3-15,2-1-1 0,-1 1-7 0,2-2-9 0,0-2-9 16,1 0-17-16,2 0-26 0,3 0-36 0,0-2-54 0,3 1-67 0,1-1-93 16,3-1-138-16,3-2-417 0</inkml:trace>
  <inkml:trace contextRef="#ctx0" brushRef="#br0" timeOffset="98538.54">18240 8692 300 0,'-9'9'112'0,"-1"2"-60"0,-2 2-24 0,3-2-13 15,0-2 1-15,1-2 8 0,1 0 5 0,0-1 11 0,0-1 6 0,1 1 5 16,0-2 6-16,1 0-6 0,2-1-2 0,0-1-5 0,0 0-8 16,2-1-4-16,0-1-11 0,1 1-10 0,1-1-5 0,2 1-4 0,0 0 6 15,0 0-1-15,3 0-1 0,0 1 0 0,1 0-4 0,1 1 0 0,1 1 1 16,2 0-3-16,0 2-2 0,1 0-1 0,1 1-10 0,2 2-6 15,2 1-20-15,0 0-30 0,2-1-56 0,0 0-73 0,-1-1-237 0</inkml:trace>
  <inkml:trace contextRef="#ctx0" brushRef="#br0" timeOffset="104738.63">11488 13014 989 0,'-24'5'59'16,"1"1"-41"-16,-3 2 25 0,8-2-2 0,6 0-3 0,1 0-8 0,3-1-7 15,1 0 8-15,1 0-3 0,1-1 1 0,1 0-5 0,2 0-10 0,0-1-3 16,1-1-3-16,3 1-7 0,-1-1 4 0,3 1-1 0,2 0-1 0,0-1 8 15,1-1-4-15,2 1 2 0,0-1 1 0,2 0-2 0,3 0 0 16,1-1-3-16,1-1 0 0,3 0 0 0,3-2-5 0,0 0 2 0,3-2-1 16,0-1-2-16,0-1 1 0,2 1-4 0,0-2 6 0,2 0-2 15,-1-1-2-15,1 0 0 0,1-1-5 0,1-2 0 0,-1 1-2 0,1-2 0 16,0 0-1-16,0 0 6 0,1-1-1 0,1-1 3 0,-2 0-5 0,2 1-3 16,-3-2 3-16,3 0 0 0,-1 0 7 0,1-1 3 0,-2 0-6 15,-1 0 3-15,-1 1-4 0,1-2-1 0,-2 0 7 0,1 0-3 0,-3 0-2 16,-1 1 0-16,-1 0 0 0,-4 1-1 0,0-2 9 0,-1-2-6 0,-3-1 7 15,2 1 1-15,-2-1-3 0,-2 0 10 0,0 2-8 0,-2-2 8 16,-1 2-1-16,-1-1-1 0,-2 0 8 0,-3-1-5 0,0 0 3 0,-2-2 3 16,0 1-5-16,-3-1 3 0,-1-1-5 0,-2 2-2 0,-1-1-4 0,0 0 0 15,-3 1 3-15,0-1-2 0,-2 0-3 0,-1-1-2 0,0-1-1 16,-2 2-4-16,0-1 4 0,-3 1-8 0,-1 2-8 0,-2 0 4 0,-2 1 1 16,-3-1 1-16,-2 2 6 0,-3 0-7 0,-3 2-2 0,0-1 6 15,-3 1-1-15,-2 2 1 0,-2-1 3 0,-3 3 2 0,0 1 5 0,-3 2 9 16,0 3 1-16,-3 1 1 0,2 3 3 0,0 2-1 0,-1 2 9 0,1 3 0 15,0 1-4-15,2 2 5 0,0 4-12 0,3 1 0 0,2 3 1 16,1 2-9-16,1 2 0 0,1 5-2 0,0 1-6 0,3 4 7 0,0 2-6 16,3 0-9-16,1 0 7 0,2 3-3 0,2-1 2 0,4 3 1 15,4-2-19-15,4 0-6 0,4-2-20 0,6 1-19 0,2-1-22 0,6-1-27 16,5-1-24-16,4-1-14 0,7-3-16 0,6-3-19 0,6-2-14 0,4-2-260 16</inkml:trace>
  <inkml:trace contextRef="#ctx0" brushRef="#br0" timeOffset="105205.62">14069 12511 1177 0,'-8'0'65'0,"2"2"-16"16,-2-1 7-16,3 1-3 0,3 0-6 0,1-1-15 0,1 1-8 0,1 0-7 15,1 1-6-15,2 1 2 0,1-1-3 0,1 2 1 0,4 0-2 16,2-1-4-16,3 1 2 0,2 0-3 0,2-1-3 0,3 0-3 0,3 0-5 16,3-2 4-16,1-1-3 0,2-1-1 0,2-1-4 0,0-2-6 15,1-1 0-15,-1 0-1 0,0-2 1 0,0 0 4 0,-1-1-7 0,0-3 11 16,-2-1-1-16,1-2 1 0,-2 0 8 0,1 0-11 0,-4-1-1 0,-1 0 5 15,-2-2 2-15,-4 2 8 0,1-2 4 0,-2-1 0 0,-2-1 1 16,1 2 0-16,-2-1 7 0,-2 1 2 0,-2 1 0 0,-1 1 2 0,-2-1 3 16,-2 1 2-16,0 1 5 0,-2 2 5 0,-1-2 2 0,-1 0 2 0,-2 0-4 15,-2-2 1-15,0 0-7 0,-2-1 1 0,-2-2-8 0,-1 0 0 16,-2-1 0-16,-1-1-14 0,-5 2 10 0,-1-1-2 0,-3 0-6 0,0-1 7 16,-3 0-8-16,-3-2-10 0,-3 0-8 0,-5 2-2 0,-1-2-1 15,-3 1-3-15,-3 2 2 0,-1-2 0 0,-1 0 1 0,-4 3 2 16,0 0 10-16,-2 3-6 0,-1 3 11 0,-1 3 5 0,2 1 0 0,2 2 8 0,2 2-5 15,1 4-11-15,2 1-12 0,4 3-8 0,1 2-8 0,6 1 0 16,1 2-5-16,3 2-11 0,0 3-11 0,5 3-11 0,0 2 1 0,2 4-8 16,3 1-10-16,2 2-15 0,3 3-17 0,1 1-20 0,3 3-17 0,2 0-27 15,3 1-156-15</inkml:trace>
  <inkml:trace contextRef="#ctx0" brushRef="#br0" timeOffset="105738.62">16284 12702 917 0,'-8'6'636'0,"2"-1"-583"0,-1 2-5 16,5-1-12-16,0-2-26 0,3-1-16 0,1 2-12 0,3 0-4 0,2 1 8 16,2 0 13-16,1 0 5 0,1 1 5 0,1 1-7 0,2 0-4 0,2 0-4 15,2-1 0-15,1 0-3 0,3 0 3 0,0 1-2 0,0-2-3 16,2 0 1-16,0-1-6 0,4-1-1 0,2-1-1 0,0 0-4 0,2-2 0 16,0-2 1-16,1-2 2 0,2-1-3 0,1 0 4 0,1-2 5 15,0-1-2-15,0-1 9 0,1-1-2 0,-1 0 0 0,1 0 4 0,-3 0-1 16,0 0 8-16,1-2 2 0,0 0 1 0,1-1-2 0,-1 1-5 0,0-1-2 15,-1-1-3-15,-1 1-4 0,2-2 5 0,0 1 3 0,3-1-2 16,-1-1 4-16,0-1-3 0,1 1 4 0,-1-1 1 0,-1 1 3 0,2-1 1 16,-2 2-2-16,0-1-1 0,-1 0 3 0,-1 2-3 0,1 1-1 0,-1-1-1 15,-2 0-2-15,-1 0 1 0,1 0 1 0,-1 1 0 0,1-1-1 16,-2 0 3-16,0-2-2 0,-3 1 0 0,1 0 5 0,-3-1-3 0,0 2 3 16,-2 0 1-16,-1 1-3 0,-1-1 5 0,-3 0 1 0,1 0-1 15,-3 0 2-15,-3 2 0 0,-1-2 2 0,-3 0 6 0,-1 0 8 0,-2 0 1 16,-3 0 4-16,-1 1 3 0,-2-1 4 0,-3 0 10 0,-3 0 9 0,-3 1 7 15,-2-2-4-15,-3 1 0 0,-4 0-6 0,-5 0-20 0,-5-1 2 16,-4-1-19-16,-4-1-4 0,-5-1 1 0,-6-1-7 0,-3-2-2 0,-3 1-6 16,-5-1-3-16,-4-1-7 0,-4 1 0 0,-1-2 0 0,-2 0-3 0,-1 1-1 15,-1-1-12-15,-3-2-27 0,-3 1-30 0,-2-4-29 0,-4 1-23 16,0-1-23-16,1 2-26 0,-1 3-25 0,1 5-28 0,3 4-145 0,1 7-26 16</inkml:trace>
  <inkml:trace contextRef="#ctx0" brushRef="#br0" timeOffset="116939.38">13787 14003 360 0,'27'7'103'0,"6"0"-6"16,8 4-13-16,0-2-22 0,-3 0-15 0,3-1-6 0,2 0-3 0,0 0-6 15,1-2-5-15,-2 2-5 0,3-2-8 0,-1 1-5 0,1-2-2 16,1-1 2-16,-1 0-1 0,0-1 1 0,2 0 0 0,0-2-1 0,0 0 4 15,2-2-6-15,0-1 0 0,1 0-1 0,1-1-6 0,-1 0 1 0,0-1-5 16,0 0 1-16,1-1 0 0,-2-1 2 0,2 0 0 0,-2-1-5 16,-3 0 0-16,0-1-5 0,0-1 5 0,-2 0 5 0,-1 0-4 0,-3-1 10 15,-3 1 2-15,-4 0 7 0,-1-2 22 0,-4 0 17 0,-1-1 19 16,-2-2 18-16,-1 1 14 0,-2-1 11 0,-1-1 2 0,-1-1-9 0,0 1-22 16,-2-3-18-16,0-2-16 0,-1 1-5 0,-1-2-6 0,0-1-9 0,-1 0 0 15,0 0-8-15,-4-1 4 0,-2 2-2 0,-1-2-5 0,-1-1 0 16,-3 0-7-16,-1-2 9 0,-4 0-9 0,-3-1-7 0,-3 1-11 0,-3 0-14 15,-4-2 0-15,-5 2 2 0,-5-1-2 0,-3 1 4 0,-5-1 3 0,-3 0-19 16,-3 0 14-16,-6 1-1 0,-3 3-6 0,-3-1 16 0,-3 2-8 16,-4 0 1-16,-3 1 1 0,-1 4 2 0,-3-1 1 0,-1 3 3 0,-1 2 0 15,-4 2 2-15,-1 0-2 0,0-1 3 0,0 2 3 0,0 0 0 16,1 3 2-16,-2 0-4 0,1 4-5 0,-2 0 0 0,-1 2-4 0,0 2-2 16,-1 0 3-16,-1 3-3 0,-1 1 6 0,1 3 1 0,-2 2 5 0,2 0 11 15,2 0 2-15,3 2 7 0,1-2 0 0,0 3-1 0,0 2 4 16,3 2 1-16,-1 1 1 0,3 2-1 0,3 0 3 0,2 1-2 0,5 3-14 15,1-1-9-15,4 1 1 0,2 2-17 0,3 0-10 0,1 4-21 0,3 0-34 16,1 2-20-16,1 1-24 0,3 3-34 0,2 0-56 0,2 3-84 16,1 1-339-16</inkml:trace>
  <inkml:trace contextRef="#ctx0" brushRef="#br0" timeOffset="127273.35">24497 13690 1514 0,'0'4'403'0,"2"1"-336"0,0 1-41 0,2-3-26 0,2 0 0 0,0 0-3 16,1 0-1-16,0 0-1 0,1 0 0 0,-1-1-4 0,0 0-6 0,0-1-15 16,1 0-22-16,0 0-21 0,-1 0-7 0,-1 0-4 0,0-1 15 15,-1 1 19-15,0 0 17 0,-3 0 18 0,0 0 3 0,0 1-3 0,-2-1-14 16,0-1-15-16,0 1-10 0,-2 0-3 0,1-1 11 0,-1 2 14 0,-1-1 17 15,-1 1 14-15,-1 0 11 0,1-1 8 0,-2 1 3 0,0-1 8 16,0-1 2-16,-1 1 0 0,0 0 9 0,-1 0 1 0,1 0 5 0,-1 0 3 16,-1 0-4-16,0 1-2 0,1-1 1 0,0 1 1 0,0 0-2 15,0 0 3-15,1 0-8 0,-1 0-11 0,2 1-7 0,0 0-7 0,2 0 4 16,0 1-4-16,1-1-3 0,0 1 1 0,0 0-3 0,1 0-1 0,0 0 1 16,1 0-7-16,2 0 3 0,1 1 2 0,2 0-3 0,1 0 4 15,3 0-6-15,1 2-2 0,2-1 2 0,2 2-8 0,3-1 1 0,2 1 5 16,2-1-4-16,1 0 2 0,4-1-5 0,-1-1 1 0,3 1 5 15,1-1-3-15,0 0 8 0,3-1-1 0,1 0-3 0,0 2 2 0,3-2-6 16,-2 0 4-16,2 0 6 0,1 0 2 0,2 0 7 0,2-1-3 0,1 2-4 16,1-3-1-16,1-1-4 0,1 0-1 0,1-1 3 0,2-1-5 0,0 0 5 15,1-1 0-15,1-2-6 0,2 2-3 0,1-1 11 0,0 0-6 16,2 2 11-16,2-1 0 0,0-1-7 0,1 0 6 0,-1-1-6 0,-1-1 8 16,1 1-7-16,0-2 2 0,0 0-5 0,-2 0-1 0,0-1 5 15,-1 0-2-15,1-2 0 0,1-1 0 0,-2 0-4 0,0-2 2 0,-1 1 2 16,0-1 2-16,0-2-8 0,-2-1 4 0,0-1-2 0,-1 2 0 0,-1-1 6 15,-3 0-4-15,-1-1 1 0,-1 2 3 0,0-2-2 0,-2 0 6 16,-1 0-1-16,-1-2-3 0,-2 1-2 0,0-2 2 0,-3 2-2 0,-1-1 0 16,2-1 1-16,-2 0-4 0,-1 2 5 0,-4-2-3 0,0 1-2 0,-2 0 4 15,-1-2-7-15,-2 0 2 0,-2 1 0 0,-2 0-3 0,-3-1 0 16,-3 1 2-16,-1 0-3 0,-2 0 4 0,-3 0 4 0,-3 1 2 0,-1-2 13 16,-4 0 0-16,-1 1 3 0,-2-1 0 0,-3-1-5 0,-3 2 1 15,-3-3-4-15,0 2-1 0,-4 1 5 0,-3-2-4 0,-1 0 1 0,-4 0 0 16,-1-2-4-16,-3 2 1 0,0-1-5 0,-3 1-1 0,-2 2 2 0,-1-1 3 15,-1-1 3-15,-1 1 3 0,0-2-3 0,-2 0-5 0,-2 1 0 16,0-2-6-16,-3-1-1 0,-3 2-11 0,0-1 2 0,-1 1 6 0,0 0-2 16,-5 0 15-16,0 1-9 0,-2-1 0 0,-1 2 4 0,1 1-4 0,-2 1 3 15,0 0-5-15,-2 2-2 0,-1 2 2 0,0 0 6 0,-1 2 5 16,1 0 1-16,-2 1-5 0,1 2-7 0,-1 0 2 0,0 1-3 0,0 1 0 16,-1 1-3-16,-1 2-3 0,1 0-2 0,0 2-1 0,0 3 2 0,0 1 3 15,2 2 1-15,-1 2 1 0,2 1-4 0,1 3 1 0,0 2 11 16,1 1-7-16,0 2 4 0,2 2-2 0,1-1-8 0,1 3 4 0,0 3-4 15,2 0 0-15,-1 3-6 0,4 2 2 0,0 1 4 0,1 2 8 16,2-1 5-16,1 2 2 0,4-3-5 0,6 1-12 0,0-2-7 0,7 0-7 16,2-2-1-16,3 2-5 0,5-1-1 0,3 0 1 0,2 1-2 0,4 1 3 15,2 0 1-15,2-1 1 0,3 1 4 0,2-3 4 0,1 2 4 16,0-1 1-16,2-1 3 0,2 0 6 0,0-1 1 0,0 0 0 0,1-2-3 16,0-3 9-16,0 1 6 0,1-2 1 0,-1-2 0 0,1 1-10 15,-1-1-10-15,1-2-3 0,0-2-13 0,0-3-32 0,0 0-24 0,1-3-20 16,-1 0-32-16,1-3-30 0,0 0-48 0,-1-3-42 0,2-2-46 0,0-1-258 15</inkml:trace>
  <inkml:trace contextRef="#ctx0" brushRef="#br0" timeOffset="128573.35">5078 14491 1475 0,'-9'-3'132'0,"0"0"-47"0,-1 0-39 0,2 1-17 16,3 1 0-16,1 0-9 0,0 0 1 0,1 0-9 0,-1 1-4 0,1-1 1 15,0 1-9-15,-1 0 0 0,2-1-1 0,0 1-6 0,0 0 3 16,0-1-4-16,0 1-2 0,1-1-1 0,1 1 0 0,-1 0 3 0,0-1 0 15,0 0-2-15,1-1-11 0,0-2-4 0,1 0-3 0,1-1 0 0,1-1 5 16,3-1 1-16,0-1 1 0,3-1 5 0,0-3-2 0,4 1 7 16,0-1 1-16,1 1 4 0,2-1 2 0,-1 0 2 0,4-1 8 0,0 0-2 15,2 0 10-15,3-1 0 0,1 0 5 0,1 1 6 0,2-1-1 16,-1 0 6-16,3 0-5 0,1 0-1 0,2 0-2 0,3 2 3 0,1 0-2 16,2 1-3-16,1 0-2 0,1 0-4 0,2 1-3 0,1 0-3 0,3 1-3 15,1 0-2-15,1 1 1 0,1 1-4 0,0 0-2 0,2 0-3 16,-2 1 0-16,3 2 2 0,-1 1-8 0,-1 0-2 0,0 2-1 0,-1 2 1 15,-1 1 5-15,-2 3 4 0,-2 0-4 0,-3 3 1 0,-2 2-1 0,-2 2 3 16,-3 2 4-16,-4 2-2 0,-2 4-1 0,-3 3 0 0,-2 2-2 16,-4 3 4-16,-2 0 1 0,-4 3 2 0,-3-1 7 0,-1 3 3 0,-4-1 6 15,-2 3 6-15,-4-1 2 0,-3 1 6 0,-3-3 6 0,-3 0 12 16,-2-1 7-16,-3-1 2 0,-2-2 8 0,-4 1-4 0,-1-3-8 0,-4 0 3 16,-1-1-8-16,-4 1-11 0,-1 1 2 0,-6-1-9 0,-2 1-2 0,-2-2 0 15,-3 2-6-15,-1-2-5 0,-2 1-2 0,-1-1-4 0,-4-2 1 16,-1 0 3-16,0-1-8 0,-2-1-1 0,1-2-11 0,-1 0 8 0,0-4-3 15,3 0 2-15,0-3 5 0,5-3-1 0,3-3-5 0,1-1-2 0,1-5-7 16,3 0-3-16,0-3-4 0,3-3-28 0,2-2-24 0,1-5-41 16,4-4-36-16,2-2-57 0,3-6-68 0,3-4-131 0,2-6-512 0</inkml:trace>
  <inkml:trace contextRef="#ctx0" brushRef="#br0" timeOffset="189364.61">18901 13971 852 0,'-7'4'138'0,"-3"-1"-84"0,1 0-26 0,-1 0-12 0,3-1-9 0,0 1-12 15,0 0-8-15,2-1 5 0,-1 1-3 0,1-1 7 0,0-1 3 0,0 2-6 16,1-1-2-16,-1 0-8 0,1 0-4 0,-1-1 3 0,0 0 4 15,0 0 8-15,1 0 5 0,-1 1 7 0,2-1 2 0,0-1-4 0,-1 0 2 16,2 0-6-16,-1 0-3 0,1 0-4 0,1 0-7 0,0 0-12 16,1-1-6-16,0 1-3 0,1-1-4 0,1 1 3 0,1 0-4 0,0 0-1 15,2 1 0-15,0 0-4 0,2 1 5 0,1 1-1 0,1 1-3 0,0 0 1 16,3-1-5-16,1 1 1 0,2 0-3 0,1 0-2 0,1 1-84 16</inkml:trace>
  <inkml:trace contextRef="#ctx0" brushRef="#br0" timeOffset="201450.31">17732 15688 2463 0,'-5'4'116'0,"0"1"1"16,-1 1-30-16,4 1-21 0,0 0-24 0,2 0-20 0,2 4-15 0,0 3-4 16,4 3-1-16,2 2 3 0,1 1-14 0,1 3 8 0,0-1 1 15,0 2-9-15,-1 3 19 0,2 1-3 0,1 3-12 0,-1-1 0 0,1 2 0 16,0 1-2-16,-2 2 16 0,-1 2-8 0,0-1-1 0,-2 1-1 0,0-2-3 16,-1 1 9-16,0 0 2 0,-1-1 0 0,-1 2 6 0,-1-2 3 15,-1-1 6-15,0-1 7 0,-1-1-2 0,-1-1-8 0,0 1-8 0,0-3 11 16,0-1-6-16,-2 0 0 0,0-2-1 0,0 0-16 0,0 0 8 15,-1-1 3-15,0 1-8 0,0-2-4 0,1-4-1 0,0 0 1 0,-1-3-7 16,1-1-10-16,-1-1-26 0,-1 0-28 0,1-2-27 0,1-1-35 0,-1-1-36 16,0-1-44-16,-1 0-56 0,1-2-73 0,1-1-104 0,1-1-438 15</inkml:trace>
  <inkml:trace contextRef="#ctx0" brushRef="#br0" timeOffset="202065.31">20154 15448 2595 0,'-7'-1'155'16,"1"1"-39"-16,-1-1-29 0,4 0-28 0,1 0-27 0,1 0-28 15,0 0-20-15,2 1-10 0,2-1 2 0,1 1 9 0,2-1 3 0,3 1 5 16,2-1-4-16,2 0-1 0,2 1 3 0,2 0-1 0,-1 1-2 15,3-1 4-15,0 0-2 0,1 0 5 0,2 0-4 0,1 0 4 0,0 1 0 16,1-1-6-16,1 1 7 0,-2-1-1 0,2 1-1 0,-1 0 4 0,-1 1-9 16,-1 1 7-16,-2 0 1 0,1 1-2 0,-2 0-2 0,-2 1-8 15,0 0-1-15,-2 2-4 0,-2-1-1 0,-2 4 11 0,-2-1 1 0,-2 1 0 16,0 1 8-16,-2 0-7 0,0 0 1 0,-2 0 4 0,-1 2 1 0,-2 2 4 16,-2-1 0-16,0-2 2 0,-2 1 6 0,0-1-8 0,-1 0 6 15,0 1 7-15,-1-2 4 0,-3 1 9 0,0-1 2 0,-2 1 1 0,-1-1-4 16,-1-1 1-16,-1 3-4 0,0-1-4 0,-1 1-1 0,-1 0-2 15,0-1 1-15,0 1-13 0,-1-1 4 0,0 1 18 0,0 0 1 0,1-1 12 16,0 2-9-16,0-1-10 0,2 0 2 0,2-1 3 0,2-1 4 0,2-1 1 16,3-2-8-16,1 2-14 0,3-2-11 0,1 0 2 0,2-1-7 15,2 1-2-15,2 1 0 0,2 0-11 0,4 0 13 0,1 0 7 0,4 1-5 16,2 0 0-16,1 1-1 0,1 0 4 0,2-1 8 0,1 0-3 16,3 0-3-16,0-1 6 0,1 1-1 0,0-1 11 0,-1 0-4 0,1 0-1 15,-2-1 2-15,0 1-12 0,-1-3 8 0,0 0 0 0,0 0-3 0,-2-1 1 16,0 1-9-16,-2-2-3 0,-1 0-1 0,0-1 10 0,-1-1-8 15,-2 0-8-15,1 0 1 0,-2-1-16 0,-2 0-14 0,0-2-20 0,-1 0-31 16,-2-2-37-16,1 0-31 0,-2-2-54 0,0-1-58 0,-1-1-51 0,-1-4-79 16,-1-3-64-16,-1-8-295 0</inkml:trace>
  <inkml:trace contextRef="#ctx0" brushRef="#br0" timeOffset="202547.97">19607 15296 1997 0,'1'-1'141'0,"2"-3"-24"0,2-1-12 16,2-1-8-16,3-1-12 0,2 0-21 0,5-2-16 0,2 1-1 15,4-2 4-15,2 1 5 0,3-1-12 0,1 1-5 0,1 0-4 0,4 0-8 16,4 1 8-16,3 0-13 0,1 1-7 0,1 1-6 0,1 0-1 15,0 2-1-15,3 1-7 0,-1 1-1 0,1 1-3 0,2 2 1 0,0 1-2 16,2 2 6-16,-1 2-4 0,0 2 1 0,2-1 0 0,-2 1-11 0,1 1 16 16,0 1 1-16,-2 1 1 0,-2 3-2 0,-1 1-11 0,1 2-1 15,-3 1-1-15,-1 0-1 0,-1 3-7 0,-2 2 6 0,-3 0-2 0,0 3 1 16,-3 1 2-16,-1 0-9 0,0 4 7 0,-3 1 4 0,-1 2-3 0,-3 3-1 16,-2 0-5-16,0 3-10 0,-3 2 3 0,-2 3-8 0,-2 2-2 15,-3 2-2-15,-4 0-24 0,-1-1-3 0,-5 1-3 0,-3-1 11 0,-4 0 31 16,-5-2 16-16,-3-2 18 0,-4-2 16 0,-2-3 21 0,-3-3 14 0,-2 0-1 15,-5-3 3-15,-2 1-8 0,-5-1 1 0,-2 0 3 0,-4 1-8 16,-3-1-8-16,-3 1-11 0,-4-2-9 0,-3-1-3 0,-3-2 6 0,-2 0 12 16,0-2 1-16,0-2 2 0,0 1 5 0,1-3 1 0,1-2 8 15,2-1-2-15,1-6-12 0,4-1 2 0,1-4-4 0,1-1-8 0,4-4-6 16,1-3-8-16,3-1-10 0,3-4-1 0,2-2-7 0,0-2-5 0,2-3 0 16,1 0-10-16,1-2-1 0,0-5-6 0,1-3-13 0,0-1 15 15,1-2-5-15,2 0-9 0,2 0 1 0,4-1-15 0,0-1-6 0,2-2-18 16,1 1-28-16,1-5-24 0,2 0-38 0,2-3-54 0,1 0-61 0,2-4-98 15,0-2-116-15,1-4-416 0</inkml:trace>
  <inkml:trace contextRef="#ctx0" brushRef="#br0" timeOffset="203081.97">17134 15940 1777 0,'-23'0'953'0,"-2"0"-875"0,-5-1 2 0,6-1-6 15,4-3 0-15,5 1-19 0,2-2-25 0,6 1-30 0,1-1-7 0,3 0 8 16,2-2 6-16,1-1 6 0,1-1-12 0,2-1-6 0,1-2-7 0,4 1 0 15,2-2 12-15,3-1 0 0,3-1 8 0,2 0-2 0,1-2-10 16,4 1 2-16,0 1-5 0,3-1-3 0,4 0 3 0,1 0-7 0,4 0 5 16,1 2 6-16,3 1-11 0,4 0 4 0,4 1-11 0,3 2-5 0,4 0-8 15,2 1-17-15,3 2-14 0,2 2-4 0,2 3-7 0,3 1 4 16,1 2-6-16,1 1-5 0,0 3 1 0,0 4-4 0,2 2 12 0,-1 3 8 16,1 3 10-16,1 3 17 0,-2 3-2 0,-4 3 8 0,-2 2 5 15,-6 0 10-15,-3 3 12 0,-3-1-1 0,-4 3 20 0,-3 1 5 0,-5 0 5 16,-3 0 21-16,-4 1-6 0,-4-2 12 0,-4 1 6 0,-3-1 3 0,-5 0 2 15,-2 0 8-15,-1 1 0 0,-4-1 15 0,-3 0-6 0,-3-3-6 16,-5 1 14-16,-3-2-10 0,-4 2 4 0,-5-2 7 0,-2 0-27 0,-5-1 8 16,-4 0-12-16,-3-1-14 0,-4 1 8 0,-3 0-14 0,-4 0 0 15,-2 1 0-15,-3-1-14 0,-2 0 9 0,-5-1-7 0,0 2-15 0,-3-2 15 16,-4 3-9-16,-1-2 1 0,-3 2 3 0,-1 0-21 0,1-4 8 0,0 0-8 16,0-1 5-16,1 0 7 0,0 0-23 0,0 0 13 0,0 0-4 0,1-2-2 15,0-2 16-15,1-2-18 0,32-9 19 0,-8-1-12 0,3 0-3 16,-7 1 15-16,3-2-26 0,-5 0 2 0,2-2-7 0,-2-1-10 0,3-2 14 15,5-2 7-15,3-3-12 0,4 0-19 0,-13-8 8 0,12 1-13 16,10-2 9-16,7 3-5 0,4-1-44 0,3-4-26 0,2-2-39 0,4-1-49 16,2-4-66-16,4-3-88 0,4-3-104 0,4-6-120 0,3-6-172 0</inkml:trace>
  <inkml:trace contextRef="#ctx0" brushRef="#br0" timeOffset="203764.96">18504 16466 1364 0,'-14'14'307'0,"-2"2"-174"0,-4 2 7 0,5-4-11 16,1-2-18-16,1 0-37 0,1-3-16 0,2 0-13 0,2-1-6 0,0-1 7 15,0 1-14-15,0 0-1 0,1-2-1 0,2 0-14 0,0-1 0 16,1 0 3-16,0-1-13 0,1-1-4 0,1-1 0 0,1-1-6 0,0 1 9 16,1-1-6-16,0 0-4 0,0 0-2 0,0-1-4 0,0 1 10 15,1 0-10-15,0-1-7 0,1 1 6 0,0-1-12 0,1 0 8 0,1 1 1 16,1-1-16-16,0 0-2 0,0 0-25 0,0 0-15 0,2-1-23 0,-1-1-30 16,2 0-16-16,-1-1-32 0,2-3-26 0,1-2-25 0,2-1-39 15,1-4-20-15,2-2-270 0</inkml:trace>
  <inkml:trace contextRef="#ctx0" brushRef="#br0" timeOffset="123600.2">12484 7699 1096 0,'4'5'451'0,"1"0"-423"0,5 1-61 16,2 0-5-16,3-2 10 0,1 3 9 0,1 0 7 0,1 0-1 0,0 0-1 15,3-1-3-15,1 0 2 0,-1 0-3 0,3 0-3 0,-1 0-1 0,2-1-3 16,3-1 1-16,1-1 4 0,2 0 3 0,-1-1 5 0,1-1 7 16,0 0 3-16,3-1 5 0,0 0 0 0,3-1 3 0,0 0 1 0,0 0-1 15,3-1 6-15,-1 0 0 0,1 0 6 0,3 0 7 0,-1 0-1 16,1 0 4-16,2 0-2 0,2-1-3 0,0 1 0 0,1-2-3 0,1 0-2 15,2 1-1-15,0-1-3 0,3 0 3 0,1 1 3 0,2-1-1 0,2-1 7 16,2 0-4-16,2 0-2 0,0-1-8 0,2-1-3 0,-1 1-5 16,0-3-5-16,1 0 2 0,-1-1-5 0,1 0-1 0,-1 1 4 0,0-1 3 15,0 1 6-15,-3 0 6 0,1 0 4 0,-2 0-1 0,-1 0-6 0,0-1 0 16,-2 1-2-16,0-1 1 0,-3-1-2 0,0 1-1 0,-1 0-2 16,-1-1 0-16,-2 2 6 0,0-2 2 0,-3 0-4 0,-2-1-3 0,-3 0 0 15,0 0 6-15,-3 1 3 0,-2-2 9 0,-1 1 3 0,-2-1 1 16,-1-1 3-16,-2-1-3 0,-2-1 1 0,-3-2 2 0,0 1-4 0,-2-3 2 15,1-1-5-15,-2-1-2 0,-3-3-4 0,-1 0 1 0,-2 1-1 0,-2-3-5 16,-4 2-6-16,1-3-4 0,-3 0 0 0,-1-2-1 0,-3 0 4 16,-2 0 4-16,-3 0-3 0,-3-1 1 0,-2-1-5 0,-4-2 3 0,-4 1-3 15,-3-1-2-15,-4 1 1 0,-5-2-8 0,-5 0 4 0,-4 0 4 0,-3-1 8 16,-4 3 11-16,-4 1 6 0,-4 1 5 0,-3 1-8 0,-3 0-2 16,-2-1-7-16,-3 2-6 0,-1 2 8 0,-2 2-3 0,-2 1-5 0,-2 0 5 15,0 2-12-15,-3 0-1 0,-2 2-4 0,1 2-3 0,-2 0 6 16,1 3-1-16,-2 2 4 0,0 4 0 0,1 3-2 0,-1 2 1 0,2 5-2 15,-1 3-6-15,2 3 1 0,0 6-6 0,2 4-4 0,0 4-13 0,2 3-18 16,-1 5-28-16,0 1-63 0,2 5-88 0,-1 4-135 0,-1 6-107 16,-1 9 24-16,-3 8-79 0</inkml:trace>
  <inkml:trace contextRef="#ctx0" brushRef="#br0" timeOffset="149384.81">17260 13776 1518 0,'-4'2'200'0,"-1"0"-150"0,1-1-28 0,1-1-11 0,1 0-38 0,2 1-39 16,2-1-37-16,1 1-19 0,2 0 4 0,1-1 5 0,0 1 2 16,-1-2-9-16,0 0-21 0,0 0-28 0,-2 0 1 0,0-1 27 0,-1-1-180 15</inkml:trace>
  <inkml:trace contextRef="#ctx0" brushRef="#br0" timeOffset="150551.81">13003 13962 404 0,'11'-2'82'0,"1"0"-34"0,6-1-9 0,0 0-6 16,1 1-1-16,-1 0-10 0,3 0-8 0,1 2-8 0,1 1-5 0,1 0 2 16,-1 0-2-16,3 0 1 0,0 1-2 0,0-1 3 0,1 2-2 0,0-1 0 15,2 0 1-15,2 1 1 0,2 0 4 0,-2 1 4 0,2-1 8 16,-1 1 4-16,3 0 0 0,1 1 3 0,2-1 1 0,3 1 0 0,0 0 6 15,2 0 2-15,3 1-2 0,1-2-5 0,0 2-6 0,3 1-5 0,3 0-5 16,2 1-5-16,-1 0-7 0,3 1-6 0,-2 0-1 0,2 0-1 16,2 1 1-16,-1-1 4 0,2-1 1 0,0-1 1 0,-1-2 4 0,2-3 4 15,-1-3 6-15,-1-3 12 0,1-2 21 0,0-3 20 0,-1-2 19 16,0-3 10-16,-1-1-2 0,0-2-3 0,-2-2-6 0,-1 1-9 0,0-2-15 16,-1-2-18-16,0 1-10 0,-2-1-4 0,-2-2-4 0,0 2-1 0,0-4-1 15,-2 0-7-15,-1-1 2 0,-1 0 2 0,-2-2 0 0,0-1-3 16,-3 0 0-16,-1 1-1 0,-1-1 1 0,-3 0-5 0,-1 0 4 0,-3 0-1 15,-3 2-3-15,0-1 9 0,-3 1-1 0,0-2 0 0,-3 1 0 0,-2-2-9 16,-1 2 6-16,-2-1 4 0,-4 0 2 0,-1-2 8 0,-3 0 1 16,-3 0-1-16,-1 1 2 0,-4-1 2 0,-4 1-6 0,-3-2 3 0,-4 0-7 15,-6-2-3-15,-5 0-10 0,-6 1-16 0,-4 1-1 0,-5 2-2 16,-4-2 6-16,-3 2 12 0,-6-2 2 0,-3 1-9 0,-3 2 4 0,-3 1-1 16,-1 0-1-16,-3 3 11 0,-2-1-2 0,-1 1-6 0,-2 0 1 0,-1 1-4 15,-2 3 2-15,-1 1-7 0,0 1 0 0,-2 3 4 0,0 0-2 16,0 1 3-16,-4 2-5 0,2 2 0 0,-3 0 1 0,-2 1 4 0,0 2 2 15,-2 2-3-15,0 2 1 0,-2 3-5 0,1 1 5 0,0 2 5 0,-1 1 3 16,1 2 4-16,-1 3 8 0,2 1 2 0,-1 3 18 0,1 2 3 16,1 1 0-16,1 3-1 0,2 2-13 0,1 1 0 0,4 3-1 0,0 4-5 15,2 1 1-15,3 2-8 0,2 3-2 0,3 3-1 16,4 1-13-16,3 2 7 0,3 3-1 0,4 1-10 0,0 2 8 0,5 3-11 0,4 3-5 16,2 1-10-16,5 1-27 0,4 1-22 0,3 0-25 0,4 2-16 0,3 3-22 15,5 2-20-15,4 2-38 0,5-1-119 0,4 3-111 0,5 3-82 16,5 3 74-16,2 4-142 0</inkml:trace>
  <inkml:trace contextRef="#ctx0" brushRef="#br0" timeOffset="152444.81">18032 16725 3219 0,'-15'14'66'16,"0"0"-41"-16,-5 1 0 0,4-5-3 0,3-3-49 0,1-4-66 0,2-3-105 15,2-2-96-15,3-1-99 0,1 0-138 0,2-2-92 0,1-1-238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7T10:26:54.2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3314 6722 1556 0,'-8'-2'46'0,"1"-1"-26"0,0 1 6 0,5 0 17 0,1 1 1 16,2-1-7-16,1 1-11 0,0-1-19 0,2 0-3 0,0 0-3 15,3 0-2-15,1 0 1 0,0 1 3 0,4 0-5 0,-1 0 1 0,1 1 1 16,0 0-3-16,0 2-1 0,1 0 4 0,0 1-2 0,0 0-2 16,1 2 2-16,-2-1 0 0,3 1-1 0,0 1 0 0,1 0 3 0,0 0 3 15,0 1 0-15,1-1 3 0,1 0-2 0,-1 1-2 0,3 0 2 0,2-1-2 16,-2 2 5-16,3 0 1 0,1-1 1 0,-1 0 6 0,4-1-7 15,0 0-1-15,2 0 2 0,1 0-2 0,1-1 8 0,1 1 10 0,4-1 2 16,1-1 2-16,2 0 2 0,2 0-2 0,-1-1 1 0,3 0 4 16,2 0 4-16,1 0-4 0,2-1 7 0,0 2 2 0,3-1-4 0,0 0-6 15,0 0 2-15,4 0-3 0,-1 2-4 0,1-1-2 0,2 0-6 0,-1-1-1 16,1 1-2-16,3 0-9 0,-1 0-4 0,2 0-2 0,0 0 1 16,-1-1 8-16,3 0-5 0,0-1-3 0,-2 1-4 0,3-1 4 0,-2 1-1 15,0-1-4-15,1 0 2 0,0 0-2 0,-1-2 1 0,-1 0 2 0,0-1 1 16,1 0-2-16,-2-1 3 0,2 0 0 0,-2-1 2 0,0 0-5 15,1-1-1-15,-1 1 1 0,0-1-2 0,-1-1 11 0,-1-1 1 0,1-1 3 16,-1 0-2-16,0-1-3 0,-1 0-2 0,-2-1 4 0,-1 0-2 0,-2-1-3 16,-1-1 4-16,0-1 4 0,-1 1 0 0,-1-1 0 0,-2 1-3 15,0-2-6-15,-2-1 3 0,-1 0-4 0,-2 2 0 0,-4-2 2 0,2 0-1 16,-3-2 2-16,-1 1 1 0,-1-2-3 0,-3 0 6 0,-1 1 0 16,-3 0-2-16,0 1 6 0,-5-1-5 0,0-1 3 0,-2 2 9 0,-3-3 1 15,-2-2-5-15,-1 1 5 0,-2-2-9 0,-2 0 0 0,-3 0 6 0,-1-2-9 16,-3 1 9-16,-1 1-2 0,-4-2 0 0,-1 0 5 0,-3 0-13 15,-2-1 1-15,-1 0-7 0,-5-1 1 0,0 0 10 0,-4 1-4 0,-2-1 2 16,-2 3 0-16,-4-2-1 0,0 0 1 0,-4 0-2 0,-1-1 3 16,-4 1-1-16,0 1-2 0,-3 0 4 0,-1 2-1 0,-2-2-6 0,-3 0 0 15,-1 1-2-15,-1-1 4 0,-3 1-7 0,-1 0 1 0,-3-1-12 0,0 1 9 16,-2 0 9-16,-3 1 0 0,0 0 11 0,-2-1-11 0,-2 0-6 0,-1 2 1 16,-4 0-3-16,-1 0-2 0,-2 3 2 0,-2 0-1 0,-1 0 4 15,-3 2-2-15,-2 0-2 0,-1 0 0 0,0 1 2 0,-1 1 3 0,-1 2 4 16,-1-1 0-16,0-1 2 0,-1 1-8 0,0 2-5 0,-1-1 2 15,-4 3 0-15,1 0-1 0,-3 0-1 0,0 2 5 0,-1 2 3 0,1 1 3 16,1 1-2-16,0 2-3 0,-1 1-4 0,2 2-2 0,1 0 13 16,0 3-4-16,2 1-4 0,-2 3 3 0,0 2-8 0,3 3 2 0,-1 4 4 15,2 3-4-15,-1 1-4 0,0 5-1 0,3 2 5 0,-1 3-6 0,1 1 4 16,3 2 4-16,2 2-16 0,2-2 3 0,5 2 15 0,3-2-3 0,2 1 12 16,3 1 1-16,4-2-17 0,4 1 1 0,4-2 0 0,1 0 0 15,5-1 1-15,4-1-12 0,5 0 0 0,6-4 3 0,2 0-17 0,6-3-2 16,5-1-20-16,4 1-32 0,6-3-19 0,5 1-31 0,4 0-28 15,6 0-33-15,5 2-35 0,6-2-64 0,7 2-106 0,5-3-585 0</inkml:trace>
  <inkml:trace contextRef="#ctx0" brushRef="#br0" timeOffset="1099.99">17619 6667 1751 0,'6'0'294'0,"3"4"-321"0,7 0-14 0,5 2 7 15,4 1 12-15,0 0 8 0,1 0-2 0,-1 0 0 0,1 0 5 16,3 0 0-16,-1 0 7 0,1-1 4 0,-1 1-1 0,-1-2 1 0,1 2 4 16,1 0-6-16,0 0 2 0,2-1-1 0,-1-1 0 0,1 1 7 0,0 0-2 15,1-1 3-15,0 1 1 0,2-1-4 0,1 0 3 0,1 0 1 16,2 0 2-16,1 0 1 0,3 0-6 0,1-1-2 0,0 0 2 0,2-1-7 16,0 0 2-16,0 0 5 0,3-1-2 0,0 0 1 0,2-1-1 0,1-1-2 15,0 1-1-15,1 0 10 0,0 0-1 0,2 1 1 0,0 0 3 16,0-1-2-16,1 0 0 0,-1 1 10 0,1-1-6 0,1 1 2 0,0-1 3 15,2 1-8-15,0-1 4 0,0 0-1 0,1-1-5 0,1 1-2 16,-1-1-3-16,0 1 0 0,0 0 6 0,0-1 2 0,1 0-8 0,0 0 8 16,0 0 0-16,0-1-4 0,-2 0 7 0,0 0-4 0,-2-1 3 0,1-1 10 15,-1 1 1-15,-1-3-4 0,0 0-8 0,0 0-10 0,-2-1 1 16,0-1 1-16,0 1 3 0,-4 0 2 0,-1-1-4 0,-1 0-1 0,-1 1 4 16,-1-2-1-16,-4 0 0 0,-1 0 2 0,-2-1 1 0,-2-1 0 0,-2 0 6 15,-4 0 3-15,0-2 7 0,-3-1-6 0,0-1 4 0,-3-1-7 16,-2-1-5-16,-1-1 10 0,-5-1-3 0,0 2 2 0,-2-2-1 0,-2-1-4 15,-3-1 2-15,-3 1-2 0,0-3 1 0,-2-1-2 0,0-3-4 16,-2-2 0-16,0 1-16 0,-1-2 14 0,-2 0-4 0,0-1-4 0,-2 1 14 16,0-2-14-16,-1 2 1 0,-1-2 4 0,-1 1-3 0,0 0-2 0,-3 0 2 15,-1 0-3-15,-2-1 0 0,-1 0-2 0,0 1 2 0,-4-1-2 16,-1 4 1-16,-2-1 3 0,0 2-6 0,-4-1-5 0,0 1 4 0,-5 0-7 16,-1 0-9-16,-3 1 11 0,-1-1-4 0,-2 1 7 0,-2 0 4 0,-3-1-2 15,-3 2-2-15,-2-1-2 0,-2 1 2 0,-2 0 0 0,-3 0-2 16,-1 2 2-16,-2-2 1 0,-2 1-1 0,-3 1-4 0,1-2-2 0,-2 2 6 15,-2-1 2-15,0 2 4 0,-4 2 4 0,1-1-3 0,0 3 4 0,-2 1 1 16,1 2-5-16,-1 1 6 0,-1 1-5 0,0 2 2 0,-3 1 5 16,1 3-2-16,-3 1 1 0,0 2 4 0,-1 2-7 0,-1 2 4 0,-1 1-3 15,-1 3-2-15,-1 0 5 0,0 3-3 0,-2 2 1 0,-1 2 9 16,0 2-4-16,-2 0 3 0,1 4-1 0,-2 2-15 0,-2 4 7 0,-2 4-2 16,-1 3 0-16,1 0 3 0,-1 2-8 0,0 1-3 0,-3 2-17 0,1 3-41 15,-3 3-62-15,-4 5-99 0,-4 6-151 0,-5 9-412 0,-9 11-159 16</inkml:trace>
  <inkml:trace contextRef="#ctx0" brushRef="#br0" timeOffset="28651.35">2133 2019 1935 0,'-19'-16'-21'0,"4"2"50"16,-4-1 3-16,-3-3-2 0,-1-3-6 0,-3 0-4 0,3 1-3 0,4 2-3 16,1 4-1-16,3 1-9 0,2 2-6 0,3 3-11 0,0 2-9 0,2 2-10 15,3 4 2-15,0 2 8 0,1 3 4 0,1 3 13 0,1 2-2 16,-1 5-6-16,1 2-5 0,0 5 3 0,-5 28 3 0,3 4 5 0,-4 2 6 16,2-2 0-16,-1 0 2 0,1 4 0 0,1 4 2 0,-2 2 1 15,1-1-8-15,0 0 4 0,2 2-9 0,2 1 11 0,1-32 2 0,0 15-4 16,1 36 6-16,1 0-18 0,-1-1-5 0,1-20 7 0,0-3-4 0,1-3 5 15,1-3-6-15,2-2 23 0,-2-1 3 0,2-3 0 0,-1 1 7 16,-2-2-19-16,0 0-3 0,0 0 5 0,1-2 1 0,0 0-2 0,1-3 0 16,0 1 4-16,1 0 1 0,0-1-5 0,0 1 6 0,0-1-6 0,2 2 1 15,0 2 3-15,2 0-4 0,0 1 1 0,1 2-5 0,1-2 4 16,0 0-2-16,3 1-7 0,0-2 0 0,2 0-3 0,0-1-1 0,3-2-7 16,3-1-2-16,0 0 0 0,5-3 2 0,-1-2 3 0,0-1-7 0,2-4-3 15,0-3-4-15,4-2 6 0,2-1 11 0,3-2 7 0,2-1 4 16,1-2 1-16,2-2 3 0,1-1 1 0,2-1 6 0,2-2-3 0,2-3 4 15,4 0 2-15,1-2 5 0,3 0 7 0,2-1 4 0,3-2-1 16,4-2 0-16,3 0-6 0,3-3-2 0,4 0 2 0,3-2 2 0,4-1 4 16,0 0-5-16,4-1-5 0,0 1-5 0,2-1-4 0,1 0 5 0,3 0 3 15,1 0 2-15,4-1-5 0,1 0 2 0,0-1-3 0,3 0 2 16,2 0 5-16,0-1-4 0,3 1 1 0,2-3-2 0,0 0-1 0,3-1 3 16,1-1-3-16,2 0 6 0,4-2-2 0,-1-1-3 0,0-1 0 15,1-2-3-15,0 0 1 0,3-1 2 0,1 2-4 0,-2-2-2 0,2-1 3 16,-1 0-5-16,2 1-1 0,1-2 5 0,0 1-8 0,0 1 2 0,1 0-3 15,2 1-1-15,1 0-1 0,1 2 1 0,0 0 2 0,-1 2-1 16,2-1 3-16,-1 2 0 0,-1-1-4 0,2 3-1 0,-1 0 4 0,-2 1-4 16,0 3 5-16,-1 0 2 0,1 1-5 0,0 0 3 0,-1 2-2 0,0 0-4 15,-3 0-3-15,0 2-1 0,0-1 1 0,0 1 5 0,1 0-8 16,-1-1-2-16,2 0 1 0,0 0 1 0,1 0 9 0,1-1-5 0,-2-2-3 16,1 1-5-16,-2 0 0 0,2-2 10 0,-2 2 0 0,-2-1-1 15,-1 1 4-15,-3 0 0 0,-2 1 1 0,-1 1 1 0,-2 0-1 0,-4 2-1 16,-1 0-3-16,-2-1 5 0,-5 3-4 0,1-1 8 0,-3 1-2 0,-4 1 1 15,0 0 1-15,-3 0-3 0,-2 0-3 0,-2 0 0 0,-3-1 4 16,-3 1-4-16,-2-1 0 0,-3-2 3 0,-3 1-3 0,-2-1-5 0,-2 0 7 16,-3-1-2-16,-5-1 0 0,-3-1 9 0,-4-1-2 0,-4 1 2 0,-4-2-2 15,-3 0-5-15,-5-1 1 0,-4 0-1 0,-2-2-2 0,-2 1 5 16,-2-4-5-16,-3-1 4 0,-2-1 4 0,-3-2-7 0,-4 0 4 0,-2 0-2 16,-2-2-8-16,-3-1 2 0,-2-3-1 0,-2 0-10 0,-1-2 4 0,-2-3 0 15,-2 0 1-15,-1-3 0 0,-2-3-1 0,-3-2 1 0,-1-1 2 16,-3-2 4-16,-1 0 3 0,-2-2-1 0,-2-1 2 0,-2-1-2 0,-1-1 1 15,-4 0 4-15,-1 0-2 0,-2-1 2 0,-4 0-3 0,-1-1-1 16,-2-1 0-16,0 1 2 0,-2 0 4 0,-1-3-3 0,-5 1-9 0,-1 0 0 16,-3-1-4-16,-1 0 0 0,-1-1 5 0,-2 0-3 0,-2-1 5 0,0 0 0 15,-2 1-7-15,0 0 4 0,1-1 3 0,-2 2-1 0,-1-1 7 16,0-1-2-16,-1-1-6 0,-2 1 3 0,0-1-1 0,-2 1 1 0,-2-3 0 16,0 1 1-16,-3-2 1 0,-1 1 0 0,-2 1 7 0,-1 0 7 0,-1 0-7 15,-4 0 5-15,-1 0-4 0,-2 0-5 0,-3 1 9 0,-1 1-1 16,-1 0-2-16,-1-2-2 0,-3-1-1 0,1 2 2 0,-4 1-3 0,-1 0-3 15,42 23 14-15,-10-6 0 0,-1 2 0 0,-12-6 4 0,-3 1-13 0,-10-4 8 16,-1 1-4-16,-13-5-1 0,0 2-4 0,-1 1-6 0,-3 1-1 16,1 1 1-16,-3 2 1 0,-1 0 2 0,-2 3 3 0,-3 0-3 0,-3 3 8 15,-2 0-5-15,-2 3 0 0,0 2 4 0,-3 0-4 0,0 3 5 16,-2 1 3-16,-1 0-4 0,0 2-3 0,-2 2-10 0,-1 0 12 0,-3 2-3 16,-2 1 5-16,-4 2 3 0,-3 4-10 0,-4 1 4 0,-3 4 7 0,-3 3-4 15,-1 1 0-15,-3 5-3 0,-1 2-6 0,0 3 1 0,-2 2 1 16,2 1-1-16,-1 2 5 0,-1 3-3 0,-2 2-10 0,0 3 4 0,-2 3-7 15,1 3 5-15,2 2 1 0,-1 4-2 0,4 2-7 0,1 2-6 0,4 3-19 16,5 3-28-16,-115 50-37 0,43-5-52 0,38-4-55 0,35-4-101 16,18-2-145-16,-1 9-309 0</inkml:trace>
  <inkml:trace contextRef="#ctx0" brushRef="#br0" timeOffset="37868.51">4450 7879 443 0,'-9'-6'142'0,"2"2"-54"0,-2-2 4 0,5 3 7 0,0 0-17 16,1 1-11-16,1 1-15 0,-1 0-15 0,1 1-10 0,0 0-8 0,0 2-12 15,0 0-1-15,0 3-6 0,0 0 0 0,1 2-2 0,-2 2 1 0,0 1 0 16,-1 1-2-16,1-1 1 0,0 2 2 0,0-2-2 0,0-1 0 16,0 0-2-16,1-2 1 0,-1 1 0 0,0 0 0 0,1-1 6 0,0 1-2 15,0-2 1-15,0 0-3 0,2 0 0 0,0-2 2 0,1 0 5 0,1 0 2 16,0-2 8-16,0 1 3 0,2-2 0 0,0 0 4 0,2-1-1 15,0 1 3-15,2-2-2 0,0 1 3 0,1-1 1 0,0-1-3 0,1-1 2 16,3 1-4-16,1-1-4 0,0-1 0 0,0 1-2 0,-1-1-2 16,3-1-7-16,-1 2 0 0,2 0-4 0,-1 0 0 0,2 0-2 0,1 0 2 15,0 0-7-15,0 0 7 0,2 0-5 0,-2 1-1 0,1-1 4 0,2 0-9 16,0 1 7-16,1 0-3 0,1-1 0 0,-1 1 5 0,3 0-6 16,-1 0-1-16,1 0 1 0,0 0-12 0,1 0 5 0,-1 0 2 0,0 1-3 15,1-1 13-15,1 1-4 0,1 0-2 0,1 0-1 0,2 0 3 16,-3 0-2-16,4-1 5 0,-1 0-2 0,2 0-2 0,-2-2-2 0,0 1-1 15,-1 1 6-15,1-1-2 0,-1-1 2 0,3 0 1 0,0-1-2 0,-1 2-5 16,0 2 2-16,-2-1-2 0,-1 1 1 0,-2 1 6 0,2 1 1 16,-2 1 1-16,-1 1 1 0,1 1 5 0,-3 2 0 0,2 2 0 0,-1-2 1 15,2 3-3-15,-2-1 3 0,0 1 1 0,-1 0 1 0,-1 0-2 0,1 1-1 16,0 1 0-16,0-1-1 0,1 0 1 0,0 0 1 0,1-2 0 16,0 1-5-16,2 1-7 0,-3-1-1 0,3 1-3 0,-1-1 4 0,1-1 5 15,-1 1-1-15,1-2-1 0,0 1-2 0,-1 0-1 0,1-2 2 0,-2 1-4 16,3-1 5-16,-2 0 0 0,-1-1-1 0,0 1 5 0,-2-1 3 15,-1 0-3-15,1 0 1 0,-1 0 4 0,-1-1 2 0,2 1 4 0,-1-1 4 16,-1 0 2-16,1 0 0 0,-1 1-5 0,1 0-1 0,2 0-5 16,-3 0-4-16,2-1 1 0,0 0-9 0,0 1 0 0,1 1 4 0,-2 0-1 15,1 0 0-15,-1 0 2 0,3 0-4 0,1-1 6 0,1 0 2 0,1-2-2 16,-1 1 0-16,0 0-5 0,0-2-1 0,1 0 1 0,-1-1-5 16,2-1-1-16,0 0 3 0,-1 0-7 0,1 0 3 0,-1-1-1 0,-1-1 1 15,1 0 7-15,-2-1-3 0,3 0 0 0,-4 0 1 0,2 1-4 0,-2 0 5 16,0 0-4-16,0 0 1 0,3 0 2 0,-3-1 4 0,2 2-4 15,-3-1 1-15,-2 2-1 0,2 0 1 0,-3 0-1 0,3 0 1 0,0 0-1 16,1 0-1-16,1 2 3 0,-2-1-7 0,0 0-2 0,0 1 0 16,0-1 2-16,0 0 1 0,0-1 10 0,2 0-6 0,-2 0-1 0,2 0 2 15,-1-1-9-15,-1-1 7 0,-1-1-2 0,2 0 1 0,0-1 1 0,0 1-2 16,-1-2 1-16,-2-1-2 0,0 1 13 0,0 0-4 0,1-1 3 16,-1-1-1-16,-1 1-11 0,0-1 2 0,0 1-1 0,-2 0 1 0,1 1-3 15,-3-1-1-15,1 0-6 0,0 1-7 0,-1-1-12 0,-2 1-37 16,1 0-48-16,-1 0-68 0,-1 1-99 0,2 1-132 0,0 0-313 0</inkml:trace>
  <inkml:trace contextRef="#ctx0" brushRef="#br0" timeOffset="39185.07">10569 8314 1214 0,'-15'1'861'0,"3"1"-849"0,1-1-36 16,6-1-1-16,5-1-3 0,2 1 5 0,2 2 7 0,2-1 3 0,2 0 5 15,3 1-1-15,2 0-6 0,0-1-1 0,3 1-2 0,1-2-1 16,2 0 6-16,0 1 1 0,3-1 4 0,1 1 4 0,0 1 2 0,1 0 1 16,0 0 1-16,2 1 0 0,1 0 3 0,2 1 1 0,2 0 1 15,1 1 3-15,2 0 0 0,1 0 6 0,2 1-2 0,4-1 1 0,1 1 2 16,2 0-6-16,2 1 2 0,3-2 1 0,0 3 6 0,2 0 0 0,0 1-4 15,3 1 3-15,0 0-5 0,2 1 4 0,2 1 1 0,0 1-3 16,2 1 2-16,1 1-2 0,1-1-1 0,1 2-1 0,-1-2-4 0,0 1 4 16,2-1-2-16,-1-1-3 0,1 0 0 0,0-2 1 0,-1 0-1 15,2-2 2-15,-1-1 3 0,-1 0-1 0,0-1 0 0,-2 0 5 0,2 0-1 16,-1-1 3-16,-1 0 1 0,1 0-1 0,-2 0 2 0,1-1-10 0,-1 2 5 16,1-1-1-16,-2 0-3 0,-2 0 3 0,1-1-5 0,-2 1-2 15,-1 0-2-15,0 0 1 0,-2 0-1 0,-1-2 3 0,0 2-5 0,-2 0-3 16,0 0 0-16,-1 0 1 0,0 0 1 0,-4 1 2 0,-1 0-2 0,-1 0-1 15,-2-1 1-15,-1 0 0 0,0 1-2 0,-3-1-4 0,-2 1 3 16,1-1 2-16,-3-1-2 0,0-1 2 0,-2 0-5 0,0-1-9 0,-1-2-7 16,-2-1-21-16,-2-2-15 0,-1-1-16 0,-2-3-19 0,-3-2-17 0,-2-3-16 15,-2-3-24-15,-4-2-19 0,-3-5-12 0,-2-6-22 0,-4-3-7 16,-4-8 7-16,-5-6-15 0,-2-5-230 0</inkml:trace>
  <inkml:trace contextRef="#ctx0" brushRef="#br0" timeOffset="39668.07">4451 9431 1872 0,'-1'0'27'0,"4"0"-4"0,2 1 6 16,6-1 20-16,3 0 17 0,4-1 11 0,3 0 8 0,4-3-13 0,4-2-6 16,4-1-5-16,4-1-10 0,-1 0-12 0,6 0 1 0,2 1-17 15,3 1-5-15,4 1-2 0,0 1-10 0,4 0-2 0,1 1-1 0,0 0 0 16,3 2-1-16,-1 0 1 0,0 0-2 0,2 1 1 0,-2-1-2 0,3 0-6 15,-1 0-4-15,1 1 2 0,1-1 0 0,0 0 3 0,1-1 0 16,1 0-7-16,-1 1-6 0,1 0-4 0,-1 1-22 0,0 1-36 0,1 1-48 16,-1 1-78-16,0 2-113 0,0 0-173 0,3 2-366 0</inkml:trace>
  <inkml:trace contextRef="#ctx0" brushRef="#br0" timeOffset="89254.27">18067 8396 1666 0,'-11'9'128'0,"1"0"-81"16,-1 2-35-16,4-3-5 0,4-2-7 0,3-2-8 0,2 0-6 15,3 0-2-15,2-1-2 0,2-1 3 0,1 0-3 0,2-1-6 0,1-1-10 16,2-1-15-16,1-1-10 0,1 1-2 0,0-3 3 0,2-1 11 0,1-1 15 16,0-1 10-16,1-2 8 0,1 1 8 0,0-2 2 0,2 1 1 0,-1 1 2 15,-2-2-3-15,1 0 1 0,0 1 6 0,1 0-3 0,1 0 2 16,-2 1 1-16,1 2-6 0,-2 0 2 0,-1 0 1 0,1 1 0 0,0 0 1 16,-1 0 1-16,0 1-2 0,1 1 0 0,0 0 1 0,0 0 2 15,0 1-2-15,0 0 1 0,0 1-3 0,-1 0-1 0,-1 1 3 0,-1-1-1 16,1 1 0-16,-3 0 2 0,1 0-5 0,0 0-8 0,-2 1-41 15,0-1-49-15,1 1-54 0,-1-1-75 0,-1-1-325 0</inkml:trace>
  <inkml:trace contextRef="#ctx0" brushRef="#br0" timeOffset="103406.47">15910 11449 1 0,'17'-32'72'0,"3"-8"531"0,0-6 612 0,3-6-653 0,-17 29-499 0,2-5-63 0,1-3 1 0,6-7-2 0,3-3-9 0,3-4-7 16,3-4-1-16,4-1-3 0,-1-1 9 0,0 0 0 0,-1-1 15 16,-2-1-2-16,-1 1 4 0,-3-1 0 0,1 0-16 0,-2 1 6 15,-1-2-4-15,0 0 4 0,-2 1 7 0,-1 1-2 0,-2 1 6 0,-1 2-6 16,-1 2 8-16,-1 1 7 0,0 0-3 0,-2 2 16 0,-1 0-4 0,0 1-2 16,-1-1 1-16,-1 0-2 0,0-2-4 0,0 0 1 0,-2-2 0 15,0 0-1-15,-1-1 1 0,-1 0-5 0,-1-2 1 0,-1-3-1 0,-1 1 2 16,0-1 3-16,-2-1 2 0,1-1-2 0,-2-2-2 0,0-1-1 0,-1-2 0 15,-1-3-2-15,0-1 4 0,1-1 3 0,-2 1-7 0,0 2 6 0,1-2-13 16,0 0 3-16,0-1 1 0,-1 0-2 0,1-1 1 0,0 0-4 16,1 2 12-16,-2-1 0 0,1 2 0 0,0 2 2 0,-2 0-14 0,1-1 2 15,-1 1 0-15,0-2-2 0,-2 1 0 0,0 1-7 0,0 2 11 16,-1 2 5-16,0 3-4 0,0 0 9 0,-3 1-8 0,0 1-6 0,-1-2 4 16,1 1-6-16,-1 1 1 0,-1 2 1 0,0 2-1 0,1 1-4 15,-2 0 17-15,1 2-8 0,2 2 1 0,-3 1 1 0,1 0-13 0,-1 2 9 16,0 2 2-16,-2 0 3 0,-1 1-4 0,1-1-7 0,-2 0 3 0,-1 1 1 15,1 0 2-15,0 2 2 0,-1 1 0 0,-1 0 5 0,0 4-15 16,-1 1 18-16,-2 2-8 0,0 0 6 0,-2 1 1 0,0 0-18 0,-3 1 2 16,1 2-7-16,-5 0 11 0,1 3-6 0,-3 1 4 0,0 1-6 0,-2 2 0 15,-3 0 8-15,-1 1-4 0,-2 1 0 0,-2 0 0 0,-1 3-5 16,-2 0 1-16,-3 2-5 0,-1 2-2 0,-3 1-1 0,0 2 5 0,-1 1 1 16,-3 2 1-16,-1 1 0 0,-1 0 1 0,-2 1-1 0,-1 1 1 0,0 2 2 15,-2 0-1-15,1 1 3 0,-2-1 0 0,-1 2-4 0,0-1-5 0,0 0 11 16,1 0-4-16,2-2 8 0,1 0-1 0,-1 0-7 0,0-1 2 15,0 2-5-15,1-1 5 0,0 0 0 0,3 0 0 0,0 0 5 0,1 0-3 16,2 0 2-16,1-1-1 0,2 1 2 0,0-1 1 0,2 0-3 16,2 1 4-16,-1 0 1 0,0 0-8 0,-1 2 1 0,-1 1-2 0,3 0-1 15,1 1 0-15,3 0 6 0,1-1-3 0,2 1 3 0,2-1 1 0,4-1-3 16,2 1 0-16,3-1-2 0,2 0-4 0,2 0 4 0,1 1-2 16,0 0-1-16,2-1 6 0,2 0-6 0,3 0 3 0,1-1 5 0,3 1-3 15,0-1-4-15,2-1 0 0,0 1-3 0,1 0-2 0,1 0 7 0,0-1 0 16,0 1-5-16,3 0 5 0,-1-1-6 0,0 1 6 0,2-2-1 15,1 1-5-15,-1 0-1 0,0 0-11 0,-1-1-10 0,-1 0-26 0,3 0-28 16,-2 0-29-16,1-2-28 0,1 0-18 0,1-1-18 0,0 0-13 16,2-2-8-16,0-1-6 0,0-3-24 0,2-3-32 0,1-3-28 0,2-5-22 15,3-3-264-15</inkml:trace>
  <inkml:trace contextRef="#ctx0" brushRef="#br0" timeOffset="103822.47">12101 5192 1830 0,'-1'-4'87'16,"2"0"-80"-16,1-1-16 0,0 4 7 0,0 0-2 0,0 1-1 16,-2 2 0-16,-2 1-5 0,0 1 6 0,-4 2 4 0,-1 0 0 0,-3 3 4 15,-3 1-1-15,-3 0-1 0,-1 3 7 0,-5 0-3 0,0 0 0 0,-3 2 1 16,-2-2 1-16,-1 3 5 0,-4 1 2 0,0 0 3 0,-3 2 3 16,-1 2-3-16,-1 0 5 0,-3 2-5 0,1 1-4 0,-2-2 2 0,-1 2-7 15,0 0-1-15,-2-1-2 0,-2 2-5 0,2-1 2 0,0 3-3 0,-1-1 2 16,1-1 2-16,-1 1-6 0,0-2 5 0,-1 1 12 0,2-2 2 15,2 1 17-15,1-2 2 0,0-3-3 0,1 2 3 0,0-2 0 0,1-2-5 16,3 3 1-16,-1-3-2 0,3 2 3 0,0-2-3 0,2 2 3 16,2 0-2-16,1-1-4 0,2 1 0 0,2-2-9 0,1 0-4 0,3-1 2 15,1 2-5-15,2 0 4 0,3-2-7 0,4 0-5 0,2-2-1 0,2 1-4 16,4-2-1-16,2 2-5 0,3-1 2 0,3 1-3 0,2-1 9 16,3 0 2-16,1 2 0 0,4-1-1 0,1-1 1 0,3-1-4 0,2 0 4 15,3 0 11-15,1 0 1 0,2 0 12 0,1 1-1 0,3-2-5 0,1 1-4 16,1-1-6-16,0-2 5 0,1 1-2 0,-1-2 2 0,2 2 5 15,-2-1-7-15,1 0 1 0,-2-1 1 0,-1-1-2 0,-3 1 4 0,1-1 9 16,-3-1 1-16,0 0-3 0,-2 0 3 0,0 0-9 0,-1 0-6 16,-2-1 0-16,-1 2-2 0,-1 1-1 0,-2 0 5 0,0 0-12 0,-2 1 3 15,1 1-2-15,-3 0-8 0,0 2 9 0,-1 1-10 0,-2 0-9 0,-1 0-18 16,-1 1-34-16,-2 0-37 0,-2 2-50 0,0 0-50 0,-1 3-42 16,-2 1-59-16,0 1-73 0,-1 2-96 0,1 1-308 0</inkml:trace>
  <inkml:trace contextRef="#ctx0" brushRef="#br0" timeOffset="104622.46">15905 6992 1836 0,'-7'-5'306'0,"1"-1"-303"0,0 0-61 15,2 1-8-15,2 1 10 0,0 0 31 0,1-1 3 0,-1 0 7 0,-1-2 4 16,0-1 6-16,-2-1 14 0,1-1 12 0,-2-2-2 0,0 0 3 0,0-2-5 15,0-1-1-15,-2-1 5 0,1-3 5 0,-2 1 9 0,-1 1-1 16,1-3 0-16,-1 0-3 0,-1-1-12 0,1-2 6 0,-1-2 3 0,-1-1-7 16,1-1 5-16,-2-1-5 0,2-1-6 0,0 1 9 0,-1-4-9 0,2 0-10 15,0-3 2-15,0 0-14 0,1 1 13 0,-1-1 6 0,0 1-5 16,1-1 10-16,-1-2-9 0,0 0 1 0,1 0 1 0,1 0 2 0,0 0 13 16,0 1 4-16,1-1 9 0,-1 0 2 0,0 1-4 0,0-1 3 15,1 2-4-15,1-2-5 0,-2 1 1 0,1 1-10 0,0 1 6 0,1 1 2 16,0-1-7-16,0 2 0 0,1-2-7 0,1 3-8 0,-1 0-1 0,3 2-2 15,-1-1-3-15,2 2 1 0,1-1 5 0,1 1-4 0,0-1 4 16,1 3 0-16,1 0-4 0,2 2-3 0,1 3-1 0,1-2 4 0,1 1-3 16,2 1-2-16,1-1 6 0,0 2-6 0,2-1 4 0,1 1 3 15,0 1 7-15,2 3-1 0,-2-1 3 0,3 2 2 0,0-1-11 0,-1 1 8 16,2 1-2-16,1 0-8 0,1 2 2 0,1 0-3 0,3 1 1 0,0-1 3 16,3 2-3-16,1 0-3 0,1 1 0 0,2 3 0 0,0-1 2 15,2 0 0-15,3 2-1 0,-2-1 1 0,3 2 1 0,-2 0 3 0,2 2 1 16,-1 0 1-16,1 0 4 0,2 2 6 0,-1-1 1 0,0 0 0 0,2 2-5 15,-2 0 0-15,1 1 1 0,-2 0-3 0,0 0-1 0,0 1 1 16,0 0-1-16,0 1-1 0,-1 0 8 0,-3 0-4 0,0-1-1 0,-3 2 5 16,1-2-2-16,-2 1 6 0,0 1-4 0,-2-1-4 0,-1 1-6 15,-1 0 1-15,-2 0-5 0,-2 0-3 0,0 0 3 0,-3 0 0 0,-1 0 1 16,-2 0-1-16,-2 0 5 0,-1-1-4 0,-1 1-3 0,-1-2 0 0,-1 0 0 16,-1 1-4-16,-3 0 4 0,0 0-9 0,-2-1-6 0,0 0-2 0,-1 0-12 15,0-1-8-15,-1 0-13 0,-1 0-11 0,0-1-10 0,0 0-10 16,-2 0-16-16,0-2-20 0,-1 0-26 0,0-1-29 0,-2-2-23 0,-2-1-21 15,0-3-12-15,-1-1-11 0,0-3 7 0,-1-4-63 0,1-4-419 16</inkml:trace>
  <inkml:trace contextRef="#ctx0" brushRef="#br0" timeOffset="104955.48">16875 4154 2423 0,'-4'-5'90'0,"0"2"-115"0,1 0-28 0,4 3-8 0,1 2 18 16,2 1 25-16,2 1 17 0,0 1 7 0,2-1 3 0,1 0 15 0,1 1 0 16,0 0 10-16,1 1-2 0,3 0-6 0,0 1 7 0,2 1-2 0,1 0 9 15,1 0-2-15,2 0 5 0,0 1-2 0,3-1-5 0,0 0-7 16,0 1-6-16,1 0-3 0,0 1 0 0,3 0-2 0,2 0 0 0,0 0 1 16,2 0-2-16,-1 0-1 0,0 1 0 0,1 0-3 0,2-1 4 0,-1 0 4 15,1 0 1-15,-1 0 0 0,0 1-8 0,3-1 5 0,-2 1-12 16,1-1 0-16,-1 1 13 0,1 2-4 0,-3 0 16 0,1 2-4 0,-3-1-2 15,1 2 2-15,-1 1-5 0,-1 0 2 0,-3 1 0 0,-1 1-7 16,-4 1 0-16,-2-1-1 0,-1 2-5 0,-3 1 1 0,-2 1 3 0,-4 2-3 16,-2 0-2-16,-2 2 0 0,-4 0-2 0,-4-1-5 0,-3 2 1 15,-3 1 1-15,-5 1-6 0,-4 2-2 0,-4 3-5 0,-5 1-24 0,-5 2-9 16,-4 3-13-16,-2 0-29 0,-1 2-17 0,-3 2-39 0,-2 1-55 0,-3 5-75 16,-5 2-110-16,-5 7-165 0,-5 7-501 0</inkml:trace>
  <inkml:trace contextRef="#ctx0" brushRef="#br0" timeOffset="108505.33">17699 7354 254 0,'8'9'111'0,"-2"3"-51"0,2 5-7 0,-2 0-9 15,-2-2-11-15,1 3-8 0,-1 2-8 0,0-2-6 0,-1 4-1 16,-1 1-6-16,0-1-3 0,-1 3 1 0,0 0 1 0,0 0-3 0,0 2 5 15,0 0-2-15,-1 1 1 0,1 0 4 0,-1 1 0 0,-1 0 3 0,1 3 3 16,-2 1 0-16,0 3 0 0,1-2-4 0,-1 1-2 0,2-1 2 16,0 1-1-16,1-1-1 0,0 2 0 0,1 1-4 0,2-1-1 0,2 0 5 15,1 0-1-15,1-1 2 0,4 1 1 0,1-3-5 0,3 0 1 16,2-1-3-16,3 0 2 0,4 0 5 0,1 1 7 0,3-2 2 0,-1 0-1 16,5-3-4-16,1 0-4 0,4-2 3 0,2 1 1 0,3 0 6 0,5 0 6 15,3-1 4-15,3-1 0 0,3-2-12 0,4-1-9 0,4 1-5 16,3-2-1-16,5 0 6 0,4-1 0 0,6 0-3 0,4-2-1 0,6-1-2 15,5 0-6-15,6-2-1 0,5-3-4 0,5 0-5 0,7-2-2 16,7-2-7-16,6-2-17 0,4 0-25 0,3-1-15 0,2 0 0 0,1-2 11 16,4 0 26-16,2 0 13 0,-2 0 11 0,2 0 5 0,-1 0 4 0,-1 1 10 15,0 1 11-15,-1-1 13 0,0 2 17 0,-2 0 15 0,0 1 9 16,-2 1 5-16,-1 0 1 0,0 2-8 0,0 0-4 0,-1 1-7 0,2-1-7 16,0 0-5-16,1-2-7 0,4 2-4 0,-1 0-8 0,2 1-8 0,1 0-4 15,0 0-3-15,0-1-1 0,1 1-3 0,-3-1 1 0,2-1-1 16,-3 2 2-16,-2-2-4 0,-1-1 1 0,-1 0 4 0,-4-1-7 0,0-1 3 15,-2-1-1-15,-3-2 3 0,-3-3 1 0,-4 0-2 0,0-4 0 0,-3 0-4 16,-2-3 7-16,-3-1 1 0,-6-1 1 0,-1-2 1 0,-5-2-3 16,-2-1 0-16,-4-2 6 0,-1 0-3 0,-5-3-2 0,-2-2 1 0,-2-1-2 15,-4-3 2-15,-2-1 3 0,-3-3 1 0,-6 1 1 0,-2 1-1 16,-6-2 5-16,-3-1 3 0,-4-3-5 0,-3 2 3 0,-3-3 1 0,-6 1 8 16,-3 0 3-16,-5-3-2 0,-3 0 3 0,-4-1-6 0,-3 0 0 0,-4 0-3 15,-5 0-2-15,-4-1-2 0,-4-2-1 0,-5 1-5 0,-4-1-4 16,-4 1-1-16,-5 0-4 0,-3 0-5 0,-5-2-7 0,-4 2 5 0,-5-1-3 15,-7 1 3-15,-2 0 7 0,-6 0-7 0,-4 1 1 0,-5 0 2 0,-5 0-5 16,-5 3 0-16,-4-3-1 0,-5 0 2 0,-5 2-2 0,-4 1 3 16,-5 2-1-16,-3 0 3 0,-6 1 2 0,-1 0-4 0,-5 0 3 0,-4 3 2 15,-2-1-5-15,-4 0 6 0,-4 4-1 0,-2-2-5 0,-2 3 3 0,-2 0-6 16,-3 3 0-16,-3-1-1 0,-3 3 2 0,-2 1 7 0,-1 0-5 16,-3 2 3-16,-3 1 0 0,-1 1-5 0,-5-1 8 0,-1 0-8 0,-5 2 1 15,-2 2 3-15,-3 2-2 0,-3 0 6 0,-2 1 2 0,-2 1-2 16,-5 1-5-16,-2 2-1 0,-2 1-1 0,-3 2-11 0,-1 2-6 0,-2 0-15 15,-2 0-25-15,-2 2-18 0,-3 3-16 0,-5 2-28 0,-1 2-20 0,-5 4-28 16,-3 2-42-16,-5 3-293 0</inkml:trace>
  <inkml:trace contextRef="#ctx0" brushRef="#br0" timeOffset="147924.14">3902 12575 1959 0,'-10'-1'213'0,"0"1"-78"0,1 0-53 0,3 2-10 0,4-2 0 15,0 1-12-15,1 0-13 0,0 0-17 0,0 1-12 0,0 2-5 16,-1 2 3-16,2 1-16 0,0 3 0 0,2 1 3 0,-1 2-9 0,1 2 6 16,1 2 10-16,0 1 1 0,0 4 4 0,-1 1 10 0,2 1-11 0,-1 3 0 15,1 0 5-15,0 3-4 0,0 1 5 0,0 2 7 0,0 0-2 16,0 3 3-16,0-1-6 0,0 0 5 0,0 1 5 0,-1 0-1 0,1-1 2 16,0 2-1-16,-1-1-13 0,-1-1 14 0,0 1 8 0,-1 0-9 0,0 0 3 15,-1 1-8-15,0-1 0 0,-1 1 6 0,-1 0 5 0,0 0 0 16,0 0-7-16,-1-1-5 0,1 0 0 0,0-2-11 0,1-1-2 0,-1 0-5 15,0-1 1-15,0 0-2 0,1-3-1 0,0 0-12 0,2-2 8 16,0 0 6-16,1-2-3 0,1-1 14 0,1-1-15 0,0-2-4 0,1 1 5 16,1-2 1-16,1-2 0 0,1 0-1 0,3-1-3 0,1-1 6 0,3-1 1 15,0 0 6-15,2 0-7 0,2-1 3 0,0 0-7 0,2-1 6 16,3 0 5-16,1-2-8 0,2-2 1 0,3-2 0 0,2-1-8 0,2-1 9 16,3-1 3-16,2-1-10 0,1-2 0 0,4 0 1 0,0-1 1 0,4-2 2 15,4 0 0-15,1-2-8 0,3-1 0 0,2 0 4 0,3 0 0 16,0-2 0-16,3 0 0 0,3-1 0 0,1 0-2 0,2-1 3 0,4 1 3 15,1 0-4-15,3 0 2 0,4 1 4 0,2-1-1 0,2 0 9 0,4 2 9 16,2-1-4-16,2 0 9 0,1 0-1 0,4 0-5 0,0 2 13 16,2 0-5-16,5 0-2 0,-2 2 4 0,0-1-34 0,1 0 0 0,2 0 0 15,-1 0 0-15,2-1 0 0,-3 2 0 0,0 1 0 0,-1 0 0 16,-2 1 0-16,1 1 0 0,-1 0 0 0,-1 0 0 0,-1 1 0 0,-2-1 0 16,-3 1 0-16,-2 0 0 0,-2 0 0 0,-2 0 0 0,-2 1 0 15,-3-1 0-15,-2 1 0 0,-3-1 0 0,-6 0 0 0,-2 1 0 0,-3 0 0 16,-5 0 0-16,-3-1 0 0,-5 0 0 0,-3-1 0 0,-4 0 0 0,-5 0 0 15,-5 0 0-15,-1 1 0 0,-6-1 0 0,-2 0 0 0,-4-1 0 16,-4 0 0-16,-3 0 0 0,-4-1 0 0,-2 0 0 0,-3-1 0 0,-3-1-76 16,-3-1-75-16,-3-2-26 0,-3-2-38 0,-3-3-56 0,-4-4-103 0,-4-3-112 15,-4-4-216-15,-9-5-396 0</inkml:trace>
  <inkml:trace contextRef="#ctx0" brushRef="#br0" timeOffset="148407.13">4169 12094 2952 0,'-33'-14'703'0,"8"1"-642"0,-1 0-25 0,15 2-36 16,10 3 15-16,7 0-1 0,4 0-10 0,5 1-1 0,4 0-14 16,5 3-6-16,6 1 3 0,6 1-5 0,4 3-2 0,7-1 0 0,6 2-11 15,6 2-7-15,4 1-3 0,5-1-4 0,4 0 0 0,4 0 14 16,4 0 3-16,1-2 7 0,3 0 6 0,1 0 1 0,2 0 8 0,3 0 11 16,1-1 5-16,4 0 0 0,1-1 5 0,4-2 4 0,3 0 19 0,4-2 4 15,3 0-3-15,2-2 7 0,3 0-17 0,0-1-9 0,1 0 6 16,-1 1-7-16,0 0-1 0,1 0 12 0,0 1-2 0,-1-1-4 0,2 0 13 15,-2 0-1-15,2 0-6 0,-2 2-2 0,-4 0-11 0,-2 2-4 0,-3 1-1 16,-1 0 1-16,-3 0 0 0,-4 2-6 0,-1 0 0 0,-5 2 0 16,-2 1-6-16,-5 1 3 0,-3 2-1 0,-3 1 2 0,-5 1 4 0,-4 1 4 15,-4 1-6-15,-5 0-6 0,-5 2-12 0,-4 3-8 0,-6 0 26 0,-3 2-4 16,-4 3 16-16,-3 1 2 0,-6 2-20 0,-4 3 2 0,-3 0 4 16,-5 4-2-16,-2 2 4 0,-2 5-4 0,-5 4 0 0,-2 3 4 0,-1 3 0 15,-2 4 8-15,-3 4 0 0,-2 4-14 0,-3 6-2 0,-2 3 0 0,-1 4 0 16,-3 5 0-16,-2 3 0 0,-2 2 0 0,-2 3 0 0,1-1 0 15,-3-1 0-15,0 0-18 0,-1-2-22 0,-2-2-22 0,-1-4-28 0,-2-4-32 16,-3-4-44-16,-1-4-65 0,-1-1-68 0,0-2-90 0,-4-1-146 16,-2-3-228-16,-6-1-204 0</inkml:trace>
  <inkml:trace contextRef="#ctx0" brushRef="#br0" timeOffset="149691.44">5104 12925 3437 0,'-28'-2'481'0,"3"1"-340"0,0 1-105 0,6 3-36 0,9 0 0 0,2 1 0 16,1 2 0-16,2 2 0 0,0 4 0 0,2 4 0 0,-2 4 0 15,1 6 0-15,-1 2 0 0,-1 5 0 0,1 1 0 0,0 5 0 0,1 2-24 16,0 2-32-16,1 1 14 0,1 3-1 0,0-1 14 0,0 0 17 16,-1 0-27-16,1 0-1 0,0-1-12 0,1-2-7 0,1-3-2 0,-1-4-10 15,1-3-11-15,2-3-22 0,1-3-22 0,2-3-35 0,1-3-40 0,2-3-27 16,0-3-45-16,1-2-53 0,1-4-53 0,-2-4-89 0,3-3-358 16</inkml:trace>
  <inkml:trace contextRef="#ctx0" brushRef="#br0" timeOffset="149974.44">5111 13000 3303 0,'-10'-17'188'0,"2"2"-52"16,2-5-66-16,5 2-21 0,5 2 5 0,2-1-6 0,3 0-15 16,1 1-9-16,2 2-16 0,0 1-6 0,1 1-4 0,0 1-2 0,1 2 2 15,0 1 0-15,2 3-8 0,-2 1-6 0,2 0-5 0,0 3 2 0,-1 1 1 16,-1 1-5-16,-1 3 4 0,0 0-2 0,-2 2 4 0,0 2 7 15,-2 2 2-15,0 0-5 0,-2 1 5 0,0 1 1 0,-2-1 1 0,-2 2 4 16,-1 1 0-16,-2 1-5 0,-1 0 1 0,-1 1 6 0,-2 2-4 16,-2 1 2-16,-1-1-5 0,-3 1-3 0,0-1 5 0,-3 0-1 0,-1-1-2 15,-2 1 5-15,-1-2 3 0,-3 0-4 0,-3 0 4 0,2 1-4 0,-3-2-1 16,1 1 5-16,1-1-4 0,1-1-7 0,-1 1-10 0,1-2-16 16,1 1-8-16,1-1-14 0,3-1-21 0,1-1-17 0,0-1-23 0,2-1-15 15,2 1-16-15,1-1-30 0,1 1-23 0,2-2-49 0,2-1-65 0,2-1-80 16,2-2-71-16,2-1-256 0</inkml:trace>
  <inkml:trace contextRef="#ctx0" brushRef="#br0" timeOffset="150258.44">5538 13033 2869 0,'-4'7'180'0,"2"2"-80"0,1 4-67 15,3 1-3-15,3 1 9 0,1-2-3 0,0 3-6 0,1 2-12 0,0 1-16 16,-1 1 4-16,1 2-6 0,-3-2-4 0,1 3 2 0,-1 0-7 15,0-2-23-15,-1 1 10 0,-2-1-3 0,0-3 6 0,-3 2 13 0,0-3-6 16,-2-1 7-16,0-3-2 0,0-2 15 0,-1-2-2 0,-2-2 1 16,0-1 9-16,1-3 3 0,-2-1 10 0,0-2 11 0,0-3 1 0,-3-3 3 15,2-2 0-15,-2-1-4 0,-1-1 7 0,1-2-12 0,1-1 8 0,-1-3-9 16,2-2-2-16,0 0-11 0,1-2 2 0,0-1-6 0,1-1-5 16,3-2 3-16,0 1-11 0,2 1 0 0,2 0-16 0,1 2 5 0,3 3-13 15,-1 0-1-15,3 3 2 0,0 2-17 0,1 2-1 0,2-1-8 0,-1 3-10 16,1 0-4-16,1 1-19 0,0 1-24 0,1 1-18 0,-1 2-20 15,2 1-23-15,-3 2-19 0,3-1-29 0,1 1-26 0,0-1-39 0,1 1-39 16,-1 0-59-16,1 0-59 0,0-2-175 0</inkml:trace>
  <inkml:trace contextRef="#ctx0" brushRef="#br0" timeOffset="150891.44">5742 13263 2657 0,'-4'1'313'0,"2"-1"-169"16,2 1-90-16,3 1-12 0,1-2 19 0,2 0 7 0,1 0 1 0,0-1-18 15,3 0-16-15,1 0-9 0,0 0-2 0,0-1-5 0,1 0-4 0,1-1 0 16,0 0-9-16,1-2-1 0,1 0-1 0,-3-2-10 0,1 0 3 16,-1 0 1-16,-2 0-4 0,-1 0 4 0,0-1-5 0,-2-2-3 0,-2 1-3 15,0-2 0-15,-2 0-2 0,0-1 4 0,-3-1 2 0,-2 0-8 0,0 1 12 16,-2 0-4-16,-1-1-1 0,0 0 8 0,-2 1-7 0,-1 0 6 15,-1 1 4-15,0 2 7 0,0 0-5 0,-1 1 1 0,0 1 4 0,-1 2-3 16,0 1 1-16,2 1-1 0,0 1-3 0,0 2-6 0,1 0 1 16,-1 1-3-16,2 2-3 0,-2 2 7 0,2 1-7 0,-1 2 1 0,1 2 1 15,1 1-6-15,0 2 6 0,2 3 0 0,-1 2-4 0,1 0 3 0,0 2 5 16,2 2-3-16,1 0 8 0,0 2-4 0,1 0 0 0,0-1 2 16,0 1-5-16,3-1-4 0,-1-1 14 0,2-1-5 0,0-1 2 0,1 0 5 15,0-2-16-15,1-1 6 0,1-4 3 0,1 0-4 0,-1-2-3 0,1-1 1 16,0-1-3-16,0-1 6 0,-2-4 1 0,2-1-2 0,-1-2 1 15,0-1-5-15,3-1 3 0,-2-2 5 0,-1 0 4 0,2-3 1 0,-2-2 2 16,1 0-1-16,1-2-3 0,-2 0 3 0,0-2-3 0,1 1 8 16,0-2 2-16,2 0-4 0,-1-1-2 0,0 0 1 0,0 1-19 0,-1 0 2 15,0 2 14-15,1 1-3 0,0 2 16 0,-1 0-5 0,2 3-9 0,-1 0 3 16,1 0 2-16,0 3 6 0,0 1 0 0,0 1-4 0,0 2-4 16,2 0 4-16,0 2 2 0,1 1-9 0,0-1-4 0,1 0-2 0,1 1-11 15,-1-1-2-15,0 1 0 0,2-1-5 0,-1 0 7 0,1-1 8 0,-1 0 10 16,-2 2-10-16,0-1-8 0,0 1 6 0,-1-1-6 0,-1-2 20 15,1 0 0-15,-1-1-3 0,-1 0 5 0,-1-1-3 0,-2-1 5 0,0 0 7 16,-2-1-5-16,1 0 2 0,0 0-4 0,0-1 2 0,-1 0 7 16,0-1-16-16,-1-1 2 0,1 1 10 0,-1-1 5 0,0-1 9 0,-1 1 4 15,-2-2-23-15,1 1-1 0,-1-1 5 0,-1-1-4 0,-2 2 1 0,-2-2-14 16,0 1 4-16,-2-1-2 0,0 0 0 0,-2 2 4 0,-1 0-6 16,0 1-2-16,-2 0-6 0,-1 0 5 0,-2 1 1 0,-2 1 4 0,1 1-6 15,-2 0-5-15,1 1-2 0,0 0-1 0,0 0 5 0,-1 2-10 0,3 1-7 16,0 1-8-16,3 1 2 0,2 1 3 0,0 2-8 0,1 1-14 15,1 0-20-15,1 3-14 0,2 2-17 0,0 0-28 0,2 1-40 0,-1-2-59 16,2 1-51-16,1-1-93 0,1-1-101 0,3 0-99 0,1-2-111 0</inkml:trace>
  <inkml:trace contextRef="#ctx0" brushRef="#br0" timeOffset="151258.44">6413 12817 3450 0,'-13'8'230'0,"2"2"-120"0,-1 0-81 0,6-1-15 16,4 0 3-16,0 0-7 0,4 3 7 0,1 4-3 0,0 2-8 15,1 6-4-15,0 3-6 0,1 1-4 0,-1 3 2 0,0 0-7 0,-1 1-3 16,1 0-3-16,0 2-8 0,1 0-2 0,0 2-2 0,0-1-20 0,0-1 7 16,1-2-8-16,-3-2-6 0,2 0 11 0,0-3-13 0,-1-1 1 15,2-3 3-15,-1-1-1 0,1-3 2 0,0-2-2 0,1-3 0 0,0-2 1 16,0-2 7-16,-1-4 14 0,-1-1 19 0,0-4 21 0,-1-1 17 15,1-2 10-15,0-3 9 0,0 0 3 0,0-3-1 0,2-2-4 0,-1-1-2 16,2-1-11-16,-2-2-4 0,1 0-6 0,1-1-6 0,1 1 6 0,-1-2-7 16,0 1 0-16,-1 2 0 0,2 1-7 0,-2 1 7 0,0 2-7 15,1 0-4-15,0 3 4 0,0 2-4 0,0 2 6 0,1 3 3 0,-3 1-2 16,1 1 3-16,0 3-1 0,0 0-5 0,0 3 0 0,0 0 3 0,2 1-1 16,-1 3 1-16,0 2-9 0,0 1 1 0,0-2-3 0,0 2 5 15,0 0 1-15,0 1-11 0,-1-1-2 0,1 1-3 0,-1-1-6 0,-1 0 2 16,1-1-19-16,-1 0-2 0,0-1-20 0,2-2-21 0,-2-2-14 15,0 0-20-15,0-3-11 0,0 0-10 0,-1-1-22 0,0-4-36 0,0 0-60 16,-1-2-77-16,-1-1-89 0,-1-2-396 0</inkml:trace>
  <inkml:trace contextRef="#ctx0" brushRef="#br0" timeOffset="151407.44">6691 13247 3010 0,'-13'4'514'0,"1"0"-436"0,-1 1-55 0,7-1-36 0,6-3-10 16,2-1-7-16,1-1-27 0,2 1-55 0,1 0-61 0,2-1-65 0,1 1-48 16,1 0-71-16,0 0-110 0,0-2-137 0,3 0-275 0</inkml:trace>
  <inkml:trace contextRef="#ctx0" brushRef="#br0" timeOffset="151674.44">7114 13215 3025 0,'-8'0'173'0,"0"1"-90"0,-1 0-50 0,2-1-3 0,0 0-2 0,3 1-3 15,-2-1-19-15,2 1-12 0,0-1-1 0,-2 0-2 0,1 2-13 16,0 1 4-16,-1 1-7 0,-1-1-2 0,0 2 5 0,0 1 3 0,-1 2 6 16,1 0 6-16,-1 2 9 0,1 0 1 0,1 1-1 0,0 3 25 15,0 1-6-15,0 1 10 0,1 1 12 0,1 1-23 0,2 1 6 0,1-1-8 16,2 1-5-16,0-1-4 0,3 0 0 0,1-2-5 0,1 1-3 0,2-2 3 15,0-1-6-15,-1-1 0 0,2 0-9 0,0-1-1 0,1-1-7 16,1-2-8-16,1-2-17 0,-2 0-17 0,2-1-21 0,0-1-18 0,0-1-8 16,0-2-29-16,0-2-25 0,1-1-27 0,0-4-36 0,1-1-30 0,-2-2-28 15,0-2-32-15,0-4-21 0,0-3-7 0,0-3-202 0</inkml:trace>
  <inkml:trace contextRef="#ctx0" brushRef="#br0" timeOffset="151874.71">7416 12938 1993 0,'-1'-4'325'15,"-1"0"-101"-15,1-1-59 0,-1 2-15 0,2 1-18 0,-1 0-32 16,1 2-30-16,0 0-28 0,0 2-8 0,0 0-4 0,0 1-3 0,1 1-2 16,0 1-7-16,0 2-5 0,1 1 2 0,-1 3-5 0,1 4-10 0,0 0 8 15,2 5-7-15,-1 1 3 0,2 1 5 0,-1 3-9 0,1-1 0 16,1 4-5-16,-1 1-1 0,5 3-1 0,0 2 7 0,2 2-18 0,4-3 7 16,1 1 0-16,-1-2-12 0,1 0 3 0,2-2-21 0,0 0-19 15,1-4-18-15,1 0-22 0,0-3-27 0,0-1-24 0,1 0-26 0,1-3-12 16,2-1-21-16,0-3-27 0,-1-2-41 0,1-3-37 0,-2-4-28 0,0-1-72 15,-1-5-35-15</inkml:trace>
  <inkml:trace contextRef="#ctx0" brushRef="#br0" timeOffset="152007.72">7382 13458 2948 0,'-11'4'291'0,"1"-1"-131"15,-2 1-76-15,5-2-25 0,2-1 1 0,3-1-7 0,0-1-23 16,3-1-22-16,0 0-18 0,1-1-20 0,4-1-13 0,0-1-19 0,4-3-40 15,4-2-59-15,4-2-90 0,2-3-103 0,6-3-140 0,6-4-123 0,5-5-429 16</inkml:trace>
  <inkml:trace contextRef="#ctx0" brushRef="#br0" timeOffset="152891.7">1952 15556 2967 0,'-27'0'141'0,"3"0"-10"0,-3 1-31 16,11-1-27-16,5 0-11 0,2 0-1 0,2-2-18 0,1 1-6 0,3 0-8 15,2-1-18-15,1 2 0 0,0-2-5 0,0 0-14 0,4-1 7 16,0-1-3-16,2 0-2 0,3-3 6 0,2-2 2 0,4-1-6 0,3-3-1 16,2-2 3-16,0 0-2 0,4-4 8 0,3-1-1 0,4-1-4 0,1-3-1 15,0 0 5-15,2-2-4 0,-1-1-1 0,2 0 2 0,1-2-23 16,1 0 27-16,2-2-2 0,3 1-21 0,1-2 19 0,1-1-15 0,2-1 0 16,-1-1 21-16,0 0-8 0,-1 0-2 0,2-2-4 0,-1 0-29 15,-3 1-35-15,1-1-50 0,-4 4-63 0,-2 1-54 0,2 1-57 0,-2 1-71 16,0-1-84-16,-1 2-65 0,-2-1-346 0</inkml:trace>
  <inkml:trace contextRef="#ctx0" brushRef="#br0" timeOffset="153124.7">3124 14187 3699 0,'-7'0'89'0,"3"1"-5"0,3 1-57 0,9-2-2 0,5 2-1 0,4-1 9 16,5 0 3-16,3 0 4 0,2 0-16 0,4 0-10 0,4 1-14 16,1 0 0-16,1 1 0 0,-2 0 0 0,0 1 0 0,-1 0 0 0,2 1 0 15,0 1 0-15,-1 1 0 0,0 1 0 0,-4 1 0 0,-1 0 0 16,-4 3 0-16,-3 0 0 0,-3 2 0 0,-5 1 0 0,-2 0 0 0,-3 5-10 16,-3 1 4-16,-2 2-14 0,-3 5-2 0,-5 3-6 0,-4 5-4 0,-5 2-3 15,-2 2-8-15,-3 5-8 0,-5 0-5 0,-1 1-3 0,-1-1-4 16,-2 1-18-16,2-2-19 0,-1-3-26 0,1-1-43 0,1-5-27 0,2-3-42 15,2-4-47-15,3-2-70 0,1-2-158 0,0-1-514 0</inkml:trace>
  <inkml:trace contextRef="#ctx0" brushRef="#br0" timeOffset="153857.7">8531 14079 3790 0,'-3'-3'168'0,"1"2"-59"0,2 0-81 0,3 1-28 0,2 1 0 0,5 2 0 16,5 3 0-16,5 2 0 0,8 4 0 0,1 5 0 0,5 2 0 0,0 5 0 16,2 4 0-16,-2 1 0 0,3 3 0 0,0 1 0 0,0 1 0 15,4 3 0-15,0 1 0 0,0 3 0 0,2 0-10 0,-2 0 12 0,-2 2 4 16,2 0-8-16,-2 0 6 0,2 1-4 0,0 1-6 0,0-1 12 0,-2 0-6 15,0-1 0-15,-1-2 0 0,-2-1 0 0,0-1 0 0,-1-1 0 16,1-1 0-16,-1 3 0 0,1-4 0 0,-1-1 0 0,-3 0 0 0,0-3 0 16,-2 3 0-16,0-4 0 0,-3 0 0 0,0-2 0 0,-1-2 0 0,-3-2 0 15,-2-1 0-15,0 1 0 0,-3-1 0 0,1-2 0 0,-2 0 0 16,-2-3 0-16,0 0 0 0,0 0 0 0,-2-4 0 0,-2 0 0 0,-2-2 0 16,0-3 0-16,-1 1 0 0,-2-3-88 0,0 0-49 0,-2-2-8 15,0 0-28-15,-1-1-18 0,-1-1-37 0,0-2-38 0,0 1-33 0,-2-2-45 16,1 0-40-16,-2-1-50 0,-1-1-32 0,0-1-215 0</inkml:trace>
  <inkml:trace contextRef="#ctx0" brushRef="#br0" timeOffset="154141.63">9509 16037 3175 0,'-11'5'200'0,"0"0"-57"0,-1 1-51 0,1-3 0 16,3-2-13-16,2-1-21 0,1 0-33 0,2-1-13 0,0 0 3 0,0-1-1 15,1 0 15-15,1 0-11 0,0 0 3 0,1 1 1 0,-1 0-10 16,2 1-4-16,-2-1-8 0,1 1 4 0,1 1-2 0,-1 0 4 0,2 2-14 16,1 1 6-16,1 4-8 0,2 2-2 0,1 4 8 0,2 3-14 0,2 4 9 15,0 3-11-15,2 0-4 0,1 0 19 0,-1 0 5 0,0-1 5 16,-2-2 1-16,2-2-12 0,-1-2 18 0,-1-2 8 0,0-3 1 0,-2-4 15 16,0-1 0-16,1-3 14 0,0-2-50 0,0-3 0 0,1-2 0 0,0 0 0 15,-2-1 0-15,1-1 0 0,-1-2 0 0,0-3 0 0,2-3 0 16,1-2 0-16,1-1 0 0,1-5 0 0,1-3 0 0,1-1 0 0,0-6 0 15,3-1 0-15,1-5 0 0,1 0 0 0,3-2 0 0,1-2 0 16,1-1-122-16,3-2-137 0,4-1-129 0,4-2-208 0,8-4-293 0,8-4-360 16</inkml:trace>
  <inkml:trace contextRef="#ctx0" brushRef="#br0" timeOffset="157207.63">10599 14083 2225 0,'-13'2'661'0,"1"2"-480"0,-3 2-18 0,7 0-65 15,5 0-22-15,4 0-19 0,3 2-16 0,3 1-19 0,4 3-13 0,3 3 10 16,5 3 7-16,3 1 6 0,1-1 15 0,4 2-11 0,2 0-8 0,3-3-12 15,2 1-9-15,2 0-3 0,1-2 0 0,2 0-2 0,0 1-2 16,-2-3-2-16,0 0-2 0,-2 0 2 0,1 0 0 0,-1 0-7 0,0 0 3 16,-1-2-13-16,-2 0 6 0,1-1 1 0,-3-1-9 0,0 0 10 0,-1-2-4 15,-2-1-6-15,-2 0-11 0,0-1-7 0,-3-1-3 0,-2-1-25 16,1-1-13-16,-2 0-17 0,-1-3-46 0,0 0-41 0,-2-2-50 0,-1-1-70 16,-4-2-81-16,-1-3-107 0,0-3-413 0</inkml:trace>
  <inkml:trace contextRef="#ctx0" brushRef="#br0" timeOffset="157425.14">11593 13734 3107 0,'-9'2'256'0,"0"2"-145"0,0 2-29 0,2 2-23 0,5 2-17 16,1 1-12-16,1 5-17 0,2 4-9 0,1 4 2 0,2 5-2 15,0 3 0-15,0 5-4 0,0 3 9 0,0 5 1 16,1 5-3-16,1 4 3 0,2 6-6 0,0 2 1 0,1 4 3 0,0 3 0 0,1 0-20 0,-1 2 12 15,-1 2-2-15,1-1 0 0,-3 1 2 0,0-1-21 0,-1-1-11 16,-2 0-27-16,-1-1-25 0,-1-3-49 0,-3 0-36 0,-1-1-52 0,-1-4-45 16,-3-2-20-16,0-3-19 0,-1-5 24 0,1-6 29 0,-1-6 18 15,-2-10 4-15,0-8-17 0,-1-8-22 0,-1-5-231 0</inkml:trace>
  <inkml:trace contextRef="#ctx0" brushRef="#br0" timeOffset="157808.14">11761 14673 2280 0,'-3'0'955'0,"1"1"-800"0,1-1-29 0,2 1-40 0,1-1-1 15,1 1-24-15,3 0-26 0,1 1-18 0,3 0-7 0,1 0-8 16,1-1-1-16,1 2-4 0,0-1-1 0,1 1 2 0,0-1-4 0,-1 1 2 16,3-1 0-16,0-1-1 0,0 0 3 0,-1-2 2 0,1 0-2 15,0 0 0-15,-1-3-6 0,2-1-9 0,-1 0-2 0,-1-4-6 0,-2-1-5 16,1-2-3-16,1-3 3 0,-1-1-3 0,0-3 3 0,0-1 13 0,0-1-2 15,0-2 6-15,0-2 13 0,-2 0-13 0,-1-1 8 0,-1 0 1 16,-1 0 1-16,-2 0 6 0,-1 2-3 0,-1-1 4 0,-1 3 0 0,-2-1-4 16,0 1 3-16,-2 3-1 0,-1 0-2 0,-1 2 4 0,-2 4 0 0,-2 2-1 15,0 2 8-15,-2 3-3 0,-1 1-8 0,-1 2 0 0,-2 1-15 16,-1 2 4-16,-1 3 2 0,-2 2-1 0,1 2 3 0,0 2 3 0,1 0 2 16,-1 4 14-16,2 3 2 0,2 3-1 0,-1 1 2 0,1 2-4 15,2 1 10-15,0 0 3 0,1 3 4 0,2 1-2 0,2 1 1 0,2-1-1 16,2 2 5-16,1-1 1 0,0-1-20 0,3 1 13 0,2-3-8 0,2 0-4 15,2-1 9-15,2 0-22 0,1 0 0 0,2-3 0 0,1-1 6 16,2-2-1-16,2-4-5 0,1-1 0 0,1-2 0 0,0 0 0 0,1-3 4 16,-1-1-4-16,-1-2-9 0,0-3-7 0,-1 0-13 0,0-2-17 0,-1-2-25 15,0 0-38-15,-1-4-50 0,1-2-56 0,-1-1-80 0,0-2-77 16,-1-2-87-16,1-2-101 0,1-7-457 0</inkml:trace>
  <inkml:trace contextRef="#ctx0" brushRef="#br0" timeOffset="158142.14">12907 14295 2846 0,'0'-4'273'0,"1"1"-148"0,0-4-19 0,2 1-6 0,-1-2-21 16,1-1-24-16,-1 1-48 0,-1-2-24 0,0 1-1 0,0 1-5 0,-2 2-1 16,-1 0 0-16,-2 2-2 0,-1 1-3 0,-2 0 3 0,0 1-5 0,-3 0-3 15,-2 1-4-15,-2 1 4 0,-2 0 13 0,0 2 7 0,-4 2 10 16,0 1 4-16,1 2 5 0,0 1-3 0,1 1 7 0,1 1 2 0,1 0-4 15,1-2 0-15,3-1-4 0,0 0-1 0,4-1 0 0,-1 0-7 16,3 0 1-16,2-2 6 0,1 1 0 0,1-1 7 0,3 1-6 0,-1 0 4 16,3-1-1-16,2 3-8 0,2 0 9 0,2 2-5 0,0 0 7 0,3 2-2 15,1 0 0-15,1 0 4 0,0 3 5 0,1 1 10 0,0 2 3 16,0-1 2-16,-1 2 11 0,-2 1 12 0,-1 2 4 0,-1 1-2 0,-1 2 1 16,-3 0 0-16,-1 3-7 0,-3 1 1 0,-2 3-18 0,-2 0-10 0,-2 2-7 15,-4 0-4-15,-1 2-8 0,-3 0-8 0,-1 1-2 0,-1-2-12 16,-1-1-17-16,-2-3-13 0,1-1-16 0,0-3-24 0,0 1-8 0,0-4-25 15,-1 0-30-15,0 0-27 0,-1-4-42 0,1 1-43 0,3-2-51 0,-1-3-75 16,0 1-142-16,0 1-395 0</inkml:trace>
  <inkml:trace contextRef="#ctx0" brushRef="#br0" timeOffset="159542.14">11216 16340 2289 0,'-7'0'166'0,"1"1"-12"0,-1 0-31 15,1 0-14-15,1 0-32 0,1 1-28 0,1 0-27 0,1 1-20 0,0-1-4 16,0 2-3-16,1 0 5 0,0 2 7 0,0 2-14 0,1 2 0 16,0 1-5-16,1 4 4 0,2 2-9 0,1 4 8 0,3 2 3 0,0 5-4 15,3 4 4-15,3 6 3 0,1 3-7 0,1 4 2 0,1 3 8 0,1 3-2 16,-1 1 7-16,1-1 0 0,-3-2 2 0,2-2-7 0,0 0 0 16,-9-26 10-16,1 6-3 0,-1-3-7 0,3 5-5 0,-2-4-9 0,2 5 12 15,-2-5 9-15,1 2-4 0,0-3 6 0,-2-4-16 0,-1-2-1 0,0-3 8 16,-1-3-9-16,-2-3 3 0,0-3-16 0,-2-2-22 0,0-3 1 15,-2-2-7-15,-1-3-2 0,-1-2 15 0,-1-4-2 0,-1-4 20 0,-1-3 8 16,-1-2 5-16,0-4 6 0,-2-8-5 0,-8-23 30 0,1 2 22 16,2 7 22-16,3 9 21 0,0 1 0 0,0-1 1 0,-1-1 2 0,1-1-4 15,1-1-8-15,-1-1-4 0,2 0-21 0,0 1-12 0,2 4-10 0,2 2 3 16,3 3-9-16,2 4-8 0,1 4 8 0,2 3-13 0,1 3 6 16,2 3-8-16,0 4-9 0,1 2 13 0,0 3-4 0,1 2-2 0,0 2-3 15,2 2-14-15,1 2 8 0,2 3 2 0,2 5-6 0,0 2-6 0,2 5 1 16,0 4-1-16,0 1 1 0,-1 5 8 0,2 2 1 0,1 3-4 15,-1 3-7-15,2 1-4 0,-1 2 0 0,-2 0 11 0,-2 0 0 0,1 1-4 16,0 0-10-16,-2 1 10 0,-8-23 4 0,2 7-11 0,0-3-19 16,1 5-17-16,0-2-36 0,1 3-33 0,0-1-48 0,0 0-80 0,1-1-51 15,0-4-64-15,-1-3-106 0,0-2-122 0,-1-5-223 0</inkml:trace>
  <inkml:trace contextRef="#ctx0" brushRef="#br0" timeOffset="159708.14">11490 16886 3205 0,'-5'2'230'0,"2"1"-74"16,-1 1-39-16,4-3-12 0,0 1-23 0,2-3-31 0,2 0-33 15,0 0-22-15,3-2 0 0,0 1-8 0,3-2 14 0,2 0-20 0,0 0-19 16,2-3-13-16,-2 0-54 0,2 0-29 0,0-3-45 0,2 0-63 0,-1-1-41 16,0 1-53-16,-1-1-74 0,1-1-73 0,-2-2-78 0,2-3-237 15</inkml:trace>
  <inkml:trace contextRef="#ctx0" brushRef="#br0" timeOffset="159959.14">12155 16598 2852 0,'-8'1'325'0,"1"1"-179"0,-2-1-12 0,1 0-13 0,1-1-14 15,0-1-36-15,1 0-48 0,-3-1-8 0,1 0-15 0,-1 1-9 0,-1 0 1 16,-2 1-4-16,1 1-18 0,-3 1-1 0,0 2 5 0,-1 1-14 0,-1 1 12 15,0 2-10-15,-1 1-5 0,1 0 19 0,1 3 15 0,0 1 7 16,0 2 0-16,2 1-3 0,1 0-4 0,3 3 11 0,0 1 7 0,3 0-4 16,1 0 1-16,3 0 1 0,2-2-7 0,1 1 8 0,4-2-8 15,1 1 3-15,2-3 3 0,2 0-10 0,2 0 10 0,1-1-6 0,1-1-13 16,2-1-2-16,0-1-16 0,2-2-13 0,2-2-20 0,-1-2-33 0,2 0-39 16,-1-4-43-16,0 0-46 0,0-2-47 0,0-1-59 0,0-2-71 15,2-3-36-15,0-3-144 0,-1-4 29 0</inkml:trace>
  <inkml:trace contextRef="#ctx0" brushRef="#br0" timeOffset="161191.14">12599 16575 1966 0,'-1'1'613'16,"0"0"-424"-16,-1-1-26 0,2 0-13 0,0-2-15 0,-1 1-37 0,0-1-48 15,1 0-21-15,-3 0-27 0,0 0-11 0,0-1 7 0,-2 2-10 16,-1-2 8-16,-1 0-21 0,-2 2-20 0,-2-1-4 0,-1 2-9 0,0-1 10 16,-1 2-2-16,-1 1 6 0,0 0 15 0,0 2 7 0,0 1 6 15,-1 0 3-15,1 1 4 0,1 2 16 0,1 1 7 0,-1 1-6 0,2 2 11 16,0-1 3-16,2 1-3 0,1 2 14 0,1 0-14 0,2 3 4 0,1-1 3 16,3 2-17-16,1 1 10 0,1 1-10 0,2-1 0 0,2 1 7 15,3 0-18-15,0-1 8 0,2-2 1 0,3 0-6 0,1-4 7 0,1 0-10 16,1-1 5-16,2-2 3 0,0 0-8 0,0-1-5 0,2-3 1 0,0-2-2 15,1-2 4-15,-1 1 6 0,1-2-15 0,-2 0 12 0,0-2-3 16,-1-2 1-16,-1-1-3 0,-4 1 1 0,1-3 0 0,-4 0-2 0,1-1 3 16,-2-1-1-16,-1 1 3 0,0-2 0 0,0 0 2 0,-1 1 4 15,0-3-1-15,-1 1 3 0,-2-2-6 0,0-1 1 0,-2 0 6 0,0-1 13 16,-2-1 3-16,0-3-4 0,-1 2-4 0,-2 0-1 0,-1-1-3 0,0 0-1 16,0 2-8-16,1 1-2 0,-1 1 6 0,2 3-1 0,0 1 13 15,0 4-11-15,1 2 4 0,1 2-2 0,-2 3-5 0,1 1 7 0,0 1-11 16,-2 0-2-16,2 1 0 0,-2 1-2 0,1 2 2 0,0 3 2 0,2 3-14 15,0 0-4-15,3 2-5 0,0 1 3 0,1 1 7 0,2 2-4 16,0-2 2-16,1-2-2 0,2-2-1 0,-1 0 4 0,2-1-9 0,0-3-3 16,0-1 3-16,1-1-3 0,0-2 10 0,0 0 4 0,-1-1 3 15,1-2 1-15,1 0-4 0,0-2 8 0,0-1-4 0,0-2-4 0,0-1-2 16,0 0-7-16,1-1 4 0,-1-1 6 0,0-1-11 0,-1 0-2 0,1 0 0 16,-1-2-1-16,1-1 17 0,0 0-5 0,-2-1 0 0,1-1 9 15,-1 3-4-15,0-2 8 0,-1 1 5 0,0 1-10 0,-3 0 12 0,2 1-11 16,-2 0 6-16,0 2 14 0,0 1 3 0,-1 3 16 0,1 0-2 0,-1 2 5 15,0 0 9-15,0 1-5 0,0 2-10 0,0 0-9 0,1 1-11 16,0 0 0-16,1 1-1 0,0 1-13 0,0 0 2 0,-1 0 0 0,1 0 2 16,-1 0 3-16,-1 2-10 0,0-1-4 0,2 0 6 0,-1 0-20 15,-1-1 2-15,0 0-7 0,-1 1-9 0,-1-2-1 0,0 2-11 0,-1-2-2 16,0 0-7-16,-1 0-1 0,-1-1-5 0,-2 1 0 0,0-2 2 0,-1 0-7 16,-1-1-1-16,0-1-11 0,-1-1-3 0,0-1 5 0,-1-1 12 15,1-3 7-15,0 0 6 0,1-2 11 0,-1-1 0 0,1 0 4 0,0-1 6 16,-1-2 11-16,0 0 16 0,1-3 16 0,1-1 15 0,1-1 7 0,1 0 15 15,0-2 6-15,0-1-1 0,1 0 2 0,1 2-7 0,1-1-5 16,1 0 1-16,0 3-8 0,3 1 3 0,-2 1 8 0,1 1 3 0,0 0-2 16,-1 2-5-16,0 1-3 0,0 0-9 0,1 0-3 0,1 1-13 15,0 0-8-15,0 2-7 0,-1 0-2 0,1 0-4 0,1 1-16 0,-1 0 2 16,1 2-15-16,-2 0-6 0,1 1 3 0,0 1-19 0,0 0 4 0,1 0-17 16,-1 1-19-16,0 0-11 0,1 2-21 0,-1 0-10 0,0 0-22 15,0 2-6-15,2-2 1 0,0 2 4 0,0 0 23 0,2-1 23 0,-1 2 30 16,0-1 30-16,-1 0 23 0,1 1 14 0,-1-2 13 0,1 1 18 0,-1-1 20 15,0 0 22-15,-2 0 14 0,1 1 12 0,-2-2 4 0,1 1 5 16,-1-1-3-16,1-1-11 0,0 1-6 0,-2-3-13 0,1 1-9 0,0 1-6 16,0-2-11-16,0 0-8 0,0 0-7 0,1-1-2 0,-2 1 1 15,1-1-6-15,0 0 4 0,-1 0 0 0,1 0-1 0,-2 0 8 0,1-1 5 16,0 1-2-16,-1-1 9 0,1 0 14 0,-1 0 7 0,-1-1 17 0,2 0-6 16,-1 0 0-16,-1-1-4 0,1 0-11 0,-2-1 1 0,0 1-11 15,-1-2-7-15,-1 0-5 0,0-2-15 0,-2 0 4 0,-1 0-11 0,0-1-9 16,-2 0 1-16,0 1-17 0,-2-2 10 0,-1 0 4 0,-1 1-3 0,0 0 5 15,-1 2-12-15,0 0 4 0,-1 1 3 0,1 3-4 0,1 0 2 16,-1 0 9-16,1 2 0 0,-1 2 4 0,2 2 5 0,0 0-8 0,1 0 9 16,2 3-10-16,-1 0-4 0,1 1 8 0,0 2-16 0,2 0 8 15,0 2-5-15,1 0-8 0,1 1 11 0,1 2 2 0,2-1-11 0,1 0 0 16,0-2-5-16,2-1 2 0,1 0 6 0,1 0-13 0,2-1 6 0,0 0 0 16,2-2 6-16,2-3 8 0,1 1-9 0,1-2-4 0,-2 0 8 15,1-1-2-15,0 0 5 0,0-1 0 0,1 1-2 0,-1-1 5 0,0 0-6 16,1-2 12-16,-2 0-3 0,1 0 1 0,-1-1 2 0,-1 0-2 0,1-1 12 15,-2 1 3-15,-1 0-5 0,0 0-3 0,-2-1-3 0,2 2 4 16,0-1-2-16,-1 0 1 0,0 0-5 0,0 0-3 0,0 1 4 0,-1-1-6 16,1 0 1-16,1 0-5 0,-1 1-2 0,0 0 0 0,0 1-4 15,0 2-10-15,-2 0 4 0,0 1-7 0,-1 0-4 0,1 1 6 0,-1 0-3 16,0 0 6-16,-1 2 4 0,0 0-4 0,0 0 7 0,-1 1 1 0,1 0 1 16,-2 0 0-16,-1 1-1 0,0 0 6 0,-1-2 5 0,0 1-4 15,-1 0-1-15,-1 0 5 0,-1 0 2 0,0-1 10 0,-2 0 6 0,1-2-10 16,-1 0 10-16,0 1-4 0,1-3 2 0,-2-1 12 0,1 0-4 0,0 0 4 15,0-1 3-15,0 0 1 0,0-2 6 0,0 0 0 0,0-3-11 16,1-1-6-16,0-1-10 0,0 0-2 0,-1 1-6 0,1-2-11 0,0-2-4 16,0-1-8-16,0-4-2 0,2 1-17 0,-1-1-33 0,1 0-39 15,2 1-36-15,1-2-26 0,2 2-20 0,0 2-22 0,3 1-16 0,0 1-6 16,2 1-6-16,1 0 7 0,0 1-6 0,2 2-205 0</inkml:trace>
  <inkml:trace contextRef="#ctx0" brushRef="#br0" timeOffset="161525.14">14045 16700 2368 0,'-3'0'241'0,"-1"-1"-89"0,0 0 5 0,1-2-19 0,-1-2-26 16,1 0-50-16,-1 1-53 0,0-2 3 0,0 2-14 0,-1-1-7 0,0 1 8 15,0-1-12-15,0 1 8 0,-1 0-2 0,0 0-18 0,-1 1 0 16,0 0-1-16,0 2 0 0,0 0 5 0,-1 0 2 0,-1 1 0 0,1-1-2 16,-1 2 2-16,0 0 9 0,0 0-5 0,0 0 3 0,0 1 0 15,1 0-5-15,1 1 7 0,0 0 10 0,1 1-9 0,0 0-1 0,1 0 3 16,1 1-1-16,2 2 8 0,1 0-10 0,1 1 0 0,2 1-1 0,0-1 6 16,2 4 14-16,2 1-7 0,1 1-6 0,2 1 1 0,1 0-2 15,3 1 11-15,1 2-6 0,3-4 0 0,-2 0 6 0,2 1-17 0,1-3 18 16,-1 1-10-16,1-3-12 0,1 1 1 0,1-2-17 0,-1-2 1 0,2-1 4 15,-1-1-17-15,-1-1-5 0,0-1-12 0,-1-2-9 0,-2 0-8 16,-1-1-18-16,0-1-27 0,0-1-24 0,0-1-42 0,-1-2-32 0,0 0-33 16,0-2-31-16,0 0-18 0,-1-2-179 0</inkml:trace>
  <inkml:trace contextRef="#ctx0" brushRef="#br0" timeOffset="162009.13">14423 16570 933 0,'-1'0'232'0,"1"1"-52"0,0 0-11 15,0-2-15-15,-1 0-21 0,0-1-28 0,-1 0-27 0,1 0-5 0,-1 0-17 16,1-1 1-16,0 0-2 0,-1 0-12 0,0-1-8 0,0 1-14 0,-2-2-3 16,2 1 0-16,-1 1 0 0,0 0 2 0,2-1 0 0,-1 1 5 15,0-1 6-15,0 0-2 0,0 0-5 0,0-1 1 0,1 2 0 0,-1-1 7 16,0 2 2-16,0 0-5 0,1 1 11 0,0 1-5 0,0 2 6 0,0 0 7 15,0 0-15-15,-1 1 1 0,1 1-16 0,1 0-9 0,-1 2 4 16,1 3-4-16,1 1-1 0,1 3-3 0,2 2-3 0,1 2 5 0,1 2-2 16,2 3-3-16,0-1-4 0,3 3-3 0,0-1 7 0,2 1-1 15,1 1-1-15,1 0 4 0,0 2-4 0,-2-2-4 0,1-2 9 0,-2 0-13 16,1-2 6-16,-2 0 6 0,0 0-15 0,-1-3 18 0,0 2-3 0,-2-1 4 16,-1 0 2-16,-2-1-13 0,-2-1 10 0,-1 0 1 0,-1-2 1 15,-1-8 0-15,-1 2 1 0,0-1 4 0,-1 1 6 0,-1 0 1 0,-1 1-9 16,-2-2-3-16,-1 3-7 0,-2-1 1 0,-1-1-3 0,-2 1-5 0,-1-2 3 15,-1-1 4-15,-2-1-7 0,1 1 5 0,0-2-7 0,-1 0 7 16,1-1-2-16,1 0 7 0,2 0 8 0,-1 1-6 0,1-1 5 0,1 0-14 16,0 0 14-16,3-1 4 0,-2 1 5 0,2-2 4 0,0 1-6 15,2-2 6-15,0-1 4 0,1 0-8 0,1 0-3 0,1-3-12 0,1 0-3 16,0-1-1-16,1-1-9 0,0 0 0 0,1-1 3 0,-1-1 4 0,1-1 0 16,0 0-7-16,0-2-6 0,0 0 6 0,-1-2-11 0,2-2-14 15,0-2 15-15,1-12-14 0,0 1 3 0,2 3 11 0,0 6-27 0,1-1-10 16,1 2-14-16,0 2-27 0,1 0-16 0,1 0-35 0,0 2-29 0,-1 3-44 15,3-1-66-15,0 2-74 0,2-2-83 0,2 0-355 0</inkml:trace>
  <inkml:trace contextRef="#ctx0" brushRef="#br0" timeOffset="162725.13">14673 16791 3366 0,'-6'6'191'0,"2"0"-53"16,-2 1-2-16,1 0-39 0,2-3-30 0,1-2-35 0,2-1-24 0,1 0 2 15,0-1-14-15,2 1 2 0,0 0-16 0,1 0-8 0,2 0 10 16,-1 0-1-16,4-1-7 0,0 1-13 0,2-1-2 0,1-1-15 0,0 0 4 16,1-1 2-16,1 0 1 0,0-1-1 0,0 1-4 0,0 0-7 0,1-2-4 15,1 1 12-15,0-1-7 0,-1-1-3 0,2 1-14 0,-1-2-9 0,0 0-16 16,-1 1-26-16,1-2-30 0,0 0-24 0,-1-1-12 0,0-2-12 16,1 1-22-16,2 0-38 0,0-1-43 0,0-2-27 0,3 1-53 0,0-4-108 15</inkml:trace>
  <inkml:trace contextRef="#ctx0" brushRef="#br0" timeOffset="163009.13">15345 16427 2117 0,'-4'0'329'0,"-1"2"-132"0,-3 0-1 16,0 0-29-16,0 0-38 0,1 0-52 0,-1 1-50 0,0-1-15 16,0 2-10-16,1-1-13 0,-1 1-1 0,-1-1-15 0,0 1 22 0,-1 3 7 15,1 1 1-15,0 0 2 0,1 1-24 0,1 0-6 0,1 1 1 16,1-1 6-16,1 1 8 0,0 0-6 0,2-2 13 0,1 0-9 0,1 1-4 15,2-1 16-15,0 0-12 0,1 0 10 0,3 1-1 0,0 1-11 0,3-1 12 16,0 1 7-16,3-1-3 0,1-1 5 0,1 1-2 0,1 1-3 16,0-1 3-16,3 3 0 0,-1-2 0 0,0 0 4 0,0 2 0 0,0-1 5 15,-1 0-4-15,-2 1-10 0,1-1 11 0,-2 2-15 0,0-1 9 0,-2 1-3 16,-2-1-4-16,-1-1 8 0,-2 2-8 0,-1-1 9 0,-3 1-9 16,0 0-5-16,-3-1-7 0,-1 3-22 0,-2-1 3 0,-2 1-15 0,-1-1-2 15,-1-1 1-15,0 0-14 0,-2-1 23 0,-1-1-3 0,-1-1 4 16,0-1 10-16,1-1-13 0,-1-2 2 0,1-2-3 0,-1 0-17 0,2-2-20 15,0-2-22-15,0-2-37 0,1-3-28 0,1 0-36 0,0-2-38 0,3-2-26 16,1 1-37-16,3-4-26 0,1-2-174 0</inkml:trace>
  <inkml:trace contextRef="#ctx0" brushRef="#br0" timeOffset="163475.13">15631 16760 2010 0,'2'-1'263'0,"0"1"-34"0,1-1-12 0,0 0-18 16,-2-1-50-16,1 0-52 0,-1 0-44 0,-1 0-28 0,1 0-2 0,-1 1-3 15,-1-1-2-15,-1 2-11 0,1-1-12 0,-2 0-11 0,-2 1-4 0,1 0-5 16,-2 2-7-16,-1-2-2 0,0 2-2 0,-1 1 1 0,1-1 10 16,-1 2 1-16,0 1 7 0,0-1 8 0,0 3-10 0,0 1 18 0,1 0-6 15,0 2 0-15,1-1 9 0,1 3-16 0,0-3 19 0,3 2-2 0,0 1-9 16,2-3 6-16,0 2-14 0,0-1 2 0,2-3 5 0,2 2-6 16,0-1-9-16,2-1 1 0,1 0-6 0,1-1 2 0,1-1 2 0,1 0-8 15,1-2 6-15,0 0-8 0,1-3 7 0,1 1 11 0,-1-1 7 0,0-1 12 16,1 1-1-16,0-1-6 0,-1 0 7 0,-2 1 5 0,-1-1 8 15,0-1 10-15,1-1-1 0,1-2 5 0,0 2-1 0,0 0 2 16,0 0 6-16,-1 1-4 0,1 0-2 0,0 0-4 0,0 1-13 0,0 0 4 16,-1 0-9-16,2 2-3 0,0 0 5 0,1 1-10 0,0 1 3 0,-1 0-6 15,1 1-10-15,0 1 3 0,0 0-4 0,1 2 3 0,-2-2-1 0,1 1-2 16,-1 0 1-16,-2 0 5 0,-1-2 4 0,1 2 0 0,-2-1 2 16,1-2 4-16,-1 0 1 0,1-2 5 0,-2-2 2 0,1-2 7 0,-1-1 5 15,-1-1-5-15,0 0-12 0,-1 2-5 0,-2 0-1 0,1-1-2 0,-1-2 15 16,0-1-2-16,1 0 2 0,-2-1-2 0,1 0-12 0,-1-1 7 15,0 0-3-15,-1 0 6 0,-1-3-5 0,-1 1-1 0,-1-2 1 0,-1-1 0 16,-2 0-1-16,-1 0-2 0,-2-3-6 0,-1 0 2 0,0 0 6 16,-3 2-6-16,-2 1 4 0,0 0-9 0,-1 2-4 0,1 1 3 0,-1 3-19 15,-1 1-4-15,1 3 3 0,1 2-6 0,-1 1-1 0,2 2 1 0,1 2-13 16,1 1 3-16,-1 1-8 0,1 2-7 0,-1-1-5 0,2 2-17 16,1 1-14-16,1 0-17 0,0 0-22 0,0-1-35 0,1 0-37 0,1-2-46 15,0 1-44-15,2 0-32 0,1-1-4 0,2 0-193 0</inkml:trace>
  <inkml:trace contextRef="#ctx0" brushRef="#br0" timeOffset="163725.13">15980 16818 822 0,'9'8'330'0,"1"1"-136"0,2 3-14 0,1 0-28 15,0-1-20-15,-1 1-31 0,1-1-33 0,-2 1-23 0,1 1-6 0,1-2-7 16,1 0 3-16,-1-1-4 0,0-1-3 0,-2 1 7 0,0 1-3 16,-1-2 15-16,-2 0 10 0,0-3 10 0,-3 1 11 0,-1-1 4 0,0 0 12 15,-2 0-10-15,0-1-5 0,-2-1-3 0,0 0-20 0,-1-2 10 0,-1 0 0 16,0 0-11-16,-1-1-2 0,0-1-9 0,-1-2-5 0,0-2-1 15,0-1-20-15,-1 0-9 0,2-1-5 0,-1 1-9 0,-1-2 5 0,0 0 0 16,0-2-10-16,1-2 7 0,-1-2-8 0,0-2-5 0,2 1 5 0,0 2 4 16,0-3-6-16,3 1-7 0,-1-1 4 0,1 0-7 0,0 0-2 15,1-1-6-15,1 1-6 0,1 1 2 0,2-1 4 0,0 2-1 0,0 1-7 16,1 1-14-16,0 3 1 0,0 0 0 0,1 1-6 0,-1 2 0 16,0 2-12-16,0 0-10 0,0 3 0 0,0-1-8 0,0 2-8 0,0 1-8 15,-1-1-23-15,0 3-29 0,-1-1-42 0,0 0-56 0,0 1-76 0,0-1-65 16,-1 0-173-16</inkml:trace>
  <inkml:trace contextRef="#ctx0" brushRef="#br0" timeOffset="164042.13">16412 16936 1943 0,'4'1'342'0,"1"1"-147"0,1-2 19 16,1 0-5-16,-1-1-57 0,1-2-51 0,1 0-57 0,0-2-14 15,-1 0-5-15,2 0-16 0,-1-2 7 0,0 1-13 0,-1-1-6 0,-2 0 3 16,0 0-15-16,0 1 3 0,0-3-2 0,1 0-13 0,-1-2 18 15,-1-1 6-15,0-1-3 0,-1 0 13 0,0-1-8 0,-1-1 1 0,-1 2 7 16,0 2-13-16,-2-3 5 0,1 2 4 0,-2-2-1 0,0 2 9 0,-1 2-11 16,-1-1 7-16,1 1-2 0,-2 1-1 0,1 0 3 0,-2 2-9 15,0-1 11-15,0 3-4 0,0 0-1 0,1 0 3 0,-1 2-11 0,0 2 8 16,-1 0-4-16,1 4-4 0,0 0 13 0,0 2-9 0,1 1 0 0,1 0-3 16,0 2-13-16,1 0 10 0,1 3-4 0,1 0-1 0,0 0 2 15,1 1 4-15,2 2-1 0,1 2 10 0,0 0-4 0,3 1-4 0,1 2 10 16,0 1-6-16,2-2 9 0,0 1-9 0,0-3 0 0,3 1 0 15,0-3-4-15,0 1 6 0,1-2-9 0,-1 0 8 0,-1-3-11 0,1-3-13 16,-1 2 2-16,1-3-19 0,-1-2-13 0,-2 0-19 0,2-3-36 0,-2-1-26 16,0-1-34-16,-1 0-27 0,-1-3-30 0,1-1-45 0,-2-1-33 15,2-3-55-15,0-1-48 0,0-5-203 0</inkml:trace>
  <inkml:trace contextRef="#ctx0" brushRef="#br0" timeOffset="164226.13">16834 16705 1589 0,'3'2'946'16,"2"0"-756"-16,1 1-14 0,1-2 5 0,0-1-17 0,0 0-58 15,1-1-55-15,0 0-37 0,1 0-5 0,0-1 2 0,0 1-9 0,0 0-6 16,-2-1-1-16,2 0-4 0,-2 1-11 0,1-1-24 0,0 2-19 0,0-2-19 16,-1 1-18-16,0-2 6 0,-1 0-13 0,0 1-15 0,0-2-16 15,0 1-41-15,0 0-22 0,-2-1-30 0,0 1-25 0,0-1-35 0,-1-2-45 16,1 0-26-16,-1-1-227 0</inkml:trace>
  <inkml:trace contextRef="#ctx0" brushRef="#br0" timeOffset="164393.13">16973 16947 2330 0,'4'11'220'16,"2"4"-18"-16,1 2-4 0,1-3-20 0,0-1-44 0,1-3-61 15,1 0-36-15,0 0-8 0,0 0-24 0,0-1 4 0,2-1-7 0,-1 1-6 16,0-3 3-16,0-1-29 0,-1-2-17 0,0-1-16 0,0 0-24 15,0 0-16-15,0 0-15 0,0-1-27 0,-2-2-15 0,2 0-16 0,-1-1-15 16,0-1-12-16,0 0-13 0,1-1-26 0,0-1-26 0,-1 0-47 0,1-3-23 16,1 0-195-16</inkml:trace>
  <inkml:trace contextRef="#ctx0" brushRef="#br0" timeOffset="164842.13">17605 16851 2152 0,'3'0'497'0,"0"0"-330"0,1-1 5 0,0 0-8 0,0-2-26 15,-1-1-46-15,1 1-61 0,0-3-16 0,0 1-9 0,0-1 3 0,-1 0-2 16,1-2-14-16,-1-2 5 0,-2 1-18 0,0-1-6 0,-2 0 4 0,-1 0-12 16,-2-3 2-16,-2 1 1 0,-2-1 1 0,-1 1 3 0,-2 0 9 15,-1 0-5-15,0 0 2 0,-1 0 6 0,-1 1-1 0,0 1 11 0,-1 2-6 16,1 0 1-16,-2 0-3 0,0 3 0 0,0 0 7 0,0 2-6 0,-1 2-2 15,-1 0 8-15,1 2-3 0,-2 0 11 0,2 3 3 0,0 0-3 16,0 2 1-16,1 2-10 0,0-1 12 0,3 1 0 0,-1 1-5 0,2 0 4 16,0 2-16-16,2-2 7 0,1 2 5 0,3-1-11 0,0 0 6 15,2 2-3-15,2-1 4 0,1-1 16 0,2 0 0 0,0-2 0 0,2 1-1 16,1 0-3-16,1-1-3 0,1 1 6 0,2 0-8 0,1-1 9 0,1-1-1 16,1-2-2-16,0 0 13 0,0 0-4 0,0-2-2 0,2 0-4 15,-1 0-2-15,1-2 3 0,-2 1 3 0,1 0-4 0,1-1-5 0,0 2 9 16,0 0-7-16,-1 1 2 0,1 0-9 0,-1 1-8 0,0-1 10 0,0 1 5 15,-2 1 5-15,0 0-1 0,1 1-4 0,-2 1-2 0,0 0 2 16,-1 0-13-16,-1 1-1 0,-2-1 0 0,0 1-13 0,-1 0 3 0,-1 3-13 16,-1-1-6-16,-2 1-5 0,0 1-14 0,-2-2 6 0,0 3-1 15,-1 0 2-15,-1 1-4 0,1-1 0 0,-2 3-6 0,3-10 17 0,-1 2-2 16,0 1-2-16,-1 1-2 0,1 1-11 0,-1 1 5 0,1 1-7 0,-1 1-23 16,1-2-27-16,0-1-46 0,1 0-76 0,0-2-75 0,1-3-110 15,-1-1-157-15,2-4 58 0</inkml:trace>
  <inkml:trace contextRef="#ctx0" brushRef="#br0" timeOffset="165125.13">17768 16932 1959 0,'5'8'750'0,"2"2"-581"0,3 3 1 16,1-1-4-16,0 1-17 0,2-1-47 0,0 0-54 0,1 1-19 15,2-1-4-15,0-1-7 0,-1-1 1 0,0 0 0 0,0 0-2 0,-1 0-13 16,-1-1-1-16,0-3-6 0,-1 0-11 0,0-4 1 0,-6-1-11 0,2-1 22 15,5 1 2-15,-1-2 2 0,1 0 11 0,-4-2-20 0,-1-2 18 16,0 1-2-16,-1-1-14 0,-2 0-10 0,-2-1-8 0,-1 2 10 0,0-2 6 16,-1-1-3-16,0 0 1 0,0-4-2 0,-2 0-2 0,0 0 13 15,-1-1 0-15,-1-1-6 0,0-2 12 0,0 0-8 0,-2 1 7 0,-1 1 1 16,0 0 0-16,-2-1-3 0,-1 1-5 0,-1-1 15 0,-1 2-1 0,1-2 3 16,-3 2-4-16,0 1-13 0,-1 0-4 0,-1 2 8 0,-1 0-6 15,0 2-9-15,-1 1-2 0,1 4-16 0,-2 1-2 0,1 3-8 0,1 3-10 16,1 2-5-16,1 2-28 0,0-1-13 0,0 4-30 0,0 2-28 0,0 2-18 15,0 2-36-15,-1 3-36 0,2 3-62 0,-1 3-119 0,1 4-134 16,2 3-147-16</inkml:trace>
  <inkml:trace contextRef="#ctx0" brushRef="#br0" timeOffset="165425.13">18475 16709 2724 0,'1'1'157'0,"0"-1"13"0,0 1-7 16,-1-1-18-16,1 0-36 0,-2 1-57 0,0 1-26 0,-2 1-7 0,-1 1-21 16,0-1 4-16,-1 3-21 0,-1 1-12 0,-1 2 14 0,-1 3-7 15,-3 1 11-15,-2 4 2 0,-1 4-15 0,-1 0 15 0,0 5 4 0,-1 0-2 16,-1 3 7-16,0 1 6 0,0 2-4 0,-1 4 7 0,1 4-10 0,10-21 3 15,-4 7 9-15,1 0-6 0,-2 4 3 0,0 0-10 0,-1 3 0 16,1-1-3-16,-2 2 5 0,1-1-5 0,1-2-22 0,1-3-2 0,1-2-34 16,0-3-25-16,0-4-18 0,1-1-38 0,1-4-47 0,0-3-73 15,0-4-68-15,0-5-80 0,-1-4-99 0,-1-7-324 0</inkml:trace>
  <inkml:trace contextRef="#ctx0" brushRef="#br0" timeOffset="165708.13">17800 16573 2861 0,'-1'4'197'0,"1"-1"-34"15,-1 1-21-15,1-1-11 0,1-2-32 0,-1-1-52 0,1 0-30 0,-1-1-15 16,1 0-8-16,0 1 4 0,0 0-5 0,0-1 1 0,0-1-2 0,0 0-5 16,0-1 8-16,0 1-14 0,0-1 13 0,0-1-1 0,0 0-10 15,-1 1 15-15,1-1 2 0,-2 1-4 0,1-2 14 0,-1 0-16 0,1 0 2 16,-1 0 4-16,-1 0 0 0,1 0 2 0,-1 0-7 0,0 0 1 0,0-1-15 15,-1 0 10-15,1 1-9 0,0 0 10 0,0 0-5 0,-1 1-9 16,0-1 6-16,0 1-6 0,0 1 2 0,0-1-10 0,-1 2-4 0,-1-2-13 16,1 1-3-16,0 1 2 0,0 0-18 0,0-1-11 0,0 1 2 15,1 0-7-15,1 0 9 0,0 1-3 0,0 0-2 0,1 0 6 0,0 0-6 16,1 2 2-16,1 0-2 0,0 1-23 0,0 0 0 0,1 1-27 0,-1-2-18 16,2 1-30-16,0 0-61 0,1 1-73 0,0 2-82 0,2 1-189 15</inkml:trace>
  <inkml:trace contextRef="#ctx0" brushRef="#br0" timeOffset="165925.14">18778 17208 2622 0,'6'7'579'0,"-1"-2"-454"0,1 1 38 0,1 0-8 0,1 2-49 0,0-2-44 15,1-2-41-15,-1 0 4 0,-1-1-17 0,-1-2-24 0,0-1 1 16,-2 0-24-16,0-2 1 0,-1 1-2 0,-2 0-12 0,0-2-4 0,-2 0-23 16,-1-2-13-16,-1 0-3 0,-3-3-14 0,-2-2-11 0,-2 0-16 15,-3-2-14-15,-2 1-14 0,-4-3-35 0,-4 1-56 0,-3-1-91 0,-10-4-127 16,-31-10-464-16</inkml:trace>
  <inkml:trace contextRef="#ctx0" brushRef="#br0" timeOffset="168675.15">10700 14371 1428 0,'-5'-8'471'0,"0"-1"-394"15,0-1-41-15,1 3-20 0,1 2-5 0,0 2-18 0,1 1-17 16,1 1-11-16,0 1-9 0,0 1 2 0,-1 0 9 0,0 1 11 0,0 1 2 15,-1 2 1-15,-1 0 0 0,0 3 2 0,-2 0 6 0,1 0 1 16,-1 0 9-16,1-2 12 0,-1 1 2 0,0-1 4 0,1-2 0 0,-2-1-8 16,1-1 6-16,-2-2-2 0,1 0 9 0,0-1-1 0,-1-1 5 0,1-1 0 15,-1-2-8-15,0-2 8 0,0-2-1 0,1-2 3 0,0-2 3 0,1-1-4 16,1-1 0-16,-1-1 4 0,2-3-5 0,-1-2-1 0,3-1-6 16,0-4-8-16,2-1 1 0,1-3-4 0,2 0-3 0,1-2 4 0,3 0-4 15,1-1-2-15,1-1 6 0,3-2-17 0,3 1 16 0,4-1 2 16,1 0-13-16,5-1 15 0,2-2-12 0,4 0 0 0,4 1 8 0,4-2-7 15,2 1 2-15,4-2-4 0,4 0-2 0,4 1 1 0,1 0-1 0,2 3 2 16,1 2 1-16,1-1-6 0,3 3-14 0,-1 2 2 0,1 3 4 0,-1 1 5 16,-1 2 10-16,1 0 2 0,0 2-1 0,0 4-2 0,1 0 4 15,-1 2-7-15,1 4-4 0,1 1 1 0,2 3 0 0,-3 3-1 0,1 2 5 16,1 3-1-16,-3 3 2 0,1 2-1 0,0 4 1 0,-1 3-2 16,1 3-9-16,2 4 3 0,0 4-2 0,0 2 1 0,-2 5 5 0,0 1-11 15,-3 5 11-15,1 1-4 0,0 5 0 0,-2 3 14 0,0 2-15 0,-1 5-2 16,-2 4 2-16,-1 4-4 0,0 3 8 0,-5 1-4 0,-4 2-5 15,-2 3 8-15,-3 0-7 0,-4-1 10 0,-2 0 8 0,-5-3-7 0,-3-2 4 16,-3-2-6-16,-3-3 2 0,-2-3-4 0,-3-1 3 0,-5-2-6 16,-2-2 2-16,-4 0 6 0,-3-2 0 0,-4-1 14 0,-3 0-4 0,-3 0 2 15,-4-2 0-15,-3 1-7 0,-4-1-7 0,-2-1-9 0,-7 0 0 0,-4-1-5 16,-5 2 5-16,-4-3-4 0,-2-2 6 0,0-1 10 0,-3-4-1 16,-2-2 17-16,0-2-4 0,-2-3-2 0,0-4 6 0,0-2-7 0,-1-4 2 15,-3-3 5-15,0 0-5 0,-2-2 4 0,-1-2 6 0,2-3 3 0,1-3 10 16,3-3 11-16,1-3 4 0,3-2 8 0,2-3 1 0,2-1-7 15,1-2-3-15,2-3-11 0,0 1 1 0,1-4-4 0,2-2-4 0,-1-2 6 16,4-1-6-16,1-2-8 0,1 0 0 0,2-2-13 0,0-1 1 16,4 0 14-16,0-1 3 0,2 1 8 0,3-1-1 0,1 1-13 0,1-2-4 15,4 1-4-15,-1 0-4 0,2-1-3 0,2 1 2 0,0-1 1 0,1 1 1 16,3-1 4-16,1 2 1 0,0 1-6 0,3 1 9 0,0 4 0 16,1 1-2-16,1 0 4 0,-1 3-2 0,2-1-7 0,0 1 4 0,1 2 0 15,0 2-6-15,0 1-3 0,1 1 6 0,0 0-8 0,0 1 1 0,0 0-1 16,1 1-17-16,0-2 2 0,0 1 4 0,1 0-1 0,-1 0 11 15,1 1 11-15,1 1-6 0,-1-1 5 0,1 2 2 16,-1-1-14-16,-1-1 7 0,1 1-10 0,0 0 1 0,0 1 2 0,-1 0-12 0,0 1 3 0,0 1-11 16,0 0-18-16,0 2-10 0,-1 0-26 0,1 0-34 0,-1 1-44 15,0 1-51-15,0 0-69 0,0 2-110 0,0 2-152 0,0 5-312 0</inkml:trace>
  <inkml:trace contextRef="#ctx0" brushRef="#br0" timeOffset="169459.15">17939 17790 1996 0,'1'0'240'0,"1"0"-41"0,0 1-2 16,0-1 3-16,1 1-60 0,1-1-52 0,0 1-54 0,0-1-11 15,1 1 9-15,2 0-6 0,1-1 2 0,0 0 6 0,2 0-22 0,1 1-1 16,0-1 3-16,2 0-12 0,1 0 11 0,1 0-13 0,1 0 1 0,0-1-6 16,2 1 0-16,2 0 6 0,-1 0-8 0,2 0-7 0,1-1 19 15,0 1-12-15,2 0-3 0,0 0 11 0,1 0-33 0,1-1-1 0,0 1 8 16,2-2-17-16,0 1-7 0,1-2 3 0,27-4-7 0,-2 0 0 0,-1-2 9 16,-4-3 19-16,-1-1-24 0,-5 0-1 0,-4-2 1 0,-3-2 1 15,-3 0 29-15,0-1 7 0,-1-3 1 0,0-2 5 0,-1-1 6 0,-1-2 5 16,-1-1 14-16,1-1-6 0,-3-1 1 0,0-3 9 0,-3 1-9 15,0-2 17-15,-1 0-1 0,-3-3-1 0,0 1 3 0,-3-1-19 0,9-33 13 16,-6 9-6-16,-6 8 1 0,-7 10 6 0,-3 4-16 0,0-1 6 0,-4 2 5 16,-1 1-4-16,-2-2-8 0,-3 1-3 0,0-1-12 0,-4-2-6 15,-1 1-1-15,-1 0-22 0,-1 0-5 0,-2 1-4 0,-1-2-10 0,-3 4-15 16,-1 1-20-16,0-2 2 0,-3 2-3 0,0-1 12 0,-2 2 19 0,-1 1 2 16,0 2 20-16,-4 0 7 0,0 1 8 0,-2-1 8 0,-1 1 1 15,-1 1 1-15,-1 1-4 0,-3 1-5 0,-3 2-3 0,-2-1-3 0,-1 2-14 16,-3 2-10-16,-3 2-5 0,-1 2-1 0,0 4 5 0,-2 2 1 15,0 2 1-15,1 3 7 0,-3 1 5 0,-2 3 6 0,0 2 3 0,-1 3 2 16,2 2 8-16,3 2 7 0,2 4 19 0,2 0 7 0,2 3 10 0,1-1 10 16,4 4 6-16,2 0 8 0,1 3 5 0,5 0-3 0,1 3 0 15,3 3 4-15,2 3 4 0,2 5 1 0,1 4-7 0,3 4-7 0,3 4-4 16,2 3-6-16,2 5 4 0,4 6-2 0,0 5-14 0,3 5-6 0,2 4-12 16,2 7-6-16,4 4-8 0,2 3-25 0,2 5-49 0,-1-46-88 15,2 15-124-15,0 4-278 0,2 17-263 0</inkml:trace>
  <inkml:trace contextRef="#ctx0" brushRef="#br0" timeOffset="187176.41">4391 7514 911 0,'-37'-8'301'0,"-5"3"-261"0,-7-1-4 0,6 4-11 0,6 3-5 0,1 0 1 16,1 1-6-16,-1 2-1 0,0 1-8 0,-2 2-1 0,1 1-8 0,-1 2-8 15,0 2-7-15,1 3-13 0,-2 1-9 0,0 0-12 0,-2 0-7 16,1 1-2-16,-2 0 14 0,-1 3 18 0,-1-2 14 0,-1 3 10 0,1-1 1 16,0 1 2-16,-2 1 3 0,-1 1 2 0,0 1 5 0,-1 2 0 0,2 1 3 15,-1 3 6-15,1 0 3 0,1 3 9 0,0 0 3 0,-1 1 2 16,0 3-1-16,2 1-5 0,0 5-3 0,0-1-10 0,2 4 1 0,-1 1-5 16,1 4 4-16,3 0 7 0,0 2 1 0,1 3 3 0,4 1 4 0,-1 1 4 15,4 3 3-15,3 0 10 0,3 1-7 0,2 2 0 0,4 1-5 16,4 0-9-16,1 2 4 0,3 2-7 0,4 0 0 0,3 0-2 0,3 1-3 15,5 0-2-15,2 0 8 0,3 1 0 0,2-1 2 0,4-4-1 16,2 1-9-16,5-2-9 0,3-2-3 0,3-1 0 0,2-3 5 0,3-1 2 16,2-3-3-16,5-1 4 0,1-4-2 0,5-1 10 0,4-1 6 15,2-2 0-15,3-2 5 0,1-1 1 0,3-3 1 0,4 0 1 0,2-4 1 0,3-2-7 16,2-2 1-16,4-2-4 0,3-1 2 0,2-2 4 0,2-3-2 16,2-1-11-16,5-2-7 0,2-3 6 0,4-1-5 0,1 0 10 0,2-2 0 15,3-4-8-15,0-1 0 0,4-2-3 0,2-1 2 0,1-3-2 16,1-1-3-16,2-2-1 0,3-3 1 0,0-3-4 0,3-1-3 0,-1-3 2 15,1-2 9-15,0-1-12 0,-1-3 0 0,3-1 0 0,-2-1 4 0,2-1 24 16,1-4-4-16,0 0 0 0,0-2-9 0,0-1-2 0,0 0 6 16,1-2-4-16,2 0-4 0,-4-1-4 0,1-1-4 0,-1 0 4 0,0-2 3 15,2 0-2-15,-2 0-5 0,2 1-1 0,-1 1-2 0,-1 2-3 0,-1 0 6 16,-3 1-1-16,0 0-6 0,-3 1 4 0,-3 2-20 0,-1 0-1 16,0 2 13-16,-3 0-2 0,-3 0 20 0,-3 1 1 0,-2 0-17 0,-4-1 1 15,-1 3-2-15,-4 0 4 0,-2 1 3 0,-6 0 2 0,-1 2-1 16,-5-1-1-16,-4 1 0 0,-2 0 2 0,-4 2-4 0,-3-1-4 0,-3 0 1 15,-3 2-5-15,-5-1 2 0,-3 2 1 0,-4 0-7 0,-4-1-4 0,-2-1-6 16,-3 1-10-16,-1 0-12 0,-5 0-14 0,-2 1-16 0,-3-1-17 16,-5 0-13-16,-2 1-14 0,-3-2-14 0,-1 0-10 0,-4-1-4 0,-2-1-11 15,-2-2-16-15,-3-2-16 0,-1 0-14 0,-2-2 1 0,-3-1 21 0,-1-1 32 16,-3 0 17-16,0-1-38 0</inkml:trace>
  <inkml:trace contextRef="#ctx0" brushRef="#br0" timeOffset="187426.43">9990 9160 280 0,'-14'2'118'0,"0"2"-47"16,-5 2-23-16,4 0-8 0,3 0 1 0,3-1-4 0,1 0-2 16,2 0 9-16,1 0 8 0,2-1 18 0,3 0 9 0,2 0 6 0,2-1 1 15,2 0-14-15,3-1-5 0,2 1-3 0,4 0-3 0,3-1 2 0,1 0-1 16,2 0-5-16,3 0-5 0,2 1-2 0,2-1-3 0,3 2-1 16,2-1-1-16,1 1 0 0,4 1 3 0,1-1-4 0,1 1-6 0,5 1-5 15,-1-1-8-15,2 1-2 0,2 0-3 0,2 0 4 0,0 0-1 16,0-1-1-16,0 1 6 0,-1 1 4 0,0 0-1 0,0 1 5 0,-3 1 3 15,-1-1-1-15,-3 2 2 0,-3-1 0 0,-4 3 2 0,-2 1-10 0,-4 1 4 16,-2 2-5-16,-4 0 0 0,-2 3 4 0,-4 2-11 0,-3 2 1 16,-5 6-5-16,-3 0-14 0,-4 4-6 0,-3 1-31 0,-4 2-44 0,-2 1-81 15,-7 4-101-15,-5 4-136 0,-6 5-222 0,-12 8-215 0</inkml:trace>
  <inkml:trace contextRef="#ctx0" brushRef="#br0" timeOffset="190660.57">3681 8982 688 0,'-26'-2'176'0,"0"1"-162"0,-4-1 50 15,7 1-19-15,7 0 10 0,1-2-11 0,1 1-11 0,0-2-4 0,1 1-7 16,1 0-5-16,1 0-3 0,0 0-2 0,2 0-6 0,1 2-6 0,1-1-4 15,0 2 6-15,0 0-3 0,0-1 8 0,1 1-3 0,0 0-12 16,1 1 6-16,-1-1-2 0,0 1-5 0,0 0 6 0,1 1-6 0,1 0 3 16,-1-1 5-16,0 1 0 0,-1 0 0 0,1-1 1 0,0-1-2 15,0-1 1-15,1 0 1 0,0-2 3 0,1 1-8 0,0-3-3 0,0 1 2 16,1-3-4-16,0-3 8 0,3-1 2 0,-1-2-3 0,2 0 8 0,0 0-2 16,0-1 3-16,1-2 0 0,-1-2 0 0,1 1-1 0,0-1 5 15,0-1 6-15,1 2 4 0,0-2 5 0,2 1 7 0,-1 0 1 0,1 1 4 16,1 1-3-16,0-2-4 0,1 3-3 0,2-2-2 0,1 0-3 0,2 0-6 15,1 0-5-15,-1-1-1 0,3 0-2 0,3 2-1 0,-1-1-1 16,3 2-3-16,2-1-5 0,0 2 0 0,3 0-1 0,1-1 0 0,2 0-1 16,1 1 5-16,-1 1-3 0,4-1 1 0,1 2-2 0,0 1 1 0,3 0 0 15,-1 3-1-15,4 0 0 0,0 0-2 0,1 2 2 0,0 0 0 16,2 0 3-16,0 1-2 0,2 1-1 0,1 1-1 0,1 0-4 0,-2 0 4 16,2 1 0-16,2 1 3 0,-2 1 3 0,3-1-2 0,0 2 4 15,0-1-2-15,2 2-2 0,0 1 3 0,-2 0-5 0,1 2 5 0,-1 0-4 16,0 1 2-16,-1 0 5 0,2 1 7 0,-2 1 8 0,-1-1 1 0,1 2 2 15,-2-2-2-15,1 1 3 0,-3 1 1 0,-2-1 3 0,0 2-3 16,-2-1 2-16,-1 1 6 0,-2 2-7 0,-4 0-2 0,-3 0-3 0,-5 1-8 16,-2-1 13-16,-5 2-2 0,-1 1 2 0,-3 1 1 0,-4 0-8 0,-3 1 1 15,-5 1-2-15,-3 1-6 0,-1-1 2 0,-7 1-2 0,-4 0-7 16,-6 0 3-16,-4 4-4 0,-6 0-6 0,-5 2 9 0,-7 2-5 0,-4 1-4 16,-6 2-1-16,-3-1-9 0,-6 1-9 0,-5 0-1 0,-3 2 7 15,-6-2-6-15,-3 2 10 0,-1-1 5 0,-3-2-8 0,0-2 6 0,-1-2 0 16,-2-2-8-16,1-2-9 0,-3 0-7 0,2-1-8 0,-1-1 4 0,2-1 7 15,3-4 5-15,3-2 12 0,3-3 4 0,6-1 4 0,4-2 2 16,3-2-7-16,7-1-6 0,5-1-16 0,3-1-16 0,4-1-37 0,5-1-47 16,4-1-72-16,4 1-114 0,3 0-298 0</inkml:trace>
  <inkml:trace contextRef="#ctx0" brushRef="#br0" timeOffset="205478.45">14139 13768 1 0,'-7'28'161'0,"0"-2"559"0,-1 0 570 0,3-12-1155 16,-3-7-94-16,0 0-6 0,1 0 5 0,0 0-3 0,2-2-9 0,1 1-21 15,0 1-5-15,1 0 3 0,-1-1-1 0,0 2 7 0,0 0 3 16,-3 2-4-16,0 0 12 0,-1 2-6 0,0 2-2 0,-1 0-3 0,1 2-11 15,-2 0 13-15,1 4 3 0,-2 1 10 0,-2 2 3 0,0 4-5 0,-1 2-4 16,1 4-5-16,-2 5-1 0,-1 3-5 0,-1 4-3 0,1 3-3 16,-1 2 2-16,-1 5-1 0,1 3-4 0,-2 4-2 0,-1 3 2 0,1 2-2 15,-1 2 4-15,1 1 3 0,-1 0 0 0,2-1-2 0,0-4 1 0,1 0-3 16,2-2 3-16,2-2-4 0,1-3-2 0,0-2-1 0,3 0-4 16,1-5 4-16,2 0-4 0,0-5-4 0,1-3-3 0,0-2-15 0,1-4-15 15,0-2-25-15,-1-5-33 0,2-2-49 0,-2-6-38 16,1-4-59-16,1-4-86 0,-1-6-90 0,2-2-389 0</inkml:trace>
  <inkml:trace contextRef="#ctx0" brushRef="#br0" timeOffset="205744.45">14238 14519 2733 0,'0'13'136'0,"0"0"-74"16,1 4-11-16,0 0 1 0,1 1-11 0,1 1-20 0,1 1-14 16,2 3-5-16,0 2 0 0,0 1-2 0,-1 3-6 0,-2 0 6 0,-1 2 2 15,-1 1-5-15,-1 3 1 0,0 0-12 0,-2 1-5 0,0 1 5 0,0-1-5 16,-2 2-1-16,-1 0 2 0,0 1 0 0,-2-1-5 0,0 0 3 16,1-2-14-16,-2-2-11 0,1-2-15 0,0-1-18 0,0-5-13 0,-1-2-10 15,1-3-23-15,0-5-15 0,2-1-19 0,0-3-19 0,1-4-23 0,0-2-21 16,-1-5-21-16,2-3 1 0,-1-4 3 0,2-5 6 0,-1-3-190 15</inkml:trace>
  <inkml:trace contextRef="#ctx0" brushRef="#br0" timeOffset="206028.45">14220 14748 839 0,'3'-20'244'0,"0"-3"-26"0,1-5-10 16,-2 5-35-16,1 4-19 0,0 2-22 0,-1 2-24 0,0 1-10 16,1 2-16-16,0 3-1 0,0 3 2 0,0-1-11 0,-1 2 7 0,2 1-9 15,0 2-20-15,1 1-1 0,0 1-3 0,1 2-8 0,1 2 5 0,1 1-21 16,-1 2 9-16,2 1-9 0,1 3-9 0,0 4 14 0,-1 3-13 15,1 3-2-15,-1 3 7 0,0 2-12 0,1 3 0 0,0 2-4 0,0-1-1 16,0 2 1-16,0 3-1 0,-1-1 0 0,1 1 1 0,0-3 1 16,1-3-3-16,0-4 3 0,2-1-4 0,-2-4 0 0,2-3 3 0,0-3 3 15,-1-3 6-15,0-3 2 0,-2-3 1 0,2-3 1 0,1-1 2 0,-1-2-4 16,1-2 1-16,-1-2-2 0,2-2-1 0,1-3 4 0,0-2 0 16,0-1 2-16,0-3 0 0,-1-2-11 0,0 0 0 0,-1-1 0 0,1-1-3 15,0-2 3-15,-2-1 2 0,0-1-9 0,-2 0 5 0,1-1 1 0,0 0-8 16,-1 1 0-16,1-1-3 0,-1 1-6 0,0-1 2 0,1 1-2 15,0 2-12-15,0-1-14 0,0 2-11 0,0 1-15 0,-1 1-27 0,0 2 1 16,-1 1-22-16,0 0-25 0,-1 1-25 0,0 0-60 0,0 4-48 16,-3 0-48-16,1 2-44 0,-1 2-43 0,0 1-286 0</inkml:trace>
  <inkml:trace contextRef="#ctx0" brushRef="#br0" timeOffset="206331.45">15246 14765 1900 0,'-2'17'321'0,"0"4"-241"0,0 4 0 0,2 0 14 16,3-4-8-16,1 1-27 0,3-1-33 0,3-2-10 0,0-1-3 0,1-1 5 15,2-2 6-15,-1-3-4 0,1-1-1 0,0-3-2 0,0-1-1 0,1-3-1 16,0-1-5-16,0-3 0 0,-1-1 0 0,1-2-2 0,-2-2 4 16,2-1 0-16,-2-1 1 0,-1-3-1 0,1 0 6 0,-2-2-4 0,1-3 8 15,-2-1-2-15,0-1-1 0,-2-1 14 0,0-3-8 0,-1-1 8 0,-2 0-5 16,-3-2-3-16,0 7-25 0,-2 4 0 0,-4-12-306 0,-2 1 114 15,-2-10-6-15,-2-4 0 0,0 11 294 0,-1-1-104 0,-2 3 20 0,0-3-7 16,-3 3-1-16,0 1-1 0,0 2-3 0,0 3-9 0,0 2 0 16,-2 2-1-16,1 6-7 0,-2-1-1 0,-1 4-9 0,0 4 1 0,-2 1-21 15,1 5 0-15,0 2-14 0,1 1-4 0,-2 3-16 0,1-1-12 0,-1 3-32 16,0 1-39-16,2 0-44 0,-1 2-64 0,1 0-88 0,-1 2-193 16</inkml:trace>
  <inkml:trace contextRef="#ctx0" brushRef="#br0" timeOffset="206760.45">14182 13891 2142 0,'-3'0'319'0,"3"-1"-236"16,-1 0-31-16,2 0-13 0,2-1-17 0,3 2-14 0,4-1-13 15,4 1 2-15,2 0 0 0,1 0 11 0,4 2-1 0,1 0-6 0,2 0 1 16,3 2-1-16,0 0 3 0,4 0-3 0,1 1-4 0,4-1-2 16,0 1 2-16,3 0-2 0,0-1-8 0,3 0 0 0,2 0-3 0,1 1 4 15,-2 0 12-15,1 1-7 0,2-1-10 0,1 0-12 0,1 0-7 0,2 1 0 16,0-2 10-16,2 1 2 0,-1-1 4 0,0 1 7 0,1 0 6 16,-1 2 4-16,0 1 2 0,0 1-5 0,-5 2-5 0,0 2 5 0,-1 2-8 15,-1 3-2-15,-3 3-22 0,-2 3-17 0,-1 3-16 0,-2 4-14 0,-1 4-6 16,-1 7-14-16,-3 1-9 0,-1 5-15 0,-3 4-12 0,0 3 9 15,-3 2 10-15,-5 3 34 0,-3 0 45 0,-6-2 40 0,-5-1 58 0,-3-3 44 16,-4-3 28-16,-3-2 16 0,-2-2-9 0,-3-2-13 0,-2-1-4 16,-1-2 0-16,-5 0-3 0,-1-2 4 0,-1-3-2 0,-4-1-5 0,-2-3-1 15,-3-1-13-15,-5-2-1 0,-1-3-11 0,-6-1-9 0,-2-1 6 0,-3-3-16 16,-3-1 4-16,-1-1-10 0,-3-2-12 0,-3-1-3 0,-1-2-12 16,-3-3-6-16,-2-3-9 0,-2-3-10 0,1-2-3 0,-3-3-12 0,-2-3-8 15,1-4 4-15,0-2-10 0,1-5-1 0,0-3 0 0,1-1-8 0,1-2 1 16,3-3-3-16,4 0 4 0,2 0-2 0,4-2-11 0,5 0-13 15,2-2-18-15,8 1-22 0,3 0-26 0,6-2-29 0,3 3-58 0,4-3-52 16,1-2-62-16,4-4-104 0,0-6-436 0</inkml:trace>
  <inkml:trace contextRef="#ctx0" brushRef="#br0" timeOffset="209944.61">17934 18058 1902 0,'1'6'53'0,"-1"-2"30"0,2 1 11 16,-1 0 7-16,1 1-39 0,1 1-32 0,1 0-18 0,1-1-6 0,2 2 11 15,-1 1-6-15,3-1 8 0,1 1 7 0,2 1 1 0,1 0-4 0,1-3-8 16,2 1 1-16,1-1-7 0,3 0 23 0,0 0 3 0,3-2-10 15,1 1 13-15,1-1-14 0,3 0-7 0,0-1-1 0,3-1-21 0,0-1-10 16,3-1 7-16,1-1-6 0,1 0 7 0,3-2 6 0,1-2 2 16,2-1-18-16,2-1 9 0,0-2-2 0,1-1-12 0,2-1 19 0,2-2-21 15,-1 0-11-15,1-2-21 0,1-1-32 0,0-1-35 0,2 1-70 0,-1-1-52 16,0-1-72-16,0-1-115 0,0 1-313 0</inkml:trace>
  <inkml:trace contextRef="#ctx0" brushRef="#br0" timeOffset="-206895.22">11842 7981 681 0,'5'14'-445'0</inkml:trace>
  <inkml:trace contextRef="#ctx0" brushRef="#br0" timeOffset="-187534.6">15971 10567 2407 0,'-16'4'65'0,"-2"2"13"0,-6 2 4 0,-4 1-3 0,10-2-74 0,1 1-28 0,3-1-30 0,3 0-26 16,0 1-29-16,2 2 1 0,0 0 23 0,2 0 28 0,-1 2 30 0,1-1 20 15,0 2 7-15,1 0 4 0,-1 0-1 0,0 1-4 0,0 2-3 0,0 1-10 16,2-1 3-16,1 3 0 0,0 0 3 0,2 2 8 0,1 1-1 0,2 3 4 16,1-1 2-16,2 2 1 0,2-2 9 0,1 2-2 0,3-1 3 15,2-1 5-15,1 2-4 0,5-1 0 0,1-1-3 0,1 0-3 0,5-2 4 16,1-1-1-16,5 0-1 0,3-1 2 0,2 1-7 0,1-1 4 15,2 0-3-15,0 1-4 0,2-1 4 0,5 2-9 0,1 0 5 0,0 0-10 16,1 1 10-16,1 1 3 0,1-1 0 0,0 3 17 0,2-1-8 0,2 3 2 16,0-1 3-16,2 1-4 0,1 1 0 0,1 1-2 0,2 2-2 15,2 1-1-15,2 2-4 0,0 1-7 0,2 0 0 0,0 3-1 0,1 0 2 16,2 2 4-16,1 5 4 0,3 0 2 0,-1 1-3 0,1 2-3 0,-4-1-9 16,0 2-2-16,1 1 6 0,-2 1 2 0,2 2-2 0,-2 2 0 15,1 1-1-15,1 2-2 0,-1 0 13 0,-3 2-5 0,0 2-2 0,0 1-2 16,-1 3-6-16,1 5 4 0,0 0 9 0,-2 4 2 0,-1 0-6 0,-2-2-1 15,-2 2-1-15,-1 0 2 0,-3 1 7 0,1 3 8 0,-2 2-9 16,-1 1 4-16,-1 2-9 0,-2 0 10 0,-1-2 6 0,1 0-4 0,-3 3 10 16,0-1-9-16,-2 1 1 0,0-1 0 0,-4-2-5 0,-1-1-3 15,0 1-5-15,-3-1 4 0,0-1 3 0,-1 0 3 0,-4 1-2 0,-2-1-3 16,-3 0 2-16,-1 0 0 0,-2-1 0 0,-3 0-4 0,0 2-2 0,-3 0 5 16,-2 0 6-16,-2 1-2 0,-1-1 5 0,-3 3-5 0,-2 1-3 15,-2 1-3-15,-4 1-6 0,0 1-7 0,-3 2 7 0,-2-2 8 0,0 2-1 16,-2-2 4-16,-3 3-9 0,0-2 1 0,-1 1-14 0,4-45 11 0,-2 11 2 15,1 0-3-15,-2 10 5 0,1 2-22 0,-2 11 0 0,0-1 15 16,-2 12 21-16,6-46-3 0,-1 6-5 0,0 1-14 0,0 5-16 0,1 1-3 16,-1 6 34-16,0 1 12 0,-2 4-14 0,2 2 16 0,-2 5-69 15,1 2-15-15,-1 6-6 0,0 1-45 0,1 7-30 0,-2 5-140 0,1 1 273 16,0-5 0-16,1-6 0 0,0-6 0 0,1-5 0 0,1-8 0 0,0-5 0 0,1-20 0 0,0-43 0 0,1 0 0 0,0 0 0 0,1 0 0 0,0 0 0 0,1 0 0 0,1 0 0 0,0 0 0 0</inkml:trace>
  <inkml:trace contextRef="#ctx0" brushRef="#br0" timeOffset="-182467.25">17882 7342 1700 0,'-14'-9'82'16,"0"0"-52"-16,-2 1-2 0,4 3-27 0,3 3-14 0,1 1-22 0,2 1-23 15,1 2-20-15,1-1-30 0,1 1-30 0,1 0-20 0,1 1-23 16,0-1-10-16,1 1-5 0,0 1-5 0,1-2-168 0</inkml:trace>
  <inkml:trace contextRef="#ctx0" brushRef="#br0" timeOffset="-181867.31">17980 7336 1505 0,'-10'-12'452'0,"0"0"-356"0,-2-2-14 0,3 6-46 0,3 1-21 15,1 2-17-15,3-1-7 0,-1 1-2 0,2-2-7 0,1 0-5 16,0 0-10-16,1 0-9 0,0 1-9 0,0-1-5 0,1 0-1 0,1 1 5 16,0-1 0-16,1 2 7 0,1 0 8 0,0 0 8 0,1 0 13 0,1 0 7 15,1-1 5-15,2 2 2 0,0-3 7 0,3 1 1 0,3-1 4 16,1 0 8-16,3 1-3 0,2-1 7 0,1 0 0 0,2 0-2 0,1 0-3 15,3 1 0-15,0-1 6 0,2 0 1 0,0 0 7 0,4 1-4 0,-1 1 0 16,1 1-6-16,0 0-7 0,2 1-2 0,1 1 2 0,-1 1-6 16,2 1-1-16,-3 2-1 0,0 1-3 0,0 1 5 0,-1 0-2 0,1 3 1 15,-3 1-3-15,2 1-3 0,-2 1 1 0,0 1-1 0,0 1 6 16,0 3 2-16,-1-1 4 0,-1 3-1 0,0 0 1 0,-2 1 2 0,1 4-3 16,-2 1 4-16,2 0 2 0,-3 2 1 0,-2-1 2 0,-1 1 0 0,-2 0-6 15,-1 3-3-15,0 1-8 0,0 4 0 0,-1 3-7 0,0 1-5 16,-4 1-4-16,0 1 0 0,-1 4 2 0,-2 1 8 0,-2 0-2 0,-3 2-1 15,-1 2 8-15,-3 0-1 0,-2 0 4 0,-3-1 3 0,-2 1-7 0,-3 0 7 16,-3-2-4-16,0-4-7 0,-4-2 5 0,-1-4-1 0,-1-2-1 16,-1 0 2-16,-2-3 2 0,-1-2-5 0,-1-3 1 0,-2-1 5 0,-2-3 0 15,0-4 6-15,-2 0 6 0,-2-5 6 0,-3-1 4 0,-2-3 10 16,-3-4 2-16,-1-2 6 0,-5-5 5 0,-2-2 3 0,-5-5 7 0,-3-3-7 16,-2-2 1-16,-4-2-4 0,0-3-1 0,-4-2-3 0,-2-4-3 0,-1-1 1 15,-3-3-2-15,-1-3-5 0,1-3-12 0,-1 0 0 0,1-2-7 16,2-2-1-16,4 2-6 0,0-3-24 0,3 4-27 0,4 1-44 0,4 1-59 15,5 4-83-15,6 1-90 0,2 2-97 0,5 2-155 0,3 0-360 0</inkml:trace>
  <inkml:trace contextRef="#ctx0" brushRef="#br0" timeOffset="-76508.81">20224 8000 469 0,'0'-1'101'0,"0"2"-35"16,0-1-20-16,0 1-17 0,0 0-15 0,0 0-1 0,0 1-5 16,1 0 0-16,0 0 1 0,0 1-4 0,-1 1 1 0,1-1-3 0,0 1-2 15,0 0 0-15,0-1 0 0,1 2 0 0,-1 0 1 0,0 0 0 16,-1 0 0-16,1 1 5 0,0-1 6 0,0 0 11 0,0 1 10 0,1 0 10 15,-1 0 7-15,1 0 1 0,0 1 1 0,0 1-2 0,1 1-2 0,0 2-3 16,-1 1-2-16,0 2-2 0,0 1-6 0,0 0-9 0,0 2-10 0,0 0-2 16,0 2-2-16,1 1 3 0,-1 1 2 0,-1 2-1 0,1 2-6 15,-1-1-1-15,-1 1 4 0,1 0-2 0,0 0 3 0,0-1 4 0,0-1-6 16,0 0 0-16,-1-1-3 0,1-2-4 0,-1-2 1 0,0-1-1 16,0-2-2-16,0 0 0 0,0-2-7 0,0-1-4 0,1-2-13 0,-1-3-21 15,0-1-21-15,1-1-28 0,-1-3-12 0,0 0-21 0,-1-3-26 16,0-1-35-16,0-3-76 0,0-2-164 0</inkml:trace>
  <inkml:trace contextRef="#ctx0" brushRef="#br0" timeOffset="-76260.81">20243 8503 548 0,'5'5'159'0,"2"1"-34"0,1 1-27 0,-1 3-22 16,-2-1-25-16,0 1-20 0,0 2-10 0,0 1-7 0,1-2-4 0,-2 3-4 16,1 0-1-16,0-1 5 0,0-1 2 0,0 0 3 0,0 0 5 15,1-1 1-15,0 1 6 0,-1-2 4 0,1-2 6 0,2 1-1 0,0-2-4 16,1 0-4-16,1-2-7 0,1 1-2 0,-1-1-8 0,2-1 1 0,0 1-7 16,0-2-1-16,-1 0-1 0,-1 0-2 0,2-2-1 0,0 0-3 15,1-2-6-15,0-1 0 0,1-2-8 0,3-2-11 0,3-2-16 0,0-2-23 16,4-1-29-16,1-3-27 0,1-2-57 0,3-3-97 0,2-4-195 15</inkml:trace>
  <inkml:trace contextRef="#ctx0" brushRef="#br0" timeOffset="-52959.56">21133 7235 660 0,'-2'-5'156'0,"2"1"-82"0,-1-1-13 0,1 4-37 0,1 1-14 0,-1 0-7 16,1 1 2-16,0 0-1 0,0 0 0 0,0 1-5 0,-1 1-3 15,-1-1-4-15,0 1-7 0,0-1 3 0,0 1-7 0,0-1-1 0,-1 0-4 16,0-2-6-16,0 1-1 0,0 0-3 0,0-1 3 0,1 1 6 0,0-2 6 16,-1-1 6-16,0 0 7 0,-1-2 4 0,1 1 5 0,0-1 1 15,0 0 4-15,0-1 5 0,0 1 7 0,-1-1 3 0,1-1-1 0,1 1-3 16,-1 0-7-16,1 1-3 0,-1-1-6 0,0 0-3 0,0-1-5 0,1 2-5 15,0 0-8-15,-1 0-10 0,0 1-7 0,0-1-16 0,-1 1-12 16,0-1-6-16,-1 0-9 0,-1 1-13 0,1-1-34 0,-1-1-93 0</inkml:trace>
  <inkml:trace contextRef="#ctx0" brushRef="#br0" timeOffset="-52392.56">20821 7166 553 0,'-1'4'141'0,"-1"0"-39"15,0 3-35-15,2-1-18 0,2 0-7 0,-1-1-9 0,1 1-9 0,1 1-2 16,-1 0-5-16,1 1-1 0,0 0-1 0,0-2 1 0,-1 3 0 0,1-1 1 16,-1 1 2-16,0 0-2 0,0-1 3 0,-1 1-3 0,1-1 0 15,0 1-2-15,-1 2-4 0,1 1 3 0,-2 0-1 0,1 1 3 0,-1 0-1 16,0 1-2-16,1 2-4 0,-1-1-2 0,1 1-1 0,-1 2-4 0,0 0 3 15,0-1-7-15,1 2 2 0,-1 0-2 0,2 0 0 0,0-2-1 16,0 1-4-16,1 1 2 0,0-2 1 0,1 3 3 0,0 0 3 0,0-1-1 16,0 1 2-16,-2 0 2 0,1-2-2 0,-1 0 3 0,0-2-1 0,-1 0 8 15,-1-2 7-15,0 1 0 0,-2-1 3 0,1 0-1 0,-2-2-4 16,0 3 0-16,0-2-2 0,-1 0 3 0,-1-2 1 0,-1-2 0 0,-1-1 0 16,1 0-3-16,-1-1-2 0,1-1-4 0,-1 0-3 0,2 0-2 15,0 0-2-15,1-1-3 0,0 1 2 0,-1-2-2 0,1 1 0 0,0-1 2 16,0 1-3-16,1-1 0 0,1-1 1 0,0 1-2 0,1 0 0 0,0 1 1 15,0-1-3-15,0 0 1 0,1 1 2 0,1-1 1 0,-1 1-1 16,1-2 0-16,1 2-3 0,0 0 1 0,0 0-1 0,2 1 3 0,-1-2-1 16,0 1 0-16,2-1 2 0,-1 0-1 0,1 0 3 0,0-1 0 0,1 0 2 15,1 0 3-15,0 0 5 0,1-1 2 0,1-1 4 0,-1 0 6 16,2-1-2-16,-1-1 4 0,0 0 2 0,1 0-1 0,0-2 1 0,1 1-3 16,0-1-2-16,0-1-5 0,1 0-1 0,1 1-1 0,0-1-5 15,0 2 1-15,0-1-2 0,0 0 2 0,1 0-1 0,-1 0-1 0,0 0 2 16,0 1 3-16,0-1-5 0,0 0-2 0,0 1-1 0,-1-1-8 0,1 1 3 15,0 1 0-15,0-1-2 0,0 0 4 0,0 0-4 0,0 0-1 16,-1 0 4-16,2 0-1 0,-2 0 3 0,-1 0-2 0,1-1 5 0,-1 1-2 16,0 0 2-16,0 0 0 0,-2 0-1 0,1 1 1 0,-2 0-3 0,1 0 3 15,-2-1-8-15,0 1 2 0,-1 0 0 0,0 1 1 0,0 0-2 16,-2 0 1-16,0 0 0 0,0-1-6 0,-1 1 6 0,0 0-2 0,0 1-4 16,-1 0 2-16,0-1-10 0,-2 1-6 0,0 0-14 0,0 0-17 15,-1 1-15-15,0-1-15 0,0 0-20 0,-2-1-16 0,0 1-33 0,-1-1-31 16,-1-1-44-16,-1 0-48 0,0-1-180 0,-2-2 62 0</inkml:trace>
  <inkml:trace contextRef="#ctx0" brushRef="#br0" timeOffset="-51976.04">21003 7152 1439 0,'-2'-3'106'0,"1"3"-3"0,0-1-44 0,2 1-26 0,1 1-18 15,2 1-1-15,0 1-1 0,1 0-1 0,2 1 2 0,1-1-8 16,0 1 1-16,1 1-4 0,0-1-2 0,-1 2 3 0,1-1-5 0,1 0 2 16,1-1 0-16,1 0-1 0,1 0 6 0,-1-1-8 0,1 1 4 0,0-2-2 15,1 1 0-15,-1-1 5 0,0-1 2 0,0-1-2 0,-1 0 2 16,0-2-2-16,-1 2 5 0,-3-1 4 0,1 0 8 0,0-1 0 0,-2 1-2 15,0 0-1-15,0 0-1 0,-2 2-1 0,1-1-2 0,-1 1-4 0,0 1-2 16,-1-1-1-16,1 2-3 0,-1 0-1 0,1 1-1 0,-2 2-2 16,1-2 5-16,-1 5 0 0,0 0-1 0,0 3 4 0,-1 0-3 0,1 1-4 15,-2-1 3-15,1 3-4 0,-1 2 2 0,0 2 1 0,-1-1-4 16,1 4 0-16,-1 0-3 0,0 0 1 0,1 3 0 0,0-1 4 0,-1 2-4 16,2-2-4-16,-1 0-4 0,1 0 6 0,0-2 4 0,1 2 6 0,0-3 0 15,-1-2-2-15,0 1-4 0,0 0-2 0,1-3 5 0,0 1-4 16,-1-1 2-16,0-1-1 0,-1-1 0 0,-1 0 2 0,-1 1-1 0,-2-2-1 15,0 0-1-15,-1 0-11 0,0-1-8 0,-1 0-5 0,0-1-16 0,-1-2-17 16,1-1-20-16,-1 0-27 0,1-1-39 0,0 1-42 0,2-1-45 16,1 0-38-16,2-2-161 0,2 1 27 0</inkml:trace>
  <inkml:trace contextRef="#ctx0" brushRef="#br0" timeOffset="-51140.69">23321 7104 1418 0,'-13'-12'146'0,"-1"1"-119"0,-2-1 21 0,4 5-33 0,3 4-14 16,3 2-2-16,0 1-7 0,2 3-4 0,-1 0-8 0,1 3-15 0,-1 2-1 16,0 0-3-16,0 2 5 0,-1 0 4 0,1 1 0 0,1 1 2 15,-2 0-1-15,1 2 7 0,0 0 1 0,0-1 2 0,0 3-4 0,0 2-5 16,0 1-1-16,-1 1 2 0,1 0 5 0,-1 1 5 0,0 0 8 16,0 0 1-16,-2 1 5 0,-1 1 2 0,1 1 1 0,-2 2 2 0,-1 1 3 15,2 2 8-15,-1 0 1 0,0 1 4 0,1 1 5 0,0-1-2 16,-1 3 6-16,2-1-5 0,2 2-5 0,0-2-3 0,0 0 0 0,2-1 2 15,1 1 1-15,0-1 0 0,2-1-2 0,0-3 0 0,1-3 3 0,0-3 2 16,0-2 5-16,0-2 6 0,1-2 4 0,-1-1 10 0,-1-2 3 16,1-1-1-16,-1 0 2 0,0-3-2 0,1 0-6 0,0-1-4 0,-1-3-3 15,0 1-6-15,0-1-5 0,1-1 1 0,-1 0-11 0,0-1-3 0,2-1-2 16,-1 1-2-16,1-1-5 0,0 1 4 0,0 0-10 0,1 0-2 16,0 0 1-16,2 1-6 0,1 0 3 0,-1 1 2 0,3 1 0 0,-1 0 1 15,3 0 5-15,1 0-2 0,1 1 3 0,2 2-1 0,3-1 2 16,0-1-6-16,2 1 1 0,2-1 4 0,-1 0-2 0,1 1 12 0,1-1 0 15,-2 0 3-15,1 1 0 0,0-1 2 0,-2 0 5 0,2-2 2 0,-1-1 10 16,-2-1-2-16,0 1 2 0,1-1-3 0,-1-1-9 0,-1 1-1 16,1-2-5-16,-3 2 0 0,0-1-6 0,-2 1 3 0,1-1-4 0,0 0-1 15,-2 0 4-15,0-1-4 0,-2 2-3 0,0-1 5 0,1-1-4 0,-1 1 2 16,1-1-1-16,-2 0-2 0,0 0-2 0,-1-1 2 0,-1 0 2 16,0 0-7-16,0 0 2 0,0 0-3 0,-1-1-10 0,-1 1-4 0,0-2-18 15,-1 0-18-15,0-1-11 0,-1 0-21 0,0 0-20 0,-1-1-23 16,-1-2-27-16,-1-1-29 0,0 0-31 0,0 0-14 0,-3-2-63 0,0-3-226 15</inkml:trace>
  <inkml:trace contextRef="#ctx0" brushRef="#br0" timeOffset="-50659.69">23209 7168 1570 0,'-1'-12'51'0,"1"0"33"0,1-2-1 0,4 4-31 0,3 3-9 16,2-1-19-16,4 1-9 0,1-1-2 0,1 2-5 0,4 0 3 16,0 1-4-16,1 1-3 0,0 0-4 0,0 1-3 0,-2 0 6 0,1 1-3 15,-1 0 4-15,-1 0-4 0,0 1 0 0,0 0 3 0,-2 0-4 0,-1 0 5 16,0 0-7-16,1 0 4 0,-1 0 1 0,-2 1-4 0,-1 0 8 15,0 0-9-15,-1 0 4 0,0 1-1 0,-1 1 0 0,0 0 3 0,1 0-1 16,0 3-1-16,-1 0-2 0,0 0-5 0,0 2 5 0,0 0 1 16,0 1 1-16,1 1 2 0,0 1-3 0,1-1-3 0,-2 1 2 0,1 2-1 15,-1 2 2-15,1 0 0 0,1 3-2 0,-1 2 0 0,0 2-1 0,0 1 1 16,0 1 2-16,-1 2-5 0,0-2 1 0,-2 3-3 0,2-1 0 16,-1 4 6-16,0 0-3 0,1 2 0 0,-1 1 1 0,-1 1-11 0,0 0 3 15,0 1 3-15,-1-3 3 0,-2 2 6 0,-1-4 5 0,0 0-6 0,-1-4-2 16,0-1 5-16,-2-3 8 0,0-2 4 0,-3 0 7 0,-1-2 4 15,-1 0-2-15,-2-1 1 0,-2-1 5 0,-2-1 1 0,0-2 2 0,-2-1 0 16,-1 0-7-16,-1-1-2 0,0-1-5 0,1 0-3 0,-1-2-6 0,0-1-1 16,0 1-6-16,0-1-3 0,1-1-4 0,1 1-4 0,1-2-3 15,2-1-6-15,0 0-5 0,2-1-4 0,0 0-6 0,2 0-7 0,-1-1-5 16,2 1-11-16,0-1-11 0,1 0-14 0,2 0-20 0,0-1-22 16,1 0-28-16,2-1-24 0,1 1-27 0,1-1-28 0,1 0-30 0,3 0-198 15</inkml:trace>
  <inkml:trace contextRef="#ctx0" brushRef="#br0" timeOffset="-50325.69">25784 7192 823 0,'-4'-12'201'0,"-1"1"-208"0,-2-4-5 0,2 4-21 0,0 3-13 16,-1 1-10-16,0 1-13 0,0 0-8 0,-3 1-17 0,1 1-15 0,-3 1-69 16,0 0-94-16</inkml:trace>
  <inkml:trace contextRef="#ctx0" brushRef="#br0" timeOffset="-49909.43">25555 7097 310 0,'-1'-1'155'0,"1"0"-19"0,-1-1-9 0,0 1-1 0,1-1-3 15,-1 1-6-15,0 0-5 0,1 1 0 0,-1-1-15 0,1 1-13 0,-1 0-17 16,0 0-14-16,1 2-9 0,-1 0-9 0,0 0-7 0,0 2-7 15,0 1-7-15,0 1 1 0,0 1-7 0,0 2-2 0,-1 1 1 0,1 2-2 16,0 2-7-16,-1 1 4 0,1 4 0 0,-1 1-4 0,0 2 6 16,1 3-2-16,-2 2-2 0,1-1-2 0,1 2-3 0,0 0 0 0,-1 2-1 15,0 1 1-15,0 1 4 0,1 0-5 0,0 2-7 0,0-1 5 0,1 2-5 16,0-2 3-16,1 0 3 0,1 1 0 0,0-3-5 0,1 1 5 0,-1-3 4 16,1 0 0-16,1-1 6 0,1-2-3 0,-1-1-2 0,0-3 5 15,-1-1 1-15,-1-3 7 0,0-4 9 0,1 0 5 0,-1-2 1 0,0-1-6 16,0 0 1-16,-1-1-6 0,1 1 2 0,-1 0-3 0,0-1-6 15,-1 0 4-15,0-2-5 0,1 0 1 0,-1-1-4 0,1 0-1 0,-1-1 0 16,0 1-2-16,1-1-1 0,0 0 2 0,-1-1-5 0,2-1 0 0,-1 0 3 16,1 0-5-16,0-1 0 0,1-1-3 0,1 0 4 0,0-1 4 15,1 0 6-15,2 0 2 0,0-1 3 0,0 1 1 0,1-1-1 0,1 0 2 16,1 0-1-16,-1-1 0 0,2 0 0 0,0 1-1 0,2 0-1 16,1 0 1-16,-1 0 0 0,1 0-3 0,0 1 5 0,-2 0 4 0,1 0 3 15,0 0 3-15,1-1-3 0,2 1-1 0,-1 0-3 0,0 0-3 0,0 0 0 16,0 1 6-16,0-2 2 0,-2 2 1 0,1-2-1 0,-1 1-3 15,0 1 0-15,-2-2 2 0,-2 2 1 0,1-2 3 0,-1 1 2 0,0-1 0 16,1 0 2-16,-2 0-5 0,-1 0-4 0,-1 0-8 0,1 1-3 0,0 0-2 16,-1 0-11-16,0 0 7 0,0 0 0 0,-1 0-2 0,1 0 4 15,-2 0-10-15,1-1-13 0,0 1-3 0,-2 0-7 0,0-1-2 0,0 0-3 16,0 0-10-16,-1 0-7 0,0-1-11 0,0 0-16 0,0-1-9 16,-1 0-13-16,-1-1-16 0,0-2-12 0,-1 1-25 0,-1-2-33 0,-1 0-22 15,-1-1-44-15,-1-3-257 0</inkml:trace>
  <inkml:trace contextRef="#ctx0" brushRef="#br0" timeOffset="-49459.42">25600 7042 1984 0,'-1'-9'47'0,"2"2"2"0,3-1-4 0,3 5-35 0,3 0 1 16,3 3 4-16,0 0-1 0,4 0 4 0,2 2-6 0,0 0-5 15,0 1-1-15,0 1-2 0,1 1 7 0,-1 1-7 0,0 0 5 0,1 1-6 16,-1-1-2-16,0 2 1 0,1 0-4 0,-1 0 2 0,1-1 0 16,0 0 3-16,-2 0-1 0,2-1-4 0,-1 0 2 0,0-2 0 0,2 1 2 15,-1-2 5-15,-1 0 4 0,-1 0 7 0,0-1 9 0,-3 0 4 0,-2 0 4 16,1 0 4-16,-3 0-9 0,1 1-5 0,-2 0-4 0,-2 1-4 15,-1 0-2-15,1 2-2 0,-1 0-3 0,0 3-3 0,-2-1 0 0,2 2 1 16,-1 3 0-16,0 1 0 0,0 3-5 0,-2 0 2 0,-1 3-4 0,1 2 1 16,0 0-1-16,0 1-4 0,1 2 5 0,-1 3-5 0,0 1-1 15,0 4 3-15,-1 2-2 0,1 0-12 0,0 0 6 0,-1-1 2 0,0-1 7 16,0 1 8-16,1-3-1 0,0-1-6 0,-1-1 2 0,1 0 4 16,-1-1 2-16,1 2 4 0,-1-2 6 0,0 1 7 0,1-4 5 0,-1-1 4 15,1-1 1-15,-2-2-1 0,1-1-4 0,-1 0-1 0,0-1-1 0,-1-1-9 16,-1 0-1-16,-1-2-6 0,-1 1-4 0,-1 0 2 0,-1-1 0 15,-1-1-3-15,-1 0-13 0,-1-1-3 0,0 0-6 0,-1-2 0 0,0 1 18 16,-3-1-9-16,0 0-7 0,0-2-8 0,-2-2-22 0,1 0-6 0,-2-2-7 16,0-1-15-16,-1 0-18 0,1-1-33 0,-2-1-52 0,-2 1-65 15,-1-2-112-15,-1-1-173 0,-7-2-295 0</inkml:trace>
  <inkml:trace contextRef="#ctx0" brushRef="#br0" timeOffset="-47209.43">21626 6718 2852 0,'-11'-4'37'0,"2"2"-23"15,1 1-11-15,10 2-3 0,6 1 0 0,5-1 0 0,5-1 2 0,1-3 3 16,3-2 3-16,1-1 13 0,1-3 16 0,2-1 8 0,4-5 8 0,1-4 3 16,5-2 0-16,1-3-8 0,3-4-5 0,5 1-7 0,1-6-4 15,2-3 2-15,3-3-10 0,4-8 15 0,3-3-3 0,4-5-1 0,3-6 1 16,5-4-18-16,3-5 1 0,3-3-6 0,3-2-1 0,1-3-5 16,3-1 4-16,2-2 3 0,3-2-3 0,1 0 4 0,0 1-11 0,3 2 0 15,0 3 1-15,3 3-5 0,-3 6 10 0,0 1-1 0,0 3 1 0,-3 3 7 16,-3 2-9-16,-1 4-3 0,-2 0 1 0,-1 4-4 0,-2 4 4 15,-1 2-4-15,-2 3-2 0,-1 5 5 0,-2 3-8 0,-3 1 3 0,-3 4 3 16,-1 1-26-16,-3 3-11 0,0 1-27 0,-4 2-40 0,-2 3-22 0,-2 0-35 16,-2 1-37-16,-1 2-33 0,-3 2-38 0,-3 1-58 0,-2 1-37 15,-2 2-53-15,-3 1-434 0</inkml:trace>
  <inkml:trace contextRef="#ctx0" brushRef="#br0" timeOffset="-46859.43">23738 6425 3513 0,'-17'-12'-6'0,"-2"-5"12"0,2-3-8 0,2-5-13 0,24 9 2 16,11 0-18-16,12-1 3 0,9-2 8 0,7-2 4 0,5-1 5 15,1 0 2-15,3 1 7 0,3-1-7 0,2 1 7 0,3 1 2 0,3-3 0 16,0-3 6-16,2 0-4 0,3-3-1 0,1-1 5 0,1-1-3 0,0 1-1 16,1-2-2-16,1 0 2 0,1-1 0 0,-2 0-4 0,2-1 15 15,1 3-11-15,-2-1 5 0,0 2 0 0,-2 1-14 0,-2 3-8 0,-3 1-28 16,-3 4-20-16,-3 1-19 0,-2 2-27 0,-3 3-9 0,-4 1-15 0,-2 1-28 15,-3 3-9-15,-2 2-34 0,-2 2-52 0,-1 2-43 0,-3 2-75 16,-2 1-195-16,-1 1-25 0</inkml:trace>
  <inkml:trace contextRef="#ctx0" brushRef="#br0" timeOffset="-46575.43">26146 6503 3122 0,'-6'-4'271'0,"2"0"-296"0,3-1-24 0,5 1-8 0,7-2 2 0,6-2 28 16,7-3 17-16,5-3 11 0,6-1 8 0,5-2 4 0,1-2-8 15,3 1 2-15,4-1 7 0,0 0-9 0,1 0 17 0,2 1-3 0,1 0 1 16,0 0 5-16,-1 1-5 0,-1 0-2 0,-1 0-5 0,1 0-2 0,0 2 1 15,2-1 8-15,-2 0-9 0,2 1-5 0,0 0-1 0,0 0-3 16,4-1 2-16,-2 1 1 0,0 2-5 0,0-1-11 0,-3 0-3 0,-1 0-25 16,-1 2-24-16,-1-1-31 0,-1 0-36 0,-2 0-21 0,-2 0-19 15,-2 0-2-15,1 0-8 0,-2-1-20 0,-1 0-20 0,1-1-56 0,-1-2-104 16,-1-1-475-16</inkml:trace>
  <inkml:trace contextRef="#ctx0" brushRef="#br0" timeOffset="-45892.43">27520 4781 1900 0,'-6'-6'-21'15,"2"2"-10"-15,1 0-5 0,2 2 1 0,3 2 9 0,0-1 8 0,1 0 11 16,0 0 1-16,0 0 0 0,0 0 0 0,0 1 6 0,-1 0 1 0,-1-1 1 16,0 1 4-16,0-1-2 0,-1 0 2 0,1 1 3 0,-1-1-1 15,0-1 3-15,-1 1-2 0,1-2 1 0,-1 0-3 0,1 0 1 0,0 0 5 16,0 0 2-16,1 0 8 0,-1 1 5 0,2 0 8 0,0-1 3 15,-1-1-3-15,3 0-5 0,0 0-2 0,1 0-5 0,1-1 3 0,0 1 3 16,0 0-5-16,1-1 5 0,0 1-6 0,0 0-5 0,-1 0-3 0,0 0 0 16,1 0-1-16,-1 1-1 0,-1 1 4 0,0-2-8 0,0 2 4 15,-1 0 4-15,0 0-3 0,-2 1 3 0,0 0-1 0,0 0-6 0,-1 0 2 16,1 0-8-16,-1 0 6 0,0 0 0 0,0 0-2 0,-1 0-1 16,1 0-2-16,0 0 2 0,-1-1-5 0,0 0 11 0,0-1-3 0,0 1-2 15,0-1 2-15,-1 0-5 0,0 0 2 0,1 0 0 0,-1 1-2 0,1-1-3 16,-1 1 4-16,0 0-6 0,0 0 2 0,1 1-1 0,1-1 0 15,-1 2 4-15,0-1-3 0,1 0-1 0,-1 0 1 0,0 1-2 0,1 0 6 16,-1 0 1-16,0 0 0 0,0 1-2 0,1 0 4 0,0 1 1 0,-1 2 0 16,2 1 7-16,0 3-4 0,1 5-6 0,0 4 4 0,1 4-11 15,1 7-2-15,0 3 4 0,0 6-8 0,0 2 4 0,-1 2 1 0,1 3-9 16,0-1 8-16,0 1 1 0,-1 1-8 0,1-2 5 0,0-3-2 16,-2 0-3-16,1-2 11 0,-1-3 3 0,0-2-2 0,-1-5 4 0,0-1 1 15,-1-3 3-15,1-4 7 0,-1 0 4 0,1-4 7 0,0-4 8 0,0-1 1 16,2-2 10-16,-1-1 5 0,1-2-3 0,1-1 8 0,0-2-9 15,1-1-6-15,1-2 0 0,-1-1-9 0,3-2 1 0,2-2 3 0,0 0-12 16,2-2-3-16,1-1-10 0,4 0 5 0,2-3-1 0,2 1-7 0,1-3 5 16,4-1-8-16,0 1 1 0,3 0 0 0,-1 1-2 0,3 0-5 15,0 1 4-15,1 1-4 0,0 1-2 0,1 2-4 0,-3 1 13 0,1 1 2 16,-2 1-7-16,-2 0 5 0,-1 0-14 0,-1 1-10 0,-1 0 2 0,-1 0-15 16,-1 0-12-16,-2-1-13 0,0 0-15 0,1-2-14 0,-1 0-18 15,1-1-19-15,-1-2-21 0,1-2-26 0,-2-2-33 0,-2-1-57 0,1-1-75 16,-2-3-96-16,0-4-495 0</inkml:trace>
  <inkml:trace contextRef="#ctx0" brushRef="#br0" timeOffset="-45676.43">27525 4616 3305 0,'-7'-1'-25'0,"3"2"-15"0,2 1-7 0,8 2-4 0,7 2 7 0,5 1 18 16,7-1 10-16,3 0 9 0,4-1 2 0,1 0 0 0,2-1-2 0,1-1-3 16,1 1-4-16,-1-1 2 0,0-1-5 0,0 2-22 0,0 0-27 15,-2-1-33-15,-3 0-32 0,0-1-14 0,-6-1-27 0,1-1-23 0,-3 0-37 16,1-1-47-16,-1-1-42 0,-2-1-65 0,1 0-241 0</inkml:trace>
  <inkml:trace contextRef="#ctx0" brushRef="#br0" timeOffset="-45509.44">28114 4858 2315 0,'13'-4'51'0,"6"0"-87"0,12 1 10 0,4 2 8 0,7 2 2 0,3 0-18 15,2-1-28-15,1 1-27 0,-1-1-34 0,-2 0-23 0,-1 0-24 0,-2-1-27 16,1-1-28-16,-4 1-39 0,-2-2-362 0</inkml:trace>
  <inkml:trace contextRef="#ctx0" brushRef="#br0" timeOffset="-45241.44">29133 4761 1746 0,'-5'12'90'0,"1"5"-102"0,0 6 4 0,1 5 2 0,2 0 2 16,2 3 2-16,0-1-1 0,1 1 3 0,0-1 0 0,0-1 0 15,1-4 4-15,-1 0 8 0,-1-3 4 0,1-2 16 0,-1 0 7 0,0-3-3 16,-1-3 4-16,-1-1-3 0,0-3 5 0,-1-2 2 0,0-3 7 0,1-1 0 16,-1-2-1-16,-1-2-1 0,1-2-2 0,0-3-2 0,-1-2 2 15,-1-2-5-15,-1-2-8 0,0-2-7 0,0-4-12 0,0-1-8 0,0-3-4 16,2 2 6-16,0-4 3 0,0 0 4 0,3-2-2 0,1-3-1 0,1 1-5 16,2-3 1-16,2 0 1 0,3 0-10 0,2 2-2 0,1 3-6 15,4 3-3-15,1 3-6 0,1 2 1 0,1 2-2 0,1 4-1 0,-1 0 5 16,-2 3-1-16,-1 1 1 0,0 2 3 0,-2 1-14 0,-1 1-29 15,1 0-47-15,-2 2-71 0,1 1-72 0,0 1-58 0,0 2-61 0,2-1-287 16</inkml:trace>
  <inkml:trace contextRef="#ctx0" brushRef="#br0" timeOffset="-44926.43">29649 4787 2622 0,'-2'7'13'16,"0"6"-16"-16,1 6-2 0,3 5 3 0,2 0 1 0,1 1-1 0,1 1 2 16,-1 0-2-16,-2-1 1 0,0 0 1 0,-1-2-2 0,-1-5-7 15,-1-1-4-15,0-3 5 0,-2-3-5 0,1-2 10 0,-1-3 9 0,-1-1-6 16,1-3 10-16,-1-1 4 0,0-2 2 0,0-3 0 0,0 0 3 16,-1-4-7-16,1 0 1 0,1-2 1 0,0-2-9 0,2 0-2 0,0-2-11 15,2-2 2-15,1 1-2 0,1-1 0 0,2 1 1 0,0 0 2 0,0 0 4 16,3-1 4-16,-2 2-2 0,2-1-1 0,0 0 0 0,-1 1-3 15,2 0-2-15,-1 2-3 0,0 0-4 0,3 2-3 0,-1 1-1 0,2 1 2 16,0 0-2-16,0 3 0 0,2-1 2 0,0 0-3 0,0 2-5 0,-2-1-8 16,0 1-18-16,1 1-16 0,-1-1-23 0,-1 0-25 0,-1 1-20 15,1 0-16-15,-1 3-4 0,0 0 3 0,-2 1 2 0,1 2 5 0,-1 0 5 16,0 1-3-16,0 1-2 0,0-1-16 0,0 0-109 0,1 0-71 0</inkml:trace>
  <inkml:trace contextRef="#ctx0" brushRef="#br0" timeOffset="-44675.44">30134 4860 656 0,'-2'8'90'0,"1"1"-34"0,1 4 11 16,0 0-1-16,1-1-10 0,1 2-9 0,1-1-12 0,2 1-2 0,1-1-2 16,0-2 4-16,-1 2 4 0,3-1-2 0,2 1-5 0,1-1-6 15,1-1 7-15,0-1 11 0,-1-3 18 0,1 0 10 0,1-2-7 0,-1-2-4 16,1 0-5-16,-1-1-3 0,-1-2 5 0,0 1 8 0,-1-4 12 0,0 1 4 16,-1-4 4-16,-2 1-8 0,2-2-11 0,0-1-6 0,-1-1-3 15,-1-2-9-15,0-1-12 0,-2-2-1 0,1 0-11 0,-1 0-3 0,-3-1-1 16,0-1-2-16,-2 0 3 0,-1 0-4 0,0-2 3 0,-3 1-4 15,-1-2 0-15,-2-1-1 0,0-1-5 0,-3-1-3 0,1-1-3 0,-1 1 2 16,0 0-6-16,-3-1-2 0,0 3-1 0,-1 1-6 0,0 2 1 0,1 2-2 16,-2 1-4-16,-1 3-2 0,-1 0-3 0,0 2 1 0,-1 1-4 15,1 3-5-15,2 1-1 0,0 3-11 0,-2 2-13 0,2 1-18 0,-1 3-14 16,0 2-10-16,1 1-17 0,1 1-16 0,2 1-28 0,1 1-29 0,0 1-28 16,2 2-28-16,0 1-36 0,3 0-345 0</inkml:trace>
  <inkml:trace contextRef="#ctx0" brushRef="#br0" timeOffset="-43959.66">31036 4891 1263 0,'-1'-1'840'0,"1"1"-837"0,2 2-6 16,0 2-4-16,2 1 3 0,2 2 2 0,2 0 2 0,3 2-4 15,2 0 3-15,3 0 3 0,1-2 7 0,2-1 7 0,-2-2 5 0,1 0 7 16,-1-2 2-16,-2 0 1 0,2-3-1 0,-3-1 0 0,1-1-2 0,-3-1-4 15,1-2 5-15,0-1 3 0,-2-2 2 0,-1-1-3 0,-1 0 1 16,-3-1-7-16,0-1-1 0,-1-1 3 0,-1-1-10 0,0 1-1 0,-2-1-9 16,0 0-1-16,-3-1 4 0,1 0-2 0,-1 0-2 0,-1 0 2 15,0 1-3-15,-2 0-2 0,1 2 5 0,1 0-5 0,0 2-6 0,-1 1 6 16,2 2-8-16,0 2-3 0,0 0 4 0,1 3-6 0,-1 0-1 0,2 1 3 16,-1 0-3-16,0 0-2 0,1 1 6 0,-1 1-2 0,0-1 3 15,0 1-1-15,1-1 2 0,0 0 4 0,1 1-1 0,-2 0 2 0,1 2 0 16,-2-1 2-16,2 1 4 0,0 0 2 0,-1 0 2 0,0-1-2 0,0 0 0 15,-1 1 1-15,2-1-4 0,-2 2 1 0,1-1-1 0,0 1-3 16,-1 0 3-16,2-2-2 0,-1 1-2 0,1 1 1 0,-1 0-4 0,1-1 1 16,0 1-1-16,1-3 1 0,0 0 2 0,0 1 2 0,0-1 2 15,-1 0-3-15,1 0 1 0,0-1 0 0,0 0 2 0,0 0 5 0,0-2-5 16,0 2-2-16,-1-2 2 0,1 1 1 0,-2 0 2 0,0 0-1 0,1 1-6 16,-2-1 1-16,2 0 1 0,-1 1 0 0,-1 0 4 0,1 0-5 15,0 1-1-15,-1-1 1 0,1 2-4 0,0-2 2 0,-1 1-5 0,0 3 0 16,1 1 1-16,0 1-5 0,0 2 5 0,0 2-1 0,2 1 0 0,0 4-2 15,1 0-2-15,0 2 1 0,1 2 3 0,2-1 3 0,-1 3 2 16,0 0-1-16,3 1-1 0,-2 0 5 0,2 1-6 0,-1-2 3 0,-1-1-2 16,1-1-9-16,-2-4 11 0,0 0-1 0,1-1-1 0,-2-1 12 15,0-2-7-15,1-2 3 0,-3-1 9 0,1-1 4 0,-3-3 12 0,-2 0 10 16,0-2 8-16,-2-2 6 0,-1-1-3 0,0-2-11 0,-2-3-16 0,-2-2-9 16,-2-3-4-16,-1-2 3 0,0-4 4 0,0-2 10 0,0-1 4 15,0-1 2-15,1-4 4 0,2 1-4 0,0-3 1 0,3-1-10 0,0-1-2 16,0 0-13-16,2-2-6 0,3-1-1 0,2-3-6 0,3 0-5 0,3 0-2 15,2 2-13-15,5 3-8 0,3 3-11 0,3 2-5 0,1 4-6 16,4 1-4-16,2 2-14 0,2 2-33 0,1 3-22 0,0-1-33 0,-2 1-45 16,3 1-73-16,-2-1-123 0,2 2-321 0,1-2 13 0</inkml:trace>
  <inkml:trace contextRef="#ctx0" brushRef="#br0" timeOffset="-41725.5">22633 10618 1764 0,'-6'7'255'16,"1"2"-236"-16,0 5-14 0,5 2-5 0,3 4 6 0,1 3-3 16,2 0-6-16,2 3 6 0,0-1 10 0,1 3 18 0,1 1 19 0,2 0 9 15,4 2-3-15,2-2-5 0,1 1 1 0,4-1-6 0,1 0-3 16,3-3-11-16,4-1-22 0,1-4-2 0,2-2-2 0,1-3-7 0,-1-3 1 16,1-4-5-16,-1 0 1 0,3-2 5 0,-1-1 1 0,-3-2-13 0,-1-1-17 15,-4-2-23-15,0-1-33 0,-4-3-26 0,-2-2-38 0,-2-3-46 16,-2-3-78-16,-2-1-134 0,-1-5-410 0</inkml:trace>
  <inkml:trace contextRef="#ctx0" brushRef="#br0" timeOffset="-41256.5">23328 10756 2891 0,'-9'2'85'0,"0"1"-77"0,0 0-45 15,3 2-26-15,3-2-28 0,2 1-3 0,1 0-4 0,-1 0 24 0,1 2 25 16,-1-1 28-16,-1 1 21 0,-1 1 3 0,0 0 4 0,0 2-8 15,-1 0 2-15,0 1 1 0,0 2-7 0,0 2 1 0,-1 4-6 0,1 2-4 16,2 5 4-16,-1 3-4 0,2 5-3 0,0 4 3 0,1 6 1 16,2 4 0-16,2 3 3 0,1 3-4 0,1 3-1 0,1 1-9 0,2 4-16 15,2 2-15-15,1 1-10 0,1 2-7 0,1-2 23 0,3-3 17 0,-2-4 17 16,2-5 19-16,-4-6 5 0,0-4 26 0,0-4 32 0,-2-3 18 16,-2-2 36-16,-3-9-121 0,-4 3-72 0,-3 0-8 0,-4-3 13 0,-3 6-35 15,-1-8 174-15,-3-3-22 0,-3 1-17 0,0-4 9 0,-5-2-19 0,-2-3 6 16,-1-2-1-16,-4-1-13 0,0-3 8 0,-1-2-7 0,0-3-11 15,1-4 11-15,-1-4-16 0,1-2 8 0,1-2-7 0,0-2-7 0,3-4 11 16,0-5-2-16,3-2-3 0,1-6 18 0,2-3-15 0,3-4-2 16,2-3 8-16,2-1-21 0,4 1 20 0,5-1-11 0,2 5-3 0,3 1 1 15,1 4-10-15,2 1 9 0,0 1 5 0,2 2-8 0,-1 3 6 0,2 1-5 16,0 3-4-16,0 1 11 0,2 2-19 0,0 1 11 0,0 1-4 16,0-1-3-16,1 1-11 0,-2-1-34 0,0 3-32 0,-2-3-33 0,0 2-43 15,-1 0-32-15,-1-2-63 0,-1 0-69 0,-2-1-61 0,1-1-68 0</inkml:trace>
  <inkml:trace contextRef="#ctx0" brushRef="#br0" timeOffset="-40759.5">23692 11630 2024 0,'0'-1'167'0,"0"1"-139"0,1-2-23 16,3 1-7-16,1-2-1 0,3 1-1 0,2-1 5 0,0 0-6 15,2-1 7-15,0 0 3 0,1 0 5 0,0 1 5 0,0-1-2 0,0 2 2 16,-2 0-3-16,1 1-4 0,0-1-4 0,0 0 2 0,0 1 0 0,-1 1 0 16,1-1 2-16,0 1-11 0,0-1 3 0,0 1-3 15,-2-1-5-15,-1 1-2 0,0 0-25 0,-1 0-24 0,-1-1-39 0,0 0-49 0,-1 0-42 16,0-1-49-16,0 0-47 0,-1-2-48 0,3-1-316 0</inkml:trace>
  <inkml:trace contextRef="#ctx0" brushRef="#br0" timeOffset="-40475.5">24421 10824 3157 0,'-4'6'66'0,"0"2"-34"0,0 3-23 15,1 4-13-15,2 1-3 0,2 3 2 0,1 3 1 0,2 2-5 0,0 0 4 16,0 3 1-16,0 0 1 0,-2 4 4 0,1 1-1 0,-1 2-5 0,-2 0 10 16,1 1-5-16,-2 0 0 0,0 2 2 0,1 0-2 0,0 0 6 15,0 0-3-15,1-2-5 0,1 0-3 0,2-4-7 0,1 0 4 0,0-3 0 16,1-1-14-16,1-3-4 0,0-2-11 0,2-2-17 0,-1-2-7 15,0-1-11-15,0-2-14 0,0-2-11 0,0-3-10 0,-1 0-15 0,-1-2-8 16,0-3-15-16,-1-1-17 0,0-5-41 0,-3-2-74 0,-1-3-72 0,-1-4-137 16,-2-3-102-16</inkml:trace>
  <inkml:trace contextRef="#ctx0" brushRef="#br0" timeOffset="-40275.5">24221 11352 2616 0,'-5'2'91'0,"1"-1"-46"15,1 1-39-15,2 0-11 0,3 0 0 0,2 1 2 0,2 0 5 0,2 1 1 16,0 0 7-16,0-1 6 0,0 1 6 0,2 0-1 0,-1-2-3 0,1 2-11 16,0-1-5-16,0 0-2 0,-1 0-2 0,1-1 5 0,0-1-16 15,1 0-8-15,-1 0-9 0,1-1-11 0,-1 1 5 0,1-1-16 0,1 1-4 16,1-1 7-16,-1-1-15 0,0 0 6 0,0 0-14 0,1-1-6 0,0 0-2 16,-1-1-18-16,0 1-14 0,1-1-23 0,-1-1-18 0,0 2-21 15,0-1-13-15,-1 0-25 0,1 0-24 0,0 0-9 0,0 0-236 0</inkml:trace>
  <inkml:trace contextRef="#ctx0" brushRef="#br0" timeOffset="-39875.5">24794 11364 257 0,'0'2'153'16,"1"1"-46"-16,0 1-19 0,0-1-8 0,1 0-1 0,-1-1-1 15,2 0 5-15,-1 0 2 0,0-1 5 0,1 0 8 0,0-1-2 0,-1 0 4 16,1 0-1-16,0 0-5 0,0 0-9 0,1 1-6 0,-1-1-14 15,2 0-8-15,-1-1-2 0,1 1-12 0,0 0-7 0,-1 0-7 0,1-1 2 16,1 0-2-16,-1 0 1 0,1 0-10 0,-1 0 1 0,1 0-5 0,0 0-3 16,1-1 2-16,-1 0-5 0,0-1-4 0,2 0 1 0,0-1-1 15,0 0 0-15,1-1 3 0,-1-1-8 0,-1-1 2 0,0 0 2 0,-1-1 5 16,0 1 7-16,-2-2 1 0,0 0 1 0,-1-1 7 0,-1 1-2 0,-1-2 7 16,-2 1-8-16,0-1-8 0,-2 0-2 0,-1 1-2 0,-1 1 1 15,-1 1 7-15,1 1-2 0,-3 3 3 0,-1 0 6 0,-1 1 2 0,0 2 3 16,-1 1-4-16,1 2-9 0,0 1-9 0,-1 0-6 0,2 2 2 15,-1 2 0-15,0 1 0 0,1 3-7 0,0 1-1 0,1 2 0 0,1 1 1 16,1 1 4-16,1 1-7 0,1 1 5 0,1 1 2 0,1 0 6 0,2-1-11 16,2-1 17-16,1 1-1 0,1 0-1 0,1-1 7 0,2 1-17 15,1-1 1-15,1-1-6 0,-1-1 6 0,3 1-8 0,0-2 2 0,0 0 0 16,2-2-9-16,0 0 4 0,0 0 2 0,1-3-14 0,1 0-9 0,-2-1-16 16,-1-2-17-16,0 0-4 0,0-2-4 0,0-1 0 0,0-1 1 15,-1-2-4-15,0-1-3 0,-1-2-11 0,-1-1-19 0,0-1-15 0,-1-1-11 16,1-2-3-16,-2-2 7 0,2-1 6 0,1-2 3 0,0-1-15 15,1-2-15-15,1-1-10 0,-2 1-15 0,3-1-12 0,-2-1-125 0</inkml:trace>
  <inkml:trace contextRef="#ctx0" brushRef="#br0" timeOffset="-39559.5">25416 10970 2699 0,'-2'-8'102'0,"1"0"-32"0,1-4-40 0,1 0-6 0,0 4 1 15,1 0 1-15,1 3 3 0,-1 2 0 0,1 2 5 0,-1 2 13 0,-2 0 6 16,0 1 0-16,-1 3-3 0,-1 0-23 0,1 3-11 0,-1 3-11 15,1 1 2-15,-2 2-3 0,0 4-6 0,0 3-1 0,0 3-5 0,0 3-2 16,0 3-1-16,0 3-7 0,0-1-5 0,-1 1 0 0,2-1-9 0,-1 0 2 16,2-2-14-16,0 1-17 0,0-1-11 0,2 0-33 0,1-2-33 15,0-1-30-15,1-1-31 0,2-2-29 0,-1 0-39 0,2-2-41 0,1 1-50 16,0-2-103-16,0-2-118 0</inkml:trace>
  <inkml:trace contextRef="#ctx0" brushRef="#br0" timeOffset="-39025.32">25624 11101 1903 0,'-5'-9'139'0,"-3"-1"-32"0,-2-1-22 0,-2 0-24 0,1 2-13 16,-2 2-5-16,-2 1-2 0,1 1 4 0,0 1 2 0,-2 0-3 0,-1 2-7 16,-1 1-12-16,1 2-7 0,-3 1-9 0,0 2-5 0,0 1 0 0,0 2-5 15,1 3 1-15,3 1 3 0,0 2-8 0,1 2 2 0,1 3-2 16,1 0-4-16,4-1 4 0,1 0-5 0,1 0 2 0,3-1 0 0,1-1 0 16,2 0 5-16,3-1-3 0,2 1 1 0,2-1-2 0,2 1-2 15,1-1 4-15,2 0 4 0,3 0-3 0,2 0 4 0,2 0-4 0,0 1 5 16,4 0 2-16,-1-2-3 0,0 1-6 0,1-2 8 0,-2 2 7 0,-2-2 1 15,1-1 14-15,-1 2-10 0,-3-1-3 0,1 0 2 0,-2-1 0 16,-2-1 1-16,-2-1 6 0,-3 0-6 0,-1 0 7 0,-2 0-1 0,-2-1-4 16,-2-1 3-16,-2 0-11 0,-1 0-12 0,-4 1-9 0,0-1-6 15,-3 0-14-15,-3 0-3 0,-2 0-12 0,-2 0-8 0,0 0-9 0,-2 0-12 16,-1 1-12-16,0-1-13 0,0 0-19 0,0-1-17 0,2-2-31 0,0-2-39 16,2-1-53-16,3-3-66 0,4-4-381 0</inkml:trace>
  <inkml:trace contextRef="#ctx0" brushRef="#br0" timeOffset="-38842.73">25888 10789 2727 0,'0'4'383'0,"1"2"-316"0,2 4-36 0,1 3-23 16,1 2 2-16,2 3-10 0,1 4 7 0,0 2-7 0,1 2 0 15,-1 3 7-15,-1 1-3 0,-3 3 5 0,1 3 2 0,-2 2-8 0,-1 2 1 16,-1 0-6-16,-2 0-3 0,1 2 3 0,0-1-7 0,-1 0-2 0,2-1-8 15,0-1-19-15,1-1-16 0,1 0-24 0,0-3-25 0,0 0-25 16,1-5-22-16,-2-2-25 0,0-3-6 0,0-2-18 0,-1-2-9 0,-1-4-29 16,-1-2-41-16,-2-2-63 0,-1-4-387 0</inkml:trace>
  <inkml:trace contextRef="#ctx0" brushRef="#br0" timeOffset="-38707.74">25684 11478 2325 0,'-1'-2'111'0,"1"-1"-28"0,0 0-37 0,2-1-13 15,3 2-11-15,2-2-4 0,2 0-4 0,3 1-2 0,2-1 1 16,1 1-9-16,1 0 3 0,0 0-15 0,2 0-16 0,-1 0-15 0,1 0-28 16,0 0-22-16,2 1-21 0,-2 1-26 0,0 1-24 0,0-1-41 0,-2 1-71 15,0 0-85-15,3 0-159 0,0 1-42 0</inkml:trace>
  <inkml:trace contextRef="#ctx0" brushRef="#br0" timeOffset="-38508.74">26384 11666 2449 0,'3'19'612'0,"2"3"-596"0,3 9-25 15,2 2-29-15,-1 3-27 0,2 3-28 0,0 5-24 0,1 4-16 0,0 2-4 16,-2 1-11-16,-2 0-8 0,-2 0-39 0,-4 0-73 0,-2-1-133 0,-3 2-485 15</inkml:trace>
  <inkml:trace contextRef="#ctx0" brushRef="#br0" timeOffset="-36875.14">20084 11961 2375 0,'-11'10'38'0,"0"4"-8"0,0 8-4 0,4 7 4 0,4 4-13 16,3 7-5-16,3 3-7 0,1 3-7 0,1 2 4 0,1 1 0 16,0-1-6-16,0-2 0 0,-2-1-1 0,1-3 2 0,0-1 4 0,1-2-4 15,1-1-11-15,1-3-3 0,1-3-5 0,-1-2-9 0,1-2-1 0,-3-5 2 16,1-2-2-16,-2-4 11 0,-1-5 15 0,-3-3 1 0,1-4 17 15,-1-2 11-15,-1-3 10 0,-1-2 10 0,-1-2-6 0,-2-4-4 0,-2-3-16 16,-2-5-5-16,-2-4 2 0,0-3-6 0,-2-3-1 0,0 0 8 0,-1-2 1 16,0-2 13-16,0-1 13 0,0-3-4 0,1-1 13 0,0-1-7 15,-1-2-4-15,0-1 0 0,2-3-12 0,0-3 3 0,2 1-13 0,2 1-4 16,4 3-7-16,2 4-6 0,4 4 3 0,4 2-20 0,1 3 3 0,2 5 9 16,2 1-2-16,0 2 12 0,2 4 1 0,1-1-14 0,0 2-3 15,2 1 2-15,0 3-6 0,2 0 1 0,0 1-6 0,0 2-14 0,2 1-22 16,0 1-38-16,1 2-39 0,-2 0-29 0,0 1-39 0,0 1-35 15,-1 0-55-15,0 2-73 0,0 0-104 0,0 0-161 0</inkml:trace>
  <inkml:trace contextRef="#ctx0" brushRef="#br0" timeOffset="-36559.14">20376 11930 2585 0,'-5'-4'119'0,"2"0"-50"0,1 1-18 0,4 1-14 0,5 0-27 16,2 1-9-16,4 1 5 0,3 1-8 0,1 1 4 0,1 0 3 0,-2 2-5 16,0 0 0-16,0 0 5 0,-1 2-5 0,-2-1 0 0,1 2 0 15,-1 0-5-15,0 2-6 0,-1 0-14 0,-4 0-19 0,0 2-19 0,-2-1-15 16,-1 4-8-16,1 1-2 0,-3 3-8 0,-1 0 2 0,-2 3 8 0,-2 1 2 16,-1 2 9-16,-2 1 20 0,-2-1 16 0,-1 2 16 0,0-3 12 15,-3 0 4-15,-1-1 6 0,-2 0 14 0,0-2 14 0,1-1 23 0,1 1 16 16,1-4 10-16,1 0 3 0,2-1-18 0,2-1-4 0,2-3-19 15,1 0-12-15,2 0-4 0,1-2-14 0,2-1 1 0,2-1 13 0,0 0-10 16,2-3 0-16,0 1-1 0,0-1-9 0,2-1 7 0,1-1-2 0,2-2-3 16,0-1-1-16,3 0-9 0,1-1 1 0,1-1-4 0,0-1-5 15,1 0-8-15,1 0-24 0,-1 1-12 0,1-2-33 0,1 0-33 0,0-1-43 16,1 0-83-16,0 0-131 0,1 0-520 0</inkml:trace>
  <inkml:trace contextRef="#ctx0" brushRef="#br0" timeOffset="-36158.14">21043 12113 3006 0,'-10'-3'40'0,"3"-1"-18"0,0 1-15 0,6 1-5 0,5 2-14 15,3 1-11-15,4 0 1 0,2 1-5 0,2 0 6 0,0 0 16 16,0-1-5-16,-1 1-12 0,-1-1-19 0,-2 0-32 0,1 0-34 16,0 1-20-16,1-1-24 0,-1 0-12 0,0 0-18 0,0-1-42 0,-1 1-61 15,0-1-84-15,0 0-452 0</inkml:trace>
  <inkml:trace contextRef="#ctx0" brushRef="#br0" timeOffset="-36008.14">21144 12404 2372 0,'-9'0'155'0,"3"0"-138"0,-1 0-22 16,6 0-18-16,2 0-16 0,4-1-17 0,0 1-17 0,3-1-7 15,2-1-7-15,3 0-14 0,1-1-25 0,0 1-56 0,-1-2-78 0,0-2-111 16,2-1-412-16</inkml:trace>
  <inkml:trace contextRef="#ctx0" brushRef="#br0" timeOffset="-35725.14">21542 12007 2087 0,'-4'2'346'0,"2"0"-268"0,0 3-26 0,4 3-15 0,2 3-10 0,3 3-5 16,2 2-2-16,2 3-14 0,0 0 4 0,2 1-4 0,0 0-4 0,-1 1 3 15,-2-1-4-15,0-1-6 0,-1 0 5 0,-2-1-1 0,-1-2-1 16,-1-1 4-16,-1-1-9 0,-1-2-2 0,-1-3 1 0,0-1-5 0,-2-3 6 16,0-2 6-16,-1-1-3 0,-1-1 9 0,-1-2-2 0,-3-2 1 15,-1-2-1-15,-1-2-2 0,-3-2 4 0,-1-2-3 0,1-2 4 0,-2-1 4 16,0-1-7-16,2 1 10 0,0-3-5 0,2 0-1 0,1-1 6 0,0 0-10 16,2-2 5-16,1-1-4 0,0 0-1 0,2-1-3 0,1-1-3 15,-1-1 11-15,3 0-8 0,0 0 0 0,2 1-5 0,2 0-18 0,2 4 0 16,2 0 1-16,0 3-3 0,2 2 0 0,0 1-1 0,2 3-4 0,1 0 5 15,1 3-2-15,1 1-9 0,-2 1-15 0,1 1-23 0,0 3-32 16,-1 0-36-16,0 2-44 0,2 0-48 0,0 3-50 0,0 1-66 0,-2 0-377 16</inkml:trace>
  <inkml:trace contextRef="#ctx0" brushRef="#br0" timeOffset="-35242.14">21842 12077 671 0,'-5'-1'321'16,"1"0"-254"-16,-1 1-21 0,3 1-18 0,2 0-11 0,-1-1-4 0,1 0-11 16,0 0-2-16,0 1 6 0,0 0-6 0,0-1 4 0,-1 1-1 0,0 0 4 15,1 0-3-15,-1 0 5 0,0-1-1 0,0 0-7 0,0 1 8 16,0-1 2-16,0 0 0 0,0 0 6 0,0 0-1 0,0-2 4 0,0 1 9 15,0 0 7-15,-1 0 2 0,1 0 4 0,0 0 4 0,0 0 6 0,0-1 5 16,0 0 2-16,-1-1-1 0,1 1-2 0,1 0 1 0,-1-1 1 16,0 1 0-16,0 0-4 0,1 0-6 0,0-1-12 0,0 0-4 0,1 0-1 15,-1 0-4-15,1 0 5 0,-1 1-11 0,1 0 2 0,1 0-5 16,0 0-4-16,1 1-1 0,0 0-2 0,0 1-2 0,1 0-2 0,0 0-1 16,1 0-1-16,0 1-2 0,1 1 4 0,-1 0 1 0,0 1-2 0,-1 0-3 15,1 1 1-15,0 0 4 0,-1 1 3 0,1-1-1 0,0 2 1 16,-1 0-8-16,0 1-1 0,-1 0 2 0,1 1-2 0,-2-1-4 0,1 2-2 15,-2-1-1-15,0 1-6 0,-2 1 4 0,1 0-4 0,-1 1-4 0,-1 0 4 16,-1 0-1-16,0 0 3 0,-2 0-1 0,-2 1-1 0,0 0 7 16,-1 0 4-16,-2-1 4 0,0 2 7 0,-2-1 1 0,1-1 4 0,-1 0 4 15,2-2 6-15,0 1-3 0,1 0 7 0,2-1-5 0,1-2-6 16,0 0 3-16,3-2-13 0,1-1-3 0,2-1 1 0,0 0-9 0,2-1 7 16,-1-1-2-16,2 0-5 0,1 0 5 0,0 0-7 0,3-1 2 0,1 0 5 15,1-1-6-15,0 0-2 0,0 0 2 0,0 0-9 0,2-1-4 16,0 0-12-16,1-1-23 0,0 1-25 0,0-1-33 0,0-1-31 0,0 0-49 15,-1 0-72-15,1-2-84 0,-2 0-107 0,0-1-173 0</inkml:trace>
  <inkml:trace contextRef="#ctx0" brushRef="#br0" timeOffset="-35042.14">22066 12197 2592 0,'-3'-2'150'15,"2"1"-81"-15,0-1-26 0,4 2-9 0,2-1-9 0,4 0-5 0,3 1-15 16,2 0 0-16,1 0-1 0,0 0-1 0,0 0 0 0,1 0-4 16,-2 0 1-16,1-1 0 0,-1 1-9 0,1-1 4 0,-1 0 0 0,0-1-7 15,0-1 7-15,-2 0-12 0,0-2-3 0,-2 0-17 0,2-1-14 16,0-1-11-16,0-1-16 0,0 0-12 0,-2 0-4 0,1-1-15 0,-1 1-8 16,0-2-24-16,0 0-39 0,1-2-49 0,-1 1-72 0,1-1-94 0,0 2-308 15</inkml:trace>
  <inkml:trace contextRef="#ctx0" brushRef="#br0" timeOffset="-34742.13">22569 11929 1277 0,'-13'-4'826'0,"0"1"-764"0,-3-2-21 0,2 3-23 16,4 0-5-16,2 1-6 0,0 1-8 0,-1 1 1 0,2 0-2 0,-3 2 0 15,-1 0 3-15,-1 2 11 0,-2-1 1 0,1 2 7 0,0-1 4 16,1 2 1-16,0-1 1 0,1 0 9 0,0 1-12 0,2 0-5 0,0-1-5 15,2 0-12-15,1 0 9 0,2-1-13 0,1-1-4 0,2 0-8 0,0 1-7 16,1-1 7-16,1 0 0 0,1 2 7 0,1 0 7 0,1 0-1 16,1 0 10-16,1 0 2 0,1 0-5 0,2 0 3 0,0 0-7 0,1 1-1 15,1-1 3-15,0 1-6 0,-1 0 5 0,1-1 2 0,-1 0-4 16,1 0 3-16,0-1 2 0,-1-1-5 0,-1 1 2 0,-2 0-1 0,-1 0-4 16,-1 0 1-16,0 0-1 0,-1 1-4 0,-1-1 2 0,-1 0-7 0,-1 1 0 15,-1-1-8-15,-1 0-4 0,-1-1-3 0,-1 0-5 0,-1-1-5 16,0 1-19-16,-1-2-16 0,0 1-26 0,-1-2-18 0,-1 1-8 0,1-1-7 15,0 0 5-15,-1 0-5 0,1 0-14 0,0 0-18 0,1 1-33 0,2-2-41 16,1 1-236-16</inkml:trace>
  <inkml:trace contextRef="#ctx0" brushRef="#br0" timeOffset="-34425.14">22666 12020 1125 0,'0'-2'425'0,"1"1"-317"0,2-1-50 0,1 1-21 0,1 0-5 15,1 1 0-15,1-1-16 0,1 1-1 0,1-1-9 0,-1 1 2 0,2 0 3 16,0 0-3-16,0 1 3 0,-1-1-4 0,-1-1-3 0,0 1 4 16,-2 0 1-16,1 0 7 0,-1 0 9 0,1-1-7 0,-1-1 13 0,-1 0-9 15,1-1 5-15,-2 0 3 0,0 1 0 0,0-2 2 0,0 1 6 0,0-1-3 16,-2-1-3-16,0 1-2 0,-1-1-7 0,0 1-8 0,0-1 0 16,-1 1 0-16,0 0-3 0,-1 0 5 0,-1 0-2 0,1 1 2 0,-1 0-2 15,-2 0-5-15,0 1-6 0,-1 0-4 0,-1 0 0 0,0 0 2 16,0 1-4-16,-1 1-6 0,0 1 5 0,-1 0 0 0,2 1 2 0,-2 0-1 15,0 1-4-15,-1 1 1 0,-1 1 1 0,1 1 4 0,-1-1-5 0,1 1 1 16,0 0 4-16,1 0-3 0,0 0 1 0,1 0-1 0,2-1 0 16,0-1 0-16,2 0-6 0,-1 0-14 0,2-1 3 0,1-1-19 0,1 0-9 15,2-1-2-15,-1-1-20 0,2 1 9 0,1 0-11 0,0 0-16 0,3-1-13 16,-1 0-31-16,2 0-18 0,1-1-22 0,0 0-23 0,1 0-21 16,1 0-28-16,0-2-171 0</inkml:trace>
  <inkml:trace contextRef="#ctx0" brushRef="#br0" timeOffset="-33158.12">22663 10531 1869 0,'-8'-4'86'0,"-1"2"-8"0,-1 2 1 0,3 3-13 16,4 2-29-16,1 5-22 0,0 5-5 0,2 5 0 0,-1 4 4 0,0 6 4 15,-1 4-5-15,0 4-8 0,0 3 2 0,0 3-1 0,-1 5 2 0,0 1 8 16,1 2 4-16,-1 5 12 0,1 1 8 0,2 3 3 0,0 2-6 16,3 1-7-16,3 0-20 0,2 2 7 0,3 2-4 0,4-1-5 0,1 2 8 15,5 3-15-15,4 0-2 0,3 1-2 0,4-1-2 0,1-5-16 0,6-1 8 16,2-3-9-16,4-4-11 0,3-3-2 0,2-6-33 0,1-2-10 16,3-4-16-16,2-3-15 0,1-4-15 0,3-5-20 0,1-2-11 0,3-4-28 15,3-3-45-15,1-2-72 0,4-4-383 0</inkml:trace>
  <inkml:trace contextRef="#ctx0" brushRef="#br0" timeOffset="-31924.12">26978 10227 2133 0,'-9'-9'296'0,"1"1"-233"0,-1 1 14 0,3 4-22 0,3 4-23 0,2 4-19 15,3 3-13-15,2 2 4 0,2 4 3 0,2 5 3 0,1 3 3 0,2 3 8 16,0 2-3-16,2 1 1 0,2 3 4 0,-1-3-3 0,0 2-3 16,2-2-7-16,0-3 1 0,2 0-2 0,0-3 1 0,1 0-4 0,2-1-7 15,0-1-6-15,2-2 2 0,1-2-12 0,-2-3-11 0,3 0-20 0,-2-4-30 16,2-1-13-16,-1-3-15 0,-2-3-19 0,0-2-25 0,-3-2-42 16,-2-2-62-16,0-2-74 0,0-3-99 0,0-4-284 0</inkml:trace>
  <inkml:trace contextRef="#ctx0" brushRef="#br0" timeOffset="-31625.12">27488 10296 1612 0,'-3'0'682'0,"-1"2"-602"0,1 1-24 0,0 4-48 0,4 2-3 16,0 4-4-16,3 1 2 0,1 3 3 0,1 4-2 0,0 1 0 16,2 0 7-16,-1 3-2 0,1-2 5 0,1 1 2 0,-1 1 1 0,2-1 12 15,0 3 2-15,1 1 0 0,0 2-10 0,1 1-1 0,-1 1-8 16,2 0-3-16,0 1 3 0,-1 1-7 0,1 1 3 0,-1 0-2 0,0 1-6 15,-1 1-1-15,-1-2 1 0,-3 3 1 0,-1-2-2 0,0-1-3 0,-4-2 0 16,1-2-8-16,-3-1-2 0,0-2-11 0,-1-1-13 0,-2-1-3 16,0-3-4-16,-3 0-2 0,-3-1 7 0,-1-4-6 0,-2 0-1 0,-2-2 17 15,0-3 1-15,-3-1 16 0,-2-2 11 0,1-3-2 0,1-2 7 0,0-2 4 16,0-3 4-16,3-1-2 0,0-3-2 0,2-2 1 0,1-1-7 16,0-2 1-16,2-1-4 0,1 0 14 0,2-3 11 0,0-2 0 0,2 0 12 15,1-3-15-15,0 0-5 0,2-2 2 0,0 2-4 0,2-1-1 16,0 1-10-16,3-1-7 0,1 2-7 0,1 1-15 0,3 0-21 0,1 0-30 15,3 0-66-15,2 0-80 0,2-1-119 0,2 2-150 0,2-2-288 0</inkml:trace>
  <inkml:trace contextRef="#ctx0" brushRef="#br0" timeOffset="-31442.11">28071 10791 2709 0,'1'-5'429'0,"2"2"-362"15,2 1-23-15,2 2-37 0,4 1-14 0,4 1-3 0,4 2-10 0,-1 1-22 16,2 0-16-16,0 2-24 0,-2-2-15 0,1 0-6 0,-1-1-9 16,-3-1 9-16,-2-2-5 0,0 0 6 0,-2 0 3 0,0-2-5 0,-1 0-2 15,-1-1-13-15,1-1-24 0,-1-2-49 0,1-1-52 0,-2-1-44 0,1-2-34 16,1-1-249-16</inkml:trace>
  <inkml:trace contextRef="#ctx0" brushRef="#br0" timeOffset="-31242.12">28563 10537 2505 0,'-1'-1'154'0,"0"1"-58"16,1 1-43-16,2 2-22 0,0 1-1 0,1 3 2 0,0 1-7 0,1 3 4 15,1 2-7-15,0 2-11 0,1 3-5 0,-1 2-2 0,1 0 3 0,0 4 0 16,-1 0-4-16,1 1 2 0,0 3-1 0,0-1 4 0,-1 4 4 16,2 0-3-16,-1-2-1 0,1 0-9 0,-1-1 1 0,1 0-4 0,0-2 3 15,-1 1-1-15,0-3-9 0,-1-2-13 0,-1-1-15 0,1-5-20 0,-1 0-22 16,-1-2-23-16,1-2-11 0,-2-4-6 0,-1 2-27 0,-1-3-6 15,-2 0-18-15,-2-2-15 0,1-3-10 0,-1-2-36 0,-1-3-28 0,0-4-22 16,0-3-321-16</inkml:trace>
  <inkml:trace contextRef="#ctx0" brushRef="#br0" timeOffset="-31008.12">28606 10598 1582 0,'-1'-22'339'16,"1"-2"-224"-16,2-3-16 0,1 3-31 0,1 5-6 0,1 3-6 0,1 2-6 15,1 1-9-15,1 2-7 0,2 2-6 0,1 0-3 0,1 2-7 16,1 0 3-16,0 2-2 0,2 1 0 0,3 1-3 0,2 1 0 0,0 1-2 15,1 2 4-15,1 1-2 0,-1 1 0 0,2 1 0 0,-1 3 0 0,1 0 10 16,-1 1-3-16,-1 1-1 0,-1 1-6 0,-1 0-4 0,-4 1-2 16,0 1 6-16,-2-1-11 0,-3 1-5 0,-1 1-10 0,-4-1-11 0,-2 2-1 15,-2-2-4-15,-4 2-2 0,-1 1-8 0,-4 0-11 0,-1 0 1 0,-3 2 0 16,-1-2-1-16,-1-1 13 0,-3-1-1 0,-3-2 6 0,0 0 9 16,-1-1-3-16,0-3 2 0,2-2-3 0,-1 0-9 0,0-3-14 0,3 0-33 15,1-1-40-15,2 0-48 0,0-2-36 0,3 0-23 0,-1-1-19 0,2 0 2 16,2 0-2-16,0 0-28 0,4-1-69 0</inkml:trace>
  <inkml:trace contextRef="#ctx0" brushRef="#br0" timeOffset="-30758.12">28911 10654 504 0,'15'0'126'0,"0"0"-15"0,6 1-11 0,-3 1-4 0,0 1-6 0,-2 0-6 16,1 1 0-16,1 2-3 0,-2 0-2 0,2 1-7 0,-2 1-4 16,0 1-2-16,0 0-7 0,0-1 1 0,1 2-18 0,-1 0-7 0,-1 1-4 15,1 0-17-15,-1 0 4 0,-1-1-10 0,-4 0-2 0,0-1 5 0,-3-1-2 16,-1-1 3-16,-1-2 5 0,0-2 3 0,-1 0 5 0,-2-2 4 15,1-1 3-15,-3-2 0 0,0-1-8 0,0-1-7 0,-2-2-6 0,-2-2-2 16,1-4 5-16,-2-1 0 0,-1-2 6 0,2-2 5 0,-1 0 6 0,-1-1 2 16,1-1-3-16,0-1-6 0,0 1 0 0,0 0 6 0,1-1 0 15,1 0 6-15,2 0 0 0,-2 0 1 0,4 1-1 0,-2 0-7 0,1 0-5 16,0 0-8-16,-1 0-7 0,4 1-9 0,-1 0-3 0,2 3-1 16,1 2-8-16,-1 1 9 0,3 2-8 0,0 2 0 0,0 1 5 0,1 3-11 15,0-1-2-15,1 2-8 0,0 1-14 0,-1 0-14 0,2 1-19 0,-1 1-33 16,1 2-38-16,0 0-42 0,1 0-40 0,-1 3-34 0,2 0-29 15,0-1-24-15,0 3-236 0</inkml:trace>
  <inkml:trace contextRef="#ctx0" brushRef="#br0" timeOffset="-30258.12">29624 10525 1528 0,'3'0'216'16,"1"0"-135"-16,1 0-46 0,1 1-19 0,1 0 3 0,2 1-3 0,-1-1 2 15,-1 0-4-15,2-1-4 0,-2-1 2 0,-1 0 0 0,0 0 2 0,-2-1 5 16,0-1-1-16,-1-1 2 0,0 0-1 0,-1 0 6 0,0-1-5 15,0-1 0-15,-1 0-4 0,0-1-2 0,0 0 5 0,-2-1 2 0,1 1 1 16,0 0-2-16,-2-1 6 0,1 1 1 0,-2 1 0 0,0 0-2 0,0 0-2 16,-2 1-12-16,0 0-5 0,-1 1-11 0,-2 3-4 0,0 0 2 15,-1 0-3-15,-1 1 4 0,0 2-4 0,-1-1 5 0,-1 3 1 0,1 1-1 16,1 0 4-16,0 1-5 0,0 1 1 0,1 0 1 0,0 2-5 16,1 1-5-16,1 0-1 0,1 1 0 0,1 0 3 0,1 0 4 0,1 1-4 15,1 0 3-15,1 0-4 0,2 0 2 0,0 1 6 0,2-1 2 0,1 0 3 16,1-1 1-16,-1 0 5 0,2 0-2 0,1 1 1 0,0-1-4 15,1-2-1-15,1 0 8 0,0-1 2 0,1-1 0 0,-2 0 3 0,2-2-1 16,0 0-4-16,0-2 7 0,-1 0-3 0,0-1 0 0,0-2 0 0,2 0-3 16,-1 0 7-16,0-2-5 0,-1 0 4 0,1-1 3 0,-1-1-6 15,0 1 5-15,1-1-1 0,0 0-1 0,1 0-1 0,0 0 2 0,-1 1 2 16,1 1 4-16,0 0 5 0,1 0 1 0,0 1 1 0,0 0-5 0,0 1 0 16,0 1-6-16,0-1-9 0,1 2 3 0,1 0-11 0,-1 0 4 15,1 1 0-15,0-1-5 0,0 0 0 0,0 1-2 0,2-1-4 0,-1 0 4 16,2-1 7-16,-2-1-6 0,1 0 5 0,0-1 1 0,0 0 7 15,-2-2 7-15,-1 0 3 0,-1-1-3 0,-2-1-9 0,-2 1 10 0,-1-1 1 16,-2 0 4-16,-2 1 6 0,0-2-6 0,-1 0-10 0,-1 0 0 0,-2 0-3 16,-2 0-9-16,0-1 1 0,-2 0-6 0,-1-1-1 0,-2 1 6 15,-2-1-5-15,0 0 7 0,-2 0-3 0,0 1-5 0,1 0 8 0,-1 0-9 16,0 3 3-16,0 0-3 0,0 2-2 0,1 2-3 0,-1 0-3 0,-1 1 0 16,1 0-3-16,0 1 0 0,3 0-7 0,0 1-16 0,-1 0-36 15,0-1-36-15,1 1-36 0,0-1-28 0,2-1-34 0,1 0-35 0,0-2-32 16,2 0-53-16,0-3-45 0,3-1-256 0</inkml:trace>
  <inkml:trace contextRef="#ctx0" brushRef="#br0" timeOffset="-30075.12">30236 9977 3164 0,'6'-2'87'0,"-1"4"-13"0,3 4-38 0,1 4-25 16,2 7-1-16,-1 3-2 0,4 3-10 0,0 5-5 0,-1 2 8 0,1 2 1 15,-4 2 7-15,2 3 6 0,0-1-17 0,-1 0 2 0,-1-1 0 16,-2 0-3-16,1 1 1 0,0-4-7 0,-2-1-26 0,0-5-19 0,-1-1-37 16,-1-3-37-16,0-2-33 0,-3-2-30 0,0-2-19 0,-2-3-30 15,0-1-51-15,-1-3-61 0,-3-1-84 0,1-5-377 0</inkml:trace>
  <inkml:trace contextRef="#ctx0" brushRef="#br0" timeOffset="-29872.12">30540 9464 2959 0,'26'-1'63'0,"5"5"9"16,15 9 30-16,5 11-24 0,7 12-15 0,8 7-7 0,5 6-23 0,0 5-14 16,1 5-10-16,-3 1-2 0,-2 2-3 0,-2 0 5 0,-5 1 6 15,-2 0 11-15,-4-1 0 0,-3 0 5 0,-4-2-6 0,-4-1-8 0,-6 1-4 16,-2-2-11-16,-5-2-8 0,-3-1-24 0,-8-4-28 0,-5-4-43 0,-4-2-82 15,-7-3-63-15,-4-2-66 0,-6-1-78 0,-6-1-73 0,-6-2-71 16,-8-4-353-16</inkml:trace>
  <inkml:trace contextRef="#ctx0" brushRef="#br0" timeOffset="-28975.61">20442 14120 1704 0,'-2'-4'121'0,"1"-1"-21"0,0 1 10 16,3 1-16-16,1 0-30 0,2 1-11 0,2 0-5 0,0 0 0 0,3 3 2 16,1-1 4-16,1 3-1 0,1 1 0 0,2 0-9 0,1 3-2 15,3 1-5-15,1 2-9 0,0 1 1 0,1 3-8 0,1 2 2 0,-1 2 0 16,2 1 5-16,-1 1-3 0,1 0-3 0,0-1-3 0,-2 0-11 0,-1 0 2 16,0-1-5-16,-2 0-1 0,0 0 4 0,-2-1-1 0,0-1-7 15,-3 1 10-15,-1-1-3 0,-1-3 3 0,-1-1 2 0,-1 0-5 0,-3-2 6 16,-1-2-1-16,-1-2 11 0,0-1 4 0,-1-2 3 0,-1-1 5 0,0 0-2 15,-1-2 7-15,0-1-8 0,0 0-3 0,0-1-1 0,0-2-6 16,0-1 5-16,0-1 2 0,-1-3-8 0,-1-1-4 0,0-1-4 0,0-1-4 16,0-2 4-16,-1-2-4 0,1 0-2 0,-1 0-5 0,1 0 2 15,1 1-1-15,2 3 5 0,0 1-8 0,2 2-4 0,1 1-2 0,0 2-1 16,1 1 2-16,1 2-1 0,0 1 1 0,0 1-12 0,1 2 19 0,0 1-6 16,0 1 4-16,1 1-3 0,0 1-8 0,1 1 5 0,-1 1 1 15,-1-1 1-15,1 1-1 0,-1 0-4 0,0-1-2 0,0 0 3 0,-2-1-4 16,0 0 1-16,0-1 6 0,-1-1-4 0,-1 0 7 0,0-1 0 0,0-1 0 15,-1 0 9-15,1-1-8 0,-1-1 1 0,0-1 1 0,1-1-1 16,0 0 2-16,-1-1-4 0,1 0-3 0,0-1 7 0,-1-1-2 0,1 0 0 16,-1 0 2-16,0-1-4 0,-1-1 5 0,1 1 1 0,-1-1-4 15,0 0-2-15,2 0 6 0,-1 1-6 0,0 0-2 0,1 2 3 0,1 1-5 16,-1 0 8-16,1 1 2 0,0 2 1 0,0-1-5 0,0 2-2 0,0 0-1 16,1 1 1-16,-1 1 2 0,1 0 0 0,0 2-2 0,2 0-5 15,-1 1 5-15,0 1-2 0,1 0-8 0,-2 0 5 0,0 1-24 0,-1 0-15 16,-1-1-14-16,0 0-32 0,1-2-14 0,0 0-20 0,-1-1-13 0,1-1-5 15,-1 0 0-15,0-1-2 0,1-2-11 0,0 0-23 0,1-2-40 16,0 0-52-16,1-1-63 0,1-2-33 0,0-3-169 0</inkml:trace>
  <inkml:trace contextRef="#ctx0" brushRef="#br0" timeOffset="-28721.61">21548 14029 1444 0,'-3'-4'238'0,"0"1"-90"15,0-1-21-15,-1 1-31 0,2 2-24 0,0 0-26 0,-1 1-18 0,2 1-12 16,-2 0-6-16,0 1-2 0,1 1-7 0,-2 0 5 0,1 3-3 0,0 0-5 15,-1 2 2-15,1 1 0 0,-1 0 5 0,2 1 5 0,-1-1 1 16,0 1 4-16,0 1 1 0,1-1 2 0,0 0-4 0,2 1-5 0,1-2-3 16,1 1-3-16,1-1 3 0,2 1-2 0,0-1 1 0,2 0 3 15,2-1-4-15,2-1 2 0,-1 1 3 0,2 0 1 0,0-1 0 0,2-1 0 16,2 0 0-16,0 1-4 0,0-1 1 0,0 0-3 0,-1 0-2 0,-1 0 6 16,-1-1 1-16,0-1 3 0,-1 0 2 0,0 0-1 0,-3 0 1 15,-1 0 2-15,-1 0-2 0,-4-1-2 0,1 0-12 0,-2 1 0 0,-1-1-7 16,-1 1-1-16,0-1-7 0,-2 1-10 0,0 1-7 0,-1 0-9 0,-1 1 0 15,-3 0-6-15,-1 0-7 0,-2 0-6 0,-1 1-6 0,-2-1-10 16,2 0-19-16,-2-1-22 0,0-1-29 0,1 1-19 0,-1-2-8 0,3 1-18 16,0 0-16-16,2-1-22 0,2-1-21 0,2-1-149 0</inkml:trace>
  <inkml:trace contextRef="#ctx0" brushRef="#br0" timeOffset="-28442.1">21657 14355 534 0,'3'-2'211'0,"2"0"-46"15,0-1-13-15,0 1-22 0,-1-1-18 0,0 0-17 0,2 0-13 0,0-1-3 16,0 1-5-16,1-1-7 0,1-1-3 0,-1 0-11 0,2-1-6 0,-1-2-5 15,0 1-6-15,3-1 1 0,0 1-9 0,0-1-3 0,0-1 2 16,0 1-8-16,1-2 5 0,-1 0-2 0,0 0-5 0,0-1 2 0,0-1-8 16,-3 1 0-16,1 0 3 0,-1 0-5 0,-1 0 1 0,-1 1-1 0,-2 0-3 15,-1 0 4-15,-1 1 5 0,-2 0 2 0,0 0 1 0,-1 0 6 16,-1 2 1-16,-1-1 4 0,-2 1 3 0,-1 1 3 0,0 0 7 0,0 1 2 16,-2 2 0-16,2 0 7 0,-3 2 1 0,0 1-7 0,1 0-6 0,-1 2-1 15,1 0-10-15,1 1-1 0,0 1-1 0,1 1-7 0,0 0-7 16,0 2 8-16,1-1-12 0,1 2-2 0,0 0 2 0,1 2-11 0,1 1 6 15,1 1-1-15,1 0-9 0,0 1 4 0,2 2 1 0,2-1-5 16,2 1 4-16,1 1-1 0,1 0-1 0,1 0-3 0,1-2-2 0,2 0-4 16,0-2-9-16,0 0-16 0,1-1-33 0,0-2-37 0,2-2-40 0,0 1-37 15,0-2-43-15,1-1-64 0,1-1-119 0,1-2-497 0</inkml:trace>
  <inkml:trace contextRef="#ctx0" brushRef="#br0" timeOffset="-28275.1">22228 14180 3032 0,'1'2'103'15,"1"0"-30"-15,2 0-16 0,3 1-12 0,2 0-5 0,1-1-24 16,3 0-14-16,1 1 3 0,-1-1-1 0,3 0 1 0,0 0-6 0,-1-1-12 16,-1 0-14-16,0-1-20 0,-1-2-24 0,1 1-21 0,-1-2-17 0,0 0-25 15,0 0-34-15,-2-1-39 0,-1 0-62 0,0-1-79 0,-2 1-103 16,1 0-230-16,0 1 75 0</inkml:trace>
  <inkml:trace contextRef="#ctx0" brushRef="#br0" timeOffset="-28125.1">22483 14371 2486 0,'0'2'163'0,"2"0"-36"16,3 1-46-16,1-2-17 0,2 0-8 0,0 0-23 0,2-1-21 0,1 0-7 15,1-1-8-15,2 0 1 0,-2 1-8 0,1-3-21 0,-1 0-32 16,1-1-42-16,-1 0-49 0,1 0-41 0,-2-1-47 0,0 0-70 0,-1-2-109 15,-1-1-244-15,-1-1 26 0</inkml:trace>
  <inkml:trace contextRef="#ctx0" brushRef="#br0" timeOffset="-27775.1">22860 14067 3314 0,'-1'1'92'0,"0"1"-42"0,1 2-34 15,2-1-14-15,2 1-11 0,3 1 1 0,4 1-6 0,2 2 6 16,0 2-1-16,3 2-2 0,-1 0 11 0,-1 0-3 0,-2 0 1 0,1 0 2 16,-1 0 0-16,1-2-9 0,-1 0 11 0,-2 0-2 0,1-1-4 0,0-1 2 15,-2-2-7-15,0-1 0 0,-1-2 0 0,-2 0-6 0,-1-2-1 16,-2 0 2-16,-1-1 6 0,-1 0 12 0,-3-1 7 0,1-2 1 0,-2-1-13 15,-2-4-8-15,-4-2-11 0,-4-3-16 0,-2-2 6 0,-3-2-2 16,0-1 16-16,-2 1 14 0,1 1 4 0,2 0 15 0,-1 2 8 0,2-2 2 16,0 1 2-16,1-2-8 0,0 0-5 0,1 1-8 0,2-1-10 0,3-1-9 15,0-1-7-15,2 3-11 0,1 0 8 0,3 1-2 0,1 2-6 16,3 3 6-16,2-1-17 0,1 2-6 0,1 2 0 0,2 0-4 0,1 2-3 16,1 1-11-16,1 0-26 0,3 2-25 0,1 2-35 0,0 0-32 0,1 2-54 15,1 1-86-15,0 1-122 0,2 1-463 0</inkml:trace>
  <inkml:trace contextRef="#ctx0" brushRef="#br0" timeOffset="-26458.1">22824 13899 2060 0,'-5'-3'332'0,"-1"0"-183"0,1 1-15 16,2 1-38-16,1 1-18 0,3-1-24 0,-1 1-24 0,1 0-8 0,1 0 5 15,0 2 8-15,2-1 9 0,-1 4 2 0,2 1-4 0,0 1-25 0,2 2-1 16,1 2 3-16,2 2-1 0,3 1 16 0,0 2 0 0,2 2-11 16,-1 1-5-16,2-1 0 0,0 0 0 0,1 1-1 0,-1-2 1 0,1 0-2 15,1 0-7-15,-2-1-1 0,2-1-3 0,0 0-5 0,-1-1 6 0,-3-1 3 16,0-2-2-16,-1 0 1 0,-3-1-3 0,0-1 4 0,-3-1 12 16,-1-2-1-16,-1-1 2 0,-1-1 4 0,-2-2-5 0,0 0 2 0,-1-2-3 15,0 0-7-15,-1 0-1 0,0 0-3 0,0-1-3 0,-1-2 1 16,1-1-7-16,-2-1 4 0,0-2-4 0,-1-2-4 0,-1-2 6 0,0-2-2 15,1 0 0-15,0-2 2 0,0-1-4 0,-1-1 0 0,2 0 8 0,-1-1-8 16,0-1 4-16,2 1 2 0,1-1-10 0,2 1 8 0,0 3-9 16,2 2-1-16,0 1 10 0,2 3-4 0,-1 1 2 0,1 2-2 0,1 2 0 15,0 1 4-15,0 2 8 0,-1 1-10 0,1 2 0 0,1 2-4 0,0 2 4 16,2 1-2-16,-1 2 2 0,1 1-6 0,0 0 1 0,0 1 1 16,0-1-2-16,-2 1 10 0,2-1-2 0,-2-1 2 0,2 0-4 0,1-1 0 15,-1-1 1-15,0-1-6 0,0 0 5 0,-1-2-8 0,-1 1 6 16,0-2 4-16,-2-1-7 0,-1 0 6 0,0-2-2 0,-1 0 2 0,-1 0 11 15,0-1-8-15,0 0 1 0,-1-1-5 0,0 0 4 0,0-1-10 0,1 0 8 16,-1-1 0-16,1-2 0 0,-2 1 2 0,0-2-10 0,0 1 12 16,1-1-12-16,-1-1 8 0,1 0 2 0,-2 0-10 0,1 0 12 0,0 0-2 15,0 2 1-15,1 0-3 0,0 3-2 0,0 0 2 0,1 1-4 0,0 1 2 16,0 0 4-16,-1 2-2 0,1 0-2 0,0 1 4 0,-1 1-4 16,1-1 0-16,1 3 2 0,0 1-2 0,1 0-6 0,0 1 6 0,0 1 2 15,0 1 0-15,0 0-2 0,0 0 2 0,1-2-4 0,1 1 0 16,0-2 2-16,0 0-6 0,1-1 8 0,0 0-2 0,-1-2 0 0,1 0 8 15,1-2-10-15,-1 0 0 0,0 0 2 0,-1-2-4 0,1 0 4 0,0 0 0 16,0 0-10-16,-2-1 7 0,1 0-9 0,-1-1 1 0,1-1 5 16,-1 0-5-16,1-1 5 0,-1-2 1 0,1 0-1 0,0 0-1 0,-1 0-5 15,1-1 1-15,-1-1 0 0,0 0-2 0,0 1 5 0,-2-1-10 0,1 0 3 16,-1 0 0-16,-1-1 2 0,-1-1 6 0,0 1-3 0,-2-1 3 16,0 1 0-16,-1 1-17 0,-2-1 2 0,0 1 11 0,-1 1 2 0,-1 0 20 15,1 1-2-15,-2-1-9 0,0 2-4 0,0 0 4 0,-1 0-2 16,0 2-1-16,0 0 6 0,-1 2-1 0,1-1-2 0,1 2 2 0,-1 1 0 15,0 0 0-15,-1 1 1 0,1 1-3 0,1 0 0 0,-1 1-3 0,1 0 3 16,-1 1-4-16,2 1-2 0,0 0 6 0,1-1-1 0,1 2-1 16,1 0-5-16,0 0-12 0,1 0-1 0,0-1 4 0,0 1-4 0,1 1 31 15,1 0-4-15,1 1 4 0,0-2 2 0,1 1-17 0,0-1 6 0,0 0 2 16,1 0-1-16,-1 0-1 0,1-1 0 0,1-1 5 0,0 0-1 16,-1-1-1-16,1 1 2 0,-1-1-1 0,1 0 5 0,-1-2 0 0,0 1-6 15,0-1 1-15,0 1 1 0,0-1-1 0,0-1 1 0,0 1-9 16,-1-2 2-16,0 1 2 0,1-1-8 0,-1 0 5 0,0 0 1 0,-1 0-8 15,0-1 5-15,1 2-5 0,0-1-3 0,-1 0 9 0,0-1-3 0,-1 1-2 16,0-1-4-16,1 1-6 0,-1 0-10 0,0 1-18 0,-1 0-25 16,1-1-39-16,-1 1-45 0,0 0-70 0,0 0-101 0,0-1-126 0,1 0-158 15,0-1-339-15</inkml:trace>
  <inkml:trace contextRef="#ctx0" brushRef="#br0" timeOffset="-25025.05">23675 13897 875 0,'-2'0'188'16,"0"1"-90"-16,1-1-31 0,0 0-13 0,0 0-6 0,1-1-13 0,-1 1-6 16,2 0 1-16,-1 0-4 0,-1 0 18 0,1 0-4 0,-1 0 3 0,1 2 4 15,-1-1-7-15,1 0 3 0,-1 0-7 0,0 1 3 0,0 0-8 16,0 0 2-16,1 2 4 0,-2 0 1 0,1 1 3 0,0 0 0 0,0 0-6 15,1 1-7-15,0 0-8 0,0-1-4 0,1 1-3 0,1 1 0 0,0 1 1 16,1 0 5-16,1 0 0 0,0 0 1 0,1-1 1 0,1 2-2 16,0-2 3-16,0 2 7 0,2 0 1 0,0 0 4 0,0 1 9 0,1 0 2 15,0-1 4-15,-1-1 1 0,0-1 1 0,0 1-8 0,0 0-6 16,0-1 1-16,-1 1-7 0,-2-1 0 0,1 0 0 0,-3-1-1 0,0 0 0 16,-1 0 4-16,-2-1-6 0,-1 1-2 0,-1 0-2 0,-1-1-7 0,-1 0 2 15,0 0-13-15,-3-1-4 0,0 0 2 0,-1 0-4 0,1-1 1 16,-1 1 1-16,0-1 3 0,0 0 0 0,-2-2 2 0,2 0 0 0,-1-1-7 15,1 0 5-15,1-2-5 0,0 1-5 0,0-1 7 0,1 0-6 0,1 1-3 16,1-2-5-16,1 1-1 0,1 0-4 0,0 0-1 0,0-1 5 16,2 1-11-16,0-1 0 0,1 0 1 0,0 0-8 0,0 0 0 0,2-1-1 15,0 0-2-15,1-1 7 0,2 1 0 0,-1-1-1 0,2 0 9 16,0 0-4-16,1 0 12 0,1 0 3 0,1 0 0 0,-1-1 1 0,2 1 3 16,-1-1 0-16,-1 0 3 0,2 0 4 0,0 0 0 0,0 1 0 0,1-1 1 15,-1 0 2-15,0 1-1 0,1-1 4 0,-1-1 3 0,0 1-8 16,0-1 3-16,-1 0-4 0,0 1-3 0,0 0 0 0,-2 0 5 0,-1 1-2 15,1 0 0-15,-2 0-3 0,0 1 0 0,-1 0 2 0,-1 0 3 0,-1 1-2 16,0 0 0-16,0 1 2 0,-1 0-2 0,1 0 2 0,-2 0-1 16,1 1-3-16,-2 0 4 0,1 1-5 0,-1 0-2 0,1-1 2 0,-1 1-3 15,0 1 2-15,0-1-3 0,0 1-12 0,-1 0 3 0,1 0-6 16,0 0-16-16,-1 0-10 0,1 0-15 0,0 0-19 0,0 0-16 0,-1 0-23 16,1 0-25-16,-1 0-23 0,1-1-21 0,-1 1-30 0,0 1-34 0,0-2-37 15,-1 0-38-15,-1 1-161 0</inkml:trace>
  <inkml:trace contextRef="#ctx0" brushRef="#br0" timeOffset="-24058.13">23626 14104 2012 0,'-2'0'255'16,"0"1"-96"-16,0 0-38 0,2 0-32 0,1-2-18 0,2 2-22 0,1-2-26 15,1 0-3-15,2 1-5 0,1-1 5 0,0-1 2 0,0 1-14 16,2-2 4-16,-1 0-5 0,1-1-2 0,2-1 3 0,-1 0 0 0,2-1 1 15,-1 0 3-15,-1-2 1 0,0 1-3 0,1-2 1 0,-1 0-6 0,0 0-2 16,-2-2 0-16,-1 2-1 0,-1-2-5 0,0 0 1 0,-1-1 4 16,-1 2-1-16,-2-1-4 0,0 0 5 0,-2 1 6 0,0-1-3 0,-2 1 18 15,0-1-13-15,-2 0-3 0,0 0 1 0,-1 1-1 0,-1-1 11 16,-1 2-8-16,0 1 4 0,1 1-9 0,-1 3-2 0,-1-1 4 0,0 1 4 16,0 1-4-16,1 1-5 0,-1 2-1 0,1 0-2 0,0 2 4 0,0 0 2 15,1 2-5-15,-1 0 2 0,0 1-4 0,0 2 1 0,1 1-1 16,-1 2 4-16,0 2-4 0,1 1-2 0,1 1 3 0,1 2-15 0,0 1 23 15,2 0-5-15,-1 1-4 0,2 3 14 0,1 0-14 0,0-1 6 0,2 0-1 16,0 0-4-16,2-4 2 0,1 1-2 0,1-2 2 0,1-2-6 16,0-1-2-16,2 0-2 0,0-1 2 0,2-1 2 0,2-1-3 0,-1-2 4 15,0-1-3-15,0-3 4 0,0 1 4 0,0-2-2 0,0-1 8 16,-1-1 0-16,0-2-4 0,0-2 7 0,0 0-1 0,-1-1-4 0,-1-1 2 16,-1-1-7-16,0 0 4 0,0-1-2 0,-1 0-2 0,0-1 0 0,-1 1-2 15,1 0-2-15,-2-1 3 0,0 1-6 0,0 0 3 0,0 1 4 16,-1 1 0-16,0-1 0 0,-1 2-3 0,0 1 1 0,0 0 2 0,0 2 0 15,-1 1 3-15,1 0-1 0,-1 1 3 0,1 1-3 0,0 0 2 0,-1 0-3 16,1 1-2-16,1 0 4 0,1 0-1 0,-1 0 0 0,2 0 5 16,0 1-6-16,0-2 1 0,0 1-7 0,1-2 1 0,-1-1 8 0,2 0-1 15,0-1 1-15,0 1-2 0,0-2-1 0,-1 0 5 0,-1-2-1 16,-1 0 0-16,0-1 2 0,0-1-2 0,0 1 8 0,-2-1-5 0,0 0-6 16,0 0 9-16,-2 1-11 0,0-1 3 0,0-1 10 0,0 1-8 0,-1-1 9 15,-1 0-5-15,0 0-7 0,-2 1 2 0,1 0-1 0,-2 1-12 16,-2-2-5-16,0 0 10 0,-1 0-4 0,-1 1 16 0,-1 0 0 0,-1 0-19 15,-1 0 0-15,-1 0-6 0,-1 2-3 0,1 1 4 0,0 1 2 0,1 1 2 16,0 1 5-16,0 2-2 0,1 0-8 0,0 2 8 0,0 0-10 16,2 2 2-16,-1-1 5 0,0 3-9 0,1 1 2 0,0 1-10 0,0 0-8 15,0 0 22-15,1 2-1 0,0-1 8 0,2 2 1 0,-1 0-16 0,2 0-6 16,1-1-4-16,1-2-10 0,0-1-14 0,2-1-15 0,1 0-5 16,1-1 0-16,0-1 11 0,1-1 8 0,1-1 13 0,1-1 18 0,1 0 7 15,0-1 13-15,0-1 2 0,0-2 5 0,0 1 3 0,1-1 6 16,0 0 6-16,2 0-3 0,-1 0 3 0,1-1-3 0,0 1 2 0,-1 0 5 15,1 1 1-15,-1-1 6 0,2 1-5 0,1 0 3 0,0 0-1 0,0 1-5 16,-2 0 0-16,2 0-9 0,-1 1-4 0,0-1 1 0,0 1 2 16,0 1-4-16,-1 0-2 0,1 0 1 0,1-1-3 0,-1 0 2 0,0 1 1 15,0-1 0-15,1 0-1 0,2-1-2 0,0 0 4 0,-1 0 1 0,0-2 1 16,0 1 4-16,1-1-2 0,0-2 6 0,0 1 4 0,0-2 7 16,0 0-5-16,-2-1 7 0,0-1-3 0,-1 1-2 0,0-2-1 0,1-1-6 15,-1 0 6-15,1 0-3 0,-2-1 0 0,-1 0-13 0,0 1 0 16,-1-1 14-16,-1 0-6 0,-1 1 14 0,-1 0 0 0,-1-2-15 0,-1 3 5 15,0-2-5-15,-2 0-2 0,0 2 2 0,-1-2-4 0,-1 2 1 0,-1 1-2 16,-1 1 5-16,-1 0 3 0,-1 2 4 0,1-1 2 0,-1 3-6 16,0-1 6-16,0 1-1 0,0 1-6 0,-1 1 3 0,1 1-1 0,1 0 0 15,0 0 0-15,1 1-2 0,1 0-9 0,0 0 1 0,1 1-6 0,0 0-2 16,2 0 0-16,0 1 0 0,1 0 2 0,1 1-5 0,1 2 0 16,0 0 1-16,3 1 0 0,0 0 1 0,1 2 5 0,1 0-2 0,0-1 5 15,0 2 2-15,0-2-12 0,0 0-1 0,0-1 15 0,1 1 0 16,-1 0 13-16,0 0-5 0,-2 0-22 0,0-1 7 0,-2 0-8 0,1 0 8 15,-1 0 4-15,-1-1-10 0,-1 0 6 0,-1-2-11 0,-2 1 5 0,0 1-1 16,-2-1-16-16,-2-1-2 0,0 1-20 0,-1-2-4 0,-2 1 7 16,0-1-12-16,-1 0-1 0,-2 0-11 0,-1-2-8 0,0 0 4 0,-1-1-2 15,3-1-15-15,-1 0-19 0,1 0-18 0,1-1-30 0,0 0-21 0,1 0-40 16,1 0-29-16,1 0-32 0,2 1-26 0,1 0-14 0,1-1-213 16</inkml:trace>
  <inkml:trace contextRef="#ctx0" brushRef="#br0" timeOffset="-23741.13">24931 14033 2903 0,'6'-1'191'16,"1"0"-85"-16,4-1-62 0,3 1-28 0,1-2 0 0,3 0-11 16,2-1-12-16,1 1 0 0,2 1-2 0,-1 0-16 0,-2-1 0 0,1 1-8 15,-2-2-20-15,-2 1-8 0,1-1-21 0,-1-1-14 0,-1 0 6 0,-1-1 1 16,0 0 2-16,0-1-13 0,-1 0-40 0,-1-1-41 0,1-1-54 15,-2 0-51-15,1 0-68 0,-1 0-91 0,1-2-196 0</inkml:trace>
  <inkml:trace contextRef="#ctx0" brushRef="#br0" timeOffset="-23458.13">25562 13690 2527 0,'0'-1'269'16,"1"2"-149"-16,0-1-72 0,2 2-43 0,0-2-4 0,3 1-2 0,1 1-3 15,0 0-4-15,1 1 4 0,0 0 11 0,-1 0 5 0,-1 0 7 0,0 0 0 16,1 0-4-16,-2 1-4 0,0 0-3 0,-2-2-3 0,2 1-5 15,-1-1-1-15,-1-1 1 0,1 0-6 0,-1 0-9 0,-1 0-16 0,0-1-23 16,0-1-5-16,0 1-10 0,-1-1-7 0,0 1-8 0,-1-1-20 16,0 0-10-16,1 0-22 0,-1-1-32 0,0 0-44 0,1 0-67 0,-1 0-64 15,0-1-60-15,0 0-245 0</inkml:trace>
  <inkml:trace contextRef="#ctx0" brushRef="#br0" timeOffset="-23325.13">25794 13793 1947 0,'-1'1'223'0,"2"2"-119"0,-1-1-68 16,1 0-37-16,0-1-13 0,1-1-17 0,-1 0-25 0,1-1-23 16,0 0-18-16,1-1-13 0,-1 1-10 0,0-1-13 0,1 1-33 0,-1-1-38 15,1 0-41-15,0-2-32 0,1 1-12 0,-1-1-99 0</inkml:trace>
  <inkml:trace contextRef="#ctx0" brushRef="#br0" timeOffset="-23191.13">26001 13742 1115 0,'9'0'291'0,"2"0"-71"0,3 1-44 0,2-1-31 15,-2 0-27-15,0 1-24 0,0-1-25 0,0 0-27 0,-1 0-24 0,-1-2-12 16,1 2-9-16,-2-1-9 0,1 0-12 0,-2 1-20 0,-1-1-13 0,-1 1-8 16,0 0 0-16,0-1-4 0,0 1-9 0,-1-1-18 0,1-1-19 15,-1 0-20-15,0-1-29 0,-1-1-49 0,1 0-98 0,0-2-289 0</inkml:trace>
  <inkml:trace contextRef="#ctx0" brushRef="#br0" timeOffset="-22691.13">26591 12329 2509 0,'-2'-5'29'0,"0"3"4"0,0 2-19 16,1 5-11-16,2 5-7 0,1 6-6 0,1 4-4 0,1 7 3 0,2 6 1 16,1 6 2-16,1 6 8 0,0 6-3 0,4 4 19 0,0 4 1 15,2 3 12-15,2 4 8 0,0 2-12 0,3 2 8 0,1 1-1 0,0 0 9 16,1 0 14-16,2 2-4 0,0 0-6 0,3-1-1 0,0-1-13 15,3-1-3-15,0-3-3 0,1-1-7 0,1-2-6 0,0-6 2 0,-1-4-16 16,1-6 7-16,-1-6-5 0,0-4-14 0,-1-4-10 0,0-4-43 16,1-3-48-16,1-3-51 0,0-4-49 0,1-3-65 0,-4-3-95 0,1-4-192 15,-3-6-307-15</inkml:trace>
  <inkml:trace contextRef="#ctx0" brushRef="#br0" timeOffset="-21991.13">23216 12011 1173 0,'-26'-10'304'0,"-3"0"-191"16,-4-4 11-16,5 1-9 0,8-1-30 0,3 1-26 0,2-2-14 0,3-1-10 15,4 0 4-15,1 1 7 0,2-2 2 0,2 1 12 0,2 2 7 0,1 1 3 16,3 1 5-16,2-1-2 0,2 0-6 0,3-1 4 0,4 1-10 16,3-3 2-16,3-1-12 0,4 0-7 0,5-1-16 0,2 0-16 0,3 0-7 15,4 2-3-15,2-1 6 0,3 2-3 0,2 0 2 0,2 1-2 0,1 0-1 16,1 1 4-16,0 1 2 0,-1 2-8 0,-1 1-2 0,2 3 5 16,0 1-6-16,3 1 7 0,0 2 8 0,1 2-7 0,0 0 14 0,4 0-1 15,4 2 3-15,4 0-2 0,5 2-6 0,5 2 1 0,4 0-5 16,8 2-1-16,6 0-1 0,7 0-6 0,4 1 3 0,7 1-5 0,6 1 8 15,6 3-7-15,6 4-2 0,3 3-4 0,4 3-10 0,1 3 16 0,-1 0-2 16,2 1 2-16,-4-1 5 0,-4-3 0 0,-4-1-2 0,-10-3 13 16,-5-3 19-16,-9 0 13 0,-7-3 24 0,-8-1 5 0,-6 1 15 0,-5-2-6 15,-5 0-16-15,-7 0-6 0,-3-3-23 0,-4 1-5 0,-5 0-14 0,-3-1-1 16,-5-1-3-16,-5 0-13 0,-2-2 3 0,-5 0 0 16,-3-1-10-16,-4 0 0 0,-2-1 2 0,-5-1-26 0,-3-1 11 0,-5 0 3 0,-2-1-4 15,-3 1 10-15,-3-1 1 0,-1 0-9 0,-1 0 0 0,-1-1 5 16,0 1-13-16,-1 0 1 0,0 0-12 0,1-1-21 0,-2 1-23 0,0 0-32 15,-1 0-35-15,-1-1-27 0,-2 0-49 0,-1 1-60 0,-3-1-70 0,0 1-103 16,-3 1-114-16,-2 0-368 0</inkml:trace>
  <inkml:trace contextRef="#ctx0" brushRef="#br0" timeOffset="-21656.13">27115 12340 3552 0,'-3'-7'62'0,"2"1"-8"0,0-1-48 0,3 1-21 0,1 1-6 15,2-1-3-15,4 2 12 0,1-1 3 0,1 2-4 0,1 0 5 0,-2 2-1 16,0 1 7-16,-2 0 8 0,0 1-4 0,-1 1 7 0,-1 1-9 16,0 2 2-16,-1 0 3 0,1 1-6 0,-2 3 6 0,2 2-14 0,1 3 1 15,1 2 6-15,1 3-5 0,-1 5 7 0,2 2-2 0,0 5-13 16,-1 2 6-16,-1 4-2 0,0 0 5 0,-2 2 10 0,0-2-4 0,-2 0-2 15,1-1 4-15,1-1 0 0,-1-3 5 0,1-2-5 0,0-3 4 0,1-2 5 16,1-1-6-16,1-2 10 0,0 0-5 0,1-2 7 0,0-3 16 16,-1-4 3-16,2-3 12 0,-1-2-6 0,0-4-4 0,0-1-5 0,0-2-12 15,0-3 5-15,2-1-11 0,1-2 3 0,0-2-9 0,2-2-14 0,3-2 3 16,5-4-4-16,-2-3-4 0,1-1-2 0,1 0-19 0,-3 0-2 16,2 0-17-16,-3 3-26 0,0 0-28 0,-1 1-37 0,-1 2-38 0,1 2-41 15,-3 0-40-15,-1 3-54 0,0 1-61 0,0 2-121 0,-1 3-543 16</inkml:trace>
  <inkml:trace contextRef="#ctx0" brushRef="#br0" timeOffset="-20858.13">28159 12585 2925 0,'-6'-4'142'0,"1"2"-46"15,1 1-17-15,-1 3-23 0,2 3-20 0,0 1-24 0,2 4-12 0,1 2-11 16,0 4-1-16,2 5 5 0,1 2 8 0,1 5 10 0,0 1 7 16,3 2-7-16,0 0-2 0,1-3 4 0,0 0 1 0,3-3 6 0,0-1 1 15,1-1-9-15,2-3 5 0,1-1-10 0,2-3 6 0,1-4-2 0,2 1-3 16,3-3-1-16,-1-2-9 0,2-1-3 0,1-3 3 0,-2-2-7 15,0-3-8-15,-2-3-7 0,-1-1-9 0,0-3 2 0,-3-1-7 0,0-2-11 16,-1-1-11-16,-2-1-9 0,-1-3-10 0,0-2 5 0,-2 0-8 16,-1 1-7-16,-3-1 6 0,-2 1 10 0,-1 2 16 0,-2-1 17 0,-1 1 15 15,-2 0 14-15,-1 1 9 0,-2-1 10 0,0 2 11 0,-1 0 2 0,1 3 6 16,0 2 0-16,0 1-3 0,1 2 2 0,0 2-1 0,0 1 1 16,1 3 0-16,0 1-2 0,0 1-3 0,0 1 4 0,1 1-5 0,-1 0 2 15,1 5-3-15,1 2-6 0,0 2-1 0,2 3-7 0,1 1 3 16,1 3-1-16,1 3 2 0,1 1 1 0,1 5-7 0,0 1 1 0,1 1-6 15,0 2 4-15,1 1 3 0,1 0 2 0,0 1 3 0,0 1 4 0,0 0 3 16,0 0-10-16,-1-1 12 0,1-2 0 0,-2 0-5 0,0-2 7 16,0 1-16-16,-2-3-1 0,-1 0-3 0,-1-1 1 0,-2-1 0 0,-2-1-4 15,-1 0 2-15,-1-3-3 0,-1-3 1 0,-2-2 2 0,1-4 0 0,-2-3 2 16,-1 0-2-16,0-4 0 0,-1 0-2 0,0-2-2 0,-1-2 6 16,-1-1-2-16,0-3 2 0,-1-2-9 0,-1-2 2 0,2-2 1 0,-3-3-5 15,1-2 9-15,-2-1-8 0,1-4-10 0,1-2-4 0,0-4-18 0,0-1-4 16,2-3 5-16,0 0-3 0,0-1 11 0,3 1-9 0,1-1-16 15,2 1-17-15,2 2-38 0,2 0-31 0,3 3-32 0,1 0-34 0,2 2-43 16,0 2-52-16,4 3-105 0,1 0-343 0</inkml:trace>
  <inkml:trace contextRef="#ctx0" brushRef="#br0" timeOffset="-20691.13">28949 13231 3017 0,'2'-2'188'15,"0"1"-63"-15,2 0-60 0,1 1-34 0,1-2-9 0,2 1-14 0,1-2-8 16,-1 2-11-16,0 0-8 0,1 0-6 0,-1-1-10 0,0 0-5 0,-1-1-8 16,0 0-14-16,0-1-18 0,-1-1-27 0,0 0-29 0,-1-1-24 15,0 0-18-15,0-1-13 0,-1-1-12 0,0 0-15 0,1-1-26 0,-2-2-28 16,2-2-33-16,0-1-58 0,0-2-192 0</inkml:trace>
  <inkml:trace contextRef="#ctx0" brushRef="#br0" timeOffset="-20474.13">29246 12540 2632 0,'0'0'187'15,"1"0"-49"-15,1 2-46 0,2 2-19 0,1 1-11 0,1 2-7 0,0 4-11 16,1 3-11-16,0 3-15 0,1 1-18 0,0 4 16 0,-1 3 2 0,1 2 4 16,0 4 11-16,0 1-19 0,-1 2-10 0,0 0 3 0,-1 1-1 15,-2 2-4-15,1-1 7 0,-2 0-6 0,0-3-1 0,-1-1-2 0,1-4-2 16,-1-2-7-16,1-3-16 0,-1 0-17 0,0-3-29 0,-1-3-20 15,0-1-18-15,-1-1-28 0,-1-3-20 0,0-2-24 0,-1-1-15 0,-1-3-18 16,-2-2-18-16,1-2-9 0,-1-3-15 0,-2-3 0 0,-1-3-17 0,-2-3-37 16,-1-3-185-16</inkml:trace>
  <inkml:trace contextRef="#ctx0" brushRef="#br0" timeOffset="-19958.12">29183 13061 798 0,'-1'-2'632'0,"1"2"-408"0,0 0-54 0,1-1-33 0,0 1-29 15,0-1-19-15,2-1-17 0,2 2-14 0,-1-2-9 0,3 2-8 0,0 0-7 16,1-1-3-16,1 1-7 0,1-1-3 0,-1 0 5 0,1 1-9 15,0-1 4-15,1-1-8 0,2 0-2 0,-1-1-3 0,2 0-2 0,1 1 7 16,0-1 0-16,0 0-1 0,1-1 8 0,0-1 2 0,1 1 1 0,-1 1 8 16,0-1-2-16,1 0-6 0,0 0 0 0,-2-1-6 0,1 1 3 15,-1 0-4-15,1 0 1 0,-2 0-8 0,0 0-9 0,0 0 5 0,0-1-7 16,-3-1 10-16,0 0-1 0,-2 0-7 0,-2-1 2 0,1 1-2 16,-3-1 3-16,0 0-6 0,-2 0-6 0,0 1-2 0,0-2-10 0,-2 0 5 15,1 0 7-15,-1 0 1 0,0 0-3 0,0 0-4 0,0-1-2 0,-1 2-1 16,-1-1 2-16,0 1 1 0,0 0-6 0,-1 2 1 0,0-1-4 0,0 1 0 15,-2 1 5-15,1 0-9 0,-2 2 8 0,0 0-7 0,1 0 3 16,-2 2 4-16,1 0 4 0,0 2 12 0,0 1-3 0,-1 0 12 0,1 2 0 16,-2-1-5-16,1 2 11 0,0 0-8 0,0 0 8 0,0 2 4 15,1 0-4-15,0-1 2 0,2 3-7 0,-1 0 4 0,2 0-1 0,1 0 6 16,-1 1-3-16,3-1-8 0,-1 0 2 0,2 0-3 0,1 1 0 0,1-1 4 16,1-2-1-16,0 1 4 0,1-2-1 0,1 1-1 0,1-2-3 15,1-1-8-15,-1 0-3 0,2-1-1 0,0 0-2 0,0 0 2 0,0-2 1 16,1 1-1-16,-1-1 4 0,1 0 0 0,1-2 6 0,-2 0-4 0,0 0-1 15,-1-2-3-15,-1 1 4 0,1-2 2 0,0 1-1 0,0-2 2 16,-1 0-4-16,0 1 4 0,-1-1 4 0,0 1-3 0,-1-1 7 0,2 1-4 16,0 1-1-16,-1-1 5 0,0 2-1 0,-1 0 8 0,0 1-1 15,0 1 15-15,-1 1 1 0,-1 0 0 0,-2 1 7 0,1 2-14 0,0 0 1 16,0 1-6-16,-2 2-14 0,0 0 3 0,-1 1-11 0,-1-1 2 0,0 2 5 16,1 1-6-16,-2-1 4 0,-1 0-8 0,-1-1-4 0,1 0 9 15,-1 1 0-15,-2 0 4 0,0 0 3 0,1-2-4 0,-1 1-5 0,-1-2 2 16,1 0 2-16,-2-1-4 0,1 1 2 0,1-1-8 0,-1-1-2 0,0 0 1 15,-1-1-2-15,-1-1-6 0,2-1-8 0,-1-1-8 0,2-1-18 16,-1 0-15-16,2-2-24 0,0-2-15 0,1 0-5 0,1-2-7 0,0 0-1 16,1-1-11-16,1-1-13 0,0 1-6 0,2-3-9 0,0 0-8 15,2-2-35-15,1-3-67 0,2 0-256 0</inkml:trace>
  <inkml:trace contextRef="#ctx0" brushRef="#br0" timeOffset="-19758.12">30104 12667 2162 0,'8'-8'193'0,"0"0"-31"0,1-1-27 0,-1 2-19 0,-2 2-13 0,1 0-14 16,-1 2-17-16,-2 2-13 0,2 1-8 0,-2 1-11 0,1 2 1 0,0 1 3 16,-2 1-8-16,1 2-5 0,-2 0-8 0,2 3 12 0,-1 1 5 0,1 4-5 15,0 3-4-15,-1 1-24 0,0 1-10 0,1 2 5 0,-1 2 3 16,-1-2-1-16,2 2-2 0,-2-2-6 0,1 1-7 0,0-1-4 0,0 0-3 16,-1-2-15-16,0-1-17 0,0-2-17 0,0-3-18 0,-1-2-12 15,1-1-21-15,-2-2-27 0,1-2-31 0,-2-2-29 0,-1-3-24 0,0-1-35 16,0-3-54-16,-1-1-90 0,-3-5-438 0</inkml:trace>
  <inkml:trace contextRef="#ctx0" brushRef="#br0" timeOffset="-19624.13">30296 12717 2798 0,'11'1'123'0,"1"1"-65"15,5 1-60-15,-1 0-13 0,2 1-17 0,3-1-22 0,-2 1-47 0,1 1-68 16,0 0-50-16,-3 0-46 0,1 1-41 0,-2-1-57 0,-1 1-60 0,-3-1-295 15</inkml:trace>
  <inkml:trace contextRef="#ctx0" brushRef="#br0" timeOffset="-19458.13">30662 13072 2683 0,'2'8'184'0,"1"3"-96"0,1 3-43 0,-1 2-32 15,2 1-4-15,2 1-7 0,0 0-9 0,0 2-14 0,0 0-15 16,-1 0-31-16,1-2-47 0,0-2-13 0,-1-4-30 0,-1 1-20 0,-1-2-16 16,1-2-41-16,0-2-37 0,-1-1-42 0,1-3-28 0,-1-2-264 0</inkml:trace>
  <inkml:trace contextRef="#ctx0" brushRef="#br0" timeOffset="-18975.12">30962 12557 2711 0,'4'4'133'0,"1"3"-37"0,2 3-55 0,1 2-26 0,2 1-11 16,3 0-4-16,-1 2-6 0,2-2-11 0,0 0-3 0,-1-1 3 0,0 0-12 15,1-1 6-15,-1-1-1 0,1-1-11 0,-2-2-1 0,-3-1-2 16,0-3 0-16,-1-1-4 0,0-1 7 0,-2-2 3 0,2 0-5 0,-1-2 7 16,1-2 6-16,-3 0 9 0,2-1 10 0,-1 0 5 0,-1-2 3 0,0-1-14 15,-1-1 7-15,-2 3 4 0,1-2 0 0,-1 1 15 0,0 1-7 16,-2-1 0-16,1 2-4 0,-2 1 4 0,0 1-1 0,0 2-3 0,0 1 7 15,0 0 2-15,0 1 6 0,0 1-5 0,0 1-4 0,0 1-8 16,0 1-2-16,0 1 0 0,0 2-4 0,1 0 0 0,0 2 0 0,-1 2 9 16,2 0 3-16,0 4 3 0,1 1 2 0,1 2-14 0,-1 0-1 0,0 2 4 15,1 1-4-15,2 0 0 0,-1 1 2 0,-1 0-1 0,1-1 1 16,-1 0 5-16,0 0-2 0,0 0-2 0,1 1 1 0,0-2 3 0,-1 0 1 16,0-2-1-16,-1-1 5 0,-1-2-2 0,-1 0 5 0,0-1 1 0,-1-2 1 15,-1-2-2-15,-1-1-8 0,0-1-4 0,-2-1-7 0,-1-1-5 16,1-1-4-16,0-1-5 0,-1-2-2 0,-1-1-2 0,0 0-2 0,1-2-4 15,-1-1-10-15,0-3-4 0,1-1-4 0,-1-1-7 0,0 0-1 0,1-2-13 16,0-1-15-16,1-2-12 0,0-4-19 0,0-2-17 0,1-2-30 16,-1-4-64-16,2-4-103 0,1-1-417 0</inkml:trace>
  <inkml:trace contextRef="#ctx0" brushRef="#br0" timeOffset="-18657.12">31338 12831 1431 0,'0'0'495'0,"0"1"-390"16,1 1-71-16,-1 1-37 0,0-1-10 0,2 0-5 0,-1 0-10 0,-1 0-3 15,1 1-16-15,-1 0-7 0,0-1-3 0,0 1-2 0,-1 0 4 0,0 0-2 16,0 0 5-16,0-1 9 0,1 0 4 0,0 0 6 0,0-1 4 16,2 0 5-16,-1 0 9 0,1-1 7 0,0 1 13 0,1-1 3 0,0 0 3 15,1 0 9-15,0-2-2 0,1 1 6 0,1 1 2 0,-1-1-2 16,0 0 0-16,0 0 1 0,1 0 2 0,0 1 4 0,0 1 2 0,0 0-2 15,0 1-2-15,-1 1 0 0,2 0-5 0,-1 3 12 0,-1 0 4 0,1 1 2 16,0 2 4-16,1-1-2 0,-1 2-1 0,2 3 3 0,-2 0-6 16,0 3-14-16,0 0-3 0,1 1-1 0,-2 0-4 0,2-1-3 0,-1-1-8 15,-1 1-5-15,1-1 3 0,-1 0 0 0,0-2-5 0,-1 0 1 16,0 0-7-16,0 0 3 0,-1-2 3 0,-1-2-11 0,2-1-10 0,-2-2-21 16,-1 0-25-16,-1-3-26 0,0-1-27 0,0-1-27 0,0-2-25 0,0-1-35 15,0-3-41-15,-1-1-64 0,1-3-253 0</inkml:trace>
  <inkml:trace contextRef="#ctx0" brushRef="#br0" timeOffset="-16957.97">26792 9940 1825 0,'-18'-31'60'0,"1"-2"27"0,-1-6 0 0,6 8-20 0,7 6-22 0,1 0-19 15,3 3-12-15,4 0-9 0,1 2 1 0,3 3-4 0,2-1-4 16,1 1 2-16,4-1-4 0,2 2 1 0,1-1 0 0,1 0-1 0,4 1 1 16,1 1 1-16,3-1-5 0,3-1 4 0,1 2-1 0,3 0-4 0,4 0 16 15,3 1-6-15,5 0 9 0,2 1-2 0,3 0-8 0,5 1 0 16,3 1-1-16,4 2 2 0,5 2-1 0,1 0 4 0,7 1-2 0,2 1 1 15,6-1 2-15,2 0-3 0,3-1 1 0,3-1 2 0,2-1-4 0,2 0 5 16,1-1-2-16,2-1-1 0,2 0 4 0,-1 0-4 0,1 1-1 16,1-2 6-16,-1 0-3 0,4 0 0 0,2-1-1 0,-1 3-5 0,-2 3-2 15,1 0-4-15,-7 1 9 0,0 1-4 0,-2 0-4 0,-2 1 8 16,1 2-6-16,-3 1 2 0,-2 2 5 0,-2 0 1 0,-3 2-5 0,1 2-2 16,-2 1-1-16,-1 3-4 0,-4 2 5 0,-4 4 1 0,-5 3 5 0,-3 3 1 15,-3 2-4-15,-3 5 1 0,-4 2-4 0,-3 5-1 0,-2 2-4 16,-2 3 7-16,-2 4-3 0,-2 3 3 0,-3 2 3 0,-2 1-6 0,-2 5-2 15,-1 1-5-15,-5 2 10 0,-2-1-3 0,-4-1-2 0,-2 1-1 0,-5 0-16 16,-4 0 3-16,-4 0 3 0,-6-1 1 0,-3 0 9 0,-6 2-1 16,-5 0 3-16,-5 1-2 0,-5 0-4 0,-5-4-9 0,-4 1 0 0,-6-2-4 15,-3-2 8-15,-4-1 12 0,-4-1 6 0,-1-1 7 0,-7-1-5 0,-1-1 7 16,-4-2-1-16,-2-2-1 0,2-2 2 0,-3-4-4 0,-2-2-3 16,-1-1 2-16,-1-3 5 0,0-3 1 0,-2-4 6 0,0-1 10 0,-1-3 4 15,-4-4 1-15,0-5 5 0,-5-3-1 0,-3-5-3 0,-1-3 5 16,-4-2-2-16,-2-2 1 0,-1-3 0 0,-4-3 4 0,0-3-6 0,-6-3-15 15,1-2 4-15,-3-1-3 0,-1-2 5 0,2-1 5 0,-1 0-10 0,2-2-5 16,4-1-3-16,1 0-9 0,4-2-1 0,3-2-1 0,3-1-3 16,8 1-12-16,3-1-16 0,6 4-29 0,4 2-83 0,4 1-127 0,-1 4-157 15,-2 3-204-15,-3 3-279 0</inkml:trace>
  <inkml:trace contextRef="#ctx0" brushRef="#br0" timeOffset="-16390.97">22890 10875 1881 0,'-3'-24'-35'0,"6"1"68"0,8-8-3 0,14 5-11 0,10 1-8 16,11-3 0-16,8 0-4 0,8-2-10 0,10-1-3 0,7-1 1 0,6 3-5 15,6 0-5-15,4 3-14 0,3 2-24 0,4 4-28 0,1 0-24 16,1 1-22-16,2 2-13 0,-3 4-9 0,-1 2-1 0,-1 5 6 0,-1 6 21 16,-4 5 31-16,0 6 29 0,-7 5 23 0,-4 6 17 0,-5 6 6 0,-5 4 10 15,-3 6 5-15,-4 7 5 0,-3 4 4 0,-4 3 2 0,-4 5 1 16,-2 2 12-16,-3 0 1 0,-3 2 6 0,-2-1 2 0,-4-3-7 0,-3-2 6 15,-1-2 6-15,-3-5 15 0,-5-3 16 0,-5-5 3 0,-4-1 1 0,-5-6-16 16,-5-1 0-16,-6-3 4 0,-5 0-3 0,-6-1 8 0,-4 0-10 16,-6-3 3-16,-6 0-1 0,-6 1-4 0,-5-2-5 0,-6 2 1 0,-5 1 0 15,-3 0 5-15,-2 0 4 0,-3 0-3 0,-2-2 1 0,-1-1-5 16,0-1 0-16,1-2-3 0,0 1-1 0,0-1-4 0,3-3 0 0,1-2-1 16,3-1 0-16,3-3 1 0,4-1-15 0,3-4-9 0,5-1-10 0,0-1-11 15,4-4-2-15,3-1-16 0,2-3-30 0,5-2-59 0,1-3-84 16,2-1-108-16,3-4-92 0,4-7-482 0</inkml:trace>
  <inkml:trace contextRef="#ctx0" brushRef="#br0" timeOffset="-8290.61">23332 9443 1220 0,'-1'1'151'0,"2"-1"-78"0,0 1-11 0,1 1 6 0,0 0 2 0,0 0 11 16,1 1-14-16,-1-1-2 0,1 2 0 0,0-1-12 0,0 1 7 15,-1 0-6-15,1 0-8 0,-1 0 5 0,0 0-9 0,0 2-3 0,0-1-3 16,0-1-3-16,0 2 3 0,0-1 2 0,-1 2 2 0,1 3 7 0,0 1-2 16,0 0-2-16,0 0 0 0,0 2-12 0,0 0 0 0,0 1-1 15,-1 0 2-15,2 0 2 0,-1 0-6 0,-1 2 4 0,1-1-6 0,0-2-4 16,0 2 2-16,1-1-7 0,-1 0 0 0,0-2-5 0,1 2-2 0,0-1 0 15,0 0-3-15,0 0 2 0,0-2-1 0,1 1-4 0,0-1 4 16,0 0-3-16,-2-2-6 0,1 1 2 0,0-3 3 0,0 1-4 0,-1 0 3 16,-1-2-3-16,0 0-2 0,0 0 2 0,0-1-1 0,1 0-1 15,-1-1 0-15,-1-2-3 0,0 0-5 0,0-1-18 0,0 0-21 0,-1 0-27 16,1-2-21-16,-1 1-25 0,1-2-21 0,0 0-28 0,-1 0-43 0,1-2-46 16,0-1-68-16,0-1-67 0,1-1-365 0</inkml:trace>
  <inkml:trace contextRef="#ctx0" brushRef="#br0" timeOffset="-7955.61">23781 9449 2489 0,'-7'1'212'0,"2"2"-178"0,0 1-37 0,2 1-5 16,3 1 3-16,0 0 5 0,-1 0-2 0,0 1 2 0,0 0-10 0,-1 1 1 15,0 0-3-15,0 1-2 0,-1 1 11 0,0-1-2 0,0 0 5 16,0 0-4-16,-1 0 0 0,2 0 0 0,-1-1-4 0,2 1 7 0,-1-2-2 16,2 1 1-16,1-1 0 0,0-2-1 0,3 2 0 0,-1 0 5 15,1 0-2-15,1 0 3 0,0 1 0 0,-1-1-3 0,2 0 5 0,1 1 0 16,0-2-4-16,1 1 4 0,-1 0-2 0,1 1-1 0,-2-1-5 0,1 0 3 16,-1 1-2-16,0 0-1 0,0-1 4 0,-1 2-2 0,-1-1 1 15,0 0 0-15,0 0 1 0,-1-1-1 0,-1 1 0 0,-1-2 4 0,-2 0-8 16,1 1 1-16,-3-2-2 0,0 2-1 0,-2-2-2 0,-1 1-3 0,0-2 1 15,-1 0 2-15,0-1 2 0,-2-1 1 0,-1 0-6 0,-1 0-3 16,0-2-7-16,-1 1-7 0,0-2-5 0,-2-1-7 0,1 0-3 0,0-1 0 16,1 0-2-16,2-1-5 0,-1-2-12 0,1 0-28 0,0-1-44 15,2-1-53-15,0 1-49 0,2-2-35 0,1-1-60 0,-1-2-338 0</inkml:trace>
  <inkml:trace contextRef="#ctx0" brushRef="#br0" timeOffset="-7773.61">23679 9489 1752 0,'10'-2'518'15,"1"1"-466"-15,8 0-43 0,2 1-3 0,0 0-4 0,1 0-5 0,1-1-5 16,-2 1-7-16,1 0-7 0,-1 0-19 0,-2 1-20 0,-1-1-28 0,0-1-27 16,-2 0-8-16,0 0-2 0,-1-1 14 0,-1-1 15 0,-3 0-1 15,0-1-1-15,-1 0-17 0,0-1-18 0,0 0-17 0,0 0-21 0,-1-2-15 16,-2 0-154-16</inkml:trace>
  <inkml:trace contextRef="#ctx0" brushRef="#br0" timeOffset="-7523.58">24135 9357 2375 0,'-2'5'108'0,"1"2"-83"0,2 3-16 15,3 2 1-15,0 0 5 0,1 0 0 0,-2 2 1 0,0-1-7 16,0 3-1-16,0 1 0 0,-1-2-13 0,0 0 2 0,-1 2 5 0,0 1 1 16,0-1 6-16,0 2-1 0,0 0-4 0,-1-1-3 0,2 1 1 15,-1 0-2-15,1-1-2 0,1-1-1 0,-2 1 5 0,3-2-2 0,-2 0 0 16,2-1-4-16,1-1 0 0,-1-1-6 0,1 0-8 0,1-3-8 0,-1 0-17 16,1-1-22-16,1-1-23 0,-1-1-14 0,0-2-15 0,0-2-12 15,1-3-17-15,1-1-23 0,1-2-26 0,0-1-19 0,0-2-18 0,2-3-11 16,0-1-1-16,0-2-188 0</inkml:trace>
  <inkml:trace contextRef="#ctx0" brushRef="#br0" timeOffset="-7173.6">24656 9417 1619 0,'0'0'645'0,"1"1"-570"0,2 0-59 0,-1 2-13 0,2 0 2 0,-2-1-2 15,0 1-3-15,0-1-2 0,-2 1 1 0,-1 2 1 0,-2 0-6 16,0 1-2-16,-3-1-4 0,-2 0-7 0,-1-1 1 0,-1 0 0 0,-3 0 0 16,0 0 7-16,-2-1 2 0,0 0 4 0,0-1 3 0,0 0 2 15,-1 0 3-15,-1 1 1 0,0-1 8 0,2 1 2 0,-2 1 2 0,1-1 11 16,0 1-9-16,2-1 0 0,-1 2 4 0,2 0-12 0,-1 1 7 0,3 0 6 16,1 0-4-16,-1 0-1 0,3 0-1 0,-1 0-11 0,3 1 1 15,1 1-3-15,1 0-1 0,2 2 4 0,1-1 0 0,1 2-2 0,0-2 5 16,1 1-3-16,2 0 4 0,1 1 4 0,0 0 1 0,3 0-2 0,1-1-3 15,1 0 2-15,1-1-2 0,0 0-3 0,2 0 0 0,1 0-5 16,1 0 0-16,2-1 2 0,-2 1-3 0,3-2-1 0,0 0-1 0,0-1-3 16,0 0 2-16,2-1 2 0,-1-1-9 0,-1-1 5 0,2 0-13 15,-1 0-8-15,0-1-11 0,1-2-19 0,-1 1-14 0,-1 0-21 0,0 0-22 16,0 0-25-16,0 0-34 0,-1 1-57 0,1 0-78 0,0 0-101 0,1 3-303 16</inkml:trace>
  <inkml:trace contextRef="#ctx0" brushRef="#br0" timeOffset="-5955.6">28593 8388 2262 0,'-4'0'74'0,"1"1"-88"0,-1 0-7 0,4 1 3 0,0-1 20 0,0 1 11 16,1 1 1-16,-1 1-1 0,0 0-4 0,0 1-1 0,1 1 5 0,-1 1 6 15,0 0 5-15,0 1 5 0,-1 0 5 0,1 1 0 0,-1 0 1 16,1 2 0-16,0 1-4 0,1 2 5 0,-1 1-3 0,2 1 1 0,0 3 2 16,0 2 2-16,1 0 3 0,1 3 4 0,0-2 4 0,1 1-4 0,1 0-9 15,-1 0-5-15,0 2-12 0,-2 0-9 0,1 0 1 0,-1 1-8 16,-1-2 4-16,1 0-14 0,-1-1 5 0,1-2 2 0,0-1-8 0,0-1 15 15,1-2-9-15,0-2 0 0,1-1 2 0,0-2-5 0,-1-2 0 0,1-1-9 16,-1-2-1-16,0-1-9 0,-1-2-14 0,1-2-28 0,-1-1-24 16,-1-2-32-16,1-1-33 0,-1-1-25 0,2-2-32 0,0-1-18 0,-1-2-15 15,1-1-11-15,0-1-9 0,0-3-15 0,0-1-309 0</inkml:trace>
  <inkml:trace contextRef="#ctx0" brushRef="#br0" timeOffset="-5507.6">28933 8319 3126 0,'-6'-1'-28'0,"1"2"-5"0,0 0-3 0,3 1 13 0,2-1 18 0,0 2 4 16,1 0 1-16,-1 1-6 0,0 0-4 0,0 2 0 0,-1 1 0 0,-1 0-1 15,0 1 3-15,-1 1 0 0,-1 2 1 0,0-1 0 0,-1 2 7 0,0 1 2 16,0 0-4-16,0 1 4 0,1 0-6 0,0 3 1 0,0 2 1 16,1 0 6-16,0 1-1 0,0 2 0 0,2 0-1 0,0 1-4 0,0-1 2 15,0-1 7-15,0-1 2 0,2 0-6 0,0-3 2 0,2 1-5 0,0-1 3 16,2 0 4-16,2-2-3 0,-1-1-1 0,2 0-1 0,2-2-4 16,0 1 2-16,2-3 2 0,0 0 5 0,0-1 1 0,2-1-3 0,0-1 7 15,0-2 0-15,0-2 4 0,1 0-1 0,-1-2 1 0,0-2-2 16,-1-1-6-16,-2-2 1 0,1-1-9 0,-1-1-4 0,1 0-1 0,-2-2-3 15,-2 0-3-15,0 0 4 0,-1 0 4 0,0-1 1 0,-2 0 6 0,-1-1-8 16,0 1 2-16,-2 0 1 0,-1 0-3 0,-3 1 6 0,0-1-4 16,-3 1 4-16,0-1 3 0,-1 1 2 0,-1 1 0 0,-1 1 5 0,0 1-7 15,-1 1 2-15,-1 2 5 0,1 1-5 0,-1 0 4 0,-1 1-8 16,1 0-13-16,-1 1-4 0,0-1-2 0,1 1 1 0,-1 1-6 0,-1 0 0 16,3 0-8-16,-1 1-8 0,1 0-2 0,2 1-14 0,0-1-18 0,1 1-16 15,1 0-32-15,1-1-27 0,0-1-33 0,1 0-46 0,3-1-31 16,-2 0-46-16,1-2-44 0,1 0-25 0,1-3-189 0</inkml:trace>
  <inkml:trace contextRef="#ctx0" brushRef="#br0" timeOffset="-5257.6">29357 8409 2443 0,'-2'2'74'0,"-1"1"-67"0,0 1-11 15,3 0 14-15,0 1 12 0,1 1 10 0,0 1 0 0,0 0-7 0,1 2-7 16,-2-1-5-16,1 3-2 0,-1 2 0 0,1 0 2 0,-1 2-3 16,0 1 2-16,1 2-9 0,-1 2 2 0,1 0-4 0,2 1-1 0,0 0 4 15,0-2-4-15,1 1 1 0,1-1-4 0,0-2 3 0,1 0-3 0,0 0 3 16,1-1-4-16,0-3-4 0,1 0 0 0,-1-2-8 0,-1 0-15 16,1-2-17-16,1-1-25 0,-2-2-16 0,1 0-19 0,-1-2-14 0,-2-2-19 15,1-1-19-15,-1-1-16 0,0-2-19 0,-1-2-17 0,0 0-9 16,-1-3-10-16,1-1-2 0,-1-2-241 0</inkml:trace>
  <inkml:trace contextRef="#ctx0" brushRef="#br0" timeOffset="-4940.57">29953 8332 2568 0,'6'2'33'0,"0"2"-42"0,3 1-7 0,0 1 1 16,-2-2 12-16,0 0 3 0,-1 1-17 0,-1-1-18 0,-1 1-27 16,-2-1-13-16,-3 1-9 0,0-1-10 0,-3 0 6 0,-1 0 2 0,-3-1 12 15,-1 0 18-15,-3 0 15 0,-1 1 15 0,-2-1 12 0,-2 0 9 0,1 0 8 16,-1-1 7-16,-1 1 4 0,1 1 4 0,1-1 5 0,-1 0 0 16,0 0 5-16,-1 1 0 0,2-1 4 0,-1 0 6 0,2 1-3 0,1-1 4 15,2 1-2-15,1-1-1 0,1 1 1 0,2 1 1 0,2-1-2 0,1 0-6 16,0 1 0-16,4 1-9 0,0 0-6 0,3 1 0 0,0 0-7 15,2 1 6-15,1 0-7 0,1 2 3 0,2 1 8 0,2 1 2 0,0 2 11 16,2-2 4-16,3 1-4 0,2 0-4 0,2 0-1 0,0 0-10 16,2-2-5-16,1 2-1 0,-1-2-9 0,2 0 1 0,-1-1-8 0,0-2-14 15,1-1-20-15,0-1-29 0,1-1-49 0,-2-1-74 0,-1-2-82 0,1-3-98 16,-1-2-94-16,0-4-293 0</inkml:trace>
  <inkml:trace contextRef="#ctx0" brushRef="#br0" timeOffset="38097.94">18886 8282 1 0,'21'18'224'0,"-11"-12"606"0,-6-5 593 0,-8-11-1359 0,-2-2-38 0,1 0-39 15,1 3-18-15,1 1-10 0,2 2-7 0,1 2 3 0,2 3 1 0,1 0-4 16,1 2-1-16,0 1-22 0,-1 1-22 0,1 2-27 0,-1 1-8 16,-1 1 9-16,0 1 29 0,-2 1 28 0,-2 2 24 0,0-1 19 0,-1 1 10 15,-1-1 9-15,0-2 0 0,0 1 0 0,0-2-2 0,1 1-14 0,0 0-5 16,1-1-13-16,1-1-15 0,0 0-14 0,1-1-18 0,1-1-17 16,1 0-7-16,0-1-1 0,2 0 8 0,1 0 8 0,3-1-3 0,1-1-4 15,0-1-30-15,2-2-193 0</inkml:trace>
  <inkml:trace contextRef="#ctx0" brushRef="#br0" timeOffset="38828.93">20438 7605 2779 0,'-31'-6'9'15,"6"2"20"-15,-4 1-47 0,12 3-65 0,10 4-45 0,4 2-34 16,4 3-15-16,4 4 13 0,2 2-10 0,4 3-14 0,3-3-21 0,2 3-38 16,3 0-23-16,-2-2-52 0,2 0-182 0</inkml:trace>
  <inkml:trace contextRef="#ctx0" brushRef="#br0" timeOffset="39061.93">23615 7732 1000 0,'4'2'282'0,"2"3"-372"0,4 4-33 0,7 4-11 16,3 0 15-16,4 0-23 0,6-1-56 0,1-1-166 0</inkml:trace>
  <inkml:trace contextRef="#ctx0" brushRef="#br0" timeOffset="39228.93">25899 7380 1617 0,'1'1'519'0,"2"2"-578"15,2 4-60-15,1 4-10 0,2 4 9 0,3 3-5 0,2 4-42 16,0 2-71-16,2 2-62 0,1 3-313 0</inkml:trace>
  <inkml:trace contextRef="#ctx0" brushRef="#br0" timeOffset="100765.43">29083 7115 1615 0,'-10'-4'13'0,"0"0"-15"0,1-2 25 0,2 2 6 16,1-2 0-16,2 1-1 0,-1 0-2 0,1 1 2 0,1 0 0 15,0 0 0-15,0 0 4 0,0 0 11 0,0 1 19 0,1 1 15 0,-1 0 22 16,1 0 17-16,0 1 5 0,0 0 4 0,1 0-2 0,0 1-1 0,-1 1-3 15,2 0-12-15,0 0-5 0,-1 0-18 0,1 1-8 0,1 0-4 16,-1 0-9-16,0 3 3 0,3 1-2 0,0 1 0 0,2 2 1 0,2 1-8 16,0 1-7-16,2 1-4 0,0 1-11 0,2 0-2 0,0 2-10 15,2-1-9-15,2 2 1 0,-1 3-7 0,1 1 2 0,0 0 0 0,1 4-8 16,1-1 0-16,-1 0-4 0,0-1 0 0,-2-1 2 0,0 1-2 0,-2 0 0 16,-1-1-8-16,-1 2 0 0,-1-2-13 0,-1-1-8 0,-1 0-6 15,-1 0-23-15,-1-2-9 0,-1 0-8 0,-1-3-35 0,-1-2-10 0,1-3-18 16,-1-2-27-16,-1 0-11 0,0-2-16 0,-1-2-34 0,0-2-25 0,1-4-45 15,-1-2-69-15,0-4-84 0,1-1-308 0</inkml:trace>
  <inkml:trace contextRef="#ctx0" brushRef="#br0" timeOffset="101115.43">29761 7021 3177 0,'-6'9'215'0,"1"4"-204"0,-1 5-11 0,3 4 1 0,3 2-2 16,1 0 2-16,1 4-2 0,-1 0-9 0,3 2 10 0,-1-1-3 0,3 2-3 15,0-1 4-15,0-1-3 0,0-1-2 0,0-2 0 0,2-2-6 16,-1-3-3-16,4-1-2 0,1-2 1 0,0-2 1 0,2-2 5 0,-1-2 4 16,1-2 6-16,0-3 2 0,1-1 5 0,-1-3 3 0,3-1 1 0,-1-2 5 15,1-2-1-15,0-1 2 0,-1-3 4 0,1-1 0 0,0-2 2 16,-3-1 0-16,1-1-6 0,-1-1 3 0,-2 1-6 0,-2-3 5 0,-1 0-1 15,-2-1-1-15,0 2 5 0,-3-3-8 0,-1 0-2 0,-3 0 0 16,-1 1-7-16,-3-2-2 0,0-1 0 0,0-1 1 0,-2 1-3 0,-2 0 4 16,0 0-4-16,-3 1-2 0,-1 1 6 0,0 0-10 0,-1 1 1 0,0 1 1 15,-2-1-5-15,1 1 3 0,0 1 1 0,0 1-7 0,2 3 3 16,-2 1-2-16,1 1-4 0,-1 3 10 0,1 0-7 0,-1 2 3 0,0 2 0 16,-1 1-2-16,1 1-4 0,0 2-1 0,-1 1-8 0,1 2-7 0,0 2-16 15,2 1-21-15,-1 2-19 0,2 1-32 0,2 1-26 0,0 0-31 16,2-1-37-16,1 3-39 0,1 0-61 0,1 1-102 0,1-1-112 0,3 1-190 15</inkml:trace>
  <inkml:trace contextRef="#ctx0" brushRef="#br0" timeOffset="101665.42">30268 7065 2355 0,'-2'1'66'0,"1"1"-77"0,0 1 1 16,2 1 6-16,-1 1 0 0,2 0 4 0,-2 1-5 0,1 1-1 16,0 1 0-16,-1-1 0 0,0 2-5 0,-1 0 1 0,0-1-1 0,-1 0 2 15,-1-1 8-15,1 0 2 0,0-2 8 0,0-1-1 0,1-1 4 0,-1-2 6 16,0 0 2-16,1 0 3 0,0-1 0 0,0 1 5 0,1-1 2 16,0 0 1-16,1 0-1 0,-1 0-8 0,1 0 0 0,-1-1 1 0,1 1-6 15,0 0 1-15,0-1-2 0,0 1-4 0,0-1 2 0,-1 1-1 0,1 0-6 16,0 0-1-16,-1-1 1 0,1 1-6 0,-1-1 8 0,1 1-3 15,-1-1 6-15,2 1-1 0,-1 0-1 0,0 0 2 0,0 0-4 16,0 0 3-16,-1 0-4 0,0 0 0 0,1 0-2 0,-1 0 0 0,1 1 5 16,0 1-4-16,-1-2 3 0,0 2 4 0,0 0-4 0,0 1-4 0,1 0 5 15,-2 1-4-15,3 0 3 0,-2 1-2 0,0 1-2 0,2 0 2 0,-2 0 1 16,0 2-1-16,0 0 0 0,0 0-1 0,1 3-4 0,1 0 3 16,-1 1-1-16,0 1-1 0,1-1 2 0,1 1-1 0,2 0-1 0,0-2-3 15,2 0 0-15,1 0 0 0,1-1 0 0,2 0 2 0,1 0-6 16,2 0 8-16,2-2-4 0,1 0 0 0,1-2 1 0,1 1-1 0,0-3-1 15,0 1 2-15,-2-3 1 0,0 0-2 0,0-2 4 0,-2-1 1 0,0-1 7 16,-1-2 0-16,0 0 1 0,0-2 0 0,-2 1-7 0,1-3 1 16,-2 0 9-16,0-1-6 0,-1-2 1 0,-3 0 1 0,1-1-8 0,-3 0-1 15,0-3-1-15,-2-2-6 0,-1-1 8 0,-2 1-2 0,0-2 5 16,-3 0 1-16,0 1 3 0,-2 0 5 0,-2 0 1 0,1 1 1 0,-1 0-7 16,-1-1-1-16,-1 1-4 0,-1 2-3 0,-1-1-3 0,-1 2-3 0,2-1-5 15,-1 3-2-15,0-1-6 0,-2 2-5 0,-1 0-7 0,0 2 17 0,-1 1-1 16,-1 2 7-16,-1 1 6 0,1 0-9 0,-2 0 2 0,0 3 1 15,1 0-4-15,-2 2-3 0,1 1-12 0,1 1-16 0,-1 1-11 0,1 2-13 16,-3-1-17-16,2 1-16 0,0 0-14 0,0 1-25 0,3 1-24 16,1 1-43-16,0-1-79 0,2 0-84 0,0 1-85 0,3-1-256 0</inkml:trace>
  <inkml:trace contextRef="#ctx0" brushRef="#br0" timeOffset="103166.42">31147 6949 2046 0,'-2'-7'56'0,"0"1"-53"0,-2-1 2 0,3 0 10 16,-2 1 2-16,1 0-1 0,2 2-3 0,-2 1-3 0,1 1-1 0,0 0 4 16,0 2 2-16,0 0 3 0,-1 1 1 0,1 0-4 0,-2 3 3 15,0 0-3-15,-1 3 4 0,0 1 2 0,-2 1-1 0,2 2 1 0,0 2 4 16,-1 0-16-16,0 1 3 0,0 0 1 0,1 2-13 0,1 2 12 0,3 0-9 15,2-1-3-15,0 1 2 0,4 0-2 0,2-1 3 0,1 0-3 16,3-3 0-16,-1 0 6 0,4-3 5 0,2-1 6 0,2 0 5 16,1-2 3-16,1 0 10 0,4-3 0 0,0-1 5 0,3-1-1 0,0-1-3 15,2-2-2-15,0-1 2 0,1 0-3 0,-1-1-4 0,-1-1-2 0,-1-1-11 16,0-1 3-16,0 0-4 0,-2-1 0 0,-2-1 1 0,-1 0-1 0,-3 0 4 16,1 1 3-16,-3-2 2 0,0 0 4 0,0-1 5 0,-5 0 4 15,-2 0 0-15,-1-1 7 0,-4 2-5 0,0-1 1 0,-5 0 3 0,0-1-1 16,-2 0 7-16,-3 0-3 0,-1 0-7 0,-2 0-8 0,-4-2-6 0,0 0-22 15,-3 0-6-15,-4 1-14 0,0 1 2 0,-2 0 11 0,-3 1 0 16,1 0 4-16,-4-1-20 0,0 1-13 0,-1 0-13 0,-5 1-16 0,-1 0-21 16,-2 1-12-16,-1 0-27 0,0 0-31 0,-3 0-51 0,-3 1-70 15,-1 0-83-15,-5 1-126 0,-5-1-524 0</inkml:trace>
  <inkml:trace contextRef="#ctx0" brushRef="#br0" timeOffset="103616.42">28266 6978 3166 0,'-7'-5'14'15,"2"2"-54"-15,2 0-4 0,4 1 9 0,3 1 6 0,4 1 17 0,3 0 10 16,5 1 2-16,5-1-1 0,3 0-3 0,6 0 3 0,2 0-6 0,4-2 5 15,3 1 12-15,5-2-13 0,5-1 11 0,4-1-2 0,3-2-13 16,3-2 15-16,5-1-11 0,6-3 3 0,3-2 5 0,5-1-10 0,3 1 0 16,1-2-2-16,4 0-3 0,2-1 1 0,2 0 4 0,4 0-2 15,3 0 2-15,4 1-2 0,3-1 0 0,1 1-1 0,1 0-6 0,0 2 7 16,2 0-1-16,-2 1 1 0,-2 2 0 0,1 2 1 0,-2 1 2 0,-2 2-1 16,0 2-1-16,-4 3 1 0,-2 2-2 0,-1 1 0 0,-4 4 7 15,-3 1-5-15,-1 4 0 0,-3 2 2 0,-2 3-1 0,-2 2-1 0,-7 2-1 16,-2 2 1-16,-6 2-7 0,-4 1 1 0,-4 4 15 0,-29-14 0 15,4 5-4-15,-1 2 3 0,4 5-29 0,-3 0 14 0,3 6 1 0,-2 1-4 16,1 6 16-16,-2 1-7 0,-5 1-4 0,-3 0 3 0,-4 2 2 0,-5-2 4 16,-4 1 7-16,-3 0 1 0,-4-2 1 0,-5-1-1 0,-4 1 8 15,-5-3 1-15,-3 0-14 0,-4-3 21 0,-6-1-3 0,-4-1 10 0,-5-3 17 16,-39 22-45-16,2-13 1 0,-1-11-1 0,10-10 3 0,3-5 32 0,-4-2 2 16,1-4-1-16,-4-2-5 0,-2-2-12 0,1-2-7 0,-2-2-4 15,0-2-13-15,0 0-1 0,0-1-3 0,-1 0-5 0,0 1 2 0,-2 0-16 16,1-1-26-16,0 1-40 0,-1-1-48 0,2 0-58 0,-2-1-47 0,1-2-64 15,-2-2-116-15,-4-4-420 0</inkml:trace>
  <inkml:trace contextRef="#ctx0" brushRef="#br0" timeOffset="111299.4">24471 15876 14 0,'2'-1'11'16,"1"1"4"-16,-1-1 1 0,0 1 6 0,0-1-2 0,-1 0-2 0,1 0 0 16,-1-2 0-16,1 1 6 0,0 1 9 0,0-1 7 0,-1 0-8 15,1 0 3-15,0 0-7 0,-1 0-2 0,0 0 2 0,0 0-7 0,0 0-2 16,0 1-6-16,-1 0-2 0,0-1 2 0,0 1 0 0,0 1-6 0,0-2-2 15,0 1-3-15,-1 0-4 0,1 0 4 0,0 0-6 0,-1 0 1 16,1-1 1-16,-1 2 0 0,0-1 6 0,1 1-6 0,-1 0 0 0,-1-1 3 16,1 0-1-16,-1 0 5 0,0 0 2 0,1 1 3 0,-1-1 8 15,1 1 8-15,0 0 6 0,-1 1 6 0,1-1 0 0,0 1 0 0,1-1-1 16,0 0-1-16,-1 0-5 0,0 1 2 0,1 0-2 0,-1-1 4 0,1 1 6 16,0-1 2-16,-1 0 3 0,1 1-9 0,-1 0-4 0,1-1-4 15,-1 1-2-15,0-1-2 0,0 1-1 0,1 0-2 0,-1 1-9 0,0 0 3 16,0-1 2-16,0 0-2 0,0 1 2 0,0 0 0 0,0 0 4 0,0 1 5 15,-1-1 2-15,0 1 1 0,1-1-1 0,-1 1 1 0,1-2 2 16,-1 2 1-16,1-1-2 0,0 0-2 0,0 1-1 0,-1-1-3 0,1 0 2 16,0 0-7-16,-1 0 5 0,1 0-11 0,0 1-1 0,1 0 8 15,-1 0-14-15,1-1 12 0,0 1-9 0,0 1-2 0,-1-3 8 0,0 1-10 16,0 1 3-16,0-1 2 0,0 1-1 0,0 0 6 0,1-2 3 0,-1 0-2 16,1 0 6-16,0-1 8 0,0 1 7 0,0-1 7 0,-1 0 0 15,1-1-1-15,0 0 6 0,-1-1-5 0,0 0 6 0,0-1-1 0,-1 0-6 16,1-1 10-16,-1 0-9 0,0 0-1 0,1-1 4 0,-1-1-13 0,0 1-4 15,0-2-6-15,0 0 1 0,-1 0 2 0,1 0 0 0,0-1-3 16,1 2-13-16,-1 0 1 0,1-1 3 0,0-1-6 0,0 1 2 0,1 0 0 16,0 1 3-16,1 0 2 0,1 0 1 0,0 1-9 0,1-2-7 15,0 1-6-15,2-1 6 0,0 1 6 0,0 0-6 0,4 0 6 0,0 1-8 16,2 1-1-16,1-1 6 0,-1 2 0 0,1 0-3 0,2 2-4 0,0 1 2 16,1 0-3-16,-1 2 3 0,1 0-4 0,-2 1 6 0,1 2 1 15,-1 1 1-15,-1-1-1 0,1 2-3 0,-1-1 0 0,0 1 2 0,-1 0 5 16,-2 1 1-16,1-2-13 0,1 1 5 0,-2 1-2 0,1 0 1 0,-2 0 9 15,-1 1 4-15,0 0 9 0,-1 0-8 0,0 1-2 0,-1 1-4 16,-1 0-7-16,-1 1-2 0,-1 0 2 0,-2 1-2 0,-1 4 0 0,-2 0 4 16,-3 0-7-16,-1-1 2 0,-4 2 1 0,0 1 5 0,-4 0 2 15,-1 2-8-15,0 0 1 0,-1-1-1 0,-2 2 1 0,-1-3 6 0,1-1-8 16,1-1 2-16,0-1 2 0,0-1 6 0,1 0 0 0,-2 0-7 0,0 1-1 16,1 0-7-16,0-2 3 0,1 1 14 0,2-2 4 0,0-1-7 15,1 0-1-15,2-3 1 0,2 1 5 0,1-1 9 0,3-1-5 0,0-1 0 16,0-2 0-16,2 0 4 0,1-1 12 0,1-1-6 0,1-1 3 0,0-1 3 15,1 0-3-15,1 0 11 0,1 0 0 0,0-1-11 0,1 0 8 16,1 0-13-16,1-1 0 0,2 1 3 0,1-1-4 0,2 0 1 0,2 0-15 16,3 0 14-16,1 0-4 0,1 0-6 0,1-1 12 0,1 0-16 15,-1 0 6-15,2 1 6 0,1 0-17 0,0-1 2 0,0 1 1 0,1-1-5 16,-1 1 17-16,0 0-13 0,0 0-6 0,-2 0 6 0,0 1-10 0,0-1 10 16,-2 0 4-16,1 0-16 0,0 0 14 0,1 1-6 0,-3 0-4 15,1-1 16-15,-2 0-14 0,-1 1-2 0,0-1 2 0,-1 1-2 0,1-1 8 16,-5 1 2-16,1 0-10 0,-3 0-4 0,0 0 10 0,1-1-2 0,-1 1 10 15,0 0-10-15,0 0-8 0,-1 0 8 0,-1 0 0 0,-1 0 8 16,-1-1-5-16,-1 1-3 0,1 0 2 0,0 0 0 0,0 0 6 0,-1 0-6 16,0-1 9-16,-1 0-1 0,1 1-12 0,-1 1 4 0,-1-1 0 15,1 0-2-15,-1 0 5 0,1-1-3 0,0 1 0 0,-1 0 2 0,0 0-8 16,0 1 6-16,0-1-4 0,0 0 10 0,0-1-2 0,0 1-8 0,0 1-2 16,0-1-4-16,0 0 4 0,0-1 8 0,0 1-2 0,0 1-4 15,1-1-2-15,-1 1-3 0,0-1 3 0,0 1 2 0,0-1 2 0,0 1-2 16,1 0-7-16,0 1-1 0,1-2 12 0,-1 1-2 0,0 0 0 0,0 0-6 15,-1 1 1-15,2 0 5 0,0 0-4 0,-1 1-2 0,1-2 2 16,0 1-3-16,-1 0 7 0,1-1-10 0,0 1-5 0,0 0 2 0,0 0-30 16,-1 0-12-16,1 0-22 0,-1 0-44 0,0-1-22 0,-1 0-60 15,0 2-83-15,-1 0-128 0,-1 1-254 0,-3-1-411 0</inkml:trace>
  <inkml:trace contextRef="#ctx0" brushRef="#br0" timeOffset="117132.96">27587 15523 3258 0,'-3'5'123'0,"1"1"-37"0,2 1-46 16,2 1-29-16,2 0 6 0,2 1 5 0,1 2 16 0,3 1 11 16,2 1-12-16,1 1 0 0,1 3-16 0,-1 1-12 0,2 1 3 0,0 2-5 15,0 1 1-15,-1 1 0 0,0 2-6 0,1 0-18 0,-2 2 18 16,-1 3-2-16,-1 0 0 0,-1 3 2 0,0 4-4 0,0-1 2 0,0 4 2 16,-1-1 4-16,-1 1-8 0,0 2-6 0,0-3-7 0,0 0-2 0,-1-2-18 15,0-3 5-15,1-2-17 0,-1-2-4 0,0-2-8 0,0-2-19 16,2-1 14-16,-1-3-24 0,1-2-12 0,-1-2-20 0,0-2-36 0,0-3-21 15,0-2-30-15,1-1-32 0,1-3-50 0,1-2-92 0,1-3-77 0,-1-3-338 16</inkml:trace>
  <inkml:trace contextRef="#ctx0" brushRef="#br0" timeOffset="117482.96">28628 15684 2065 0,'0'10'253'0,"1"2"-118"16,2 4-41-16,0 4-64 0,3 1-11 0,1 1-7 0,1 3 15 0,2 2 5 15,0 1-9-15,1 2 1 0,0 2-13 0,1 0 2 0,3-2 1 16,-1 1-8-16,1-4-1 0,2 0-8 0,1-2 3 0,1-1 0 0,1-2-12 16,0-4 22-16,2-3-3 0,-1-3 3 0,0-2 21 0,2-2-5 0,-1-3 4 15,1-1 11-15,1-1 3 0,-1-4 3 0,1-1 12 0,-2-3-5 16,-1-1 7-16,1-3 8 0,-1-1-7 0,0-3 11 0,1 0-22 0,-3-2-4 15,0-4-2-15,-2 1 1 0,-1-2 8 0,0 2-16 0,-2-2 0 0,-1-1-4 16,-3 1-5-16,0-2 9 0,-3 0-1 0,-2-2-4 0,-2-2 4 16,-3 1-8-16,-3-3-17 0,-4 0 8 0,-3-2-9 0,-2 0 1 0,-5 0 12 15,-3 0-14-15,-2-1 10 0,-6 4-18 0,-3-1 2 0,-3 1 4 16,-2 3-12-16,-3 0 12 0,-2 2-10 0,-2 0-10 0,-5 3-4 0,0 4-6 16,-2 3 0-16,0 3-3 0,0 3-11 0,1 5-5 0,0 5-25 0,2 4-27 15,1 5-49-15,2 3-95 0,0 5-162 0,0 5-285 0,1 3-722 16</inkml:trace>
  <inkml:trace contextRef="#ctx0" brushRef="#br0" timeOffset="118565.96">25750 16124 1932 0,'-4'-1'677'15,"0"0"-544"-15,1 0-19 0,1 0-23 0,2 0-9 0,0 0-11 16,2 0-5-16,0 0-16 0,2 0 1 0,0 0-2 0,2-1-17 0,2 1 6 16,0-2-23-16,3 0 1 0,1 0-1 0,3 0-13 0,2 0 7 15,3 0-13-15,2-1 6 0,0 2 3 0,3-1-3 0,-1 0 4 0,1 1-8 16,3 1 0-16,0 1 6 0,2 0-8 0,0 1-7 0,1 1 13 0,1 1-15 15,2 0 6-15,1 1 7 0,3 0-11 0,0 0 13 0,1 1-21 16,2 0-15-16,0-1-11 0,2-1-32 0,0 0-11 0,1-1-25 0,1-1-29 16,2 0-22-16,1-2-49 0,0-1-55 0,0-2-87 0,1-2-138 0,4-4-436 15</inkml:trace>
  <inkml:trace contextRef="#ctx0" brushRef="#br0" timeOffset="119332.95">30391 15541 2043 0,'-15'-2'46'0,"-1"0"-25"0,-3-3-6 0,2 1-10 15,2 0-3-15,0-1-4 0,1 0-2 0,3 0-9 0,0 1 2 0,1 0-4 16,0-1 3-16,0 1-1 0,2-1-7 0,1 1-3 0,1 0-2 0,-1 1 0 16,1 0 3-16,0 0 12 0,1 2 2 0,0 1 7 0,2 0 3 15,0 0 0-15,1 3 2 0,0-1 0 0,0 1 2 0,2 1 12 0,0-1 2 16,1 0 17-16,1 1 7 0,-1-1 4 0,2 0 10 0,0 1-2 0,0 0-7 16,2-1 2-16,0 0-6 0,1 0-2 0,1 0 2 0,0 1-3 15,2-1 0-15,0 0-2 0,1 0-7 0,0 0 2 0,0-1 4 0,1 0-8 16,0-1 8-16,0 0-9 0,1 0 1 0,-2 0 14 0,0 0-6 15,-2-2 14-15,-2 0-12 0,-2 1 1 0,1-1 2 0,-1 0-11 0,-1-1 4 16,0-1-8-16,-2 1 0 0,1 1 3 0,-2-2-9 0,-1 1-5 0,0-1 0 16,0 0-11-16,-2 0 6 0,1-1-6 0,-2-1-7 0,1 0 0 15,1 0-15-15,-1 0 5 0,0-1-5 0,0 0-1 0,0 1 0 0,0-2-9 16,0 1 6-16,1 0 1 0,0-1 2 0,2 1 0 0,-2 0-3 16,1 0-2-16,1 2 5 0,-2-1 0 0,2 1-3 0,-3 0 2 0,3 0-5 15,0 0 3-15,-1 0 3 0,1 1-4 0,-2 0-1 0,1 1 1 0,-1 0-5 16,-1-1-2-16,-1 1-4 0,-1 1 1 0,1-1 6 0,-2 1 14 15,2 0 6-15,-2-2 8 0,-1 2-3 0,0-1-12 0,-1 1-4 0,2 1 0 16,-2-1 4-16,2 0 2 0,0 1 6 0,0-1 5 0,1 1 1 0,1-1 7 16,0 1-7-16,1-2 12 0,1 1 8 0,-1 0 5 0,3-1 9 15,-1 1-5-15,0-2-7 0,2 1 2 0,-1-1-3 0,1 2-4 0,0-2 6 16,-1 0-2-16,2 1-4 0,0-1 5 0,0 1-1 0,1-1-8 16,0 0-2-16,2 0-4 0,-2 0-3 0,3 0 4 0,0 0-4 0,-1 0-4 15,2 1-5-15,0-1-3 0,1 1 5 0,2 1 4 0,-1-1-6 0,-1 0 0 16,2 1-1-16,0-1-3 0,1 1 3 0,0 0-1 0,-1 1-3 15,0-1-3-15,1 1-8 0,0 0-6 0,0-1-11 0,0 0-14 0,-1 1-18 16,-1 1-19-16,0-1-9 0,0 0-14 0,0 0-4 0,1 0-7 0,-1 1-7 16,-1 0-4-16,0-1 4 0,-1 1-2 0,0-1 6 0,0 1 10 15,-2 1 9-15,0 0 23 0,-1-1 14 0,-1 0 17 0,1 0 14 0,-2 0 4 16,-1 1 9-16,-1 0-3 0,0-1 4 0,1 1-3 0,-2-1-13 0,0 2-24 16,-2-1-51-16,-1 2-56 0,-1-1-322 0</inkml:trace>
  <inkml:trace contextRef="#ctx0" brushRef="#br0" timeOffset="119549.95">30096 15633 2211 0,'-6'2'204'0,"2"1"-92"0,0 1-14 0,4-1-51 0,2 0-18 16,5 0-6-16,1-1-9 0,3 0 14 0,4-1 4 0,0 0-1 15,4 0 6-15,3 0-9 0,2 0 1 0,1-2-7 0,1 1-3 0,1-2-2 16,1 1-5-16,0 0 0 0,0 0 3 0,-1-1-3 0,-2 1-3 15,3-1-2-15,-3 1-6 0,1 0 5 0,-1-1-6 0,-2 0-6 0,0-1 1 16,-1 1-7-16,1 1-10 0,-2-1-14 0,0 0-39 0,-1-1-25 0,-1 0-34 16,-1 0-28-16,-1 0-11 0,0 0-27 0,-1-1-24 0,1-1-52 15,1 0-67-15,1 0-131 0,2-1-123 0</inkml:trace>
  <inkml:trace contextRef="#ctx0" brushRef="#br0" timeOffset="120165.95">31621 15198 1845 0,'-6'-2'585'0,"-2"0"-436"0,-2 0-29 0,2 0-30 16,0 1-12-16,-1-1-7 0,2 1-1 0,2-1-10 0,0 0-23 0,-1 2 8 15,2-1-13-15,0 0-25 0,1 1 20 0,1 0-36 0,1 1 10 16,-1-1 12-16,0 1-22 0,2 0 11 0,-1 0-15 0,2 1-4 0,-1 1-3 16,1 2-4-16,1 1-9 0,3 2-2 0,1 3-7 0,1 2-14 15,1 1-12-15,2 4-17 0,5 2-16 0,-1 0-3 0,3 4-6 0,0 0 2 16,2 1-10-16,4 2-6 0,-2 1 0 0,5 3 2 0,-1-2 14 0,2 1 17 15,-1-3 18-15,-2-1 21 0,0 0 19 0,-3 0 18 0,1-2 14 16,-3-2 8-16,-3 0 10 0,-2-2 13 0,-2-1 19 0,-5-1 20 0,-2-1 16 16,-3-2 24-16,-1 1 2 0,-2-1 7 0,-3 0 3 0,-2-1-17 0,-1-1-3 15,-2-1-20-15,-3 0-8 0,-2 0-7 0,-2-1-11 0,-1-1-13 16,-1 0 7-16,-3 1-9 0,-2-2 7 0,-1-2 7 0,-3 1-26 0,0-3 18 16,-1-2-22-16,1 0-5 0,3-2 13 0,4 0-27 0,0-2 12 15,3 0-10-15,0-2-7 0,2-1 2 0,1-1-7 0,4-2-11 0,2-2-3 16,0-1-11-16,4-1 6 0,-1-1 5 0,1 1-5 0,4-1 12 0,-1-1-2 15,3-2 4-15,-1 0 3 0,1-2-16 0,3-1 4 0,0-1 5 16,3 1 1-16,1-1 10 0,0-3-16 0,1 0 2 0,2-1 2 0,2-1 2 16,2 2 3-16,-3-3 0 0,6 0 2 0,-2-1 0 0,2 1 4 0,1-3 3 15,-1 0-4-15,2 1 5 0,-1-1-2 0,-2 2 2 0,0 1 8 16,-4 1 1-16,-1 1 1 0,0 1 3 0,-3 1-2 0,-1 1 4 0,-1 0 7 16,-5 4 2-16,3-1 3 0,-4 2-9 0,1 1-1 0,-1 2 4 0,-4 1 11 15,2 2 9-15,-3 1 3 0,-1 2-6 0,0 1-5 0,-2 0 1 16,-1 1 0-16,-1 0-6 0,-1 1-12 0,-1 1 2 0,-1 1-2 0,1 1-3 15,0 0-2-15,0 2-10 0,-2 1-2 0,1 0-3 0,-2 1-5 16,2 1-16-16,-1-1-27 0,1 2-42 0,2-1-60 0,0 0-58 0,2 1-61 16,-1 1-64-16,3 1-86 0,-1 2-143 0,0 2-251 0</inkml:trace>
  <inkml:trace contextRef="#ctx0" brushRef="#br0" timeOffset="120549.95">31055 14959 2555 0,'-8'-6'128'0,"1"-1"-30"0,-2-1-18 0,2 0-21 16,2 1-26-16,3-2-17 0,3 2-6 0,0-1-13 0,2 1-6 0,3 0 6 16,0-1-8-16,3 1-2 0,2 1-2 0,2 0-4 0,2 1 4 0,2-1 5 15,3 2-2-15,0-1 2 0,1 0 8 0,3 2 1 0,1 0 7 16,5 1-1-16,1 1 0 0,4 0-3 0,4 1-5 0,3 2 6 0,5 1-8 15,3 4 3-15,0 1-1 0,2 2-12 0,1 1 2 0,2 1-15 0,0 2 3 16,0 3 0-16,-2 3-11 0,-3 1 0 0,1 4-6 0,-24-11 20 16,5 4-5-16,0 2 1 0,8 6-15 0,-1 2-15 0,6 6-3 0,0 3 10 15,4 4 18-15,-2 3-4 0,0 3 7 0,-1 0-8 0,-3 2 5 16,-2 0 6-16,-1 2 3 0,-3-2 4 0,-2 2-14 0,-3-1 2 0,-4 0 64 16,-2-1 12-16,-4 1 37 0,-6-3 17 0,-3-1-43 0,-5-3 35 0,-4 0 13 15,-5-4-41-15,-4-3 26 0,-5-1-11 0,-5-4-2 0,-4-2 62 16,-5-2-17-16,-5 0-6 0,-5-2-26 0,-6-3-21 0,-6 0-12 0,-6 0-18 15,-4-2 0-15,-5 1-7 0,-16 0-45 0,-62 14 0 0,13-7-19 0,15-4 19 16,29-8 32-16,5-2-3 0,2 0 18 0,3-2-30 0,4-2 2 16,5-1-25-16,5-4-19 0,4-2-23 0,3-5-42 0,3-3-16 0,3-5-31 15,2-5-31-15,0-4-32 0,0-6-31 0,2-5-81 0,2-5-192 16,3-7-526-16</inkml:trace>
  <inkml:trace contextRef="#ctx0" brushRef="#br0" timeOffset="127668.14">30195 15095 463 0,'-12'2'53'15,"-1"-1"5"-15,-3 0 0 0,3-2-16 0,1 0-15 0,-1-1-7 16,0 1 6-16,1-1 12 0,0 1 4 0,2 0 2 0,1 0-7 0,0 1-4 16,1 0-1-16,0 0-2 0,2 0-1 0,-1-1-2 0,-1 0 0 0,1-1-2 15,0 0 0-15,0-1-2 0,0-1-3 0,0 1 6 0,2 0 0 16,0-1 3-16,0 1-2 0,0-1-6 0,1 0-6 0,0 1-1 0,1 0-4 15,0 0-2-15,1-1 6 0,1 2-3 0,0-1 1 0,0 1 0 16,1 0-9-16,1-1 0 0,1 0 2 0,-1 1-2 0,1-1 0 0,1 0 1 16,0 0-3-16,1 0 4 0,0-1 0 0,2 1 0 0,0-1 3 0,0 1-1 15,2 0 1-15,1 0 1 0,1 0 4 0,1 1-4 0,1-1 5 16,1 0 0-16,0 1-4 0,1 0-1 0,0 0-1 0,0 1-4 0,1 0 1 16,3 0 4-16,0 2-6 0,-1-1 5 0,1 0-1 0,3 1-2 0,-1-1 0 15,2 0 1-15,-2 2-2 0,-1-2 4 0,2 2-3 0,0-1-4 16,-1 1 5-16,1-1-6 0,0 0 4 0,-3 0 1 0,0 0-9 0,-2 0 11 15,0-1-6-15,0 1-1 0,-2-1 9 0,0 0-12 0,-1 1 6 16,0-1-2-16,0 1-1 0,1-1 4 0,-1 1-3 0,0-1-1 0,-1 2-6 16,0-1-7-16,1 0-17 0,-1 0-16 0,1 0-27 0,-2 0-31 0,2 1-22 15,0 0-22-15,-2 0-13 0,2 1-22 0,-3 1-315 0</inkml:trace>
  <inkml:trace contextRef="#ctx0" brushRef="#br0" timeOffset="127900.14">30012 15454 1270 0,'-10'13'55'0,"1"1"-13"0,-1 2 16 0,5-3 5 15,3-3-4-15,2-1-7 0,0 0-18 0,2-3-12 0,2 2-5 16,1 0-9-16,1-1-2 0,3 0-1 0,1-2-10 0,4 0-8 0,0-2-6 15,2-1 8-15,3-1 1 0,0-2 5 0,2 0-11 0,4-2-30 0,1-3-41 16,5-2-70-16,0-3-68 0,5-1-277 0,0-1 50 0</inkml:trace>
  <inkml:trace contextRef="#ctx0" brushRef="#br0" timeOffset="132583.81">30415 6353 73 0,'-31'-4'68'0,"-6"0"-13"0,-9-1-10 0,3 2-8 0,4 0-9 16,1 2-5-16,-1 0-3 0,-1 1 1 0,0 1-4 0,0 0 3 0,-1 2-3 16,2 1 4-16,-2 0-2 0,0 0 0 0,0 0-2 0,1 1-3 15,0 1 0-15,2 0-5 0,0 0-1 0,-2-1-3 0,2 1-4 0,0 2 4 16,0 0 3-16,2 0 1 0,-3 3 4 0,3-1 4 0,-1 0 2 0,1 1 3 15,0 0 1-15,-5 1-2 0,3 0-4 0,-2 1 0 0,0 0 1 16,0 2 0-16,0 1 6 0,-1 1 10 0,2 1 1 0,0 1 5 0,0 1-1 16,2-2-7-16,-1 1 2 0,1 1 3 0,2-2-4 0,-1 2-2 0,2 1-3 15,-2 0-4-15,2 1-1 0,0 2-1 0,-1-1 1 0,4 1-3 16,-1 0-4-16,1 1-2 0,0-1-2 0,1 0 1 0,1 1 4 0,3 0-2 16,0 1-2-16,3 0-3 0,2-2-5 0,2 1 5 0,2-2-2 15,2 1 2-15,2-1 3 0,2-1 1 0,2 3 3 0,2-2 0 0,3 1 3 16,2-2-4-16,1-1 4 0,3 0-3 0,2 0-4 0,1-2 2 0,3 2-3 15,2-1-6-15,1-1 3 0,1 2-2 0,2-2-1 0,2 1 4 16,1 0-5-16,0-1-3 0,1-1-5 0,3 1 3 0,0 0 1 0,3 1 6 16,2-2 4-16,-1 1-4 0,3 0 6 0,0-1-2 0,2 1-3 0,0 1 0 15,2-2-2-15,3 0-1 0,0 0 5 0,1-1 2 0,-1-1-4 16,1 0 3-16,1 0-5 0,1-1 0 0,0 1-1 0,0-2 6 0,3-1 4 16,-1-3 2-16,2-3 11 0,3-2 0 0,1-2 3 0,3-2-1 15,2-2-6-15,1-1 1 0,1-2-4 0,2 0-2 0,1-3-1 0,0 0-2 16,3-1-2-16,0-1-4 0,1 0 1 0,0 1-4 0,0 0 0 0,-1 2 2 15,1-1-4-15,-2 0 1 0,-1 1-2 0,0 0 1 0,0 1 2 16,1 0-1-16,0 0-1 0,-1 2 2 0,1-1-7 0,0 1 2 0,-2 1 1 16,2-1 1-16,-3 1 0 0,-1 0-2 0,-2 0 1 0,0 1-3 15,-1 0 7-15,-1 0 3 0,0 1 0 0,-3-1-1 0,-2 0-6 0,0-1-2 16,2-1 1-16,-2 1 4 0,1-2 0 0,-3 0 1 0,-2 0 2 0,-1-1-1 16,-3-1 3-16,3 1 1 0,-2 0 7 0,1-2 2 0,1 1-2 15,-1-3-1-15,3 0-7 0,-2 0-7 0,-3-1 5 0,-1 1-6 0,-4 1-1 16,1 2 2-16,-2-1-2 0,1 1 1 0,-2-1-2 0,-2 0 2 0,0 0-7 15,0 0-2-15,-3 1 1 0,2-1-2 0,-3 0 8 0,-1 1-1 16,0 0 3-16,-5 0-3 0,0 0 0 0,-2 0 20 0,-2 0 3 0,-3 2-3 16,0-1 1-16,0 1-18 0,-6 2-4 0,0 0 7 0,0-1 6 0,2 0-3 15,-2 1 2-15,0-2-6 0,-1 0-16 0,2-1-6 0,0-1-17 16,0 0-18-16,0-1-21 0,-1 0-36 0,2-2-33 0,1 0-58 0,0-1-88 16,1-3-82-16,3 0-385 0</inkml:trace>
  <inkml:trace contextRef="#ctx0" brushRef="#br0" timeOffset="137250.81">31675 6031 1805 0,'-9'-20'70'0,"2"2"-27"0,0-2 16 0,4 8 7 0,1 5-14 0,1 4-18 15,1-1-11-15,0 2-10 0,3 1-10 0,0 2 0 0,1 0-6 0,5 4-3 16,1 0 3-16,4 4 0 0,3 3 3 0,1 0 0 0,1 3 0 16,2-2 0-16,1 3 0 0,0 1 0 0,0 0 3 0,-1 1-4 0,1 2 4 15,1 2 1-15,1 0-2 0,-1 4 11 0,2-1-3 0,1 3-1 0,-1 0 5 16,2 1-2-16,0-1 13 0,0-1 10 0,-13-14 2 0,5 3 4 15,2-2-11-15,3 2-5 0,3 0 3 0,4 1-5 0,5-3-4 0,5 2 1 16,2-2-4-16,2-2-7 0,1-3 5 0,1-3-3 0,3-2-3 16,1-3 48-16,0-2-6 0,-26-1-11 0,5 0-3 0,0-3-59 0,4 0-10 15,1-2-4-15,4-2-11 0,-1-1-6 0,4-2 44 0,1-1-8 0,4-1-25 16,2-2 2-16,3-2-41 0,2-1 15 0,3-2 32 0,0-1 28 16,4-2 20-16,1-1 34 0,-1-1 42 0,1-3 37 0,4-1 33 0,-5 2-159 15,-3 1 0-15,-3 2 0 0,-3 1 0 0,-5 3 0 0,-41 0 0 0,-6 2 0 0,0 2 0 0,0 2 0 0,0 2 0 0,0 1 0 0,0 3 0 0,0 1 0 0,0 3 0 16,0 4 0-16,0 1 0 0</inkml:trace>
  <inkml:trace contextRef="#ctx0" brushRef="#br0" timeOffset="141100.53">23437 16950 2336 0,'-32'28'300'0,"16"-14"-238"15,-3 3-12-15,-3 3-17 0,-3 2-18 0,3-5 10 0,-2 2-40 0,6-4-13 16,-3 1 3-16,3-3-12 0,3-1 9 0,2-2-4 0,2-2-28 0,3 0-25 16,2-3-42-16,2-1-38 0,3-1-23 0,3 0-18 0,3-2 20 15,5 0 3-15,3-2-21 0,4 0-18 0,5-2-51 0,4-1-267 0</inkml:trace>
  <inkml:trace contextRef="#ctx0" brushRef="#br0" timeOffset="142834.81">29410 16615 113 0,'-7'-1'-58'0,"0"-2"27"0,-1-2 32 0,1-1 16 16,1 0 21-16,-1-2 22 0,0 1 11 0,-3 1 2 0,0-2-13 16,-2 0-4-16,-1 0 1 0,0 0-3 0,0 2 2 0,-3-2 6 0,-1 2 3 15,-1 0-6-15,-4 0-2 0,-1 0-6 0,-2 2-9 0,-1 0 3 0,-1 0-7 16,0 1 2-16,-3-1-2 0,0 1-5 0,-2-1 3 0,-3 0-7 15,-1 1-4-15,-3-1-1 0,0 0-5 0,-2-1-1 0,-3 0 3 0,1 0-2 16,-2 0-2-16,-1-1 2 0,-5 1-3 0,1-2-7 0,-3 2-5 16,-1-1-5-16,0 0 1 0,-1 0-4 0,-2 1 3 0,1 2-4 0,-1-2 3 15,-1 1 0-15,2 1-4 0,-1-1 0 0,2 1-8 0,2 0-1 0,-1 0-13 16,3-1-18-16,1-1-13 0,-1-1-11 0,4-2 9 0,1 1 0 16,2-1-4-16,0 0-19 0,2-2-54 0,-1-3-324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7T10:55:55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7591 6171 769 0,'2'2'47'0,"3"2"-13"0,3 2-4 0,2 1-11 0,2 0-8 0,2 1-1 15,0 0-6-15,2 0-2 0,0 1-1 0,2 0-3 0,1 1-3 16,2-1 0-16,3 1-2 0,0-1 2 0,3 0 1 0,1-1 2 0,0 0 1 16,0-1 1-16,4-3 2 0,-1 0 1 0,4-2 3 0,2-1 7 0,0-1 4 15,2-1 11-15,1 1 9 0,2-3 3 0,0 0 10 0,2-1 0 16,0-1 5-16,4 0-3 0,0-1-5 0,1-1-10 0,1 0-7 0,-1 0-8 15,2-1-3-15,1 1-4 0,0-2-3 0,1 0-2 0,1-1 4 0,-1-1 1 16,2 0-3-16,0-1 5 0,1-2-5 0,-1 0 6 0,1-1 2 16,-1-1 0-16,-1 2 3 0,0-2-1 0,-1-1-3 0,-1 1 0 0,-1-2-2 15,0-1 4-15,-4-1 1 0,-1 2 5 0,-2-2-1 0,-2 1 3 16,-3 2 5-16,-2-1-4 0,-2 0 3 0,-2 1 4 0,0-1 3 0,-3-1 2 16,-2-1 4-16,-3 2-12 0,-1-2-1 0,-1 0 2 0,-3 1-12 0,1-2-1 15,-3 1 8-15,-1 2-7 0,-2-3 7 0,-2 0 3 0,-1 0-10 16,-1-1-5-16,-3 0-1 0,0 0 1 0,-2-1-1 0,-4 0 1 0,-1 0-1 15,-2 0-7-15,-3-1-6 0,-2-2-1 0,-4-1-7 0,-4-1 2 0,-1-1-6 16,-5 0-4-16,-2-1-10 0,-4 1-4 0,-3-2 2 0,-6-1-6 16,-3-1-8-16,-6-2-4 0,-5 0-1 0,-3-1 2 0,-6 1 11 0,-4 0 4 15,-6 1 0-15,-4 0 8 0,-2 2 8 0,-5 1 7 0,-2 0 6 16,0 2 5-16,-2-1 4 0,0 2-4 0,1 1-1 0,-2 2-4 0,0 3 2 16,1 2 3-16,-2 1-1 0,2 3 1 0,-2 2-7 0,0 1 2 0,0 3-3 15,-1 3 3-15,0 1-2 0,-1 3-2 0,2 3 4 0,-2 3-6 16,1 2-2-16,1 3 8 0,-3 4-4 0,0 3 2 0,1 2 4 0,-1 5-5 15,2 3 3-15,0 4-1 0,1 6 4 0,1 3-3 0,2 2-4 0,2 4 2 16,3 1-1-16,2 2 0 0,3 3 2 0,4 2-11 0,2 0 5 16,5 2 1-16,3 1 0 0,5 1 9 0,5 3-2 0,3 2-6 0,4 0 4 15,5 3-1-15,5 0-4 0,3-1 1 0,6 2 3 0,5-2 2 16,4-2 3-16,7-2 5 0,4-1-1 0,4-4-4 0,4-1 0 0,5-2 1 16,3-3 2-16,6-1 4 0,3-1 2 0,2-2-4 0,4 0 5 0,3-2-6 15,4-2 2-15,1 1 5 0,3-3-11 0,1-1 3 0,0-1-8 16,3-2-1-16,3 2-1 0,1-3-2 0,1 0-2 0,1-2-4 0,1-3-12 15,3 0-11-15,2 0-23 0,1-3-54 0,2 1-116 0,2-3-169 0,1-2-527 16</inkml:trace>
  <inkml:trace contextRef="#ctx0" brushRef="#br0" timeOffset="4250.39">28459 6312 1173 0,'6'1'43'0,"4"1"-57"0,5 1-1 0,2 1 13 15,0 2 17-15,2-2-1 0,2 1-6 0,1 0-16 0,2 1-13 0,1 2-1 16,2 2 1-16,2-1 2 0,0 0 3 0,3 1 0 0,0-1 3 16,2 1 2-16,0-1 11 0,1 0 5 0,1-2 1 0,-1-1-1 15,2 1-1-15,0-1-1 0,-1 0 7 0,3-1 2 0,-2-1 1 0,3 0 4 0,0-1 5 16,-1 0 1-16,0 0 4 0,-1 0-4 0,-1-1-6 0,2-1 1 16,0-1-3-16,-2 0 2 0,2-1 0 0,-1-2 0 0,-1 1 0 0,0-2 6 15,-1 1 3-15,0-1 6 0,-1-1 7 0,0 0 0 0,0-1 2 16,0-1 5-16,1 0-9 0,-4 0 2 0,0-1-10 0,-1-1-5 0,0-1 1 15,-2 0-8-15,1-1 0 0,-3 1-2 0,-1-2 1 0,0 0 5 16,-2 0-1-16,0-1 2 0,-2 0-4 0,0-4-6 0,-3 0 3 0,-3-1-4 16,2-1-1-16,-1-2-2 0,-1-2-1 0,-2 0-2 0,0 0-3 0,-1 0 1 15,0-1-2-15,0 1-1 0,-3 1 3 0,0-1 1 0,0 0 2 0,-3 2 1 16,1-1 0-16,-3 2 4 0,0 1-4 0,-1 1 7 0,-2 0 3 16,-1 1 0-16,-2-1 7 0,-1 0-1 0,-2 1-3 0,-1 0-2 0,-1-1-7 15,-1-1-5-15,-3 1-4 0,-1-1 4 0,-2-1 1 0,-1 0-1 0,-1-3 1 16,-2-1-8-16,-2 0 1 0,-3-2 3 0,-2 1-3 0,-1-2 1 15,-3 0-1-15,-1-1 3 0,-4-1-3 0,-1-1 3 0,-3-2 1 0,0 0 1 16,-3 1 2-16,0 0-1 0,-2 2 0 0,-2 0-2 0,-2 0 1 16,0 2-1-16,-1-1 4 0,0 3-4 0,-1 1 11 0,-1 3 2 0,0 0-10 15,0 1 1-15,-1 1-7 0,1 2 1 0,-1 2 2 0,1 0 2 16,-1 2-4-16,1 2-2 0,-2 0 3 0,0 2 1 0,1 2 2 0,-1 1-3 16,-1 1-9-16,-1 2-3 0,-2 2 0 0,-2 0 2 0,1 2 10 0,0 1-5 15,3 0 2-15,1 2-1 0,1 0-2 0,1 1 4 0,1 0-1 0,-1 2-1 16,1-1-5-16,0 0-3 0,2 2 3 0,1-2 0 0,2 1 7 15,4 1 1-15,2 0-2 0,2 2-3 0,2 0 3 0,2 1-11 0,2 0 7 16,1 2-2-16,3 0-15 0,2 0 9 0,1 1-4 0,2 1 1 16,0 4 4-16,2 0-6 0,2 1 1 0,1 3 2 0,1 0-2 0,1 0 6 15,1 2-3-15,1 1 0 0,1 1 2 0,2 1-1 0,0 3 2 0,1-1-14 16,3 3 2-16,-1-1 2 0,1-1 2 0,1 0 14 16,0-1 4-16,2-2 0 0,0 1 0 0,3-2 3 0,1-1-4 0,0 0 7 0,2-1 4 15,1-1 13-15,2 0 3 0,1 0 0 0,2 0-9 0,3-1-9 0,2 0-5 16,0-1-1-16,1-2 6 0,2 0-9 0,0 1 2 0,2-1-4 15,0 0-1-15,1 0 10 0,-2-4-8 0,-1 0 1 16,0-1 2-16,0-2-3 0,-1-2 7 0,2 0 1 0,-1-1-2 0,0-1 1 0,1-1 2 0,0 0 1 16,-2-1 3-16,1-1 0 0,-1 1-5 0,1-1 3 0,-1 0-2 15,2-1 0-15,0 0 2 0,-1 0-3 0,2 1-2 0,-1-2 4 0,-2 2-5 16,2-2 2-16,-1 0 4 0,0 1 3 0,-2-1-2 0,1 0 7 16,-1 0-10-16,0 0 4 0,-1-1-5 0,1 1 4 0,-2 0-4 0,1 0-3 15,-3-1 3-15,0 1-10 0,1 0 7 0,0-1-3 0,-2 1 3 0,-2-1 3 16,0 0-3-16,-1-1 3 0,0 1-5 0,-1 0-1 0,-1 0 3 15,0 0 5-15,-1-1 1 0,0 1 1 0,-2-1-3 0,0 0 2 0,1 0-6 16,-1 0 3-16,-1-1 6 0,1 1-10 0,-1-1 4 0,-1 0-2 0,2 0-7 16,-2 0 6-16,0-1-6 0,1 1 2 0,-2-1 2 0,1 1 1 15,-1 0 1-15,1-1 1 0,-2 1 1 0,1-1-8 0,0 0 8 0,0 0-8 16,0 1-1-16,0-1 4 0,0 0-3 0,-1 0 2 0,0 0-1 0,0 1-1 16,0 0-4-16,-1-1 2 0,1 1-3 0,-1 0-4 0,1 0 5 15,-1 1-6-15,0-1 3 0,0 0-7 0,-1 0-8 0,0 0-16 0,0 1-9 16,1-1-11-16,0 0-20 0,-1 1-25 0,-1-2-32 0,0 0-35 15,-1 0-46-15,-1-1-55 0,-1 0-99 0,-2-2-184 0</inkml:trace>
  <inkml:trace contextRef="#ctx0" brushRef="#br0" timeOffset="33553.01">12905 10325 1543 0,'-9'-3'66'0,"-1"-1"-32"0,0 0-23 0,4 2-6 0,3 0-2 0,1-1-8 16,1 0-2-16,2 1-5 0,0 0 0 0,0 0 7 0,0 1 3 16,0 0 5-16,0-1 3 0,1 1-4 0,-1-1-1 0,1 0 1 0,1 1-4 15,-1 0 6-15,2-1 1 0,-1 1 3 0,1-1 3 0,0 0-2 16,-1 0 3-16,1 0-2 0,1-1 5 0,0 1 5 0,-1-1-3 0,0 1 5 16,1 0 2-16,0-1-3 0,1 1 3 0,1-1 0 0,0-1-5 0,1 2 3 15,0-2-3-15,1 1-7 0,1 0 3 0,0-1-2 0,1 1-5 16,0 1 4-16,0-1-3 0,0 2 1 0,1-1 5 0,0 0 0 0,0 1 4 15,-1 0 9-15,1 0-5 0,0 0-2 0,1 0 7 0,-1 1-9 0,0-1 4 16,1 0 3-16,0 0-11 0,1 1-6 0,0-1-2 0,-1 0-2 16,1 0-1-16,0 0 2 0,1 0 2 0,-1 0-4 0,1 1 7 0,0-1-4 15,-1 0-1-15,-1 0 6 0,2 0-6 0,-1 1 0 0,1-1 0 16,-1 0-1-16,2 1-1 0,-1 0 1 0,1 1-2 0,-1-1-2 0,1 0 1 16,-2 1-4-16,0-1 2 0,-1 1 2 0,0 0-1 0,1-1 4 0,-1 1-4 15,0 0-2-15,-2-1 4 0,2 1-2 0,0 0 4 0,-1 1-2 16,1-1-3-16,-2 1 3 0,0-1-1 0,1 1-1 0,0 0 1 0,-1 0 2 15,1 1-1-15,-3-1 0 0,2 1 0 0,-1-1-3 0,1 1 0 0,-2 0-1 16,1-1-1-16,-2 1 1 0,1 0 2 0,0 0 2 0,0-1-3 16,-1 1 0-16,0 0 0 0,0-1 2 0,-2 1 1 0,1-1-6 0,-1 1 3 15,0-1 1-15,-1 1-1 0,0-1 5 0,0 1-2 0,0-1-3 16,0 1 0-16,1 0 0 0,-1-1 0 0,0 2 5 0,0 0-4 0,0 0-2 16,0 1 2-16,0 0 4 0,1 0-7 0,-1 0 7 0,0 0-7 0,-1 0 1 15,0 1 5-15,0-1-2 0,0 1 2 0,1-1-4 0,-2 2 0 16,0-1 2-16,0 1-2 0,0 0 0 0,1 0 2 0,-2-1-1 0,1 0-1 15,0 1 3-15,0-2-1 0,0 1-2 0,-1 1 1 0,-1-1 1 0,1 1 1 16,-1 0-2-16,0 1-1 0,0-1-4 0,0 0 4 0,0-1 1 16,-1 1 1-16,1 0-1 0,-1 0 1 0,0 0-2 0,1-1 0 0,-2 1 1 15,0 0-1-15,0 0 0 0,0-1 0 0,-1 2 5 0,1-1-5 16,-1 0-3-16,0 0 5 0,0 0-4 0,-1 0 0 0,0 0 6 0,-1 0-8 16,0-1 3-16,-1 1 1 0,0 0-2 0,0 1 1 0,-1-1 2 15,-1 0 1-15,0 0-5 0,-2-1 4 0,0 1 2 0,0-2-3 0,-1 1 4 16,1 0-4-16,-1 0-4 0,0 0 6 0,-1 0 1 0,-1 0-4 0,1-1 1 15,-3 1 0-15,0 0 3 0,-1 0 0 0,1-1-2 0,0 0 1 0,-2 1-1 16,-1-1-1-16,1 0 7 0,0-1-4 0,-1 0 0 0,2-1 0 16,0 0-5-16,-2-1 7 0,1 0 3 0,0-1-4 0,1-1 3 0,0 0-4 15,-1-1 0-15,0 0 2 0,1-1 1 0,0 0 0 0,-1-1-1 16,0-1 1-16,1 1-4 0,-2-2 4 0,0 1-5 0,0-1 3 0,1 0 0 16,0 0-1-16,0 1-1 0,0-2 1 0,1 0 0 0,-1 0-3 0,-1 0 4 15,0 0 2-15,-1 1-5 0,0-1 3 0,1 0-3 0,0 0 1 16,0 0 1-16,1 2 0 0,0-3-1 0,1 1-1 0,0-1 2 0,1 0-1 15,1 0 0-15,0-2-10 0,1 1-5 0,0-1 4 0,1 0 1 0,1 0-5 16,1-1-1-16,1-2-3 0,1 0 1 0,0-1 4 0,2-2 4 16,0-1 2-16,1-2-4 0,1 0-5 0,0-2-5 0,2 0-9 0,1 1-8 15,1-1-6-15,2 1-27 0,1 3-31 0,2-2-36 0,1 0-53 16,2 0-64-16,2 0-93 0,1-2-466 0</inkml:trace>
  <inkml:trace contextRef="#ctx0" brushRef="#br0" timeOffset="34269.08">13116 10320 2416 0,'-18'-7'55'0,"1"-2"-27"0,-5-1-32 0,6 1-11 15,4 0 1-15,1 0-11 0,2-1-7 0,0 1 0 0,0 0 3 0,-1 1 14 16,-2 0 10-16,0 0 8 0,-1-1-1 0,-3 0-1 0,-1 0-2 0,-1 0 4 16,-1 1-8-16,-2 0-2 0,0 0 7 0,-2 0-5 0,-1 0 10 15,1 1 8-15,-2 0-2 0,1 0-1 0,-1 1 4 0,-1-2-3 0,0 0-5 16,-2-1 3-16,0 0-1 0,-2 0-1 0,1 0 6 0,-3 0-3 0,0 1 3 15,-1-1-2-15,0 0-4 0,-1-1 3 0,1 0 4 0,-3 1-3 16,3-2 3-16,-3 1-3 0,-3-1 0 0,1 0 3 0,-1 0 5 0,1 0 3 16,2 2 1-16,-2-2 1 0,1-1-2 0,-1 1 4 0,-1-1 3 0,0 2-1 15,-1 0 2-15,0-1-7 0,1 0-4 0,0-1 6 0,1 1-1 16,-2 0-2-16,-1-1 6 0,0 0 1 0,1 1 3 0,-1 1 3 0,2-1 1 16,-1 1-2-16,0 0-1 0,0 0 6 0,0 1-9 0,-2-1-7 15,1 1 3-15,0 1-6 0,1-1 3 0,2 0 2 0,1 0 2 0,-1 0-2 16,0 1 3-16,1-1 4 0,1 1-4 0,2 0 1 0,0-1-5 0,1 0-9 15,0-2 2-15,1 1-1 0,1-2-2 0,2 2-16 0,-1-2-4 16,0-1-5-16,0 1 13 0,0 0 1 0,2 0 11 0,2 0-5 0,1 0-18 16,0 0 14-16,3 0-9 0,0 1 4 0,0 0 2 0,4 0 2 15,-1 0-4-15,1 1-4 0,2 1 6 0,0 1-6 0,4-1 1 0,1 0-3 16,1 2-1-16,3-1-1 0,1 2 4 0,0-1 3 0,2 1-5 0,1 1 0 16,0 0-3-16,2 0-2 0,0 1 2 0,1-1-8 0,1 1 6 15,1-1 4-15,1-1-6 0,1 1 6 0,0-1-2 0,1 0-1 0,2 0 1 16,-1 1-3-16,3 0-3 0,0-1-3 0,1 1-18 0,0 0-9 0,2 1-23 15,-1 0-18-15,1-1-11 0,2 1-24 0,-1 0-9 0,1 0-14 16,-1 0-19-16,2-1-26 0,1 0-39 0,2-3-63 0,-1-2-70 0,3-3-155 16,1-2-133-16</inkml:trace>
  <inkml:trace contextRef="#ctx0" brushRef="#br0" timeOffset="34686.51">10325 8492 2699 0,'-23'-7'142'0,"4"2"-114"0,0 0-19 0,6 3-16 15,8 1-8-15,2 1-9 0,2-1 0 0,2 1-1 0,0 1 5 16,1-1 9-16,0 1 7 0,0 0 8 0,1 0 2 0,-1 1 4 0,2-1 0 15,-1 1 3-15,1 0-5 0,1 1 1 0,-1 0-4 0,0 0-2 16,1 0 0-16,0 0-1 0,2-1 1 0,0 1 2 0,0 1 2 0,0-1-2 16,0 0 1-16,2 0-4 0,0 0 1 0,3 0 1 0,0 0 1 0,1 1-5 15,1-1 5-15,1 1-5 0,2-1 1 0,2 1 1 0,1 0-2 16,2 0 2-16,2 1-2 0,-1 0 3 0,1 1-8 0,0 0-5 0,1-1 5 16,0 1-3-16,-1 0 6 0,1 0 5 0,-2 0-3 0,-1 0 4 15,1 0 2-15,-3 0 1 0,0 0 0 0,-1 1 5 0,-1-1-2 0,-3-1 3 16,1 2 1-16,-2-1 4 0,0 0 4 0,-3 0 2 0,0 1-2 0,-1-1 2 15,-3 1 2-15,-2 0-1 0,0 0 4 16,-2 2-3-16,-2 1 2 0,0 1 1 0,-2 1-1 0,-1 1-3 0,-1-1 0 0,-1 3-9 0,-2 1-4 16,0 1-1-16,-2 0-4 0,-1 0-8 0,1 1-5 0,0-2 12 15,0 3-6-15,1 0 0 0,0 1-33 0,1-2-43 0,1 1-50 0,0 0-56 16,2 0-77-16,0 0-116 0,0 1-183 0,0-1-553 0</inkml:trace>
  <inkml:trace contextRef="#ctx0" brushRef="#br0" timeOffset="36935.43">10871 7451 1932 0,'-9'0'83'0,"2"1"-36"0,-2 1-12 0,4 1-9 0,3-1-1 16,-1 1-1-16,2 1-2 0,0 0 0 0,0 1 3 0,1 0 8 0,-1 2 11 15,1 1 10-15,0 2-2 0,0-1-1 0,0 2-2 0,1 0 1 0,0 0 1 16,0 3-1-16,0 1-1 0,2 1-2 0,0 0-10 0,0 3 7 16,2 2 2-16,1 2-1 0,1 4 8 0,1 2-8 0,1 3-7 0,1 0-9 15,0 4 1-15,2 0-4 0,-1 3-3 0,0 0-5 0,1 0-9 0,-2 2-4 16,1-3-1-16,1-1 3 0,-2 0 0 0,1-2-4 0,-1-1-1 15,0-2-11-15,0 0 11 0,0-3-4 0,1-1 1 0,0-1 4 0,-2-1-6 16,2-2 1-16,-2-2 0 0,1-1-2 0,-2-4-4 0,1 0-5 16,0-2-5-16,-3-1-3 0,1-2-10 0,-1-1-9 0,-1-2-16 0,-1-1-14 15,-1-2-28-15,-1-2-33 0,0-1-34 0,-2-2-65 0,0-3-80 16,-2-1-141-16,-1-3-121 0,-2-3-167 0</inkml:trace>
  <inkml:trace contextRef="#ctx0" brushRef="#br0" timeOffset="37385.54">11071 7791 2149 0,'-4'-5'966'0,"1"3"-939"0,0-2-24 0,4 2-10 0,4 0-9 15,1 0 2-15,5 1 0 0,0-1 2 0,1 2 4 0,1 1-1 0,-2 1-1 16,0 1 3-16,0 2 0 0,-2-2-4 0,0 2 1 0,-2 1-5 15,0 0-6-15,-1 0 4 0,-2 0-3 0,0-1 4 0,-2 1 5 0,0 0 6 16,-2-1-2-16,-1 1 2 0,0-1 3 0,-2 2 2 0,-1-1 7 0,0 1 0 16,-2-1-2-16,-1 1-4 0,-2 0-2 0,0 0 1 0,-1 0 1 15,-1 0-2-15,1 1-8 0,-2 0-1 0,1-1-2 0,-2 2-1 0,0-1 8 16,1 0-7-16,-1-1 2 0,1-1 3 0,1 0-4 0,0-1 1 16,2 1-3-16,1 0-4 0,-1 0-3 0,2 0 5 0,-1 0-6 0,1 1 5 15,0-1 4-15,1 1 1 0,1 1 5 0,1-1 1 0,1 1 1 0,1 0 3 16,1 0 2-16,-1 1 1 0,2-1 1 0,0-1 1 0,2 1 2 15,-1 0 4-15,1 0 4 0,2 1 3 0,1-2-1 0,2 1 1 0,0-1-3 16,0-1 3-16,2 0-4 0,1 0-1 0,0 0-2 0,1-2 1 16,1 1 1-16,2-1 0 0,1 0 6 0,-1 0-1 0,1-1 3 0,0 0 6 15,-1 0-1-15,0 0 1 0,1 0 1 0,1-1-2 0,-1 0-3 0,0 0-1 16,-1 0-7-16,0 1-2 0,1 0-5 0,0-1-2 0,-1 0 6 0,2 1-6 16,-2 0-1-16,-1-1 4 0,-1 0-8 0,1 0 0 0,0-1 2 15,0 1-9-15,-1-1-3 0,-1 0-4 0,-1-1-14 0,-1 0-11 0,0-1-12 16,0-1-11-16,0 0-17 0,-1-1-13 0,-1 0-4 0,0-1-7 15,-1 0 1-15,0 0-4 0,-2-2-28 0,0 2-29 0,-1-3-38 0,0 0-35 16,-2 0-34-16,0-1-45 0,-1 0-45 0,0 1-163 0</inkml:trace>
  <inkml:trace contextRef="#ctx0" brushRef="#br0" timeOffset="37735.54">11461 8138 1398 0,'-2'1'349'0,"0"0"-235"0,1 0-32 0,0-1-21 16,2 1-8-16,0-2-3 0,0 1-11 0,2 0-1 0,-1-1-3 15,1 1 2-15,0-1 13 0,0-1-2 0,1 0-2 0,0 0 0 0,1-1-12 16,0-1-5-16,1-1-7 0,-2 0-7 0,3-2-1 0,1 0-1 0,0-1 1 16,-1 0 3-16,1-1-5 0,-2-1 0 0,0 0 0 0,-1-1-8 15,-1 0 4-15,2 0 0 0,-2-1-1 0,0 1-1 0,-2-2-4 0,0 1 3 16,-1 0-4-16,1-1 1 0,-2 1 0 0,0 1-1 0,0 1 7 0,-2 1-9 16,1 3 9-16,-1-2-2 0,0 2-4 0,-2 0 5 0,1 1-12 15,-1 0 0-15,1 2-2 0,0 0 4 0,-1 1 3 0,-1 2 0 0,-1-1 0 16,0 2 2-16,1 0 3 0,0 2-1 0,0-1 1 0,0 2 2 15,0 1 1-15,1-1 2 0,1 2 0 0,1 0 1 0,0 1 6 0,0 0-4 16,1 0 3-16,1 2 1 0,-1 0 1 0,2 1 0 0,0-1 3 0,3 1 0 16,1-2-4-16,0 2-2 0,2-1 2 0,0 0-3 0,0 1 0 15,2 0 3-15,0 0-2 0,-1 1 4 0,1-2-2 0,0 1-1 0,0 0-6 16,1-1 1-16,0 1-5 0,1-3 0 0,0 1-1 0,0-1-5 0,0 0 0 16,1-1 0-16,0-2-4 0,-1 0-8 0,2-2-5 0,-1 0-9 15,1-2-13-15,-1-1-11 0,0 0-22 0,0-2-18 0,0-1-20 0,1-1-18 16,-1-2-18-16,-2 0-30 0,1-1-48 0,-1-2-62 0,-1 0-76 15,-1-2-98-15,-1-3-191 0</inkml:trace>
  <inkml:trace contextRef="#ctx0" brushRef="#br0" timeOffset="38202.65">11819 7659 2758 0,'-3'4'96'0,"1"3"-84"15,2 5-19-15,5 1 4 0,3 1-6 0,2 0 3 0,1 0-3 0,1 1 4 16,0 0-3-16,2 0 3 0,0-3 7 0,0 0-2 0,-1-1-3 0,-1-2-1 16,1-1-4-16,-1-1-9 0,0-2-1 0,-1-2-3 0,1 0-7 15,0-1 5-15,-1-2 1 0,-2-2 4 0,0-2 7 0,-3 0 8 0,0-2 4 16,0-2 7-16,-2-1 2 0,0-1 0 0,-1-3-2 0,-1 0 0 0,0-2-2 16,-1-1-3-16,0-1 2 0,0 1-1 0,-1 0-1 0,0 0 3 15,0 1-4-15,0 3-9 0,0-1-1 0,0 2 2 0,0 3 9 0,1 0 8 16,-1 2-1-16,1 2 0 0,1-1-13 0,0 1-2 0,1 3 3 15,1 0 2-15,-1 1 0 0,2 1-3 0,1 2 6 0,0 2-6 0,2 1-4 16,1 1 6-16,1 2-7 0,2 2 13 0,1 2 4 0,0 1 4 0,1 2 0 16,0 1-8-16,1 2-1 0,0 0-6 0,1 2-3 0,1 0-3 15,-1-1 6-15,0 1-1 0,0-1 5 0,-1-1-2 0,1 2-2 0,-2 0 7 16,-1 0-2-16,0 0 2 0,-2-1 2 0,-2-1 4 0,-2 0 1 0,-2-1 1 16,-4-1 2-16,-2 0-7 0,-3 1-5 0,-1-1-13 0,-3 2-8 15,-3 0-5-15,-3-1 2 0,-2 0 3 0,0-1 13 0,-2-1 5 0,-1-2 6 16,1-2 9-16,0-1-5 0,-1-3 3 0,1-2 13 0,1-2 11 15,0-3 14-15,0-1 17 0,2-1 10 0,-1-3-7 0,1-2-3 0,2-2-13 16,2-2-23-16,2-2-9 0,1 0-10 0,2-2-4 0,3-2-8 0,1-1-1 16,3 1 0-16,2-2 0 0,2 0-3 0,1 0-1 0,1-1 1 15,2 0-6-15,1 1 3 0,1 2-8 0,0-1-2 0,2 0-14 0,-1-1-21 16,0 0-26-16,0-2-35 0,-1 3-32 0,-1-1-39 0,-1 0-39 16,-1 0-49-16,1 1-81 0,0-2-110 0,0 1-431 0</inkml:trace>
  <inkml:trace contextRef="#ctx0" brushRef="#br0" timeOffset="38552.65">12693 7282 3591 0,'-8'1'62'0,"3"2"-41"0,-1 2-21 0,6 0-6 16,3 3-5-16,2 2 5 0,4 2 2 0,1 1 6 0,3 2 0 0,-1 1 2 16,1 2 5-16,0 1-1 0,-1 0 3 0,1 1-1 0,2 1-3 15,1 0-1-15,0 2 4 0,-2-1-5 0,0-2 1 0,1 1 4 0,1-3-26 16,-2-1 3-16,0-2 5 0,-1 0-1 0,0-2 22 0,1-1 1 16,-1-1-12-16,0-1-1 0,0-1 5 0,-1-2-2 0,-1-1 0 0,-2-1 3 15,2-1-1-15,-2-3 0 0,1-1 5 0,-2 0-3 0,0-2 7 0,0-2-1 16,-1-1-3-16,1-2 3 0,0-3-4 0,0-1 5 0,1-3-17 15,0 0-4-15,0-3 10 0,-1-1-4 0,1 1 12 0,0-4-8 0,0 1-18 16,-1-1-1-16,0 0-7 0,-1-1-1 0,0 2-9 0,-1 0-6 0,-1 1-10 16,1 2-10-16,-1 1-12 0,0 0-9 0,-1 1-16 0,0 2-15 15,0 1-31-15,-2-1-26 0,-1 1-35 0,0-1-53 0,-2 2-72 0,-2 2-94 16,-1-1-103-16,-2 1-323 0</inkml:trace>
  <inkml:trace contextRef="#ctx0" brushRef="#br0" timeOffset="39086.65">13051 7165 3098 0,'-6'2'96'0,"2"3"-69"0,0 0-24 16,3 2-6-16,4 0-1 0,2 1 4 0,1 1-1 0,1 1 1 16,2 1 5-16,-1 0 0 0,-1 3 4 0,3 1 7 0,-1 2-2 0,1 1 1 15,1 1-5-15,0 0-1 0,0 0-3 0,1 0-4 0,2 0 1 0,0 1-1 16,0 0 0-16,-1 2 1 0,1-2 3 0,0 0-6 0,0 0 2 15,0-1-2-15,0-3-2 0,0 1 0 0,-1-1 4 0,0-3-17 0,-1-1 1 16,1-1 1-16,0-2 3 0,0-2 11 0,0 1-1 0,-1-3 2 0,2-2-7 16,0 0 7-16,-1-2-1 0,-3-2-2 0,0-1 1 0,-1-1 1 15,-1-2-4-15,-2-1 5 0,0-2-2 0,-1-1 12 0,0-1 4 0,0-1-3 16,0-2-2-16,-1-1-15 0,0-1 1 0,0-1-1 0,1 1 2 0,-2-2 2 16,1 0 0-16,-1 0 2 0,0 2 3 0,0 0-3 0,0 1 0 15,1 2 3-15,-1 2-5 0,2 0 2 0,-1 2-4 0,1 1-1 0,0 0 6 16,0 2 5-16,1 1-3 0,0 1 6 0,1 2-6 0,0 0 3 15,0 1-1-15,1 1 0 0,-1 0-2 0,1 2 3 0,-1 0-5 0,1 0-1 16,1 1-2-16,1-1-3 0,0 0-1 0,1 0 2 0,-1 0 0 0,1-1 2 16,1 0 2-16,0-1-2 0,0-1-2 0,0 0 2 0,-1 0-2 15,1-2-3-15,0 0 1 0,0-1 4 0,0 0 2 0,-2 0-4 0,1 0 8 16,-2-1-6-16,0 0 2 0,-1 0 3 0,-1-1-7 0,0 0 6 0,-1 1-6 16,-1 0 2-16,0-1 0 0,0 0 0 0,-1 0-2 0,-1 0 4 15,0 0-7-15,-2-1-1 0,-1 0 4 0,-1-2 1 0,-1 1 1 0,-1-1 5 16,-1 2-3-16,-2-1 1 0,0 1 5 0,-1 0-1 0,-1 0-3 15,-2 0 3-15,-2 0 2 0,-2 1 0 0,-1 0 2 0,-1 0-3 0,-2 1-3 16,-1 0-5-16,2 1-4 0,-1 1-1 0,0 1-2 0,0 0-6 0,1 1 2 16,-1 1-7-16,2 0-6 0,1 1-3 0,1 0-11 0,0 2-5 15,1-2-7-15,2 2-8 0,1-1-3 0,1 1-8 0,1 1-6 0,1-1-15 16,0 1-6-16,1 0-19 0,0 0-14 0,2-1-10 0,0 0-8 0,2 0-1 16,0-1-6-16,2-1-1 0,1-1-9 0,0 1-5 0,1-1-7 15,2 0-14-15,1 0 0 0,2 0-16 0,0 0-37 0,1-1-100 0</inkml:trace>
  <inkml:trace contextRef="#ctx0" brushRef="#br0" timeOffset="39369.65">13846 7296 1307 0,'4'2'148'0,"1"3"-63"0,2 1-23 16,1 0-19-16,-1 1-3 0,3-1-4 0,1 0-2 0,-1 1 8 0,1 1 2 16,-1 0 2-16,-2-1 2 0,0 1-7 0,1-1-7 0,-1 1-8 15,0-1-6-15,0 0 1 0,0-1 5 0,-1 0 3 0,0-3 7 0,-1 0 2 16,-1-1 11-16,0 0 9 0,-1-1 7 0,-1 0 12 0,0 0-7 0,-2-2 1 15,0 1-7-15,-1-1-15 0,0-1-8 0,0 1-13 0,-2-1-5 16,0-1-2-16,-1 0-4 0,0-3-2 0,-2 1-10 0,1-1-8 0,-2-1-4 16,0 0-5-16,0-1 1 0,-1 0-4 0,-1 0 3 0,1 1 1 15,-1-1-1-15,0 0 9 0,0-2 0 0,0 0-1 0,2 0 4 0,-2 0-3 16,1 0-5-16,0 0-4 0,0 1-9 0,3 0-8 0,0-1-7 0,1 2-5 16,2 0 2-16,0 0-3 0,2 0-2 0,0 1-6 0,0 0-10 15,1 0-11-15,1 0-14 0,1 1-11 0,0-1-9 0,1 1 1 0,1 0-8 16,0-1-4-16,0 0-2 0,0 0-10 0,-1 0 0 0,1 0-11 15,0 1-12-15,1 0-9 0,1 1-34 0,-1 0-284 0</inkml:trace>
  <inkml:trace contextRef="#ctx0" brushRef="#br0" timeOffset="39852.75">14185 7241 2546 0,'0'1'179'0,"2"3"-136"0,2 1-38 0,2 2-12 15,1 0 1-15,3 1-2 0,1 0 1 0,1 2-1 0,1-1 3 16,0 1 6-16,-2 0 4 0,1-1-1 0,-1 0 1 0,-2-2-5 0,2 1 5 16,-1-3-4-16,1 0 2 0,-1 0-1 0,-1-2-2 0,0-1 5 0,0-1-2 15,-1-1 15-15,0-1 6 0,-1-1 2 0,0 0 9 0,-1-2-5 16,-1-1 2-16,0 1 2 0,-1-3-3 0,0 0-3 0,-1-1-6 0,0-2-7 15,0 1-4-15,0-2-4 0,-1 1-5 0,0-2 1 0,0 1 0 16,-1 1-4-16,0-1 2 0,-1 1-2 0,-1 0 4 0,0 0-1 0,-2 0 3 16,1 1-1-16,-2-1-1 0,0 2 1 0,0-1-1 0,-1 3 1 0,1-2-6 15,-2 1 4-15,0 0-6 0,-1 0-8 0,0 2-4 0,-2 1-15 16,0 1-8-16,-1 2-4 0,-1 0 2 0,-1 2 4 0,1 0 8 0,-2 1-1 16,1 1-9-16,1 1-6 0,-1 1-17 0,1 0-28 0,0 0-37 0,0-1-45 15,2-1-62-15,0 0-55 0,1 0-72 0,-1-2-89 0,0 0-239 16</inkml:trace>
  <inkml:trace contextRef="#ctx0" brushRef="#br0" timeOffset="40119.08">14223 6633 3465 0,'-1'0'74'0,"0"0"-67"0,3 2-33 0,2 3-5 0,3 1-8 16,3 2 4-16,2 3 12 0,3 1 3 0,-1 2 9 0,1 3 11 0,-1 2-4 15,0 1 6-15,0 2 2 0,1 2-4 0,-2 1 3 0,1 3 3 16,1 1-5-16,-1 3 3 0,-1-2-13 0,0 1 7 0,1-2-1 0,-1 0-3 16,-1-2 12-16,-1 0-14 0,0-1 3 0,0-3-11 0,-1-2-19 0,0-1-18 15,0-3-16-15,-2-1-7 0,1 0 2 0,-2-2-8 0,-1-3-9 16,-1 1-20-16,1-1-13 0,-1-2-23 0,-1 1-27 0,0-2-34 0,-1-2-53 15,0 0-71-15,0 0-122 0,-2-1-279 0</inkml:trace>
  <inkml:trace contextRef="#ctx0" brushRef="#br0" timeOffset="40469.08">14876 6898 3264 0,'-1'-3'109'0,"0"2"-109"0,1-2-41 0,0 1-27 16,1 0-11-16,1-1 1 0,0 1 7 0,0 0 19 0,-2 2 10 0,0 1 8 15,-3 0 15-15,-1 2 2 0,-1 0 6 0,-1-1-4 0,-1 2-7 16,-1 0-9-16,-1 2-7 0,-2 0 3 0,-2 2 1 0,1 0 8 0,-2-1 12 16,1 2 4-16,-1 0 9 0,-1 0-9 0,0 0 1 0,1 0 2 0,0-1 6 15,1 0 9-15,2 1 3 0,2-1 0 0,2-1-8 0,0-1-1 16,2 1-9-16,0-2-5 0,2 0-3 0,1-1-7 0,1 0-4 0,1-1-2 15,2 1-2-15,1 1 7 0,1-2 3 0,1 1 3 0,1 1 7 0,0-1 1 16,2 1 5-16,3 0 0 0,0 0 6 0,2 0 3 0,0 1 2 16,-1 0 6-16,2 0 2 0,-1 1 12 0,-1 1 12 0,1 0 13 0,-1 0 10 15,-1 0 6-15,1 0-3 0,-1 1-5 0,-2-1-7 0,-1 3-14 16,0 0-5-16,-1 1-10 0,0 0-4 0,0-1-4 0,-2 1-4 0,-1 0-4 16,-1 1-11-16,-2 0-13 0,-2-1-20 0,-1 0-31 0,-2-2-32 0,-2 0-37 15,-2 0-64-15,-3-2-67 0,0 1-92 0,-3-3-124 0,-3 0-435 16</inkml:trace>
  <inkml:trace contextRef="#ctx0" brushRef="#br0" timeOffset="41270.64">13071 6323 1386 0,'-41'5'399'0,"-5"0"-408"0,-12 2-49 0,2 1-48 0,4 1-30 0,-2 2-8 15,-2 1-1-15,-3 1 19 0,-2 3 26 0,-3-1 20 0,-2 1 37 16,-1 0 27-16,-1 2 10 0,-4 2 8 0,0 0 1 0,-1 1 5 0,-1 2 6 16,0 2 12-16,-1 3 7 0,0 1 10 0,1 2 15 0,-1-1 8 0,0 2 11 15,2-1 6-15,0 3-7 0,1 0-5 0,1 2 4 0,2 2-1 16,1-1-3-16,3 3 4 0,2 0-7 0,2 1-3 0,1 2 8 0,1 0-6 15,2 0-3-15,3 2-9 0,3 1-9 0,3 0-6 0,0-2-6 0,5 0-6 16,1 1-8-16,3 0 1 0,4 0-8 0,1 1 2 0,5-1 5 16,3-1 1-16,1 1 9 0,3-1 0 0,3-1-4 0,4-1 0 0,3 0-4 15,4-1-6-15,4-2-2 0,3 0-5 0,3-2-3 0,4-1 2 0,2 0-3 16,5-2-1-16,3-1-5 0,5-1 7 0,4-1 2 0,1-1-2 16,3-1 7-16,2-1-12 0,6-1 1 0,2-2-2 0,5 0 3 0,4-2-4 15,4-1-1-15,4-1-4 0,1-1-1 0,3-1 7 0,4 0-1 16,2-2 1-16,3-3 1 0,3-1-4 0,3-1-2 0,4-3-1 0,1-1-5 15,1-2 2-15,4-1 1 0,0-2 0 0,2-1 4 0,3-2-3 0,1-1 3 16,2-2 1-16,2-1-4 0,0-1 6 0,1-1 4 0,2-1 3 16,2-2 5-16,1-2-2 0,0-1 2 0,2-2-3 0,-1-3 3 0,-1 0 2 15,2-1-2-15,1-3 0 0,-1-1 1 0,2-1-1 0,-1-2-1 0,-1-1-2 16,0-2 0-16,-2-2 5 0,1-2 0 0,-1-1 6 0,-1 0-1 16,-5-2-4-16,-1 0 2 0,-6-2-8 0,-1-1 1 0,-2 1 4 0,-1-2-5 15,-3-1 7-15,-3-1 1 0,-1 0-5 0,-3-1 3 0,-3 1-4 0,-3 0 1 16,-2 0 4-16,-5 0-3 0,-1 0 9 0,-3-1 1 0,-5 0-3 15,-2 1 8-15,-5-1-12 0,-4 2 2 0,-4 1-3 0,-4-1-6 0,-2 1 4 16,-5-2-7-16,-3 0 0 0,-3 2 6 0,-7 1-10 0,-3 0 6 16,-6 3-2-16,-4-3-11 0,-5 1 7 0,-5 0-4 0,-3-2 1 0,-7 0 9 15,-4 0-7-15,-3 0-10 0,-5 1-6 0,-2 0-4 0,-3 1-11 0,-6-2-1 16,-4 0 0-16,-4 1 7 0,-5 0 6 0,-4 0 9 0,-3 2 10 16,-4-1 0-16,-5 1-5 0,-5 2 15 0,-3-2 7 0,-6 3 0 0,-2 1 16 15,-5 2-2-15,-1 1-7 0,-4 2 3 0,1 2-7 0,-4 3-6 16,1 3-5-16,0 2-4 0,-2 4-2 0,3 4-8 0,0 5 0 0,0 5-5 15,1 4-1-15,0 6-1 0,1 5-5 0,0 4-8 0,1 6-9 0,0 6-13 16,-1 5-23-16,2 5-25 0,-1 5-50 0,-1 5-44 0,4 5-58 16,-1 3-86-16,4 7-126 0,-2 2-423 0</inkml:trace>
  <inkml:trace contextRef="#ctx0" brushRef="#br0" timeOffset="54853.12">14875 10071 560 0,'-6'2'69'0,"-1"-1"-34"0,0 2-16 15,2-2-3-15,2 1 1 0,0 0-2 0,1-1 1 0,0 0 2 16,1 0 3-16,-2-1 8 0,2 0 5 0,0 0 6 0,-1 0 8 0,2-1 2 15,0-1 1-15,0 1 1 0,0-2 1 0,1 0 2 0,1-1-1 0,0-1 4 16,1 0-6-16,0-2-3 0,1 0-2 0,0-1-6 0,2-1 2 16,2-2-4-16,0 0-1 0,1-2-4 0,2 0-2 0,0-1 3 0,1-2-2 15,3 0 10-15,1-2 1 0,2-1 4 0,-1-2 5 0,3 0 0 0,3-3-1 16,-1-2-3-16,3 1-1 0,1 0-1 0,3 1-3 0,0-1 1 16,2-1-2-16,1 1-8 0,3-3-2 0,0 2-14 0,2-1-4 0,0 1 7 15,-1-2-8-15,2 2 7 0,-1 1-5 0,2-2-8 0,-1 3 0 0,1-1-2 16,0 1 3-16,-3 1-2 0,1 0-6 0,-3 2 5 0,-1 0-4 15,0 0 0-15,-2 0-1 0,0-1-2 0,0-1 2 0,0 1 2 0,-1 0 2 16,0 0-2-16,-2 1-1 0,1 0-2 0,0 0-2 0,1 1 2 16,-1-1 2-16,0 1-2 0,1 0 3 0,-2 2 2 0,0 0-12 0,-3 1 3 15,-1 2 8-15,-1 2 0 0,-2 1 7 0,-1 2-2 0,-3 0-10 0,1 0 5 16,-3 1 0-16,-1 1-1 0,-3 3 0 0,-3 1-3 0,0 1 0 16,-2 2-2-16,-2 1-7 0,0 1-2 0,-2 1-8 0,-1 1-13 0,-1 1-12 15,-1 1-14-15,-2 2-25 0,-2 2-24 0,-1 1-23 0,-2 0-36 16,-1 0-29-16,-1 1-32 0,-2 0-35 0,-2 2-39 0,-1-1-357 0</inkml:trace>
  <inkml:trace contextRef="#ctx0" brushRef="#br0" timeOffset="55203.62">16244 8626 1961 0,'-5'-8'138'0,"3"1"-107"16,1-2-20-16,6 2-22 0,4 1-2 0,3-1 5 0,4 1 5 0,4-2 0 15,1 1 2-15,2 0 4 0,3 2-2 0,-1 0 2 0,1 0-6 0,0 3 0 16,0-1 0-16,0 2-4 0,2 1 6 0,1-1-1 0,-2 1 1 16,-1 0 2-16,0 1-1 0,-1 0-4 0,1 0 8 0,3 1-2 0,-1 0 3 15,2 0 4-15,0 1-6 0,-1 0 0 0,1-1-3 0,-2 2-2 0,0-1 5 16,0 0-3-16,-1 1 6 0,-2 0 5 0,0 0 4 0,-2 0 10 15,-4 0 1-15,-2 1 2 0,-1-1 3 0,-3 2 0 0,0-3 8 0,-2 2 4 16,-3 0-4-16,-1 0 6 0,-1 0 0 0,-2 1-9 0,-1 1 4 0,-3 0-7 16,-2 1-6-16,-1 2 4 0,-3 0-10 0,-1 3-5 0,-3 1-3 15,-1 0-3-15,-3 2-7 0,0 3-3 0,-3 1 0 0,-2 0-8 0,0 3-2 16,-4-1-3-16,-2 3-23 0,2 1-24 0,-2-1-20 0,0 3-34 16,0 0-43-16,0 2-40 0,1 1-66 0,1-1-85 0,2-2-148 0,1 0-190 15</inkml:trace>
  <inkml:trace contextRef="#ctx0" brushRef="#br0" timeOffset="56403.71">17655 7980 2012 0,'-9'-3'44'0,"0"0"-14"0,-1 0-20 0,5 2-9 16,3-1-5-16,2 1-6 0,1-2 0 0,1-1 3 0,0-1 4 0,1-2 3 15,1 0 3-15,0-3 3 0,1 0-2 0,0-1 0 0,1-1-1 16,0-2-9-16,1-1 5 0,1-1 1 0,-1 0 0 0,0-2 3 0,0-1 1 15,-1-1-2-15,0-4 3 0,0-1 0 0,-1-1-3 0,1-3 1 16,0 0 2-16,1-4 0 0,-2 1 5 0,1-3-2 0,-2-2 2 0,0 1 0 16,-1-2-3-16,-1 0 5 0,0-2 4 0,0 0 6 0,-1-1 13 0,0 1 14 15,-1 2 2-15,-2 3 9 0,1 2 0 0,-2 2-4 0,1 2-6 16,-2 5-8-16,0 1-6 0,0 3 6 0,-1 5-1 0,-1 1 2 0,-1 2-2 16,1 3-15-16,0 1-4 0,-1 2 0 0,-1 2-10 0,-1 2-4 0,0 2-6 15,-2 3-7-15,-1 3 0 0,0 4 1 0,-2 2-6 0,0 3-2 16,-1 3 2-16,1 5 10 0,-1 5 9 0,0 3-3 0,0 4 1 0,1 3-10 15,-1 3 3-15,1 3 0 0,-1 4-5 0,1 2 3 0,2 2-1 16,0 3 1-16,1 3 4 0,2 4-11 0,0 5 1 0,3 3-2 0,2 2 0 16,1 3 8-16,3 0-1 0,3 1-2 0,0 0-1 0,4-3-23 0,3-1-3 15,1-4-9-15,2-4-6 0,2-1 8 0,0-2 6 0,2-3 9 16,0-4 6-16,-1-5 14 0,1-8 2 0,0-4 2 0,0-3 0 0,-1-3 2 16,1-2-1-16,-1-5 4 0,-1-4-3 0,-2-3 1 0,-1-2 1 0,-2-4 4 15,-1 0 2-15,-2-3 7 0,-1-3-1 0,-1-1-3 0,-2-3 2 16,-1-1-4-16,0-1-3 0,-1-2 2 0,0-1 1 0,-2-2-8 0,-1-4-1 15,0-3 9-15,-2-1-4 0,0-5 6 0,-2-2-2 0,-1-2-11 0,-2-3 2 16,-1 1-1-16,-2-2-1 0,1-1 3 0,-2 2-1 0,0-2 1 16,-1 2 6-16,0-1 4 0,1 1 2 0,0-1 3 0,0 1 3 0,1 2 1 15,2 1-1-15,1 3 0 0,1 2-8 0,1 2 2 0,2 1-3 16,0 3-4-16,0 0 4 0,2 1-5 0,-1 1-2 0,2 1 4 0,1 1-8 16,0 2 4-16,0 0-1 0,1-1-3 0,2 1 1 0,-1 0-4 0,2 0 6 15,0 1-4-15,0 0-4 0,2 1 1 0,1 0-4 0,0 0-1 16,1 1 4-16,1 0 3 0,-1 1 2 0,2 1-2 0,1-1 1 0,1 2-4 15,1-1-1-15,0 0-5 0,1 0-12 0,1 0-20 0,-1 0-29 16,2-1-39-16,-1 0-32 0,1-1-41 0,0 0-43 0,-1-1-42 0,-2 0-48 16,1-1-45-16,-1 0-431 0</inkml:trace>
  <inkml:trace contextRef="#ctx0" brushRef="#br0" timeOffset="56603.78">17951 7994 2733 0,'-2'-1'76'0,"1"0"-39"0,2 2-36 0,4 0-6 0,2 1 2 16,5 0 0-16,2-1 3 0,3 1-2 0,0-1 4 0,-1 0-4 0,1 1 2 15,0-1 0-15,-1 0-3 0,1-1-4 0,0 1-13 0,-1 0-11 0,-3-1-12 16,1 0-6-16,-2 0-5 0,0-1 0 0,-1 0-8 0,-3-1-5 16,1 0-6-16,0 0-4 0,-2-1-9 0,0-1-7 0,0-1-12 0,0 0-25 15,0 0-17-15,0-1-18 0,0 0-12 0,0 0-19 0,-1-1-19 0,2-1-44 16,-1 0-257-16</inkml:trace>
  <inkml:trace contextRef="#ctx0" brushRef="#br0" timeOffset="57369.84">18449 7614 2132 0,'-7'-1'70'0,"-1"2"-29"0,-1-1-32 0,3 3-3 0,3 0-11 16,2 1 4-16,0 2 1 0,1 0-2 0,1 2 2 0,0 0 6 0,0 3 2 15,0 0-2-15,0 2 1 0,1 1-4 0,1 2 0 0,0 0-1 0,1 3-1 16,1 1 1-16,-1 0-1 0,2 1-1 0,0-1 0 0,1 0-1 16,2 0 1-16,0 0 0 0,-1-3 0 0,2-1-2 0,0-1-1 0,0-2 5 15,1-3-2-15,2-2 0 0,0-1 7 0,0-2-5 0,-2-1-1 0,1-2 7 16,-1-2 2-16,1-2 14 0,-1-1 10 0,-2-2 7 0,1-1 2 15,0-2-3-15,0-1-2 0,-1-2-10 0,1-2-4 0,-2 1-8 0,-1-1-1 16,1 2-4-16,-2-1-5 0,0 1-1 0,0 0-2 0,-1 2-1 16,-1 1 3-16,0 2 1 0,-1 1 2 0,0 0-1 0,-1 2-6 0,0 1 7 15,-2 1-5-15,0 2 2 0,0 0 3 0,-1 1-6 0,1 1 1 0,0 2 2 16,-1 1 0-16,0 2 0 0,0 3 3 0,0 2-1 0,1 4-6 16,0 1 2-16,1 3-4 0,0 1-1 0,1 1 4 0,1 2-2 0,1 2 1 15,0 0 3-15,2 3 1 0,0 0-7 0,0 1-5 0,1-1 4 0,0 0-13 16,0-1 6-16,2 1 5 0,-1-1-3 0,-1 2 13 0,0-2-2 15,-1 1-8-15,0 1 4 0,-1 3-4 0,0 0 3 0,-2 2 7 0,-1-2-3 16,-2-5 3-16,-1-2-4 0,-1-3-1 0,-2-5 2 0,-1-1 0 16,0-2 1-16,-2-2 0 0,-1-2-8 0,0-1 0 0,-3-2-6 0,0-2-2 15,-1-3 3-15,-1-2-3 0,1-1 4 0,-2-3-1 0,1-2 4 0,0-2 4 16,2-3 4-16,0-1 1 0,1-2 5 0,0-1-6 0,1-4-1 16,1-2 4-16,1-2-2 0,1-3 0 0,0-4 1 0,3-2-3 0,0-2 2 15,2 0-4-15,2 1 1 0,1 0-3 0,1 1-1 0,2 1 4 0,1 2-3 16,0 3 0-16,1 1 0 0,0 3 9 0,1 1 2 0,-1 1 4 15,1 3 0-15,0 3-5 0,-1 0-1 0,3 3-2 0,-1 2-3 0,0 2 1 16,1 2 4-16,-1 1 1 0,-1 2-2 0,2 2 0 0,0 1-2 16,0 2 0-16,1 1 0 0,1 0 2 0,-1 1-5 0,1-1 2 0,2 0-4 15,0-1-1-15,0 1 3 0,0-1 0 0,1-2 5 0,2 0-3 0,-2-1-2 16,1-1 1-16,0-1-4 0,-2 0 3 0,1-2 5 0,-2-1-5 16,0 0 7-16,0 0 2 0,-1-2-2 0,-2 0 4 0,0 1 1 0,1-3-4 15,-2 1 2-15,0-2 2 0,-1 1-2 0,-2-1 3 0,0-1 0 16,-1 0-1-16,0 1-2 0,0-3-1 0,-1 1-1 0,-1-1 0 0,-1-1 4 15,0 0-3-15,-1 1-1 0,0-2 1 0,0 1-1 0,-2 0 2 0,0 0-1 16,0 1-6-16,-1-2 2 0,-1 1 0 0,-1 1-1 0,0 0 6 16,-1 3-5-16,0-2 2 0,-1 2 3 0,-2 1 1 0,-1 1-1 0,-1 1-1 15,0 1-1-15,-1 2-1 0,2 1-2 0,-2 1-1 0,0 2-1 16,0 1-6-16,-1 2-4 0,1 1 3 0,0 1-2 0,-1 0 2 0,2 2 4 16,0-1-3-16,1 1-1 0,1 0-3 0,0-1-10 0,0 1-9 0,1-1-6 15,1 1-7-15,1-2 2 0,2-2-5 0,-1 0-8 0,3-1-12 0,-1-1-19 16,1-1-23-16,0-1-31 0,0-1-36 0,0 0-42 0,1 0-60 15,0-1-67-15,2-1-106 0,1-2-242 0</inkml:trace>
  <inkml:trace contextRef="#ctx0" brushRef="#br0" timeOffset="57586.84">19238 8036 3334 0,'-3'3'138'0,"1"3"-125"0,1 6-22 0,4 4-8 0,3 4-1 15,3 3 3-15,2 1-3 0,2-1-2 0,0 0-4 0,-1-2-1 0,-2-2-13 16,-1 0-14-16,1 0-19 0,-1-1-42 0,0 0-26 0,-1-1-32 16,0-2-30-16,-1-3-31 0,-1-2-41 0,-1-1-55 0,-1-2-94 0,-1-1-451 15</inkml:trace>
  <inkml:trace contextRef="#ctx0" brushRef="#br0" timeOffset="58270.34">20216 7641 2145 0,'-5'-8'318'0,"1"2"-273"0,1 0-17 15,3 2-22-15,1 1-9 0,2 1 10 0,1-1-4 0,0 1 3 0,-1 0 7 16,0 2 15-16,0 0 14 0,0 1 8 0,0 1-1 0,1 0-2 16,-1 1-9-16,1 1-8 0,1 0 2 0,-1 1-3 0,1 0 5 0,0 4 8 15,0 0 1-15,0 3-3 0,1 1-4 0,-1 2-4 0,1 1-13 0,0 2 2 16,1 0-8-16,0 2 4 0,0 1-1 0,0-3-2 0,0 1 1 15,-1 0-1-15,0-3 0 0,2 2 1 0,-2-1-3 0,2 0-1 0,0-3 0 16,-1 1-4-16,1-2 7 0,0-2 3 0,-1-2 6 0,2-1-1 16,0-1 2-16,0-1-2 0,0-2 6 0,-1-1-1 0,1-1 5 0,-1-1-2 15,0-1 2-15,1-1-2 0,-1-1-6 0,1-1-3 0,0-1-2 0,1-1-5 16,-2-1-1-16,2-1-3 0,1 0-3 0,-1-1-1 0,0-1 0 16,1-2-1-16,-1 0 5 0,0-2-2 0,1 2 1 0,-1-1 1 0,1-1-4 15,-1 0-1-15,-1-1-5 0,0 2 4 0,1-2-2 0,0 1 0 0,-1 1 2 16,2 1-4-16,-2 2 6 0,1 0-4 0,-1 2 2 0,1 1-6 15,-2 1 8-15,0 0-1 0,0 2 3 0,-2 0 0 0,0 1-4 0,0 2-6 16,0-1 2-16,0 1 4 0,0 1-6 0,1 0 2 0,-1 2 4 16,0 1-4-16,0 0 2 0,0 1 2 0,-1 1-8 0,0 0 6 0,1 1 0 15,-1 1-2-15,0-1 7 0,-1 1-5 0,1 1 2 0,-1-1 2 0,1 1-8 16,0 0 2-16,0 1 2 0,0-1-2 0,-1 1 0 0,0-1 2 0,0 0-4 16,0 0 0-16,0-1 2 0,0-1-2 0,0 0 4 0,-1 0-2 15,0 1 2-15,0-1-4 0,-1-1-4 0,0 1-7 0,1-1-7 0,-1 0-1 16,0-1-10-16,0 1-2 0,0-2-5 0,0 1-6 0,-1 0-5 15,1-2-9-15,-1 0-9 0,1 0-14 0,0-1-23 0,0-1-26 0,-1 0-26 16,0-1-34-16,0-2-40 0,1 0-23 0,0-2-44 0,2-1-55 0,0-4-55 16,1-3-469-16</inkml:trace>
  <inkml:trace contextRef="#ctx0" brushRef="#br0" timeOffset="58620.58">21219 7593 2325 0,'-5'3'284'0,"1"0"-231"0,0 3-48 0,2 2-13 16,2 3-2-16,1 1 20 0,1 1 1 0,0 1 2 0,1 1 7 0,-1 1 2 16,1 2 6-16,-1-1 5 0,0 1-8 0,-1 0-2 0,2 0-10 15,-1-1-4-15,2-1-1 0,-1 1-5 0,0-2 2 0,0 0 4 0,0 0-2 16,2-1-1-16,0-1 1 0,0-2-2 0,2-1 5 0,1 0 5 0,-1-2 4 16,1-1 5-16,0-2 3 0,-1 0 9 0,1-2 1 0,0-1 1 15,0-1 2-15,1-2-7 0,-1-1 3 0,1-1-2 0,-1-1-2 0,0 0-5 16,-1-2-7-16,2-1-2 0,-2 0-7 0,0-2-1 0,0-1 1 0,-1 2-9 15,1-3 9-15,-2 0-5 0,1 0 6 0,-2-2-4 0,-1 0-5 16,0 0 3-16,0-2-4 0,-2 0 1 0,-1-1 5 0,-1 0-1 0,-1-2-2 16,-1-1 3-16,-1 2-6 0,-2-1 3 0,0 1 1 0,-2 0-12 15,0 0 2-15,0 1 12 0,-2 0-3 0,-1 1 10 0,0 3 5 0,0 0-14 16,-1 1-4-16,1 1-2 0,-1 3-15 0,0 1 0 0,-1 3-7 0,0 0-2 16,-1 1 2-16,0 3 0 0,0 0-3 0,-1 2-4 0,0 3-7 15,1 1-16-15,1 2-17 0,0 1-21 0,0 3-20 0,1-2-34 0,2 2-20 16,2 1-29-16,0 0-19 0,1 2-20 0,1 0-24 0,2-1-36 15,1 0-25-15,2-1-79 0,2-2-183 0</inkml:trace>
  <inkml:trace contextRef="#ctx0" brushRef="#br0" timeOffset="59353.63">21523 7613 2852 0,'-5'-2'63'16,"2"1"-50"-16,0 0-25 0,3 3-13 0,2 0 17 0,1 2-3 0,1 0 10 16,-1 2-8-16,0 1 6 0,0 0 13 0,-2 2-3 0,1 0 3 15,-1 0-3-15,1 2-9 0,0 0 2 0,-1 0 3 0,1 1-3 0,-1-1 2 16,1 3-2-16,-1 0-2 0,1 1 6 0,1 0-3 0,-1-1 1 0,2 1 0 16,-1-1-2-16,0-1 0 0,1 0 0 0,0-1 0 0,0 0 0 15,0-2 1-15,1 0 3 0,1-1 3 0,0-1-1 0,1 0 1 0,0-1 0 16,0-1 1-16,0-2-3 0,0 0 4 0,1-2-1 0,-1-1 1 15,-1-1 3-15,1 0 3 0,-1-2 1 0,0 0 3 0,0 0-2 0,0-2-5 16,0-1-2-16,0-2-3 0,1 0-7 0,-1 0 4 0,0 1-1 0,1-2-1 16,-1 0 1-16,0-1-1 0,0 0 0 0,-1 0-4 0,1 0 4 15,-1 0 0-15,0 0-2 0,0 0 0 0,-1 1 1 0,1 1 5 0,0 0-6 16,0 2 0-16,1 0-2 0,-1 1-3 0,0 2 3 0,-1 0 0 0,0 1 2 16,0 0 0-16,0 0 4 0,-1 2-3 0,1 0 1 0,-2 1 2 15,1-1-3-15,-1 1 1 0,-1 1 2 0,0 0-1 0,1 0 2 0,-2 1-1 16,1 0-1-16,-1 1 1 0,1-1-2 0,-1 2 6 0,2-2-2 15,-2 1-5-15,1 1 5 0,0-2-5 0,-1 1-2 0,1 0 6 0,-1-1-7 16,1 1 4-16,0-1 1 0,-1 0-6 0,1 1 5 0,1-1-8 0,0 0 8 16,0 1 3-16,1-1-6 0,-1 0 2 0,1-1-2 0,-1 1-10 15,1-1 6-15,-1-1-2 0,2 1-2 0,-1-2 2 0,0 0-5 0,0 0 0 16,0-1-2-16,0-1-9 0,1 0-1 0,-2 1-12 0,1-2-7 16,-2 0-4-16,2 0-10 0,-1-1 0 0,0-1-12 0,0 0-13 0,-2 0-16 15,0-2-12-15,0 0-17 0,0-1-19 0,-1 0-13 0,1-1-9 0,0 1 4 16,0-2 11-16,0 0 20 0,0 0 19 0,0 1 21 0,1 0 22 15,1 1 15-15,-1 0 15 0,1 2 10 0,-1-2 6 0,1 1 8 0,0 1 0 16,1 0-2-16,0 1-7 0,-1 1-5 0,1 1 2 0,0 0 1 0,-1 1 7 16,2 1 8-16,-1 0 6 0,0 0 6 0,0 1 5 0,0 0 1 15,0 0 0-15,1 1 3 0,-1 1 4 0,1 0 0 0,-1-1 6 0,0 1 1 16,0 1 3-16,-1 0 3 0,1-1-2 0,-1 1-1 0,1 0-1 16,-1-1-1-16,0 1-5 0,0-1 2 0,-1 1 3 0,0 1 5 0,0-1 12 15,1 0 3-15,0 1 5 0,0-1 7 0,0 0-4 0,1 1-1 0,0 0 4 16,-1 0-4-16,0 1-2 0,0-1 0 0,0 2-6 0,1 0-1 15,0 0-4-15,0 0 4 0,1 1-6 0,0 1 3 0,0 0 2 0,1 0-6 16,1 0 3-16,0-1 1 0,1 0-3 0,3-1 4 0,0 1-6 0,2-2-5 16,0 0-3-16,0-2-9 0,1 1 0 0,0-1-2 0,0 1-3 15,1-2 5-15,-1 0-4 0,1-2-4 0,0 1 0 0,0-1-4 0,-2-2-2 16,2 1 1-16,-2 0-3 0,0-1-2 0,0 0 1 0,-1-1-3 0,-2 0 1 16,0-1-1-16,0 0-7 0,-2 1-21 0,1-2-24 0,-2 0-20 15,-1 1-25-15,0-1-15 0,-2-2-28 0,0 0-35 0,0-1-38 0,-1-3-70 16,-1-2-278-16</inkml:trace>
  <inkml:trace contextRef="#ctx0" brushRef="#br0" timeOffset="59554.63">22345 7436 3242 0,'-7'-5'30'0,"1"2"-46"0,0-1-24 0,4 4-13 0,3 0-2 0,0 0 3 16,2 1-1-16,-1 1-2 0,0 0-5 0,0 0-4 0,-1-1-27 15,0 1-34-15,0 0-62 0,0 0-43 0,0-1-26 0,0 0-25 0,0 0-9 16,0 0-13-16,0-1-73 0,1-1-138 0</inkml:trace>
  <inkml:trace contextRef="#ctx0" brushRef="#br0" timeOffset="60186.65">22575 7710 2569 0,'-4'-1'100'0,"0"0"-107"0,1 0-44 0,1 2-16 0,2 0 4 16,2 0 20-16,1 1 15 0,1 0 18 0,-1 0 10 0,0 0 4 15,-1 0 7-15,0 0 1 0,0-1 2 0,0 0 0 0,-1 1-2 0,1 1 2 16,-1 1 0-16,1 0 0 0,0 0 2 0,0 1-5 0,0 0 0 0,0 1 0 16,0 0-4-16,0 0 1 0,1 1-2 0,-1 0 0 0,2 0 1 0,-2 1 1 15,1 0-5-15,0 1 0 0,0-1 2 0,0 1-4 0,1 0 1 16,0-1-2-16,1 2-2 0,0-1 4 0,0-1-2 0,0 1 2 0,0-2-1 15,1 1 1-15,1-1-2 0,0-1 1 0,-1 1 3 0,1 0-3 16,-1-2 4-16,2-1-5 0,0 1 0 0,-2-1-2 0,3 0 2 0,-2-1 2 16,1 0-2-16,-1 0-2 0,-1-2-7 0,0 0-10 0,-1 0-29 0,-1-1-41 15,-1-1-49-15,-1 0-35 0,-1-1-36 0,0-1-25 0,-2-2-24 16,1 0-44-16,-1-3-47 0,-1-3-234 0</inkml:trace>
  <inkml:trace contextRef="#ctx0" brushRef="#br0" timeOffset="60354.65">22528 7468 2644 0,'-6'-4'8'0,"1"2"-111"0,0 1-75 16,2 2-51-16,4 2-47 0,0 0-31 0,2 2-30 0,0 0-186 0,1-2-18 15</inkml:trace>
  <inkml:trace contextRef="#ctx0" brushRef="#br0" timeOffset="69221.33">24970 7243 709 0,'1'0'539'0,"-1"3"-517"0,1 1-20 0,1 3 3 0,2 1-2 0,0 0 4 15,2 0 0-15,-2 0 2 0,0-1 5 0,1 2 1 0,-1 1 2 16,0 1 5-16,0 1-1 0,0 1 2 0,1 0 0 0,-1 4 0 0,1 1 1 15,-2 2-3-15,0 3 1 0,0 4-7 0,-1 2 1 0,0 3-11 0,-1 3 1 16,0 3 4-16,-1 3 0 0,0 3 11 0,-1 2-3 0,-1 4-6 16,-1 1-4-16,-2 3-8 0,1 2 0 0,-2 2-3 0,0 0 0 0,-1 0-6 15,2-4 1-15,2-3 7 0,1-3 4 0,4-5 10 0,0-3 13 0,2-3 3 16,1-5 22-16,0-2 23 0,1-4 8 0,0-1 8 0,0-3-4 16,0-3-13-16,0-2 2 0,0-2-7 0,0-3-3 0,0-1 1 0,0-3-6 15,-1-1 3-15,0-3-4 0,-1-1-5 0,1-1-5 0,0-1-10 16,1 0-11-16,0-1-5 0,1-1-8 0,0 0-5 0,2 1 1 0,0-1-7 15,3 0-1-15,-2-1 0 0,4 0-4 0,0 2 1 0,-1-1 0 0,1 1 0 16,0 0 3-16,1 1-5 0,1-1 2 0,0 1-3 0,1 0 1 16,-1 1-1-16,0-1 1 0,-1 0-1 0,0 0 0 0,1 1-1 0,1-1-7 15,-3 0-1-15,3 0-3 0,-1 0 2 0,0-1 0 0,-2 0 2 0,0-1 2 16,-1 0-5-16,-1 0 2 0,0-1 6 0,-1 0-7 0,0-1 1 16,1-1-4-16,-1 0-10 0,0-1 2 0,-1 0-9 0,2-1-7 0,1 0-7 15,-2-1-15-15,2 1-16 0,-3-2-18 0,1 0-32 0,-1 2-47 16,0-2-57-16,-1 1-82 0,-1-1-90 0,1 0-302 0</inkml:trace>
  <inkml:trace contextRef="#ctx0" brushRef="#br0" timeOffset="69737.36">25152 7330 2681 0,'-10'-6'13'0,"2"1"-13"0,1 0-9 0,6 3-1 0,4 2-1 16,2 0 1-16,2 1 12 0,1 0-1 0,0 1-1 0,2 0 3 0,1 1-4 15,-2 1 2-15,1 1 1 0,-1 0-2 0,0 1 2 0,-1 0-4 16,2 0 2-16,-1-1-2 0,1 1 1 0,0 0-6 0,-1 0-4 0,0-1-8 16,1 0-23-16,0-1-24 0,1 0-35 0,-1-1-47 0,1-2-61 0,-1 0-82 15,2-2-85-15,0-1-119 0,0-2-154 0</inkml:trace>
  <inkml:trace contextRef="#ctx0" brushRef="#br0" timeOffset="70020.88">26222 7371 3500 0,'0'0'-2'0,"2"3"-24"0,3 3 0 0,3 4 6 15,3 3 6-15,1 0 5 0,1 1 9 0,-1 0-4 0,-1 0 0 0,-1 1 4 16,-1-2-3-16,-2 3-1 0,0 0 2 0,-2 0-3 0,0-1-3 16,-2 0-12-16,-1-1 2 0,-1-1 0 0,-1-2 4 0,1 1 25 0,0 0 0 15,0-2-1-15,1 0-2 0,0-1-10 0,1-1-5 0,2-3 3 16,-1 2-5-16,2-3 0 0,0 0-16 0,-1-1-13 0,3-1-15 0,0 0-10 15,0-2-9-15,-1 0-10 0,1 0-9 0,0-2-14 0,0 0-13 0,-1-2-14 16,0 0-15-16,0 0-17 0,0-2-15 0,1 0-12 0,0-3-20 16,0 0-19-16,2 0-24 0,-1-2-39 0,0-1-300 0</inkml:trace>
  <inkml:trace contextRef="#ctx0" brushRef="#br0" timeOffset="70470.88">26023 7220 2488 0,'-5'-12'92'0,"2"2"-98"0,1-2 0 0,3 5-5 0,4 2-5 0,2 1 8 15,1-2 2-15,1-1 3 0,3 1 4 0,0 1-4 0,0 0 5 16,1 1 1-16,0 0-3 0,0 1-2 0,0 0 1 0,1 0-6 0,2 0 9 15,0 1-1-15,0 0 4 0,2 0-5 0,1 0-1 0,1 1 2 0,0-1-4 16,1 0 5-16,1 1-4 0,0 1 2 0,1 0 8 0,-1 0-3 16,1 2 2-16,0 1 1 0,-1 0-9 0,0 2 4 0,0 2-5 0,-1 1-1 15,2 2 2-15,-2 4-1 0,0 1 2 0,0 3-3 0,-1 4 1 0,-1 1 1 16,2 3-4-16,0 2-1 0,-2 0-1 0,1 1 1 0,-1-1-3 16,-2 3 4-16,1 0 0 0,0 1-1 0,-3-1 3 0,1 0-11 0,0-4-1 15,-2 0-4-15,-1-3 2 0,-2 1 11 0,-3 0 6 0,-3-3 3 16,-4-1 3-16,-2-3-1 0,-5-3 1 0,-3 0 3 0,-3-2 2 0,-5-1 6 15,-2-2 6-15,-3 1-2 0,-2-1-1 0,-4 0-4 0,-3-2-5 16,-3 0 3-16,-2 0-3 0,-1-2 4 0,-2 0-4 0,0-1-3 0,-1-3 2 16,-2 0-4-16,2-3-6 0,1-2 2 0,0-2 2 0,5-3 3 0,1-2 12 15,4-4-1-15,2-1 0 0,3-2-5 0,1-2-7 0,2-3-1 0,4-2-6 16,1-1-3-16,1-4-4 0,3 1-10 0,0 0 7 0,4-1-4 16,1 0-1-16,3 0-1 0,2 0-20 0,2 1-22 0,2 0-33 0,3 2-53 15,1 0-86-15,1 1-122 0,4 1-147 0,1 0-333 0</inkml:trace>
  <inkml:trace contextRef="#ctx0" brushRef="#br0" timeOffset="71903.86">27683 7142 768 0,'1'-2'93'0,"1"1"1"0,1 0 16 0,0 0 13 16,0 0 4-16,0 0-11 0,0-1-14 0,1 1-15 0,-1 0-16 0,1 0-9 16,0-1-5-16,-1 1-2 0,1-1-3 0,1 0 0 0,0 0-2 0,1-1 0 15,-1 1-4-15,0-1 0 0,0 1-4 0,-1-2 1 0,0 1 0 16,0-1-4-16,0 0 1 0,-1 1-12 0,-1-1-3 0,0 0-3 0,-1 0-7 16,-1-1 5-16,-1 1-4 0,-2-1-1 0,0 0-4 0,-3-1 0 15,0 2 5-15,-2-1-2 0,-1 1 12 0,-2 2-1 0,-2 0 3 0,1 1 2 16,-3 1 1-16,-1 1 6 0,0 0 0 0,-1 2 2 0,-1 0 3 0,-1 3-2 15,0 0 1-15,-1 2-8 0,0 1-3 0,2 0-6 0,0 1-9 16,0 1-1-16,1 0-2 0,1 2 0 0,-1 0 2 0,2 0-2 0,0-1 0 16,4-1 1-16,-1 1-3 0,1-1 2 0,1 0-5 0,2 0 0 0,1-1 2 15,3-2-4-15,1 2 2 0,1-1 1 0,2 0-3 0,1 0 2 16,2 0 4-16,1 0-8 0,1 0 6 0,3 0 0 0,0-1-2 0,3-1 0 16,0 1-2-16,1 1 3 0,1 0-10 0,2-1 5 0,1 1 3 0,1 0-6 15,0 1 5-15,0 0-5 0,1 0-4 0,-1-1 4 0,2 1 0 16,-1 1 4-16,0 0 1 0,-1-1-1 0,0 1 0 0,-1-1-3 0,0-1-2 15,-1 0-3-15,0 0 4 0,-2-1-4 0,-1 1 4 0,-2-1 0 16,-1-2 0-16,-1 0 2 0,-2 0-2 0,-2 0 2 0,0-1 3 0,-2-1-5 16,0 0 0-16,-3 0 4 0,0-1-2 0,-2 0 1 0,-2 1-1 0,-2-1-2 15,-2 1-2-15,-1-1 2 0,-2 1 2 0,-1-2-13 0,-2 1 1 16,-1 1-3-16,1-2 1 0,-3 2 12 0,1-1-2 0,0 2-2 0,0-1 4 16,0 1-5-16,0 0 5 0,3 0 0 0,-1 0 0 0,1 0 12 0,1-1-3 15,1 1 2-15,3-1-2 0,-2 1-13 0,1 0 1 0,1-1-8 16,1 1 2-16,1-1-3 0,1 0-2 0,2-1-1 0,1 0-4 0,2-1-8 15,0 0-13-15,1-1-17 0,0-1-9 0,1 1 0 0,1-1-4 16,1-1-3-16,2-2-15 0,0 1-19 0,2-2-22 0,0 0-7 0,1-1-19 16,-1-2-21-16,2 1-23 0,-1-1-50 0,1 0-41 0,-1-1-62 0,1-1-277 15</inkml:trace>
  <inkml:trace contextRef="#ctx0" brushRef="#br0" timeOffset="72321.87">27871 7381 1849 0,'-4'1'42'0,"0"3"-29"0,-1 2 7 16,3 1 14-16,1 1 16 0,1 0 4 0,0 1-1 0,0 2-6 0,1 1-7 15,1 1-9-15,-1 1-5 0,1 0-5 0,0 0-1 0,1 0-2 16,0 0 6-16,1-2-5 0,1 1 4 0,1-1 2 0,1-1-4 0,2-1 7 15,2-2-9-15,2-2-2 0,0 1 0 0,0-2-6 0,0 0 14 16,2-2 5-16,2 0 1 0,-1-2 5 0,-1-1 1 0,1-1 4 0,0-1-7 16,0-1-1-16,-2-1 0 0,-1 1 12 0,1-2-4 0,0-1 10 0,0 1-4 15,-3-3-16-15,2 0 9 0,-2-1-12 0,-1-1-7 0,1 1-4 16,-3 0-1-16,0 1-4 0,-1-1 1 0,-1 0 4 0,-2 2-2 0,-1-1-1 16,-1 0 0-16,-2-1-2 0,-2 2-1 0,-1-1 3 0,-1-1-1 0,-2 1-6 15,-2-1-5-15,-1 0 2 0,-2 0-4 0,-2 0 3 0,-2 0-1 16,-1-1-2-16,-1 2-2 0,0 0 0 0,-1 0 2 0,1 2-1 0,0 2-3 15,0 0 0-15,0 1-1 0,2 2-6 0,-1 1 4 0,0 0-4 0,1 1-1 16,2 1-4-16,-1 1 0 0,2 2-5 0,-1 0 3 0,2 1-5 16,1 1-1-16,0 0-1 0,2-1-6 0,1 2 0 0,0-1-9 0,2-1-11 15,0 0-10-15,2 0-13 0,1 0-11 0,1 0-11 0,1-1-9 16,1 0-24-16,1-1-28 0,1-1-36 0,1 0-36 0,1 0-28 0,1-1-24 16,1 0-22-16,1-1-346 0</inkml:trace>
  <inkml:trace contextRef="#ctx0" brushRef="#br0" timeOffset="72805.11">28557 7262 1954 0,'1'3'39'0,"-1"1"-13"0,1 3 15 0,1 2 16 0,0 0 9 16,1 0-8-16,0 2-10 0,0 1-6 0,0 1-9 0,-1 1 1 0,1-1-5 15,-1 1-1-15,1 0-5 0,-1-1 1 0,1 0-2 0,-1 1-4 0,1 0 8 16,0-1-7-16,2 0-3 0,1-2-2 0,0 1-4 0,0 0 3 16,1 1 3-16,-1-1 11 0,1-2 4 0,-1 0 7 0,1-3 4 0,-1 0-5 15,0-2-4-15,0 0 2 0,-1-1-1 0,1 0 7 0,-2-3-12 16,0 1 14-16,-1-1-14 0,1-1 8 0,0 0 12 0,0-1-21 0,-1 0 15 15,1-1-20-15,1 0 3 0,-2-1-2 0,2 0-1 0,0 0 1 0,-1-1-1 16,2 0 3-16,-2-1 1 0,1 0 1 0,-1 0 1 0,0 0-1 16,2 1-2-16,-1 0-4 0,0 0 1 0,0-1-7 0,1 2-1 0,-1 0-3 15,1 0-10-15,1 2 5 0,0-1 1 0,-2 2 3 0,1 0 4 0,1 1-2 16,-1 0-1-16,0 1-5 0,1-1-1 0,-1 1-2 0,-1 1 7 16,0 0-1-16,0 1-1 0,-1 1-1 0,0 0-8 0,1 2 4 0,0-1 0 15,0 1-4-15,0 1 2 0,-1-1 1 0,0 0-20 0,1 0 6 16,-1-1-4-16,0-1-5 0,1 2 20 0,-1 0-7 0,1-1 14 0,-1 0-1 15,0-1-2-15,1 0 0 0,-1 0-16 0,1 1-12 0,-1 0-8 16,0-1-2-16,-1 0 0 0,1 0 0 0,-2 0-8 0,1-1-17 0,-2-1-16 16,0-1-8-16,0 0 8 0,-1 0 7 0,1 0-6 0,-1-1-10 0,0 0-19 15,0-1-23-15,1 0-21 0,-2 0-20 0,1-1-18 0,0-1-12 16,0 0-40-16,1-2-59 0,0-1-81 0,0-2-386 0</inkml:trace>
  <inkml:trace contextRef="#ctx0" brushRef="#br0" timeOffset="73103.89">29165 7039 2386 0,'-5'-2'17'0,"0"2"9"0,0 0 16 0,2 2 17 0,1 0 20 15,0 2 8-15,2 0 1 0,-2 1-1 0,1 2-11 0,-1 1-13 16,-1 1-1-16,1 2-6 0,-2 2-2 0,1 1 8 0,-1 3-10 0,1 1-11 15,-1 2-10-15,0 0-13 0,2 2-5 0,-1 1 0 0,0 3 5 0,1 1-5 16,-1-1-4-16,0 0-4 0,1-2-3 0,1 0 0 0,1-2-2 16,0-2 2-16,3 0-2 0,0 0 2 0,1-2-2 0,1 1-4 0,1-1 4 15,2-1-4-15,2 0 1 0,1-1-8 0,3-2-11 0,0-2-4 16,0 2-1-16,2-1-6 0,0 0 14 0,1 0-7 0,-1-2-15 0,0-1-12 16,1-1-26-16,-1-1-18 0,0-1-12 0,0-1-11 0,0-2-17 0,-1-1-22 15,-2-1-21-15,1-2-35 0,-1-1-44 0,0-3-48 0,-2-1-32 16,0-2-26-16,0-3-223 0</inkml:trace>
  <inkml:trace contextRef="#ctx0" brushRef="#br0" timeOffset="73837.88">29529 7445 1180 0,'-4'-1'203'0,"0"2"-118"0,-2 0 18 0,2 2 13 16,0 1-1-16,1 1-8 0,0 1-11 0,0 1-5 0,0 1-12 16,0 0-10-16,0 1-3 0,1 1-8 0,0 1-3 0,1 1 3 0,0-1-4 15,0 0-4-15,1 1-5 0,1-1-6 0,2 1 1 0,-1-2-12 16,-1-1 5-16,4 1-2 0,0-1 0 0,2 0 11 0,2 0 2 0,-1-1-2 15,2-1-8-15,-1-1 2 0,0-1-5 0,1 0-6 0,-1-1 3 0,3-1-7 16,-2-1 0-16,1-1 5 0,-2-1-8 0,2-2 1 0,1-1-1 16,-1-1-9-16,-1 0 10 0,1-2-3 0,-3 1 2 0,1-2 2 0,-1-1-7 15,-1-1 1-15,0 1 1 0,0-1-3 0,-1 1 18 0,-1 0-3 0,0 1 2 16,-2 0 1-16,-2-2-12 0,0 0 1 0,0 1-3 0,-2-1 1 16,1 0-2-16,-2 2-2 0,0-2 0 0,-2 1-1 0,-1 0-7 0,-2 0-1 15,-2 2-11-15,0 0 1 0,0 0-7 0,-2 1-2 0,0 2 0 16,-3-1-2-16,0 1 2 0,-1 1-2 0,1 2 5 0,0 0-11 0,-1 2 5 15,1 1 0-15,-1 0-6 0,2 0 2 0,-1 2-7 0,2 0-6 0,3 1 1 16,0 0 0-16,2 0 2 0,2 0 0 0,1-1 0 16,1 0-6-16,2 1 1 0,2-1 2 0,0 0 3 0,1 0 3 0,1 1 1 0,0-1 4 15,0 1 2-15,2-1 0 0,0 0 11 0,1 1-6 0,2-2 5 0,0 0 4 16,1 0-9-16,1-1 5 0,0 0 1 0,1-1-1 0,0 0-8 16,1-1 14-16,0-1-1 0,0 0 4 0,0 1 11 0,1-1-11 0,-1-1 5 15,1 1 1-15,0 0 3 0,-4 0 3 0,1 0 2 0,-1 0 7 16,0 0 1-16,-1 0 6 0,0 1-2 0,0-1-9 0,-2 0 9 0,1 1-18 15,-1 0 1-15,0 1 4 0,0-1-12 0,0 2 9 0,-1 0 0 0,1 1-4 16,1 0-1-16,-1 1 3 0,-1 0-4 0,1 1 3 0,0 0-1 16,1 0-1-16,-1 0 0 0,3 0 1 0,0-1 1 0,0 1-4 0,1 0 0 15,-1-1 1-15,1 0 1 0,-1 1 3 0,2-2 0 0,0 1-1 0,-2 0 6 16,2-1-3-16,0 1 1 0,-1-1 3 0,0-1-3 0,-1 0 8 16,1 0-2-16,0 0 0 0,-1 0 0 0,1-1-2 0,-1 1 7 0,0-2-1 15,0 1-3-15,-2-2-1 0,2 1-1 0,-2-1-4 0,0 1 0 16,0 0 1-16,-2-1-1 0,1 0 4 0,-1 1-5 0,-1-1-2 0,-1 1-3 15,0-1-3-15,0 1 2 0,0-1 2 0,-1 1-1 0,-1 0 1 0,1 0-1 16,-2 0-4-16,1 0-3 0,-1 0 2 0,-1 0-3 0,1 0 1 16,-1 1 4-16,0-1-7 0,0 0 9 0,0 0-6 0,1 1 6 0,-2 1-4 15,1-1 1-15,0 0 1 0,0 0-6 0,-1 1 6 0,2-1 0 0,-2 0 0 16,0 0 2-16,0 0-4 0,-1-2 1 0,0 2 4 0,-2-1-1 16,1-1 7-16,-1 1-6 0,-1-2 1 0,2 1-1 0,-3-2 5 0,0 1-7 15,0-2 5-15,1-1-3 0,-1-2-3 0,1 1 4 0,-1-1 0 16,2 0 1-16,0-1 4 0,1-1-2 0,0-1-1 0,0 0 3 0,2-1 7 15,0 0 0-15,-1-2 2 0,0 0-5 0,3-2 2 0,0-1-6 0,1-1-2 16,2 0 21-16,1 2-8 0,1 1 4 0,1 0-4 0,0 1-18 16,1 0 2-16,1 2-1 0,2 0 3 0,-2 0-4 0,1-1-2 0,2 1 0 15,0 1 0-15,0 1 0 0,1 0-2 0,-2 1 2 0,2-1-6 0,-1 1 1 16,-2 0-4-16,1 1-8 0,-1 0 0 0,0 1-8 0,-1 0-14 16,0 0-19-16,-1 2-27 0,0-1-25 0,1 0-34 0,-1 1-32 0,-1-1-40 15,0 0-57-15,-1 1-81 0,1 0-111 0,0 1-483 0</inkml:trace>
  <inkml:trace contextRef="#ctx0" brushRef="#br0" timeOffset="74737.89">26600 8476 1036 0,'-4'-3'306'16,"-1"2"-261"-16,-2 0 7 0,2 2 21 0,1 1 20 0,1-1 6 0,-1 1-5 16,0-1-9-16,0 0-9 0,0 0-3 0,-1 0-3 0,0 0 2 15,2 0 4-15,0 0 5 0,1 0 0 0,1-1-1 0,-1 0-9 0,1 0-9 16,2-1-4-16,0 0-6 0,1 0-11 0,0-1-1 0,2 1-9 15,2 0 1-15,0 0 0 0,1-1 0 0,3 1-3 0,1 0-8 0,1 0-2 16,0 0-7-16,0 1 1 0,5-1-1 0,-1 0-3 0,0 0-4 0,-1 0-3 16,-2 1 3-16,0 0-5 0,0 1 4 0,-2-1-3 0,0 0-6 15,-1 2 9-15,-1-1-6 0,0 0-2 0,-2 1 4 0,0 0-7 0,-1 1 2 16,0 1-3-16,-2 0-4 0,-1 1 6 0,0 2-7 0,-1 0 8 0,-1 1-2 16,-1 1-2-16,-3 1 9 0,0 1 0 0,0 1 0 0,-3-1 4 15,0 1 1-15,-1-1 0 0,-1 1 2 0,-1 0 5 0,1 0-5 0,-1 0 6 16,1-2 3-16,-1 1 0 0,2-1 3 0,0 0 0 0,2-1 4 15,1 0-2-15,1-2-2 0,1-1 0 0,2-1 3 0,0 0-3 0,3-1 6 16,0-1-2-16,1-1 3 0,2 0-1 0,1-1 2 0,1 0-2 0,-1-1 3 16,3 0-6-16,1-1-2 0,2 0-2 0,-1 0-8 0,2 0 1 15,0-1-4-15,1-1-3 0,0 0-1 0,2 1 1 0,-3-1-2 0,2 1-2 16,1 0 2-16,-2-1-4 0,1 0 2 0,-1 0 2 0,-2 1-8 0,0-2 6 16,-3 1-16-16,0 0-18 0,-1-1-8 0,-2 0-21 0,-2 1-11 15,0-1-15-15,-2 0-15 0,-1 0-16 0,-1 0-15 0,-2 0-25 0,0-1-33 16,-1 1-36-16,-2-1-39 0,-1-1-38 0,-1 2-48 0,-1-2-7 15,-1 0-308-15</inkml:trace>
  <inkml:trace contextRef="#ctx0" brushRef="#br0" timeOffset="75138.06">26609 8315 1630 0,'-6'-9'288'16,"2"1"-234"-16,0-1 9 0,3 2 2 0,2 2 2 0,1 0-12 0,1-1-9 15,0-1-1-15,2 0-4 0,1 0-2 0,0 1 14 0,3-1-11 16,2 1 16-16,1 0-1 0,0-2-6 0,2 3 6 0,-1-3-12 0,2 1-2 16,1 0-8-16,1 0-3 0,-2 1-5 0,4 1 0 0,0 0-5 0,1 1-4 15,2 2-2-15,0 0-4 0,-1 2 0 0,2 0-2 0,0 2 0 16,-2 1 2-16,0 1-2 0,-1 2-3 0,0 1-3 0,1 2-8 0,-1 2 1 16,1 0-13-16,1 1-2 0,-1 1 2 0,2 3 1 0,1 2 13 15,-1 2-7-15,1 1-6 0,2 2-5 0,1 0-4 0,1 1 1 0,0 1-8 16,0 2-2-16,-3 0-2 0,1 0-1 0,-3 3 8 0,-1-2 2 0,-2 1 5 15,-3-3 3-15,-3-1 2 0,-2-3 7 0,-4 0 2 0,-3-2 3 16,-4-1 5-16,-3 1-2 0,-5 0-1 0,-4 0 0 0,-4 2 1 0,-2 0 2 16,-5-1-10-16,-2 1 2 0,-3 0 6 0,-1-1-1 0,-4 2 13 0,-2-1 1 15,0-2-4-15,-1 1 0 0,1-1 0 0,1-2 0 0,0 0 0 16,1-3-2-16,0-1 4 0,3-3-2 0,1 1-3 0,4-3 5 0,0-1 3 16,1-3 1-16,4-3 4 0,-1-1 5 0,4-1 0 0,1-3 4 15,2-1-4-15,1-2-1 0,0-2-10 0,1-2-2 0,2-1 1 0,3 0-2 16,-1-3-4-16,1-2-2 0,1-4-4 0,1 0-11 0,1-4-3 0,1 0-17 15,1-2-36-15,0-1-34 0,1 1-42 0,1-3-56 0,1 2-87 16,0-2-137-16,2-1-155 0,0-2-176 0</inkml:trace>
  <inkml:trace contextRef="#ctx0" brushRef="#br0" timeOffset="79421.57">27876 8205 1536 0,'0'-1'153'0,"1"-1"-135"0,0 1 2 15,2 0 14-15,-1 2 29 0,0 0 20 0,-2 0 6 0,0 1-6 0,-1 0-14 16,0 1-11-16,-1 0 1 0,0 2 3 0,-2 1 3 0,0 0 0 15,0 0-3-15,-1 0 3 0,0 0 0 0,1 2 5 0,0 1-1 0,1 0 0 16,-1 1 4-16,2 1-5 0,1 2-1 0,-2-1-10 0,1 1-8 0,1 0 1 16,1 2-7-16,0 2-4 0,0 0-7 0,0 0-6 0,1 1-6 15,0 0-9-15,1 0-4 0,0 2 2 0,1 0-4 0,2 1-1 0,0 1 0 16,1-2-6-16,1 0 2 0,1 0 2 0,1 0-2 0,0 0 0 0,1 0 0 16,-1 0-2-16,2 0 4 0,-1-1-4 0,-1-1 4 0,2-2-2 15,-2 0-4-15,0-2 4 0,1-2 2 0,-1 0 2 0,-1-2-4 0,0 0-2 16,-1-1 5-16,0-2-3 0,-2-1 8 0,2-1-14 0,-2-1-7 15,1-2 3-15,-1-1-11 0,-2 0 0 0,0-2-19 0,-1-1-12 0,0-1-19 16,0-1-17-16,-1-1-22 0,0-2-31 0,-1-1-19 0,-1 0-22 0,-2-1-26 16,0 0-28-16,0-2-13 0,-2 0-10 0,1-1 6 0,0 0 21 15,0 2 16-15,0-2 9 0,0 0 14 0,1-1-157 0</inkml:trace>
  <inkml:trace contextRef="#ctx0" brushRef="#br0" timeOffset="80038.14">27768 8265 1703 0,'-5'-3'68'16,"1"0"-25"-16,-1-1 26 0,2 2 20 0,1 1 16 0,2 0-1 0,-1 0-15 16,1 1-10-16,0 0-8 0,0 1-13 0,0-1-6 0,0 1-8 15,1 0-7-15,0-1-2 0,1 1-3 0,1-1-4 0,-1 0-4 0,2 1 1 16,0-1-9-16,1 0-3 0,1 0-1 0,-1-1-2 0,2 0-2 15,1-1 2-15,0-1 0 0,1 1-2 0,2-1 16 0,0 0-2 0,1 0-1 16,2-2 7-16,0 0-12 0,2 0 3 0,0-1-2 0,0 2 0 0,0 0-1 16,0 0-1-16,0 0-1 0,1 1-4 0,1 0-1 0,-1 1 0 15,1 1-2-15,-1 0 0 0,1 0-2 0,-2 2-5 0,1 1 5 0,-1 0-1 16,1 2-3-16,-1-1 5 0,-1 1-8 0,0 1 4 0,-2-1 1 0,-2 2 1 16,-1-1-1-16,-1 1-1 0,-1 0-13 0,-1 0 1 0,-1 1-1 15,-2 1-1-15,-2 1 11 0,-2 0-1 0,-1 2 4 0,-2 0 1 0,-1 1-3 16,-1 0-2-16,-2 0 1 0,-1-1-8 0,-1 1-2 0,-1-1-1 15,1 1 2-15,-1-1 1 0,-1-1 11 0,1 1-5 0,0-2-1 0,1 0 3 16,1-1 1-16,-1-1 1 0,1-1 1 0,1-1 1 0,0 0-1 0,1 0-2 16,0-1 0-16,0-1 2 0,1 0-2 0,0-2 2 0,1 0 3 15,1-1-4-15,-1 0 3 0,2-1-1 0,-1 1-1 0,2-1 0 0,-1 0 0 16,2 0 1-16,-1 0-1 0,2-1-2 0,-1 1-2 0,1-1 2 0,0 0 2 16,2 1-1-16,1-1 3 0,0 1-1 0,0-1-3 0,2-1 2 15,-1 2 2-15,2-1-4 0,0 0 0 0,1 0 1 0,0 0-2 0,1 1 1 16,0-1 1-16,0 1-1 0,1 0 0 0,0 1 4 0,0-1-2 0,1 2 1 15,-1-1 0-15,-1 1 4 0,2 1-3 0,-1 0 5 0,0 1-4 16,0 0-7-16,0 0 2 0,-1 2 0 0,0 1-2 0,0 1 2 0,0 2-1 16,-1 1-1-16,-1 1 0 0,-2 1 0 0,-1-1 1 0,0 2-3 0,-2 0 4 15,1 1-3-15,-1-1-1 0,-1-1 2 0,0 0 1 0,-2 0 4 16,-1-1-3-16,-1 0 2 0,1 0 1 0,-2-1-1 0,-2 0-2 0,0 0-2 16,0-2 1-16,-2 0 4 0,1-1-1 0,-1 0 3 0,-1 1 0 15,1-2-1-15,-1-1-1 0,0 1-6 0,0-2-1 0,1 0-11 0,-1-1-8 16,0-1-1-16,1-1-12 0,-1 0 0 0,-1-1-1 0,1 0-2 0,-1-2 0 15,0 1 1-15,1-1-2 0,1-1 1 0,0-1-5 0,1 0 0 16,0-2-10-16,1 1-8 0,0 0-4 0,1-1-17 0,1 1-17 0,1-1-19 16,0 3-34-16,2-1-32 0,1 0-33 0,0 1-47 0,2-1-46 15,0 1-367-15</inkml:trace>
  <inkml:trace contextRef="#ctx0" brushRef="#br0" timeOffset="80538.14">28432 8466 1486 0,'-4'5'176'16,"-2"1"-149"-16,1 3 2 0,0 0 17 0,2 0 23 0,0 0 12 0,1-1-2 15,0 2-15-15,1 0-12 0,-1 1-10 0,1 1-6 0,1-2-5 16,1 0-2-16,0 0 1 0,1 0-4 0,0 0 2 0,1 0 2 0,0-2-1 15,1 0 1-15,1 0-6 0,0-1-5 0,2 0-1 0,0-1-2 16,1-1 0-16,1-1-2 0,1-1-3 0,0 0 1 0,1 1-2 0,0-1-5 16,1 0 1-16,0 0 0 0,1-1-1 0,1-1-3 0,0-1-1 0,-2 0-2 15,1-2 5-15,-1 0 1 0,0 0-3 0,-1-1 3 0,-1 0-10 16,-1-1 5-16,0 0 0 0,-1 0-3 0,0-1 1 0,-2-1-1 0,0 0-4 16,-1-1 4-16,0 1-1 0,0-1-4 0,-2 0 3 0,3 0-5 0,-3 0 7 15,0 0 3-15,1 0 2 0,-3-1-2 0,0 1-3 0,0 0 4 16,-1-1-2-16,1 0 2 0,-1 0 7 0,0 1-3 0,0 0 3 0,-1 1-3 15,1 2-5-15,-1-1 4 0,0 2 1 0,0 2 5 0,-1-1 1 16,0 2 2-16,-1 1-2 0,0 0 2 0,1 1-1 0,0 0 0 0,-1 2-3 16,1-1-1-16,0 1 1 0,-1 0-6 0,1 1 3 0,0-1-2 0,1 2-3 15,0-1 1-15,0-1-2 0,1 2 3 0,0-1-5 0,0 0 1 16,1 1-1-16,-1 0 2 0,1-1 0 0,1 2 3 0,0-1-3 0,0 0-1 16,-1 1 4-16,2 0-6 0,-2 0 1 0,1 1 2 0,1 0-1 0,0 0 2 15,0 1-4-15,1-1 1 0,-1 0 1 0,0 0-1 0,1-1 2 16,-1 2-2-16,1-1-11 0,0 2-3 0,1 0 0 0,0 0-1 0,-1-1 9 15,0-1-4-15,1-1-8 0,-2-1-12 0,1-1-9 0,1 0 0 16,-1-1 6-16,-1 0 1 0,1-2-3 0,-1 0-10 0,0-1-13 0,0-1-14 16,0-1-24-16,1-1-23 0,-1-1-19 0,2-1-35 0,-1 0-41 0,1 0-59 15,-1-1-83-15,-1-1-221 0</inkml:trace>
  <inkml:trace contextRef="#ctx0" brushRef="#br0" timeOffset="80854.75">29119 8576 1959 0,'-2'3'45'16,"0"2"-35"-16,1 3-5 0,0 0 4 0,1-1 8 0,1 1 7 0,1 0 2 16,-1 0-4-16,0 0-10 0,1-1-5 0,0 0-5 0,1 1-2 0,1-1 1 15,-1-1 2-15,1-1 0 0,0 0-2 0,0 0 2 0,2-1-3 16,-1 1 2-16,2-2-4 0,0-1 1 0,1 1-5 0,-1-1 3 0,2 0-1 16,0-1 1-16,-1-1 0 0,0-1-9 0,0 0-3 0,-1 0-8 0,0-2-10 15,-1 0-12-15,0 0-20 0,0-2-58 0,-1 1-22 0,1 0-18 16,-3 0-33-16,1 0-38 0,-1-2-100 0,-1-1-205 0</inkml:trace>
  <inkml:trace contextRef="#ctx0" brushRef="#br0" timeOffset="81055.75">29095 8366 1727 0,'-5'-2'280'0,"0"1"-279"0,-1 0 9 15,1 1 0-15,3 1 15 0,0 0 2 0,1 0 2 0,0 1-6 16,0-1-9-16,1 2-1 0,0-2-2 0,0 0-4 0,0 0 3 0,1 0-4 16,-1 0-3-16,1-1-3 0,-1 0-2 0,1 0-1 0,-1 0-2 15,1-1-11-15,1 0-19 0,-1 0-23 0,0-1-39 0,0-1-39 0,0 0-33 16,1 0-36-16,0 0-29 0,0 1-45 0,0-1-366 0</inkml:trace>
  <inkml:trace contextRef="#ctx0" brushRef="#br0" timeOffset="81738.81">29397 8510 1141 0,'0'0'109'0,"0"0"-45"15,0 1 8-15,0 1 16 0,1-1 14 0,0 1 5 0,1-1-6 0,-1 0-14 16,1 1-11-16,-1 3-2 0,1 0-3 0,0 0 2 0,1 1 8 16,-1-1-6-16,0 0-3 0,1 1-10 0,-1 1-14 0,-1-1-9 0,2 1-13 15,-3-1-7-15,2 2-8 0,0 0 0 0,0 0-8 0,1 0 1 0,0-1 0 16,0 0-4-16,0 1 7 0,0-3-9 0,0 1 4 0,1 0-7 16,0 0-9-16,0-2 2 0,0 0-10 0,0-2-8 0,-1 1-8 0,2-1-8 15,-1-1-7-15,-1 1-5 0,1-2-15 0,0 0-23 0,0-1-38 16,0-1-41-16,-2 0-46 0,1-1-47 0,-2-1-58 0,0-1-135 0,-1 0-5 15</inkml:trace>
  <inkml:trace contextRef="#ctx0" brushRef="#br0" timeOffset="82088.81">29382 8246 1398 0,'-3'-4'242'0,"-2"-1"-213"0,-1-1 19 0,2 2 19 16,1-1 11-16,1 1 11 0,0 0-1 0,1 1-5 0,0 1-11 0,0 0-2 15,0 1-7-15,0 0-1 0,0 1 4 0,0 1-1 0,1 1 2 16,0 0-2-16,0 0-10 0,1 1-10 0,-1 2-9 0,1 0-18 0,2 2-3 15,-1 0 0-15,0 1-9 0,0 2 11 0,-1 2 2 0,1 0-4 0,-1 2 3 16,-1 1-4-16,3 0-6 0,-1 2-3 0,0 2 0 0,2 2-1 16,-2 1-3-16,2 1 3 0,-1 1-6 0,2 0 2 0,-1 0 0 0,1 2 2 15,1 1-2-15,0-1 0 0,0-1-2 0,1-2-5 0,-1-1-1 0,2-1-18 16,0 1-17-16,0-3-20 0,0 2-21 0,0-2-10 0,0-2-4 16,0 1 0-16,0-2-1 0,3-1-4 0,-2-3-9 0,0-1-28 0,1-1-31 15,-2-2-47-15,1-2-44 0,-2-1-50 0,1-3-371 0</inkml:trace>
  <inkml:trace contextRef="#ctx0" brushRef="#br0" timeOffset="82388.36">29799 8172 2352 0,'-8'4'34'0,"2"1"-19"0,-3 3 4 0,2 1 16 16,2 1 27-16,1-1 11 0,0 1-3 0,0 0-10 0,0 2-19 0,-1 0 2 15,1 1-3-15,0 1-3 0,0 0-2 0,0 2-1 0,1 0 0 0,-1 0-1 16,0 2-1-16,1 1-11 0,0 0-7 0,-1 1-5 0,2 1-8 16,1-1 3-16,-1 3-2 0,2 0-1 0,0 0 1 0,2 0-5 0,1-3-1 15,0 1-1-15,2-2-4 0,0-1 1 0,1-1-5 0,1-1-4 0,2 0-7 16,1-1-7-16,1-1-15 0,0 0-13 0,1 0-16 0,2-1-14 15,1-2-14-15,0 0-3 0,0-1-7 0,-2-1-6 0,1-1-8 0,0-2-31 16,-1-2-51-16,0-1-62 0,-1-3-67 0,-2-1-439 0</inkml:trace>
  <inkml:trace contextRef="#ctx0" brushRef="#br0" timeOffset="82555.36">29631 8585 1678 0,'-5'0'229'0,"2"0"-219"0,0 0-7 0,2 2-2 16,3-1 4-16,2 0-2 0,1 1 0 0,2 0-3 0,1 1 0 16,1 0-4-16,1-1 1 0,-1 0-4 0,1 0-2 0,0 1-4 0,0-1-7 15,0 1-6-15,1 0-8 0,-1 0-21 0,1 0-34 0,1 1-36 0,0-1-35 16,0 1-22-16,0-1-15 0,2 0-35 0,2-2-303 0</inkml:trace>
  <inkml:trace contextRef="#ctx0" brushRef="#br0" timeOffset="82872.87">30543 8653 2366 0,'-5'6'44'16,"-1"2"-34"-16,1 4-7 0,1 0-3 0,4-2-10 0,0 3 3 0,0-1-10 15,3-1 0-15,1 0-6 0,0-1-13 0,-1-2-7 0,1 0-19 16,-1-1-13-16,1-1-22 0,-1-1-21 0,-1-1-22 0,0 0-28 0,1-3-15 15,0 0-27-15,0 0-30 0,0-2-82 0,1-2-161 0</inkml:trace>
  <inkml:trace contextRef="#ctx0" brushRef="#br0" timeOffset="83056.87">30571 8286 1848 0,'-4'0'88'0,"0"2"-100"0,-2 1-17 0,1 1-6 15,2 1 1-15,1-1-15 0,0 0-27 0,1 0-38 0,0-1-45 0,-2 1-21 16,2-1-10-16,-2 0 7 0,-1 1-1 0,-1 1-5 0,1-1-182 16</inkml:trace>
  <inkml:trace contextRef="#ctx0" brushRef="#br0" timeOffset="83421.87">30844 8491 1425 0,'-1'0'145'0,"1"-1"-85"0,0 1 2 0,0 2 9 0,1-1 7 0,0 1 2 15,0 1-8-15,-1-1-12 0,2 1-10 0,-1 1-11 0,0 0-3 0,1 1-2 16,-1-1 1-16,0 3 0 0,0-1-4 0,0 0-2 0,0 1 0 16,0-1-5-16,0 0-7 0,2 1-6 0,0-1-2 0,0 0-5 0,0-1 3 15,0 2 3-15,-1-1-5 0,0 0 3 0,1-1 4 0,0 0-1 0,0-1 2 16,-1 0-4-16,-1 0-6 0,1-1 2 0,1 0 0 0,-1-1 2 16,0 0-2-16,0 0-2 0,-1-1-1 0,1 0-4 0,-1-1 5 0,1 0-1 15,0 1 3-15,0-1-4 0,0 1-2 0,1 0-2 0,0 1-1 0,1 1-2 16,-1 0 0-16,1 1-4 0,0 0 1 0,0 0 4 0,1 0-2 15,0 0-4-15,0 0-2 0,1 1-5 0,0-1-6 0,1 0 0 0,-1-1-4 16,0 0-2-16,2 0-5 0,-2 0-10 0,1 0-5 0,0-2-15 16,0 0-8-16,1-1 1 0,-1 0-4 0,0 0-1 0,-1-1 3 0,1-1-10 15,-1 0-11-15,1-1-21 0,-2 0-23 0,0 0-24 0,1-1-15 0,0 1-18 16,1-1-24-16,-1 1-209 0</inkml:trace>
  <inkml:trace contextRef="#ctx0" brushRef="#br0" timeOffset="84221.7">30969 8498 1410 0,'-5'-1'70'0,"-1"0"-27"0,0 1 18 0,3 1 26 0,-1 0 20 16,1-1 14-16,1 1-8 0,0-1-6 0,1 1-1 0,-1 0-10 0,1 0-1 15,0 1 2-15,1 0-9 0,0 1-3 0,2-1-6 0,0 0-10 0,1 1-4 16,-1 0-2-16,1 2-12 0,0 1-6 0,0 1-2 0,3 0-11 15,-1 0-6-15,1 1-7 0,1-1-6 0,-1 0-1 0,0-1 4 0,0 1-9 16,0 0 2-16,1 0 0 0,-2-1-7 0,2 0 5 0,0 0-4 0,0-1-3 16,0-1 8-16,-1 0-7 0,-1-1-1 0,1 0 4 0,-2-2-6 15,1 1 7-15,0-2-1 0,-2 0 0 0,2 0 1 0,-1-1-3 0,0 0 0 16,0 0-1-16,0-2 1 0,2 0 0 0,-2-1 0 0,0-1-6 0,2 0 4 16,-1 0-5-16,0-2-1 0,1 1 3 0,-1-1-4 0,0-1 7 15,2 2 0-15,-1-2 1 0,0 0 5 0,0-1-1 0,0 1 4 0,1-1-2 16,-2 0 1-16,1 1-12 0,-1 2 6 0,-2 1 0 0,2 1 3 15,-1 2 2-15,0 1-1 0,0 1 3 0,-1 0-8 0,0 1 5 0,-1 2-1 16,-1 0-5-16,2 1 6 0,0 2-5 0,0 0 1 0,1 2 0 0,-2 1 0 16,1 0-8-16,-1 0 5 0,1 0-1 0,0 0 0 15,-1-2 2-15,1 2 0 0,-1 0 2 0,0-1 0 0,1 1-4 0,-1-2 2 0,0 0-11 16,1-1-5-16,0-2-9 0,-2 0-17 0,1 1-11 0,-1-2-12 16,1 0-8-16,-1 0-8 0,0-2-12 0,0 0-14 0,0 0-25 0,1-2-21 15,-1 0-27-15,0 0-36 0,1-1-46 0,-1 0-80 0,2-1-95 0,-1 0-299 16</inkml:trace>
  <inkml:trace contextRef="#ctx0" brushRef="#br0" timeOffset="85121.71">31715 8025 2080 0,'-8'-4'0'0,"2"1"2"0,-2-1 9 0,2 2-2 0,3 1 5 16,0 0-1-16,1 0-4 0,0 1 2 0,0-1-1 0,-1 1 3 15,0 0 5-15,-1 0 8 0,1 1 2 0,-1-1 13 0,0 1-2 0,1-1 0 16,-1 1 2-16,2-1-7 0,-1 1 2 0,0-1-2 0,2 1 4 0,-1 0 3 16,0-1 5-16,2 0 12 0,-1 1 4 0,2-2 6 0,-2 1 2 15,1-1-4-15,1-1-6 0,-1 1-3 0,2-1-7 0,-1 1-6 0,0-1 2 16,0 0-9-16,0 1-5 0,0-1-1 0,2-1-6 0,-2 1-7 0,-1-1 2 15,1 1-7-15,-1-1-4 0,1 1-4 0,1 0-1 0,-2 0 9 16,2 0-10-16,-2 0 10 0,1-1-4 0,-1 1-5 0,0 0 3 0,0 0 6 16,0 2-2-16,1-1-1 0,-1 0 3 0,0 1-10 0,1-1 8 0,0 1 2 15,0 0 0-15,0 0 0 0,0 1 2 0,-1 0 0 0,3 0-3 16,-1 0 1-16,0 2-8 0,2 0 1 0,-2 1-4 0,1 1 3 0,-1 1-1 16,0 2 2-16,1 0 0 0,-2 3-6 0,2 1 0 0,0 2 0 15,1 3 0-15,-1 2 0 0,1 1 1 0,0 3-6 0,1 3 1 0,0 0-9 16,0 2-2-16,0 1 9 0,0 2 1 0,2-1 12 0,-1 2-5 0,-1-1-6 15,1 1 0-15,-1-2 1 0,1 2 3 0,0-3 0 0,0 2-2 16,0-1 2-16,0-1-6 0,0-2 1 0,0-2 1 0,-1-3-2 0,4 0-1 16,-3-1-1-16,1-2 1 0,1-1 1 0,-1-2 8 0,1-2-2 15,0-2-2-15,-2 0 0 0,0-3 2 0,1-1 2 0,-1-2 2 0,-1-2 0 16,-2-2-2-16,1-1 1 0,-1-1-1 0,0-2-4 0,1-1 4 0,-4-1 0 16,1-1-4-16,0-3 2 0,-4 0-2 0,2-2 0 0,-2 1 4 15,-3-3-9-15,1-1 1 0,-2 0-1 0,-2-1-4 0,0 1 5 0,-2-2 2 16,-2 0 2-16,0 0-1 0,0 2-1 0,1-1-1 0,-1 1 1 0,2 2 4 15,-1 2 4-15,0 1-6 0,1 0 2 0,0 1-4 0,1 0 4 16,2 2 0-16,0-1 2 0,0 2 0 0,3 0-6 0,0 0 2 0,2 0-2 16,2 0 3-16,0 1 1 0,1 1-6 0,0 0-3 0,2 0 1 0,0 0-4 15,1-1-3-15,2 0 2 0,-1 0-2 0,2-1-5 0,2 1 4 16,-1-1-13-16,2 0-7 0,-1 0-7 0,-1-1-12 0,4 0-5 0,-1 0-8 16,0-1 2-16,0 1 5 0,-1 0 1 0,0 1 0 0,1 0 2 15,-1 0-3-15,1 1 5 0,0 0 3 0,0 1-1 0,0 0-3 0,-2 0-16 16,2 0-18-16,-2-1-20 0,1 1-25 0,1 0-14 0,-1 0-20 0,2 0-15 15,-2 0-1-15,2-1-11 0,-1 0 4 0,0 0-12 0,1 1-17 16,-2-1-203-16</inkml:trace>
  <inkml:trace contextRef="#ctx0" brushRef="#br0" timeOffset="85288.7">32112 8380 885 0,'1'0'339'0,"-1"-1"-170"0,0 1-12 16,0-1-6-16,0 1-10 0,0-1-14 0,-2 1-20 0,1 0-22 0,-1 0-21 15,1 1-12-15,-1 0-16 0,0 0-7 0,-1 0-5 0,2 0-9 16,-1 0-4-16,0 1-3 0,0-1-8 0,0 1-4 0,1 0 3 0,0 0-4 15,0 0 7-15,0-1-5 0,-1 2-2 0,3-2-4 0,-1 1-11 16,0-1-2-16,1 0-17 0,0-1-19 0,-1 0-20 0,2 0-30 0,0-1-25 16,0-1-33-16,0 1-29 0,0-1-28 0,0 0-25 0,1 0-33 0,0-2-249 15</inkml:trace>
  <inkml:trace contextRef="#ctx0" brushRef="#br0" timeOffset="86071.7">32281 8237 1362 0,'-1'0'59'16,"0"1"-39"-16,0 0 9 0,1 1 18 0,-1 1 20 0,0 0 4 0,-1 1 1 15,1 1 1-15,1 1-8 0,-1 0 10 0,0-1 7 0,-1 2 2 16,0 1 3-16,1-1-9 0,-1 1-9 0,0 0-11 0,-1 0-13 0,1 1-8 16,-1-1-8-16,2 1-7 0,-2 1-6 0,1 1-5 0,1 0 2 0,-1 0-5 15,1-1 5-15,0 2-5 0,0 0-7 0,1-1 2 0,-1 1-1 16,1-1-2-16,0-1 0 0,0 2 0 0,0-1-2 0,0 1 2 0,1-1-1 15,0-1-4-15,0 1-1 0,1 1-4 0,0-2-1 0,1 1-2 16,-1-1 2-16,2 0-11 0,-1 1-20 0,0-1 0 0,0 1-4 0,0 0 6 16,-1 0 13-16,1-1-6 0,-1 1-10 0,0 0-6 0,0-1-2 0,0-1 4 15,-1-1 7-15,0-2 0 0,0 1-9 0,-1-1-16 0,0-2-18 16,-1 0-18-16,-2-1 0 0,1-1 1 0,-1 0 10 0,0-1 19 0,-1-1 14 16,-1-1 18-16,0 0 13 0,1-1 9 0,-2-1 14 0,1 1 7 15,-1-2 12-15,1 1 13 0,1-1 15 0,0-1 20 0,-1 0 12 0,2 1 12 16,0-2-4-16,-1 0-1 0,2 0-2 0,-1-1-9 0,2-1-3 0,-1 1-12 15,0-2-16-15,1 1-13 0,1 1-10 0,1-1 0 0,-1 0-3 16,1 0-5-16,1 2 0 0,1-1 1 0,-1 2-4 0,1 0 4 0,1 1 4 16,0 0 0-16,1 2-2 0,-1-1 3 0,0 0-3 0,2 1 3 0,0 1-4 15,0 0-4-15,0 1 1 0,1-1-5 0,1 1 2 0,-1 1 6 16,0-1 0-16,0 0 0 0,2 1 8 0,0-1-8 0,0-1 0 0,0 1 0 16,2-1-6-16,0-1 6 0,-2 1-2 0,2-1-3 0,0-1 6 0,1 1-4 15,-1-2 6-15,-1 1 1 0,0-1-1 0,0-1 3 0,0 0-3 16,-1 0 2-16,-1 0 1 0,1 0-2 0,-3 1-1 0,1-1 3 0,0 1 0 15,-2-1-1-15,1 1 1 0,-1 1 1 0,-2-1 2 0,1 1 2 16,-1 0 5-16,-1 1 5 0,0-1-2 0,-1 1 2 0,1 0-1 0,-1 1-2 16,0-1-8-16,-1 1-2 0,1 0-3 0,0 1-7 0,0-1 4 0,0 0-5 15,0 0-1-15,0 1 1 0,1 0 3 0,-2 0 2 0,1 0-1 16,0 0 6-16,0 1-1 0,-1 0 1 0,0 0 2 0,1 0-4 0,0 1-3 16,0-1 4-16,-2 2-8 0,1-1 6 0,0 1-7 0,1 0-3 0,-1 1-1 15,0-1-5-15,0 2 5 0,0 0-5 0,1-1 0 0,0 1 0 16,0 0 0-16,1 0 0 0,0 0 0 0,0 1 2 0,3-1 3 0,-1 0-3 15,2-1 3-15,0 1-1 0,1-1 7 0,2-1 1 0,0 0 4 0,0-1 0 16,0-1 2-16,1 0 0 0,2-1 4 0,-1 0-4 0,1-1 0 16,-2-1-5-16,2 0 0 0,1 0 81 0,-1-1 1 0,-1-1 5 0,0-1 2 15,1 1-91-15,-2-1 1 0,0-1-2 0,0 0-3 0,-1 0 3 16,-1 1 4-16,-2 0-3 0,1-1 3 0,-2 0 0 0,-1 0-3 0,-1 0-1 16,-2 0-2-16,-1-1-6 0,-2 0-8 0,-1 0 2 0,-3 0 0 0,0-1-10 15,-1 0 5-15,-1-1-5 0,-3 1-91 0,-1-1 12 0,1 1-2 16,-2 0 8-16,-1 2 87 0,1-1-2 0,-2 0-2 0,2 2-1 0,-2 0-1 15,2 2 4-15,-1 1-1 0,1 1-1 0,-1 1 2 0,2 1-5 0,1 1 10 16,2 1-4-16,1 0 4 0,1 1 3 0,2 0-4 0,3 0-1 16,2 0 1-16,0 0 0 0,3 0 4 0,1 0 1 0,4 0 0 0,2 1-3 15,1 0-2-15,2 0-2 0,4 0-4 0,3-1 1 0,-1 1 77 16,4-1-2-16,0 0-8 0,-11-2-12 0,1 1-117 0,2-2-47 0,1 1-60 16,1 0-86-16,1 0-83 0,0 0-133 0,2-1-245 0,0 0-361 0</inkml:trace>
  <inkml:trace contextRef="#ctx0" brushRef="#br0" timeOffset="87088.7">26193 9621 1548 0,'-12'-1'148'0,"-1"2"-119"0,-3 3-7 16,2 2 7-16,4 2 7 0,0 2 5 0,1 0 0 0,-1 4 1 0,0 0 4 15,-1 4 7-15,0 2 8 0,0 2 4 0,-1 2-4 0,1 3 2 0,0-1-3 16,0 3 1-16,1 1 2 0,-2 4-10 0,2 1-12 0,-1 2-4 16,1 4-26-16,1 2 0 0,-2 2-6 0,2 2-5 0,0 2 9 0,1-1-7 15,3 0 1-15,2 0-6 0,3 0 3 0,4-2 0 0,4-1-8 0,3-4 0 16,3 0-11-16,2-2-11 0,4-1-16 0,5-1-23 0,4-4-6 16,3 0-13-16,2-5-7 0,1-1 1 0,1-3-22 0,-1-1-33 0,2-4-28 15,-2-2-28-15,0-5-25 0,-2-2-20 0,-1-4-66 0,-3-2-181 0</inkml:trace>
  <inkml:trace contextRef="#ctx0" brushRef="#br0" timeOffset="87989.25">26746 10068 1383 0,'-1'-2'256'15,"1"0"-205"-15,-1-1-30 0,2 2-18 0,0 0-4 0,1 1 2 16,1-1 2-16,0 1-6 0,0-1 6 0,-1 1-4 0,0 0 1 0,-1 0 2 16,0 0-4-16,-1 0-3 0,0-1-17 0,-1 1-19 0,0 0-30 0,-2-1-21 15,1 1-14-15,0 0-4 0,-1 0 5 0,0-1 4 0,-1 1 14 16,2 0 18-16,-1 0 18 0,-1 1 18 0,0-1 11 0,1 1 6 0,-1-1 5 16,1 1 1-16,-1 0 1 0,0 1 3 0,1 1 3 0,-1-2 4 15,1 2 3-15,0-2 4 0,-1 0-1 0,1 1 5 0,-1-1 0 0,0 1 1 16,1-2 0-16,2 1 0 0,-2 0-1 0,0 0-6 0,1 0 2 0,-1 0 0 15,1 0-6-15,1-1 3 0,-1 1-3 0,0 0-1 0,1 0 1 16,-1 0 0-16,0 0 6 0,1 0 2 0,0-1 2 0,0 0 13 0,-1 0-1 16,1 1 11-16,-1-1 5 0,1-1 1 0,0 2 7 0,-1-3-5 0,2 3 10 15,0-2-1-15,-1-1-4 0,1 1 4 0,-1-1-3 0,1 1-2 16,0-2 4-16,1 1-7 0,0-1-3 0,1 0-3 0,-1-1-4 0,0-1 2 16,1 0 0-16,1 0 1 0,0 0 0 0,0 1-2 0,0-2-1 15,-1 0 1-15,1-1 2 0,-1 1 7 0,-1-1-4 0,0 1-3 0,-1 0-2 16,-1 1-7-16,-1 0 0 0,0 2 1 0,-1-1-4 0,-1 1 5 0,0-1-6 15,-2 1-5-15,0 1 2 0,-2-1-9 0,1 1-3 0,-2 2-1 16,2-1-5-16,-1 0 1 0,-1 2 2 0,0-1 1 0,0 1-6 0,1 1-1 16,0 0-3-16,1 0 0 0,-1 1 0 0,1 0 0 0,1 1 0 0,0 1-2 15,0-1 1-15,1 2-1 0,0 0 4 0,1 0-8 0,2 1 1 16,0 2-1-16,2-1 2 0,0 2 5 0,2-1-2 0,0 2 4 0,2 0 0 16,0 0-6-16,2 0 0 0,1 1 0 0,0-1 1 0,2 2 13 15,0 0-7-15,-1-1 5 0,1 1-1 0,1 0-2 0,1 0 4 0,-1 0-2 16,2 0-8-16,-2-2 1 0,2 2 10 0,1-1-7 0,-2-1 10 0,1 1-2 15,0-1-9-15,0 1 6 0,0 1 0 0,0 0-8 0,-1 0 1 16,-1 0-2-16,-3 0 1 0,1 1 4 0,-2 0 10 0,-2 0 0 0,-1-2 2 16,-1 0 9-16,-2-1-2 0,-1 0 5 0,-2-1 1 0,-2-2-4 0,0 1 4 15,-2 0-4-15,-1-1-4 0,-1 1-3 0,-3-1-3 0,-3 0-5 16,-2-1 3-16,-1-1 0 0,-1-1-9 0,1 0 6 0,0-1-3 0,0-1-4 16,-1 0 7-16,1-2-8 0,1 1 0 0,-1-2-4 0,2 0-6 15,2-1-9-15,1 0-15 0,1-1-13 0,3 0-33 0,0-1-18 0,2 0-22 16,1-2-41-16,2 0-39 0,2 1-60 0,1-3-65 0,2 0-58 0,1 0-266 15</inkml:trace>
  <inkml:trace contextRef="#ctx0" brushRef="#br0" timeOffset="88422.21">26907 10117 2369 0,'-2'-1'92'0,"2"0"-78"0,1 2-25 0,1 2-6 0,2 2 6 16,1 2 10-16,0 1-5 0,1 1 4 0,-1 1-2 0,1 1-6 0,-1 2 9 15,0 0-4-15,0 1 5 0,0 1 0 0,-2-2-4 0,0 2 4 16,-1 0-2-16,0-2 1 0,0-1-3 0,0 0 6 0,2-1-2 0,0 0 0 16,1-2 5-16,1 0-7 0,1-3 1 0,2 0 2 0,0 0-1 0,2-2-1 15,-2 0-1-15,0 1 5 0,0-2-4 0,-1-1 10 0,0 0-2 16,-1-3 3-16,1 0 2 0,-1-2-3 0,1-1 1 0,0-2-1 0,0 0 8 15,0 0-8-15,-1 0 1 0,1-1-6 0,-1 0-5 0,0-2 4 16,0 1 5-16,0 0-4 0,-3-1 0 0,1 2 7 0,-1 0 0 0,-1-1 0 16,0 0 1-16,-2-1-1 0,1 1 4 0,-2 0 12 0,0-1-5 0,-1 0 7 15,-1 0 1-15,1 0-6 0,-2 0 9 0,-1 0-5 0,0 1-7 16,0 1-3-16,2 0-6 0,-2 3-2 0,0 0-2 0,0 2-1 0,1 0-2 16,1 2-7-16,0 1-1 0,1 1 3 0,-2 1 0 0,1 0 0 0,-1 3 0 15,0 0-2-15,1 1 2 0,0 1-1 0,-1 1 1 0,0 0 3 16,2 2-3-16,-1-1 3 0,1 1 1 0,1-1-8 0,0 1 4 0,1 0-8 15,0-1 1-15,1 0 4 0,2 0-4 0,0 1 2 0,1-1-6 16,0 0 4-16,2-1-3 0,0-1-10 0,1 1-11 0,1-2-23 0,0 1-20 16,0 0-17-16,0-1-18 0,0 0-9 0,1 1-27 0,-1-4-25 0,1 2-25 15,1-2-42-15,-1-1-37 0,0-1-44 0,-1 0-356 0</inkml:trace>
  <inkml:trace contextRef="#ctx0" brushRef="#br0" timeOffset="88956.21">27386 10092 2699 0,'4'0'49'0,"1"2"-44"0,4 1-15 0,-1 2 0 0,3 1 2 15,1 2 3-15,-1 2 12 0,1 1-5 0,-1 1-1 0,-2 1 6 16,1-2-11-16,-1 2 6 0,-1-1-2 0,-1-1-3 0,-2 0 3 0,0-1-2 15,0-1 5-15,-1 0 1 0,0-1-6 0,1-1-4 0,0 0 1 0,1-2-7 16,0 0 4-16,-1 0 2 0,1-2 2 0,0-1 1 0,-1 1 3 16,0-1 2-16,-1-1 1 0,1 0-3 0,-2-1-2 0,-2 0-1 0,2-1 0 15,0-1 1-15,0 1-1 0,1-2-3 0,-1 1-7 0,0 1 5 16,1-2-7-16,-1-1-2 0,1 0-3 0,0 0-4 0,0-1 13 0,0 0 5 16,0-1 6-16,0 1 0 0,0-1 0 0,-1 0 2 0,0 0-4 0,1 1 8 15,0 1-2-15,0-1-3 0,0 0-1 0,0 0-1 0,0 0 2 16,-1 1 1-16,1 0 1 0,0 1-3 0,0-1 0 0,1 1 1 0,0 0-1 15,-1 0-3-15,1 0 3 0,-1 0 0 0,2 2 2 0,0-1 1 16,-1 2-3-16,0 0 3 0,0 1 0 0,-1 2 7 0,1 0 3 0,-2 1-2 16,0 0 5-16,1 1-8 0,-2 1-2 0,1-1 6 0,-1 2-7 0,0-1-1 15,0 1 0-15,0-1-8 0,-2 1 12 0,1 0-8 0,0-1 2 16,0 0 0-16,0 0-2 0,0-1 5 0,1-1-2 0,0 0 2 0,0-1-5 16,1-1 1-16,-1-1 6 0,1 0-4 0,0-1 8 0,-1 0 1 0,2-1 3 15,0 0-1-15,0-1 1 0,1 0-2 0,0-1-3 0,0 0-5 16,1-2-1-16,-2 1-4 0,1-1 6 0,2 0-1 0,-1 1-5 0,0-1 0 15,0 0 0-15,0 0 5 0,-1 2-2 0,1-2-3 0,-1 2-3 0,0 1 3 16,-1 0 0-16,-1 2 3 0,1 0-4 0,-2 0 1 0,1 2 3 16,0 0 0-16,-1 1 4 0,0 0-7 0,0 0 0 0,0 2-3 0,1 1-2 15,-1 0 5-15,1 0-4 0,0 1 3 0,-1 0-3 0,2-1-7 16,0 0-7-16,-1-1-19 0,1-1-23 0,0-1-28 0,1 0-23 0,-1 1-15 16,1-1-14-16,1 0-19 0,0-1-26 0,0-1-26 0,0 0-28 0,1 0-23 15,0 0-23-15,0-1-88 0,-1 0-39 0</inkml:trace>
  <inkml:trace contextRef="#ctx0" brushRef="#br0" timeOffset="89139.21">28206 10391 2240 0,'0'0'91'16,"1"2"-67"-16,2 1-24 0,-1 2-6 0,1 0 5 0,0 1 4 0,0 0-3 15,0 1 0-15,0 1-9 0,-1-1 0 0,-1 1 3 0,0 1-3 16,1-1 3-16,-2 0-5 0,0 2-1 0,1-1 2 0,-1 1-10 0,1-1-12 15,0 0-23-15,0-1-27 0,1-2-33 0,0 1-22 0,2-1-20 0,2 0-13 16,0-1-18-16,1-1-31 0,-1-1-73 0,1-1-284 0</inkml:trace>
  <inkml:trace contextRef="#ctx0" brushRef="#br0" timeOffset="89706.21">28564 10063 2416 0,'-4'-4'433'0,"2"2"-406"0,0 1-24 16,1 1-16-16,1 3-1 0,1 0 1 0,2 2 8 0,-1 3 5 16,1-1-8-16,-1 3 4 0,0 0 4 0,0 1 2 0,-1 2 20 0,0 1 1 15,0 0-4-15,0-1 9 0,-1 2-11 0,-1-1-2 0,2 0 1 0,-1-1-6 16,1 0 0-16,2-1 0 0,-1-1 1 0,2-2-11 0,-1-1 1 15,1-1 3-15,0-2-6 0,1-1 7 0,0 0 2 0,0-1-3 0,0 0 6 16,1-2 0-16,-1 0-1 0,1-1 10 0,-2-2-4 0,1 0 6 16,0-2 2-16,0 0-4 0,0 0 8 0,-1-1-6 0,0 0-2 0,1-1-3 15,-1-1-5-15,0 0-2 0,-1-1-6 0,1-1 5 0,-1 1-5 0,1 0 2 16,-2 0-6-16,1 1 2 0,-1 0-4 0,0 0-1 0,1 2 4 16,-1 1-9-16,-1 1 1 0,0 2-3 0,0 0 2 0,-1 1-5 0,0 0 3 15,1 1 2-15,-1 1-3 0,0 0 7 0,0 2-6 0,0 0 4 16,0 1 2-16,-1 2 0 0,1-1-4 0,1 0 7 0,-1 1 2 0,1-2 2 15,0 1-7-15,1 0-6 0,-1-1-6 0,1-2-3 0,1 1 0 0,-2-2-3 16,2 0 3-16,-1 0 1 0,0-1 5 0,1-1 5 0,-1 0-1 16,1-1 7-16,0 0-1 0,0 0-4 0,-1-1 8 0,1 0-4 0,-1-1 4 15,0 1-1-15,1 0 1 0,-1 1 0 0,1-1 3 0,-1-1 1 0,0 0-6 16,1 0-2-16,0 1 3 0,0-1 1 0,0 0-4 0,1 0 4 16,-1 0-5-16,2-1 2 0,-1 0 5 0,1 0-6 0,0-1 11 0,0 1-7 15,0 0 0-15,0 0-2 0,0 1-6 0,0 0 6 0,1 0 0 16,0 2 1-16,0-1 4 0,0 2-6 0,-1-1 4 0,-1 1 3 0,0 1-1 15,-1 0 14-15,1 0-3 0,-1 2 3 0,0-1-2 0,-2 1-6 0,2 1-2 16,-1 1-6-16,1 0-2 0,-1 1 1 0,0 1-4 0,1 1 4 0,-1-1 0 16,0 1-3-16,-1 0 10 0,0 1-7 0,1-2 3 0,0 0 4 15,0-1-10-15,0 0-1 0,1-1-8 0,-1 0-12 0,1 0-1 0,0-1-18 16,0-1-12-16,1 0-15 0,0 0-20 0,0-1-3 0,0 0-2 16,-2-1-6-16,2-1-10 0,-1-1-26 0,1 0-33 0,-1-2-43 0,1 0-46 15,-1-2-50-15,0 0-56 0,-1-2-245 0</inkml:trace>
  <inkml:trace contextRef="#ctx0" brushRef="#br0" timeOffset="90104.81">29036 10173 2474 0,'0'2'61'0,"0"1"-42"0,1 3-19 0,1 0-4 15,0 2 9-15,2-1 1 0,1 1 1 0,0 1-1 0,-1-1-1 0,1 1-2 16,0 1 0-16,0 0 0 0,0-1-1 0,-1 0 0 0,1-1 2 15,0-2 1-15,1 1-2 0,1-1-1 0,1-1 1 0,-1 1 4 0,1-2 4 16,1 0 0-16,-1-2 5 0,1 0 5 0,0-2 3 0,0 0 7 0,0 0 7 16,0-1 0-16,2-1-5 0,-2-1 6 0,1 0-4 0,-2-1-3 15,0-1-1-15,-2 0-7 0,0-1-11 0,0 0-1 0,-1 1-5 0,-1-1-7 16,-2 0-2-16,0-2-6 0,-1 1-2 0,-2-1-4 0,0 0-5 16,-2 0-3-16,0 0-5 0,-2 0-5 0,-2 0-10 0,0-1 0 0,-2 1-1 15,-2 0 1-15,0 0 7 0,-1 1 13 0,0 1 10 0,1-1 12 0,-1 0 5 16,0 1-10-16,1 2 2 0,0 0-2 0,1 0 4 0,3 2 6 15,-2 1-4-15,2 1-1 0,1 1-1 0,-1 1-1 0,1 1-3 0,1 0 13 16,0 1 0-16,0 1-1 0,1 0 6 0,2 0-12 0,0 1 4 16,1 0 2-16,0 1-6 0,3 2-2 0,-1-1-1 0,2-1-3 0,0 1-3 15,1 0 5-15,2 1-4 0,0-3 4 0,1 1-2 0,0 0 5 0,0-1-3 16,1 0 6-16,0 0 1 0,0-1-4 0,1-1 3 0,0 0-5 16,0-1 4-16,0 0 1 0,0-1-6 0,-1 0 0 0,-1-1-12 0,2 0-11 15,0 1-14-15,0-2-29 0,0 0-23 0,-1-1-31 0,0 0-30 0,-1 0-33 16,-1 0-35-16,1-2-52 0,0 0-67 0,-1 0-151 0,1-1-12 15</inkml:trace>
  <inkml:trace contextRef="#ctx0" brushRef="#br0" timeOffset="90571.81">29412 10139 1471 0,'2'-2'89'16,"0"0"-89"-16,1 1-15 0,1 0-2 0,-2 2 4 0,0-1-1 0,2 1 0 16,-2 1-14-16,-1 0-12 0,0 0-12 0,-1 0 0 0,0 0 8 15,0 0 4-15,0 0 15 0,-1-1-8 0,2 1-11 0,0-2-7 0,0 0-6 16,0 0 7-16,1-1 18 0,0 0 17 0,1 0 16 0,0-1 10 16,-1 0 7-16,1 0 13 0,0-1 5 0,0 1 7 0,-1 0 2 0,1-1-5 15,0 1-3-15,0 0-9 0,0-1-8 0,0 1-6 0,0-1-5 0,1 1-3 16,-1 0-1-16,-1 0-4 0,0 1 2 0,0 1-3 0,1-2 7 15,-1 2 1-15,-1-1 2 0,0-1 10 0,0 2 1 0,0 0 12 0,0 0 10 16,-1 0 7-16,2 0 7 0,-2 0 2 0,1 0 2 0,0 1 1 0,0-1 6 16,0-1-5-16,1 1 1 0,-1 0-5 0,0 0-8 0,1 0 3 15,-1 0-10-15,1 0-1 0,0 0-5 0,0 1-4 0,1-1 3 0,-2 1 3 16,1 0-1-16,-1-1-1 0,1 1-1 0,-1 0-6 0,0 0 3 16,1 0 2-16,-1 0-5 0,0 0 1 0,0 1 0 0,0-1-4 0,1 1-4 15,-1 1 1-15,-1 0-3 0,1-1 3 0,-1 2 1 0,0 0 0 0,0 0-2 16,0 2-3-16,-1 0 2 0,1 1-8 0,-1 0-6 0,0 3-4 15,0 0 0-15,-1 0-3 0,1 2 8 0,-2-1-5 0,1 0-4 0,0 2 6 16,-1-1-9-16,0-1 8 0,-1 0-5 0,0-2-2 0,0 0-3 0,-1-1-6 16,1 0-7-16,-1-2-5 0,1-1-13 0,-1-1-11 0,1-1-19 15,0 0-23-15,-1-2-21 0,2 0-17 0,-1-3-11 0,2-1-13 0,-1-1 1 16,1-2-7-16,0-2-1 0,0-2-8 0,1-1-26 0,0-1-17 16,1-2-13-16,0-1 2 0,0 0 28 0,0 1-32 0,0 1 23 0</inkml:trace>
  <inkml:trace contextRef="#ctx0" brushRef="#br0" timeOffset="90738.81">29439 10152 221 0,'-4'-7'215'16,"0"0"-29"-16,-2-3-13 0,0 1-22 0,1 3-25 0,-1 0-23 15,1 2-19-15,0 0-18 0,0 0-14 0,1 0-17 0,-1 1-3 0,0 2-3 16,1 1 2-16,-2 1 7 0,2 1 6 0,1 1 14 0,-1 1 9 0,1-1 3 16,0 1 6-16,0-1 0 0,1 2 5 0,1 2 5 0,0 1-6 15,1-1-1-15,0 0-8 0,0 1-8 0,2-1-9 0,0 2-13 0,2 0-9 16,0 0-3-16,2 0-1 0,-2 0 1 0,3 0 0 0,1-1-7 0,0 1-1 16,1 0-1-16,0 0-2 0,1-1 1 0,-1 0-7 0,0 0-4 15,0-1-3-15,0 0-9 0,0-2 6 0,-1 1-10 0,0-2-22 0,-2 0-26 16,0 0-37-16,0-1-29 0,0 1-23 0,0-1-24 0,-1 0-36 15,1-1-38-15,-1 0-47 0,0 0-62 0,0-1-363 0</inkml:trace>
  <inkml:trace contextRef="#ctx0" brushRef="#br0" timeOffset="90938.81">29725 10503 2197 0,'3'-1'654'0,"-1"2"-592"0,3 1-35 0,0 1-14 0,-1 1-7 0,1 1-6 16,0 1-14-16,1 1-6 0,-1-1-12 0,0 1-24 0,-2 1-23 15,0 1-31-15,-2 1-32 0,-2 0-9 0,-1 0-15 0,-2 0-27 0,0 1-35 16,-2-1-41-16,0 0-44 0,-1 0-49 0,-1 0-233 0</inkml:trace>
  <inkml:trace contextRef="#ctx0" brushRef="#br0" timeOffset="91922.8">30087 10113 2059 0,'1'0'132'0,"0"-1"-53"0,1 1-36 0,0 2-16 0,0 0 7 0,0 0 15 16,1 2 2-16,0 0 2 0,0 2-7 0,0 1 3 0,0 0-2 0,-1 2 1 16,0 0-2-16,-1 0-6 0,0 3-2 0,-1 0-8 0,0 0-3 15,1 0-4-15,-1-1-7 0,2 1-3 0,0 0-1 0,-1 0-2 0,2-2-3 16,0 0 2-16,0-2-6 0,1 0 6 0,0 0 8 0,2-2 0 0,-2 0 14 15,1-1 4-15,0-1 5 0,1 0 4 0,1-1 5 0,-1-1-4 16,0-2-4-16,1 0 1 0,0-1-11 0,0-1-2 0,0-1-5 0,-1 0-4 16,2-1-2-16,-1 1-9 0,0-1 3 0,0-1-9 0,-1 0-3 0,0 0 8 15,0-1-10-15,0 1 2 0,-1 0 3 0,-1 0-1 0,1 0 0 16,0 0 0-16,-1 1-4 0,-1 0-2 0,1 2 4 0,-1-1-9 0,0 2 6 16,0 0 1-16,-1 1-6 0,-1 0 14 0,1 1-10 0,0 0 2 15,1 0 0-15,-2 1-9 0,1 1 8 0,1-1-1 0,-1 1-3 0,2 1 5 16,-2-1-2-16,1 0-1 0,-2 0-1 0,1-1-9 0,1 1-7 0,0-1 10 15,0 0-3-15,1 0 10 0,-1-1 1 0,0 0-1 0,0 0 3 16,0 0 5-16,0-1-3 0,-1 0 2 0,1 0-2 0,0 0 0 0,0-1 4 16,0 1-1-16,-1-1-3 0,1 0 4 0,1 0-6 0,-1 0 0 0,-1 0 4 15,1-1-2-15,-1 1-3 0,2 0-1 0,0-1 0 0,-1 1 3 16,0 0 2-16,1-1 1 0,0 0-5 0,-1 1-1 0,1-1 4 0,1 0 0 16,-2 1-2-16,2 0-7 0,-1 1 2 0,-1 0 0 0,0 0-1 15,0 0 7-15,-1 1-5 0,1 0-3 0,-1 1 0 0,-1 1 2 0,1 0 2 16,-2-1-1-16,2 2 1 0,-2 0-6 0,0 0 4 0,2 1 3 0,-2 0-1 15,1 0 1-15,1 1-3 0,-1-1 0 0,1 0 2 0,1 0 0 16,-1 0-6-16,1 0 4 0,-1-2-6 0,0 1 5 0,1-1 2 0,0 0-10 16,1 0 6-16,-1-1-9 0,0 0-4 0,0 0-7 0,-1-1-13 0,1 0-5 15,0-1-13-15,0 0-4 0,-2 0-1 0,1-1-8 0,-1 1 1 16,2-1-6-16,-1 0 4 0,0 0 6 0,0-1 1 0,0 0 4 0,1 0-9 16,-2-1-10-16,1 1-10 0,1-1-12 0,-1 0-12 0,0 1-4 15,1-2-2-15,-1 1-4 0,1-1 6 0,0 0 4 0,1 1 1 0,-1 0 5 16,0 0 7-16,0 0 11 0,-1-1 15 0,3 0 15 0,-1 1 11 0,-1 0 14 15,1 0 10-15,-1 0 13 0,1 0 10 0,0 1 6 0,0-1 6 16,0 1 7-16,-1 0 4 0,1 1 6 0,0 0 9 0,-1-1 9 0,0 1 7 16,0-1 13-16,0 0 4 0,0 0-1 0,0 1 2 0,0-1-8 0,0-1-1 15,-1 1 0-15,1 0-5 0,0-1-1 0,-2 1-1 0,2-1-6 16,-1 1-3-16,-1 0 7 0,2 2 2 0,-2 0 6 0,0 1 6 0,0 0 5 16,0 1-1-16,-1 1 4 0,1-1-1 0,-1 0 1 0,2 1-3 0,-1 1-5 15,0 0-13-15,0 0-10 0,0 1-15 0,0-2 0 0,0 3-9 16,0 0-4-16,1 0 0 0,-1 0-7 0,0 1 1 0,0 0-3 0,0 1-2 15,1 0 1-15,0-1-4 0,0 1 1 0,0 0 4 0,-1-2-5 16,2 2 4-16,0-2-5 0,-1 1-5 0,2 0-1 0,-1-1-7 0,0-2-11 16,2 0-14-16,-1 0-17 0,1-1-23 0,0-1-26 0,1 0-25 15,-2-2-18-15,1 0-19 0,-1-2-15 0,-1-2-22 0,0-1-31 0,-1-1-32 16,-2-2-172-16</inkml:trace>
  <inkml:trace contextRef="#ctx0" brushRef="#br0" timeOffset="92089.8">30706 9976 1946 0,'0'0'542'15,"0"0"-492"-15,2 0-49 0,1 1-18 0,1 1-3 0,1 0-8 16,0 0-5-16,1-1-18 0,-1 2-33 0,0 1-26 0,0-1-13 0,-3 1 0 16,1 0 7-16,-1-1 12 0,-2 1 7 0,0 0-4 0,-1-1-10 0,0 0-21 15,1 1-19-15,0-1-25 0,0 1-33 0,-1 1-179 0</inkml:trace>
  <inkml:trace contextRef="#ctx0" brushRef="#br0" timeOffset="92521.8">30941 10091 1903 0,'2'1'566'0,"1"0"-486"16,-1 3-31-16,2 0-23 0,-1 0-2 0,1 1 6 0,2 1-1 0,-2 1-1 15,0 3 0-15,-1 0-8 0,1 0-5 0,-1 1 1 0,-1-1-9 16,1 2 9-16,-1 0-7 0,0 0-3 0,0-1-2 0,0 0-4 0,-1 1 1 16,1 0 3-16,0-1-1 0,1-1 4 0,0 0 0 0,-1-3-4 0,1 1 2 15,0-1-3-15,1-1 8 0,1 0 1 0,0-2 5 0,-1-1-1 16,0 0 4-16,0-2-2 0,-1 0 1 0,1 0 3 0,0-1 0 0,0-1 1 16,0-1-6-16,0 0-1 0,-2 0-1 0,1-1 0 0,-1 0 4 0,0-2-10 15,3-1-1-15,-1 0-3 0,1 0 1 0,0-1-1 0,-1 1-1 16,0-2-1-16,1 1-4 0,1-1 2 0,-1 0 2 0,0 0 3 0,-1 1-5 15,0 0 2-15,0 1-4 0,-1 0 2 0,0-1 2 0,1 2 3 0,-1 0-10 16,1 1 3-16,0 0-1 0,-1 0 4 0,0 1 3 0,1 1-4 16,-2 0 2-16,2 2-4 0,-1-1 0 0,1 1 4 0,-1 1 1 0,0-1 3 15,0 2-1-15,0 0 2 0,1 1 2 0,-2 1 0 0,2-1 1 0,-1 1-6 16,-1 0 0-16,0 1-1 0,0 1 1 0,1 0 1 0,0-2-3 16,-1 3 0-16,2 0 1 0,-2 0-3 0,1 1 4 0,-1 0-4 0,0 0-4 15,1 0 8-15,-1-1-6 0,0-1-2 0,1 2 8 0,-1-1-8 16,1 0-3-16,-1 0-12 0,1 0-24 0,1 0-15 0,-3 0-18 0,1 0-18 15,-1 0-11-15,1-1-18 0,1 1-16 0,-1-1-14 0,0-1-18 0,-1 0-27 16,0 0-43-16,0-1-45 0,0 0-51 0,0-1-70 0,0 0-175 16</inkml:trace>
  <inkml:trace contextRef="#ctx0" brushRef="#br0" timeOffset="92705.8">31523 10385 2273 0,'2'3'806'0,"1"2"-770"15,1 2-25-15,0 2-13 0,0 0-7 0,2 4 2 0,-2 2-7 0,1 1-13 16,0 0-23-16,-3 4-27 0,1 0-24 0,-2 1-21 0,-2 2-15 16,-3 1-14-16,0 0-20 0,-3 1-47 0,-1-2-55 0,0 0-48 0,1-1-57 15,-2-4-350-15</inkml:trace>
  <inkml:trace contextRef="#ctx0" brushRef="#br0" timeOffset="93655.8">27454 10963 3136 0,'-7'6'117'0,"1"2"-81"0,0 4-31 0,4 4-7 16,3 2-5-16,2 4 0 0,1 1 1 0,2 0-1 0,1-1 2 0,1 0 0 15,0-2-1-15,-2 0 6 0,3-1 0 0,0-2 0 0,-1-1 2 0,1-2-5 16,-2-1-3-16,1-2 3 0,0-1-4 0,0-1 7 0,1-2 0 16,-1-1-6-16,1-2 4 0,-2-1 4 0,1-2 0 0,0-1 5 0,-2-1-5 15,1-1 9-15,0-2-3 0,0-2 7 0,-1-1-1 0,1-1 4 0,-2-1 2 16,0 0-11-16,0-2 5 0,0-1-10 0,0 0 3 0,-1-2 4 15,2 1-2-15,-2-1-2 0,1 0 2 0,-1 1 1 0,0 0-10 0,0 2 1 16,0-2-2-16,0 2 2 0,0 0 5 0,1 1-10 0,-1 3 1 16,0 0-3-16,0 2-1 0,-2 0 7 0,2 2-2 0,-1 0-4 0,1 3 1 15,-1 0-2-15,0 0 3 0,0 2 2 0,0 0 4 0,0 1 0 0,-1 0-9 16,1 1 1-16,0 0 1 0,1 0-1 0,-1-1 5 0,0 0-1 16,1 1-4-16,1-1 5 0,0 0-3 0,-1-1-3 0,2 0 1 0,-1-1 1 15,2 0-2-15,-1 0 3 0,0-1 2 0,0 1-1 0,1-2 1 0,0 0 6 16,0 0-4-16,0-1-2 0,0-1 5 0,1 0-1 0,0 0 4 15,1 0-6-15,1-1 1 0,-2 2-1 0,0-2 2 0,0 0 2 0,1 1 1 16,-1-1-1-16,0 1-4 0,-1 0 7 0,1-1-3 0,-1 2 1 16,-2-1 4-16,1 1-2 0,-2 2-3 0,1-2 5 0,-1 1-5 0,0-1 1 15,0 1 4-15,0 0-9 0,-1 2 6 0,1 1-5 0,0 0-1 0,1 1 4 16,-1 0 3-16,1 0-7 0,-1 2 4 0,0 0-2 0,1 1-2 16,0 1 3-16,-1 0-4 0,1 0-3 0,-1 1 8 0,0 0 5 0,0 0 0 15,0 1-2-15,0-1-5 0,-1-1 2 0,0 0-4 0,1 1 9 0,-1-1-5 16,0 0-4-16,-1-1 7 0,1-1-13 0,1 0 8 0,-1-1 0 15,0 0-6-15,0-1 3 0,-1 0-14 0,1-1-5 0,0-1-13 0,0 0-5 16,-1-1-9-16,0-1-16 0,1 0-14 0,-1-1-21 0,1 0-32 16,-1 0-40-16,-1-1-24 0,0 0-28 0,1 0-25 0,0 0-39 0,-1 0-47 15,1-1-52-15,0-1-359 0</inkml:trace>
  <inkml:trace contextRef="#ctx0" brushRef="#br0" timeOffset="94505.8">28162 11109 2492 0,'0'1'301'0,"1"1"-232"0,1 1-52 0,2 1-18 0,2 0-10 0,3 0 3 15,0-1 5-15,2 2-2 0,-1-1 6 0,2-1 1 0,0-1-5 0,-1 0 3 16,0-1-9-16,-2 0-2 0,1-2 1 0,1 0-5 0,-2-1 3 16,1 0-3-16,-1-2 7 0,-1-1-10 0,-1-1 2 0,2-1 3 0,-1 0 0 15,-1-1 5-15,-1 0 3 0,-2-1 6 0,0 1 3 0,0-3 7 0,-2 1 2 16,0-1 0-16,-1 0 8 0,-1 1 1 0,0 0-2 0,-1 0 3 15,-1 1-8-15,-1-1-7 0,1 1 4 0,-1 0-6 0,0 2-1 0,1 2 6 16,-1 0-5-16,1 0 1 0,-1 2 0 0,0 0-4 0,-1 2 0 16,1 0-4-16,-1 1-4 0,1 1 0 0,-1 1-5 0,1 0 1 0,-1 2 4 15,1 2-2-15,-2-1 2 0,1 4 0 0,1 1 4 0,-1 2 1 0,1 1-2 16,1 2 4-16,-1 1-2 0,1 3-2 0,1-1 4 0,0 0-2 16,2 0 5-16,1 0-5 0,1-1 1 0,1-1 1 0,1-1-2 0,1-1 2 15,1-1-1-15,0-1-2 0,2 1-3 0,1-2-1 0,1 0 4 0,0-2-4 16,1-1 3-16,-1-1 4 0,3-1-4 0,-1 0 2 0,0-3 2 15,-1 0-2-15,-1-2 1 0,1-1 3 0,0-2-3 0,0-2 4 0,0 0-5 16,-1-1 0-16,1-1 4 0,-1 1-3 0,0-2 8 0,-2-1-1 16,1 1-4-16,0-2 4 0,0 1 2 0,-1 0 4 0,-1 0 1 0,-1 1-2 15,-1-1 1-15,0 1 0 0,-1 1-6 0,2 0-1 0,0 2-4 0,-2 0-1 16,2 1 3-16,-2 1-1 0,0 1 8 0,1 1 3 0,0 0 1 16,0 0-3-16,0 1 0 0,-1 0-6 0,0 1-1 0,-1 1-2 0,2-1 1 15,0 1-7-15,0 1 2 0,1-1 0 0,0 0 0 0,1 0 2 0,0 0-2 16,1 0 2-16,-1-1-7 0,1 0 3 0,1-1 2 0,-1 0-4 15,0-1 10-15,0-1-6 0,1-1 0 0,-1 0 5 0,1-1-7 0,-1 0 6 16,0-1 8-16,-1 0-7 0,-2-1 9 0,0-1 0 0,-1-1-5 16,-1 0 3-16,-1 0-3 0,-1 0-6 0,-1 0-6 0,-1 0-2 0,-2 0-2 15,0 0-4-15,-1 1-5 0,-2-1-5 0,-2 0-1 0,0 0-3 0,-2 0 6 16,-2 1 7-16,1 0 2 0,-2 1 3 0,0 0 4 0,2 1 3 16,-1 2 1-16,0 1 5 0,0 3-6 0,1 0 0 0,-1 2 0 0,4 0 0 15,-1 2 0-15,0-1-9 0,3 0 2 0,-1 0-3 0,2 0 0 0,1 1 4 16,1 0-6-16,1 0 4 0,0 0-1 0,1 0 1 0,1-1-2 15,1 0 5-15,1 0-5 0,0 0-4 0,2-1 4 0,0-1-3 0,1 1-1 16,2 0 6-16,-1-1-4 0,1 1-5 0,1-2 9 0,1 0-7 16,0 0 4-16,1-1-3 0,0 0 1 0,-1 0 2 0,2 0-1 0,0 0 9 15,0 0-4-15,0-1 2 0,-2 0 1 0,1 0 4 0,0 0 1 0,0 0-1 16,0 1 3-16,0-1-3 0,-1 1-3 0,0 0 5 0,0-1-4 16,1 1 2-16,-2-1 2 0,1 1-2 0,-1-1 3 0,0 0-1 0,0 1-2 15,0 0 1-15,0 0-7 0,0 1 9 0,0 0-3 0,-2 0-3 0,0 0 11 16,-1 1-5-16,0 0 6 0,-2 0 2 0,1 2-6 0,0-1 5 15,-1 1-4-15,0 2 3 0,-1 0 7 0,1-1-4 0,-1 2 1 0,1-1 0 16,-1 0-3-16,0 1 2 0,0-2-2 0,1 1 0 0,-1 1-1 16,1-1 4-16,0 0-4 0,0 0-1 0,0-1 1 0,0 0-8 0,0-1 8 15,-1 0-1-15,1-2-3 0,-1 1 4 0,0-1-2 0,0 0-4 0,0-1 7 16,0 0 1-16,-1-1-3 0,-1-1-3 0,1 1-1 0,0-1-4 16,0-1-2-16,-1 0 0 0,1 0-11 0,-1-1-5 0,1 1-7 0,-1-1-4 15,0 0 2-15,1-1-2 0,0 0-1 0,-1 0-3 0,2-2-3 0,-1 1-8 16,0-1-10-16,1 1-18 0,-1 0-31 0,0-1-31 0,0-1-38 15,-2 1-33-15,1-1-34 0,-1 0-41 0,0 0-41 0,-1 0-45 0,0-1-209 16</inkml:trace>
  <inkml:trace contextRef="#ctx0" brushRef="#br0" timeOffset="95021.8">29239 11083 2474 0,'0'1'167'16,"0"1"-83"-16,1 2-57 0,0 1-29 0,0 0 2 0,3 0 2 0,0 2 6 15,1 0-3-15,1 2-2 0,-1 1 7 0,0-1-9 0,1 2 4 0,-1-1-1 16,1 0-3-16,-2 1 9 0,0-1 4 0,0-2 0 0,-1 2-5 16,1-1-9-16,1-1-2 0,0 0 0 0,0-2 6 0,0 0-1 0,-1-1-3 15,2-1-5-15,-1-2 7 0,0 0 4 0,0-1 3 0,0 0 4 0,0-2 2 16,-2 0 7-16,2-1 7 0,0 0 0 0,-1-1 3 0,1-1-5 15,0-1-3-15,-1 0-1 0,2-1-2 0,-1 0-6 0,0 0-4 0,1-1-8 16,-1 1 1-16,1 0-2 0,0 1 1 0,0 0 1 0,0-1-4 16,0 2 1-16,-1 1 1 0,0 0 0 0,0 0 3 0,0 0-1 0,-1 1-1 15,1 0 1-15,-1 1-3 0,-1 0 1 0,0 1-4 0,0-1 1 0,-1 2-1 16,0 0-3-16,1 0 1 0,-1 0-3 0,1 1 4 0,-1 0-4 16,1 1 3-16,-1-1 2 0,0 2-3 0,0 0 3 0,-1 0-1 0,1 1-4 15,1 0 5-15,-1 1 0 0,1 0-8 0,-2 0 8 0,1 1-8 0,0 0 5 16,1-1-2-16,0 1-9 0,0 0 1 0,0 0-11 0,1-1-8 15,-2 0-14-15,1-1-17 0,1 1-26 0,-1-1-22 0,0 0-23 0,1-1-26 16,-1-1-25-16,1 0-27 0,-1-1-34 0,0 1-45 0,-1-2-108 16,0 1-304-16</inkml:trace>
  <inkml:trace contextRef="#ctx0" brushRef="#br0" timeOffset="95223.8">29726 10696 3150 0,'14'10'58'0,"4"3"-24"0,9 8-20 0,4 6 4 0,3 4 18 0,4 5 15 16,0 4 27-16,2 0-10 0,-1 3-18 0,-1 2-7 0,0-1-14 16,-3 1-9-16,-2 1-5 0,-3-1-11 0,0 0 2 0,-7 0 0 0,-1 1-25 15,-5-3-10-15,-3 1-34 0,-2-1-52 0,-2 0-34 0,-4-4-82 0,-1-1-108 16,-2-1-196-16,-3-2-254 0,-2 4-207 0</inkml:trace>
  <inkml:trace contextRef="#ctx0" brushRef="#br0" timeOffset="100436.74">15047 11519 2022 0,'-8'2'44'0,"2"1"-7"16,-3 0-35-16,1-1-14 0,3-1 1 0,1 0-38 0,1 0-43 0,1 0-36 15,1 0-33-15,1 1-14 0,1 0-10 0,2 0-21 0,0 0-30 0,2 1-38 16,2 0-175-16</inkml:trace>
  <inkml:trace contextRef="#ctx0" brushRef="#br0" timeOffset="105573.2">16402 10124 37 0,'-2'0'20'0,"-1"0"-15"16,-1 0-5-16,0 1-4 0,1-1-5 0,-1 1-4 0,1 0-12 15</inkml:trace>
  <inkml:trace contextRef="#ctx0" brushRef="#br0" timeOffset="106089.86">16290 10172 70 0,'-5'3'59'0,"0"0"-7"0,-2 1 9 0,1 0 11 0,0-3-3 0,1 0-2 16,1 1-2-16,1-1-4 0,0 0-5 0,0 0-6 0,0-1-2 15,0 1-1-15,1-2-2 0,1 1 2 0,-1 0 4 0,1 0 2 0,1-1 11 16,-1 0 0-16,1 1 0 0,0-1 0 0,0 0-7 0,0 1-4 0,1-1-1 16,-1 1-10-16,1-2 2 0,0 0-3 0,1 1-6 0,1-1 3 15,1 0-5-15,-1 0-2 0,2-1 3 0,-1 1-10 0,2-1 5 0,0 1 5 16,1 0-1-16,0-2 6 0,1-1-7 0,2 0 1 0,1 1-5 0,-1-2 2 15,4 1-3-15,-1 1 10 0,1 0 0 0,0-1 3 0,0 0-1 16,4-1-13-16,1-1 5 0,-1 0-3 0,2-1 1 0,0 0 0 0,-1 0-2 16,2-1 1-16,2 0-3 0,1-1-3 0,1 0 2 0,-2 1-9 15,2-2 5-15,-1 1 3 0,1 0-1 0,1-1 0 0,-1 1 2 0,2-1-5 16,1 2 0-16,-1 0-7 0,2 1 6 0,-1-1-8 0,1 1-2 0,0-1 1 16,0 0-7-16,0 0 4 0,2 0 1 0,-2 1-3 0,2-1 6 15,-1 2-3-15,0-2 1 0,1 0 0 0,2 1-7 0,-1-1 4 0,1 0-5 16,-3 0 4-16,1 1 4 0,-1-1 0 0,0 0 3 0,1 2-3 15,1 0-6-15,-3 0 5 0,2 0-4 0,-1 1 5 0,0-1 9 0,-1 2-9 16,1-1 7-16,-1 0-2 0,0 2-2 0,-2-1 1 0,0 1-2 0,-1 0 0 16,3 0 2-16,-1 0-4 0,-1 0 2 0,1 0-1 0,-2 1-3 15,1 0 1-15,-1 0 0 0,1-1-2 0,-1 2-3 0,2-1 1 0,-1 0 2 16,0-1-3-16,0 1 6 0,0-1-1 0,1 0-4 0,-3 1 4 0,1 0-3 16,1 0 1-16,-3-1-2 0,2 1-1 0,-1 0-1 0,0 0-1 15,-1 0 4-15,0-1-1 0,2 1-1 0,-1 0 3 0,2 0-3 0,-2-1 5 16,1 0-2-16,-2-1-3 0,0 0 1 0,0 1-3 0,-1-1 0 15,2 1 3-15,-1-1 3 0,-2 0-5 0,1-1 3 0,-1 1-4 0,-1 0-2 16,-1 1 2-16,0 0-5 0,-3 0 1 0,1 0 4 0,0 1-6 0,-3 0-3 16,0-1-1-16,-1 1 5 0,1 0 5 0,-3 0 3 0,1 0-1 15,-1 0-4-15,-1 2-3 0,-2 0-4 0,-1 0-3 0,-2 1-6 0,1-1-9 16,-3 2-10-16,0-1-10 0,-1 1-9 0,-2 0-14 0,0 0-14 0,-1 0-16 16,-1 0-27-16,0-1-41 0,-1 1-46 0,0 0-60 0,0-1-59 15,-2 0-66-15,1-1-309 0</inkml:trace>
  <inkml:trace contextRef="#ctx0" brushRef="#br0" timeOffset="106439.86">19076 9280 1658 0,'-2'-6'592'0,"2"1"-526"0,0 0-43 0,2 3-26 0,3 1-3 0,3 1-3 16,4 0 1-16,1 0 2 0,1 1 0 0,0-1 5 0,0 1 1 0,-1 0 0 15,-1 0 4-15,1 0-4 0,0-1 2 0,1 1-4 0,0-1 1 16,0 0-1-16,0 1 4 0,1 0 2 0,1 0-2 0,0 1-1 0,1 0 1 16,0 0-1-16,0 0 1 0,0 0 2 0,1 1-1 0,0 1-4 15,-2 0-2-15,2-1 3 0,-1 1 0 0,0-1-2 0,-2 2 4 0,0-1-4 16,-2 1 7-16,-1 0 1 0,-3 0-5 0,1 0 2 0,-2 0-1 0,-1 1 1 15,-1-1 4-15,-1 0-4 0,-3 1 5 0,0-1 4 0,-3 0-1 16,-2 0 2-16,-1-1 7 0,-1 3-1 0,-4 0 2 0,0 1 1 0,-1 0-3 16,-4 0-7-16,-1 0 1 0,-1 0-4 0,-2-1-1 0,-1 1-3 0,0 0-1 15,-1-1 0-15,1 1-12 0,0-2 3 0,-2 1-8 0,2-1-5 16,0 1-1-16,-1 0-15 0,2 0-20 0,-1 0-34 0,1 0-49 0,1 1-75 16,-1-2-103-16,0-1-147 0,-1 0-365 0</inkml:trace>
  <inkml:trace contextRef="#ctx0" brushRef="#br0" timeOffset="111856.93">19896 8752 2427 0,'-5'-7'87'0,"0"0"-76"0,-1 0-8 0,4 2-6 0,1 3-3 15,2 0 1-15,1 2-1 0,1-1 11 0,1 1 10 0,-1 1 11 0,-1-1 7 16,0 2 4-16,0 0 1 0,0 0-7 0,0 1-4 0,0 1 0 0,0 1-3 15,0 0-2-15,1 2-1 0,-1 1-6 0,1 1 2 0,0 2-4 0,0 3-5 16,1 0-8-16,-1 1-3 0,1 2 6 0,0 3 1 0,0 2 4 16,0 1-1-16,0 3-5 0,0 0-2 0,-1 1 0 0,0 1-4 0,-1 2 4 15,0 1-1-15,0 4-4 0,0 0 3 0,1 3-3 0,1-2 0 16,-1 0-4-16,2 1-4 0,1-1-7 0,1 0-5 0,2-2-14 0,0 0-22 16,1-4-10-16,1 1-10 0,1-4-9 0,1 2-3 0,0-4-9 0,0-1-8 15,-1-3-6-15,0-2-3 0,-1-3-26 0,-1-1-58 0,0-4-69 16,-2-1-102-16,-1-3-295 0</inkml:trace>
  <inkml:trace contextRef="#ctx0" brushRef="#br0" timeOffset="112189.74">19797 8904 2585 0,'-9'-2'40'0,"-1"0"-32"0,0 0 2 0,5 1-9 0,4 1-2 16,2-1-4-16,3 1-1 0,-1 0 12 0,3 0 7 0,0 0 5 16,2 0 1-16,0-1 0 0,3 0-1 0,1 1-3 0,1 0 0 0,2-1 0 15,-1 1-6-15,2 0 1 0,0 1-1 0,0 0-4 0,2 1 0 0,0 1 1 16,0 1-4-16,-1 1 3 0,1 1-5 0,1 1 1 0,-1 2 1 16,1 0-2-16,0-1 0 0,-2 2 2 0,-1-1-2 0,1 0 1 0,-1 1-1 15,-2-1 4-15,-2 0 1 0,0-1-2 0,-1 0 4 0,-2-1-2 16,-3 0 1-16,0-1 4 0,-3-1 1 0,-1 0 0 0,0 0 4 0,-2-1-3 15,0 1 0-15,-2-1-7 0,-1 1 2 0,-1 0-2 0,-2 0-2 0,-1 1 1 16,-1 0-4-16,-1-1-2 0,-2 1-5 0,0-1 4 0,0-1-2 16,-1 1-4-16,0 0-6 0,-1-1-7 0,1 1-6 0,1 0-16 0,1-1-17 15,0 1-20-15,1-1-23 0,1 0-14 0,0 0-16 0,3 0-18 0,1 0-26 16,0 0-46-16,3 0-42 0,1-1-36 0,2 0-31 0,1-2-290 16</inkml:trace>
  <inkml:trace contextRef="#ctx0" brushRef="#br0" timeOffset="112505.99">20338 8879 1552 0,'0'1'452'16,"-2"1"-397"-16,1 2-27 0,2 1 0 0,1 3 9 0,0 1 11 0,2 1 14 16,-1 2 13-16,1 0 8 0,-1 1 2 0,1 1 0 0,0 1-10 0,0 1-11 15,1 1-15-15,1 0-13 0,-1 0-13 0,1-1-4 0,1-2-6 16,-1 1-3-16,2-2 2 0,1-1-4 0,1-3-3 0,1-1 2 0,1-1-2 15,-1-1-1-15,1-3 1 0,0 0 1 0,0-1-2 0,0-2 4 0,0-2 1 16,1-1-6-16,0-2 2 0,-1 0 2 0,1-1-4 0,-3-2 3 16,2 1-3-16,0-3-5 0,-1 0 4 0,0 0-2 0,-1-1 2 0,-1 0 1 15,1 1-1-15,-1-2-4 0,-1 1-1 0,0-2-6 0,-1 1 4 16,-2 0 5-16,0 0-2 0,-1 0-1 0,-3 1 5 0,1 0-4 0,-3 0-3 16,-1-1-7-16,-1 0-12 0,-2 0-6 0,-2 0-4 0,-2 1 4 0,-1 2 11 15,-3-1 5-15,-1 1-1 0,-1 2 4 0,-2 0-10 0,-1 3-2 16,0 1-5-16,-2 2-6 0,1 1-9 0,0 2-8 0,1 2-6 0,0 2-7 15,2 0-25-15,2 1-30 0,0 0-54 0,2 2-69 0,0-1-78 0,3 1-67 16,2 1-368-16</inkml:trace>
  <inkml:trace contextRef="#ctx0" brushRef="#br0" timeOffset="112740.95">20547 9017 2221 0,'-5'5'427'0,"2"2"-403"0,1 3-32 0,5 1-10 0,3 1 2 16,1 0 5-16,3 2 3 0,-1-1 1 0,1 0 4 0,2 0 0 16,-1-2 5-16,0 1-1 0,-1-1-6 0,2 0-4 0,-2 0-4 0,2-3-4 15,-1 1-4-15,1-2 2 0,0-2-9 0,-1 0 0 0,1-1-13 16,-1-1-24-16,0-1-20 0,0-2-27 0,-2 0-32 0,-1-1-42 0,0-1-46 15,-1 0-40-15,0-2-24 0,0-1-32 0,0-2-199 0</inkml:trace>
  <inkml:trace contextRef="#ctx0" brushRef="#br0" timeOffset="113023.95">20914 9031 2310 0,'-4'6'251'0,"1"3"-228"0,0 3-31 16,3 0 3-16,2 2-1 0,2 1 1 0,-1-1 2 0,1-1 1 0,-1-2 4 15,-1-1 4-15,0-1-1 0,-2-1-2 0,0-1 2 0,0-2-5 0,-2-2 0 16,1-2-5-16,-1-1-3 0,-1-1-3 0,-1-1 0 0,0-2 3 16,0-2-6-16,-1-1 6 0,0-3-6 0,1 0-5 0,1-2 1 0,0 0-2 15,0-2 4-15,1-1 2 0,1 0 4 0,1 0-3 0,1-1 4 16,1-2 2-16,3 1-1 0,-1-1 6 0,3 0-4 0,2 0-6 0,0 2-4 15,1 0-10-15,3 2-2 0,-1 1 13 0,1 4 1 0,2 1 4 0,-1 1 4 16,0 2-10-16,-2 0-2 0,0 0-8 0,0 2-19 0,-2 1-32 16,1 1-48-16,-3 2-69 0,2 0-69 0,-1 0-58 0,0 1-48 0,0-1-209 15</inkml:trace>
  <inkml:trace contextRef="#ctx0" brushRef="#br0" timeOffset="114157.15">21243 8952 1714 0,'-2'3'658'0,"0"1"-570"15,2 1-57-15,3 2-17 0,1 0-3 0,3 1-7 0,0 1 4 0,1 0 5 16,1 0 0-16,0 1 10 0,0 1 11 0,0 0-1 0,0-1 0 16,-1-1-12-16,1 0-8 0,1-1-8 0,-1 0 4 0,0-1-2 0,1-1-4 15,-1-1 0-15,1 0-1 0,0-2-2 0,0-1 5 0,-1 0-7 16,2-2 2-16,-2-1 2 0,3-1-2 0,0-2 5 0,0-1 1 0,0 0 3 15,-3-2-1-15,0 0 0 0,1-1 4 0,0 0-9 0,-2 0 0 0,0-2-3 16,0 0-3-16,-1-1 3 0,-2 0 0 0,0 1-2 0,-2 0 2 16,0 0-1-16,-1 0 1 0,-2 0 0 0,-1 0 1 0,-3 0-2 0,0 0-4 15,-1 0-2-15,-2 1-1 0,-1 0-5 0,-2 1 1 0,-1 0-1 0,0 2-3 16,0 1 16-16,-1 2-13 0,-2 1 8 0,0 1-8 0,-1 2-11 16,1 1 9-16,0 0-2 0,0 4 7 0,0 0 10 0,2 2 0 0,1 0 0 15,1 1-3-15,1 0-10 0,1 0-9 0,3 0-8 0,1 0-5 16,1 0-1-16,1-1-4 0,2 0-2 0,1-1 1 0,0 0 2 0,3-1 3 15,0-1 3-15,1 0 2 0,1-1 3 0,1 0 3 0,1-2 2 0,1 0 4 16,0 0-1-16,1-1 4 0,0 0-2 0,0-1 2 0,1 0 3 16,0 0 2-16,1 0 4 0,0 0 1 0,1 1 4 0,0-1 0 0,-1 0 4 15,-1 0 0-15,1 0-2 0,-1 1 3 0,2 0-1 0,-1 1 3 0,-1 0 1 16,0 0-1-16,0 1 3 0,0-1-3 0,0 0 2 0,-2 1 3 16,-1-1 0-16,-1 1 2 0,-1-1-4 0,0 0 1 0,-2 1-1 0,1-1 3 15,-1 1 0-15,0-2-1 0,-1 2-1 0,1 0 4 0,-1 0 0 16,-1 0 0-16,0 0 2 0,0 0 6 0,0 0 1 0,0 0 3 0,-1-1-1 15,-1-1-1-15,2 1 1 0,-1-1 0 0,-1 0 1 0,1 0 1 0,-1-1-5 16,1 0 4-16,0 0-6 0,1-2-1 0,-1 1 1 0,1-1-8 16,1 0 2-16,-1-1 0 0,1 1-2 0,-1-2-2 0,1 1 1 0,0-1-1 15,0 1-4-15,1 0 2 0,-1 0-1 0,1 1-3 0,0 0 7 0,-1 0-4 16,0 0-1-16,1 1 5 0,-1 1-4 0,0 0 5 0,-1 0 1 16,1 2 2-16,0-1-4 0,0 1-2 0,0 1-1 0,1-1-7 0,1 1 1 15,-1 1-1-15,1 0 2 0,0 0-2 0,0 2-2 0,1-1 2 16,-1-1 5-16,2 1-8 0,-1-1 0 0,0 0-1 0,1-1-4 0,-1-1 5 15,1 0-2-15,0 0-6 0,0-1-4 0,0 0 4 0,0 0 3 0,-2-1 5 16,1-2-1-16,0 0 3 0,0-1-4 0,0 0-1 0,0-1-1 16,0-1 2-16,1 0 1 0,-1-1-1 0,2 0 8 0,-3 0 0 0,2 0 2 15,-1 0 1-15,-1 1-6 0,1-1 4 0,-1 0-4 0,0-1 6 0,-1 1-1 16,0 0-4-16,1 1 4 0,-1 1-3 0,0 1 4 0,-1 1-2 16,1 1-6-16,-1 1 4 0,1 0-2 0,-1 1 4 0,1 1 3 0,0 0-4 15,-1 1 2-15,0 0-3 0,0 0-1 0,-1 1 2 0,1 0-3 16,-1 0 0-16,-1 1-1 0,1-1-2 0,-1 0 1 0,0-1 4 0,1 0-4 15,-1-1 0-15,1 0-1 0,0-1 0 0,0 0 0 0,0 0-2 0,0 0 0 16,0-1 0-16,-1 1-1 0,0-2 6 0,1 1 0 0,0 0 0 16,0-1 3-16,-1 1-2 0,1-1-2 0,-1 1-1 0,1-1 2 0,0 0-3 15,-1 1-3-15,1-1 1 0,0 0-2 0,-1 0 1 0,1 1 4 0,0-1 1 16,-2 0-2-16,1 1-2 0,-1 0 2 0,0 0-4 0,1 1-4 16,-1-1 3-16,1 1-9 0,-1 1 1 0,0-1 0 0,0 2 2 0,1 1 1 15,-1-1 2-15,1 1 2 0,-1-1 1 0,1 1 0 0,1 0-3 0,-1-1 2 16,1 0-3-16,0-1 1 0,0 1 2 0,0-1-4 0,1-1 0 15,1 1-16-15,-1-1-2 0,1 1 1 0,-2-1-1 0,1 0 14 0,0-1 5 16,0 0 1-16,1-1 2 0,0 0-3 0,-1-1 2 0,2 0 1 16,0-1 1-16,-1 0 0 0,2 0 0 0,1-1 4 0,-1-1-2 0,2 0 2 15,-1 0 1-15,0 0-1 0,2 0-1 0,-1 0 2 0,1-1 2 0,0 0 1 16,1 0 0-16,0-1 0 0,1 0 0 0,-1 0 1 0,1-1 2 16,-2 1 4-16,1 1-2 0,0-2-2 0,0 1 1 0,0-1-2 0,1 1 2 15,0-2-1-15,-1 1 0 0,-1-1 0 0,0 1 1 0,-1-1 0 0,0-1 1 16,-1 1-8-16,-1 1 3 0,-1-1 1 0,0 2 11 0,-2 2 12 15,1-2-1-15,-2 2 4 0,-2-1-1 0,-1 0-8 0,-2 1 1 0,-2 1 1 16,0 1-8-16,0 0 6 0,-1 1 1 0,-2 0-4 0,1 2 1 16,-2 0-1-16,0 1-2 0,1 1-3 0,0 1-3 0,-1 1-3 0,2 1-2 15,-1 1 3-15,0 0-4 0,0 1-7 0,1 1 3 0,2 0 7 0,1 1-2 16,1 1 10-16,1 1-2 0,1 0-15 0,2 1 2 0,0-1-5 16,2 1 4-16,2-1 4 0,0 0 0 0,1-1 0 0,2-1-2 0,1 0-3 15,1-1 5-15,0-1-1 0,1 0 1 0,-2-1-3 0,2 0-7 0,0 0 4 16,0-1-3-16,1-1-1 0,0-1 1 0,-1 0 1 0,2-1 1 15,-3 0-4-15,0-1 0 0,1 0-10 0,-2 0-4 0,1-1-3 0,-1-1-13 16,-1 0-10-16,1-2-13 0,-2 0-30 0,0 0-32 0,1-2-34 16,-3-1-33-16,2-1-24 0,0-2-15 0,-2 0 4 0,1-2-1 0,0 1 0 15,-1-1-143-15</inkml:trace>
  <inkml:trace contextRef="#ctx0" brushRef="#br0" timeOffset="114640.36">22685 8842 2262 0,'1'1'148'0,"2"1"-111"0,0 1-34 0,3 2-7 15,1 1 1-15,1-2-2 0,2 1 11 0,1 0 8 0,-1 1 13 0,0-1 19 16,-3 2 3-16,1-1 3 0,-1 0-11 0,-2 0-15 0,1 0-5 0,0-1-8 15,1 1 4-15,-2-1-7 0,0 0-2 0,0 0-1 0,0-1-6 16,-1 1 11-16,1 0-4 0,-2-1 2 0,-1-1 1 0,1 0-2 0,-2-1 1 16,0 0 5-16,0 1-7 0,0-2-1 0,1 0-1 0,-1 0-2 15,0-1 3-15,-1 1-2 0,0-1 0 0,0 0 1 0,0 0-2 0,1-1 2 16,-1 1 0-16,0 0-1 0,0-1 1 0,0 0-6 0,1 0 2 0,-1 0 5 16,1 0-5-16,-1 0 8 0,-1 0-5 0,1 0-5 0,-1-1 1 15,2 0-4-15,-1 1 1 0,0-1 2 0,-1-1-6 0,0 1 1 0,1 0-6 16,-1-1-9-16,1 0-10 0,0 1-20 0,-1-1-24 0,0 1-26 0,0-2-22 15,0 1-21-15,0-1-22 0,0 0-24 0,-1-1-22 0,3 0-29 16,0-1-13-16,0 0-14 0,0-1-10 0,2 0-57 0,0 0-40 0</inkml:trace>
  <inkml:trace contextRef="#ctx0" brushRef="#br0" timeOffset="114923.35">22845 8379 2846 0,'-6'0'91'0,"3"3"-90"16,-2 1-38-16,3 3-17 0,3 2-4 0,0 1 7 0,1 2 19 0,1 1 20 16,-1 0 14-16,0 0 1 0,1 1 2 0,-2 1-3 0,1 1-2 15,-2 1 0-15,1 2-2 0,1 1-1 0,-2 0 1 0,1 0 1 0,1 1-6 16,0-1 1-16,1 3-9 0,0 1-3 0,2-1 1 0,-1 1-6 0,1-1-2 15,1 0-2-15,0-1-6 0,1-1-11 0,0-2-9 0,0 0 0 16,0-1-8-16,0-2-2 0,0 2-10 0,0-2-24 0,0-2-15 0,-1 0-9 16,1-2-6-16,-1-2-10 0,-1 0-19 0,1-2-17 0,0-3-14 15,-2 0 6-15,1-2 22 0,-1-2 6 0,-1-1 2 0,0-3-182 0</inkml:trace>
  <inkml:trace contextRef="#ctx0" brushRef="#br0" timeOffset="115240.35">22821 8786 1412 0,'-2'-1'318'0,"2"1"-268"0,0 0-53 0,2-1-23 16,1 0-14-16,1 0 1 0,2 1 10 0,-1-1 6 0,3 1 17 15,0 0 4-15,1 0 4 0,1 0 1 0,1 0-4 0,2 0-3 0,-2-1-2 16,3 1-5-16,-1-1 0 0,-1 0-3 0,0 0-6 0,1 1-2 0,0 0-5 16,1 1 1-16,0 0 6 0,-2 0 5 0,0 1 7 0,1-1 3 15,0 1 5-15,0-1 1 0,-1 0 3 0,0 1 1 0,0 1 3 0,-1-1 3 16,1 1-2-16,-2 0 3 0,2 0-2 0,-1 1-4 0,1 0 5 0,-1 2-3 15,1 0 1-15,-2 0-4 0,1 2-2 0,1 0 5 0,-1 0-2 16,1 0 10-16,-2 1 9 0,0 1 11 0,0 0 15 0,-1 1 14 0,-1 0 13 16,0 0 10-16,-1 0 10 0,-2-2-8 0,0-2-6 0,-1 1 1 15,0-2-8-15,-2-1 2 0,-1-1-3 0,-1-1-9 0,-2-2-6 0,-1 0-10 16,-3-2-7-16,1 0-11 0,-2-1-1 0,-2-2-5 0,-1-1-7 0,-2-2-4 16,-1-2-9-16,2 1-4 0,-2-2-9 0,1-2-8 0,2 0 6 15,2-1-18-15,1 0-1 0,2-1-14 0,0-1-12 0,3-1-2 0,-1 0-7 16,2-1-1-16,2-1-8 0,1-1-15 0,1 0-24 0,2-1-61 0,2 1-90 15,1 0-147-15,2-1-405 0</inkml:trace>
  <inkml:trace contextRef="#ctx0" brushRef="#br0" timeOffset="123673.81">14207 11213 1391 0,'-6'-2'140'0,"1"0"-94"0,0-1-7 0,3 1 7 16,-1 1 5-16,1-1-16 0,-1 0-10 0,1-1-1 0,-1 1 3 15,-1-1 11-15,0 0 0 0,-1 0-6 0,-1 0-5 0,0 0-3 0,-1 0-4 16,0 0-1-16,-1 0 1 0,-1 0-3 0,1-1 1 0,-3 0 2 0,1 0 0 16,-2 1 2-16,0-1 0 0,0-1-2 0,-3 2 4 0,-1-1 4 15,0 0-5-15,0-1 1 0,-1 0-7 0,-2 0-7 0,0 0 7 0,-1 0-5 16,-4 0-5-16,1-1-5 0,-2 1-4 0,-1 0-1 0,0 1 2 0,-2 0-1 15,-1 0 2-15,-3 0-4 0,1 0 5 0,-3 1 5 0,0 0-4 16,-1 1 7-16,-1 0-5 0,1 0-2 0,-3 0 5 0,-1 0 3 0,1 0 0 16,-3 0-2-16,1 1-2 0,0 1 0 0,-1 0-4 0,1 0 7 0,0 1 0 15,-1-1-3-15,0 1 5 0,0 0-11 0,-2 1 2 0,2 0-2 16,0 2-3-16,-2-1 6 0,0 1-2 0,0 0 2 0,0 1 2 0,0 0 9 16,2 0-5-16,-1 0 4 0,1 1 5 0,1 1-4 0,-2-1 2 15,1 0-2-15,2 0 5 0,-2 1-1 0,3 0-2 0,1-1-5 0,-2-1 0 16,2 1 0-16,-1-1 4 0,-1 1-1 0,2 0-6 0,0 0 2 0,1 0 5 15,1 1 1-15,-2-1 0 0,1 0-3 0,0 1 4 0,-1-3-1 16,1 3-3-16,-2-1-1 0,1 0-4 0,0 0-1 0,1 0 4 0,1 0 4 16,-2-1 2-16,1 1 2 0,-2 0 1 0,1-1-7 0,3 1 4 15,-2-1 3-15,2 0 1 0,-1-1 3 0,1 0-11 0,0 0 8 0,2 1-4 16,-1-1-1-16,1 0 5 0,0 1-15 0,1-1 0 0,1 1 1 0,2-1-9 16,1 2 2-16,1-1 7 0,0 1-7 0,1-1 7 0,0 1-2 15,1-1-5-15,2 1 7 0,0 1-10 0,3-1 1 0,0 1 5 0,2-1-10 16,0 1 0-16,3 1 2 0,-2 0-7 0,1 0 3 0,0 1 18 0,3 1-7 15,-1 0 6-15,2 0-1 0,1 2-3 0,-1-1-2 0,2 0-6 16,0 0-1-16,1 0-2 0,1 1 0 0,0 0-2 0,1 0-5 0,1 1-5 16,0-2-3-16,1 0-14 0,1 1-12 0,0-1-16 0,0 0-21 15,1-1-18-15,1 1-28 0,0-1-37 0,0 0-41 0,1-1-49 0,0-1-68 16,-1-1-73-16,1-2-416 0</inkml:trace>
  <inkml:trace contextRef="#ctx0" brushRef="#br0" timeOffset="124040.81">10248 11193 2979 0,'-21'-4'88'0,"6"2"-55"16,-2 1-19-16,9 2-4 0,5 0-3 0,2 1-3 0,0 1-11 0,2 1 0 15,1 0 1-15,0 1 5 0,-1 1 8 0,1 0-6 0,1 1-4 16,0 1-1-16,0 1-8 0,1 1 5 0,-2 1-3 0,0-1-11 0,-1 2-3 16,-2 0-5-16,0 1-1 0,0 1 5 0,-2 0 5 0,-1 2 1 0,-1 1 9 15,0 0 3-15,-1 1-10 0,0 1 11 0,-2 1-1 0,1 0-2 16,0 2 16-16,-1 0-7 0,1-1 5 0,-1 1-3 0,0-1 1 0,1 0-1 16,0 0 3-16,0-2-5 0,-1 1 3 0,2 0 2 0,-1-2-3 15,0 2 13-15,2 0 0 0,0-1 2 0,1-2 2 0,1-1-4 0,0-1 1 16,3-2-6-16,0-1-5 0,2 0 2 0,2-1-5 0,1-1-1 0,2 0 6 15,1-1-3-15,3 0-8 0,0 0 6 0,3 0 0 0,0-2-2 16,4 0 3-16,-1-2-5 0,6-1-3 0,1 0-2 0,3-1-1 0,1-1-18 16,1-1-43-16,1 0-86 0,0-1-127 0,3 0-181 0,0-1-176 0,3-3-315 15</inkml:trace>
  <inkml:trace contextRef="#ctx0" brushRef="#br0" timeOffset="125006.81">7154 12205 2471 0,'-29'11'233'0,"1"4"-134"15,-4 5-50-15,9 3-20 0,8 1-2 0,2 4 2 0,2 3-1 0,3 1-5 16,1 3-8-16,2-1-6 0,1 2-3 0,1 3 1 0,2 0 0 0,0 1-5 16,3-1 0-16,1-2-1 0,1-1-2 0,3-1 2 0,1-1 1 15,2-1-4-15,2-4 4 0,1-1 1 0,1-3-1 0,3-3 5 0,2-1-2 16,0-2-3-16,1-4 5 0,2 0-2 0,-1-3 6 0,0-2-1 0,2-1-3 16,-1-4 3-16,3-1 3 0,0-2-5 0,-1-1 6 0,1-3-5 15,-1-1 3-15,0-2-1 0,0-3 1 0,-1-2 6 0,1-4-7 0,-2-1 1 16,1-1-1-16,-1-2-8 0,-2-2 6 0,1-1 0 0,0-2-5 0,-3-1-1 15,1-1-5-15,-2-3 6 0,-1 0 1 0,-1-2-1 0,1 1-13 16,-3-2 5-16,0 2 1 0,-3-2 1 0,-2 1 13 0,-2-2-15 0,-3 1 8 16,-2 0 1-16,-3 0-5 0,-4 0 5 0,-2-1-12 0,-2-1 7 15,-3 0-2-15,-2 0 1 0,-3 1 4 0,-1 2-5 0,-3 3 2 0,-2 0 2 16,-1 4 4-16,-1 1-5 0,1 2 1 0,-2 5-2 0,2 1-2 0,-2 3 8 16,1 3-3-16,0 3 3 0,0 2-3 0,2 3-12 0,-1 2 6 15,2 3-4-15,3 2-6 0,0 3-1 0,1 2-13 0,3 3-3 0,-1 2-5 16,1 4-4-16,0 3-15 0,1 2-9 0,0 2-11 0,1 2-23 15,-1 0-18-15,3 4-41 0,0-3-53 0,3 1-62 0,2-2-98 0,3-2-118 16,2-2-348-16</inkml:trace>
  <inkml:trace contextRef="#ctx0" brushRef="#br0" timeOffset="125390.81">7850 12364 2819 0,'-12'0'124'0,"3"0"-57"0,-1 0-53 15,4 1-8-15,5 0 0 0,1 2-3 0,0 1-1 0,1 1-4 0,1 2-5 16,1 3 2-16,0 2 2 0,0 4-8 0,1 0 1 0,0 3-7 0,0 1-2 16,0-1-3-16,0 1-7 0,1 1 2 0,0-2-1 0,-1-1 3 15,1 0 6-15,1-3 6 0,-1 0-2 0,2-2 4 0,1-2-2 0,0-2 1 16,0-1 9-16,1-3 0 0,0-1 3 0,2-1 3 0,-1-2 3 0,1-1 9 15,-1-1-3-15,1-2-2 0,1-1 1 0,-1-3-4 0,-1 0 4 16,0-2 4-16,0-2-8 0,1-1-4 0,-1-1 2 0,0 0-1 0,0-2 4 16,-1 1 0-16,-1 0-1 0,0 1-8 0,0-1 2 0,-1 1 3 0,0 1-1 15,-1 1 4-15,-1 3-2 0,-2-2-2 0,0 3 0 0,-1-1 2 16,1 2 2-16,-2 1 0 0,0 2 3 0,-1 0 5 0,0 1 4 0,0 2-2 16,0 0-1-16,0 0-1 0,0 1-10 0,0-1 0 0,0 2-6 15,0 0-5-15,0 2 0 0,0 1-6 0,2 2 1 0,-1 1-6 0,1 1 0 16,1 0-3-16,0 1 3 0,0 1-7 0,0 1 1 0,0 1-9 15,1-1-4-15,0 0-6 0,-1 0-7 0,2-1-9 0,-1 0-25 0,0-1-16 16,1-1-16-16,-1 1-31 0,2-1-26 0,-2-1-46 0,1-1-54 0,1 0-114 16,-1 1-397-16</inkml:trace>
  <inkml:trace contextRef="#ctx0" brushRef="#br0" timeOffset="125957.81">8363 11929 2172 0,'-10'-1'111'15,"1"-1"-66"-15,-1 0-13 0,4-1-2 0,3 0 6 0,2-1-4 16,-1 1-9-16,0 0-7 0,1-1-8 0,-1 1 0 0,0-1-4 0,0 1-1 16,0 0 2-16,0-1-2 0,-1 1-3 0,0 1 2 0,1 0-1 0,0 2 4 15,-1-1-2-15,0 1 5 0,0 1 0 0,-1-1-2 0,0 0 10 16,-1 2-3-16,1-1 9 0,1 0 1 0,-1 0 4 0,1 0 9 0,0 0-5 16,1 0 0-16,-1 1-7 0,1-1-9 0,1 0-5 0,-1-1 3 15,2 1-3-15,0-1-5 0,0 0-6 0,0 0-1 0,0 0-1 0,0 0 3 16,1 0 0-16,-1-1-2 0,0 1 0 0,1-1 4 0,-1 0-4 0,1 0 4 15,0 0-4-15,0-1 2 0,0 0 4 0,0 1-4 0,0-1 5 16,1 0 0-16,-1-1-2 0,0 2 5 0,0-2-1 0,-1 1 5 0,0-1 3 16,1 1 2-16,0-1 0 0,-1 0-6 0,0 1 5 0,1 1-3 0,-2 0-4 15,2 0 6-15,-1 0-3 0,-1 0 2 0,1 1 3 0,0 0-7 16,0 0 1-16,-1 0-4 0,1 0-2 0,0 0 2 0,1 1-2 0,0 0-3 16,-1 0 1-16,1 2-3 0,0-1 7 0,1 2-9 0,0 0 4 0,1 2 0 15,1 0-4-15,1 3 9 0,0 2-5 0,1 1 3 0,0 3 2 16,0-1 0-16,1 4 0 0,2 2 0 0,-1 1-2 0,2 1-12 0,0 2 11 15,0 1 1-15,0 2 2 0,0 0 9 0,-1 4-13 0,1-2-6 16,0 2 1-16,-1-3 2 0,0 1 0 0,0-2-2 0,-2-1-1 0,0 0 3 16,-1-2 1-16,1 0 5 0,0-2-6 0,0-4-2 0,0 0-3 0,0-1-1 15,0-2 5-15,0-1-3 0,-1-1-3 0,1-1-7 0,0 0-7 16,0-2-7-16,0 0-6 0,-1 0-6 0,-1-1-6 0,-1-2-16 0,-1-1-20 16,0 0-28-16,-2-2-45 0,0-1-59 0,-1-1-79 0,-1-2-98 15,-1-1-94-15,-1-2-318 0</inkml:trace>
  <inkml:trace contextRef="#ctx0" brushRef="#br0" timeOffset="126140.81">8148 12187 2693 0,'-14'2'131'0,"0"2"-59"0,-2-1-31 16,8-1-11-16,5 0-1 0,3-2 0 0,2 1-15 0,1 0-4 0,2 0-4 15,1 0-1-15,2 0 0 0,2 1-2 0,1-1-3 0,0 0-3 16,2 0-1-16,1-1-1 0,2 0 4 0,1 1-5 0,0-2-11 0,0 1-9 15,2 0-13-15,-2-1-17 0,2 0-19 0,1 0-23 0,0-1-21 0,0 0-28 16,1-1-33-16,-2-1-49 0,1 0-73 0,-1-1-91 0,-1-1-78 16,1 0-186-16</inkml:trace>
  <inkml:trace contextRef="#ctx0" brushRef="#br0" timeOffset="126357.81">8770 12125 2060 0,'-8'10'596'0,"0"4"-499"0,1 4-39 16,2 2-13-16,5 1 3 0,1 2 12 0,1 1 1 0,2 3-2 0,-1 1-10 16,1 5-5-16,0 0-4 0,1 3-4 0,0 0-2 0,0 1-13 0,0-1-13 15,0 2-3-15,1 0-5 0,0-1 2 0,1-1-6 0,1 1-8 16,1-4-12-16,2 2-15 0,0-2-11 0,2-1-9 0,-2-2-11 0,0-2-7 16,2-3-23-16,0 1-4 0,-1-3-7 0,0-2-15 0,-2-2-11 0,0-5-49 15,0-4-30-15,-1-2-21 0,-2-3 3 0,-1-3 19 0,-1-2 12 16,-1-4 18-16,-1-3 8 0,-2-3 16 0,-1-7 21 0,-1-6 10 0,-2-3-129 15</inkml:trace>
  <inkml:trace contextRef="#ctx0" brushRef="#br0" timeOffset="126590.81">8954 12730 291 0,'-5'-24'167'0,"-2"-1"-35"0,-1-5-22 16,-2 3-3-16,0 3-7 0,-1-1-5 0,-1 1-2 0,0 0-10 0,0 0-3 15,-2 1-6-15,0-2-8 0,0 1-7 0,0 1 0 0,0-2 5 0,1 2 11 16,1 0 10-16,2 1 12 0,1 2-4 0,2 0-9 0,0 2-11 16,2 1-19-16,0-1-8 0,2 0-11 0,2-1-5 0,0 0 0 0,1-2-6 15,2 1-5-15,1 2 1 0,3-2 1 0,1 2 0 0,1 2 7 16,1 1-5-16,1 0-3 0,3 2 7 0,1 1-1 0,1 2-6 0,1 1-1 15,1 2-9-15,0 2-4 0,-2 2 2 0,2 2-5 0,1 3 4 0,0 2 2 16,0 2 2-16,0 2-3 0,1 2 4 0,-1 1-4 0,0 2 0 16,-3-1-2-16,0 1 4 0,-3 0 6 0,-1 1-2 0,-1 1 14 0,-1 1-7 15,-2 0-1-15,-1-2 0 0,-2 2-1 0,0-1 4 0,-1 0-4 0,-2-2-1 16,-1 2-5-16,-1-2-6 0,-1 1 0 0,-1-2-10 0,-1 0-4 16,0-1-5-16,-2 1-6 0,0-1-12 0,-1-2-23 0,-1 0-17 0,-1-2-26 15,1 0-32-15,1-2-44 0,0 1-64 0,1-3-89 16,1 0-115-16,0-1-405 0</inkml:trace>
  <inkml:trace contextRef="#ctx0" brushRef="#br0" timeOffset="126957.81">9257 12056 3046 0,'-11'15'90'0,"4"1"-56"0,0 4-26 0,6-2 1 15,4 0 2-15,2 0-13 0,3 0 6 0,1-1-1 0,1 0-8 0,0-2 3 16,0-1-10-16,0-2-2 0,-1 0-2 0,0-2-10 0,-1-2-4 16,1-1-7-16,-2-2 1 0,0-1-1 0,-2-1 1 0,0-3-5 0,0 0-1 15,-3-1 7-15,1-2 2 0,1-1 18 0,-2-2 5 0,1-2 9 0,0-2-3 16,-1-1 3-16,0 0-3 0,0-1 4 0,0 0 7 0,0-2-2 16,-1-1 8-16,1 0 0 0,-1 1 0 0,0 0 4 0,-1 0 0 0,0 0 4 15,0 1-2-15,-2-1 3 0,1 0-4 0,-1 2-4 0,0 1-7 0,0 2 6 16,-1 1 8-16,1 1-13 0,-1 2 10 0,1 0-8 0,0 1-3 15,-1 2 5-15,1 0 0 0,0 1-10 0,0 1-1 0,0 1 1 0,1 2 3 16,-1 0 0-16,0 3-5 0,0 0-10 0,0 2 7 0,1 2 8 16,-1 0 2-16,1 5 3 0,0 0-10 0,1 2-5 0,0-1 0 0,1 2 5 15,0 1-6-15,1-1 0 0,0 0-3 0,1-1-7 0,0 0 8 0,0-1-6 16,2 0-5-16,-1 0-1 0,2-2-14 0,-1-1-13 0,1 1-24 16,1-2-35-16,-1 0-47 0,1-1-60 0,0-3-65 0,0 0-98 0,0-3-112 15,1-2-344-15</inkml:trace>
  <inkml:trace contextRef="#ctx0" brushRef="#br0" timeOffset="127157.81">9599 11556 1926 0,'-13'7'1252'0,"1"1"-1161"0,-1 4-52 0,6 1-22 15,5 1 6-15,1 2 6 0,3 2-11 0,1 4-1 0,0 4-14 0,2 1 3 16,0 4 3-16,1 0-7 0,-1 0-8 0,1 0-10 0,0 2-2 15,0-1-1-15,1 1-11 0,-2 1-6 0,2-1-15 0,-1 1-16 0,-1-2-7 16,1-1-16-16,0 0-15 0,0-1-2 0,0-2-12 0,-1-1-7 16,0-2-13-16,-1-2-47 0,-1-1-64 0,-1-1-77 0,1-1-78 0,-3-1-90 15,0-3-89-15</inkml:trace>
  <inkml:trace contextRef="#ctx0" brushRef="#br0" timeOffset="127290.8">9428 12134 2250 0,'-6'-1'171'15,"1"0"-67"-15,1 1-26 0,3-2-11 0,3 1-10 0,4 0-11 16,1 0-5-16,6-1-6 0,4 0 0 0,2-1-11 0,3 0-14 0,3-4-7 16,1-1-16-16,7-2-26 0,1-3-75 0,4-3-117 0,0-2-230 0,2-7-332 15,3-6-124-15</inkml:trace>
  <inkml:trace contextRef="#ctx0" brushRef="#br0" timeOffset="143991.78">11726 13977 1932 0,'-13'1'661'0,"1"2"-569"0,-3 1-4 0,3 1-20 15,3 1-16-15,1 1-36 0,-1 0-9 0,0 0-14 0,0 2-6 0,-2 2 5 16,0 2-9-16,-2 2 8 0,-2 0 3 0,-2 1-4 0,-2 1-4 15,-3 1 3-15,-1 0-1 0,0 2 6 0,-1 0-3 0,-1 1 6 0,-4 2 3 16,0 1 0-16,-2 0-2 0,-3 1-3 0,-1 0 12 0,-2 3 5 16,-4 1 4-16,0 3 1 0,-3 1-14 0,0 3 4 0,-3 0-1 0,0 1 6 15,-1 2 8-15,0 1 2 0,-1 1 7 0,0 1 0 0,2-1 3 0,1 1-1 16,0 1 12-16,2-2-3 0,3-2-14 0,4-1-1 0,1-3-20 16,5-2-3-16,4-2-2 0,4-2-16 0,2-1-8 0,3-3-32 0,1-1-18 15,4-3-30-15,0-2-37 0,2 1-44 0,1-4-59 0,1 0-66 0,1-1-90 16,-1-2-85-16,0-3-308 0</inkml:trace>
  <inkml:trace contextRef="#ctx0" brushRef="#br0" timeOffset="144274.76">10186 14560 2716 0,'-12'2'97'0,"2"0"-2"0,-1 2-27 0,4 0-17 15,3 0-17-15,0 1-6 0,2 2-10 0,-1 3-11 0,0 2 5 0,0 3-12 16,0 5 5-16,-1 3 0 0,-1 4-5 0,-2 3 4 0,-2 3-2 16,-1 4-4-16,-2 2 4 0,-1 2-9 0,-3 1-6 0,0 0 13 0,-2 0-7 15,-3 3 11-15,1 0 5 0,-2 0-13 0,-1 1 16 0,1 2 2 0,-1-3-5 16,1 0 12-16,2-4-3 0,2-2 10 0,2-4 11 0,3-3 6 16,5-6 2-16,1-2-1 0,3-4-12 0,4-6 1 0,1 0-7 0,4-4-6 15,2-1 2-15,2-2-1 0,3-1-1 0,2-2 1 0,3-2-3 0,1 0 1 16,5-3-6-16,2-1-2 0,1 0-7 0,4-3 0 0,1-1-10 15,2-3 6-15,1-1 0 0,1 0 0 0,0-2-2 0,0 2-12 0,0-2-5 16,1-1-9-16,1-1-14 0,-1 0-20 0,-2-1-34 0,1-1-40 16,-2-1-47-16,2-1-54 0,-2-1-105 0,2-5-206 0,-1-2-230 0,-1-5-130 15</inkml:trace>
  <inkml:trace contextRef="#ctx0" brushRef="#br0" timeOffset="144791.76">7527 15282 3082 0,'-15'24'61'0,"3"5"-38"0,0 7-4 15,8 2-15-15,7-1-9 0,3 1 8 0,4 2-10 0,2-2 0 0,1-1 7 16,1-3-5-16,2-5 1 0,0-2-10 0,-1-5 0 0,-2-4 0 0,2-3-8 16,-1-3 4-16,2-2-9 0,-2-4 1 0,0-3 0 0,0-2 0 15,-2-3 4-15,-1-2 2 0,-2-2 5 0,-1-2-2 0,-3-1 3 0,-1-1 9 16,-3-2 0-16,-2 0 0 0,-2-3 2 0,-3-2-4 0,-3 0 4 15,-1 0 4-15,-2-1-6 0,-1 1 0 0,-2 1 7 0,-1 0-2 0,-3 0 10 16,-2 1-2-16,-1 1-2 0,-2 0 5 0,-2 1-4 0,0 2 0 0,-1 2 6 16,0 2-9-16,-1 4 6 0,2 2-2 0,-2 3-3 0,0 6 4 0,0 4-6 15,-1 5 2-15,1 3-3 0,0 3 3 0,1 5 4 0,0 2-3 16,1 5 10-16,1 1-4 0,0 5 10 0,3 2-5 0,1 2 6 0,4 2 3 16,4 2 7-16,2 4 7 0,2-2 8 0,3 1 4 0,2-1-7 15,3-2 14-15,2-1-6 0,2-2 0 0,2-5 18 0,2-2-15 0,3-1-5 16,3-6-25-16,1-1-1 0,3-6 11 0,2-2-5 0,1-1 4 0,3-5-16 15,1 0-21-15,0-3 12 0,1-3-5 0,1-4-6 0,2 0 12 16,-1-3-7-16,3-2 10 0,-2-2-7 0,-1-3-12 0,1-3-1 0,-2-1-16 16,0-3-11-16,-3-2-18 0,0-3-35 0,-1-3-20 0,-3-1-58 0,1-2-32 15,-1-4-40-15,-2-1-103 0,1-5-155 0,0-2-240 0,-2-4-245 16</inkml:trace>
  <inkml:trace contextRef="#ctx0" brushRef="#br0" timeOffset="145291.76">7805 15906 3089 0,'-12'17'164'0,"1"2"-80"0,0 5-22 0,6-2-29 0,5-2-8 16,3 0 5-16,4 3-10 0,0 1-5 0,3 1 4 0,1 0-10 15,1-1 2-15,0-2-3 0,1-1-1 0,2-4 4 0,0-3-13 0,1-1-1 16,0-3-1-16,1-1 4 0,1-2 2 0,-1-3-4 0,-1-1 4 0,0-2-4 15,-1-2 2-15,-1 0 4 0,-3-2-14 0,1-2 14 0,-2-1-13 16,-1-1 14-16,-1-2 14 0,-1-2-6 0,0-1 4 0,-2-2-8 0,1-2 5 16,0-2-5-16,-1-1 6 0,-1-2-9 0,0-1-4 0,-1 0-4 0,0 1 8 15,-2-1 5-15,0 3-7 0,-2-1-4 0,-1 0-4 0,-2 2-2 16,-1-1 4-16,-2 1 4 0,-2 0-15 0,-1 1 0 0,-1 0-19 0,-2 1-4 16,-2 2-13-16,0 3-1 0,0 1 12 0,-1 4-21 0,-2 1 19 0,0 3-1 15,2 1-8-15,-2 3 7 0,1 1-13 0,1 4 2 0,-1 2 29 16,1 2-4-16,2 3 14 0,1 3 11 0,1 2-11 0,1 0 12 0,0 2 4 15,1 1-9-15,1-1 7 0,3 1-3 0,0 0 5 0,2-2 4 16,2 1-7-16,2-2 11 0,0-1-10 0,3 0 3 0,0-3 10 0,2-2-12 16,1-3 11-16,1-1-1 0,4-2 1 0,-1-2 5 0,3-1 4 0,0 0-1 15,0-2-3-15,3 0 8 0,1 0-6 0,1-1 3 0,-2 0-14 16,3 1 1-16,0-1 11 0,-1 0 1 0,2 0 3 0,0 1-12 0,-1 0-4 16,1-1-3-16,-1 0 2 0,0 1 6 0,0-1 0 0,-1 0-4 0,1 1-8 15,-3-2-1-15,3 1 0 0,-1 0 8 0,-3-2-5 0,0 1-6 16,-1-1 3-16,-1 0-2 0,0 0 7 0,0 0 1 0,-1 0-12 0,0-1-1 15,0 0 7-15,-1 0 0 0,-1 1 0 0,2-2-9 0,-1 1 0 0,-1 0 0 16,0-1-2-16,-1 1 2 0,1 0-9 0,-1-2-4 0,0 2-10 16,0-1-14-16,-1 0-12 0,0 0-19 0,-1-1-11 0,-1 1-31 0,0-1-27 15,-1 0-40-15,1 0-79 0,-1-2-96 0,0-2-126 0,-1-3-465 16</inkml:trace>
  <inkml:trace contextRef="#ctx0" brushRef="#br0" timeOffset="145574.76">8409 14889 1864 0,'-12'-2'1229'0,"2"1"-1106"0,0 0-14 16,2 2-44-16,5 1-9 0,1 0-6 0,1 2-18 0,2 2-12 0,0 2-3 15,1 4 0-15,2 3 1 0,0 4 3 0,1 4-10 0,0 3-1 16,0 4-1-16,2 2-3 0,0 4 1 0,1 0-16 0,1 3 11 0,1 3 0 15,0 0-10-15,-1 3 23 0,2 0-15 0,0 1-2 0,1 0 1 16,1 1-1-16,0 2 2 0,1-4 0 0,2 0-2 0,-1-3 0 0,-1 2 6 16,2-4-21-16,-1-3 13 0,1 0-4 0,-1-4 3 0,0-1 10 0,0-2-7 15,0-1-3-15,-1-5-20 0,-1 1 20 0,0-2-14 0,0-3 2 0,-1 0 0 16,-2-2-34-16,1-4-14 0,-1 0-33 0,-2 0-32 0,0-3-13 16,0-2-40-16,-1-3-43 0,-1-3-86 0,-1-1-143 0,0-5-135 0,-1-4-304 15</inkml:trace>
  <inkml:trace contextRef="#ctx0" brushRef="#br0" timeOffset="145808.76">8845 14776 2893 0,'-10'6'137'0,"1"2"-24"15,0 4-51-15,4 0-12 0,4 2-2 0,1 5-12 0,2 2-12 16,3 6-1-16,1 3-5 0,2 1 8 0,2 3-4 0,-1 5-2 0,1 1 0 15,1 4-5-15,0 3 6 0,3 3-14 0,0 1 0 0,1 4-5 0,-1 1-5 16,2 1 3-16,0 1-8 0,1 0 14 0,-2-1-14 0,0 1-3 16,0-4 6-16,-1-2-23 0,-2-3 4 0,1-2-2 0,-1-2-16 0,0-1-12 15,0-4-36-15,-3-3-44 0,2-2-43 0,-1-2-36 0,0-1-73 0,-1-1-233 16,-1 4-375-16,-1 1 107 0</inkml:trace>
  <inkml:trace contextRef="#ctx0" brushRef="#br0" timeOffset="146408.76">7576 14516 2398 0,'-72'31'189'0,"-6"6"-164"0,-17 11-5 0,14 1-3 16,13-3-9-16,3 2 5 0,3 4-2 0,1 3 7 0,3 3-1 0,1 3-4 15,1 3-2-15,3 1-1 0,1 4-4 0,3 1 1 0,3 1-2 0,3 5-3 16,2 0-2-16,0 3 1 0,5 2-2 0,0-2 4 0,3 3 2 16,6 2-5-16,0 2 5 0,4 4 1 0,3-1 11 0,3 1 11 0,5-1 0 15,5 0 9-15,4-3 7 0,4-1-1 0,4-3 7 0,3-5-18 0,6-2-6 16,4-2-3-16,3-2-5 0,-7-38-4 0,5 10-4 0,1-3-5 15,8 6 1-15,1-1-3 0,8 6-3 0,3-4 18 0,8 5 3 0,4-4-5 16,4-3-9-16,3-4 11 0,4-4 1 0,4-3 12 0,2-5 12 16,5-4-12-16,2-6 9 0,4-5-1 0,1-2-14 0,4-6-1 0,4-6 6 15,0-4-4-15,3-5 4 0,1-4-6 0,2-2-29 0,1-5 22 0,0-4-12 16,0-1 7-16,-1-5 12 0,-1-1-12 0,-1-5 12 0,-2-1-18 16,-2-3-16-16,-1-4 18 0,-3-2 4 0,70-46 5 0,-27 5 0 0,-24 11-23 15,-22 12 2-15,-14 7-3 0,0-2-3 0,-3-1 12 0,-4-1 0 16,-3 0 13-16,-2 2-7 0,-2 0-21 0,-6 1 14 0,-2 1-6 0,-5-2 12 15,-3 0 16-15,-4 1-25 0,-3-2 14 0,-5 2-8 0,-2-1 7 0,-5 0 7 16,-5-2-20-16,-4-2 9 0,-4-1-3 0,-4-1-10 0,-5 2 32 16,-3-1-15-16,-5 0 5 0,-4-1-1 0,-5-1-11 0,-3 1 6 0,-4-2-22 15,-4 1 18-15,-1 1-6 0,-5-1 4 0,-3 2 8 0,-3 0-16 0,-4 0 0 16,-4 0-12-16,-2-1 7 0,-2 2-1 0,-4 2-19 0,-5 3 15 16,-3 4 5-16,-1 3-3 0,-3 5 16 0,-1 7-2 0,-3 5-8 0,-5 5 8 15,-2 7 4-15,-5 5-12 0,-2 7 14 0,-1 5-3 0,-5 7 1 0,2 5-6 16,-1 5 4-16,-2 3-8 0,2 7 2 0,-2 3 4 0,3 7-13 15,-1 6-1-15,2 6-17 0,2 4 14 0,2 7 4 0,3 5-1 0,4 4 16 16,5 5-16-16,1 2-5 0,4 1-6 0,5 4-7 0,3 0-22 16,7 2-12-16,5 0-32 0,3-1-47 0,6 1-43 0,5-1-80 0,6-2-106 15,6 2-189-15,4 0-237 0,6 0-24 0</inkml:trace>
  <inkml:trace contextRef="#ctx0" brushRef="#br0" timeOffset="157228.06">14584 10723 1237 0,'-1'-1'383'0,"-1"0"-327"0,0 0-40 0,2 2-31 0,0 0-26 0,2 0-34 0,2 0-48 0,1 1-46 0,1 0-41 0,2 2-25 16,0-2-47-16,2-1-143 0</inkml:trace>
  <inkml:trace contextRef="#ctx0" brushRef="#br0" timeOffset="157461.69">14771 10684 1026 0,'0'-1'161'0,"1"0"-36"16,0 0-34-16,1 1-18 0,1-1-11 0,1 2-15 0,1-1-7 16,1 0-10-16,1 1-7 0,2 0 2 0,1 0-8 0,0 0 2 0,2 0-2 15,-1 0 1-15,3-1 4 0,1 0-4 0,0 0 1 0,0 0 2 0,2 0-3 16,0 1 8-16,2 1 6 0,-1-1 2 0,2 0 9 0,1 0-4 15,-1-1 0-15,4 1-5 0,0 1-10 0,0 1-8 0,2 0-8 0,1 0-1 16,1 1-1-16,-1 1-3 0,2-3-9 0,-2 3 1 0,3 0-8 0,1 0 2 16,1 1 2-16,-1-1-10 0,0 1-8 0,-2 0-17 0,2 0-33 15,-1 0-42-15,3-1-56 0,-1-1-79 0,2-2-78 0,1 0-426 0</inkml:trace>
  <inkml:trace contextRef="#ctx0" brushRef="#br0" timeOffset="158942.97">13430 14356 1564 0,'-2'-1'205'0,"-1"0"-86"0,0 0-24 15,1-1-13-15,-1 0-14 0,2 1-23 0,-1 0-21 0,1-1-15 16,1 2-4-16,0-1-3 0,0 1 2 0,0 0-10 0,0 0-5 0,0-1-8 16,1 1-5-16,0 0 0 0,-1 0-4 0,1 0 5 0,0 0-1 0,0 0 0 15,1 0 10-15,-1 0-1 0,2 1 8 0,1-1 4 0,0 1 0 16,0-1 7-16,0 0-2 0,1 0 6 0,-1 0 2 0,2 1 2 0,0 1 8 15,1-1 4-15,-1 1 5 0,2-1 10 0,-1-1 15 0,2 1 5 0,1 0 5 16,1 1-8-16,2 0-19 0,1 0 0 0,1 0-4 0,1 1-15 16,3 0 9-16,1 0-10 0,1 1-9 0,2-1 2 0,1-1 1 0,0 2-3 15,1-1-2-15,-1 0 0 0,1-1 2 0,-1 0 8 0,0-2 13 16,0 1 5-16,-1 0 2 0,1-2-3 0,-2 1-2 0,-2 0 2 0,0-1 2 16,0 0-7-16,-1-1-1 0,1 0 2 0,-1-1-2 0,-1 0 0 0,1 0 4 15,-1 1-7-15,0-2-1 0,-2 0-4 0,1 0-2 0,-2 0-3 16,1 0 2-16,-2-1-7 0,0 1 1 0,2-1-1 0,-2 0-4 0,-1 1 2 15,1-1-7-15,-2 0 5 0,0 1 1 0,-1 0 4 0,0-1-6 0,0 1-4 16,-1-2 7-16,1 1-7 0,-1 0 5 0,0-1-3 0,-1 1-4 16,0 0 2-16,0 0 0 0,-1 0-3 0,0 0 3 0,1 1 3 0,-1-1-5 15,-1-1 4-15,0 0-2 0,0 1-3 0,-2-2 4 0,1 0 1 16,-1-1-4-16,-1 0 1 0,-1-1-1 0,1 1-2 0,-2-1-1 0,1-2 7 16,-1 0-13-16,-1-3-6 0,0 1 1 0,-1-3-14 0,1 0 9 0,-1-1 5 15,0 0-3-15,0-3 4 0,-1 1-1 0,1 1 8 0,-1-1 1 16,-1-1-2-16,0 1 4 0,0 1 3 0,-2 1 2 0,-1 0 14 0,0 2 0 15,-1-3-6-15,-1 1 5 0,-2 0-12 0,-1 2 1 0,0-1 1 0,-3 0-11 16,0 1 4-16,-2 0-4 0,-1-1-8 0,-3 1 3 0,-1 1-3 16,0 0-6-16,-2 0 1 0,-2 0 1 0,1 0 3 0,-2 1 4 0,0-1-2 15,-1-1-2-15,-1 1-5 0,-2 1-5 0,-3-1 6 0,0 2 3 16,-2 1 6-16,2 1 4 0,-1 2-3 0,-1 2 4 0,1-1 0 0,-2 2 2 16,2 2 5-16,0 1-1 0,0 2 6 0,1 0-5 0,1 3-4 0,-2 1 4 15,3 1-9-15,-1 2-1 0,3 1 0 0,-1 2-1 0,2 1 1 16,-2 2-1-16,2 3 8 0,-1-1-1 0,2 2 6 0,1 1-2 0,2-2-5 15,0 2 3-15,0 2-1 0,1 0 6 0,2 0 6 0,-1 3-5 0,2 0 0 16,1 2-6-16,2 1 2 0,0 0 0 0,2 0-3 0,3 0 0 16,1 0 7-16,2-1 6 0,2 1 5 0,2 0-1 0,2-3-10 0,3 1-1 15,3-2-3-15,0-3 8 0,3 0-5 0,2-3 0 0,1 0 7 16,1-2-3-16,4-1 4 0,2-1-4 0,0-1 1 0,1-2 2 0,1 0 0 16,2-1 5-16,0-1-4 0,2-1-4 0,0-1-2 0,0-1-2 0,1-1 2 15,0 0 4-15,2-2-3 0,0-1-2 0,-2 0-1 0,0-1 0 16,-2 0 1-16,0 1 3 0,0-1-2 0,-2-1-2 0,1 0 2 0,-1 0 0 15,-2-1 2-15,1 0-7 0,-2-1 0 0,0 0 6 0,-1 1-7 0,0-2 2 16,-1 1-9-16,-3-2-5 0,0 1-3 0,0-1-2 0,-1 3 3 16,0-2-15-16,-2 0-6 0,-1 0-15 0,-1 0-1 0,0 1 4 0,-1 0 0 15,0-1-1-15,-1 1-16 0,-1-1-9 0,-1 0-23 0,0 0-20 16,0 0-22-16,-1 1-18 0,1-1-14 0,0-1-22 0,1 0-16 0,-1 0-39 16,0-1-15-16,1 2-26 0,2 0-116 0</inkml:trace>
  <inkml:trace contextRef="#ctx0" brushRef="#br0" timeOffset="165408.97">12683 16275 963 0,'3'-2'130'0,"2"1"-43"0,1-2-6 16,1 1-2-16,2-2-19 0,-1 1-9 0,3 0-19 0,1-1-9 0,2 1 3 15,2-1-11-15,-1-1 8 0,3 1-8 0,1-1-8 0,0 2-2 16,1-1-15-16,2 0 5 0,0 0-1 0,3 1-4 0,0 0 7 0,1 0-5 16,2 0 6-16,1-1 3 0,1 0-1 0,0 0-2 0,3 0 2 0,-1 0 3 15,4 0 2-15,0-1 11 0,2 0-1 0,4 0 5 0,0 0 3 16,2-1-3-16,0 0 4 0,2-1-8 0,-1-2-2 0,0 1-8 0,2-1-3 15,0 1 5-15,-1-1-6 0,0 0 2 0,-2 1-2 0,2-1 0 16,-3-1 3-16,-1 1 2 0,0 0-2 0,-2 0-1 0,-1 1 4 0,0 0 4 16,-5 0 1-16,1 0 0 0,-3 1 1 0,1 1 0 0,-2-2 2 0,-1 2 7 15,-2-1-4-15,1 1-3 0,-3 0 4 0,0-1-9 0,-2 0 9 16,-1 0-4-16,0 1-5 0,-2-2-7 0,1 0 0 0,-1 0 7 0,-2-1 2 16,0-1-1-16,-1-1-2 0,-1-3-6 0,1 1-8 0,1-1 4 0,0 1 0 15,-1-1-1-15,-1-2 9 0,-1 1 8 0,-3-4 1 0,0 1 3 16,-2-1 10-16,-1 0 2 0,-2 0 3 0,-1-1 8 0,-2 1 1 0,-2-2-3 15,-2 0 2-15,-1 0-7 0,-3-1-7 0,0-1-1 0,-2-2-7 16,-2 0-4-16,-3 0-13 0,-2 1-4 0,-1 3-10 0,-2-1-7 0,-3 2 0 16,-4 1-9-16,0 1 4 0,-3-1-1 0,-1 2-1 0,-1 2 3 0,-3-1 4 15,0 1 5-15,-4 1 6 0,1 1-3 0,-3 1-7 0,0 0 7 16,-2 3 6-16,-2 1 9 0,0 1 4 0,-2 0-5 0,-2 2-8 0,1-1 1 16,-2 2 2-16,-2-1 2 0,-1 0 10 0,-2 1-3 0,2 0-2 0,0 0 4 15,-2 2-8-15,-3 0 1 0,1 2 2 0,-1 1-3 0,-1 1 9 16,1 1 2-16,0 1 6 0,1 1 1 0,2 1 1 0,-2 2-2 0,3 1-3 15,3 0-5-15,0 2-4 0,1 1 9 0,3 1-3 0,1 3 4 0,1-1-4 16,4 2-11-16,0 1-1 0,2 1-6 0,2 2-2 0,1 1 0 16,1 0-2-16,1 3 0 0,2 1 0 0,1 1 2 0,3 4 0 0,3 0 4 15,3 2-4-15,1 1-2 0,3 0 3 0,0 2 2 0,2-1 2 16,3 1-2-16,2-3-4 0,1 0-10 0,2-1 5 0,1 0 3 0,2-3 0 16,2 1 2-16,1-3 1 0,1-1-8 0,0-3 5 0,2-1 3 0,0-2-1 15,0-3-1-15,2 0-7 0,0-1 12 0,-1-2 1 0,1-3 1 16,1 1 5-16,-2-1-7 0,2 0 3 0,-1-1 8 0,2-2-8 0,0-3 4 15,1 0 1-15,2 0-5 0,-1-1 3 0,2-1-6 0,0 1-15 0,1-2 7 16,-1 1-8-16,-1-1-10 0,-1 0-7 0,2-1-30 0,-1 1-16 16,2-1-27-16,-2 0-35 0,-1-1-36 0,2 0-50 0,0-1-52 0,1 0-67 15,0 0-239-15</inkml:trace>
  <inkml:trace contextRef="#ctx0" brushRef="#br0" timeOffset="172126.81">3557 6207 944 0,'-13'-1'49'0,"-1"2"25"16,-2 0 1-16,5 2-1 0,3-1-5 0,0 2-7 0,1 0-15 0,1 1-17 16,1 0-3-16,2 0-9 0,0 1 0 0,3 0-8 0,0 0-8 15,1 0 4-15,2 1 1 0,1 0 3 0,2 1 1 0,0-1-2 0,2 0 2 16,2 1 2-16,-1-1 0 0,4 1-2 0,0-1 1 0,1 1 2 16,1 0 0-16,-1-2 10 0,5 2-1 0,0-1 7 0,0 2 2 0,3-1 5 15,0 2 8-15,1 0-4 0,2-1 1 0,1 0-6 0,4 1-8 0,0 0-2 16,3-2 1-16,1 1-3 0,3 0-4 0,2-1-2 0,2 1 1 15,3-1-1-15,-1 0 0 0,1-2-7 0,4 1 1 0,0-1-2 0,2-1-3 16,1-1 6-16,1 0-2 0,2 0 2 0,1 0-4 0,1-1-3 0,3-1 3 16,0 1-1-16,3-1 4 0,2 0 0 0,0-1-1 0,3 0-2 15,2 0 1-15,-1 0-1 0,2-1 2 0,1 0-4 0,-2-1 2 0,2 0 2 16,0-1-2-16,1 1 2 0,1-1 1 0,2-1 0 0,0 0 6 16,1 0-2-16,1 0-4 0,-1 0 0 0,1 0-4 0,2-1-5 0,0 0 2 15,1-1 3-15,-1 1-10 0,3-1 13 0,1 2-2 0,-1-1-4 0,2 1 1 16,-2 0-7-16,0 0-4 0,1 1 5 0,-2 0-2 0,1 1 4 15,0 0 3-15,-2 1-2 0,2-1 0 0,0 0 2 0,-1-2-2 0,3-1-2 16,2-3 4-16,1 0-3 0,1-2-7 0,-1-1 3 0,1-2-4 0,-1-2-5 16,0-2 3-16,-2-3 8 0,-1 1 0 0,-3-5 10 0,1 0-3 15,-3-4-10-15,0-3-1 0,1-2-1 0,-3-2-3 0,2-4-1 0,0-2 0 16,-2-3-9-16,-1-3 1 0,0 0-3 0,-1-2-3 0,1-1 8 16,-2-1-2-16,-2-1 10 0,0 1 5 0,-4-1 2 0,-3 1 5 0,-3 1-2 15,-5 0-3-15,-2 1-6 0,-2 0 3 0,-3-1 1 0,-2 0 1 0,-4 0 8 16,-3 3-1-16,-4 0-6 0,-4 1 7 0,-3 0-4 0,-3 1 3 15,-2 0 3-15,-5 0-3 0,-4 3 2 0,-5 1-7 0,-4 0 4 0,-5 0-10 16,-4 0 2-16,-5-2-5 0,-3 2-1 0,-7 1-1 0,-4 0 0 16,-4 1 0-16,-5-1-10 0,-4 2 4 0,-5 1-2 0,-5 1 0 0,-6 1 3 15,-6 0 6-15,-5 1 1 0,-6 3-2 0,-4-1 6 0,-7 2-10 0,-5 1-5 16,-5 2 5-16,-6 2 2 0,-4 2 3 0,-4 2 6 0,-3 3-3 16,-2 3-2-16,-4 3 3 0,-4 3 0 0,-2 3 5 0,-2 3 3 0,0 2-2 15,-1 1 8-15,0 4-2 0,-2 2 5 0,1 2-1 0,-3 3-3 0,1 2-1 16,-2 2-3-16,0 3 4 0,3 0-5 0,0 1 2 0,0 2 4 15,0 2-3-15,-3 1 3 0,1 3-2 0,-1 1-2 0,0 3-1 0,1 2 2 16,0 1-1-16,1 3-1 0,-1 2 14 0,0 3 2 0,-1 3 8 16,1 0-2-16,2 2-5 0,-1 5 4 0,0 2-1 0,0 1 7 0,0 3 8 15,2 0-3-15,1 2-1 0,2 4 7 0,2 2-4 0,2 2 7 0,1 2 8 16,4 3-6-16,3 1 0 0,4 2-5 0,2 0-9 0,8 0-7 16,4 1-6-16,7 1-3 0,7-2-1 0,6 2 1 0,8-1-2 0,7-1-6 15,6 1-4-15,4-1-9 0,9 0 11 0,7-2 0 0,6-2 0 0,7 1 2 16,5-1-20-16,5-1-4 0,6-1-7 0,5-2-25 0,6 0 10 15,4 0-27-15,7-1-31 0,7-1-24 0,6 1-77 0,5-1-80 0,6-1-140 16,8 1-300-16,2-3-38 0</inkml:trace>
  <inkml:trace contextRef="#ctx0" brushRef="#br0" timeOffset="173328.26">13685 14145 472 0,'-4'0'62'0,"0"0"-17"16,-2-1-4-16,2 1-9 0,1 0-12 0,-1-1-6 0,1 0-1 0,0-1 5 15,0 0-4-15,1 1 8 0,-1-1-4 0,0 0-1 0,0 0 4 16,-1-1-3-16,1 0 4 0,0 1 5 0,1-1 4 0,-1 2 9 0,0-1 13 15,0 0 2-15,0 0 4 0,-1 1-2 0,1-1-5 0,0 2-2 0,0-1-3 16,0 0-9-16,1 2-5 0,-2 0-10 0,1 0-10 0,0 0-2 16,0 1-6-16,0-1-7 0,0 1 5 0,1 1-3 0,-2-1 0 0,1 1 5 15,1-1-3-15,-1-1 3 0,1 0 6 0,0 0-1 0,0-1 4 16,0 1-2-16,1-1-1 0,-1-1 0 0,1 1 0 0,0-1-2 0,0 0-4 16,-1 0 3-16,0 0-2 0,1-1 4 0,0 2 0 0,0-1 0 0,0 0 2 15,-1-1-3-15,1 1 1 0,-1 1-1 0,0-1 3 0,-1 1-3 16,1-1-1-16,0 1 0 0,-1 0-4 0,1 0-1 0,-1 0-1 0,0 1-4 15,0 0 0-15,0 0 1 0,1 0-2 0,0-1-1 0,0 1 2 0,0 0-7 16,0 0 1-16,-1 1-1 0,2-1-2 0,-1 0 3 0,0 0-2 16,1-1 0-16,-1 1 0 0,1 0-1 0,0-1 1 0,1 0 3 0,0 0-2 15,0 0 0-15,0 0 0 0,0 0-2 0,0 0 2 0,1 0-6 16,-1 1 5-16,0-1-6 0,1 1-2 0,0 0-6 0,0 0-3 0,1 0-8 16,-1 1-6-16,1 1-12 0,1 0-23 0,0 2-26 0,0-1-35 0,-2 1-25 15,3 0-35-15,1 0-211 0</inkml:trace>
  <inkml:trace contextRef="#ctx0" brushRef="#br0" timeOffset="176527.6">18448 11522 805 0,'-7'-6'59'16,"-2"1"-24"-16,-2 0-8 0,3 0-8 0,2 1-7 0,0 1-2 0,0 0-6 15,0 1 5-15,1 0 2 0,-1 0-2 0,0 1-3 0,-1 0 0 0,0 1-7 16,-1 1-3-16,-1 0 2 0,-1 2-3 0,2 0 4 0,-3 1 2 0,0 1-2 16,0-1 3-16,0 1-2 0,0-2 2 0,3 0 4 0,-2 0-5 15,1 0 5-15,1-1 3 0,-1 0 3 0,0-1 12 0,1 0 17 0,1-1 14 16,-1-1 24-16,1 0 16 0,-1-1 6 0,1-1 9 0,1 1-11 16,1-1-7-16,1 0-7 0,0 0-7 0,1 1-2 0,0-1-6 0,1-1-12 15,2 0-10-15,-2 1-13 0,1-1-7 0,1 1-5 0,1 0-2 0,0 0-6 16,0-1-3-16,-1 0 1 0,1 0-1 0,2 1 2 0,-1-1-1 15,1 0-2-15,0 0 4 0,1-1-1 0,-1 2-1 0,3-2-4 0,0 0-13 16,1 1-4-16,2-1 2 0,0 0 6 0,0-2 6 0,2 2 6 0,0-2 1 16,0 0-2-16,1 0 1 0,0-1-6 0,0 0-1 0,2-1-4 15,0-1 4-15,0 0 1 0,-1-1-3 0,1 1 3 0,-2-1-3 0,1 0 1 16,0 0 3-16,-1 0 0 0,1 0-4 0,0 2 3 0,-1-2 5 16,-1 1 0-16,0 1 0 0,0-1-2 0,0 1-3 0,-1 1 2 0,-2-1 2 15,1 1 1-15,-3 0-5 0,2-1 1 0,-2 0-1 0,2 0-4 0,0 0 4 16,0-2-3-16,3 0-4 0,-1-2-4 0,1-2 3 0,2 0-1 15,1-1 5-15,1-1-2 0,0-1-8 0,2 1 3 0,0-1-3 0,0 1 0 16,-2 1 3-16,0 1-3 0,0-1 5 0,-1 1 3 0,-3 2 3 0,0-1 4 16,-1 1-4-16,0 2-5 0,-3-1 5 0,0 3-4 0,0-1 1 15,-3 1 5-15,0 1-9 0,1 1 4 0,-2 0-3 0,0 1-1 0,0-1 5 16,-2 2 10-16,1 1-12 0,-1 0 12 0,0 0-3 0,-1 1-7 16,0-1 7-16,0 1-11 0,0 1 1 0,0-1 4 0,0 1 0 0,0 0-2 15,0 1-2-15,0-1-1 0,-1 1 3 0,1 0 0 0,0 0-3 0,0 0-1 16,0 0 3-16,0 0-1 0,-1 1 5 0,1-1-6 0,0 0 5 15,0 0-4-15,0 1-2 0,-1 0 8 0,1-1-7 0,0 1 3 0,-1-1-1 16,1 1-4-16,0 0 5 0,0 0 1 0,1 0-2 0,-1 0 1 0,-1-1-2 16,1 1-1-16,0 0 3 0,1 0-2 0,-1 0 1 0,1 0-5 15,-1 0 9-15,1 1-6 0,-1-1-1 0,1 0 6 0,0 0-5 0,0 0 6 16,0 0-1-16,-1 0-2 0,0 0 1 0,1 0-1 0,-1-1 5 16,0 1-2-16,0 0-5 0,0-1 2 0,0 1-1 0,-1-1-2 0,0 0 7 15,0 1-2-15,0-1-2 0,0 0 2 0,-1 0-9 0,1 0 4 0,-1 0 0 16,0 0-7-16,1 0 9 0,0 0-7 0,-1 0 3 0,0 1 4 15,0-1-9-15,0 0 9 0,1 0-7 0,0 0 0 0,-1 0 5 0,0 1-3 16,2-1 3-16,-2 0-4 0,1 0 6 0,-2 0-1 0,1-1 2 0,1 1 0 16,-1-1-4-16,0 1 2 0,1 0 2 0,-1 0 0 0,1 0-1 15,0 0-3-15,-1 1-2 0,1 0 5 0,0-1 1 0,-1 1-2 0,2-1-4 16,-1 1 1-16,1 1 2 0,-1-1 0 0,1 1-2 0,0 0-1 16,-1 0 2-16,1 0-2 0,0 1 1 0,0 1 0 0,0-2 1 0,0 2 1 15,1-1 0-15,-1-1-1 0,1 2 1 0,0 0 2 0,-1-1 1 0,0 0-2 16,1 0-2-16,0 0 2 0,0 1-7 0,0-1-3 0,0 1-2 15,0-2-2-15,0 2-1 0,-1-1-2 0,0 0-8 0,0 1-7 0,0 1-5 16,0-1-20-16,0 1-29 0,0 0-36 0,0 0-38 0,0 1-31 0,-1-1-44 16,1 1-47-16,-1 2-61 0,0 1-192 0</inkml:trace>
  <inkml:trace contextRef="#ctx0" brushRef="#br0" timeOffset="189561.31">17637 6812 1501 0,'3'4'33'0,"3"1"-41"0,3 0-15 0,5 0 7 0,2-1-4 16,2-1-4-16,1-1-1 0,4-1-13 0,2-1-12 0,2-2-24 0,2 0-36 16,0-1-31-16,0-1-21 0,0-1-5 0,3 0 20 0,-1-1 28 0,3 0 33 15,-1 0 34-15,2-2 24 0,-1 0 24 0,1-1 19 0,1 1 20 16,-1 0 30-16,3-1 20 0,-1 0 17 0,1-3 3 0,3 0-17 0,0-2-14 16,2-1-16-16,3 1-11 0,-1-3-6 0,2-1-11 0,1 1-5 15,2-3-9-15,1 0-7 0,0-1-3 0,3-1-1 0,-1-2-3 0,0 0 1 16,2-1 3-16,-1-1-3 0,1 0 3 0,-1 0-2 0,-2-1-2 0,-2-1 0 15,0 0-1-15,-1-2 6 0,0 1 1 0,-3-2 6 0,0 2 4 16,-3-2 1-16,0 0 1 0,-1-3-1 0,-2 2-4 0,1-3-2 0,-4 2 3 16,-3 0-2-16,1 0 4 0,-3 0-1 0,-1 0 1 0,-2-1 0 0,-2 0 6 15,-3 1-1-15,-1-2-1 0,-2 1 3 0,-4-2-2 0,-2 1-2 16,-3 1 5-16,-2-1-2 0,-3 1 2 0,-3-3 6 0,-3 1 0 0,-4 0 2 16,-2 2-6-16,-4 1 1 0,-2 0-3 0,-4 1 5 0,-4 1 3 15,-5 0-3-15,-3 1-1 0,-4 4-4 0,-2-1-5 0,-5 1 0 0,-2 2-1 16,-3 1-1-16,-6 2 5 0,-1 2 4 0,-4 2 7 0,-3 2 10 0,-2 2 1 15,-1 2 3-15,-5 1-5 0,-1 4-3 0,-2 2 4 0,-2 4-5 16,-2 4 6-16,-2 4 3 0,-3 5-7 0,-3 3 0 0,-1 6 6 0,-3 3-14 16,-1 4 1-16,-1 5-8 0,-2 4-12 0,1 3-1 0,-3 7-2 0,2 2 4 15,2 1-5-15,1 2-6 0,4-1-10 0,2 0-26 0,3-2-35 16,5-1-56-16,2-3-92 0,6-1-92 0,3-2-116 0,3 0-563 0</inkml:trace>
  <inkml:trace contextRef="#ctx0" brushRef="#br0" timeOffset="-211217.87">28962 9161 344 0,'35'6'12'0,"8"2"-13"15,15 2-5-15,0 0 2 0,-1-1 1 0,3 1 3 0,2 0 2 0,5-1-1 16,2 0-1-16,3-1 1 0,1-1-2 0,3 1 0 0,1-1-1 16,0 0 2-16,-1 0-1 0,-1-1 2 0,-1 0-1 0,-1-2-2 0,-3 0 2 15,0-1 0-15,-1-1-1 0,1-1 2 0,-1-1-1 0,0-1 0 16,-2 0 1-16,2-3 0 0,0 0 1 0,-1-3-6 0,2 1-12 0,1-2-11 15,2 0-53-15,-1-2-99 0</inkml:trace>
  <inkml:trace contextRef="#ctx0" brushRef="#br0" timeOffset="-204967.09">25427 13987 134 0,'-2'5'83'0,"1"1"-54"0,-1 1-6 15,0 0 2-15,1-2-2 0,0 0 4 0,0 1 8 0,0 0 9 0,0-1 11 16,0 2 9-16,0-2 12 0,1 1 13 0,-1-2 17 0,2-1 18 0,-2 0 20 16,2-1 22-16,-1-1 18 0,0 0 11 0,1-2 1 0,0 0-10 15,1-1-14-15,-1 0-25 0,3-3-19 0,-1 0-18 0,1-3-13 0,0-2-6 16,-2-1-18-16,1-1-8 0,1 0-11 0,0-2-11 0,-1-1-9 16,0-2-8-16,1 0-16 0,-2-1-7 0,1 0 15 0,-2 1-4 0,0-2 8 15,0 0 8-15,-1-1-14 0,0-2 1 0,-2 1-1 0,1-1-2 0,-3-1 2 16,0-1-1-16,-2 1 1 0,1-1-2 0,-4 0-3 0,2-2-6 15,-1 0 2-15,0 0 0 0,2-1 1 0,0 3-3 0,1 1-5 0,-1 2 4 16,1 3-6-16,1 1 4 0,0 3-2 0,0 2-8 0,2 3 12 0,1 4-4 16,-1 2 4-16,1 2-8 0,0 3-5 0,0 1 9 0,0 2-5 15,1 4 5-15,-1 6 0 0,2 3-6 0,0 6 3 0,0 6-3 0,1 5 1 16,-1 6-4-16,1 2 2 0,-1 3-6 0,1 1 3 0,-1 3-6 16,-1 1-9-16,1 1 14 0,1 0-1 0,0-2 7 0,1-2 17 0,1-3-12 15,0-4 0-15,2-4 2 0,0-1-6 0,2-3 9 0,2-1-1 0,-1-4-4 16,3-2-4-16,-1-2-1 0,0-3 0 0,-2 0 3 0,0-2-1 15,0-3-8-15,-1-1-3 0,-1-2-12 0,0-2-11 0,-2-3-13 0,0-2-17 16,-3-2-24-16,1-2-28 0,-2-1-33 0,-1-3-44 0,0-1-66 0,-1-3-79 16,-1 0-35-16,-1-4 0 0,-2-3 47 0,0-3 84 0,-1-2-130 15</inkml:trace>
  <inkml:trace contextRef="#ctx0" brushRef="#br0" timeOffset="-204384.09">25514 14006 416 0,'5'-6'267'0,"-2"1"-92"16,3-1 5-16,0 3 8 0,0 0-1 0,-1 1-6 0,1 1-23 15,0 1-15-15,-1 0-17 0,0 2-17 0,0 0-12 0,0 0-11 0,0 2-13 16,-1 1-16-16,0 0-11 0,-1 1-13 0,1 0-6 0,-1 0-10 0,0 0-6 16,-1 1-4-16,1 0 2 0,-1 0-2 0,-1-1-4 0,0 1 2 15,-1-1-4-15,-1 1 1 0,1-1-4 0,-1 1 10 0,0 1-3 0,-1 0 3 16,-1 0 2-16,0 2-10 0,1 0-2 0,-1 0 5 0,0 3 0 16,1 0-1-16,-1 1-4 0,0 1-2 0,1 0 5 0,0 2 4 0,0 0 3 15,0-1-3-15,0 0-4 0,1 1-1 0,0-1-1 0,2-1 9 0,-1-1-8 16,2 0 2-16,1-1 2 0,-1-1-2 0,0-1 4 0,0 0 1 15,2-1-4-15,0-2 4 0,1-1-2 0,2-1 3 0,-1-1 6 0,0 0-2 16,1-3 3-16,0 0 3 0,0-1 0 0,-1-2 0 16,2 0 2-16,0 0 5 0,0-2-5 0,1-1 2 0,-1 0-6 0,0-1-5 0,0-1 9 15,-2 0-3-15,2-1-2 0,-1 0 2 0,-1-2-3 0,0 0 1 0,-1 0 1 16,1 0-2-16,0-1-4 0,-1 0 0 0,1 0-1 0,-2 1-4 16,0 1-5-16,1 0 0 0,1 1-1 0,0 1-5 0,0 2-1 0,0 1 2 15,-1 2 2-15,0 0 4 0,0 1-7 0,-1 1 0 0,0 1 1 0,1 1 0 16,-3 1 3-16,3 0-1 0,0 2 1 0,-1 0-6 0,1 1 2 15,0-1 1-15,0 1 0 0,0-1 3 0,0 0-3 0,0 0 4 0,0 0 2 16,0 0 3-16,0-1 3 0,1-1-9 0,-1 0 2 0,2 0 3 0,-1-3 1 16,-1 1-3-16,1-1-2 0,1-1-3 0,0-1 8 0,0-1-1 15,0 1 7-15,1-3-1 0,1 0-6 0,-2-1 4 0,2 0-3 0,0 0-1 16,-1-1-3-16,1 0 2 0,-3 0 0 0,1 0 5 0,0 0 7 16,-1 0-1-16,0 0 0 0,-1-2-6 0,0 1 5 0,-2 0-2 0,-1-1 4 15,-1 1 0-15,-2-1-10 0,-1 0 5 0,-1 1-6 0,-2-1-1 0,-1-1-9 16,-2 1-7-16,0 0-4 0,-2 1 1 0,0 1 3 0,1 2 3 15,-2 1 4-15,-1 1-3 0,0 2 5 0,0 1 1 0,1 1 4 0,1 2 0 16,0 1 2-16,1 0 0 0,0 2-4 0,2 0 6 0,1 1-4 0,0-1 1 16,3 1-4-16,0-1-1 0,3 2 1 0,0 0-4 0,3-1 7 15,0 1 2-15,3 0 1 0,1-2 4 0,2 1-3 0,1-2-3 0,0 1 1 16,2-1 1-16,1 0-1 0,1 0-2 0,1-1-5 0,2 0 3 16,-1 0-10-16,2 0 2 0,0-1-2 0,0-1-11 0,-1 0-2 0,-1-1-20 15,-1 1-26-15,-1-2-29 0,-1 0-33 0,0-1-51 0,-1-1-61 0,0-1-73 16,-1-1-86-16,0-1-52 0,0-2 84 0,-1-2-148 0</inkml:trace>
  <inkml:trace contextRef="#ctx0" brushRef="#br0" timeOffset="-204183.09">26410 13691 2055 0,'-1'-13'392'0,"2"1"-266"0,0-3-6 0,1 6-35 0,0 2 3 15,1 3-2-15,-1 1-21 0,1 2 2 0,0 2-11 0,-1 2-7 0,1 1 11 16,-1 2-11-16,2 1-4 0,-2 4-6 0,2 3-17 0,-1 3-2 15,0 2-5-15,1 4-9 0,-1 2 5 0,0 1-4 0,0 4-3 0,0 1-1 16,0 3-12-16,1-1 20 0,-1 2-7 0,1 0-6 0,0 0 0 0,2 2-22 16,0-3-14-16,-1 1-22 0,3-2-21 0,0 2-27 0,1-2-23 15,0 0-20-15,2-3-25 0,0-1-98 0,-1-2-27 0,2 0-25 0,0 0 0 16,0 0 70-16,0-4 23 0,-2-2 18 0,2-2 28 0,-2-4 40 16,-1-3-139-16</inkml:trace>
  <inkml:trace contextRef="#ctx0" brushRef="#br0" timeOffset="-204001.09">26319 14211 2212 0,'-5'1'408'15,"-2"1"-214"-15,-1 1-43 0,3 0-56 0,3 0-20 0,1-1-9 0,2 0-21 16,1 1-15-16,2-1-10 0,2-1-15 0,1 1-1 0,0-1-4 0,4 0-9 16,0-1-13-16,2-1-13 0,0-2-15 0,0 0-6 0,2-3-14 15,2-1-14-15,0-2-17 0,-1 0-24 0,2 0-35 0,0-1-38 0,0-1-36 16,1-1-23-16,0 0-21 0,1-1 0 0,-1 0-15 0,1 0 3 15,1-1 66-15,-1-1-190 0</inkml:trace>
  <inkml:trace contextRef="#ctx0" brushRef="#br0" timeOffset="-203767.09">27145 13530 2729 0,'-4'-6'160'0,"2"1"-43"0,0-2-32 0,2 2-24 16,1 2-1-16,1 0-12 0,-1 1-19 0,0 2 1 0,1 0-5 15,-2 3-1-15,1 1 5 0,0 2 0 0,-1 3 1 0,0 1-6 0,-1 5-2 16,-1 4-11-16,0 3 4 0,1 3-8 0,-2 4 4 0,1 1 0 0,-1 3-7 16,0 2 0-16,0 2 0 0,0 1-1 0,1 0-10 0,0 1 12 15,1 1-1-15,-1-1-11 0,1 0 7 0,2-3-23 0,0-1-6 0,1 0-10 16,1-3-7-16,0 2-12 0,2-2 0 0,0-1-5 0,0-3-6 0,2-2 2 16,0-3-6-16,1-1 1 0,-1-1-10 0,2-3-27 0,0 2 2 15,0-2-4-15,1-1-3 0,1-2-18 0,0-1-50 0,-2-1-59 0,2-2-81 16,-1-2-47-16,-1-2-5 0,1-1 73 0,-2-2-114 0</inkml:trace>
  <inkml:trace contextRef="#ctx0" brushRef="#br0" timeOffset="-203300.09">26941 14155 2752 0,'-7'-5'183'0,"0"1"-37"0,0-2-38 0,3 1-33 15,4 3-11-15,1-1-22 0,0 1-13 0,2 0-7 0,1 1-17 0,0 1 4 16,3 0-5-16,1 0 3 0,2 0-1 0,0-1-4 0,2 1 0 15,0 0-1-15,2 0-1 0,1-1-1 0,0-1-18 0,1-1-14 0,2 0-8 16,1 0-14-16,-1-1-5 0,0 1-20 0,1-1-6 0,0 0 4 0,-2 1 0 16,1 1 8-16,-3 0 11 0,1 1 2 0,-2-1 3 0,0 2 7 15,-1 0 5-15,-1 0 12 0,0 0 8 0,-1 2 7 0,1 0 2 0,0 1 8 16,-1 0 13-16,-1 0 3 0,-1 0 8 0,1 0-1 0,-1 1 3 0,0-1 8 16,0 1 2-16,-1 0 7 0,1-1 1 0,-3 1 0 0,1 1-1 15,0 0 1-15,-2 1-2 0,0 1-5 0,1-1-5 0,-1 2-3 0,0-1-7 16,1 1-1-16,-1 1 3 0,1-1-5 0,-1 1-2 0,1 1 8 0,0-1-5 15,1-1 3-15,0 0 3 0,1-1 0 0,0-1-3 0,1-2 10 16,0 1 5-16,3-1-7 0,0 0 11 0,1-2-5 0,1 0-5 0,-3-1 7 16,2-1 7-16,0-1 4 0,0-1-5 0,-1-2-2 0,0 0-3 15,0-1-4-15,1 0 6 0,-2-2-15 0,1-2-9 0,-3-1 0 0,0-1-5 16,-1 0 7-16,-1 0-7 0,-2-1-2 0,-2 1 3 0,0-2-1 0,-3 1 3 16,0 0 3-16,-3 1 1 0,-1-1-8 0,-2 1-1 0,-2 0 2 15,-2 0-8-15,-1 2 6 0,-2-2-2 0,-1-1-4 0,0 2 6 0,0 0-4 16,1 3-7-16,-2 2 5 0,1 2-7 0,-1 2 2 0,2 1 16 0,-2 1-8 15,2 1 1-15,0 3 3 0,1 1-5 0,1 2 2 0,0 2-1 16,1 1-9-16,2 1 1 0,2-2 5 0,1 1-8 0,2 1 1 0,1-1 0 16,2 0-6-16,1 1 3 0,2-1-10 0,2 1-5 0,1 0-5 15,2-1-4-15,0 0-1 0,1-1-4 0,2 1 1 0,0-1-5 0,2 0-5 16,1-1-15-16,2 0-15 0,-1-2-21 0,1 1-27 0,1-2-48 0,0 1-56 16,-1-2-81-16,3 0-73 0,0 0-30 0,0-1 35 0,2-1-174 15</inkml:trace>
  <inkml:trace contextRef="#ctx0" brushRef="#br0" timeOffset="-202800.1">28192 14345 2221 0,'-2'0'1075'0,"1"1"-919"0,0-1-47 0,3 0-45 0,1 0-9 16,2 0 0-16,1 1-2 0,1 0-8 0,2 1-6 0,1 0-2 0,1 1 0 15,1-1 8-15,1 1 3 0,0 0-2 0,2 0-36 0,1-1-10 16,1 0 0-16,-1 0 0 0,2-1 0 0,0 0 0 0,0-1 0 0,2 0 0 15,-1-1 0-15,-1 0 0 0,0 0 0 0,-1 0 0 0,0 0 0 16,-3-1 0-16,2 0 0 0,-3 1 0 0,-1-1 0 0,-1 0 0 0,-1 1 0 16,0 0 0-16,-2 1 0 0,-1-1 0 0,-1 0 0 0,-1 1 0 0,-1-1 0 15,-1 2 0-15,0-1 0 0,-2-1 0 0,-1 1 0 0,0 0 0 16,-1 0 0-16,-1-1-70 0,1 0-58 0,-2 0-46 0,0-2-49 0,-1 0-65 16,0 0-78-16,-1-2-123 0,1 0-145 0,1-1 11 0,0-1-173 0</inkml:trace>
  <inkml:trace contextRef="#ctx0" brushRef="#br0" timeOffset="-202383.1">28810 14025 3542 0,'2'-5'141'0,"1"-1"-59"0,3-1-53 16,2 0-29-16,1-1 2 0,2-1 6 0,0 0-8 0,0 0 2 0,-1 1 0 15,0 1-8-15,-2 0 12 0,0 0-4 0,0 1-18 0,0 1-3 16,0 0-4-16,0 1 10 0,0 0 15 0,0 0-1 0,2 1-2 0,-1 1-7 15,1 1 4-15,0 1 2 0,0 0 4 0,1 2 0 0,1 1-2 0,-1 0 8 16,1 3 16-16,-3 0 11 0,1 0-6 0,-1 2-6 0,-2 0-23 16,0 0-4-16,0 3 6 0,-1 0 0 0,-1 1-11 0,-1 0-3 0,-1 0-4 15,-2 0 1-15,1 2 13 0,-2 0-6 0,0-1 5 0,-1 0-5 16,-1-1 0-16,-2 1 6 0,0 0-5 0,-2 0 9 0,0-2-6 0,0 2 6 16,-2 0 1-16,1 0 5 0,-1 0 2 0,-1 0 3 0,0 1 6 15,0-1 5-15,0 0 1 0,2-2 2 0,0-2 2 0,2 1-1 0,1-2 3 16,2 0-9-16,1-2 2 0,2 0-6 0,0-1 0 0,2-1 6 0,1-1-12 15,1 0-12-15,1-1 0 0,2 0 0 0,2-1 0 0,2-1 0 16,1 0 0-16,1 1 0 0,0-1 0 0,2-1 0 0,1 1 0 0,2-2 0 16,1 1 0-16,0-1 0 0,2-1 0 0,0 1 0 0,0-1 0 0,0 0 0 15,0 0 0-15,-2 1 0 0,0-1 0 0,0 1 0 0,0-1 0 16,0 0 0-16,-1 1 0 0,-1 0 0 0,-1 0 0 0,0-2 0 0,-1 2 0 16,-2-2 0-16,0 0 0 0,-1 1 0 0,-2-1 0 0,-2 1 0 0,1 0-100 15,-1-1-31-15,-2 0-25 0,-1 0-32 0,-2 0-49 0,-1 0-87 16,-1 0-136-16,-2-1-163 0,-1 0-41 0,-2-1 126 0,-1 0-2 0</inkml:trace>
  <inkml:trace contextRef="#ctx0" brushRef="#br0" timeOffset="-201683.1">27373 12423 897 0,'-86'6'151'0,"-9"4"-123"16,-23 4-28-16,10 3-5 0,12 3-1 0,-1 5 4 0,-1 6 8 0,-1 4 10 15,1 3 19-15,2 7 23 0,3 1 13 0,3 3 9 0,3 3-5 16,2 2-8-16,5 3 6 0,2 1 5 0,6 2 1 0,3 0-4 0,4 2-9 16,4 1-6-16,6 1-9 0,2 1-7 0,4 0-2 0,4 1-9 0,4 1 1 15,6-2-7-15,2 0-2 0,5-1-5 0,3-2-9 0,4 2 13 0,5 0-4 16,3 0 2-16,5-1 12 0,4-1-2 0,6-2 8 0,4-3 2 15,4-2-4-15,6-3 2 0,3-2-4 0,6-1-6 0,2 0-1 16,7-2-15-16,2-1-12 0,7-1-2 0,3 0-5 0,3-1-5 0,6-2-6 16,0 1-3-16,4-1-12 0,5-1-8 0,1-3-1 0,5 0-8 0,2-2-2 15,4 1 2-15,0-2 1 0,4-1 7 0,2-3 22 0,1-1 12 0,5-2 5 16,0 0 8-16,4-2-4 0,0-1-10 0,3 0 0 0,0-2 1 16,2 1-7-16,2-1 1 0,1-1-8 0,1 1-14 0,0 0-12 0,0-1-10 15,1-1 6-15,0-2 8 0,-1-1 8 0,1-4 18 0,-2-4 17 16,-1-1 19-16,-1-4 27 0,-3-3 17 0,2-3 13 0,-1-4 11 0,-1-3-4 15,0-1 9-15,0-5-2 0,-2-4-2 0,1-3-10 0,0-4-17 0,-1-2-18 16,-1-3-10-16,-2 0-8 0,1-3-6 0,-4-3-9 0,-1-2-11 16,-4-2 4-16,-5-1-13 0,-2 0 6 0,-5-1 3 0,-2-2 3 0,-4 0 12 15,-4-2 0-15,-2 0 2 0,-4-3-1 0,-3-1 2 0,-2 1 1 0,-2-2-2 16,-5 0-4-16,-1-1-6 0,-2-3-7 0,-6 2-2 0,-1-1-11 16,-7 0-4-16,-3 0-2 0,-5-1-2 0,-5 0 9 0,-2 0 2 0,-4 0 0 15,-4 0-3-15,-4 0 0 0,-3 0-10 0,-4-3 5 0,-4 0-2 16,-6 1-6-16,-5-2 7 0,-5 1 3 0,-7-3 8 0,-5 1 6 0,-4-1 12 15,-4 0 6-15,-6 0 3 0,-5-1 20 0,-5 1 11 0,-7-2 4 0,-3 3 10 16,-6-1-17-16,-2-1-6 0,-5 0-7 0,-3 0-13 0,-3 0-8 16,-2 2-33-16,-3 2 6 0,-2 2-10 0,0 1-5 0,-3 6 14 0,3 2-29 15,1 6-3-15,0 6-10 0,3 5-12 0,0 8-9 0,3 3-19 0,-1 7-25 16,2 5-28-16,-1 6-60 0,0 8-83 0,-1 5-90 0,-2 6-54 16,-1 3-86-16,-4 4 145 0</inkml:trace>
  <inkml:trace contextRef="#ctx0" brushRef="#br0" timeOffset="-59225.5">4850 4745 1 0,'-11'-14'62'0,"-3"0"275"0,-4 1 280 0,5 11-500 0,2 2-105 0,2 2-4 0,3 0-5 0,1 1-4 15,0 0 1-15,2 0 0 0,-1 0-1 0,0 1-2 0,2 0-4 16,0 1-2-16,1 1-3 0,2 3-7 0,2 0-2 0,1 1 2 0,1-1 5 16,1 0 7-16,1 1 4 0,1-2-1 0,1 0 4 0,0 1 1 0,3-1 10 15,2 0 6-15,2 0 6 0,1 0 4 0,3-2 2 0,3 2 2 16,2 1-1-16,2-1-2 0,0 0-6 0,4 1-1 0,-1-1-6 0,4 0 3 15,0 0-2-15,2 1-1 0,1 1-1 0,2 0 1 0,3 1 0 0,1-2 1 16,1 1 4-16,3 0 0 0,-2 0 6 0,3 0 4 0,1-1 2 16,4-1 13-16,1 0 6 0,3 0 6 0,1 2 7 0,1 1-4 0,5 0-5 15,1 1-5-15,3-2-2 0,1 1-7 0,2 0-5 0,3 0-6 0,2 0-3 16,0 0 3-16,6 0 1 0,0 2-5 0,1-1-4 0,2-1-6 16,-1 0-6-16,0-1-4 0,1 2 1 0,0 0-4 0,1 1 5 0,-2 0 2 15,1-1 1-15,0 3 5 0,-2 1 7 0,2 0-2 0,-3 0 6 0,1 2 5 16,0-1 3-16,0 0 1 0,-1-1 0 0,-2 0-11 0,1 1-10 15,-2 1-2-15,-1-1-8 0,0 3-1 0,-1 0-4 0,-2 1 2 0,-1 0-2 16,-2 2-9-16,0-1-20 0,-1 1-67 0,-1-1-106 0,0 2-157 16,0-2-132-16,-1 1 11 0,1-2-174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7T11:27:25.1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6539 7781 265 0,'-8'-3'206'0,"1"1"-165"0,0 0-13 0,3 1-11 16,3 1-10-16,2 0-7 0,1 0-5 0,2 0-5 0,1 0-5 15,0 0-7-15,2 0-5 0,-1 2-1 0,1-1 1 0,0 2 4 0,0-1 4 16,1 1-3-16,0 1-7 0,-1 0-19 0,1 0-23 0,-3 1 0 16,0-1 11-16,-1 1 23 0,0 0 22 0,1 0 22 0,-2 0 27 0,0 0 25 15,1-1 21-15,0 1-9 0,0-1-21 0,1 0-2 0,0 0-2 0,0 1 4 16,0-1 2-16,0-1 2 0,1 1 5 0,0 0 1 0,2-1 1 0,1 1 0 15,0 0-3-15,2-1-3 0,0 0-8 0,1 0 1 0,2 0-8 16,2-2 0-16,4 1-2 0,-1-2-7 0,4 0-2 0,3-2-5 0,0 0-2 16,3-1-2-16,2-1-3 0,1 0-3 0,0 0-1 0,3 0-3 15,-2 0-2-15,2 0 3 0,0 0-2 0,0 1 3 0,1-1 4 0,-3 1 3 16,3 0-1-16,-2 0 1 0,1 1 3 0,2-2-4 0,-2 2-2 0,2-1 3 16,0-1-6-16,-1 1-4 0,0-1 1 0,0 0-3 0,1 0-1 15,0-1 4-15,-1-1-3 0,1 0 5 0,0-1-1 0,3-1 4 0,-1-1 3 16,0-2-2-16,2 0 2 0,0 0-4 0,0-2-6 0,0 2 1 0,-1-2-3 15,-2 0-3-15,2 0 3 0,-2 0 1 0,-1 1-3 0,-1-1 3 16,0 0-3-16,1-1-2 0,-2 2 11 0,1 0-1 0,-2-1 1 0,-1 0 4 16,-1-2-12-16,1 0 3 0,1 0-1 0,-1-1-2 0,1 0 1 15,-3 0-4-15,1-1 2 0,-1 0 0 0,0-1-1 0,0 2 1 0,0-1 0 16,-2 0-1-16,0 1-1 0,-2-3 1 0,1 1-2 0,0-2 3 0,1 0 0 16,-3-1 1-16,2 1 0 0,-2-1 0 0,-2 0 3 0,2 2-3 15,-2-3 0-15,0 0-2 0,0 0-7 0,-2-1 6 0,0 1 1 0,-2 1-2 16,-4-1 1-16,0 0-1 0,-3 3 5 0,-1-3 2 0,-4 1 6 0,-2 0-1 15,-1 0-2-15,-2-1 2 0,-3 0-5 0,-3 0 5 0,-2 0-5 16,-1 0-1-16,-5-1 2 0,-3 2-4 0,-3-1 1 0,-4 0-2 0,-4 0-5 16,-4 0-5-16,-3-1 2 0,-3 3-7 0,-6 0-3 0,-5 0 0 15,-6 3-4-15,-4 0 4 0,-6 0 3 0,-4 1 0 0,-4 0 3 0,-5 1-1 16,-3 1 4-16,-2 0 1 0,-7 3 0 0,-1 0 5 0,-3 0 0 0,-2 2 2 16,-2 0 1-16,1 1 0 0,-3 1 0 0,2-1 1 0,0 1 3 15,1 1 1-15,3 0 2 0,0 0 0 0,3 1 2 0,3 0-1 0,0 1 4 16,3 1-2-16,0 0-4 0,3 0 1 0,1 1-3 0,1 2-2 15,-1 0 0-15,1 1-5 0,1 2 2 0,-1 0-7 0,0 1 1 0,0 1 6 16,1 2-5-16,0 2 9 0,-1 2-5 0,2 2-1 0,-2 0 12 0,-1 2-2 16,1 2 1-16,-3 1-1 0,2 0-5 0,-2 4-2 0,0 2 5 15,1 2-6-15,-4 4-2 0,-2 3-1 0,-1 2 5 0,-1 2 3 0,3 0 1 16,0 0-2-16,4 0 1 0,2 0-6 0,1 1 3 0,4 0-4 0,2-2-8 16,5-1 1-16,5 0 12 0,3 1 4 0,5-1 5 0,4 0-3 15,5-2-9-15,4-1-2 0,5-1-1 0,5 2 0 0,5-1-3 0,3 0-1 16,5-2 1-16,5-1-2 0,3-1-2 0,5 2-5 0,4-1 1 15,3 3-2-15,5-1-5 0,2 3-3 0,4-2-12 0,3 2-7 0,4 0-13 16,1 0-55-16,5 2-20 0,2-1-19 0,5 1-22 0,5-2 11 0,4 2-8 16,5-1-10-16,4-1 11 0,4 2 31 0,4-5-290 0</inkml:trace>
  <inkml:trace contextRef="#ctx0" brushRef="#br0" timeOffset="2882.82">21889 7822 644 0,'18'4'106'0,"-1"0"-39"0,3 0-21 0,-4-1-21 0,-3 0-20 0,-1 0-9 15,2 0-9-15,0 2-15 0,0 2-12 0,3 1-14 0,0 0-3 0,2 2 4 16,1 0 4-16,0 1 13 0,3-1 13 0,0-1 9 0,1 1 13 15,2-1 9-15,0-1 10 0,1-1 16 0,0 0 18 0,3-2 19 0,0 0 10 16,4-1 1-16,-1 0-6 0,0 0 0 0,1 0-2 0,2 0 6 0,0 0-2 16,1 1-5-16,3 0-4 0,0 1-9 0,0 1-7 0,4 0-6 15,-2 0-3-15,2 0 0 0,1 2-9 0,0-1-10 0,1 0-8 0,0 0-4 16,2-1-5-16,-1 0 1 0,0 0-2 0,0-1-1 0,0 0 2 16,0-1-1-16,-1-1-1 0,-1-1 5 0,-1-2 0 0,1-1 6 0,-1-1-1 15,0-3-3-15,2 0 2 0,-1-2-8 0,0 0-3 0,1 0 1 0,1-1-6 16,0-1 5-16,-1-1-4 0,0 0 0 0,1-1 3 0,-1-1-3 15,-2 1 4-15,-1 0-1 0,-1 0 1 0,0-1-3 0,-2 0 3 0,1 0-1 16,-4 0 1-16,-1-2 1 0,-1 1-3 0,-3-1 1 0,0 0-1 0,-4 0 0 16,-1-1 0-16,-3-1-4 0,0-1-5 0,-1 2 1 0,-3-2-2 15,-1 0-4-15,-3 0 4 0,-2 0-4 0,-4-1 1 0,-1-1 1 0,-2 0 2 16,-4 0-4-16,-1-1-2 0,-3 0 3 0,-3 2 0 0,-2-2 1 16,-2-1 3-16,-1-2-3 0,-5-3-1 0,-1-2 7 0,-4 1-5 0,-1-2 1 15,-2 0 3-15,-3-2-5 0,1 1 4 0,-4-3-3 0,-1 0 3 0,-2-1 2 16,-2 0-1-16,-2 1 1 0,0 0 0 0,-2 0 0 0,-2 0 1 15,-1 0 0-15,1 1-3 0,0 2 7 0,0 0-1 0,-2 1 4 0,1 2 5 16,-1-2-8-16,-2 1 5 0,1 0-3 0,-1 1 3 0,-2 0-3 0,-2 1-2 16,0 2 0-16,-2-1-4 0,-2 1 1 0,0-3 1 0,-2 1-3 15,-1 1 3-15,-1-1-2 0,-3 4 5 0,0-1-1 0,-3 0-5 0,-2 1 4 16,-1-1-4-16,-4 0 0 0,1 1 1 0,-4 1-5 0,-2 0 3 16,-1 3 1-16,0 0-1 0,-1 3 7 0,0 3 2 0,-2 3 6 0,0 2 8 15,2 1-7-15,1 4-1 0,2 1-4 0,3 5-2 0,2 1-4 0,2 2 2 16,4 5-5-16,1 1 6 0,2 3 4 0,2 0-3 0,1 3 1 15,3 1-2-15,0-1-3 0,0 2-4 0,3 1-8 0,1-1-7 0,2 2-7 16,1 0 2-16,1-1-5 0,1 3-21 0,1-1-34 0,1 1-43 0,1-2-34 16,2-1-27-16,0 1-23 0,4-3 29 0,-1 3 29 0,3 0-200 15</inkml:trace>
  <inkml:trace contextRef="#ctx0" brushRef="#br0" timeOffset="9083.03">11262 9232 899 0,'-9'0'112'0,"0"0"-11"0,-3 3-36 0,2 2-17 0,1 3-14 0,1 1-11 16,0 4-4-16,1 3 3 0,-1 4-1 0,-1 3 4 0,0 4 3 0,0 3 0 16,1 3 0-16,0 3 7 0,2 3 19 0,0 4 9 0,1 2 17 15,0 0 6-15,0 2-4 0,1 2-3 0,2 0-1 0,1 0-6 0,2 2 1 16,3-1 0-16,0-1-4 0,3-1-9 0,1 0-28 0,1-3-1 16,5 0-11-16,4-3-10 0,2-2 7 0,2 0-17 0,3-3-9 0,2-2-3 15,3 0-4-15,0-3-8 0,3-2-14 0,0-3-42 0,2 0-73 0,-1-1-129 16,0-2-116-16,-1 0-54 0,0-4 70 0,1-1-108 0</inkml:trace>
  <inkml:trace contextRef="#ctx0" brushRef="#br0" timeOffset="10067.03">12608 9416 1564 0,'-13'-17'402'0,"3"2"-406"15,-1 1 21-15,7 5-12 0,7 5-6 0,4 2-10 0,2 1-3 16,2 1 4-16,3 2 1 0,0 0 2 0,1 0-3 0,0 3-8 0,-1 1-3 15,0 0-8-15,-2 3-8 0,-1 2 1 0,-1 0-2 0,-1 1 7 16,-2-1 5-16,0-1 8 0,-2 1 9 0,-1-2 3 0,-1 0 6 0,-2 0 4 16,-1-1 3-16,-1 0 6 0,0 0 4 0,0-1 5 0,0 0 4 0,-2-1 5 15,-1 1 6-15,0-3 3 0,-2 0 6 0,-1-2 1 0,0 0 0 16,-1-1-1-16,-2-1-7 0,-1-1 3 0,-1 0-1 0,-1-3 3 0,0 0 6 16,-1-1-10-16,0-1 8 0,-1 1-8 0,-1 1-7 0,1-1 12 15,-3 1-9-15,0 0 0 0,0 1 0 0,-3 2-2 0,0 0 2 0,-1 1 5 16,-2 2 4-16,0 1 4 0,-1 2-3 0,1 0-1 0,2 2 8 0,1 2-9 15,1 0-5-15,3 2-3 0,0 0-14 0,1 3-8 0,1 3-2 0,3 1 0 16,-1 1-3-16,1 2 0 0,2 2-4 0,1-1-3 0,4 2-2 16,1 1 0-16,3 0 3 0,2 0 1 0,2-3-6 0,2 0 4 0,3-1 0 15,3-3-8-15,2 1 8 0,3-3-7 0,-1-2 0 0,4-2-1 16,1 0-4-16,1-1 3 0,3-2-3 0,0 0-4 0,2-2-2 0,2-3 1 16,-2 0 1-16,1-1 4 0,-2-2-2 0,-1-1-4 0,-2-1 6 0,-3-2 1 15,1-2 11-15,-1-1 3 0,-3-2 5 0,1-2 4 0,-1-2 0 16,0 0 1-16,-1-2-1 0,0 1 0 0,-1 0 1 0,-1-1-1 0,-1 1 0 15,0 3 4-15,1-1-3 0,-1 2 1 0,0 2-2 0,-1 2-5 0,0 1 3 16,0 3 2-16,1 1 0 0,0 3-5 0,-1 2 0 0,2 2-3 16,0 2-5-16,0 3 5 0,-1-1-3 0,0 3 1 0,-1 0-1 0,1 1 1 15,0-1-4-15,0 1 2 0,1 1-2 0,1 0 1 0,1-2-1 16,1 1-1-16,1-3 4 0,0 0-5 0,2-1 2 0,0-3 4 0,0-1-4 16,1-2 0-16,0-1 2 0,0-2-6 0,0-1 8 0,-1-2-1 0,-1-2 4 15,0-2 4-15,-2 0-7 0,-1-2 5 0,-2-2 0 0,1-1-6 16,0-2 6-16,-1-1 0 0,-3-1-1 0,-1 1 4 0,-1-2-6 0,-1 0-6 15,-2 1 5-15,0 0-3 0,-3 0 2 0,0 0 1 0,-3 0-5 0,-2 0 4 16,-3-1 1-16,-1-1 0 0,-2 1-5 0,-3-1 0 0,-1-2-1 16,-5 1-3-16,-1 1 4 0,0 5-2 0,-3-1-3 0,0 3 1 0,0 1-5 15,-1 2 0-15,0 2 5 0,1 2-3 0,0 1-4 0,2 0-3 16,0 1-6-16,2 1-10 0,2 2-18 0,3 1-28 0,1 1-42 0,2 1-38 16,3 2-51-16,1 1-49 0,4 2-100 0,2 1-99 0,4 3-37 0,2 0 99 15,4-1-151-15</inkml:trace>
  <inkml:trace contextRef="#ctx0" brushRef="#br0" timeOffset="10417.03">13947 9725 2413 0,'-13'-5'142'0,"2"2"-45"0,-1 0-35 16,4 4-16-16,5 3-22 0,1 3-15 0,0 2-6 0,2 2-3 0,1 4 3 15,-1 2-3-15,2 1 0 0,-1-1 2 0,2 1-5 0,0 0 3 0,2-1-2 16,0 1 4-16,1-1-2 0,2 0-5 0,0-1 0 0,1 0 3 16,0-1-3-16,0-1 7 0,1-3-1 0,0 0-7 0,1-2 3 0,1-1 1 15,1-1 0-15,1-2 6 0,0-1 4 0,0-2-3 0,2-2 1 0,1-2 4 16,0-1-3-16,-1-3 6 0,0 0 0 0,-1-1-1 0,-1-2-2 16,-1-1 0-16,-1 0 2 0,0-3-2 0,-1-1-3 0,-1-1 1 0,-2 0-5 15,0 0 3-15,-2-1-1 0,-1 0 0 0,-2 0 3 0,-3-1 1 16,-1-1-1-16,-4-1 1 0,-1-1-6 0,-4-2 2 0,0-2-3 0,-4 1 1 15,-2-2-1-15,-1 2 3 0,-2-1-2 0,-1 1-1 0,0 3 2 0,0 0-1 16,0 3-1-16,0 4 1 0,2 1-5 0,1 2 1 0,1 0-1 16,2 4-10-16,2 1-3 0,-1 3-4 0,2 1-1 0,0 1-4 0,-1 1-13 15,2 0-13-15,0 1-31 0,1 1-46 0,2 2-69 0,0 1-98 0,1 0-111 16,0 0-83-16,2-1 56 0,1-1-174 0</inkml:trace>
  <inkml:trace contextRef="#ctx0" brushRef="#br0" timeOffset="11117.03">14205 8879 2494 0,'-9'-10'144'0,"1"4"-58"0,1 0-34 0,6 7-24 16,3 3-10-16,2 3-9 0,2 4 9 0,2 4 0 0,1 4 3 16,1 4 2-16,0 3-8 0,-1 4-3 0,-1 2-5 0,1 4-5 0,-2 3-1 15,1 3-2-15,-1 2-3 0,-1-1-4 0,1-1-6 0,-1 0-8 0,0 1-11 16,1 0-20-16,0-2-20 0,0 1-21 0,1-2-27 0,0-1-29 15,1-1-23-15,0-1-22 0,-2-2-10 0,0-2-1 0,0-2 8 0,-1-4 20 16,1-3 35-16,0-4 43 0,0-3 40 0,0-3 32 0,0-3 21 16,0-3 17-16,1-3 18 0,0 0 25 0,0-2 26 0,0-2 24 0,0-1 21 15,0-1 11-15,0-1 9 0,-1-1-2 0,0 0-6 0,1-3-18 0,1 0-10 16,1-1-12-16,0 0-13 0,0 0-11 0,1-1-14 0,0 0-9 16,2 0-11-16,-1 1-7 0,0-3-4 0,0 1-10 0,1-1-3 0,1-1-6 15,1 2-2-15,0 0 1 0,2 1 1 0,2-1-8 0,1 0 1 0,0 0-1 16,0 0-4-16,0 0 7 0,-2 0-2 0,0 0 1 0,1-1 4 15,-3 0 1-15,2 0 4 0,-1-1 3 0,-3 1 7 0,-1-1 3 0,-2-1 15 16,-2 0 0-16,-1 0 4 0,-2 0-4 0,-1 0-10 0,-1-1-4 16,-1-1-13-16,-1 1 1 0,-2 1-6 0,-2 0 3 0,-1 0 10 0,-2 0-1 15,-2 2 6-15,-1-1-11 0,-1 3-4 0,-2 0 1 0,-1 1-8 0,-1 3 9 16,-2 1-2-16,0 2-3 0,-1 1 2 0,2 4-4 0,-2 0 0 16,1 4 6-16,1 2-6 0,1 1-8 0,1 5-6 0,0 2 11 0,1 3-1 15,0 6 6-15,3 3 5 0,-1 0-15 0,3 2 5 0,2 1-2 0,1 1-2 16,3 1 0-16,1 0-6 0,2 0-3 0,2-1-10 0,2-2-3 15,2-3-10-15,2 0-7 0,2-1-13 0,0-1-13 0,2-2-4 0,1-1-14 16,0-2-8-16,0-2-13 0,0-1 3 0,-3-2 14 0,2-3 18 16,0-3 30-16,-1-2 13 0,-2-4 18 0,-1-2 17 0,-1-3 9 0,0-2 7 15,-1-3 18-15,1-3 11 0,-1-2 13 0,1-2 15 0,1-4-2 0,1-3-7 16,0-2-8-16,0-2-8 0,-1-1-8 0,0 0 1 0,0-2-2 16,-1 1-11-16,0-1-5 0,1 0-6 0,-2 3-16 0,3 0 2 0,-1 3-3 15,2 4-8-15,0 2 4 0,-1 5-1 0,2 4-1 0,0 4 8 0,-1 4 1 16,-1 3 5-16,1 3 4 0,-1 2-2 0,0 1 2 0,1 2-3 15,-1 3-3-15,1 2 3 0,2-1-2 0,0 4 2 0,0 0-4 0,1 0 0 16,0 2 2-16,1-1-2 0,-2-2 6 0,1 0 5 0,0-2-4 16,0-2 8-16,-1-1-16 0,0-4-4 0,0-2 5 0,-1-2-6 0,-1-2 13 15,1-1 8-15,-2-3 0 0,-1-2 8 0,-1-1-4 0,-1-2 0 0,0-1-9 16,-1-1-3-16,1-3 8 0,0-2 1 0,-1-3-4 0,0-3 3 16,0 0-20-16,-1-5-3 0,0 0 11 0,1 0-11 0,-2-3 1 0,0 0-1 15,-1-1-6-15,0-1 2 0,1 2-4 0,0 0 3 0,1 0-9 0,-1 4-3 16,0 1-11-16,1 2-16 0,0 4-13 0,0 1-21 0,0 2-25 15,0 0-37-15,0 1-58 0,-2 0-76 0,0 1-101 0,-2 1-145 0,-1 0-75 16,0 1 124-16,-2 0-136 0</inkml:trace>
  <inkml:trace contextRef="#ctx0" brushRef="#br0" timeOffset="11767.02">15454 9674 2837 0,'-7'-3'132'0,"1"1"-46"15,2 2-52-15,3 2-13 0,2 3-3 0,2 2-6 0,2 4-3 0,1 2 6 16,2 3 5-16,0 0 6 0,1 4-3 0,0 1-3 0,-1 1-11 0,2 2-4 16,1-1-3-16,0 2-4 0,2 0 2 0,-1 0-2 0,1 1-1 15,-2-1-4-15,0-1-4 0,2 0 0 0,0-2-5 0,-1 0-8 0,1-2 1 16,-2-2 0-16,2-3 12 0,-1-1 17 0,0-1 6 0,-1-2-9 16,0-3-4-16,0 0-3 0,1-2-6 0,-1-2 17 0,1-1-2 0,0-2-2 15,0-2 3-15,1-1-6 0,1-1 3 0,1-3 1 0,0-1-1 0,1-1-1 16,0-2-2-16,1-1-2 0,0 0-1 0,2 1-3 0,0 0 10 15,0 1 8-15,1 1-3 0,0 0 0 0,-1 0-11 0,0 2 2 0,-1 0 0 16,-1 2-3-16,1 2 3 0,-2 0-8 0,0 2 5 0,-1 0-1 0,0 2-1 16,1 0 0-16,-1 1 3 0,-2 0 2 0,0 0-5 0,1 0 5 15,-1-1 0-15,1 0-2 0,-1-1 4 0,0-1-2 0,1 0-7 0,1-2 7 16,-1-1 0-16,2-1-9 0,1-2 0 0,1-1-1 0,-2-1-8 16,0-1 6-16,0-1 0 0,-2-1 9 0,-1-2 1 0,0-1 4 0,0 0 1 15,-2-3-1-15,-2 0 3 0,-2 0 2 0,-3 0-2 0,0 0 6 0,-3 1 3 16,-2 0 0-16,-1-1 0 0,-2 1 0 0,-1 0-4 0,-2 1-1 15,-1 0-4-15,-1 1-5 0,-2 1-1 0,-1 2-3 0,0 3 6 0,-2 1-8 16,0 1 1-16,-1 1-4 0,0 2-1 0,1 1-2 0,-2 1-2 16,1 1 0-16,1 1-9 0,1 1-5 0,0 1-6 0,1 2-13 0,1 0-9 15,0 1-18-15,2 1-30 0,-1 0-34 0,3 2-29 0,1-1-21 0,1 1-8 16,2 0-30-16,1-1-20 0,1 1-10 0,1-3 7 0,1 1 36 16,1-1 39-16,2-1 44 0,2-1 36 0,1 1 31 0,3-1 24 0,-1-1 14 15,3 0 12-15,2-1 4 0,0 0 6 0,4-1 5 0,-1 0 4 0,2 0 9 16,2-1 10-16,-2 1 9 0,3 0 13 0,2 2 10 0,0 1 8 15,3 0 6-15,-1 0-1 0,1 2-4 0,0 0-10 0,2 1-6 0,-2 0-3 16,1 2-7-16,-1-1-1 0,-3 2-2 0,-1 0 2 0,-2 2 10 0,-1 0 12 16,-1-1 15-16,-1 0 14 0,-3-2 9 0,-2-1 2 0,-1 0-3 15,-2-1-14-15,-2-1-20 0,-2-1-13 0,0 0-16 0,-2-1-3 0,0-1 0 16,-2-1 5-16,-1-1 21 0,0-2 3 0,-2-2 9 0,0-1-7 16,-1-2-15-16,-1-3-10 0,0-3-14 0,-2-1-6 0,0-3-9 0,-1-3 8 15,-1-3 5-15,-1-1 9 0,0-2 4 0,0-2 3 0,0-4 6 0,0-1 1 16,1-4-3-16,1 0-13 0,0-1-13 0,1 2-22 0,2 3-7 15,1 2-12-15,1 3-4 0,2 6 7 0,1 0-5 0,1 5 5 0,1 4 3 16,0 1-2-16,1 3-5 0,0 1-27 0,2 2-30 0,1 1-50 0,1 2-38 16,2 2-44-16,0 2-43 0,2 2-27 0,0 0-23 0,2 2 23 15,1 1 72-15,0 0-175 0</inkml:trace>
  <inkml:trace contextRef="#ctx0" brushRef="#br0" timeOffset="12300.02">16568 9945 2770 0,'-5'0'56'0,"0"0"-55"0,1 2-32 0,3 2-23 0,1 2-16 16,2 3-15-16,2 1-14 0,2 1 9 0,2 3 7 0,1-1 7 15,0-2-15-15,0 0-78 0,0-3-118 0,0 0-126 0,2-1-23 0,1 2-201 16</inkml:trace>
  <inkml:trace contextRef="#ctx0" brushRef="#br0" timeOffset="12550.02">17311 9429 730 0,'-4'-5'43'0,"0"1"-51"0,1-1-27 16,1 2-25-16,1 2-21 0,1 1-5 0,-1 0 7 0,0 2 16 16,1-1 22-16,-2 2 15 0,1-1 2 0,-1 1-57 0,1-1-83 0</inkml:trace>
  <inkml:trace contextRef="#ctx0" brushRef="#br0" timeOffset="13001.02">17567 9465 1668 0,'-7'-11'588'0,"1"0"-514"15,0 1-47-15,0 2-26 0,2 3-7 0,1 1-4 0,0 1-11 0,-1-1 1 16,-1 1 4-16,0-1 1 0,-2 1 10 0,-1 0 4 0,-1 0-7 16,-2 2-2-16,-1 0-6 0,-1 1-1 0,-2 1 4 0,0 1-3 0,-1 1 3 15,-1 1-2-15,0 2 2 0,-1 1 2 0,0 1 1 0,0 2 1 0,-1 0 1 16,2 2 8-16,1-1-2 0,0 0 2 0,1 0 2 0,2-1-7 15,3 2-3-15,2 0-8 0,3 1-8 0,1 0-4 0,2-1-2 0,2 0 5 16,2 0 7-16,2-1 3 0,2 1 14 0,1-1 3 0,2-1 5 0,2 1 6 16,2-1-5-16,3 1-1 0,0-1-2 0,-1 0-3 0,2 1 3 15,1 0 5-15,-1 0 1 0,-2 0 2 0,1-1 1 0,0-2-1 0,-1 1 7 16,-1 0 2-16,0 0 6 0,-2 0 2 0,-2 1 0 0,-1-1 7 0,-2-2-5 16,-1-1 1-16,-2 0-6 0,0-1-7 0,-2 1-4 0,-2 0-7 15,-1-1 3-15,-1 1-5 0,-1-1-7 0,-2 2 0 0,-1-1-10 0,0-1 3 16,-2 2 1-16,-2 0 0 0,0 1-2 0,-2-2 4 0,-2 2-4 15,1-2 4-15,-2 0-1 0,0 0-2 0,0-3-11 0,1 2-33 0,-2-1-53 16,1-1-79-16,-1-1-72 0,3-1-72 0,-2-1-41 0,1-1 50 0,-1-3-121 16</inkml:trace>
  <inkml:trace contextRef="#ctx0" brushRef="#br0" timeOffset="13235.02">17397 9125 2368 0,'-1'-10'251'16,"2"1"-184"-16,2-1-44 0,4 3-26 0,3 4-9 0,5 0 6 0,4 2 1 16,3 3 7-16,3 2 7 0,0 2 8 0,-1 2 9 0,1 2 2 15,0 3 5-15,1 3-5 0,1 5 10 0,-1 1-4 0,2 3 1 0,0 2 1 16,-1 0-5-16,0 5 5 0,1 1-4 0,1 5 0 0,1 3-10 16,-1 3-4-16,1 3-4 0,-2 7-2 0,1-1 7 0,-1 3-1 0,-3 1 2 15,0-1-3-15,-4-1-1 0,0 1-1 0,-3-2-3 0,-2 1 1 0,-2 1-20 16,-2-1 17-16,-3 3-4 0,-2-2-1 0,-2 2 6 0,-4 1-16 15,-2-2-22-15,-3 0-22 0,-3-3-53 0,-4-1-88 0,-4 1-120 0,-3-1-259 16,-7 3-190-16,-8 5-198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7C50-7E82-3C26-0477-A4961FAEF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8A38D-E4EC-0FE7-CCCA-A006A6BBE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A35E0-C383-1F7C-B4C3-84F492C1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87EDC-5E07-7D32-9947-32F3E764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75BD4-77E3-9618-D145-184F079D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4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E6F6-925A-3AE1-25F2-F5B405A1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AB789-9E0E-FAD3-63F6-58450E7ED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1CA1E-511E-2F62-AB5B-BD649BBE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EEBDB-CDBC-84E3-5E0A-E0CA10C8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DCC91-3425-C713-AF5A-0D3815C7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2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3BF3-D485-73B2-4849-2B6A13B1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728EF-1A68-BF86-0EF6-63463ABC0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778E7-8B22-6F3A-57EF-4B9F7E4C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792B1-AFAF-FF4F-4FB7-8217958D8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D57AC-E115-30F5-D6CD-1BB3AEB0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2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D641-B848-72EC-ACB8-21F225CB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31CD3-2CDC-11EC-4B82-B758FE31F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426C4-8602-DA5E-87A4-586C42E2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7AFC4-79BC-6E58-611E-CF521D40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D6BCA-0E6E-F514-6170-D00A963D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4413A-E90E-0324-611F-0B049D25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2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2704-F478-325F-C6A0-2AF8B1E0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69DBC-37A2-E0B0-2720-8D7C64145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7A6A1-79FC-FE54-1431-011A68A0B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2E294-0BF6-359B-38CB-22783A2F4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65B7D-9D3E-3D2F-9ECD-F0CD4816B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CF4A2-2559-4653-C17E-8A8D3BF0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E756B-2D95-BDD4-C25D-DC6DF520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A4A4FA-6DF7-988E-5FB8-077ACC49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93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A56B-2B41-1F71-3C54-314F3C89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11AFB-8085-660E-8BB3-ECAD60C0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1FB32-D34F-A252-3B49-4A0E95D9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C0128-C414-26AB-7B1F-F7BB4C55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0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2675DD-C529-9BB2-4C39-975B3AAD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AEBF1-581B-B103-412F-2858D817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814F-A167-7CD5-A786-05FC544D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5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3D4B-90A4-3E6C-3B74-D672E1700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A00EC-CBD2-F9C5-58EC-B503E4210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A9B81-24A3-3C3F-18D7-E6349CC9A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22FCE-73C7-5D62-622E-249809141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CB258-54C1-FA19-838B-AD081F1F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462CD-9305-7999-DC31-AE5735BE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1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CB8E-B6CF-7900-4FB5-183B65881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C2554F-38EE-8D81-F53E-B6B806C39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8DF81-BF45-E760-ABAF-6EC35D1D6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60C2D-0168-165F-D3E9-B240515D1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DEA4F-FF60-5DC8-7AD1-7EE86D52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52684-D2AE-7D1A-8EDE-F39283A6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1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6B0B-B0BC-8DF6-6566-F158330E5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8AF730-EF2F-67AA-098D-5697F7CA2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B6B21-A0FD-7F48-A6DD-FE1E29771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F0BF6-39C5-C86D-7B29-A97F4DC29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9B0A1-2E1B-EB48-F691-0F7EE44D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16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705350-90C4-614F-E8D7-4A6223731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BF40A-D397-B1A4-05D1-F862CAB3A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ACA09-7873-0A6B-D7D5-BAD41C33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0E2E2-D4AC-2CBE-C11E-6C374553E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65772-BB47-B318-B95A-A10CAEB9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3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5F5EB-60F2-343B-6318-60451230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F0B59-0C4E-D5CD-7BE9-68EFA370B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C9153-DC6A-CB29-8115-A263056C0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D2368-47E6-4D58-90D3-A52F1C8525E0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8C557-442A-99BC-6465-CCDB45CDB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36E5A-8C3A-722E-3DC1-1D7D27EDF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7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7361B-7EE2-254C-90A7-7484558F0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1-dars(Model Building)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4D201-C627-BABE-27F9-A7A8A0AE5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9820"/>
            <a:ext cx="9144000" cy="607979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F23BDD-E9F3-A72A-B273-6467CF0ECE00}"/>
                  </a:ext>
                </a:extLst>
              </p14:cNvPr>
              <p14:cNvContentPartPr/>
              <p14:nvPr/>
            </p14:nvContentPartPr>
            <p14:xfrm>
              <a:off x="9424800" y="6067080"/>
              <a:ext cx="15480" cy="31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F23BDD-E9F3-A72A-B273-6467CF0ECE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5440" y="6057720"/>
                <a:ext cx="34200" cy="5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8021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BC77-1FDE-9ABE-BE35-1772E89B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A960B-7877-EF27-C775-1DE347264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Building </a:t>
            </a:r>
            <a:r>
              <a:rPr lang="en-US" dirty="0" err="1"/>
              <a:t>nima</a:t>
            </a:r>
            <a:r>
              <a:rPr lang="en-US" dirty="0"/>
              <a:t>?</a:t>
            </a:r>
          </a:p>
          <a:p>
            <a:r>
              <a:rPr lang="en-US" dirty="0"/>
              <a:t>Yangi </a:t>
            </a:r>
            <a:r>
              <a:rPr lang="en-US" dirty="0" err="1"/>
              <a:t>oyimiz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plan</a:t>
            </a:r>
          </a:p>
          <a:p>
            <a:r>
              <a:rPr lang="en-US" dirty="0" err="1"/>
              <a:t>Qoidalar</a:t>
            </a:r>
            <a:endParaRPr lang="en-US" dirty="0"/>
          </a:p>
          <a:p>
            <a:r>
              <a:rPr lang="en-US" dirty="0"/>
              <a:t>Model Evaluation</a:t>
            </a:r>
          </a:p>
          <a:p>
            <a:r>
              <a:rPr lang="en-US" dirty="0" err="1"/>
              <a:t>Funksiya</a:t>
            </a:r>
            <a:endParaRPr lang="en-US" dirty="0"/>
          </a:p>
          <a:p>
            <a:r>
              <a:rPr lang="en-US" dirty="0" err="1"/>
              <a:t>Funksiya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ML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6DFA82-5F77-EC43-8CD9-7A496433C8F8}"/>
                  </a:ext>
                </a:extLst>
              </p14:cNvPr>
              <p14:cNvContentPartPr/>
              <p14:nvPr/>
            </p14:nvContentPartPr>
            <p14:xfrm>
              <a:off x="969840" y="1343160"/>
              <a:ext cx="5649120" cy="4202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6DFA82-5F77-EC43-8CD9-7A496433C8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0480" y="1333800"/>
                <a:ext cx="5667840" cy="422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239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24A9D-7DC6-128C-B542-F633FED8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/>
              <a:t>Model Building </a:t>
            </a:r>
            <a:r>
              <a:rPr lang="en-US" b="1" dirty="0" err="1"/>
              <a:t>nima</a:t>
            </a:r>
            <a:r>
              <a:rPr lang="en-US" b="1" dirty="0"/>
              <a:t>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C0257F0-33E3-20F2-57E6-140A5D338114}"/>
                  </a:ext>
                </a:extLst>
              </p14:cNvPr>
              <p14:cNvContentPartPr/>
              <p14:nvPr/>
            </p14:nvContentPartPr>
            <p14:xfrm>
              <a:off x="3581640" y="3154320"/>
              <a:ext cx="3537720" cy="777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C0257F0-33E3-20F2-57E6-140A5D3381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2280" y="3144960"/>
                <a:ext cx="3556440" cy="79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11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BDA-49FA-8F85-1DAF-66701323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</a:t>
            </a:r>
            <a:r>
              <a:rPr lang="en-US" dirty="0" err="1"/>
              <a:t>nima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F798B-F8C5-A137-D3ED-DC9EA8F78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 – </a:t>
            </a:r>
            <a:r>
              <a:rPr lang="en-US" dirty="0" err="1"/>
              <a:t>Retesept</a:t>
            </a:r>
            <a:endParaRPr lang="en-US" dirty="0"/>
          </a:p>
          <a:p>
            <a:r>
              <a:rPr lang="en-US" dirty="0"/>
              <a:t>Model ------ House Prediction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23A361-787C-DADE-BA6A-CA3B05543707}"/>
                  </a:ext>
                </a:extLst>
              </p14:cNvPr>
              <p14:cNvContentPartPr/>
              <p14:nvPr/>
            </p14:nvContentPartPr>
            <p14:xfrm>
              <a:off x="394920" y="1513080"/>
              <a:ext cx="9999360" cy="5300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23A361-787C-DADE-BA6A-CA3B055437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560" y="1503720"/>
                <a:ext cx="10018080" cy="531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1531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F42E-31C8-C615-CCE7-CB504BBC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1AEF-D709-F1CC-2114-A44457C6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/>
              <a:t>Yangi </a:t>
            </a:r>
            <a:r>
              <a:rPr lang="en-US" b="1" dirty="0" err="1"/>
              <a:t>oyimiz</a:t>
            </a:r>
            <a:r>
              <a:rPr lang="en-US" b="1" dirty="0"/>
              <a:t> </a:t>
            </a:r>
            <a:r>
              <a:rPr lang="en-US" b="1" dirty="0" err="1"/>
              <a:t>uchun</a:t>
            </a:r>
            <a:r>
              <a:rPr lang="en-US" b="1" dirty="0"/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1049721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6381-303C-CDAD-7ADD-83C9CD21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598B-D41C-225D-9EE0-BF4230E09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 err="1"/>
              <a:t>Qoidalar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3679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6B8D-9135-5BA7-A7F2-3E626E9F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Qoidalar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730E-46D6-0A87-85E3-FED1DF45B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Darsga</a:t>
            </a:r>
            <a:r>
              <a:rPr lang="en-US" dirty="0"/>
              <a:t> </a:t>
            </a:r>
            <a:r>
              <a:rPr lang="en-US" dirty="0" err="1"/>
              <a:t>o’z</a:t>
            </a:r>
            <a:r>
              <a:rPr lang="en-US" dirty="0"/>
              <a:t>  </a:t>
            </a:r>
            <a:r>
              <a:rPr lang="en-US" dirty="0" err="1"/>
              <a:t>vaqtida</a:t>
            </a:r>
            <a:r>
              <a:rPr lang="en-US" dirty="0"/>
              <a:t> </a:t>
            </a:r>
            <a:r>
              <a:rPr lang="en-US" dirty="0" err="1"/>
              <a:t>kiring</a:t>
            </a:r>
            <a:endParaRPr lang="en-US" dirty="0"/>
          </a:p>
          <a:p>
            <a:r>
              <a:rPr lang="en-US" dirty="0" err="1"/>
              <a:t>Vazifalarni</a:t>
            </a:r>
            <a:r>
              <a:rPr lang="en-US" dirty="0"/>
              <a:t> </a:t>
            </a:r>
            <a:r>
              <a:rPr lang="en-US" dirty="0" err="1"/>
              <a:t>o’z</a:t>
            </a:r>
            <a:r>
              <a:rPr lang="en-US" dirty="0"/>
              <a:t> </a:t>
            </a:r>
            <a:r>
              <a:rPr lang="en-US" dirty="0" err="1"/>
              <a:t>vaqtida</a:t>
            </a:r>
            <a:r>
              <a:rPr lang="en-US" dirty="0"/>
              <a:t> </a:t>
            </a:r>
            <a:r>
              <a:rPr lang="en-US" dirty="0" err="1"/>
              <a:t>topshiring</a:t>
            </a:r>
            <a:endParaRPr lang="en-US" dirty="0"/>
          </a:p>
          <a:p>
            <a:r>
              <a:rPr lang="en-US" dirty="0" err="1"/>
              <a:t>Ikkinchi</a:t>
            </a:r>
            <a:r>
              <a:rPr lang="en-US" dirty="0"/>
              <a:t> </a:t>
            </a:r>
            <a:r>
              <a:rPr lang="en-US" dirty="0" err="1"/>
              <a:t>darsga</a:t>
            </a:r>
            <a:r>
              <a:rPr lang="en-US" dirty="0"/>
              <a:t> </a:t>
            </a:r>
            <a:r>
              <a:rPr lang="en-US" dirty="0" err="1"/>
              <a:t>kirishdan</a:t>
            </a:r>
            <a:r>
              <a:rPr lang="en-US" dirty="0"/>
              <a:t> </a:t>
            </a:r>
            <a:r>
              <a:rPr lang="en-US" dirty="0" err="1"/>
              <a:t>oldin</a:t>
            </a:r>
            <a:r>
              <a:rPr lang="en-US" dirty="0"/>
              <a:t> </a:t>
            </a:r>
            <a:r>
              <a:rPr lang="en-US" dirty="0" err="1"/>
              <a:t>to’lov</a:t>
            </a:r>
            <a:endParaRPr lang="en-US" dirty="0"/>
          </a:p>
          <a:p>
            <a:r>
              <a:rPr lang="en-US" dirty="0" err="1"/>
              <a:t>Darslar</a:t>
            </a:r>
            <a:r>
              <a:rPr lang="en-US" dirty="0"/>
              <a:t>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boriladi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2 ta 40 </a:t>
            </a:r>
            <a:r>
              <a:rPr lang="en-US" dirty="0" err="1"/>
              <a:t>minutlik</a:t>
            </a:r>
            <a:r>
              <a:rPr lang="en-US" dirty="0"/>
              <a:t> </a:t>
            </a:r>
            <a:r>
              <a:rPr lang="en-US" dirty="0" err="1"/>
              <a:t>dars</a:t>
            </a:r>
            <a:endParaRPr lang="en-US" dirty="0"/>
          </a:p>
          <a:p>
            <a:pPr lvl="1"/>
            <a:r>
              <a:rPr lang="en-US" dirty="0" err="1"/>
              <a:t>Darsdan</a:t>
            </a:r>
            <a:r>
              <a:rPr lang="en-US" dirty="0"/>
              <a:t> </a:t>
            </a:r>
            <a:r>
              <a:rPr lang="en-US" dirty="0" err="1"/>
              <a:t>keyingi</a:t>
            </a:r>
            <a:r>
              <a:rPr lang="en-US" dirty="0"/>
              <a:t> </a:t>
            </a:r>
            <a:r>
              <a:rPr lang="en-US" dirty="0" err="1"/>
              <a:t>vazifalar</a:t>
            </a:r>
            <a:r>
              <a:rPr lang="en-US" dirty="0"/>
              <a:t> </a:t>
            </a:r>
            <a:r>
              <a:rPr lang="en-US" dirty="0" err="1"/>
              <a:t>taxlili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yordam</a:t>
            </a:r>
            <a:endParaRPr lang="en-US" dirty="0"/>
          </a:p>
          <a:p>
            <a:pPr lvl="1"/>
            <a:r>
              <a:rPr lang="en-US" dirty="0" err="1"/>
              <a:t>Darsimiz</a:t>
            </a:r>
            <a:r>
              <a:rPr lang="en-US" dirty="0"/>
              <a:t> </a:t>
            </a:r>
            <a:r>
              <a:rPr lang="en-US" dirty="0" err="1"/>
              <a:t>yo’q</a:t>
            </a:r>
            <a:r>
              <a:rPr lang="en-US" dirty="0"/>
              <a:t> </a:t>
            </a:r>
            <a:r>
              <a:rPr lang="en-US" dirty="0" err="1"/>
              <a:t>kunlari</a:t>
            </a:r>
            <a:r>
              <a:rPr lang="en-US" dirty="0"/>
              <a:t> team leader </a:t>
            </a:r>
            <a:r>
              <a:rPr lang="en-US" dirty="0" err="1"/>
              <a:t>boshchiligida</a:t>
            </a:r>
            <a:r>
              <a:rPr lang="en-US" dirty="0"/>
              <a:t> coding  </a:t>
            </a:r>
            <a:r>
              <a:rPr lang="en-US" dirty="0" err="1"/>
              <a:t>rivojlantirish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savol</a:t>
            </a:r>
            <a:r>
              <a:rPr lang="en-US" dirty="0"/>
              <a:t> </a:t>
            </a:r>
            <a:r>
              <a:rPr lang="en-US" dirty="0" err="1"/>
              <a:t>javob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ACBCBF-A1C3-F1CB-0B36-A777D31378A0}"/>
                  </a:ext>
                </a:extLst>
              </p14:cNvPr>
              <p14:cNvContentPartPr/>
              <p14:nvPr/>
            </p14:nvContentPartPr>
            <p14:xfrm>
              <a:off x="1799280" y="1842480"/>
              <a:ext cx="8126640" cy="431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ACBCBF-A1C3-F1CB-0B36-A777D31378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9920" y="1833120"/>
                <a:ext cx="8145360" cy="433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2767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439AE-6711-90D7-16E6-54C33C9F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F154-B9D2-812B-66CB-9448DC83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/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2761454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FA5F0-4ED6-4432-03AA-06E757A72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8FE1D-DC77-2CB8-0413-ACA71140A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5775B-916D-E2B8-DF16-94B0E9026A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Accuracy_score</a:t>
            </a:r>
            <a:r>
              <a:rPr lang="en-US" dirty="0"/>
              <a:t>, Classification report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50CC9-7A57-5D47-46E7-1D98D0A15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71B40-7CD3-2677-FB95-8631C3671C4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R2, </a:t>
            </a:r>
            <a:r>
              <a:rPr lang="en-US" dirty="0" err="1"/>
              <a:t>mse</a:t>
            </a:r>
            <a:r>
              <a:rPr lang="en-US" dirty="0"/>
              <a:t>, </a:t>
            </a:r>
            <a:r>
              <a:rPr lang="en-US" dirty="0" err="1"/>
              <a:t>rmse</a:t>
            </a:r>
            <a:r>
              <a:rPr lang="en-US" dirty="0"/>
              <a:t>, </a:t>
            </a:r>
            <a:r>
              <a:rPr lang="en-US" dirty="0" err="1"/>
              <a:t>mae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804D86D-F4D8-A438-E38F-FF77E41EF8FE}"/>
                  </a:ext>
                </a:extLst>
              </p14:cNvPr>
              <p14:cNvContentPartPr/>
              <p14:nvPr/>
            </p14:nvContentPartPr>
            <p14:xfrm>
              <a:off x="646920" y="471240"/>
              <a:ext cx="11546280" cy="6387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804D86D-F4D8-A438-E38F-FF77E41EF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7560" y="461880"/>
                <a:ext cx="11565000" cy="640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306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507F3-9CE3-A71E-A9FC-1BDB0CC8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4CE6-ECC9-5A85-C39C-24F1603C1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 err="1"/>
              <a:t>Funksiya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0713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2135-8885-324F-BA93-CDE6B6F4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Funksiya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F82CE-9156-E4FC-424B-BA53200F5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Qayta</a:t>
            </a:r>
            <a:r>
              <a:rPr lang="en-US" dirty="0"/>
              <a:t> </a:t>
            </a:r>
            <a:r>
              <a:rPr lang="en-US" dirty="0" err="1"/>
              <a:t>foydalana</a:t>
            </a:r>
            <a:r>
              <a:rPr lang="en-US" dirty="0"/>
              <a:t> </a:t>
            </a:r>
            <a:r>
              <a:rPr lang="en-US" dirty="0" err="1"/>
              <a:t>oladigan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biron</a:t>
            </a:r>
            <a:r>
              <a:rPr lang="en-US" dirty="0"/>
              <a:t> </a:t>
            </a:r>
            <a:r>
              <a:rPr lang="en-US" dirty="0" err="1"/>
              <a:t>vazifani</a:t>
            </a:r>
            <a:r>
              <a:rPr lang="en-US" dirty="0"/>
              <a:t> </a:t>
            </a:r>
            <a:r>
              <a:rPr lang="en-US" dirty="0" err="1"/>
              <a:t>bajaradigan</a:t>
            </a:r>
            <a:r>
              <a:rPr lang="en-US" dirty="0"/>
              <a:t> 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blogi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09C6B-3DE8-E0D3-211F-750817C14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474" y="3453319"/>
            <a:ext cx="4448175" cy="2543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742769B-9AB3-A801-5808-114BD439232D}"/>
                  </a:ext>
                </a:extLst>
              </p14:cNvPr>
              <p14:cNvContentPartPr/>
              <p14:nvPr/>
            </p14:nvContentPartPr>
            <p14:xfrm>
              <a:off x="1140480" y="1462680"/>
              <a:ext cx="10687320" cy="4890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742769B-9AB3-A801-5808-114BD43923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1120" y="1453320"/>
                <a:ext cx="10706040" cy="49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7994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C56D-9D48-24EE-5FB3-527C0727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4FC3-7E86-0CF4-A722-EC425CCDC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 err="1"/>
              <a:t>Funksiya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ML</a:t>
            </a:r>
          </a:p>
        </p:txBody>
      </p:sp>
    </p:spTree>
    <p:extLst>
      <p:ext uri="{BB962C8B-B14F-4D97-AF65-F5344CB8AC3E}">
        <p14:creationId xmlns:p14="http://schemas.microsoft.com/office/powerpoint/2010/main" val="1142876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670B-0D38-3B8A-74A3-279DB45F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0A18E-8D30-3A28-4C7B-DB1C23B0C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Preprocessingni</a:t>
            </a:r>
            <a:r>
              <a:rPr lang="en-US" dirty="0"/>
              <a:t> </a:t>
            </a:r>
            <a:r>
              <a:rPr lang="en-US" dirty="0" err="1"/>
              <a:t>funksiya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  <a:p>
            <a:r>
              <a:rPr lang="en-US" dirty="0" err="1"/>
              <a:t>Classificationga</a:t>
            </a:r>
            <a:r>
              <a:rPr lang="en-US" dirty="0"/>
              <a:t> </a:t>
            </a:r>
            <a:r>
              <a:rPr lang="en-US" dirty="0" err="1"/>
              <a:t>bilgan</a:t>
            </a:r>
            <a:r>
              <a:rPr lang="en-US" dirty="0"/>
              <a:t> </a:t>
            </a:r>
            <a:r>
              <a:rPr lang="en-US" dirty="0" err="1"/>
              <a:t>algorithmiz</a:t>
            </a:r>
            <a:r>
              <a:rPr lang="en-US" dirty="0"/>
              <a:t> bn model </a:t>
            </a:r>
            <a:r>
              <a:rPr lang="en-US" dirty="0" err="1"/>
              <a:t>yasang</a:t>
            </a:r>
            <a:endParaRPr lang="en-US" dirty="0"/>
          </a:p>
          <a:p>
            <a:r>
              <a:rPr lang="en-US" dirty="0" err="1"/>
              <a:t>Funksiyaga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misollarni</a:t>
            </a:r>
            <a:r>
              <a:rPr lang="en-US" dirty="0"/>
              <a:t> </a:t>
            </a:r>
            <a:r>
              <a:rPr lang="en-US" dirty="0" err="1"/>
              <a:t>ishlang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D28FF3-1207-0717-521B-185684264C3A}"/>
                  </a:ext>
                </a:extLst>
              </p14:cNvPr>
              <p14:cNvContentPartPr/>
              <p14:nvPr/>
            </p14:nvContentPartPr>
            <p14:xfrm>
              <a:off x="1431360" y="2274840"/>
              <a:ext cx="7458480" cy="1606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D28FF3-1207-0717-521B-185684264C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2000" y="2265480"/>
                <a:ext cx="7477200" cy="162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9444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9EAC02-F2CE-A23F-E254-59FFAE263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77" y="83889"/>
            <a:ext cx="12004646" cy="3120705"/>
          </a:xfrm>
        </p:spPr>
      </p:pic>
    </p:spTree>
    <p:extLst>
      <p:ext uri="{BB962C8B-B14F-4D97-AF65-F5344CB8AC3E}">
        <p14:creationId xmlns:p14="http://schemas.microsoft.com/office/powerpoint/2010/main" val="280365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136</Words>
  <Application>Microsoft Office PowerPoint</Application>
  <PresentationFormat>Widescreen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1-dars(Model Building)</vt:lpstr>
      <vt:lpstr>Bugun</vt:lpstr>
      <vt:lpstr>Model Building nima?</vt:lpstr>
      <vt:lpstr>Model Building nima?</vt:lpstr>
      <vt:lpstr>Yangi oyimiz uchun plan</vt:lpstr>
      <vt:lpstr>Qoidalar</vt:lpstr>
      <vt:lpstr>Qoidalar</vt:lpstr>
      <vt:lpstr>Model Evaluation</vt:lpstr>
      <vt:lpstr>Model Evaluation</vt:lpstr>
      <vt:lpstr>Funksiya</vt:lpstr>
      <vt:lpstr>Funksiya</vt:lpstr>
      <vt:lpstr>Funksiya va ML</vt:lpstr>
      <vt:lpstr>Vazifa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RAZZOKOV OTABEK ALISHER UGLI</cp:lastModifiedBy>
  <cp:revision>2</cp:revision>
  <dcterms:created xsi:type="dcterms:W3CDTF">2025-07-17T06:44:25Z</dcterms:created>
  <dcterms:modified xsi:type="dcterms:W3CDTF">2025-07-18T19:00:42Z</dcterms:modified>
</cp:coreProperties>
</file>