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4" r:id="rId8"/>
    <p:sldId id="263" r:id="rId9"/>
    <p:sldId id="278" r:id="rId10"/>
    <p:sldId id="270" r:id="rId11"/>
    <p:sldId id="265" r:id="rId12"/>
    <p:sldId id="266" r:id="rId13"/>
    <p:sldId id="267" r:id="rId14"/>
    <p:sldId id="268" r:id="rId15"/>
    <p:sldId id="274" r:id="rId16"/>
    <p:sldId id="275" r:id="rId17"/>
    <p:sldId id="276" r:id="rId18"/>
    <p:sldId id="277" r:id="rId19"/>
    <p:sldId id="279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1:04:23.2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4228 6386 87 0,'-12'-3'13'0,"0"0"3"16,-2-1 5-16,2 0 3 0,4 2-2 0,0 0 4 0,0 0-8 15,2 0-3-15,1 0-4 0,0 1-6 0,2 1-2 0,0-1-2 0,0 2 0 16,2 0-4-16,0 1 0 0,1 0-1 0,0 0 0 0,2 1 1 0,0-1 2 15,0 1-1-15,2-1 2 0,0 0-1 0,0 0 1 0,1 1 1 0,1 0-1 16,0-1 0-16,0 0-1 0,1-1 1 0,-1 0-1 0,0 1 2 16,1-1 1-16,0 1 1 0,-1 0 0 0,0-1 1 0,1 0 1 0,-1-1-1 15,1 0 3-15,1-1-2 0,2 0 2 0,1-1 1 0,1-1-2 16,1 1 4-16,0-2-2 0,2 1 2 0,0-1-1 0,2-1-2 0,-2-1 0 16,2-2 0-16,2 0 0 0,-1 1 2 0,0-1 0 0,2 2-1 0,0 0 2 15,-1-1-2-15,2 2-1 0,-3-1-2 0,-2 0-2 0,1 2 1 16,-1-1 0-16,1 2-1 0,-2 0 1 0,1 2 0 0,0 0-2 0,-2 2 0 15,-1 0-1-15,0 1 0 0,-1 1 1 0,0 1-2 0,0-1 1 0,-1 2 0 16,1 0-1-16,1 1 1 0,-1-1-4 0,2-1-1 0,-1 1 1 16,2 0 0-16,0 0 4 0,1 1 0 0,0-1 1 0,1-1-3 0,1-1 1 15,-1 0 0-15,2 0-3 0,-1-2-1 0,0 0 1 0,-2 0-1 16,1-1 4-16,0 1 0 0,-1-1 0 0,-1-1 0 0,0 1 0 0,0-1 0 16,-1 0 0-16,-2 1 0 0,1 0 1 0,-2 0 1 0,-1 0-3 0,-1 0 1 15,-1 0 0-15,0 0 0 0,1 0 2 0,-1-1-1 0,0 0 1 16,1-1 0-16,0 0-1 0,1 0 1 0,-2 0 0 0,2 0-1 0,0 0 5 15,1 0-3-15,0-1 1 0,0 1 1 0,0-1-3 0,0 1 1 16,0 0-1-16,0 1 1 0,0 0-1 0,-1 0 2 0,2 1-2 0,-1 0 1 16,1 1-1-16,-1-1 1 0,0 1 0 0,-1 0-1 0,3 0 0 0,0 1-1 15,1-1 2-15,-2 1 0 0,2 0 0 0,-1 0 0 0,2 0-1 0,-1 0 0 16,0-1 1-16,0 0 0 0,0 0 3 0,1-1-6 0,0 0 0 16,1 0 1-16,1 0 3 0,-1 0 2 0,0-1 1 0,1 1 1 0,1-1-2 15,0 1 2-15,1 0 0 0,0-1-1 0,0 1-1 0,-2-1-3 16,2 1 0-16,-1 0 1 0,-2 1-1 0,2 0 1 0,1 0 2 0,-1 0-4 15,1 2 2-15,0-1-1 0,-1 1 0 0,-3 0 2 0,3 0-3 0,-1 0 1 16,0 0-1-16,1 0 1 0,2-1 2 0,-1 0-2 0,1 0 1 16,3 0-1-16,-2 0 1 0,2 0-3 0,-1 0 0 0,-1 0 3 0,1 1-2 15,0 0-1-15,-1 0 2 0,1 0-2 0,0 1 0 0,-1 0 2 0,2-1 1 16,0 1-3-16,1-1 0 0,0 1 0 0,-1 0-2 0,2 1 3 16,1-1-2-16,3 1 0 0,-1 0 2 0,0 0-2 0,-2 1 2 0,1-1-1 15,1 1 1-15,1 1-2 0,2 0 1 0,-2 1-2 0,2-1 0 16,-1 1 0-16,2 1 1 0,0 0 2 0,2 2-4 0,-1 1 3 0,2-1-2 15,1 0 1-15,0 2 0 0,3 1 0 0,1 2 0 0,1 0-2 0,0 1 0 16,0 1 3-16,-1 0-2 0,3 1 0 0,-1 1-2 0,1 1 0 16,1 0 3-16,0 1-2 0,-2 0 3 0,2 2-2 0,-4-1 0 0,-1-3 1 15,-1-2 0-15,-2-1 0 0,-2-4 1 0,-1-2 2 0,-3-2 2 0,-2-3 4 16,-1-1 5-16,-2 0 7 0,1 0 5 0,1-1 0 0,3 0-2 16,2-1-4-16,3-2-6 0,3 0-4 0,4-1-4 0,4-2-3 0,2-2-1 15,3-1 0-15,4-1-2 0,2-2 7 0,1-1 0 0,3-2-2 0,0-2-1 16,1-3-2-16,2-1-3 0,0 1 3 0,1 1-1 0,-1-1-4 15,2 0 1-15,-2-1-2 0,-1 2-3 0,0-2 2 0,-1 1-1 0,-1 0 1 16,1-1-1-16,-2 0 1 0,0 0 0 0,-1 0-1 0,-2-2 4 16,2 0 0-16,-4 0 2 0,-2 0-2 0,0 1 3 0,-3 0-1 0,0 3 1 15,-3-2 3-15,-1 2-1 0,-2 1-1 0,0 1 0 0,-1-1-2 16,-2 1 1-16,1 0 4 0,-3 3-3 0,0 1 0 0,-1 1-2 0,-2 1-2 16,-3 2 3-16,-1 2 0 0,0 1 0 0,0 1 0 0,-2 2-1 0,0 0 1 15,-2 1-1-15,0 2-1 0,-1 1-1 0,-2 1 2 0,0 1 1 0,-2 1 1 16,0 1-1-16,0 2-1 0,-2 2 2 0,2 1-2 0,-2 1 4 15,-1-1-3-15,-1 4 0 0,1 0 2 0,-2 1-4 0,3 2 3 0,-1 0-1 16,-1 1-2-16,2 0 2 0,-2 0-3 0,0-3 2 0,2 0 2 16,0-1-2-16,1-1 4 0,2-1-4 0,1-1-1 0,0-1 1 0,1-2-3 15,-1 0 3-15,1-1 4 0,-2-2 0 0,1-1 3 0,0 0-1 0,-2-2-1 16,0 0-1-16,-1-2 2 0,-1 2 1 0,0-2 1 0,-1 0 1 16,-2-1 5-16,-1-1 4 0,1 0 0 0,-3-1 4 0,1 1 1 0,0-2-2 15,0 1-1-15,0-1 2 0,-1 0-2 0,0 0-2 0,0 0-3 0,-1 0-4 16,2 0 0-16,0-1-3 0,0 0 0 0,-1-1-3 0,3 1-4 15,1-2 1-15,1 0-1 0,1 0 4 0,0-1-2 0,1-1-2 0,1 0 0 16,0 0 1-16,2-1 0 0,1-2-2 0,0 0 3 0,2-2-1 16,0 0 0-16,2-1 0 0,-1 1-3 0,1-2 3 0,-1-1-2 0,2 1-1 15,-1 0 4-15,2 0-2 0,-3 0 0 0,1-1 1 0,-3 1 2 0,-2 0-3 16,1 0 0-16,-1 0 0 0,1-1-2 0,-2 0 1 0,0 0 1 16,0 2 0-16,-1-1 3 0,2 1-2 0,-2 0 0 0,1 0-2 0,0 2-1 15,0 0 2-15,2 0-1 0,-1 0-2 0,2 0 3 0,-1 1-5 16,-1 0 2-16,2 0 3 0,2 1-2 0,1 0 1 0,0-2 1 0,0 2-3 15,-1-1 2-15,0 0 0 0,1 0-3 0,2 0 0 0,0 2 1 0,2-1 2 16,-1-1 5-16,2 1-4 0,-2 0-2 0,0 0 3 0,-1 1-2 16,1 1 1-16,-1 0-1 0,0 1-1 0,1 2-6 0,-3-1 5 0,2 0 1 15,-1 1-4-15,-1 1 6 0,-1 0-1 0,-1 1-1 0,0 0 5 0,-1 0-2 16,2 1 2-16,-1 0 0 0,0 1-4 0,0 0 0 0,0 2 2 16,0-1-3-16,1 1 2 0,-1 1 0 0,0 0-2 0,0 1 1 0,1 0-2 15,-1 0 2-15,1 1-1 0,1 0 0 0,-2 2 0 0,2-1-3 16,1 1 4-16,0 1 0 0,-2-1 1 0,1 1-1 0,-2 0 0 0,2-1-1 15,-1 0 0-15,0 0 2 0,-1-1 2 0,1 0 0 0,-3-1 0 0,2 1-3 16,-2-1-1-16,1 0 1 0,-1-2-2 0,-1 1 4 0,1-2-3 16,0 0 2-16,1 1-1 0,0-2-1 0,0 0 3 0,2 0-2 0,0 0 0 15,2 0 1-15,-1-1-2 0,0 0 1 0,-2 1 0 0,1-1-1 0,-1 1 2 16,2 0-2-16,-1 0 1 0,1 1 0 0,-2-1-1 0,2 2 3 16,-2 0 0-16,2 0 0 0,-3 0 1 0,2 0-4 0,0 0-2 0,0 1 3 15,-1-1 0-15,1 0 0 0,0-1 1 0,0 1-1 0,2-2 0 16,0 2 2-16,1-1-2 0,-1 0-2 0,0-1 2 0,2 0-2 0,-1-1 2 15,3 0-2-15,-1 1 3 0,0-1 0 0,1 0 3 0,0-1-1 0,-2 1-2 16,2-1 2-16,2 0 0 0,-3 0-3 0,3 1 5 0,0-1-5 16,0 0-3-16,3 1 4 0,-1-1 0 0,0 0 0 0,0-1 2 0,1 0-1 15,1 0-2-15,0 0 0 0,0 0 1 0,2-1-1 0,-1 0 4 0,2 0-3 16,0 0 1-16,1 0 1 0,2 0 0 0,1-1 1 0,2 0-1 16,0-1 1-16,3 1-3 0,-2-1 0 0,2 1 6 0,0-1-2 0,2 0 0 15,0 0-2-15,-2 0-1 0,1-1 4 0,1 0 0 0,-2 1 3 16,-1 0 0-16,-1-1 2 0,-1 1 2 0,0-2-3 0,1 1 4 0,0 0 0 15,-1 0-1-15,-1 1 3 0,3-1-4 0,0 0 0 0,2 1-5 0,4 0-4 16,-1 2-2-16,3 0-2 0,3 1 1 0,0 0 0 0,0 0 0 16,0 2 0-16,1-1-1 0,-1 1 0 0,0 0 3 0,1-1-1 0,-2 2 3 15,0 0 1-15,-2 0-2 0,-2 1 6 0,0-1-7 0,-2 0 2 0,1 1-5 16,-2-1-1-16,-1 0 7 0,1 0 1 0,0 1 3 0,1-2-1 16,-1 2-1-16,0-1 1 0,0 0 0 0,0 0-4 0,1-1 1 0,1 0 1 15,0 0-4-15,-1 0 4 0,-1-1-1 0,2 0 0 0,0 0 0 16,0-1 0-16,0 1 0 0,-1-1 0 0,-1 0-4 0,0 1 3 0,-2-1-3 15,1 1 3-15,-1-1 3 0,-2 0 2 0,0 0 0 0,0-1-3 0,-1 0-5 16,2 0-1-16,-2 0 5 0,-1-1 2 0,0 0 0 0,-1-1 0 16,0 0-5-16,-3 0-1 0,0 0 3 0,-1 1 0 0,0-1 0 0,-2 1 0 15,1 0-3-15,0-1 2 0,-2-1 2 0,-1 1-3 0,-2 1 1 0,-1-1-2 16,-1 1-1-16,-1 0 1 0,-1 1 3 0,0-1-1 0,-3 0 1 16,1 0-4-16,-4 1 1 0,-1-1-1 0,-2 0-1 0,0 0 2 0,-2 0-1 15,-3 1-3-15,-1 1 1 0,-1-1 0 0,-3 0-1 0,0 0 0 16,-1 0-2-16,-1 0-1 0,-2 0 4 0,-1 0-4 0,0 0 1 0,-1 0-8 15,0 0-7-15,-2 0-4 0,-1-1-23 0,0 1-20 0,-1-2-29 0,0 1-44 16,1-1-34-16,0 1-48 0,0-1-30 0,3-3 5 0,1-2-59 16</inkml:trace>
  <inkml:trace contextRef="#ctx0" brushRef="#br0" timeOffset="10467.09">3562 7531 688 0,'4'-14'-121'0,"2"-1"179"15,4-2-38-15,5 6 2 0,2 1-6 0,2 1 0 0,4 2-4 0,2 0-7 16,2 0 3-16,5 3-5 0,1 0-2 0,6 2-1 0,3 2-2 0,3 0 1 15,5 1 0-15,1 1-1 0,3 2 0 0,1-1 1 0,1 2-2 16,3 0 1-16,0 0-2 0,1 1-1 0,1 0 1 0,-1 1 1 0,1-1 0 16,1 1 2-16,-2 0-2 0,0 0 1 0,-1 1 0 0,-1-1 1 15,-2 0 0-15,1-1 1 0,-3 0 1 0,-1 0 1 0,-1 0 3 0,-1-2 4 16,0 0 3-16,-2 0 6 0,-1-1 3 0,-1-1 9 0,-2-1 3 0,-2-1 9 16,-1-1 9-16,2-2 1 0,-3 0 4 0,-1-1 0 0,0-1-1 15,-2 1 7-15,-1-1-4 0,0 0-2 0,-1 0-6 0,-1 0-6 0,0 1-3 16,0-1-4-16,2 1-7 0,-2 0-5 0,0 1-8 0,1 1 0 0,0-1-5 15,3 1-3-15,1 0-1 0,0 0-3 0,2 1 0 0,-1 0-2 16,2 0 1-16,1 0-1 0,-1 1-2 0,4-1 1 0,0 0 0 0,2 0-1 16,-1 0-2-16,0 1 1 0,1-2-2 0,1 1 0 0,3 0 6 0,-2 0 1 15,0 0 0-15,0 0 0 0,0-1-4 0,-1 0 0 0,1 0-1 16,-3 0 2-16,0-2 0 0,-3 0-1 0,1-2-1 0,-2 0-1 0,-1 0 2 16,0-1 1-16,1 0 3 0,-2 0-1 0,-2 0-2 0,3 0 2 15,-4-1-3-15,1-1 3 0,0 0-1 0,-2-1-1 0,0 0 1 0,0 0-1 16,-4-2 5-16,-2 1 0 0,-3 0 2 0,-1-1 3 0,-3 2 0 0,-1-3 3 15,-1-1 1-15,-4 0-2 0,-1 0 5 0,-1 1-1 0,-2-2 2 16,-3 1 0-16,0-1-2 0,-2 1 1 0,1-1-2 0,-2-1 2 0,-2-2 1 16,0 0-5-16,-2-1 3 0,-1-2-2 0,-1 1-9 0,-2-2 2 0,-1 0-2 15,-2 1 0-15,-2-1 7 0,-1 0 1 0,-1 0-3 0,-2-2-4 16,-2-1 2-16,-2 0-4 0,-2-1 2 0,-2 1-3 0,-1 0-4 0,-3 0-2 16,-3-1 1-16,0 0-3 0,-4-2 1 0,0 0 0 0,-3 1-3 15,-2 0 5-15,-3 2-4 0,-5-1 3 0,-2 0-7 0,-5 0 0 16,-2 0-2-16,-2 2-6 0,-3-1 4 0,-3 2 5 0,-2 0 3 0,-3-1 6 0,-1 3-2 15,-2-2-2-15,-3 2-4 0,-2-1-2 0,-3 1 5 0,0 1 3 16,-2 0-3-16,0 2 4 0,1 0-1 0,1 3-5 0,0 0 3 0,-1 1 0 16,0 1-1-16,0 3 1 0,1 1 5 0,-1 2-3 0,-2 1-1 15,1 1 1-15,0 1-3 0,0 1-1 0,-2 1 0 0,-3 2-3 0,1 1 0 16,-2 0 4-16,0 2 0 0,1 0 5 0,2 1 2 0,-1 0-4 0,2 2 0 16,1 0-4-16,0 1-3 0,2 2 7 0,1 0 3 0,2 2-3 15,2 1 0-15,-1 0-7 0,0 0-2 0,1 2 4 0,1 3-2 0,0 1 2 16,2 0 5-16,1 3 1 0,0 2 0 0,4 0 4 0,0 3-12 0,-2 0-3 15,3 2 2-15,-2 2-2 0,2 1 8 0,2 1 2 0,2 2-2 16,0-1 2-16,2 1 2 0,1 1-5 0,4 3 0 0,3-1-2 0,1 1-1 16,4-1 5-16,1-4-2 0,3 1 1 0,5-2-4 0,4 1 2 0,7-2-1 15,2-1-10-15,3-2 1 0,3 1 0 0,3-2 1 0,4-1 4 16,2 0-2-16,4-2-2 0,3-1-4 0,2-2-5 0,2-1-3 0,5-1-7 16,2-2-2-16,4 0-8 0,1-2-5 0,5-3-4 0,4-2-4 0,6 0-5 15,3-2-15-15,4-4-24 0,4-2-24 0,3-4-36 0,7-3-12 16,7-2 0-16,8-3 5 0,7-1-139 0</inkml:trace>
  <inkml:trace contextRef="#ctx0" brushRef="#br0" timeOffset="63875.41">3412 8997 199 0,'2'-3'22'0,"2"0"-14"0,1-1-2 0,2 0 5 16,1 0 3-16,-1 1 0 0,0 0 0 0,2 1-4 0,-1 0-3 0,1 0-2 16,1 0-4-16,-1 1-5 0,1 1 0 0,-1 1-2 0,0 1 1 0,1 0 2 15,-1 0 1-15,0 1 1 0,-2-1 1 0,0 1 1 0,-1 0 0 16,1-1 1-16,-1-1 1 0,0 1 0 0,-1 0-2 0,0-1 2 0,0 1-2 16,1 0 3-16,-2 0 2 0,0 0 3 0,1-1 2 0,-2 0 0 0,1 0 4 15,0 0 1-15,1 0 6 0,-1 0 2 0,1-1 1 0,0 0 3 16,0 0-2-16,1-1-1 0,0 0-1 0,2 0-3 0,0 0-4 0,-1 1-3 15,1-1-2-15,0 1-3 0,1-1 0 0,0 1-2 0,1 0 0 16,-1 1-2-16,0 0 0 0,0 0-2 0,0 1 0 0,1 0-1 0,0 0 0 16,2 1 0-16,-1 0-1 0,1 0-1 0,0 0-4 0,1 0 2 0,-1-1 0 15,0 1 0-15,3-1 1 0,0 0-2 0,1 0 1 0,0-1-2 16,1 0 1-16,2 0 2 0,0-1-2 0,1-2 1 0,0 1-1 0,-1-1 0 16,0-2 4-16,2-1-1 0,0 0 2 0,2-2-2 0,2 2 0 0,-2-2 0 15,2 0 1-15,0 0 3 0,-2 2 4 0,1-1 3 0,-1 2 0 16,0-1 5-16,1 1-3 0,-3 1 2 0,2-1 2 0,-1 2-1 0,0 0 0 15,1 0 0-15,-1 1-2 0,0 1-2 0,1 0-2 0,0 0 0 16,2-1-1-16,0 1 0 0,2 0 1 0,0 0-6 0,-2 0-1 0,1 1 0 16,-1-1-2-16,2 1 0 0,-3 0 3 0,3 1 0 0,0 0 0 0,-2 0 3 15,1 1 1-15,-1 0 4 0,1 0 6 0,-1 1 0 0,-1 0-1 16,1 0-1-16,1-1-3 0,0 0 3 0,-1 1-2 0,1-2-1 0,0 2-2 16,0 0-5-16,2 0 2 0,0 1-1 0,0-2-1 0,0 1 3 15,-1 0-1-15,-1 1 1 0,2-2 1 0,1 1 2 0,-2-1 1 0,3 0-1 16,-2-1-1-16,1 1 1 0,0 0 4 0,1-1 4 0,-1-1 1 0,1 0 5 15,1 0-2-15,2 0 1 0,-1-2-1 0,1 0 0 0,0 0-4 0,3-1-3 16,0-1 1-16,0 1-3 0,1-1 0 0,-2-1-1 0,2 0 0 16,-1 1-2-16,1-1-2 0,3 0 2 0,-3 0-1 0,2 0-2 15,-1 2 2-15,-1-2-6 0,3 2-1 0,-2-1-1 0,1 1-1 0,0 1 0 16,-1-1-1-16,1 1-1 0,-1 1 0 0,-1 0 2 0,-1 1 1 0,0 1 2 16,0 0-5-16,0 1 2 0,0 0 1 0,1 0 1 0,-3-1 3 15,1 1-5-15,1 0 3 0,0 0-5 0,1 1 1 0,0-1 4 0,0 0 0 16,2 0-4-16,0-1 4 0,1-1-3 0,-2 2-4 0,0-2 6 0,1 1-3 15,0 0-3-15,0-1 6 0,1 1-3 0,-1-1 0 0,0 0 0 0,0 0 2 16,1 0-1-16,-1-1 2 0,0 1 1 0,0-1-2 0,1 1 0 16,0 0-3-16,-1-1 3 0,1 1 1 0,-3 0 2 0,0 0 2 0,1 0-2 15,0 0 2-15,1 0-2 0,-3 0 2 0,1 1-2 0,1-1-1 16,-3 1 1-16,2 0 0 0,0 0 0 0,-1 0 0 0,2-1-6 0,0 0 2 16,0 1 0-16,1-1 2 0,-1 2-1 0,0-1-1 0,0 1 1 0,0-1 0 15,2 0-1-15,-1 1 3 0,-1 0 3 0,2 0 1 0,-1-1-1 16,0 1-3-16,2-1 2 0,-2 1-4 0,0 0 2 0,0 0 1 0,0-1-4 15,-1 1 0-15,-2 0 2 0,0-1 2 0,2 2 3 0,-1-1 3 0,2 0-3 16,-1 1 2-16,0-2 2 0,1 2-2 0,-1-1 0 0,-1 1 0 16,2 0-6-16,-1-1-4 0,1 1 6 0,-1 0-1 0,0-1 0 0,2 1 3 15,-2 0-5-15,-1 1 0 0,0-1-1 0,1 1-2 0,0-1 3 16,1 0-3-16,0 1 2 0,0 0 1 0,-1 0 2 0,0 0-1 0,3-1-2 16,-2 0-1-16,0 0-2 0,2-2 4 0,0 1-3 0,0-2 6 0,1 0-4 15,-1 0 0-15,0-1 3 0,2 0 4 0,-1-2 4 0,2 1-3 16,0-1 6-16,-2 0-1 0,1 0-2 0,-1-1 2 0,0 0-2 0,-1 1 0 15,0 0 0-15,2 0 1 0,-1 0-4 0,0 0 1 0,0 0-5 16,0-1 1-16,1 1-3 0,2-1 3 0,-1 0 0 0,1 0-3 0,0 0 1 16,1 1-8-16,0-1 4 0,-1 0 2 0,0 0-2 0,2 0 2 0,-1 0-1 15,1 0 0-15,-1 0-2 0,0 1 1 0,-2-1-1 0,0 1-1 16,-1 0 2-16,2 2-4 0,-2-1 2 0,1 1-1 0,0-1 5 0,-1 1-2 16,0-1-2-16,1 1 1 0,0 1-2 0,0-1 2 0,-1 1-1 15,0-1 3-15,-1 1-4 0,1-1-4 0,0 1 5 0,1 0 0 0,-1 0 2 16,-2 0 1-16,2 0-5 0,-2 1-2 0,-1-1 4 0,2 1-6 0,-3 0 4 15,1 0-8-15,1 0-12 0,-1-1-14 0,-1 1-37 0,2-1-38 16,-1 0-57-16,1 1-80 0,2-1-78 0,0 0-81 0,0-1-216 0</inkml:trace>
  <inkml:trace contextRef="#ctx0" brushRef="#br0" timeOffset="66458.98">3726 10478 627 0,'-1'-2'94'0,"0"1"-62"0,0-1-13 0,2 1 9 0,1 0 18 0,0 1 14 16,0 0-3-16,1-2-11 0,-1 2-19 0,2-1-16 0,0 0-5 16,2 1-1-16,0 1-3 0,1 0 2 0,2 1-1 0,1-1-3 0,1 1 4 15,0 1-4-15,-1-1 1 0,1 1-3 0,0 0 1 0,0 0 1 0,0 0-1 16,1-1 5-16,-1 2-3 0,1-1 2 0,1-1-2 0,1 0 4 15,0 0 0-15,1 0 1 0,2-1 4 0,0 1 2 0,-1-2 3 0,0 1 3 16,1-1-1-16,-1 0 4 0,0-1 1 0,2 0 0 0,1 0 1 0,0 0 1 16,2 0-1-16,1 0 3 0,-1 0 4 0,2 0-1 0,0 0-1 15,1 0 2-15,0 1-4 0,0 1-2 0,2 0-1 0,-1-1-3 0,0 2-1 16,2 0-1-16,0 1-1 0,1 0-3 0,-1 0-1 0,1 0-2 16,1-1-6-16,2 1 5 0,0-1-3 0,2 1-2 0,-1-1 0 0,0-2-3 15,1 2 0-15,1-1 0 0,2 1 4 0,0-2-2 0,1 0-2 0,-1 0 6 16,2-1-5-16,0 1 0 0,1-1-4 0,-1 0-1 0,0 0 3 15,2 0-1-15,-1 0 1 0,1 0-2 0,1 0 1 0,-2 1 2 0,-1-2 1 16,1 2 0-16,-1-1 3 0,2 1-2 0,-1 1 4 0,0 0 2 0,0 1-5 16,-2 0 2-16,2 0-5 0,1 0 0 0,-2 0 2 0,0 1 0 15,1 0 3-15,1-1 0 0,0 0-4 0,1 0 4 0,-1-1-1 0,0 0 0 16,2 0-2-16,1 0 2 0,-1 0 0 0,3 1 0 0,-2-1 3 0,1 0-4 16,0 2 1-16,-2-1-1 0,1 0 0 0,-1 0 3 0,1 1 2 15,-3 0-4-15,-1 0 4 0,0 1-3 0,-1-1 2 0,-1 1 2 0,-1 0-1 16,-1-1 1-16,1 3 5 0,-1-1 1 0,1 0-1 0,-2 1 2 15,2 0-8-15,0 0 3 0,-1 1 2 0,1 0-2 0,-1 0-1 0,3-1 0 16,-2 1-4-16,1-1 4 0,-1 0-1 0,0 1 3 0,2 0-2 0,-1 0 1 16,1-1-6-16,0 1 6 0,1-3 3 0,0 0-1 0,1 0 4 15,1-1-6-15,0 0 0 0,2-1 5 0,1-1 1 0,0 0-2 0,2-2-1 16,-1 0-5-16,-1-1 1 0,1 0 1 0,1 0 1 0,0-1 6 0,0 0-2 16,0 1 3-16,1-2 1 0,-1 1-8 0,1-1 4 0,-2 0-4 15,2 1 0-15,0 0 0 0,-3 1 0 0,0 0-1 0,-1 0-2 0,0 1-5 16,0 0 5-16,0 1 0 0,0 0 4 0,0 1-1 0,-1 1-3 15,2 0-1-15,-3 0-5 0,0 1 3 0,1 0-4 0,-1 1 1 0,1 1 5 16,0 0-5-16,-2-1-1 0,-1 1 3 0,1 1-5 0,-1-1 4 16,1 1-1-16,1-1-2 0,-2 1 0 0,-1-1-4 0,1 0 2 0,-1 1 1 15,-1-1 3-15,0-1-10 0,-1 0-2 0,2 0 4 0,-1 1 5 0,-1 0 9 16,0 0 1-16,-3 0-9 0,2 0-6 0,-2 0-1 0,2 1 4 0,-2-1-5 16,0 0 4-16,-1-1-12 0,1-1-29 0,-3-1-36 0,1-2-56 15,-1-2-68-15,0-2-69 0,-1-4-101 0,1-5-112 0,-2-5-131 0</inkml:trace>
  <inkml:trace contextRef="#ctx0" brushRef="#br0" timeOffset="93607.12">3568 12156 442 0,'5'3'102'15,"4"2"-32"-15,5 1 1 0,3-1-9 0,1-1 7 0,4-2 4 16,2 0 0-16,0-2-5 0,4-1-16 0,3-1-16 0,2-3-13 0,2 0-8 16,4-1-5-16,1 0 0 0,3 0-6 0,1 0 2 0,2 0-1 0,-4 2-1 15,1 0 1-15,1 2-5 0,-2-1-1 0,-2 2 2 0,1-1 3 16,-3 1 2-16,-1-1 0 0,2 1-2 0,-1-1-5 0,0 0 4 0,1 0 0 15,0-2 4-15,1-1 10 0,1-2 6 0,-1-1 12 0,2-2-2 0,0-2 6 16,2 1 0-16,1-2-6 0,1 0 5 0,1-1-2 0,1-3-5 16,0 2-1-16,1-2-4 0,0 0-5 0,1 2 4 0,-1-2-3 0,0 2-3 15,0 0-1-15,0 2-2 0,-2 2-1 0,1 1 5 0,1 0 5 0,0 2-1 16,1 0-5-16,-1 2-5 0,-1 0-4 0,0 2-2 0,1 1 1 16,1 0 1-16,0 1-5 0,-1 0 2 0,0 1-2 0,0-1 2 0,2 1 0 15,-1 1 1-15,0 0 1 0,2 0-1 0,-1 0-4 0,1 0 3 16,1 1-6-16,0-1 1 0,-1-1 0 0,2 1 1 0,-2-1 3 0,0 0-3 15,2 1-3-15,0 0-2 0,0 1 4 0,0-1-2 0,-1 2 1 0,-1 0 2 16,1 1-1-16,-1 0 4 0,-2 0 4 0,1 1 1 0,-2-1 10 16,1 2-1-16,-1 0 10 0,1 0 1 0,0 1-1 0,-1 0 2 0,-1 1-11 15,0 0 1-15,1 1-6 0,1 0 1 0,0-1 3 0,0 1-5 16,0-1 3-16,0 0-6 0,1-1-5 0,3-1 7 0,-2 0-2 0,2-1 3 16,-1-1 3-16,0-1-4 0,0 0-2 0,1-1 2 0,1-1-5 0,-1 0 5 15,-1-1 0-15,0 1-2 0,1 0 12 0,-1-1-3 0,0-1 0 16,0 1-4-16,-1-1-6 0,0 1 0 0,0 0 4 0,-1-1-4 0,1 1 2 15,-1-2 1-15,0 2-4 0,0-2 1 0,1 0 3 0,0 0 2 0,0-1-1 16,0-1 0-16,1 0-1 0,-1 0-1 0,1 0 2 0,2-1-2 16,-2 1-3-16,0 0-2 0,-1 0 2 0,0 0 0 0,2 1 2 0,-1 0-6 15,2 0 4-15,-1 1-5 0,0 0 2 0,1 0-1 0,1 2-1 0,0 0-3 16,1 0 1-16,-1 2-1 0,-2 0 0 0,0 1 3 0,1 1-2 16,1 1-3-16,-2 1 0 0,-2 0 3 0,0 2 1 0,-2 1-4 0,0-1 0 15,1 3-4-15,-3 1 1 0,-1 1 0 0,-1 1 1 0,0 1-3 16,0 1-5-16,-2 2-5 0,-1 2-18 0,0 0-33 0,-1 2-90 0,1 4-112 15,0 0-185-15,1 3-253 0,0 4-155 0</inkml:trace>
  <inkml:trace contextRef="#ctx0" brushRef="#br0" timeOffset="95657.11">3727 13457 185 0,'-11'0'34'0,"0"1"18"0,-3 1 14 0,5-1-8 16,1 1-9-16,0-2-10 0,1 2-7 0,2 0 0 0,1-1-6 0,2 0-7 15,0 1-4-15,2 2-2 0,0-1-3 0,1 2 1 0,1 0 5 0,1 0 0 16,1 0 3-16,1 0 0 0,2 0-4 0,0 0 4 0,2 0-3 15,0-1 1-15,3-2-1 0,1-1 0 0,1-1 0 0,3 0-2 0,0-1 4 16,3-2-2-16,0 0 2 0,0-1-2 0,2-1-1 0,1 1 2 16,1 0-2-16,2-1-1 0,1 0 1 0,-1 1 0 0,0 0 0 0,0 1 3 15,0 1-4-15,0 0 0 0,1-1 1 0,-1 2 1 0,2 0-1 16,0 1 1-16,1 1 1 0,-1-1 0 0,1 1 2 0,0 0 0 0,0 1-2 16,2 0-2-16,1 0-1 0,0 1 4 0,3-1-5 0,-1-1 1 0,3 1-1 15,2-2-2-15,-1 1 3 0,4 0-3 0,-1-1-4 0,0 1 0 0,3-1-5 16,0 0 3-16,1 0 7 0,1 0-6 0,1-1 3 0,-1 1-4 15,1 0-1-15,0 0 2 0,3-1 0 0,-1 1-3 0,-1-1 1 0,1-1 0 16,-2 1 0-16,2-1 3 0,-1 1-2 0,0 0 2 0,-1 0 1 16,-1 0-1-16,2 0 8 0,-3 1-5 0,0 1 2 0,1 0 2 0,1 1-5 15,-2 0 4-15,0 0 2 0,0 1-1 0,-2 0 0 0,0 0 2 0,2 1-3 16,1 0 2-16,-2 1-1 0,1 2-1 0,0-1 1 0,1 1-4 16,-1 0-2-16,2 1 1 0,1 2-7 0,0 0 6 0,0 0-3 0,0 0 0 15,-1-2 2-15,2 1-1 0,1 2 6 0,0 0-4 0,0-1 3 0,0 1-5 16,0-2-1-16,0 1-1 0,2 1-3 0,-2-1 3 0,0 0-3 15,-1-1 2-15,-1-1 0 0,2 2-1 0,-1-2 5 0,1 1 2 0,-2-1 3 16,1 0-3-16,1 0-2 0,-2-1 0 0,1 1 6 0,1 0-1 0,-2 0-3 16,2 0 1-16,-2 0-2 0,0 0 1 0,0-1 5 0,0 0 0 15,3-2 2-15,-1 0-1 0,0-1 2 0,2-1 1 0,1 0-6 0,2-2 4 16,1-1 1-16,1 0-2 0,0-1 6 0,2 0-2 0,0-1-3 16,1 0 2-16,0-1-1 0,1 0 1 0,-1 0 1 0,0 1-5 0,1 0-4 15,-1 0-1-15,0-1 4 0,1 1-1 0,-3-1 2 0,2 0 3 0,0 0 1 16,0 0 0-16,0-1 3 0,-1 1-4 0,1 0-1 0,1 1-1 15,-1-1-5-15,0 2 2 0,-1 0-3 0,0 1 2 0,0 0 1 0,-1 0-3 16,1-1 0-16,-1 1 1 0,0 1-4 0,1-1 3 16,-1 1-4-16,-1-1 4 0,0 1-1 0,0-1 3 0,0 0-2 0,2 1-3 0,-1-2 5 15,0 1 0-15,-1-1 2 0,0 1 1 0,1-1 0 16,1 0-4-16,-1 0 1 0,0 0 3 0,-1-1-4 0,-1 1 4 0,1 0 2 0,0 0-3 16,-1 0-3-16,0-1 3 0,-2 1-10 0,3-1 2 0,-3 1-2 0,1 1-1 15,-1 0 3-15,-1 0-2 0,-1 0 5 0,1 0-3 0,0-1 1 0,0 1-1 16,0 0-5-16,-1-2 5 0,0 1-3 0,0 0 3 0,0 0-2 15,-1 0-6-15,1 1 3 0,-2-1-4 0,-2 1 3 0,2 1 4 0,-2-1-1 16,1 2-1-16,-3 0-4 0,-1 1-2 0,-1 0-3 0,1 1-2 0,-1-1-6 16,1 2-15-16,-1-1-10 0,2 1-15 0,-1 1-27 0,1 0-39 15,0 0-44-15,4 1-49 0,-1-1-38 0,2 2-38 0,2 0-55 0,1 0-47 16,3 1-154-16</inkml:trace>
  <inkml:trace contextRef="#ctx0" brushRef="#br0" timeOffset="119958.13">3171 14673 675 0,'-18'0'95'0,"2"0"-29"16,-3-1-22-16,9 0-24 0,4-1-11 0,1-1-8 0,3-1 0 16,0 0-3-16,2-1-5 0,0-1 1 0,1 0-2 0,1-1-4 0,1 0-2 15,0 2-5-15,0-1-6 0,1 1 0 0,2 1 4 0,-1 1 2 0,2 0 0 16,-1 1 4-16,0 1 3 0,0 1 1 0,0 0 5 0,0 0 3 16,0 2-1-16,1 0 3 0,0 2-1 0,0 1 0 0,-1-1 3 0,1 1-3 15,-2-1 4-15,2 0-2 0,0 1-2 0,1-1 4 0,2 0 0 16,1 0-2-16,1-1 3 0,-1-1-1 0,3 0 0 0,2-1 3 0,1-1 0 15,0 0 0-15,2-1 2 0,0 0 2 0,-2-2-1 0,2 0 0 0,1 0 3 16,-1 0-2-16,0 1 2 0,2-1 1 0,1 2 1 0,0-1 0 16,2 2 2-16,-1 0 3 0,2 1-1 0,0 1 6 0,0 1 4 0,2 1-5 15,-1 0 4-15,2 1-9 0,0 0-5 0,1 1 2 0,0 1-5 0,2 1 5 16,-3 0-2-16,3 2-4 0,1 0 0 0,0 0-6 0,1 1 2 16,-1 0 1-16,-1 0 4 0,2 1-4 0,-1 0-1 0,1 0 6 0,0 1-3 15,1-3 9-15,-1 1-4 0,0-1-3 0,1-1 2 0,0 0-6 16,2 0 4-16,-1-2-1 0,1-1 0 0,0-1 0 0,-1 0 2 0,3-1 2 15,-2 0 2-15,1-2-2 0,-2-1 8 0,0-1-4 0,2 0 8 0,1-1 3 16,1 1-6-16,-2-1 12 0,1 0-8 0,0 1 4 0,0 0 6 16,2 1-10-16,-2 0 4 0,1 1-3 0,1 2 1 0,-2-1-3 0,2 2 1 15,-1-1-2-15,-1 2-3 0,-1 0 5 0,2 1 0 0,0 0 0 0,1 2 1 16,1 0 3-16,0-1-6 0,0 1-2 0,2-1-1 0,1-1-11 16,1-1 5-16,2-1-6 0,0-1-1 0,1 0-2 0,-1-1 1 0,2-1-2 15,0 0-2-15,-1-1 0 0,0 0 2 0,0-1 6 0,0 0-2 16,2-1-3-16,-1 1-2 0,0-1 1 0,0 1-4 0,2-1 1 0,0 1 2 15,-2 0-3-15,0-1 2 0,0 0 2 0,0-1-3 0,3-1 7 0,-1 0 2 16,1 0 1-16,1 0 0 0,0-1-6 0,0-1-4 0,1 0 0 16,0 0 1-16,0 0 1 0,0-1 1 0,-2 1-3 0,1 0 2 0,0-1 1 15,0 1 0-15,0 2-1 0,0-1 0 0,1 1-6 0,-1 2 3 0,1-1-4 16,-1 2 3-16,1 0-6 0,0 1-6 0,-1 0-1 0,2 0-8 16,0 0-6-16,0 2-9 0,1-2-13 0,0 1-10 0,3 0-15 0,3-1-56 15,1-1-60-15,2 0-58 0,1-2-55 0,2-2 1 0,4-2-130 0</inkml:trace>
  <inkml:trace contextRef="#ctx0" brushRef="#br0" timeOffset="167031.04">21666 5428 47 0,'-1'-11'2'0,"0"0"2"0,2 0 1 16,1 0 4-16,0 2 3 0,0 0 0 0,0 0 0 0,2 0-5 0,-1 2 1 16,-1-1-2-16,1 2 0 0,0 0 0 0,0 1-3 0,0 1 0 0,-1 0 0 15,1 1 1-15,-1 0 0 0,0 0 0 0,1 0-1 0,-1 0 0 16,1 1 2-16,-1-1-1 0,-1 0 0 0,2-1 1 0,-2 2 1 0,1-1 2 15,-1 0 5-15,-1-1 0 0,1 0 4 0,0 1 2 0,-1-1-1 0,0 0 3 16,1 0-1-16,-1 0-1 0,0 0-1 0,-1 0-3 0,1 0 1 16,0 0-4-16,0 1-1 0,1 0-1 0,0-1-1 0,0 2-1 0,0-1-3 15,1 0-1-15,0-1-3 0,1 1 1 0,1 0 0 0,1-1-1 16,1 1 0-16,1 0 0 0,1-1-1 0,0 1 2 0,0-1-2 0,2 0 1 16,0 1 1-16,0 0-1 0,1 1-1 0,1 0 0 0,1 1 0 0,0 1-1 15,1-1 2-15,1 2-1 0,0 0 0 0,2 0 1 0,-1 1-2 16,2 0 0-16,-1 0 1 0,0 1 0 0,2 2 1 0,0-1 0 0,0 1 0 15,0 1-2-15,1 0 0 0,0 0 1 0,-1 1 0 0,2-2 0 0,-2 3-1 16,-3 0 0-16,1 1 0 0,-1 2-1 0,-1 1 2 0,-1 0-1 16,1 2 1-16,-1 1 0 0,-1 0-1 0,-1 3 1 0,-1-1-1 0,-1 1 1 15,-1 1-2-15,-2 0 0 0,-1 0 2 0,-1 1-2 0,-2-1 1 16,-2 1 0-16,-2 1-1 0,0-1 1 0,-2 1 2 0,-2 0-1 0,-2-1 0 16,-3 3 1-16,-1 0-2 0,-1-2 0 0,-2 2 3 0,-1-1-2 0,-2 0 3 15,-1 2 0-15,1-2 0 0,-1 1 0 0,-2 1 1 0,0-2-1 16,-1 2-1-16,-1-1 0 0,1 0 0 0,-1 1 1 0,0-1-2 0,1-1 3 15,0 0-1-15,-1-3 1 0,1 1 2 0,-1-1-1 0,0-1 2 0,-2 1-1 16,0-1 0-16,-1 0 1 0,0 1-1 0,0 0 0 0,-1-1 3 16,1-1-2-16,0 0 1 0,-2 0 0 0,0-2 1 0,-1 0-4 0,2-1-1 15,2-1 2-15,0-1 1 0,2-1 3 0,0 1 1 0,0-2-3 16,2 0 1-16,-1-2 1 0,1-1 2 0,1-1-1 0,1-1-2 0,0 0 0 16,2-1 0-16,0-2 4 0,1 0 0 0,0-2 2 0,1-1 2 0,0-2 0 15,1 0 1-15,1-1 2 0,0-1-1 0,2 2 1 0,-1-2 2 16,0 0-6-16,1 1 3 0,0-1-2 0,1-1-3 0,1 0-1 0,-1 0 0 15,1 0-1-15,1 1-6 0,0 0 3 0,1 1-3 0,0 1-5 16,0 0 0-16,1 0 0 0,2 2-3 0,-1-1 0 0,0 2-5 0,1-1-10 16,2 1-12-16,-1 1-15 0,2 0-13 0,0 2-18 0,1 1-29 0,1 1-28 15,1 1-29-15,2 1-139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3:19:03.5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4296 8875 599 0,'1'-7'102'0,"1"2"-48"0,0-1-30 0,4 3-16 0,-1 1 2 0,2 1 5 16,1-1 4-16,2 0 4 0,1 0-7 0,1-1-3 0,3 1-8 16,0 1-4-16,3-1-3 0,1 2-5 0,3 0 3 0,2 0-3 0,0 0 2 15,3 1 4-15,-1 1-6 0,1-1 2 0,1 1-3 0,1 1-1 0,0 0 4 16,-1 2 1-16,-2 0 3 0,0 2-2 0,1 0 1 0,-1 2 3 15,2-1 5-15,0 1 5 0,0 1 1 0,1-1 2 0,1 0-5 0,1 1-1 16,2-2 1-16,0 1 0 0,4 0-2 0,0-1 4 0,3 1 0 16,3-2 1-16,1 0 2 0,2-2 0 0,3 0-1 0,0-2 0 0,2 0 2 15,2-1 2-15,2-1 0 0,0 0-2 0,2-1-2 0,1 0-5 0,0 0 0 16,2 0-4-16,-2 0-1 0,1 0-1 0,-1 1-1 0,0 0 3 16,0 0-1-16,1 0 0 0,-1 1 3 0,1-1-3 0,-1 1 0 0,-1-1 2 15,3 1-4-15,-2-1 0 0,-2 2 1 0,1-1-2 16,-3 0 2-16,1 0 4 0,0 0-1 0,-1 1 1 0,0-1 2 0,-1 2-4 0,-1 0-3 15,0 1 1-15,0 0 0 0,0 0 3 0,-1 1-2 0,-1 2-1 0,-1-1 0 16,1 1-2-16,1 1 5 0,-1-1 0 0,2 0-1 0,0 0 2 16,-1 0 0-16,2 0 0 0,2 1 0 0,0-2-4 0,2 1-1 0,1-2 0 15,0-2 1-15,2 1 1 0,0-2 2 0,1 0-3 0,1-2-1 0,0 1 1 16,2-1-3-16,-1 0 4 0,0 0-1 0,2-2-2 0,-1-1 1 0,0 1 8 16,2-1 1-16,-1 0 1 0,0 0 4 0,0-1-5 0,2-1 2 15,-1 0 2-15,0-1 0 0,-1 0 3 0,1-1-1 0,0 1 4 16,0 0-1-16,1 0-2 0,0 0 1 0,1 0-4 0,1 0-4 0,-3 1-3 15,1-1 0-15,-1 0 3 0,-1 0 2 0,2 0 0 0,-1-1-1 0,0 0-4 16,1 1-3-16,1-1 1 0,0 0-3 0,2 0 1 0,1 1-1 16,-3-2 2-16,2 0 2 0,0 0-1 0,-1 0 1 0,1 1-2 0,1-1 0 15,1-1-1-15,-1 0 1 0,2 2 0 0,0-1 1 0,0 0-3 0,1 0 1 16,-2 0-1-16,2 0 1 0,-2 1-2 0,-2 0-1 0,1 0 3 0,-2 3-5 16,0-2 4-16,0 2 0 0,0-1-1 0,-2 0 3 0,1 1-1 15,-1-1-1-15,-2 1-1 0,1-1 3 0,-1 1 3 0,0-1-1 0,0 1 5 16,0-1-2-16,0 0 4 0,0 0-13 0,0-1-3 0,1 1-1 15,-1 1-2-15,0-1 11 0,-1 0-4 0,-1 0 2 0,2-2 1 0,-3 1 4 16,0-2-5-16,-2 0 8 0,0 0-5 0,-2-2-3 0,-2 1 6 0,-1-1-4 16,-2-2 3-16,-2 0-6 0,0-1 6 0,-3-1 0 0,-2 1 1 15,-4-1 3-15,-1 0-2 0,-4 0-1 0,-3 0 2 0,0-1 5 0,-5 0-3 16,-1-1 7-16,-1 1-5 0,-3-1-2 0,-1-1 5 0,-4-1-4 0,-1 1 1 16,-4-2 4-16,-1-1-1 0,-2 0 3 0,-4-1 4 0,0 0 0 15,-3 0-1-15,-2 1 1 0,-2 0-2 0,-3-1-7 0,-2 0-5 0,-2-1-6 16,-3-1-8-16,-3 1-3 0,-3-1 0 0,-4 0-9 0,-3 0 7 15,-5 0 3-15,-2 0-4 0,-5 0 12 0,-3-1-7 0,-2 1-3 0,-6-1 1 16,-3-1 2-16,-3 2-2 0,-3-1 6 0,-4 1-1 0,-1 2 2 0,-4-2 0 16,-1 1-1-16,-2-1 5 0,-2-1-8 0,-1 0 3 0,0 0-3 15,-5 0 2-15,0 1-2 0,-3 0 4 0,-1 1 1 0,-1 2-1 0,-1-1 2 16,0-1 1-16,-2 3-3 0,-1-1-1 0,0 0 2 0,-3 3-18 16,-1-2 5-16,-1 0 0 0,-2 3 7 0,0 1 12 0,-3 0-2 0,-2 2 6 15,-3-1-9-15,-3 2 3 0,-1 1 2 0,-4 1-5 0,-2 0 1 0,-2 3-2 16,-3 0-1-16,1 1 4 0,-2 2-5 0,-2-1 0 0,1 3-3 15,-4-1 0-15,1 3 3 0,-2 0-2 0,-2 0 1 0,1 2-3 0,-2 0-1 16,1 2 4-16,0-1 1 0,1 0 0 0,3-1-4 0,1 0 4 0,0 0-2 16,2 0 2-16,-1-1-5 0,2-1-2 0,3-1 1 0,1 0 0 15,2-1 6-15,1 1 2 0,0-1-2 0,1 0 0 0,1 0 3 0,0-1-1 16,-1-1-2-16,3 1 3 0,0-1-4 0,1 0-5 0,3 0 8 0,0-1-5 16,0 2 3-16,1 0-3 0,-2 0-1 0,0 2 0 0,-1 1 1 15,0 1 4-15,-2 0-1 0,0 2 4 0,-1 2-1 0,-1 1 1 0,1 2-1 16,0 1-3-16,-2 1-1 0,1 3-5 0,-2 1 1 0,1 0 0 15,1 1 1-15,-2 3 11 0,2 3 3 0,2-1 0 0,1 2 0 0,0 0-9 16,5 0-2-16,-1 2 1 0,1-1 1 0,5 0-1 0,-1 3 0 16,5-1 0-16,2 2-3 0,3-1 3 0,6 1 3 0,-1-3-6 0,2 1 2 15,1 0-2-15,1 1 0 0,3 0 10 0,2 1-7 0,3 1-1 0,2 0-3 16,2 1-8-16,4 0 3 0,2 2 2 0,3 0-2 0,2 2 2 0,3 1-4 16,3 2-10-16,4 0-5 0,3 2-10 0,4 3-14 0,6 0-14 15,3 1-22-15,6 0-29 0,3 0-19 0,5 1-30 0,5 1-32 0,5 2-34 16,4-1-64-16,6 1-158 0</inkml:trace>
  <inkml:trace contextRef="#ctx0" brushRef="#br0" timeOffset="2885.83">4978 10443 1305 0,'-7'4'122'0,"3"2"-49"0,-2 3-40 0,6 3-28 0,5 2 5 16,2 2 6-16,4 0 1 0,4-1-2 0,1 0-5 0,3-1-7 0,5-1 0 16,3 0-1-16,3 0-4 0,4 2 1 0,1-1 0 0,3 0 0 15,1 0-2-15,1 1 3 0,0 0-2 0,1 1 0 0,0-1 6 0,0 0-8 16,1 1-1-16,-1-1 3 0,-2 1 2 0,0 2 7 0,1 0 2 16,-1-1 0-16,3-1-4 0,1 1 1 0,1-1 1 0,3-1 1 0,1 1 4 15,0-3 3-15,2-1 1 0,3-2-2 0,1-2-1 0,5-1-2 0,2 0 2 16,1-2 2-16,2-1-3 0,1-3 3 0,3-1-1 0,0-2 3 15,3-1 4-15,-1-1 2 0,2-1-1 0,4-1-6 0,1-1-1 0,5 0-1 16,-2-1-3-16,0 0 0 0,2 1-3 0,-3-1 3 0,1 0-1 16,1 2-2-16,-2 0 3 0,-2 0-7 0,1 0 3 0,-3 0 6 0,2-1-5 15,-2 0 9-15,1 0-4 0,1 1-3 0,-1 0 1 0,0-1-6 0,1 1 3 16,-2-2-2-16,2-1 0 0,-2-1-12 0,0 0 3 0,0 0 3 16,0 0-3-16,-2-1 13 0,1-1-4 0,-1 0-5 0,-2-1 4 0,-1-1-2 15,-2-1-3-15,-2-2 0 0,-2 0 1 0,0 0-2 0,-3-3 3 0,-2 1 1 16,-2-1 2-16,-3-1-4 0,-3-1-4 0,-4 0 6 0,-4-1 0 15,-2-3 1-15,-3 1 2 0,-2-3-2 0,-2-1 5 0,-3-2 1 0,-2 2 0 16,-4-3-1-16,-2 0-1 0,-3-2 6 0,-3 0-20 0,-2 0 9 16,0 0 2-16,-4-1-5 0,-1-2 23 0,-3-1-7 0,-4 0-2 0,-3 1 8 15,-1 2 7-15,-3-2-4 0,-4 0 1 0,-3-1-6 0,-3 1-10 0,-3 0-7 16,-2 1-4-16,-4 1-8 0,-3 0-3 0,-2 1-10 0,-5 1 1 16,-1-1 9-16,-3 2 2 0,-5 0 13 0,0 3 1 0,-4-2-7 0,-4 3 0 15,-4 0 2-15,-1 2 4 0,-5 2-3 0,-2-1 0 0,-3 3-5 0,-2-2-1 16,-3 1 0-16,-3 2-1 0,-1-1 4 0,-4 2-3 0,-2 3 3 15,-3 1 0-15,-3 2-2 0,-2 1-2 0,-3 3-1 0,-3 0-1 0,-2 1 7 16,-3 1 2-16,-2 2 2 0,-2 0 3 0,-1 2-2 0,-2 1 0 0,-1 2-3 16,-2 3-2-16,-4 1 2 0,0 4-4 0,-3 1 1 0,0 3 1 15,-1 2 1-15,-3 2 0 0,-1 4-2 0,-3 5-3 0,-1 3 0 0,-1 4 3 16,-2 1 3-16,0 4-6 0,-1 2-4 0,-3 5-11 0,0 6-4 0,-2 4 1 16,0 2 12-16,4 2 5 0,4 1-6 0,1 2-7 0,4 4-25 15,0 2-27-15,3 1-38 0,3 3-54 0,5 1-91 0,3 3-195 16,2 6-276-16</inkml:trace>
  <inkml:trace contextRef="#ctx0" brushRef="#br0" timeOffset="13099.87">4011 12353 1833 0,'0'3'108'0,"4"2"-81"15,4 1-30-15,5 2-1 0,4-1 2 0,2-1 5 0,3 0 0 16,1-2-4-16,3 0-5 0,2-2-2 0,3 0-5 0,3-1-4 0,3-1-5 16,3-1-4-16,5-1-5 0,4-3-9 0,3 0-15 0,3-3-15 15,5-1-2-15,1-1 0 0,3 0 8 0,3-2 14 0,1 0 8 0,3 1 11 16,2 0 10-16,2 2 7 0,2 0 7 0,2-1-1 0,0 2 4 0,4 0-1 16,2 0 4-16,-1 1 1 0,5 0 1 0,2 1 2 0,4-1 3 15,0 0 5-15,3-1 7 0,3-1 20 0,3-1 7 0,2-1 10 0,4-1 3 16,0-1-10-16,2-1-4 0,3-1-8 0,2-1-2 0,4-2-4 15,2-2-12-15,1 1 9 0,3-1-8 0,1-1-3 0,2 0 1 0,2-1-10 16,-1 0 6-16,4 2-2 0,-1-3 2 0,1 1-2 0,0 2-4 0,-1 0 5 16,-1 1-1-16,0 2-1 0,-1-1-1 0,-1 1-8 0,-2 1 2 15,-2 3 2-15,-2-1-3 0,-2 1 4 0,-1 1-4 0,-2 2 1 0,-3 2 3 16,-4 1-6-16,-1 0 5 0,-4 0-4 0,-2 0-1 0,-1 0 1 0,-5-1 2 16,-4-1 3-16,-1 0-4 0,-6 1 3 0,-1-3-1 0,-2 0 3 15,-7-1-2-15,-3-2 1 0,-3 0-1 0,-6-3 0 0,-5-1 4 0,-3 1 4 16,-6-1 4-16,-6-1 4 0,-6 0 0 0,-5 1 1 0,-8 0 11 0,-5 0 7 15,-5 3 19-15,-5-2 23 0,-4-1 5 0,-5 0-4 0,-3-1-11 16,-6 0-18-16,-3-3-19 0,-5 0-14 0,-7-1-6 0,-3 0-12 0,-3-1 2 16,-5-1-8-16,-3-1-2 0,-6-2-3 0,-5 1-2 0,-3-1-4 15,-4 1-4-15,-3 1 0 0,-5 0-4 0,-4 1 0 0,-3 0-7 0,-3 1-2 16,-4-1-5-16,-3 0-6 0,-5 2-11 0,-5 0-3 0,-3 2-3 0,-4 0 5 16,-2 0 8-16,-6 1 3 0,-2 1 9 0,-3 0 11 0,-3 1 6 15,-2 1 5-15,-2 0 4 0,-3 0-2 0,-2 3 6 0,-1 0 0 0,-2 2 0 16,-1 0-2-16,-2 1 3 0,-2 2-2 0,-1 1-2 0,-2 0 2 0,1 0 4 15,-2 1 0-15,1 1 2 0,-1 1-5 0,0 1 1 0,-1 2 3 16,-1 1 2-16,1 2 6 0,0 3-4 0,-1 1 4 0,1 4 6 0,-2 2 3 16,0 2 6-16,0 2-3 0,0 4 0 0,-1 4 1 0,-2 2-1 0,-1 5 2 15,-3 3 0-15,4 5-6 0,-2 2 1 0,0 5-4 0,2 4-5 16,1 5-5-16,-2 3-9 0,4 4-3 0,4 1-7 0,2 0-32 0,6 0-78 16,1 1-128-16,5 1-106 0,2 2-249 0,4-1-31 0</inkml:trace>
  <inkml:trace contextRef="#ctx0" brushRef="#br0" timeOffset="55985.42">4385 14687 848 0,'-1'4'35'0,"3"0"27"0,1 3 1 0,4 1 11 15,2 0 1-15,2 1-4 0,2 0-10 0,3 0-18 0,2-1-11 0,1 1-13 16,5-1-2-16,2 0-4 0,3 0-5 0,3-1 5 0,2 0-4 15,2-1 0-15,1 0 0 0,2 0-9 0,3 0 3 0,2 1-2 0,2 1 5 16,1-1 4-16,2 1 0 0,0 1-4 0,1-1-5 0,0 2-1 16,3-1 0-16,-1 0 2 0,2 0 4 0,2 1 2 0,0-1 3 0,1-1 4 15,1 1 6-15,0 0 7 0,3-1-1 0,0 0 1 0,1-1 1 16,2-1-6-16,0-1 2 0,2-2 2 0,1 0-3 0,1-1 2 0,1-1 2 16,3-1-4-16,0-1 2 0,1-1-2 0,2-1-6 0,-2 1 1 0,4-3-2 15,1 0-5-15,1-1 9 0,3 0 0 0,0-1-7 0,2-1-1 16,0 0-8-16,-2 0 1 0,0 2 1 0,1 1 5 0,1-1-1 0,-1 0-2 15,0 2-2-15,1-1-9 0,-3 1 4 0,0 0-4 0,0 0-1 0,-2 1 6 16,2-1-3-16,-1 0 2 0,0-2 1 0,0 0-8 0,-2 0 5 16,0-2 2-16,-1-1-4 0,1-1 2 0,2-2-5 0,-1-2 2 0,1 0 3 15,0-2-2-15,-3-1-2 0,-2-1-3 0,-1 0 1 0,-4 0-1 0,-3-2 1 16,-4 2-1-16,-3-3 4 0,-5 1 5 0,-4 2-8 0,-2-2 1 16,-4 2 3-16,-3 2-1 0,-4-3 9 0,-4 1 4 0,-5 0-3 0,-1 1-4 15,-4 0 7-15,-1-1-6 0,-5 2 6 0,-1-1 4 0,-2 0 5 0,-3 1-2 16,-1 0 0-16,-3-2 1 0,-2-1-1 0,-2 2 1 0,-3-3-3 15,-1-1-5-15,-4 1-3 0,-2-3 4 0,-1-1-6 0,-3 1 0 0,-3 0-1 16,-2 0-5-16,-3 0-2 0,-1-2-3 0,-4 0 2 0,-1-3-1 16,-2 1-5-16,-2-1 5 0,1 1 7 0,-5-1-2 0,-1-2 12 0,0 2-5 15,-4-3-4-15,2 0 1 0,-2 1-1 0,-2 0 5 0,-1-1-2 16,-4 1 0-16,-1-1 4 0,-1-1 2 0,-2 0 5 0,-3 1 1 0,2 0-2 16,-2 3 2-16,-2-1-1 0,-1 2-2 0,0-2-4 0,-3 1 0 0,2 0-11 15,-4 2 5-15,-1 0-4 0,0 1 2 0,-1 1 6 0,0-1 1 0,-1 1 4 16,0 0-4-16,0 1 3 0,-2 1-7 0,1 0-4 0,-1 1-4 15,-2 2-1-15,-2 0-3 0,2 0 1 0,-2 2 4 0,-1-1 2 0,-1 0 2 16,-2 3-4-16,-2 0 1 0,0 1-7 0,-2 1 1 0,0 2 0 0,1 2-3 16,-4 0 12-16,-1 1-5 0,-1 1-1 0,-4 2 0 0,-1 1 0 15,-1 1 0-15,-2 1 1 0,1 2-1 0,-3 0 2 0,1 1 2 16,-3 2 2-16,1 1-3 0,0 0-1 0,1 1-4 0,0 0 1 0,0 0 2 16,1 1-4-16,-1 0 4 0,0 0-5 0,-1 2 2 0,0 1 2 0,-1 1-5 15,-1 1 8-15,2 2-4 0,-2 0 1 16,2 3 1-16,-1 0-2 0,2 0 1 0,-2 1 1 0,2 2 1 0,0 2 4 0,2-2-6 0,1 3-4 15,2 0 1-15,1 1-1 0,-1 3 8 0,3 0 1 0,0 3-1 0,1 0-7 16,1 2 3-16,0 0 3 0,1 1 0 0,4 0 6 0,2 2-6 16,1-2 0-16,5 0 2 0,1-1-1 0,5 1-1 0,4-2-3 15,1 1 0-15,5-2 3 0,2 0-3 0,3-4 5 0,5 2-2 0,3-1-3 0,4-1 4 16,1 1-5-16,2 0-5 0,3 1 0 0,4-1-21 0,4 1-5 16,3 1 6-16,4 0-14 0,5 1 4 0,2 1-12 0,4 0-36 0,3-1-44 15,4 2-57-15,3-1-92 0,3 2-127 0,6-2-323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2:01:18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3592 6145 1105 0,'-2'-1'33'0,"3"1"-1"0,1 0-16 0,6 1-8 16,3-1 3-16,2 0 1 0,0-2-2 0,2 1-3 0,1 1-9 15,3 0-8-15,-2 1-14 0,1 0-11 0,2 1-7 0,-2 1-3 0,3 0 7 16,2 1 3-16,-1-2 11 0,1 1 9 0,0 0 4 0,-1 0 9 0,0 1 2 15,1-1 6-15,2 0 9 0,1 1 6 0,-2 0 9 0,1 1 4 16,-1-1 3-16,1-1 4 0,1 1 0 0,0 0 1 0,3-1-2 0,1 1-1 16,2-1 0-16,0-1-10 0,3 0-1 0,1 0-6 0,1-2-3 0,5 0 0 15,-1-2-3-15,2 0-3 0,4-1-6 0,1 1-2 0,0 0 0 16,2-1-3-16,1 1 2 0,0-1 1 0,2 0-11 0,1 1 3 0,-1-1 0 16,2 1-3-16,0 1 11 0,1 0-2 0,2 0 1 0,0 0 1 0,1 1 2 15,2 0-1-15,0 0 3 0,2 1-6 0,1 0-1 0,0 0 0 16,1 1-1-16,0-2 7 0,1 1-1 0,2 0 2 0,0 0-3 0,0 0-4 15,-1-1 1-15,1 1-7 0,1-1 2 0,1 0 3 0,0 1-2 16,3 1 3-16,-2 0 2 0,-2 0-5 0,2 0-1 0,-1 0-1 0,0 2 4 16,0 0 3-16,-2 1-2 0,0-1-2 0,-1 1 0 0,1 0-5 0,-2 0 4 15,0 1 5-15,-2-1-4 0,0 0 2 0,0-1-1 0,0 0-2 16,0-1 1-16,-1 0-1 0,1-2-3 0,0-1 3 0,-1 1-3 0,0-2 0 16,0 0 2-16,-1-1 2 0,1-1 2 0,1 0 3 0,-1-1-1 0,0 0-4 15,2-1 0-15,0-1-1 0,-1 0 1 0,2 1 1 0,-2 0 0 16,0 1 3-16,0 0-2 0,1 0 3 0,-1 0-6 0,0 0 4 0,3-1-2 15,-2 1-2-15,2 1 3 0,0-1-3 0,-2-1 3 0,4 0 2 16,-1 0 0-16,2-1 3 0,1 1-5 0,2 0 3 0,1-2 1 0,1 1 0 16,2 0 2-16,-2 0 1 0,2-1 1 0,-1 0 1 0,0 0 5 0,3 1-5 15,-2-1 4-15,2 1 2 0,1 1 3 0,0-1-2 0,-1 2 0 16,1 0 2-16,0 2 2 0,-1 0 0 0,1 0 4 0,0 0-1 0,-2 1 0 16,0 0 1-16,0 2-8 0,0 0 1 0,-1 0-2 0,3 0-1 15,0 0 0-15,-2-1 0 0,2 1-1 0,-2-1 1 0,1-1 0 0,-2-1-3 16,1 0 0-16,1-1 1 0,-3 0-1 0,0-2 6 0,0-1 3 0,-2 0 1 15,0-1 10-15,-1-2-7 0,0-2 4 0,-1 1-1 0,1-3-8 16,-1 1-3-16,-1-1 3 0,2-1-5 0,-3 2 0 0,0-2 6 0,-2 0-11 16,-2-1 0-16,0 0 0 0,-2-2-2 0,0-1-3 0,-1 0 2 0,-1 0 0 15,-2-1-4-15,-1-1 1 0,1-1-5 0,-3 0 11 0,0 0 0 16,-1-1 5-16,-3-1 3 0,0-1-10 0,-2-1 1 0,-2-1-2 0,0 1 0 16,-3-1-2-16,-2 0 2 0,-2-2-3 0,-1 1 3 0,-3-3 0 0,0-1 0 15,-5-1 0-15,-1-1 3 0,-1 0-4 0,-3 0 1 0,-2-3-3 16,-2 2 0-16,-2-3-4 0,-2 1 11 0,0 0-4 0,-4-2-3 0,-1 1 3 15,-2-2-13-15,-3 1 0 0,-3 1-8 0,-3-2-2 0,-3 1-4 16,-2-2 0-16,-3-2 1 0,-4 2 4 0,-4 0-1 0,-4 1 4 0,-1 0 6 16,-4-1 0-16,-3 0 12 0,-1 0 1 0,-5-1 0 0,-2-1 1 0,-5 0-7 15,-4 2 3-15,-4-1-2 0,-4 2-3 0,-5 0 0 0,-3-3 0 16,-3 2 0-16,-5 1 2 0,-2-1 2 0,-5 5-4 0,-5-1 2 0,-4 2-5 16,-4 0 6-16,-5 2 2 0,-4 1 3 0,-4 3 5 0,-1 0-7 0,-4 3-8 15,-4 0-2-15,-1 3-3 0,-4 0-1 0,-1 2 7 0,-2 2-1 16,-4 1-3-16,-1 1 0 0,-6 2 4 0,-2 0-4 0,-4 1 5 0,-4 1-8 15,-2 1-3-15,-4 1 0 0,-3 2-5 0,-1 2 8 0,-4-1-2 16,-2 1 1-16,-1 0 1 0,-3 1 3 0,-3 0 0 0,-1 2 1 0,-2 2-1 16,1 2 0-16,-3 2 4 0,-2 3-1 0,-2 1 1 0,-2 2 1 0,-2 1-2 15,-2 0 4-15,-1 3-9 0,-1 1 4 0,1 2 0 0,-1 0-2 16,1 2 4-16,3 1-5 0,0 1 9 0,2 2-3 0,-1 2 0 0,2 1 3 16,1 3-6-16,3-1-3 0,1 2-5 0,2 0-3 0,1 1 6 0,0 1 5 15,3 4 7-15,-2 1 6 0,0 3-7 0,0 3 11 0,-2 3 1 16,4 2-2-16,3 4 1 0,6 0 2 0,2 3-2 0,7 4-1 0,1 2-7 15,1 4-11-15,3 4 4 0,2 1-1 0,-2 3 8 0,-1 3-9 16,0 1-14-16,-2 0-1 0,6 0-5 0,4-2 10 0,10-1 15 0,12-1 0 16,11-2 7-16,12-1-4 0,11-3-4 0,9-1 1 0,8-4-4 0,7 0-6 15,7-2-3-15,4-1 5 0,5-2 2 0,4 0-1 0,3-2 8 16,4-2-5-16,7 0 2 0,6-3 0 0,5-2 0 0,7-5-1 0,3-4 1 16,6-1 0-16,7-4 0 0,5-1 8 0,5-4-8 0,5-1 0 15,3-4 0-15,3 0 0 0,4-2-5 0,5-2 3 0,3-1-2 0,2-3-1 16,3-1 10-16,0-3-4 0,2-1 4 0,5-1 0 0,0-2 2 0,3-3 3 15,2-1-6-15,1-1 4 0,1-1 2 0,3-1-4 0,-1-1 0 16,0-1-3-16,1 1-3 0,0-1 2 0,0 1 1 0,0 0 2 0,-2 0-7 16,2 1 1-16,-1 1-1 0,-2 0 2 0,1 2 3 0,-2 0 2 0,-1 1-5 15,1 1 3-15,-3 1 0 0,-1 0-6 0,-2 1 2 0,-1 1-4 16,-2-1 0-16,-2 1 7 0,1 0 1 0,-4 0-1 0,-2 1-1 0,-2-1-1 16,-4 2 0-16,-1 1 0 0,-2-1-6 0,-3 0-2 0,-1 1 2 0,-2 0-2 15,-4 0 6-15,0 1 4 0,-3-2-5 0,-1 0 3 0,-3 0 0 16,-1-3 0-16,-1 1 3 0,-3 0-2 0,-1-1 2 0,0 0-3 0,-4-1 0 15,-1-1 4-15,0 1-6 0,-1-2 2 0,-2-1 2 0,-1 1-4 16,0 0 8-16,-1-1-4 0,-1 1 1 0,-2-1-1 0,-1 0-4 0,0 0 4 16,-2 0-1-16,1 1-1 0,0-1 0 0,-2 1-3 0,0-1 0 0,-1 0-3 15,-2 1 4-15,2-1-1 0,-2 1-7 0,0 0-8 0,-1-1-26 16,-2 0-30-16,1 1-42 0,0 0-59 0,-2 1-85 0,0 2-147 0,-4 1-555 16</inkml:trace>
  <inkml:trace contextRef="#ctx0" brushRef="#br0" timeOffset="5732.71">3747 7718 32 0,'-4'-7'39'0,"1"0"4"0,0-3 1 15,0 2-4-15,2-1-12 0,-1 1-3 0,1-1-4 0,1 0-2 0,1-1-2 16,0 1-3-16,1 2-3 0,1 1 3 0,1 1 2 0,0-1 0 16,1 1 1-16,-1-1-2 0,2-1-1 0,1 1 0 0,0 0 2 0,1 0 4 15,0 1-2-15,1 1 1 0,2 0-4 0,-2 0 0 0,3 1 2 0,-1-1 0 16,1 1 4-16,0 1 0 0,0 0 3 0,2 2 1 0,1-1 0 16,0 0 2-16,-2 1 0 0,4 1-2 0,0-1 0 0,1 1-2 0,0 0 0 15,1 1-2-15,-1 2 2 0,0 0-4 0,2 0 3 0,0 0-2 16,1 0-1-16,2 0 5 0,1 0-5 0,1 0 4 0,2 1-3 0,1 0-1 15,0-1-2-15,1 2-3 0,2-2 2 0,-1-1 0 0,5 1-7 0,0-1 2 16,1 0-4-16,2 0-3 0,2 1 12 0,4 0 2 0,0-1-2 16,1 0 1-16,0 1-1 0,3-1-2 0,1 1 3 0,1 0 0 0,0 0-3 15,2 0 2-15,0 1-1 0,-1-1 0 0,1-1 6 0,1 2 1 0,0 0-4 16,0 1 2-16,1 0-8 0,0 0-3 0,2 0 8 0,2 0-3 16,1 1 4-16,1 0 0 0,1 0-1 0,0 1-3 0,3 0 4 0,2 1 0 15,0-1-1-15,4 0 3 0,0 0-1 0,4 0 0 0,2-2 3 16,0 2-4-16,4-1-2 0,-1 0-3 0,2 1 2 0,0-1-1 0,2 0 5 15,2-1 1-15,1 0-2 0,3-2 0 0,0 1-6 0,2-1-2 0,1-1-3 16,1 0 0-16,1-2 0 0,2 0 1 0,5-1 3 0,-2 0-3 16,2-1 2-16,-2 1-2 0,-2-1-4 0,2 0 3 0,-3 0-5 0,1 0-3 15,1-1 0-15,-2-2 2 0,1 0 5 0,-1 0 1 0,-1 1 4 0,0-2-4 16,-1-1-1-16,-2-1-1 0,1-2-4 0,-1 0 2 0,1 0 1 16,0-3 2-16,0 0 2 0,-1-2-2 0,-2-2-4 0,0 1-2 0,-3 0 2 15,0-1-2-15,-1-1-4 0,-2-1-2 0,-2 0-1 0,-3 1 7 16,-2-1 6-16,-3 1 5 0,-1-1 1 0,0-2-7 0,-3 0 0 0,-3 0 2 15,-2-2-1-15,-1 2 2 0,-4 0-3 0,0 0 0 0,-4 1 0 0,-1-2 0 16,-2 0 3-16,-2 0-3 0,-2-1 1 0,-2-1-2 0,-3 1 2 16,-4-1-3-16,-4 0 5 0,-1 3 1 0,-1-2-3 0,-2 0 3 0,-3 0-8 15,-1 0 3-15,-6 0 2 0,-1-2 3 0,-3 2 0 0,-2 0-14 0,-3-2 5 16,-2 2 3-16,-2 0 0 0,-2-2 12 16,-3 1-7-16,-3-3 0 0,-2 0 2 0,-2 0-3 0,-3 0 5 0,-3 2-4 0,-2-1-6 0,-3-1-3 15,-2 2-3-15,-4-3-1 0,-2 1 1 0,-5-1-1 0,-5 1 4 16,-3-1-5-16,-4 1 4 0,-3 2 2 0,-2-1-2 0,-5 2 3 0,-2-2-2 15,-5 2-4-15,-2 2-5 0,-3-1 0 0,-4 1 7 0,-2 1 4 0,-4 0 11 16,-1 2 0-16,-3 0-8 0,-1-1-1 0,-5 1 0 0,-3 2-2 16,-1 0 1-16,-4 0-1 0,-1 2-1 0,-4 1-1 15,-1 0 1-15,-3 2-3 0,-2 1 3 0,-3 0 3 0,-1 0 1 0,0 2 1 0,-1-2-5 0,-1 1 0 16,0 1 0-16,-3 1-3 0,1 1 7 0,-1 1-1 0,-1 1-4 16,1 1 1-16,0 1-5 0,-3 3 5 0,-1 1 0 0,-1 2-1 0,-2 1-2 15,0 1 0-15,0 0 1 0,-1 3 8 0,-1 0 0 0,0 2-4 16,0-1-1-16,0 2 1 0,0 1-4 0,0 2 4 0,2 1-4 0,-1 0-4 15,3 2 3-15,2 1 0 0,1 1 0 0,1 2 6 0,0 1 2 0,1-2-10 16,3 3-1-16,1-2 1 0,3 2-1 0,-1 0 3 0,1 0 12 16,3 0-5-16,0 1-7 0,5-1-4 0,1 0-14 0,5 0-8 0,0 0-9 15,6 0-13-15,2-1-39 0,2 1-30 0,4-2-41 0,3 0-43 0,3 0-42 16,2-2-53-16,4 3-83 0,1-1-75 0</inkml:trace>
  <inkml:trace contextRef="#ctx0" brushRef="#br0" timeOffset="33983.69">4408 9386 719 0,'-5'-2'120'16,"1"1"-83"-16,1 0-28 0,3 1-12 0,3 0-2 0,1 0 8 0,3-1-1 15,2 0 3-15,1 1-3 0,3 0-1 0,0 1-2 0,3-1-2 16,-1 2-3-16,4 1-5 0,1 1-3 0,2 1 1 0,2 2-2 0,1 0 2 16,-1 1 6-16,1 0 0 0,-2 0 3 0,2 0 2 0,1-1 0 0,-1 1 0 15,3 0 4-15,0 0-2 0,4-1 0 0,-2-1 1 0,4-1 0 16,0-1 3-16,3-2 1 0,2 1 2 0,1-3 3 0,3 0 2 0,1-2 2 15,2-1 4-15,2 1-3 0,1-4 10 0,4 0 3 0,0-2 8 16,2-1 7-16,1-1 4 0,3-1 4 0,1 0-1 0,2-1-6 0,0-1-4 16,2-1-7-16,1 0-4 0,2 1-4 0,1-1-8 0,0 2 1 0,-1 0-4 15,1 0-6-15,2 3-2 0,-1-2-3 0,2 0 2 0,-1 1 2 16,1-1-1-16,0 2 1 0,1 0-3 0,2-1 4 0,1-2-2 0,0 0-1 16,1 0 0-16,2 1-4 0,0 0 2 0,0 0-1 0,1 0-2 0,0 0 3 15,0 0-3-15,0 1 4 0,0 0 1 0,1 1-4 0,-3 0 4 16,2 0-4-16,0 1 1 0,-1-2 3 0,2 2 2 0,-1-3-2 0,0 0 1 15,-1 0-1-15,0 0 1 0,0 1 1 0,0-2 4 0,-1 1 1 16,1 0 3-16,-1 0 5 0,-4 1-1 0,3 0-12 0,-3-2 6 0,1 1-3 16,-1 0 5-16,-3 0 12 0,0 1-7 0,-3 1 2 0,-2-2-9 0,-1 1-3 15,-2 0-2-15,-3 0-1 0,-1 0-2 0,0 1 1 0,-4-1 1 16,0 0-4-16,-1 1 7 0,-3-2-5 0,-2 1 3 0,0 0 2 0,-3-1-6 16,0 0 2-16,-3 1-2 0,-3 1 4 0,-1-1-1 0,-3 2-2 0,-3-1 1 15,-6-1 0-15,-1 0 4 0,-4 0 3 0,0 0 3 0,-4 0 1 16,-2-1 2-16,-4 0 4 0,-1-1-1 0,-3-1 5 0,-1 0-6 0,-2-3-7 15,-2-1 1-15,-2-1-6 0,-3 1 2 0,-1-2-5 0,-3-1 0 0,-3 0-6 16,-1-1-8-16,-6-1 3 0,-2 0-4 0,-2-1-4 0,-2 0-2 16,-2 1 0-16,-1 0 6 0,-4 0 5 0,-1 0 4 0,-3 0 6 0,-2 0-13 15,0-1 1-15,-2 0-1 0,-3 1-4 0,-3 0 0 0,-1 0-3 16,-3 3-1-16,-1-1 0 0,-2 1 0 0,-3 0 1 0,-2 0 5 0,-4 1-1 16,-1 1-2-16,-5-2 3 0,-1 2-3 0,-4 0-2 0,-3 3 1 0,-3 0 1 15,-2 1 0-15,-4 1 4 0,-2 0 5 0,1 3 3 0,-3-1 3 16,0 1-3-16,0-1 0 0,1-1 0 0,3-1 1 0,0 0 6 0,3-2-3 15,-1 1-1-15,1 0-6 0,-1 0 0 0,-1 0 1 0,1-2-9 0,-3 1 5 16,2 1-4-16,-1 2 6 0,-2-1 10 0,1 2-4 0,0-1 2 16,0-1-8-16,-2 2 0 0,-2-1 3 0,2 1 0 0,-2 1 1 0,0 0-2 15,-2 2-3-15,-2 1-1 0,-1 1 0 0,-2 3-3 0,-1 1 2 0,0 1 0 16,-2 0-5-16,-1 3 1 0,1 1 2 0,-1 2-1 0,2 0 6 16,2 2 3-16,-1 1 2 0,3 0 3 0,-1 1-3 0,3 0 2 0,1 0-2 15,4 1-9-15,1 0 0 0,0 1 1 0,3 1-1 0,0 1 9 0,1 2 3 16,5 1 1-16,0-2-5 0,2 3 2 0,2 0-2 0,3 1 0 15,4 0 0-15,2 1-4 0,2 1 1 0,2-1-4 0,1 2 3 0,3 3 3 16,0 1-6-16,2 2 6 0,2 1-8 0,1 0 3 0,2 1-3 16,1 2-2-16,2 2 6 0,2 3-5 0,0 3 0 0,2 1-7 0,3 2-3 15,0 2 2-15,5 1-2 0,2 2 2 0,3-1-20 0,4 4-53 0,2-1-62 16,1 2-71-16,3 1-82 0,4 2-211 0</inkml:trace>
  <inkml:trace contextRef="#ctx0" brushRef="#br0" timeOffset="55802.18">4639 10389 671 0,'6'-7'91'0,"4"-1"-41"0,2-1-16 16,2 1-14-16,2 2 2 0,0 1 3 0,0-1 1 0,2 1-4 0,0 1-8 15,2 1-5-15,0 0-6 0,3 1-1 0,-1-1-4 0,3 1 2 16,1 0 1-16,0-1-3 0,3 2 2 0,-2-1-2 0,3 0-3 0,0 1 3 16,1-1-2-16,0 2 3 0,2-1 1 0,-1 2-1 0,1 0 2 15,2 0 1-15,0 1-1 0,0 0 2 0,0 2 3 0,1 0 3 0,0 0 11 16,3 1 10-16,1 0 11 0,0 1 6 0,2 0 2 0,0 1-2 0,2 0-6 15,1 1-4-15,2 1-6 0,0 0-5 0,0 0-4 0,4 0-7 16,-2-2-1-16,3 2-2 0,-1-1-3 0,0 1-4 0,3 1 1 0,-1-1-4 16,2 0 3-16,0-1 1 0,0-1-1 0,3 0 3 0,-2 0 0 15,0 0 5-15,1 0 6 0,-1 0 3 0,1-1 11 0,1 0 10 0,0 0 2 16,2 0 6-16,0 0-4 0,1 1-6 0,2-2-6 0,2 1-6 0,1 0-1 16,0 0-7-16,2 0-1 0,0 0 0 0,0 1-9 0,2-1 1 0,1 2-5 15,3 1-4-15,-1 0 4 0,0 0-4 0,2 0-1 0,-1 1 8 16,2-2-6-16,0 2 3 0,1 0-1 0,1 0-5 0,-1 0 1 0,0 0-5 15,0-1 4-15,0 1 2 0,2-2 3 0,-1 1 2 0,3-1-12 16,2-2-3-16,-1-1 1 0,0 0-2 0,2-1 11 0,-3-2-2 0,2 0 1 16,2-1-2-16,-2-2 1 0,4-1 3 0,-3 0 3 0,3-1 7 0,0-1 5 15,-1-1-2-15,2 0 3 0,-2-2-4 0,2-1-2 0,-2 0 5 16,1 0 3-16,0-2 5 0,-2 2 0 0,1-2-2 0,-1-1 6 0,2 1-7 16,-1-1 0-16,-1 0-4 0,1 0-5 0,-2-2-3 0,0 0-1 0,0-1-2 15,-2 1-4-15,1 0-2 0,-2-1-2 0,-1 0-1 0,-1 0 2 16,-1 1 2-16,-2-1-1 0,0-1 0 0,-2 0 1 0,0 0-6 0,-2-1 5 15,-2-1-3-15,0-1 2 0,-1 2 1 0,-1-3 0 0,-2-1 0 0,-1 2 0 16,-3-2 2-16,-3-1-2 0,0 1-2 0,-4-2 4 0,-2-1-5 16,-2 2 4-16,-3-1-4 0,-3 0 5 0,-2 1 4 0,-3-1-4 0,-2 0 8 15,-4 0-10-15,-3-1-2 0,-3 2-1 0,-1-3 3 0,-5 1 0 16,-1 0 4-16,-3-1-1 0,-3 0-1 0,-3-1-1 0,-3 0 3 0,-2-1-3 16,-3-1-4-16,-3 0-4 0,-3-2-4 0,-3 2-8 0,-4-1-3 0,-2-1 2 15,-5 1-1-15,-4-2 2 0,-4 1 1 0,-2-1-13 0,-4 1 7 16,-3-1 0-16,-3 3-6 0,-5-1 16 0,-2 2-2 0,-4 0 1 0,-2 1 3 15,-4 1 0-15,-2 2 0 0,-2 2 3 0,-2 0 1 0,-3 1 4 0,-2 1-6 16,-4 0-4-16,-2 1 1 0,-4 0 0 0,-2 2 1 0,-3 1 2 16,0 2 1-16,-4 1-3 0,-4 2 0 0,0 1-1 0,-5-1 1 0,0 2 1 15,-4 0-2-15,-1 2-2 0,-3 1 1 0,-4 0-4 0,0 1 10 16,1 0-3-16,-3 0 3 0,0 1 5 0,0-1 0 0,-2 0 1 0,-1 1-2 16,0 0 1-16,-3 0 0 0,0 0-2 0,-1 0 2 0,-1 0 0 0,1 1-1 15,-3-1 1-15,2 0 0 0,-3-1 0 0,-2 1-2 0,2 0 1 16,-2 0 1-16,1 1-3 0,1 0 5 0,-3 0-5 0,-1 1-3 0,2 1 5 15,-1 0 2-15,0 1 3 0,0-1-1 0,-3 2-3 0,1 0-3 0,-1 0 3 16,1 1 0-16,-1 1-3 0,-1 0-1 0,-1 2-1 0,-2 1-4 16,0 2 3-16,-1 1-6 0,-2 1 2 0,2 1 4 0,0 1-2 0,-1 2 8 15,1 1-8-15,-2-1-2 0,2 1 2 0,0 1-2 0,0 1 6 16,3-1 0-16,0 2-2 0,3 0-1 0,0 0-3 0,1 2 2 0,1 1 1 16,2 3 2-16,4 1 2 0,5 0-1 0,0 1-4 0,5 1 12 0,1 5-3 15,0 1-2-15,1 6 8 0,1 5-9 0,2 1 4 0,3 2 6 16,6 0-2-16,5 0-6 0,7-3-2 0,2 0-2 0,7 0-1 0,1 1 2 15,2 2-5-15,5-2 9 0,4 0-4 0,3 0 3 0,5-1 0 0,5 0-11 16,4-1 1-16,3-1-8 0,5 1-2 0,4-3-9 0,4-2-12 16,3-1-3-16,4-2 2 0,5 0 5 0,2 1 9 0,5-6 1 0,4 2 6 15,5-5 9-15,4-2 8 0,4-2 7 0,5-2 1 16,4-2-4-16,5-4 2 0,6-1 8 0,4-4 4 0,10-3 2 0,3-5 4 0,6-3-2 16,8-3 0-16,4-3 3 0,6-3 2 0,5-1-3 0,4-3 2 0,6 1-2 15,4-2-5-15,3-1 7 0,4-1-2 0,-1 1 0 0,5 0 4 16,-1-1-8-16,2 2-1 0,1 0 4 0,0 1-1 0,2-1 11 0,1 0 0 15,1-1-1-15,2-1-7 0,-1 2-1 0,-1-1-4 0,-1 1-8 0,1 1 1 16,-2 0-4-16,-1 2 3 0,-2 0-1 0,-2-1-2 0,0 2 6 16,-2-1-6-16,-2 1 3 0,-2 2-4 0,-3 0-4 0,-2 1 1 0,-4 1-2 15,-3 0 4-15,-5 0 3 0,0 0-1 0,-6 0 8 0,-2 1-1 16,-4-1 0-16,-3 1 0 0,-3 0-2 0,-5 2 8 0,-1-1-2 0,-6 0 2 16,-2 1 0-16,-3 1 0 0,-6 0 4 0,-2 0-1 0,-4 0 1 0,-4 0-4 15,-4 2-9-15,-1 0 0 0,-4 0-3 0,-2 0-1 0,-2 1 0 16,-1-1-5-16,-4 1 0 0,0 0 0 0,-3 0-3 0,-2-2-5 0,-1 2-18 15,-1-1-30-15,0 1-46 0,-1-1-76 0,0 0-117 0,-2 0-195 0,-1-2-407 16</inkml:trace>
  <inkml:trace contextRef="#ctx0" brushRef="#br0" timeOffset="56901.93">13484 9569 393 0,'-8'-5'54'0,"1"-1"9"0,1 0 7 0,3-2-7 15,3 1-14-15,2-2-1 0,1-2-2 0,3 0 1 0,2 0-1 16,3-1-6-16,2 0-4 0,1-2-7 0,4 0-4 0,1 3-4 0,2-2 2 15,2 1 4-15,2 0-3 0,0 1 1 0,2 0-1 0,1 2-2 0,2-1-3 16,1 0 1-16,2 0-5 0,1 0-3 0,3 0 3 0,-1 1-6 16,2 0-2-16,2 1 0 0,-1 0-5 0,2 2-1 0,0 0 2 0,-1 1 0 15,-2 2-2-15,0 0 0 0,-1 2-1 0,0 1-2 0,-2 2 1 16,-1 1 1-16,-2 1-1 0,-2 2 2 0,-1 1-3 0,-2 1 3 0,-2 2-1 16,-2 0 0-16,-2 0 9 0,-2 3 3 0,-1 0 6 0,-2 3 6 0,-2-2 2 15,-1 3 2-15,-1 2 1 0,-1 0-3 0,-1 1 3 0,-2 1-9 16,0 0-1-16,-1-1 4 0,-1 4-4 0,-2-1 5 15,-1-1-1-15,-2 2-12 0,-2-1 3 0,0 1-5 0,-2-1 0 0,-1 0-1 16,-2 0-2-16,-2 0 0 0,0 2-1 0,0 0 2 0,-3-1-1 0,-2 1 1 0,-1-2-2 16,-1 0-1-16,1-1 2 0,-2-2-2 0,-1 1-1 0,1-1-1 0,-1-2 0 15,-1 1-2-15,2-2 2 0,1 1 2 0,0-2-5 0,1 1 2 16,1-1 0-16,0-2-8 0,0-1 3 0,2 1-7 0,-1-1 4 0,2 1 9 16,1-2-10-16,2 1-21 0,-1 0-27 0,1-1-33 0,0-2-25 0,1-1-11 15,1-2-24-15,1 0-17 0,1-1-16 0,0-1-20 0,0-2-43 16,2-1-52-16</inkml:trace>
  <inkml:trace contextRef="#ctx0" brushRef="#br0" timeOffset="57117.93">14306 10057 260 0,'-5'-6'112'15,"-1"0"11"-15,-2-1-10 0,3 2-25 0,0 1-19 16,2 1-6-16,-1 2-2 0,2 1-9 0,0 1-13 0,1 1-13 0,-1 1-13 0,1 3-5 16,-1 2 0-16,0 4 0 0,0 2 0 0,0 2-9 0,0 1-1 0,0 2 1 15,1 2 3-15,0 1 6 0,0 3-2 0,2 0-1 0,0 0-6 16,0 1 2-16,2-2 1 0,0 2-1 0,1-2-1 0,2-1 0 0,0 1-2 15,1-2 0-15,1-1 2 0,1-3-1 0,0-1 2 0,3-3-3 0,2-1 1 16,2-1 1-16,1-2-1 0,2-3 4 0,3-2-3 0,1-1 3 16,2-3-2-16,1-2-3 0,3-1-1 0,2-3-6 0,1-2 1 0,3-1-10 15,2-4-8-15,2-1-17 0,2 0-20 0,1-2-11 0,1-1-20 16,3 0-19-16,4-1-26 0,3 0-143 0</inkml:trace>
  <inkml:trace contextRef="#ctx0" brushRef="#br0" timeOffset="202696.34">4848 13556 461 0,'5'0'103'16,"3"0"-46"-16,4 0-23 0,2 0-4 0,1 0 9 0,3 0 1 16,2-1-4-16,2-1-8 0,2-1-13 0,3 1-7 0,2-1-4 0,2-1-2 15,2 1 2-15,3-1-3 0,1 0-4 0,3 0 3 0,3 1-1 0,1-1 4 16,0-1-3-16,4-1 0 0,2 1 0 0,1 0 2 0,2-1 1 16,0 1-1-16,2 0 2 0,1-1 0 0,3 0 3 0,2-1 5 0,2 1 0 15,1-2 1-15,0-1 5 0,3 1 0 0,2-1 3 0,2 0 2 16,0 0-2-16,2 2-2 0,2-1-1 0,0 0-3 0,1 1 4 0,-1 0-5 15,1 1 2-15,1 0 4 0,0 1-9 0,-1 2 2 0,1-1-4 0,0 2-4 16,-1 1 4-16,-1 1-1 0,-1 0 1 0,-1 1 1 0,0 1-4 16,-2 1 4-16,0 2-5 0,-2 1 4 0,-2 1-3 0,0 2 1 0,-2 1 2 15,-1 2-5-15,-1 0 3 0,-1 2-3 0,-2 1-1 0,-1 1 0 0,1 1-3 16,-2 1 1-16,-1 3-1 0,-1 1-1 0,-3 3 2 0,0 2-4 16,-3 0-2-16,-3 3-17 0,-2 0-7 0,-1 2 8 0,-3 0-1 0,-2 2 20 15,-4-1 6-15,-3 1-1 0,-5 2 1 0,-3-3 0 0,1 2-1 0,-3 0 4 16,-1 0 4-16,-2 2-2 0,-3-1 7 0,-4 1-5 0,-1-1 0 15,-2 2 3-15,-2 0-3 0,-4-1 5 0,-2 1-1 0,-2-2-1 0,-4 0 0 16,-2 1-4-16,-3-1 0 0,-3 2-4 0,-3-2 2 0,-5 0-2 16,-4 0-3-16,-3 0-2 0,-3 2-2 0,-1-1-3 0,-4 0 3 0,-4 1-3 15,-2-1 2-15,-5 2 0 0,-1-3 3 0,-2 1-2 0,-3-1 0 0,-2-1 1 16,-1 1 1-16,-5-1 1 0,1 0 3 0,-2 0-3 0,-1-1 5 16,1 0 2-16,-1 0 4 0,-1 0 4 0,-1-1 2 0,1-2 5 15,-2-3-1-15,0 2 1 0,1-2 2 0,-3 1-4 0,0-1 2 0,-1-1-3 0,0-2 2 16,-1-2 2-16,0-1-3 0,-2-2 1 0,-1-1 1 0,-3 0-10 15,-2-2 2-15,-2-1-2 0,0 3-11 0,-3-3 6 0,-1-1 2 0,0 0-2 16,-2-1 9-16,0 0-6 0,-5-1-6 0,0-2-2 0,-2-1 0 16,2-2-4-16,-2-1 7 0,1-1 11 0,-1-1 13 0,0 0 9 0,0-1-4 15,1-3 3-15,1-1-3 0,0-1-4 0,3-2 3 0,2-2-6 0,-1-1 1 16,1 0-9-16,2-2-5 0,1-2 0 0,1-1-10 0,0-1 9 16,1-3-1-16,2 0-2 0,0-2 6 0,3 0-12 0,1-2 0 0,1-1 0 15,0 0-2-15,1-3 10 0,0-1-1 0,3 0 4 0,0-2 0 0,3-2-3 16,0-2 4-16,1-2-6 0,2-2-1 0,2 1 6 0,1-2-4 15,1-1 5-15,1-2 0 0,2-3-7 0,2 1 7 0,3-2-2 0,2-1 2 16,1 0 6-16,3-2-10 0,1-1-1 0,3-1-8 0,3-1-1 16,3-1 3-16,3-2 1 0,3 0 1 0,2-2-4 0,1 1-5 0,3-2 5 15,1-1 2-15,2 0-4 0,7 1 3 0,1-2-7 0,2-1-4 0,4-1 3 16,3-2-6-16,3-2 7 0,4-1-3 0,5-2 4 0,2-2 0 16,4-1-1-16,3-1 2 0,7-1-2 0,4-1 4 0,3 1-1 0,4 0-4 15,1 0 2-15,4 4-7 0,4 0 4 0,3 3 0 0,3 2-2 16,4 2-6-16,4 1-3 0,6 1-4 0,3 2-3 0,2 4-4 0,1 4-22 15,1 7-26-15,2 4-30 0,2 4-25 0,4 5-35 0,0 4-38 0,3 6-44 16,4 5-59-16,1 5-46 0,7 4-32 0,1 2-86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2:05:34.4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3002 4783 126 0,'-5'-3'41'0,"-1"2"-14"15,0 0-9-15,2-1-4 0,2 1-7 0,-1 1-2 0,1-1-4 0,-1 1-4 16,0 1-7-16,1 1-14 0,-1 2-27 0,1 0-43 0</inkml:trace>
  <inkml:trace contextRef="#ctx0" brushRef="#br0" timeOffset="134599.25">3509 6588 398 0,'-2'0'224'0,"1"2"-172"0,-2 1-23 16,3 1-12-16,0 0 4 0,0 1 0 0,1 0 0 0,0 1-6 0,0 0-5 15,0 2-10-15,0 2 0 0,-1 2-2 0,-1 1 0 0,0 1 4 16,-3-1-4-16,-1 3 3 0,0 0-3 0,-1 1 1 0,0-1-1 0,0 0 2 15,0 2 0-15,-1 0 0 0,1 1 3 0,1 1-3 0,0 0 1 0,0-1-1 16,-1 1 0-16,1 1-1 0,-1-4-2 0,3 1 0 0,-1 0 1 16,2-1 1-16,1 2 2 0,1-1 0 0,0-2 1 0,2 2-2 0,0 0 2 15,0-1-2-15,2 0-2 0,1-1 2 0,2 0-1 0,0 0 2 0,2-1 0 16,2 1 0-16,0 0-1 0,1-1 0 0,1-2 1 0,1 2-2 16,2 0 1-16,1 0 0 0,3-2 0 0,-1 1 1 0,3-1 2 0,1 0-2 15,-1 0-1-15,3-3-1 0,1 1 1 0,2 0 1 0,0-1 1 0,4 0 0 16,1 0 0-16,2-2-1 0,1 1-1 0,2-1 1 0,1 0 1 15,1-1-2-15,3 0 2 0,-1 0 0 0,0 0-2 0,2-2 1 0,3 1-1 16,1 0-2-16,0-1 2 0,1 0 0 0,1-1-1 0,2 0 4 16,1 0 1-16,1-1 1 0,1 0 3 0,1 0 4 0,-1-1 0 0,1-1 7 15,0 1 3-15,2 0 2 0,0-1 4 0,0 0-1 0,1 0 1 0,0 0-5 16,2-1-3-16,0 1-3 0,0-1-1 0,1 0-3 0,0 0 1 16,1-1-8-16,0 0 0 0,0-1-3 0,0 1 1 0,-1 1 5 0,3-1-2 15,-3 0-1-15,0 1-2 0,0-2 1 0,-1 1-1 0,1-1 4 16,-1 1-4-16,1-1 2 0,-2 0-1 0,-1 1 1 0,1-1 0 0,-1 1-1 15,-1 0 0-15,0-1-2 0,-3 0 1 0,2 0-3 0,-2-1 5 0,0 1 0 16,-1-1 1-16,0-2-2 0,1 0-1 0,-2-1 0 0,1-1 2 16,-1 0 3-16,-3-2-4 0,1-1 1 0,-4-1 3 0,2-1 0 0,-1-1 2 15,-1 1 1-15,0-2 0 0,-2-1-1 0,0-1-4 0,-1 0 5 0,-3-1-2 16,0-2-3-16,0 0 5 0,-3-1-2 0,-2-1 2 0,-2 0 3 16,-4 1-2-16,0-1 3 0,-3 1-2 0,-1 0 0 0,-3-1 8 0,-3 1-1 15,-2-2 1-15,-1 1 6 0,-2 0-3 0,-5-1-7 0,0-1 4 0,-3 2 4 16,-1-1-2-16,-2 0 6 0,-1 1-5 0,-4-3-10 0,-1 0 0 15,-3-1-1-15,-1 0-4 0,-3 1-5 0,-2-1 0 0,-2 0-3 0,-2 0-4 16,-3-1 1-16,-3 1-4 0,-1-2-6 0,-3 1 2 0,-2 0-7 16,-3 2 3-16,-2-1 1 0,-3 0-2 0,-4 1 1 0,-2-1 0 0,-3 2 0 15,-3-1-1-15,0 1-3 0,-3 1 6 0,-4 1-1 0,-2 0 9 0,-4 3 0 16,-1-2-8-16,-1 0 4 0,-4 3-4 0,-2 0 0 0,-4 1 3 16,-1 1 0-16,-2 1-2 0,0 1 5 0,-2 2-5 0,0 0 1 0,-2 2 6 15,0 0-1-15,-2 1 3 0,-1 1 1 0,0 1 2 0,-2 1 0 0,0 1-2 16,0 1-2-16,-2 0-4 0,-1 1 1 0,-3 1 3 0,1 0 4 15,-2 1 6-15,1 2 0 0,0 2 2 0,-1 1 0 0,-1 2 5 0,2 2 1 16,-1 3 4-16,0 0-4 0,-1 5-4 0,0 2-10 0,-2 3-11 16,1 5-8-16,-2 2-8 0,-1 4-6 0,-1 3-18 0,2 4-54 0,-4 2-78 15,1 3-71-15,-1 4-67 0,-2 6-187 0</inkml:trace>
  <inkml:trace contextRef="#ctx0" brushRef="#br0" timeOffset="160264.44">2993 17982 631 0,'-3'0'122'16,"0"0"-32"-16,0 0-9 0,0-1 9 0,-1 1 4 0,0 0 8 0,0 0-14 15,-1 0-22-15,1 0-20 0,0 0-22 0,-1-1-3 0,1 1-3 0,-1-1-4 16,0 1-2-16,1 0-4 0,1-1 0 0,0 1-2 0,1 0 1 16,1 0-3-16,0 0 4 0,0-1-3 0,2 1-2 0,0-1 5 0,0 1-3 15,2-1 10-15,0-1 1 0,1 1-1 0,1-1 6 0,2 0-11 0,0 0 2 16,1-1-8-16,1 0-4 0,2-1 6 0,1 0 2 0,1 0 6 15,0-1-2-15,2 0 1 0,1-1 0 0,1 0-2 0,0 1 4 0,1 0-2 16,0-2-3-16,1 1-2 0,-1 0-1 0,2 0-2 0,-1-1-1 16,0 1 1-16,1-1-6 0,1 0-3 0,-2 2 8 0,1-2-7 0,1 0 2 15,-1-1-4-15,2-1 5 0,18-7-15 0,0 1-32 0,-3-1-35 0,-1 0-52 16,-3 0-39-16,-1 1-14 0,-2 0-17 0,-5 0-8 0,2-1 11 16,-1-1 12-16,0-1 48 0,1-1-51 0</inkml:trace>
  <inkml:trace contextRef="#ctx0" brushRef="#br0" timeOffset="160515.44">3138 17450 721 0,'-16'2'467'0,"2"0"-339"0,-3 1-23 0,-2 2-17 16,-2 0 2-16,-2 2-7 0,3 1-6 0,1 0-11 0,2 1-19 0,3 0-20 15,2 4-11-15,1-1-7 0,2 2-5 0,1 0-2 0,4 3 3 0,0 1-3 16,4 1-7-16,1 0-3 0,2 1 9 0,4 0 2 0,1 0 8 15,-2-9-15-15,1 1-25 0,2 0 3 0,0 1 2 0,3 0 12 0,2 2 6 16,2-1 0-16,1 0-1 0,0 1 6 0,4 0-5 0,0 1-2 0,3-1-2 16,1-1-1-16,1 2-1 0,2-2-1 0,2 1 1 0,1-3-1 15,0 0-3-15,1 0 0 0,0-2-8 0,2-2 5 0,-2 0-1 0,2-2-10 16,-1 0-21-16,1-2-20 0,0-1-13 0,-1-1-11 0,1 0-21 0,-1-2-34 16,1-1-42-16,-2-1-9 0,1-1 12 0,-1-1 26 0,-1-2 44 15,0-1-29-15</inkml:trace>
  <inkml:trace contextRef="#ctx0" brushRef="#br0" timeOffset="160714.44">3762 17432 864 0,'-14'-1'254'0,"0"0"-126"0,-4 0-41 0,-3 1-9 16,-3 0 0-16,-4 0 1 0,1 2-16 0,0 1-4 0,2 2-19 0,1 1-17 16,-1 1-2-16,2 3-13 0,1 2 2 0,0 1-2 0,2 3-6 15,-1 3 6-15,2 4-10 0,0 1 4 0,0 4-2 16,0 3 7-16,12-14-12 0,-2 5-10 0,0 0 2 0,0 5-8 0,1 1 1 0,-1 5 7 15,2 1 0-15,0 5-8 0,1 1 20 0,0 3-16 0,2 3-8 0,0 1-24 16,1 1-78-16,2 4-100 0,1-1-98 0,2 5-36 0,1-1 66 0,3 1 38 16</inkml:trace>
  <inkml:trace contextRef="#ctx0" brushRef="#br0" timeOffset="161130.45">4412 17702 2776 0,'-25'0'98'0,"7"-1"-88"0,-2 0-15 0,-4-1-13 0,-2 1 11 16,-3-1-1-16,3 1 1 0,4-1-5 0,1 1-6 0,2-1-13 15,1 2-10-15,0 1-5 0,1-1-5 0,0 2-9 0,-1 0-23 0,1 1-16 16,-1 0 8-16,1 1-8 0,0 1 7 0,0 1 14 0,1 0 8 0,0 1 30 16,1 0 29-16,0 0 15 0,8-2-3 0,1-1 7 0,-1 1 6 15,0 0-3-15,0 0 13 0,1-1-2 0,0 1-5 0,0 0-2 0,2-1-9 16,0 1 1-16,0-1 3 0,2 1 1 0,1-2 8 0,0 1-3 0,2 1-1 16,1-1 11-16,2 0-4 0,2 1 6 0,1-1 4 0,2-1-8 15,1 2 3-15,1-1-5 0,0 1 1 0,2-1 11 0,0 1 4 0,1 0-1 16,0-1-4-16,-1 2-5 0,1-1-8 0,0 2-7 0,-2-1 10 0,0 1-20 15,-1 1 8-15,-1 1-4 0,-1 0-15 0,-2 0 5 0,0 2 0 16,-2 1-9-16,-2 1-6 0,-1 1-18 0,-1 0-6 0,-2 2-3 0,-3 1-11 16,-1 0-1-16,-2 1-12 0,-1 1-4 0,-3 1 0 0,-3-2 7 15,0 2 0-15,-3 0 8 0,-1-1-7 0,-2 1-18 0,0-1-13 0,-2-2-22 16,0 0-19-16,-1 0-31 0,1-1-39 0,0-3-33 0,1-1 5 0,2-1 30 16,1 0 60-16,2-2-30 0</inkml:trace>
  <inkml:trace contextRef="#ctx0" brushRef="#br0" timeOffset="161664.44">4930 17679 2168 0,'-7'0'236'0,"2"-1"-148"0,-1 0-60 0,0 0-6 0,-2 0 10 16,-1-1 5-16,1 1-7 0,0 0-14 0,1-2-11 0,1 0-8 0,0 1-8 15,0 0-13-15,-1-1 0 0,0 1-10 0,0-1-10 0,-1 0-11 16,0 1-17-16,-1 1 19 0,-1 0-3 0,0-1 10 0,-1 2 15 0,-1 0-1 16,-1 1 13-16,-1 1 12 0,0 1 5 0,-1 0 9 0,-1 1 2 0,-2 2 0 15,1 1 3-15,-1-1-4 0,0 2 31 0,0 1-5 0,0 0 0 16,0 1 7-16,1 1-23 0,2-1 9 0,9-6-24 0,-2 2-9 0,2 0-6 16,0 1-6-16,1 0 10 0,0 1-1 0,1 1-9 0,1 0 5 15,2 0 8-15,0 1-10 0,2 1 11 0,1 0-7 0,2 1-4 0,1 1 12 16,2-1-9-16,1 1 8 0,2 1 0 0,2 0-1 0,0-1 5 0,2 1 0 15,2-1 3-15,1 0-4 0,-1-1 1 0,3 0 4 0,0-1 5 16,-1 0-2-16,1-1 1 0,-1 0-4 0,1-1-8 0,-2-2 4 0,0 0 0 16,-1 0-2-16,0-1 7 0,-3 0 16 0,0-2-5 0,0 0-5 0,-2-1-1 15,-1 0-13-15,-2-1 2 0,-1 0 11 0,0-1-10 0,-1 0-1 16,-2 0 4-16,0-1-8 0,-1 0 7 0,-1 0 1 0,-1-1 10 0,0 0 5 16,-2 0-5-16,-1-1 20 0,0-1-2 0,0 0 0 0,-2-1 9 0,0-1-18 15,-1-1-3-15,-1 0 10 0,0-2-17 0,-1 0 0 0,1 0-9 16,-2-2-5-16,1-1-3 0,0-1 2 0,-1-1 3 0,2 1-3 0,-1-2 14 15,1-1-4-15,1 0 1 0,1 1 0 0,0-1-2 0,0 1-9 16,2-1-7-16,0 0 5 0,1-12-4 0,2 3 9 0,3 3-10 0,0 2-22 16,1 3 9-16,2 3-23 0,1 3 11 0,1 1 5 0,1 0-7 0,1 2 22 15,1-1-5-15,-1 0 8 0,3 1 0 0,1 1-16 0,0 0-14 16,-1 0-25-16,2 2-14 0,1 0-3 0,0 1-6 0,-1 2-23 0,2 0-21 16,-1 0-33-16,0 2-29 0,2 0-19 0,-1-1-17 0,1 2 18 0,-1-1 32 15,1 1 38-15,0 1 37 0,-1 1 30 0,0-1 25 0,0 0 16 16,-2 1 3-16,-3 0 8 0</inkml:trace>
  <inkml:trace contextRef="#ctx0" brushRef="#br0" timeOffset="161814.45">5299 17700 30 0,'0'1'40'0,"0"0"12"0,0 1 9 16,0-1 11-16,1 1 7 0,-2 0 25 0,1-1 11 0,-1 1 26 0,0-1 18 16,0 1-10-16,0-1 9 0,-1 2-23 0,0-1-13 0,0 0-10 0,1 1-11 15,-1 1-17-15,0 1-16 0,0-1-9 0,1 2-19 0,0-1-6 16,0-1-28-16,0-1-6 0,1 2-6 0,-1 0-6 0,0 1 12 0,1 0-1 16,-1 2-3-16,1 0 2 0,0 0-3 0,0 2-7 0,-1 1 5 0,1 1-12 15,0 0-21-15,1 1-17 0,-1 1-23 0,0 1-20 0,2 1-13 16,0-1-17-16,1 2-6 0,1-1-14 0,0 0 1 0,0-1-2 15,1 1 6-15,1-1 22 0,1-1 13 0,0-1 17 0,1-1 14 0,0-1 14 16,0-2 14-16,1-1-29 0</inkml:trace>
  <inkml:trace contextRef="#ctx0" brushRef="#br0" timeOffset="161949.45">5383 17403 1114 0,'-4'0'387'0,"1"0"-192"0,-2 0-97 0,0 0-43 16,-1-1-23-16,0 1-17 0,1 1-28 0,1-1-30 0,2 2-30 0,0-1-30 15,1 0-34-15,2 1-65 0,1 1-72 0,3 1-31 0,1-1 6 16,3 1 52-16,2 1 52 0</inkml:trace>
  <inkml:trace contextRef="#ctx0" brushRef="#br0" timeOffset="162130.44">5881 17267 1373 0,'-6'2'798'0,"2"0"-592"0,-1 1-140 0,-1 0-48 0,0 1-12 0,1 1-6 15,2 2-7-15,0 1-7 0,2 1 3 0,1 4 2 0,1 2-7 0,0 5 4 16,1 1-2-16,1 5 2 0,-1 2 1 0,2 4-7 0,0 3-7 16,0 4-5-16,1 1-2 0,-2-19-21 0,0 3-21 0,1 2-19 0,0 2-22 15,0 2-5-15,1 2 6 0,1 2-7 0,0 3-13 0,1-1-18 16,0 3-48-16,1-1-30 0,1 2 12 0,1 0 21 0,0 2 44 0,1 0 44 16,3 0 19-16,0-2 8 0</inkml:trace>
  <inkml:trace contextRef="#ctx0" brushRef="#br0" timeOffset="162414.45">6036 17637 936 0,'-5'-3'676'0,"0"0"-385"0,-1-2-142 0,-1-2-46 0,-1 0-15 16,-1-4-12-16,0 0-20 0,1-1-19 0,1-1-26 0,1 2-10 0,1-2-5 16,1 0-10-16,1 0-3 0,2 2-9 0,0 0 6 0,2 1-4 0,1-1-7 15,1 1-5-15,1 2-7 0,2 0 5 0,0 1 5 0,1 1 2 16,1 3 1-16,1 0 8 0,0 1 2 0,0 1 4 0,2 2 4 0,0 1 3 15,1 2 7-15,-1 0 2 0,1 2 11 0,0 1 7 0,0 1 3 0,-1 2 6 16,1 0-4-16,-2 1 1 0,0-1 11 0,-1 2-3 0,-1 0-6 16,0 1-6-16,-2-1-9 0,-1-1 1 0,-1 2-4 0,-1-1-7 0,-1 1 1 15,-2 0-22-15,-1-2 3 0,-1 1-16 0,-2 2-10 0,0-1 8 16,-3-1 2-16,-1 0 10 0,-2 0 0 0,0 0 2 0,-1-1-14 0,-1 0-8 16,-1-2-10-16,7-5-21 0,-1 1-22 0,0-1-23 0,-1 1-36 0,1 0-38 15,1-1-43-15,-1 0-21 0,0 0 13 0,2-1 36 0,-1 0 65 16,1-1-15-16</inkml:trace>
  <inkml:trace contextRef="#ctx0" brushRef="#br0" timeOffset="162630.72">6770 17047 2010 0,'-5'1'420'15,"1"0"-226"-15,0 0-73 0,-1 1-30 0,2 0-11 0,-1 0-17 16,1 1-25-16,0 1-18 0,1-1-18 0,-2 2 3 0,-1 2-13 0,3-2-16 15,-3 2 6-15,2 3-4 0,-2 2 15 0,0 3 6 0,-1 3-8 16,-2 4 18-16,0 3-20 0,0 4 10 0,1 2-6 0,-1 5-18 0,0 1 8 16,2 2-19-16,0 1-22 0,1 1-22 0,2 4-45 0,0-1-33 0,3-1-35 15,1 0-41-15,0-22-42 0,1 3-30 0,0-1-36 0,2 3 19 16,1-1 57-16,1 3 71 0,0 0 69 0,3 1 39 0,0 1-10 0</inkml:trace>
  <inkml:trace contextRef="#ctx0" brushRef="#br0" timeOffset="162813.73">6408 17714 2409 0,'-4'0'413'16,"3"0"-273"-16,1 0-89 0,-1 0-28 0,1 0-25 0,0-1 12 0,2 2-46 15,2-1 16-15,1 0-9 0,1 0 0 0,2 0 8 0,1 2-32 16,4-1-4-16,4 3-57 0,1-1-44 0,4 0-63 0,4 2-96 0,3 0-93 15,5 2-80-15,-15-4 7 0,2 1-31 0</inkml:trace>
  <inkml:trace contextRef="#ctx0" brushRef="#br0" timeOffset="163147.73">7751 17436 1239 0,'-1'1'807'0,"0"-1"-576"0,1 0-130 0,-1 0-22 15,0-1-12-15,0 0-6 0,0 0-24 0,0 0-37 0,0 0-2 16,1-1-12-16,-1 1 0 0,-1-2 1 0,0 1-19 0,-1-1-6 0,-2 1-11 16,-1-1-25-16,0 2-15 0,-2-1-15 0,-2 0-4 0,-1 1-1 0,-4 2-15 15,-2 0-15-15,-3 2 8 0,-3 0 30 0,-3 1 44 0,-3 1 50 16,0 0 37-16,-2 2 29 0,1 0 6 0,1 1-5 0,3-1-18 0,4 1-20 16,1 0-10-16,4 0-12 0,4-1 4 0,2-2 11 0,3 1 23 15,2-1 22-15,3 0 16 0,1-1 11 0,2-1 3 0,1 1-3 0,2-1-11 16,2 1-1-16,1 0-3 0,3 2 5 0,2 0-11 0,2 1-8 0,4 1-16 15,2 1-12-15,2 1-2 0,2 1-15 0,2 1-2 0,-1-1-1 16,2 0-2-16,0 2 0 0,-1 0-4 0,1 1 1 0,-3-2 14 0,1 1-4 16,-2 1-3-16,-10-7-4 0,0 2-10 0,0-1-4 0,0 0-8 0,-2 1 8 15,2 2-1-15,-1 0 12 0,0 1-10 0,-1 0-14 0,0 0 7 16,-3 2-22-16,1 1 2 0,-2 1-10 0,0 1-28 0,-2 1-21 0,-1 2-57 16,-3 1-63-16,-3 1-87 0,-4 2-149 0,-2 0-94 0,-4 3-101 15</inkml:trace>
  <inkml:trace contextRef="#ctx0" brushRef="#br0" timeOffset="163931.26">8285 17768 1116 0,'-2'-2'266'15,"1"0"-89"-15,-1 0-16 0,0-1-8 0,0 0-9 0,0 1-20 0,1 0-25 16,0-1-27-16,1 2-13 0,0-1-18 0,0 1-12 0,1 0 7 15,0 0-11-15,0 1-5 0,0-2-9 0,2 1-11 0,1 0 5 0,0 0 4 16,2 0-4-16,2 1-11 0,0-1 7 0,2-1-1 0,1 2 3 16,2 0 1-16,1-1-12 0,2 1 1 0,0-1-2 0,1 1 3 0,2 0 9 15,1 0-5-15,0 1 4 0,1-1-9 0,0 1 4 0,1 0-1 0,2 1 2 16,-2-1 2-16,3 1-17 0,-1-1 9 0,-1 1-3 0,1 2-6 16,-2-1-1-16,2 0-22 0,-1-1-18 0,-1 1-16 0,1 0-23 0,-12-2-28 15,1 1-6-15,-1 0-15 0,2 0-19 0,0 0-31 0,2-1-33 0,-2 1-32 16,1 0 1-16,1 1 27 0,0 0 53 0,0 0-38 0</inkml:trace>
  <inkml:trace contextRef="#ctx0" brushRef="#br0" timeOffset="164148.26">8585 18143 1290 0,'-1'0'786'15,"0"0"-546"-15,0-1-120 0,0 1-18 0,0-1-13 0,0 0-4 0,0 0-32 16,1 0-45-16,-1 0-16 0,1 0-4 0,1-1 1 0,0 0 7 15,0 0-2-15,1-1 9 0,1 1 0 0,2-1-8 0,0 0 7 0,2-1-13 16,1 1 1-16,2-1 7 0,-1 1-9 0,3 0-6 0,2-1 2 0,0 1-9 16,2-1-7-16,0 0 11 0,2 1-17 0,1-1 0 0,0 1-4 15,2 0-17-15,1 1 10 0,-1-1-14 0,2 1 2 0,1-1-11 0,-1 1-13 16,1-1 9-16,0 0-19 0,1 0-16 0,-1-1-23 0,1 0-21 16,0 0-18-16,0-2-29 0,1 0-18 0,1-2-13 0,-1-2 4 0,2-1 47 15,-1-2-62-15</inkml:trace>
  <inkml:trace contextRef="#ctx0" brushRef="#br0" timeOffset="164380.26">9384 17481 2194 0,'-1'0'244'0,"0"0"-138"0,0 0-31 0,0 0-13 0,1-1-14 0,-1 1-25 15,3 0-27-15,1 1-4 0,1-1 3 0,1 2-5 0,2-1 18 0,3 2 1 16,0 1-1-16,3 0 7 0,2 3-10 0,2 0 4 0,1 2 1 15,3 3 2-15,2 2-10 0,-1 1-1 0,4 2 1 0,0 2 1 0,0 2 7 16,1 2 10-16,-2 2 7 0,1-1-10 0,-13-11-4 0,0 2-11 0,0 0-4 16,1 1 9-16,0 2-1 0,-1 1-12 0,-2-1 1 0,2 4-4 15,-2 0 4-15,0 2-8 0,-2 2-27 0,-1 2-20 0,-2 2-34 0,-1 2-47 16,-3 2-82-16,-1 2-183 0,-5 2-252 0,-5 2-51 0</inkml:trace>
  <inkml:trace contextRef="#ctx0" brushRef="#br0" timeOffset="166331.26">10590 17465 959 0,'-7'-4'600'0,"1"0"-443"15,-2 0-7-15,-2-2-36 0,-1-1-27 0,-1 0-12 0,1 1-30 0,2 0-20 16,1 0-7-16,0 0-9 0,2 0-11 0,1 1 6 0,1 0-4 15,1 1 3-15,1 0-1 0,0 0-12 0,1 0 7 0,1 1 0 0,0 0-2 16,1 1 2-16,1 0-1 0,0-1 1 0,0 1 9 0,1 0 1 16,0 1-2-16,2 0 5 0,0 1 9 0,-1 1 13 0,2 2 11 0,1 2 10 15,-1 2 18-15,1 3 7 0,1 3 5 0,1 3-6 0,-1 3-13 0,1 1-5 16,0 4-20-16,-1 2-11 0,2 2 3 0,-1 1-13 0,1 3 13 16,0 1-4-16,-5-16-15 0,1 3 5 0,0 1-18 0,-1 2-5 0,2 0 5 15,-1 1-4-15,1 2 8 0,0 0 0 0,-1 2 3 0,0 1 7 0,0 0-9 16,1 1-1-16,-2 0 2 0,-1 2-10 0,-1-1 16 0,1 0-3 15,-1 1 15-15,-2-2 6 0,-1-1-6 0,-1-1 9 0,-1-3-29 0,-1 0-15 16,-1-3 10-16,1-1-8 0,-3-1 8 0,0-4 2 0,0 0-26 16,-2-3 10-16,1-2-12 0,-1-2-12 0,0-2-6 0,0-3-22 0,0-3 6 15,0-2 25-15,0-3-19 0,0-1 12 0,1-4 1 0,-1-4-6 0,1-1 26 16,0-5 9-16,1 0 4 0,0-4 5 0,0-1 1 0,0-4 1 16,0-1 1-16,1-2 4 0,0 0 5 0,0-3-3 0,-5-34 4 0,3 3-2 15,2 4-19-15,0 7 4 0,1 4-12 0,1 7 13 0,1 5 21 0,2 5 0 16,1 5 6-16,0 1-10 0,1-1 9 0,0 4 1 0,2 0-1 15,1 1 1-15,-1 3 0 0,3 0-1 0,0 1 7 0,2 2-6 0,0 0-2 16,0 1 6-16,2 1-8 0,-1 1 3 0,3 2-1 0,-1 1-6 16,2 1 8-16,0 2-12 0,1 1 3 0,1 2 0 0,1 3-10 0,1 1 3 15,-1 2-3-15,2 1-3 0,0 3 9 0,0 2 5 0,1 3-10 0,0 2 3 16,-1 3 1-16,1 0 2 0,0 3 3 0,-3 2-7 0,2 1-1 16,-1 1 5-16,0 3-1 0,-2 1 5 0,0 1-8 0,0 1 2 0,-3 3-12 15,1-2 16-15,-2 3 18 0,-6-14-11 0,0 0 10 0,-1 1-21 0,0 1-16 16,0 0 8-16,0 3-4 0,-2-1-10 0,0 2-14 0,0 0-20 15,0 1-18-15,-1 0-47 0,0 2-54 0,-1-1-66 0,0 2-80 0,-1-2-82 16,0 2-97-16,-2-3 17 0,0 0-33 0</inkml:trace>
  <inkml:trace contextRef="#ctx0" brushRef="#br0" timeOffset="166498.26">10593 17994 1668 0,'-3'0'268'0,"0"0"-18"0,1 0-32 0,-1 0-24 0,1 1-34 16,-1-1-52-16,1 0-68 0,0 0-31 0,0-1-4 0,1 1-9 15,2-1 11-15,0 0 10 0,2 0-7 0,1 0-8 0,2 0 5 0,3-2-2 16,3 1-12-16,1-1 9 0,3-1-9 0,1 0-10 0,3-1-9 16,2 0-21-16,1-1-26 0,2 0-25 0,1-1-27 0,2-1-34 0,0 1-36 15,1-2-53-15,1 2-75 0,0-3-58 0,1 1-15 0,0-2 50 0,1 1 105 16,0-2-12-16</inkml:trace>
  <inkml:trace contextRef="#ctx0" brushRef="#br0" timeOffset="167014.26">11540 17481 336 0,'-2'-5'159'15,"-1"0"40"-15,-2-2 30 0,0 0 5 0,-1-1-24 0,-2 0-54 0,0 1-39 16,0 1-27-16,-1 1-15 0,-1 1-9 0,1 1-8 0,-2 1-10 16,1 3-1-16,0 0-14 0,1 2-11 0,-1 1 1 0,1 1-10 0,0 0 2 15,1 2 4-15,1 1-12 0,1 1 8 0,2 0-12 0,0 0 9 0,1 2 5 16,1-1-9-16,2 2 9 0,0 2-11 0,2-1-4 0,1 2 3 16,1 0-2-16,2 1 0 0,1 2 2 0,1-1-2 0,2 1 6 0,1 0 16 15,0 0-7-15,1 0 3 0,2 1 0 0,-6-9-24 0,0 0 3 0,1 0-4 16,1 2-2-16,-1 0 9 0,2 1-8 0,0 0 8 0,1 0-6 15,0 1 2-15,1 1 5 0,-1-1-10 0,2 2 8 0,-1-2-1 0,0 3 7 16,-1-1 1-16,0 0-8 0,0 1 4 0,-2-1-4 0,0 1-8 16,-2-2 10-16,-2 1-6 0,-1-1-3 0,-2 1 6 0,-1-2-17 0,-3 2 2 15,0-2-9-15,-3 1 0 0,0-2 6 0,-3 0-2 0,0 0 15 0,-2-1 4 16,0-1 7-16,-1-1 6 0,-1-2 1 0,2 0 12 0,-2-2-5 16,0-1-4-16,2-1-10 0,-1-2-4 0,1-1-2 0,2-1 0 0,1-1-8 15,1-2 2-15,0-2-3 0,3-1 6 0,0-1 2 0,3-1-8 0,0-1 3 16,2-1 1-16,2-2-7 0,0 1 8 0,1-2-5 0,2 1-6 15,1-2 9-15,2 1-10 0,0-1 3 0,2 0 1 0,-1 2 2 0,2-1 0 16,0 1 4-16,1 1-4 0,-1 0 5 0,1 2 4 0,0 1-5 16,0 0 2-16,0 2 4 0,1 0 1 0,-1 2 6 0,1 2 4 0,-2 0-3 15,1 1 11-15,1 1 0 0,-1 1 8 0,-1 0 5 0,1 1-3 0,0 0-5 16,1 1 0-16,-2-1 0 0,1 1 9 0,0 0 1 0,0 0-8 16,0-1-4-16,-1 0-3 0,1-1 4 0,0 0 7 0,-1-1-1 0,0-1-5 15,0 0 6-15,-1-2-3 0,0-1-3 0,-1 0 4 0,-1-2-7 0,0 0-4 16,0-2-6-16,-2 0-8 0,-1-1 11 0,-1-2-11 0,-2-1 5 15,4-12 15-15,-5 0-11 0,-4-2 6 0,-3 3-8 0,-4 0-35 0,-2 2-1 16,-3 4 4-16,-2 0-4 0,-2 3 23 0,-1 1-11 0,-1 0-5 16,-1 3 3-16,-1 0-10 0,1 1 3 0,-1 2-2 0,0 4-4 0,1 0-1 15,0 2-8-15,0 3 8 0,1 2-10 0,-1 3-5 0,1 1-6 0,2 2-16 16,-1 0 7-16,1 4-20 0,1 1-31 0,8-6-52 0,1 1-59 16,0 0-66-16,-1 0-47 0,2 2 8 0,-1 0 38 0,2 1 66 0,0 1 35 15</inkml:trace>
  <inkml:trace contextRef="#ctx0" brushRef="#br0" timeOffset="167448.26">12564 17447 1648 0,'-2'0'495'0,"0"0"-332"15,0-1-23-15,-1 1-9 0,-1 0-17 0,0 1-35 0,0 0-46 0,1 0-27 16,0 1-7-16,1 0-11 0,-1 2-1 0,3 0-12 0,-1 2-3 15,0 0-4-15,1 2-22 0,1 0 8 0,0 1-11 0,0 0-3 0,1 3 5 16,2-1-8-16,0 1 15 0,2 0 9 0,1-2 9 0,0 1 5 16,2 0 0-16,1 0 10 0,1-1 6 0,2-1 1 0,1 2 6 0,2 0-4 15,0 0 1-15,1 1 9 0,2 0 13 0,0-1 1 0,0 2 4 0,1 0-9 16,0 0-11-16,0 0 5 0,-10-8-13 0,1 3 5 0,-1-1-1 16,1 1-7-16,-1 0 18 0,1 1-1 0,0-1-5 0,0 1 1 0,-1 0-4 15,0 0-1-15,-2 1-2 0,1 0-22 0,-1 0-25 0,0 1-41 0,-1-1-39 16,-1 1-29-16,-2 1-27 0,-1-1-3 0,-1 1 10 0,-3-1 34 15,0 1 43-15,-2 0 54 0,-2 0 57 0,-1 0 53 0,-1-2 51 0,0 1 48 16,-2-1 30-16,1-1 18 0,-1-2-5 0,0 0-20 0,-1-1-21 16,0-2-28-16,0-2-29 0,1-2-26 0,0-1-28 0,0-2-15 0,1-2-13 15,0-2-13-15,1 0-6 0,0-3-6 0,2 0 5 0,0-1-7 0,2 1-3 16,0-2-1-16,1 0-4 0,2-1-8 0,0 2-4 16,0 0 3-16,2 0-1 0,2 1 11 0,0 0-5 0,2 1-3 0,1 2-2 0,0-1 1 15,1 3 10-15,1 1-11 0,1 0 6 0,-1 2 3 0,2 0-9 0,-1 2 15 16,2 2-9-16,-1 0 5 0,1 1 8 0,-1 1-16 0,2 1-1 15,-1-1-6-15,1 1-14 0,-1 2-24 0,0-1-50 0,1 0-62 0,0 0-51 16,-1 0-66-16,0-1-68 0,0 0-20 0,0-1 62 0,-1-1-17 0</inkml:trace>
  <inkml:trace contextRef="#ctx0" brushRef="#br0" timeOffset="167614.26">12959 17402 1884 0,'-1'3'100'0,"-1"0"-8"0,0 0-25 16,1 0-10-16,0 2-21 0,1 0-47 0,2 2-36 0,1-1-56 15,2 3-65-15,1 2-95 0,2 1-118 0,2 1-43 0,0 0 46 0,1 4-25 16</inkml:trace>
  <inkml:trace contextRef="#ctx0" brushRef="#br0" timeOffset="167983.26">13359 17688 1299 0,'1'1'196'0,"1"1"-61"0,0-1-9 16,1 2-1-16,2-1-2 0,1 1-47 0,2 0-40 0,2 1-13 15,2-1-24-15,1 0-4 0,0 0-2 0,0 1-2 0,2-1-6 0,-1-1-4 16,0 1 5-16,0-1-13 0,-2-1-10 0,-1-1-25 0,1 0-9 16,-2-1 15-16,1-1 12 0,-2-1 27 0,0-1-4 0,-1-2 3 0,0 0 19 15,-1-2 9-15,0-1 27 0,0-1 1 0,-2 1 6 0,-1-3 10 0,-1 0 5 16,0 0 6-16,-3 1-12 0,2 0-1 0,-2 0-13 0,1 1-1 15,-1 1-3-15,1 0-3 0,-1 3-4 0,1-1-8 0,0 1-2 0,0 3-11 16,1 1-2-16,0 1-10 0,2 3-1 0,0 0 8 0,2 2-8 0,1 3-3 16,1 2-3-16,3 3-8 0,0 0 4 0,2 3 8 0,2 1-7 15,0 3 9-15,1 2-1 0,-9-10-9 0,1 2 5 0,1 1-6 0,1 2 9 16,-1 0 17-16,0 3 6 0,1 1 6 0,-2 0 4 0,1 2 15 0,0 2 7 16,-2 0 11-16,1 3 17 0,-2-1 7 0,-1 2 4 0,-1 1-5 15,-1 1-15-15,-2 0-18 0,-2-2 17 0,-2 1-10 0,-3-2-26 0,-2 1 7 16,-1-3-36-16,-3 1 3 0,-1-2-3 0,-2-2-8 0,-1-1 11 0,-1-3-3 15,-2-2 2-15,1-2-9 0,-2-1-5 0,1-3 10 0,0-3 12 16,0-2-4-16,0-1-12 0,3-3 5 0,-1-3-23 0,1-2 3 0,2-1-28 16,2-3-18-16,1-2 4 0,1-3-32 0,3-1-18 0,2 0-43 15,2-4-49-15,3-1-76 0,3-2-102 0,3-1-118 0,3-1 15 0,3-1-5 16</inkml:trace>
  <inkml:trace contextRef="#ctx0" brushRef="#br0" timeOffset="168414.26">15044 17457 1316 0,'-4'-6'1020'16,"0"0"-850"-16,0-2 28 0,-2-1-28 0,-1-4-27 0,-2-3-59 15,1 0-45-15,-1 0-29 0,0-2 3 0,0 0-12 0,1 0 1 0,0 2-5 16,-1 0-11-16,1 1-4 0,0 2-20 0,0 2 0 0,1 1-9 0,0 2-1 15,1 2-3-15,-1 1-7 0,0 2-2 0,2 1 7 0,-1 3 13 16,1 2 2-16,0 2 10 0,0 4 4 0,0 2 12 0,2 4 6 0,0 4 6 16,0 6 0-16,1 3 2 0,2 5 6 0,0 3 1 0,2 4-4 0,2 3 11 15,1 3-2-15,1 1 19 0,2 0 10 0,-3-23-30 0,1 3 2 16,1-2-23-16,1 4-16 0,0-2 32 0,1 4-7 0,1-3-10 0,1 4 0 16,1-3-17-16,1 2-6 0,-1-2-25 0,1 3-50 0,1-4-68 15,-1 2-100-15,0-2-80 0,-1 1-58 0,0-3-3 0,-1-3 73 0,-1-3 102 16,-2-2 59-16</inkml:trace>
  <inkml:trace contextRef="#ctx0" brushRef="#br0" timeOffset="168847.26">15011 17959 356 0,'-1'-5'211'0,"0"0"-19"0,1-2 24 0,-1-1 7 16,0-1-14-16,0-1-56 0,1-1-49 0,-1-2-17 0,0-13-17 0,1 0-6 15,1-2-3-15,2 4-24 0,0 3-3 0,2 5-3 0,0 4-29 16,1 6 0-16,0 0-11 0,-1 1-1 0,2 1 13 0,0 0-4 0,1 0-3 16,1 2 1-16,-1 0 1 0,1 1-2 0,0 0 6 0,0 1-4 15,0 1 6-15,0 1-5 0,0 0 19 0,-1 0 1 0,-1 2 4 0,1-1 4 16,-3 2-22-16,1 0 3 0,-1 1-4 0,0-1 3 0,-1 3-5 0,-3-4-24 15,1 1-4-15,-1 0 5 0,0 1 2 0,0 0 12 0,0 1 0 16,0 0-1-16,0 1 1 0,-1-2 0 0,1 2 1 16,-1 0-1-16,1 1-8 0,-1-1 6 0,1 1-3 0,0-1-2 0,-1 1 9 0,1-2-6 0,1 1 2 15,-1 0 4-15,1-1-2 0,0 0 4 0,1 0-4 0,-1-1-6 16,1 0 7-16,1-1 1 0,0 0-3 0,-1 0 1 0,2-1-4 0,0 0 1 16,1 1-2-16,1-2 0 0,-1 1 0 0,1-1 8 0,1 0 6 15,1 0-3-15,-2-1 10 0,2-1-2 0,1 1 6 0,0-1 13 0,1-1 1 16,0 0 1-16,-1 0-2 0,2-1-8 0,0-1 2 0,0 1-1 0,1-2 5 15,-1 0 3-15,2 0 0 0,-1-1-1 0,1 1 2 0,-1-1-3 16,0-1-2-16,1 1-1 0,0 0-4 0,0 0 11 0,-1 0-5 0,0 1 8 16,1-1 5-16,0 0-6 0,0 1 4 0,-1 1-12 0,0-1-17 0,1 1 8 15,-1 1-11-15,-1 0 5 0,1 0 4 0,0 0-3 0,-1 0 10 16,1 1-2-16,-3-1 5 0,2 1 4 0,-2-1-4 0,1 1 8 0,-1-1-6 16,-1 0 0-16,-1 0 4 0,-1 0-2 0,0 0 8 0,-1-1-11 0,-1 0 5 15,0 0-5-15,-1-1-9 0,0 0-14 0,-2 0-4 0,0-1-12 16,-2-1-7-16,-1 1-4 0,-1-1-24 0,-1-1 12 0,-1-1-2 0,-8-6 10 15,0 0 7-15,-2-1-7 0,-3 1-1 0,0 1-16 0,-1 1-25 16,2 2-21-16,0 0-24 0,0 3-35 0,0 0 4 0,0 1-49 0,-1 1-21 16,0 0-6-16,1 2-37 0,0-1 25 0,1 2-12 0,1 0 50 0,3 1-69 15</inkml:trace>
  <inkml:trace contextRef="#ctx0" brushRef="#br0" timeOffset="169131.26">16178 17719 2352 0,'2'2'214'0,"0"1"-64"0,2 0 18 0,1 1-4 0,2 1-30 0,2-1-60 15,3 2-54-15,0 0-13 0,-5-3-16 0,1 0-3 0,7 2 10 16,-7-2-19-16,1 0-2 0,0-1-18 0,1 0-22 0,0 0 4 0,-1 1 2 16,11 0 6-16,-10-2-10 0,0-1 19 0,8 0 24 0,0-1 5 0,-3-1 21 15,-1-1-3-15,-3-1-2 0,-4-1 21 0,0-1 1 0,-2 1-2 16,-2 0 1-16,0-2-4 0,-1 1-23 0,-1 0 30 0,-1 0-27 0,-1-1-2 15,0 0 16-15,-2-1-40 0,-2-2 16 0,0 1-7 0,-3-1-13 16,0-1-12-16,-3-1-16 0,-2 0 2 0,-2-1 7 0,-1 1 7 0,0 0 2 16,-2-1-15-16,-1 1-4 0,0 1-12 0,-3 2-11 0,1 3-1 0,0 0-8 15,-1 2-28-15,0 3-13 0,0 1-24 0,0 4-25 0,2 2 4 16,-1 0-15-16,0 3 16 0,2 1 27 0,2 1 19 0,1 2 17 0,1-1-11 16,2-1-19-16,2-1 9 0,2 1-86 0</inkml:trace>
  <inkml:trace contextRef="#ctx0" brushRef="#br0" timeOffset="169331.26">16389 16976 2821 0,'-2'-1'228'0,"1"0"-77"0,0 1 1 0,2 0-12 0,0 0-26 0,0 1-57 15,1 2-44-15,0 1-28 0,2 4 9 0,2 3-9 0,1 6-6 16,3 6 2-16,-5-9-33 0,2 5-2 0,0 4-6 0,3 7-26 0,0 1-2 15,2 6-20-15,1 5-15 0,0 6-25 0,2 2-32 0,0 1-44 0,1 0-69 16,-1 1-132-16,2 0-127 0,0-3 22 0,-8-24-40 0</inkml:trace>
  <inkml:trace contextRef="#ctx0" brushRef="#br0" timeOffset="169751.26">16982 16951 2328 0,'-1'1'211'16,"1"2"-8"-16,-1 0-19 0,2 2-28 0,-2 1-65 0,2 3-41 0,0 5-38 15,0 1-8-15,1 7-10 0,1 5-22 0,-1-13 10 0,1 7 1 16,1 2-4-16,0 4 7 0,2 4-18 0,0 3 1 0,1 4-5 0,2 5 3 16,-1 0-3-16,1 0-3 0,0 0 5 0,1-1 12 0,1-1 2 0,-1-1 5 15,2-3 17-15,-2-2 15 0,2-4 8 0,1-3 7 0,1-1 0 16,-7-16-30-16,1 1 3 0,0-1-2 0,2-1 6 0,0 1 25 0,1-1-8 15,0-1-1-15,1 0-13 0,0-2 4 0,1 1-7 0,0-2-1 0,1 1-2 16,-1-2-17-16,1 1 15 0,0-2-11 0,2 0-9 0,-1-2 9 16,-1-1-3-16,0 0 15 0,1-1-17 0,-1-2-2 0,-1-1 0 0,1 0-11 15,1-2 42-15,10-6-7 0,0 0 2 0,-2-1 5 0,-4-1-25 0,0 0 4 16,-3 1-13-16,-2 2 7 0,-5 0-2 0,1 1-2 0,-1-2 6 16,0 1 8-16,-2 0 0 0,0 0-6 0,-2-1-12 0,-1-1-18 0,-3 1-4 15,-1 0-19-15,-3-1-10 0,-2 2-10 0,-2-4 3 0,-3 1 14 16,-3-1 12-16,-2 1-1 0,-2 0 5 0,-3-2-5 0,-2 2-2 0,0 0 3 15,-4 4-5-15,1 0-3 0,-2 1-2 0,1 3-1 0,-2 1 8 0,1 4 1 16,0 0-3-16,0 3-16 0,2 2-17 0,0 0 8 0,1 3 6 16,1-1 10-16,1 2 3 0,3 1-24 0,2-1 3 0,0 2 8 0,3-1 6 15,4 0 9-15,0-2-22 0,2 0-33 0,2-1-28 0,2 0 3 0,3-1 11 16,2-3 23-16,3 0 25 0,1-1 13 0,4-1 15 0,3 0 5 16,3-1-27-16</inkml:trace>
  <inkml:trace contextRef="#ctx0" brushRef="#br0" timeOffset="170067.26">17485 17554 163 0,'14'3'165'0,"-2"-1"37"0,4 1 34 0,2 0 11 15,3 2-26-15,4-1-40 0,-2 2-36 0,1-2-32 0,-1 2-18 0,1 0-19 16,0 2-13-16,-1 0-11 0,0 0-17 0,-1 2-8 0,2 0-13 16,-1 1-10-16,-1-1 2 0,0 0-3 0,0 0 15 0,-2-1-2 0,1 0-5 15,0 0 3-15,-3-1-25 0,1-1-5 0,-2 0-4 0,-1-1-4 16,0-2 6-16,-2 1 7 0,-1-2 1 0,-1 0 10 0,-3-1 4 0,0-2 5 16,-1 0 2-16,-2-1-4 0,0 0 5 0,-1-2 1 0,0 0 3 0,-1-1 10 15,0 0-9-15,0 1-19 0,0-2 17 0,-1 0-35 0,1 0 7 16,0-1 20-16,0 1-23 0,1-2 19 0,0 0-4 0,1-2-4 0,0 1 5 15,0 0-3-15,1 0-1 0,1-1 3 0,0 1-2 0,1 1 3 0,1 0 6 16,0 2-12-16,1 2 9 0,0 0 0 0,0 2-1 0,1 1 1 16,0 3-3-16,1 1 9 0,0 1-6 0,0 2 8 0,0 1 3 0,2 2 1 15,-1 1 7-15,-1 0 14 0,0 1 14 0,0-1 8 0,-1 1 8 0,-1 0-7 16,-6-6 1-16,0 0 4 0,-2-1 17 0,2 1 0 0,-2-1 3 16,1 1 6-16,-1-1-6 0,-1 1 5 0,0-2-14 0,-1 1-5 0,0-1-20 15,-1-1-7-15,0 0-12 0,0-1-19 0,-1 0-6 0,-1-2-5 0,-2-2-10 16,-2-3-9-16,0-3 13 0,1-2-17 0,-1-2-22 0,1-1-15 15,-1-2-30-15,2-4-4 0,0-1-16 0,0-4-47 0,1-5-96 0,0-5-194 16,1-11-314-16,1-10-182 0</inkml:trace>
  <inkml:trace contextRef="#ctx0" brushRef="#br0" timeOffset="-188078.15">1510 7460 1452 0,'-23'18'333'0,"2"-1"-306"16,-3 7-23-16,-2 6 10 0,-5 7 5 0,0 7 9 0,4 4 19 15,3 3-13-15,2 5-6 0,2 2-10 0,2 4-12 0,2 3-8 0,0 6-9 16,2 3-9-16,2 6 1 0,-1 5-3 0,2 6 4 0,1 5-1 0,1 7-9 16,1 3-9-16,2 3-1 0,-2 5-2 0,0 3 9 0,1 2 2 15,4-58 53-15,-1 8 2 0,-1 2 0 0,1 8 4 0,-1 1-47 0,-1 11 3 16,0 1 8-16,1 8 5 0,-1 2 0 0,0 10 3 0,0 2-2 16,-1 8 2-16,2 3-5 0,-1 9 6 0,0 3 2 0,0 8-3 0,1 2 2 15,1 1 6-15,1 2 2 0,1 2 2 0,0 0 8 0,1 2 0 0,2 1 0 16,0 1 5-16,1 1 6 0,1 1-2 0,1 0-1 0,1 1-49 15,6 151-6-15,2-18 4 0,1-19 3 0,-1-21 48 0,0-21-5 0,1-21 3 16,-1-22-11-16,-1-22 1 0,0-13-6 0,1-1-7 0,2-3 8 0,0-2-4 16,0-2 2-16,1-5-5 0,1-3-6 0,0-4 5 0,0-3 7 15,1-5-1-15,0-4-2 0,0-5 3 0,3-6 12 0,0-5 16 0,-2-3 19 16,3-6 4-16,1-4-4 0,-1-6-4 0,1-3-18 0,2-4-2 16,-1-5-4-16,2-3-9 0,0-2 8 0,1-3 6 0,0-2-4 0,1-3-32 15,1-1-7-15,-2-2-9 0,0-2 10 0,-14-29 14 0,3 3 5 16,0 0-10-16,1 1-14 0,0 0 20 0,2 2-10 0,1 1 2 0,0 1-12 15,2-1 3-15,1 3-3 0,0 0-5 0,3 2 14 0,-2-2 1 0,3 2 10 16,0 1-9-16,1 0-16 0,0-1-5 0,1 0-1 0,0-4-3 0,-2 0 6 16,2-2-17-16,-1-2 1 0,0-1 19 0,0-1 2 0,0-3 13 15,-1-1-5-15,0-2 3 0,1 0-4 0,0-1 4 0,0-3 5 0,-2-1-2 16,2 0 5-16,-1-1-7 0,1-1-7 0,-2 0 0 0,2 0 7 0,0-2-1 16,-1 1-6-16,1-1 7 0,-1 0-7 0,1 0 2 0,0-2 31 15,0 1-10-15,-1-1-23 0,2 0-41 0,-3 0-88 0,3-2-76 0,-1 1-50 16,-2-2-67-16,1-1-58 0,-1-1-43 0,1-1-41 0</inkml:trace>
  <inkml:trace contextRef="#ctx0" brushRef="#br0" timeOffset="-187826.18">3188 17766 2435 0,'-2'1'366'0,"1"0"-234"0,-1 0-79 0,2 0-36 0,-1 1-15 16,2-1 5-16,1 1-6 0,2 0 3 0,1 1 4 0,2 0-6 15,2 0-2-15,2 1-2 0,3 1 1 0,3-1-3 0,1 2 6 0,5 1-12 16,2 1-2-16,2 0 18 0,4 1-2 0,1 1 1 0,3 1-2 0,0-1 3 16,0 3-5-16,2 1-6 0,-1 1 9 0,1 0-6 0,-3 4 4 15,0 1 6-15,0 1-18 0,-2 4-2 0,-1 1 20 0,-2 3-13 0,-2 3-14 16,-1 0-57-16,-4 4-87 0,-1 4-106 0,-3 5-164 0,-2 4-250 0,-2 5-345 15</inkml:trace>
  <inkml:trace contextRef="#ctx0" brushRef="#br0" timeOffset="-175560.68">3002 7762 465 0,'-1'-7'51'15,"1"2"-34"-15,1-1-7 0,2 4-9 0,1 2-3 0,2 1 2 16,0 0-3-16,3 1 1 0,1 0-2 0,1 2-5 0,1 0-2 0,1 2-7 15,-1-1-22-15,2 1-28 0,-2 0-17 0,1-2-25 0,0 0-54 16</inkml:trace>
  <inkml:trace contextRef="#ctx0" brushRef="#br0" timeOffset="-175227.58">3216 7778 92 0,'-2'-3'70'0,"1"-1"3"0,0 0 1 0,1-2-6 0,0-1-1 0,0-1-9 16,1 0-10-16,1 0-4 0,-1 0-8 0,2-1 2 0,0 0 1 16,0 1 1-16,3-1-1 0,-1 1 1 0,2-1-6 0,0 1-2 0,0-1-1 15,0 1-4-15,1 0-5 0,1 0-3 0,1 1-4 0,1-1-3 0,3 1 1 16,0 2-6-16,2 1-2 0,3 0-1 0,0 3 2 0,1 0-6 15,1 1 5-15,-1 0-7 0,0 1-8 0,1 2 7 0,0 1-4 0,2 2 5 16,0 2 1-16,0 2 2 0,3 1-3 0,-1 2 1 0,-1 0 0 16,1 0-3-16,-1 3 0 0,1 1 4 0,1 1 0 0,-2 1 4 0,3 1 0 15,-2 1-6-15,1-1 1 0,-1 3-2 0,0 0 1 0,-1 2 0 0,-1 2 2 16,1-2-1-16,-2 3 0 0,2-2 3 0,-2 2 0 0,-3-1 4 16,-2 3 3-16,-1-2 1 0,-1 3 3 0,-3 0 3 0,0-1-1 0,-3 1 5 15,-1 1 4-15,-1-2-1 0,-2 2 10 0,-2-1 0 0,-2-1 1 0,-3-1 4 16,-1-1 3-16,-3-2 0 0,-1-1 1 0,-3 0 1 0,-1-3-1 15,-2 0-2-15,-4-2 1 0,-4-4-3 0,-3 0 0 0,-6-2-8 0,-4-3 3 16,-5-1-2-16,-2-4-3 0,-3-1 6 0,-4-1-4 0,-1-3-5 16,-3-2 4-16,-2-1-10 0,-1-4-1 0,-2 1-3 0,0-2-8 0,-2-2 1 15,-1 0-6-15,2-3 0 0,0 0 5 0,3 0-4 0,5-2-2 0,3 0 2 16,6 0-7-16,1 0 0 0,4 0-6 0,3 1-5 0,2 0-14 16,4 1-35-16,3 0-38 0,1 1-33 0,3 0-46 0,1 1-51 0,3 0-80 15,2-1-346-15</inkml:trace>
  <inkml:trace contextRef="#ctx0" brushRef="#br0" timeOffset="-174493.56">5941 8391 1223 0,'-6'-14'66'0,"1"2"-21"0,0-1-7 0,4 6-12 16,2 4-11-16,3-1-3 0,0 1-9 0,3 2 1 0,0-1-4 0,6 1 0 16,3 1-5-16,3 2-2 0,3 0-2 0,4 4-2 0,1 1 7 0,4 3-2 15,2 0 2-15,4 2 1 0,0-1 0 0,2-2 6 0,2 2-4 0,1-1 5 16,1 0-1-16,3-1 0 0,0 0 1 0,2-1-4 0,2 1 1 15,1 0 0-15,1 0-1 0,-1 1 1 0,2-1 0 0,0 0 4 0,-1-2 0 16,0-2 3-16,0-1 4 0,-1-4 1 0,-1-4 5 0,3-2 0 0,-2-5 4 16,0-3 5-16,0-3 8 0,-4-2 6 0,-1-1 1 0,-1-3 4 15,-2-2 6-15,-1-3 8 0,-2-1 1 0,1-4-9 0,-3 0-7 0,-3-1-3 16,-1-1-10-16,-2-2 8 0,0 0-7 0,-1-2-12 0,-2-1 1 0,-5 1-3 16,-2 1-3-16,-3-2 0 0,-6 0-1 0,-2-1-5 0,-4-1-2 15,-4 1-1-15,-5 0-7 0,-5 0-12 0,-4-1-6 0,-6 1 2 0,-7-3 3 16,-7 1 10-16,-7 0 6 0,-6 0-3 0,-8 1 2 0,-6 2-1 15,-6 0 1-15,-6 0-7 0,-6 3 1 0,-5 2-2 0,-7 4 0 0,-8 4-4 16,-9 4-2-16,-4 4-5 0,-3 4-3 0,-1 6 4 0,2 5 0 0,0 6 6 16,6 6 3-16,5 4 0 0,4 5 2 0,8 2 0 0,3 5 0 15,5 3-7-15,9 2 3 0,3 5-8 0,7 4-4 0,5 1-8 0,5 3-19 16,4 2-50-16,6 2-51 0,6 5-51 0,1 3-51 0,7 4-41 0,2 4-33 16,6 3-149-16</inkml:trace>
  <inkml:trace contextRef="#ctx0" brushRef="#br0" timeOffset="-169126.73">13587 8611 598 0,'-9'-10'42'0,"0"1"-18"15,-1-1-12-15,3 4-2 0,3 1-2 0,0 0-5 0,2 1-1 0,1-1-2 16,0-1-1-16,1 1 2 0,1-2-2 0,-1 1 2 0,1 1-1 0,1-1 1 16,1 2 7-16,0-1 3 0,1 0 7 0,0 0 4 0,1 1 0 15,1-1-2-15,0 1-1 0,1 0 1 0,2 1-5 0,0 0-2 0,2 1-3 16,1 0-6-16,-1 1 2 0,3 0-2 0,0 2 2 0,1-1-1 15,1 1 1-15,3 1 5 0,3 1 9 0,0 1 9 0,4 1 1 0,3 1 4 16,1 1-3-16,3 1-5 0,4 0 1 0,3 1-4 0,5 1-3 0,4 0 0 16,4 0-5-16,3 0 0 0,4 0-3 0,2 0-4 0,4 2 0 15,4 0-1-15,2 0-3 0,4-1 0 0,4 0 1 0,2 0-3 0,2 0-2 16,3-1 1-16,1-1 0 0,4-1 2 0,1-2 0 0,2-1-1 0,0-1 1 16,2-2-1-16,1-1 1 0,-1-1 0 0,1 0 4 0,0-1-1 15,1-1 0-15,-2-1 0 0,1 0 0 0,-2-1 2 0,1-1-5 0,0-1 2 16,-1 0-3-16,-1-1 0 0,-1 0 3 0,-1 0-1 0,-4-2 0 15,0 0 0-15,-7 1 0 0,-1-1 0 0,-3 0 4 0,-6 0-2 0,-3-1 2 16,-4 1 2-16,-4 0-2 0,-4 2 1 0,-5-1-1 0,-1 1 1 0,-5 0 2 16,-3 0-1-16,-2 0-3 0,-1 1-2 0,-4 0-5 0,-1 1-1 15,-3 2-4-15,-3 1-4 0,-2 1-5 0,-1 0-8 0,-3 0-16 0,-1 1-39 16,-2 1-37-16,-5-1-52 0,-1 2-60 0,-3-1-64 0,-3 0-114 0</inkml:trace>
  <inkml:trace contextRef="#ctx0" brushRef="#br0" timeOffset="-168575.7">10148 8823 220 0,'-4'-2'118'0,"1"-1"-58"16,0-1-25-16,1 3-3 0,1-1 2 0,0 1-3 0,0 1-2 0,0-1-12 15,2 1-9-15,1 0-4 0,0 0-4 0,1 0 1 0,1 0 2 0,0 1 0 16,1 0 0-16,0 0 0 0,1 1 1 0,0-1-4 0,0 0 4 15,1 0 2-15,0-1 1 0,0 0 3 0,2 0 2 0,0 0 0 0,2-1 4 16,1 0 2-16,0 0 5 0,3 0 2 0,1 1 8 0,3 0 8 0,2 1 8 16,0 0 12-16,2 1 10 0,3 1 7 0,3 0 9 0,4 1 0 15,3 2-8-15,5-1-11 0,5 0-10 0,5 1-11 0,4 0-12 0,5 1-3 16,4 0-10-16,5 0-1 0,3-2-3 0,8-1-8 0,4 0-2 16,3-1-5-16,6-1 1 0,0 0-1 0,4-1-2 0,-2 0 7 0,3-1-7 15,-1 0-2-15,-1 0-8 0,1 0-14 0,-1 0-13 0,-2-1-16 0,-3-1-25 16,-2 0-28-16,-4-2-23 0,-1 0-42 0,-1 0-40 0,-3-1-63 15,0-1-182-15</inkml:trace>
  <inkml:trace contextRef="#ctx0" brushRef="#br0" timeOffset="-153359.96">2711 7811 1177 0,'-21'-10'49'0,"0"1"-16"0,-2-1-4 16,6 2-3-16,6 0 1 0,1 1 5 0,1-3-6 0,1 0-6 0,-1-2-9 16,1 1-15-16,1-1-4 0,1 1-7 0,1 0-5 0,1 0-3 15,-1 2-1-15,1-1 0 0,0 0-1 0,-1 1 3 0,1 0 5 0,-5 1 4 16,0 0 2-16,-3 2 12 0,-2 2-4 0,-1 1 9 0,-2 2 7 0,-4 0-6 16,-1 1 14-16,-1 2 2 0,-3 0-6 0,-1 2 7 0,-1 0 4 15,1 4-4-15,-2 2 11 0,2 2 6 0,-1 1-2 0,-1 0-3 0,0 1-2 16,-2 2-12-16,0 2-8 0,1 0 1 0,4 4-5 0,0 1 0 15,2-1-3-15,-1 4-2 0,1 0-3 0,1 3 0 0,0 3-2 0,11-16-3 16,-1 5 1-16,-1 2-1 0,-3 4 18 0,1 2-3 0,-1 5-2 0,-1 0-4 16,-3 8-16-16,2 1 1 0,-1 1 0 0,0 3 7 0,3-1-2 15,-2 4 0-15,0 0 3 0,2 3-2 0,-1 1 1 0,1 2 0 0,0 1-1 16,0 1-4-16,1 2 5 0,1 0-2 0,0 0-4 0,2 2 11 0,-1 1-7 16,1 1 2-16,1 0 3 0,1 2-6 0,1 1-1 0,0 1 9 15,2 3 1-15,-1 0 1 0,2 1 9 0,1 1-10 0,1-1 1 0,1 3 3 16,0 0-2-16,1 0 9 0,2 0 4 0,0 2 0 0,0 2-3 0,0 0 1 15,1 2-6-15,1 1 1 0,0 2-6 0,1 0 1 0,-1 3 1 16,2 1 0-16,0 1 10 0,0 0-8 0,1 3 6 0,0-1-4 0,1 1 2 16,-1 1 5-16,1 0-2 0,1 1 7 0,0 0-2 0,1 0 2 0,-1 0 7 15,1 0-2-15,0 1 2 0,1 1-4 0,-1-1-2 0,-1 1-4 16,1 0-9-16,0 2 5 0,-1 0-4 0,-1 1-2 0,0 1 8 0,0-2-12 16,0 3 6-16,0-1-4 0,0-1 3 0,0 1-2 0,-1 0-4 15,1-1-1-15,0 2-5 0,-1-1-2 0,0 0 7 0,0 0-2 0,0 1 4 16,0 1-2-16,-2-2-2 0,2 2 6 0,-1-1-2 0,1 1 5 0,-1-1 3 15,1 1-1-15,0-1 4 0,1-1-3 0,-1 1 4 0,1-2 1 16,0-1 0-16,0 1 0 0,2-3 1 0,-1 0-2 0,0-2-6 0,1 0 1 16,1-3 0-16,1 0-1 0,0-2 7 0,1-1-6 0,0-2-7 0,0-1-10 15,3 0 3-15,-1-2 0 0,2-1-23 0,0-1 9 0,1-3-10 16,14 69-4-16,-2-22 31 0,-1-20-4 0,-15-63-7 0,3 10 2 0,-3-6-16 16,4 9 16-16,1 1 6 0,2 8 0 0,-2 0 6 0,3 9-12 15,1-3 15-15,-11-34-6 0,1 3-9 0,1 0 4 0,2 3-12 0,-2 0 8 16,2 4 8-16,-1 0-8 0,2 3 4 0,0-2 24 0,1 5-5 0,-1-2-3 15,1 3-6-15,1-3-30 0,0 3 8 0,-1-2 1 0,1 2-2 16,1-2 3-16,-1 0 4 0,-1-4-1 0,0-1-5 0,0-2-3 0,0-1-6 16,-2-4-2-16,2-2-5 0,-1 0-6 0,-1-4 0 0,0 0 5 0,0-2 42 15,0 0-1-15,0-2-3 0,0 0-5 0,-1-4-48 0,0 0-9 16,1-1-19-16,-1-2-21 0,1 0-32 0,-1-4-44 0,1 2-44 0,0-3-41 16,0-1 3-16,2-2-6 0,-1-2 48 0,1-1-6 0,3-4-13 15</inkml:trace>
  <inkml:trace contextRef="#ctx0" brushRef="#br0" timeOffset="-152927.95">2332 18069 1879 0,'-4'1'108'0,"0"-1"-35"0,1 0-57 0,-1 1-15 16,0-1-11-16,1 1 3 0,0 0 9 0,0 0-4 0,1 0 9 0,0 0-1 15,2 1-3-15,1 0 1 0,1 0-12 0,1 1 3 0,4 0 3 16,3 1-6-16,3 0 7 0,2 0-5 0,3 0 8 0,3 1 2 0,2 0-3 16,3 1 2-16,3 0-10 0,1 0 10 0,3 0-3 0,1 1 3 15,1 0-3-15,2 0 1 0,0 0-1 0,1 0 0 0,-1 1 10 0,0 0 0 16,1 0 27-16,-3 0-5 0,0 1 3 0,-2 0 12 0,-2 0-4 0,-1 1 10 15,-2 1 6-15,-3 0-2 0,-1 1 0 0,-3-1 3 0,0 1 0 16,-4 2-11-16,-2-1-4 0,-3 2-11 0,-2 1-19 0,-2 2-5 0,-3 3-25 16,-2 2-1-16,-2 3-7 0,-3 1-27 0,-3 3-15 0,-2 3-53 0,-3 3-73 15,-1 2-92-15,-1 2-140 0,-3 3-93 0,-1 3-131 0,0 0 647 16,2-1 0-16,-2-3 0 0,2-1 0 0,-1-3 0 0,3-3 0 0,0-3 0 0,1-4 0 0,1-21 0 0,2-7 0 0,2 0 0 0,1 0 0 0,2 0 0 0,1 0 0 0,1 0 0 16,1 0 0-16</inkml:trace>
  <inkml:trace contextRef="#ctx0" brushRef="#br0" timeOffset="-136825.59">3196 9815 438 0,'1'3'71'0,"1"1"-50"0,2 1-4 0,2 1 11 0,4 1 12 16,0 0 9-16,3 1 4 0,0 0-6 0,-1 1-10 0,2 2-7 16,1 0-10-16,2 0-2 0,1 0-3 0,3-1-3 0,2 0-2 0,-1 1-6 15,3-2 1-15,-1 2-2 0,-1-2 2 0,2-2 2 0,-1-1-1 0,1-1 3 16,1-2 1-16,0 0 4 0,0-2 2 0,0-1 2 0,1-1 2 16,-1 0-3-16,2-1-1 0,-1 0 1 0,2 0-2 0,0 0 4 0,2 0-1 15,-1-1-4-15,3 0 0 0,-1 0-6 0,3-1 2 0,1 0-2 0,0-1-1 16,0-1-2-16,0 0 2 0,0-1-1 0,0 0 3 0,2 0-3 15,-2 0 2-15,0 0 4 0,0-2 6 0,-2-1 4 0,0-1 3 0,1-1-1 16,-1-1 2-16,0 0-1 0,-1-3 4 0,-1-2-1 0,2-1-1 0,1-2-1 16,-1-2-5-16,0 0-2 0,-2-1-3 0,1-1-7 0,-2 0-2 15,1-1-2-15,0-1-1 0,0-2 1 0,-3 0-10 0,1-2 4 0,-2 2-5 16,0-2 4-16,-2-1 9 0,-2-1-4 0,-1 0 5 0,-2 0-6 16,-2 1 1-16,-3-1 0 0,-4 1 1 0,-1-2 0 0,-1 0 7 0,-1 1-3 15,-2-1 3-15,-3 1 0 0,-2 0-1 0,-3 1-1 0,-2-2-1 0,-3 2-8 16,-2 0 5-16,-2 1 0 0,-3-1 0 0,0 2 8 0,-7-2-5 15,-2 2-2-15,-3-1 0 0,-3 3-3 0,-1-1 1 0,-3 2 0 0,-2-1-3 16,-2 2 2-16,-1-2-2 0,-2 2 8 0,-1 2 5 0,-1 1-4 0,-2 2 1 16,-2 2-2-16,-1 1 5 0,0 1 2 0,-1 2 8 0,0 0-1 15,0 1 5-15,0 3 4 0,-1 3-6 0,-1 2-1 0,-2 3-9 0,1 1-3 16,-1 3 2-16,0 3-2 0,-3 3 0 0,-1 4-5 0,-2 6-5 16,-2 3-3-16,-1 3-6 0,-2 6 2 0,-2 3-3 0,0 7-3 0,-1 3 3 15,0 4-4-15,0 3-3 0,1 5-7 0,1 1-7 0,2 3-26 0,3 3-37 16,3 0-37-16,4 1-36 0,1 1-35 0,6 2-37 0,3 0-58 15,3 0-281-15</inkml:trace>
  <inkml:trace contextRef="#ctx0" brushRef="#br0" timeOffset="-133093.68">2699 6688 32 0,'-4'-2'30'0,"1"1"4"0,-1-1-4 16,2 0-7-16,1 1-7 0,1 0-3 0,1 0-1 0,0 0-2 15,1 0-3-15,2 0-3 0,1 0-2 0,2 1 4 0,2-2-2 0,0 1 2 16,2 0 0-16,3 0-4 0,1 3-4 0,2 0-5 0,1 0-6 0,1 2-12 16,0-1-27-16,0 1-36 0</inkml:trace>
  <inkml:trace contextRef="#ctx0" brushRef="#br0" timeOffset="-132593.68">2614 9747 55 0,'-3'-8'82'0,"2"0"33"0,1-2-78 16,1 2-10-16,1 3-14 0,-1 1-5 0,1 1-4 0,0 1-3 0,1 1 0 16,1 0 1-16,1 0 0 0,0 1-1 0,0 1-3 0,0 0 0 15,0 0-3-15,1 1 0 0,-1-1 1 0,1 0 0 0,-2-1 3 0,0 1 0 16,1 0 0-16,-2 0 1 0,0 1 0 0,-1-1 2 0,0 1 1 16,1 0 3-16,0-1-2 0,1 0 3 0,0-1 0 0,2 0 4 0,1-2 5 15,2-1 3-15,2 1 4 0,1-1 2 0,0 0 4 0,1 1 5 0,-1-1 2 16,3 0 2-16,0-1-1 0,0 0-1 0,-1-1 2 0,1 1 3 15,2-1 0-15,0 0-1 0,0 0-3 0,0-1-3 0,0-1-4 0,-1 0-3 16,1-1-3-16,1 0-3 0,0 1-1 0,0 0-5 0,1-1-1 0,0 1-2 16,-1-1-5-16,2 0-11 0,0 0 1 0,-1 1-2 0,2-1-1 15,1 1 10-15,-1-1-2 0,1 0 0 0,0 0 3 0,-2 0-5 0,2 2 2 16,0 1 1-16,-1 1 1 0,1 0 0 0,-1-1-4 0,-3 2-4 16,0-1-8-16,-2 1-8 0,-1 0-13 0,-1 0-12 0,-1 1-18 0,-1 0-15 15,-2 1-23-15,-1 1-26 0,-1-1-27 0,0 0-140 0</inkml:trace>
  <inkml:trace contextRef="#ctx0" brushRef="#br0" timeOffset="-131959.68">3214 8959 1 0,'-12'12'1'0,"-6"5"167"0,-5 3 276 0,-4 6-490 0,9-11 215 15,5 1-127-15,3-1-9 0,3 1-1 0,1 0-4 0,3 1-6 0,0 2-3 16,3 0-7-16,4 2-1 0,0-3-5 0,5 2-1 0,0-1-3 16,4-2-5-16,1 1 2 0,1 0-5 0,4-3-1 0,1 2-3 0,1-1-5 15,-2 0-2-15,1-2-3 0,-1 2-4 0,-1-1-1 0,1 0-1 16,-1 0-2-16,-2 0 0 0,0 0 1 0,-2-1 0 0,-3-1 8 0,-2-1 5 15,-4 0 6-15,-1 1 5 0,-1-1 2 0,-3-2 10 0,-2-1-2 0,-2-1 3 16,-1 0 2-16,-4-1-5 0,-1-1 12 0,-2-2 5 0,-1-1 4 16,-1-1 4-16,-1-1-1 0,0-1 2 0,-1-1-1 0,1 1 1 0,-2 0 0 15,1-1-3-15,-1 0-4 0,1 0-2 0,-1 1-4 0,1-1-5 0,3 0-3 16,1 1-4-16,1-1-4 0,-1 2-1 0,3 0-1 0,0 0 1 16,1 1-4-16,2-1-4 0,0 2-11 0,1 0-17 0,1 1-18 0,0 0-19 15,3 0-19-15,0 1-21 0,0 1-24 0,2 0-34 0,1 0-163 16</inkml:trace>
  <inkml:trace contextRef="#ctx0" brushRef="#br0" timeOffset="-131593.15">2686 9614 95 0,'-13'-1'82'0,"1"0"-12"0,-1 1-16 0,3-2-9 15,5 2-6-15,3-1-8 0,0 0-10 0,2 0-8 0,2 0-4 0,1-1 0 16,2 0 0-16,2 0 0 0,0 0 0 0,1 1-1 0,2 0 1 16,1 0-1-16,3 0-4 0,1 0 2 0,0 0-2 0,0 1-1 0,-1 1 1 15,0-1-2-15,-1 2 0 0,0 0 2 0,1 0 0 0,-1 1 1 0,-1 0-1 16,-1 1-2-16,0 0-2 0,1 0-3 0,-1 0-5 0,2 0-2 16,-3 1-4-16,2-1-6 0,0 1-7 0,-1 0-4 0,1-1-7 0,-3 0-6 15,3-1-4-15,-1 0-17 0,1 0-38 0,-1-2-40 0</inkml:trace>
  <inkml:trace contextRef="#ctx0" brushRef="#br0" timeOffset="-87138.38">8289 9726 1 0,'68'9'1'0,"0"-2"246"0,7 0 412 0,-19-4-338 0,-19-4-250 0,4 1-40 0,7 1-13 16,2 1-2-16,5-1 4 0,3-1 2 0,4-1-2 0,5-3-1 0,3 0-9 15,3-1-1-15,4 2-5 0,1-1-3 0,3 0 0 0,2 1-4 16,1 0-2-16,3 0-5 0,2-2 2 0,0 1 2 16,-1-2 0-16,-1 0 5 0,-1 0 2 0,1-2-1 0,-1 0 0 0,0-1 0 0,0-2 1 0,0-2 9 15,-2-2 1-15,1 0 4 0,-1-2 4 0,-1-2 6 0,0-1-5 16,-2-1 6-16,1-3 5 0,-3 2 2 0,-1-2 10 0,-1-1 3 0,-3-1-3 15,-3-1-3-15,-1 1 1 0,-5 0 1 0,-1-1 4 0,-6 1 4 0,-4 0 0 16,-3-1 0-16,-6-1-8 0,-2 0-1 0,-5-2-8 0,-2 2 0 16,-4-1-7-16,-3 2-5 0,-5 0-1 0,-3-1-10 0,-5 2 1 0,-5-1-11 15,-4 2-23-15,-4 0-5 0,-5 0 3 0,-6-1 5 0,-4 0 9 16,-5 0 3-16,-5-1-9 0,-8 1-5 0,-3-1 5 0,-7 2-5 0,-4-1-2 16,-6 0-1-16,-5 2-6 0,-5-1 2 0,-4 1 1 0,-6-1-3 0,-1 0 6 15,-6 1 2-15,-2 1 1 0,-4 2 2 0,-5 0 5 0,0 2 5 16,-5 1 3-16,1 3 7 0,-3 0-1 0,-1 3 2 0,0 3 4 0,-3 2 5 15,2 4 8-15,-2 2 7 0,3 2 6 0,-1 4 6 0,0 4 1 0,4 3-3 16,0 5-1-16,2 2-7 0,0 4-4 0,1 3-9 0,0 3-7 16,2 6-12-16,-1 4-10 0,2 6-15 0,0 3-20 0,0 6-28 0,-1 4-89 15,-2 3-124-15,0 5-164 0,-1 2-315 0</inkml:trace>
  <inkml:trace contextRef="#ctx0" brushRef="#br0" timeOffset="-86005.11">3897 11045 1163 0,'-3'-15'86'0,"2"1"-17"16,3-4-22-16,4 3-1 0,4 2 6 0,3 0 8 0,2-2-3 0,5 0-1 16,6-2-11-16,3 1-8 0,5-3-2 0,4-1-11 0,6 0-8 0,5-1-15 15,7 1-2-15,4 0 1 0,3 1 3 0,1 1 9 0,4 1-7 16,2 4 2-16,0-2-5 0,0 2-3 0,0 2 1 0,0 3-3 0,-1 2 2 16,2 1-3-16,-1 2 0 0,-3 2-3 0,1 3-2 0,-3 3 2 0,-1 0 5 15,-1 2-9-15,-3 1 7 0,-1 1 0 0,-1 1-2 0,-3 2 6 16,-2 0-4-16,-3-1 0 0,-1 1 3 0,-3 1-1 0,-4 1 9 0,0 2 3 15,-1 2 3-15,-4 1-1 0,-1 1 0 0,-3 0 0 0,-2 2 0 0,-2 0 3 16,0 2 0-16,-4 1-3 0,-1 0 4 0,-4 5-8 0,0 1-4 16,-2 2 2-16,-1 0-9 0,-5 0 7 0,-1 0-3 0,-3 1-2 15,-4 0 4-15,-2 0 1 0,-5 1 1 0,-3-2-3 0,-4 0 3 0,-4-1 1 16,0 1 3-16,-8 1 7 0,-3 0-8 0,-5 0-3 0,-6 0-2 0,-5 2 5 16,-5 2 1-16,-2 0 6 0,-5-1 3 0,-3-2 6 0,-1-1 9 0,-4-1 7 15,1-2 11-15,-2-1-2 0,0-1 6 0,2-4-1 0,0 0-19 16,1-4-2-16,0-1-11 0,-1-3 1 0,0 0 3 0,0-1-2 0,2-3-4 15,1-2-15-15,1-1-9 0,2-3 4 0,-1-2-4 0,2-1-2 16,1-3 1-16,0-2-4 0,1-3-10 0,2-2-14 0,1-4-11 0,2-2-21 16,0-3-35-16,3-4-19 0,1-1-15 0,1-3-21 0,3-6 10 0,1-1-4 15,3-3-8-15,4-1 3 0,4-2-20 0,4-2-19 0,3-2-16 16,3-2-3-16,4 0-54 0</inkml:trace>
  <inkml:trace contextRef="#ctx0" brushRef="#br0" timeOffset="-83888.47">7841 11802 1176 0,'-3'-2'80'0,"1"1"-19"0,2-1-32 0,-1 3-6 15,3-1-8-15,2 1 7 0,2 1 2 0,4 0-1 0,3 1-2 0,1 0-7 16,4 1-2-16,3-1-7 0,2 2 2 0,2 0-5 0,4 2 0 0,1 0-3 16,2 1 2-16,2 1 5 0,2 0-5 0,0 0 3 0,3-1-4 15,2 2 1-15,0 0-1 0,2 0 1 0,1 0-2 0,-1 2-2 0,0-1 5 16,1 2 0-16,-1-1 2 0,2 1 0 0,1-1-5 0,1-2 10 15,0 0 11-15,-2 0 10 0,1-1 16 0,1 0-4 0,-2-2-2 0,3 0 0 16,0-2 1-16,1 1 1 0,1-2 7 0,-2-1-1 0,0 0-5 0,1-2 6 16,0-1-2-16,1 0-6 0,-1-1 1 0,0-1-7 0,0-1-4 15,1-2 3-15,1 0-1 0,-2-1 2 0,1-3-2 0,-3-1 2 0,0-1 10 16,0-2-5-16,0-1-1 0,-1-2 1 0,1-2-13 0,-1-3-3 0,-2 1 4 16,-1-3-8-16,-3-1-3 0,1 0 0 0,-2-2-9 0,0 0 3 15,0-2 2-15,-3 0-8 0,-2-2-5 0,-2 0 0 0,-1-3-3 0,-2 3 3 16,-1-1 0-16,-3 1-3 0,-1-1-2 0,-1 1-5 0,-4-2 0 15,0 0-19-15,-3 0 6 0,-3 1 6 0,-1-1-7 0,-2 1 14 0,-2-3-12 16,-2 3 0-16,-3-2 1 0,-3 1 1 0,-1-1 3 0,-3-1-4 0,-3-2 3 16,-2-1 1-16,-2 1 4 0,-2-1 12 0,-5 1-5 0,-2-1 6 15,-3-1-5-15,-5-1-7 0,-2 1 13 0,-4 0-7 0,-1 0 5 0,-4-1 1 16,-3 0-10-16,-3 3 4 0,-3-1-1 0,-4 1-1 0,-2-1-3 16,-2 1-1-16,-1 0-3 0,-4 0 6 0,-2 3-1 0,-1 0 1 0,-1 2 6 15,-1 0 1-15,0 2 10 0,-1 1-11 0,-1 2 12 0,-2 2 1 0,1 2-8 16,-2 2 10-16,0 1-11 0,1 2-4 0,-3 3 2 0,-1 4-1 15,-3 3 4-15,0 5 4 0,0 4-8 0,-2 5-1 0,0 4 2 0,1 7-2 16,2 5 7-16,-1 3-10 0,0 9 11 0,-1 4-4 0,1 8-13 0,1 7 0 16,-2 10-25-16,3 6-20 0,2 7-18 0,0 8-52 0,2 3-82 15,1 8-107-15,0 4-137 0,4 7-308 0</inkml:trace>
  <inkml:trace contextRef="#ctx0" brushRef="#br0" timeOffset="-69690.8">4590 12995 855 0,'18'-2'79'0,"5"0"-40"0,9-1-30 0,1 1 0 0,0-1 9 15,4 1 12-15,0 0 2 0,3 0-6 0,1 1-10 0,0 1-11 0,3 1-5 16,0 1-1-16,0 2-2 0,0 1-6 0,1 2 4 0,1 1-1 0,0 2 4 16,1 0 0-16,1 0-1 0,0-1 2 0,1 1 1 0,0 0 1 15,1 0 5-15,1 0-1 0,1 1-1 0,0-2 1 0,0 1 1 0,0-1-1 16,3-1 1-16,-1 0 1 0,2 0 6 0,1-3-4 0,1 0 3 0,1-2 2 16,1 0-4-16,1-1 6 0,-1-1-2 0,3-1-1 0,0 0 3 15,0 0-1-15,2 0 2 0,-1 0 1 0,0 0 4 0,-2 0 0 0,2 1 7 16,-1 0 1-16,1-1-1 0,0 1 2 0,0 2-5 0,0-1 1 15,-2 1-1-15,1 1-1 0,0-1 1 0,-3 0 5 0,3 0 0 0,-2 1-3 16,0 0-4-16,0 0-7 0,-1 0-3 0,1 0 2 0,-1 0-5 0,0-1-3 16,0 1-3-16,-1-1-4 0,0 0 10 0,0 0-3 0,0-1 0 15,-1-1-2-15,-1 1-6 0,1-2 3 0,-1 0 2 0,-2-2 3 0,1 0-1 16,-4 0 0-16,-1 0-2 0,0-1 2 0,-2 0 1 0,0-1-2 0,-2-1 4 16,-1 0-3-16,-2-1-2 0,-2 0 1 0,1 1-6 0,-3-1 1 15,-1 1 3-15,0-1 6 0,-4 1-2 0,0 0-1 0,-4 0-1 0,0-1-3 16,-1 0 11-16,-2-1-2 0,-2-1 0 0,-1 0 6 0,-2-1-7 15,-1-1 6-15,-2 1 2 0,-3-1-9 0,-3-1 1 0,-1 0-1 0,-3 0 6 16,-2-1 6-16,-2 0-2 0,-1-1-2 0,-3-1 4 0,-2 0 0 0,-3 0 2 16,-1-2-2-16,-3-2-14 0,-2-1-3 0,-2 1 1 0,-3-2-9 15,-1 1 10-15,-2 0 2 0,-2-2-6 0,-1 0 2 0,-4 0-2 0,-3-1-8 16,0 0 8-16,-2 0-4 0,-1-1-11 0,-2 1 6 0,0-1 3 0,-2 0 1 16,-1 2 8-16,-1-2 0 0,-4-1-7 0,1 1 1 0,-3-1 0 15,1 2-2-15,-1-2-1 0,-5 1-3 0,-1 1-3 0,-1-1-1 0,-4 1-3 16,1 0-3-16,-3-2 7 0,-2 1-3 0,0-1 6 0,-3 1-2 15,-2 3-4-15,1-1-1 0,-1 1-6 0,-3 2 3 0,-1-2-1 0,-2 0 0 16,-2 2-3-16,-3-2-2 0,0 2-4 0,-4 0-4 0,-3 1-20 0,-1 0-4 16,-2 2 4-16,-3 1 1 0,-1 3 13 0,-3 0 13 0,-1 1-3 15,-2 2 3-15,0 2 3 0,-5 2-4 0,1 3 1 0,-3 3 3 0,-3 2 3 16,-1 4 0-16,-6 3-3 0,-1 2 6 0,-2 4 5 0,1 4-2 0,-2 3 11 16,0 6 0-16,-5 6-7 0,-1 4 8 0,-2 6-4 0,1 6 3 15,2 3 3-15,1 6-5 0,2 5-2 0,0 4-5 0,2 4-8 0,1 4-3 16,2 3-21-16,2 5-71 0,1 3-83 0,1 0-97 0,3 5-66 15,2-1-17-15</inkml:trace>
  <inkml:trace contextRef="#ctx0" brushRef="#br0" timeOffset="-68184.41">10630 13011 456 0,'-15'3'23'0,"-1"0"-11"0,0 0 1 0,7 1-5 15,3 0-6-15,3-1-3 0,0 2-3 0,2-2-2 0,1 1 0 16,0 1 1-16,3 0-1 0,0 0 5 0,1 1 2 0,1-2 3 0,0 1 1 16,2-1 2-16,1-1 3 0,1 0 6 0,2 0 6 0,1 0 1 0,0-2 3 15,0 1 0-15,2-1 1 0,1 0-2 0,0 0 2 0,-1-1 1 16,3 1 0-16,0 0 4 0,0-1 0 0,0 0 1 0,1-2 0 0,1 1 3 16,2-2 1-16,4-1 0 0,2-1 1 0,3-1-4 0,2-2-7 0,3 0-2 15,0-2-3-15,3 0-3 0,1 1 2 0,2-1-4 0,0 0-3 16,1 0 6-16,-1 1 0 0,2-1-2 0,0 2-1 0,-2-1-2 15,2 2-6-15,-2 1 1 0,0 1 4 0,1 1-4 0,-3 2 8 0,-1 2 1 16,0 1 1-16,-2 1 5 0,0 1-1 0,0 1 1 0,-2 3 0 0,1 0 2 16,0 1-1-16,1 0-1 0,-1 1-3 0,1 1-3 0,1 0 2 0,0 0-4 15,4 1-2-15,-1 0-2 0,1 1-5 0,0 1 0 0,-2 1-2 16,1 1-3-16,0 1-3 0,0 2 0 0,-1 2-2 0,-1-1 1 0,-1 2 2 16,-1 2-2-16,1-3-1 0,-1 1-8 0,0 0-2 0,-1-2 3 15,0 1-3-15,2 0 7 0,-2-2-6 0,2-1-5 0,0-1 0 0,-1-3-3 16,0-2 5-16,0 0 0 0,3-3 0 0,-1-2 5 0,1-3-1 0,2-3 4 15,-1-2 0-15,2-3-5 0,1-2 3 0,-1-4-3 0,1 0 2 16,1-3 5-16,-3-1 0 0,-1-2 5 0,-1 0 2 0,-5 0 1 0,-1 0 11 16,-3 1 6-16,-2 2 3 0,-2-2 9 0,-2-1-4 0,-2 1 0 0,-2 0 4 15,-1 1-5-15,-2-1 1 0,0 1-4 0,0 1-2 0,-2-1-7 16,-2 0-1-16,0 1-3 0,0 1-4 0,-1-1 4 0,0-1-4 0,-1 0-4 16,0 1 5-16,0-2-3 0,-2 0-1 0,-1 0 2 0,-3-1-6 0,0-2-1 15,-2 0-2-15,-1-1-21 0,-2-2-12 0,-2 0-21 16,-2-1-13-16,-2-2-3 0,-6-1-12 0,-3-2-6 0,-4-1-7 0,-8 0-55 0,-5-1-20 15,-7 1-31-15,-8-1-18 0,-8 0 19 0,-9-1-20 0,-11 3 48 16</inkml:trace>
  <inkml:trace contextRef="#ctx0" brushRef="#br0" timeOffset="-68133.41">12857 12392 229 0,'-80'-7'213'0,"-6"0"-113"0,-22-1-53 0,9 4-34 15,14 4-15-15,-2 3-15 0,2 4-9 0,2 3-14 0,0 4-22 16,5 3-21-16,1 3-43 0,0 4-89 0</inkml:trace>
  <inkml:trace contextRef="#ctx0" brushRef="#br0" timeOffset="-47107.64">14239 13039 629 0,'-2'0'246'0,"1"0"-226"0,-1 1-26 0,2-1-4 0,0-1-11 0,2 2-17 16,0-2-5-16,2 0 10 0,3 0 10 0,1-1 16 0,1-1 0 0,0-1-1 16,0-1 2-16,0-2-2 0,0 1 2 0,1-2-2 0,1 0 0 15,-1-1 1-15,0 0 3 0,1 0 4 0,-2 1 0 0,2-1 4 0,-1 1 4 16,-1 1 2-16,1 2 8 0,-1 1 4 0,0 1 7 0,-1 2 7 15,1 1 5-15,0 1 3 0,0 0-2 0,0 1-2 0,0 1-5 0,0 1 0 16,1 1-5-16,1 0-1 0,1 1-5 0,1 0-5 0,0 0-7 0,1 1 2 16,0-1-3-16,2-1 2 0,2 1-3 0,1-1 2 0,3 0 4 15,2 1 1-15,2-2 6 0,2 1-1 0,0-1 6 0,1 0 2 0,1-1 5 16,3 0 3-16,-1 0 2 0,2 0 1 0,1 1 0 0,1-2-2 16,2 1 0-16,0 0-5 0,1 1-1 0,2 0-8 0,0 1-5 0,2 0-1 15,3 1-5-15,-1 1-2 0,2-1-4 0,1 1-8 0,1 0 0 0,1-1 1 16,0 2-1-16,0-1 7 0,1 2-2 0,0-1 0 0,2 0 5 15,0 1-5-15,1 0-1 0,0-2 3 0,2 1 2 0,-1 0 10 0,2 0 2 16,-1-1 5-16,1 0-3 0,1 0 6 0,-1-1 1 0,0-1 3 0,-1 2 2 16,-2 0-9-16,1 0-2 0,-2-1-8 0,-2 0 2 0,-2 0 1 15,-2 0-4-15,-2 1 1 0,-1-1-6 0,-1 0-4 0,-1 1-15 0,0-2-6 16,-3 1 5-16,1-1-11 0,-2-1-22 0,-2 0-63 0,0-1-116 16,-1-1-127-16,0-1-74 0,-2-2-40 0,-2-4 14 0</inkml:trace>
  <inkml:trace contextRef="#ctx0" brushRef="#br0" timeOffset="-18976.61">3805 14191 928 0,'-17'-1'135'16,"2"0"-50"-16,-3-1-34 0,8 1-11 0,3 0 9 0,1 1-1 0,2 0-4 15,0 0-11-15,2 0-18 0,0 0-10 0,2 0-5 0,-1 0-5 16,2 1-2-16,1 0-3 0,0 1-1 0,3-1 5 0,0 1 4 16,1-1 0-16,3 1 1 0,-2-2 2 0,4-1 0 0,0-1 0 0,2 0 1 15,1 1-3-15,1-1 5 0,1 1 4 0,1 0 2 0,-1 0 5 0,0 2-5 16,2 1 7-16,2 0 2 0,1 1 6 0,3 0 3 0,2-1 1 0,1 1-2 15,3 1-6-15,-1 0-1 0,5-1-5 0,0 0-3 0,4 0-6 16,4 0 1-16,-1 0 3 0,3 2-1 0,2-1-3 0,0 0 1 0,1 0-9 16,-1-2 1-16,5-2 4 0,-1-1-1 0,2-1-1 0,0-2 2 0,-2-2 2 15,2 0-2-15,1-2 2 0,0 0 1 0,0-1-6 0,0-2 6 16,0 0 1-16,0-2 4 0,2 0-1 0,-2-2 0 0,1 2 4 0,1-1 1 16,0-1-2-16,2 1 0 0,-1 0 2 0,1-2-3 0,-1 1 1 0,-1 1 4 15,-1 2-8-15,0 0-2 0,-1 0 4 0,-3 0-6 0,1 1 6 16,-3 1-4-16,-3 0-4 0,-1 1 6 0,-1 2 4 0,-2 0 13 0,-2 1-1 15,-1 0 6-15,-3-1-8 0,-1 0-7 0,-2 1 5 0,-2-1-4 16,-3-1 5-16,-1 0-2 0,-3 1-3 0,-1-1 2 0,-2 1-2 0,-3-1 3 16,0 2 4-16,-4-2 3 0,-2-1-2 0,-3-1 4 0,-3-1-5 0,-2-2-1 15,-2 0-3-15,-2-4-8 0,-1-1-3 0,-3-2-15 0,-5-1-13 0,-3-4-6 16,-5-3-4-16,-3-3-4 0,-4 0 0 0,-4-3-2 0,-1 2 6 16,-3-1 10-16,-5 0 16 0,-1 0 12 0,-4 0 1 0,0-1 3 0,-2 1 11 15,-1 0 0-15,-1-1 13 0,-2 0 7 0,0-2-8 0,-3 2 6 16,-2-1 0-16,0 2 0 0,-3 0 10 0,2-1-1 0,-3 3-5 0,-1-1-10 15,0 2-9-15,-2 3-7 0,-1 3-4 0,-3 3-4 0,-2 2-7 0,-2 3-4 16,-5 3-10-16,-4 5-21 0,-8 6-20 0,-9 8-12 0,-2 5 3 16,-5 7 17-16,4 3 6 0,0 5 8 0,-3 6 1 0,1 5 1 0,1 5 14 15,-2 2 3-15,5 3 4 0,2 2 5 0,2 2-7 0,5 3-9 16,5 2 13-16,4 2 0 0,6 2-3 0,5 0-16 0,6 3-44 0,7-1-37 16,4 0-40-16,8 2-42 0,6 0-50 0,5 1-61 0,7 5-70 0,4 4-90 15,6 3 41-15</inkml:trace>
  <inkml:trace contextRef="#ctx0" brushRef="#br0" timeOffset="-9157.52">2050 5834 963 0,'-14'-15'-245'0,"-7"-5"119"0,-4-5 33 0,-3-2 27 0,11 11 203 0,4 2-59 0,3 2-12 16,2 0-21-16,4 1-12 0,3 3-22 0,4 0-5 0,4 2-6 0,2 0-2 15,9 0-1-15,6 1 0 0,5 0-4 0,7 1-5 0,4 2-5 0,2 2-9 16,3 2-6-16,0 2-7 0,1 3-12 0,0 0-10 0,3 2-20 16,0 2-11-16,-1 1-5 0,0 3-22 0,-1-2-32 0</inkml:trace>
  <inkml:trace contextRef="#ctx0" brushRef="#br0" timeOffset="-8813.49">2250 7315 535 0,'-3'-31'-117'0,"4"-1"184"0,4-3-5 0,6 7-38 15,5 6-6-15,2-1-5 0,5 0-8 0,5 2-7 0,5 2-4 0,2 2-6 16,4 4-10-16,2 2-8 0,1 3-13 0,4 3-19 0,1 2-19 15,0 2-7-15,1 3-13 0,1 2-38 0</inkml:trace>
  <inkml:trace contextRef="#ctx0" brushRef="#br0" timeOffset="-8392.39">1857 8835 771 0,'-14'-15'-154'0,"3"0"201"0,-1-2 42 0,-1-2-3 0,1-2-34 0,-1-4-16 15,5 3-15-15,5 1-17 0,3 0-4 0,7-2-2 0,10-16-3 16,7 6 1-16,6 6-7 0,-3 10-1 0,3 3-2 0,2 1-4 0,3 2-4 15,1 1-10-15,5 1-13 0,3 2-12 0,0 2-20 0,1 0-31 0,-1 1-13 16,4 1 0-16,2 3-2 0,-1 0-42 0</inkml:trace>
  <inkml:trace contextRef="#ctx0" brushRef="#br0" timeOffset="-8073.39">1983 10526 912 0,'-18'-25'-59'16,"1"-3"137"-16,-1-6 18 0,7 6-11 0,5 3-27 0,2-1-18 0,2 1-21 16,5-2-11-16,4-1-6 0,5-1-3 0,4 1-2 0,5-1-8 0,4 1-1 15,6 3 5-15,5 2-3 0,5 2 2 0,2 2-6 0,1 0-14 16,3 4-10-16,5 0-24 0,2 3-43 0,5 2-43 0,3 2-39 0,3 2-20 15,3 1-71-15</inkml:trace>
  <inkml:trace contextRef="#ctx0" brushRef="#br0" timeOffset="40642.71">3889 14696 1161 0,'-22'-2'170'0,"-2"0"-105"0,-4 0-49 0,7-1-23 15,2 0 1-15,3-1 7 0,0-1-1 0,-1-1 4 0,-1 1-4 0,0 1-8 16,-1 0-1-16,-1 0-10 0,-1 2-4 0,0 0 3 0,-2 2 4 0,1 2 13 15,-1 0 2-15,-2 1 5 0,1 2-1 0,-1 1-2 0,0 2 3 0,-2 2 1 16,0 2 6-16,-1 3 6 0,-2 2 6 0,1 0 3 0,-1 3 9 16,2 2 8-16,1 0 3 0,0 2 2 0,1 2-12 0,2-2-4 0,1 2-11 15,2-2-10-15,4 1-1 0,1 0-10 0,1 0-4 0,2 3 0 16,3-1-3-16,1 3 3 0,0-1 2 0,2 1-10 0,1 0 5 0,2 2-3 16,0 0 0-16,2 2 9 0,2-1-5 0,1 0-4 0,2 0 3 0,3 2 4 15,1-1-4-15,2 2 2 0,1 0-1 0,2-1-2 0,2 1 0 16,3-2 0-16,1 2-1 0,1 0-1 0,2 1 0 0,2 0-7 0,3-1 9 15,1 0-1-15,2-1 1 0,1 0 12 0,4 1-9 0,3-3 10 0,2-1 1 16,0-3-3-16,3-1 4 0,1-1 3 0,2 1 8 16,2-4 14-16,3-1 3 0,1-3 2 0,2-2 3 0,2-3-5 0,0-1 4 0,4-1-4 15,0-3-7-15,3-1 3 0,2-1-7 0,0-1 0 0,1-2 7 16,1-1-8-16,1-2 0 0,-1-1-6 0,0-2-6 0,3-2 2 0,-3-2-2 16,2-1 0-16,-1-2-7 0,0 0 16 0,2-4 3 0,-2-1-3 0,0-4 3 15,-2-1-16-15,1-3-4 0,0-4 9 0,-1 0 1 0,-1-3-3 16,-2-1 6-16,-2 0 4 0,-2 0 7 0,-2-3 4 0,-1 2-9 0,-5-4 7 15,-1 0-8-15,-1 1 4 0,-4 0 12 0,0-1-6 0,-4 1 4 0,-2-3-7 16,-2 1-3-16,-2 1-3 0,0-2-3 0,-4 1-2 0,2-4 7 16,-5 0-6-16,-1-1-1 0,-3-2-1 0,-1 2-4 0,-2 0-8 0,-3-2 3 15,-2 0-10-15,-3-1 3 0,-2 0-2 0,-1-1 0 0,-3 1 12 16,-3-1-3-16,-3 0-1 0,-4 1-6 0,-2 0 0 0,-4-1-5 0,-2 0 0 16,-4 1 4-16,-5 1-9 0,-2-1-3 0,-4 3-6 0,-3 0-5 0,-3 2 3 15,-4 2 2-15,-2 0 0 0,-4 2 2 0,-1 1 1 0,-4 2 4 16,-3 2 7-16,-3 2 0 0,-3 1 4 0,0 3-2 0,-3 0 6 0,0 2-8 15,-3 1 0-15,-2 2 1 0,-1 2-6 0,-3 3 9 0,-1 2-4 0,-3 2 1 16,-1 2-6-16,0 3 6 0,-3 2-4 0,1 4 5 0,-3 3 1 16,3 3 1-16,-2 5-1 0,-2 1-5 0,1 7 0 0,-2 3 0 0,3 3-10 15,0 3-3-15,3 1-7 0,1 3-5 0,1 2-1 0,3 2-11 16,3 5-19-16,1-2-31 0,4 4-45 0,2 3-103 0,3 1-84 0,5 3-82 16,3 1-93-16,5 2 95 0</inkml:trace>
  <inkml:trace contextRef="#ctx0" brushRef="#br0" timeOffset="42177.18">8417 15466 340 0,'-14'-10'50'0,"-1"0"-4"0,0-3-6 15,1 1-2-15,5 3-1 0,0-1-1 0,1 1-8 0,1 1-6 0,2 0-7 16,-1 1-9-16,1 0 0 0,2 1-8 0,0 3-2 0,1 0-1 16,1 0-4-16,1 1 2 0,0 1 0 0,0 0-2 0,-1 1 2 0,1-1-1 15,-1 1 0-15,1 1-2 0,0-1-2 0,0 0 0 0,0 1 4 16,1 0 3-16,0 0 6 0,0 2-1 0,1-1 1 0,0 1 5 0,0 1 2 15,1 1 8-15,-1 1 6 0,2 2 1 0,1-1 1 0,0 1 0 0,2 1 0 16,2 0 3-16,1 0 1 0,3 1 2 0,2-1 5 0,1 1 6 16,2-1 3-16,1 0 6 0,-1 0 1 0,4-2-1 0,1 0 0 0,-1-1 0 15,4-1 1-15,0 0 0 0,2-2-2 0,1 1 2 0,0-2-4 0,3-1 3 16,-1 1-5-16,2-2 3 0,2 1 1 0,0 0-3 0,3-1 2 16,0 1-1-16,4 0-7 0,1 1-4 0,0-1-6 0,1 2-6 0,2-1-3 15,-2 0-7-15,2 1 0 0,1 1-6 0,1-2-1 0,1 0 5 0,-1 0-6 16,1-1 3-16,1-1 0 0,0 1 2 0,1-2 3 0,-1 0 0 15,0 0 0-15,-1-1 1 0,0 0 1 0,1 0-2 0,-1-1-8 0,2-2-1 16,-1 0 4-16,0-2 4 0,1-2 7 0,-1-1 3 0,0-3-3 16,-1 0 4-16,-1-2-1 0,0-1-5 0,0-1-2 0,-2 0 0 0,-1-2-2 15,-1-1-4-15,-1 0 2 0,-1-2-3 0,-2-1-1 0,1 0 5 0,-4-2-1 16,-1 0 3-16,0-2 11 0,-3 1 3 0,1-1-4 16,-3-1 1-16,1-1-9 0,-3-2 5 0,-2 0-2 0,-3 0 5 0,0 0-4 0,-3 0-2 15,0-1 2-15,-1-2-2 0,-1 0-1 0,-3 0-2 0,-1-2-2 0,-2 2 1 16,-2-1-1-16,-4 0-2 0,-1-2-7 0,-4 1 4 0,-3-2-2 15,-3-3 4-15,-4 2 1 0,-5 1-11 0,-3 2 4 0,-3 3-5 0,-6 0-3 16,-5 4 6-16,-4 0-8 0,-5 1 4 0,-8 1-7 0,-5 3-2 16,-6 4 3-16,-8 3-6 0,-5 4 3 0,-5 4 2 0,-8 4-3 0,-4 4-2 15,-7 4-3-15,-4 4-8 0,-6 6 0 0,-4 5 1 0,0 6 0 0,-2 5 2 16,-3 5-7-16,-2 5-2 0,-1 2 1 0,-2 5 2 0,2 6 3 16,2 3-5-16,3 5 6 0,1 4 3 0,3 3-1 0,3 3 5 0,8 2-5 15,7-1-11-15,7 1-3 0,9-1-16 0,5 1-30 0,8 0-35 0,7 2-47 16,8-1-43-16,7 3-29 0,7-2-9 0,9 1-2 0,6 1-2 15,8-3 0-15,10 2-70 0</inkml:trace>
  <inkml:trace contextRef="#ctx0" brushRef="#br0" timeOffset="43810.5">12135 15290 151 0,'-1'-2'12'0,"1"0"5"0,0 1 6 16,2 2-7-16,2 0-3 0,1 2-2 0,1 1 3 0,2 2 0 0,0 3 1 16,3 0 0-16,1 3-5 0,2-1-1 0,2 1-5 0,-1-2-1 0,3 0 2 15,2-1-3-15,0 0 1 0,4 0-2 0,3 0 3 0,0-1 3 16,3-2 0-16,1 2 3 0,2-1 0 0,-1 0 1 0,3 0 4 0,1 0-2 15,0 0 2-15,1 1-1 0,0-1-1 0,1 3 3 0,2-1 1 0,-2 1 1 16,2 1 0-16,-2-2 3 0,-1 0 1 0,2 0 4 0,-2 0 3 16,1 1 0-16,0-1 4 0,-2 0 1 0,1-1 7 0,-2-1 9 0,0-1 1 15,1 1 3-15,-2-2-5 0,0 0-7 0,0-1 3 0,0 0-2 0,-1 0-2 16,1-2 1-16,-4 1-3 0,2-2-3 0,-1 0 1 0,2-1-4 16,0-1-2-16,1-1-6 0,2 0-4 0,-1-2-3 0,3 0-8 0,-1-2 1 15,3 1-9-15,1 0 0 0,2 0 0 0,3 0-6 0,2 2 2 16,4 0-4-16,1 1-2 0,3 2-4 0,3 1-30 0,5 1-61 0,2 2-60 15,4 1-53-15,3 2-28 0,6-1 7 0,5 1-46 0</inkml:trace>
  <inkml:trace contextRef="#ctx0" brushRef="#br0" timeOffset="54281.11">3020 16148 1085 0,'-26'15'114'16,"-3"4"-31"-16,-4 5-53 0,5-3-12 0,8-2 7 0,1 0 14 0,3-1 7 15,2 0-13-15,1 3-14 0,0-1-16 0,1 4-4 0,3 2 4 0,-1-1-9 16,4 2 0-16,2 0 1 0,0 2 1 0,3 0 7 0,3 2-3 15,1-2-5-15,3 1-2 0,-1 0 3 0,2 1 2 0,1-1-1 0,2 3-2 16,1 0 2-16,2 2 2 0,0-1 3 0,1 1 2 0,2 0-8 0,1-1 2 16,0 3-3-16,1 0 1 0,-8-19 2 0,4 5-4 0,-2-1 6 15,5 5-5-15,2-1 5 0,2 4 6 0,1-1-6 0,6 4 5 0,-1-2 0 16,3 0-4-16,1-3 10 0,1 0-1 0,1-3 2 0,3 0 12 0,0-3 18 16,1-3 12-16,2-1 7 0,0-3 2 0,1-1 1 0,1-5-4 15,0 1 8-15,1-3-4 0,0-2-8 0,0-1 0 0,0-3-7 0,2 0 0 16,-2-2 0-16,0-1 0 0,0-2-4 0,-1-2-9 0,0 0-9 0,0-1 1 15,-1 0 0-15,-1-2-5 0,1-1 2 0,-3-1-5 0,0-2 4 16,1 0-4-16,-2 0-4 0,0-2-8 0,-1-2 0 0,-2 0 5 16,1 0-3-16,-3-2 1 0,1-1-2 0,-2 0 4 0,0-2-10 0,-1-2 2 15,-1 1 2-15,0-3-7 0,20-24 22 0,-10 6-2 0,-7 3-2 0,-10 9 5 16,-4 1-14-16,0-1-2 0,-3 3 0 0,0-2 6 0,-1 1 5 0,-1 1 3 16,-2-2-2-16,-1 0-1 0,-3-1 6 0,-1-2 1 0,0 2 2 15,-4-1-10-15,-1 0 3 0,-1-1-3 0,-2 0 4 0,0-2-4 0,-2 1-5 16,-2 0 7-16,-2-2-14 0,-3 2 4 0,-1-2 3 0,-2 1-14 15,-1 0 9-15,-2 2-15 0,-3 1-15 0,0-3 11 0,-3 2-14 0,-3-1 6 16,-2 2 1-16,-5 3-7 0,1 1 4 0,-2 1-8 0,-1 3-7 0,-2-1-7 16,-4 2-2-16,1 2 7 0,-3 1-17 0,-1 3-3 0,-4 2-2 15,-2 2-3-15,0 3 16 0,-1 3-11 0,-2 2 6 0,-2 3 2 0,0 3 1 16,0 3 7-16,1 4 5 0,0 1 6 0,1 4-15 0,1 3 0 0,1 3-3 16,2 5 0-16,2 3 2 0,2 2-23 0,6 3-40 0,0 2-52 15,2 5-50-15,3 1-68 0,1 5-87 0,5 5-167 0</inkml:trace>
  <inkml:trace contextRef="#ctx0" brushRef="#br0" timeOffset="120381.54">19609 4263 1235 0,'-5'-2'186'0,"-1"2"-76"0,-1 0 39 16,2 0 37-16,2 1 30 0,1-1 2 0,2 0-46 0,0 0-51 15,1-1-26-15,0 1-12 0,0-1 5 0,1 0 3 0,1-1-4 0,1 0-9 16,1 0-13-16,1 0-6 0,1-2-11 0,3 1 2 0,2-3-5 0,2 1-6 16,1-2-4-16,1-1-6 0,3 0-7 0,1-3-3 0,1 0-3 15,2 1-2-15,1-5-1 0,-1-1-6 0,2-2-3 0,-1-1 0 0,1-1 3 16,1 0-1-16,0 1 1 0,1-2-3 0,-2 0 0 0,2 1-8 16,-3-2-2-16,2-1 1 0,-2 1 1 0,-2-1 19 0,0-1-2 0,0 0 12 15,-2-1-1-15,0 1-11 0,-1-2 1 0,-3 2-14 0,-2-1 7 0,-1 1-7 16,-2 1 6-16,-1 1-2 0,-4 0-8 0,-2 3 8 0,-2 1-4 15,-3 0 0-15,-3 3 2 0,-2 0-6 0,-3 2-4 0,-3 1 1 0,-2 2-1 16,-2 2 2-16,-1 1 1 0,-4 1 3 0,-1 3-4 0,-1 2 4 0,-4 4 0 16,0 2 0-16,-4 3 6 0,0 2-2 0,-2 3 6 0,2 2-6 15,0 3-4-15,1 1-2 0,1 2-6 0,3 3 9 0,-1 0 1 0,2 4 1 16,1 1 3-16,-1 3-4 0,2 0-2 0,1 3-3 0,2-1 12 16,6 1-11-16,2-3 3 0,3 0 6 0,4 0-12 0,2-3 16 0,5 0 4 15,3-3-1-15,4-1 1 0,3-2-3 0,4-1-1 0,5-2 1 0,4-2 1 16,2-2 6-16,3-5 3 0,2 0-7 0,3-1 4 0,5-2-1 15,2 0-10-15,4-1-2 0,0 0-8 0,-2-2 0 0,-5 0 2 0,-1-1 6 16,-4-2 0-16,0-1-6 0,-2 0 8 0,-2 0-3 0,2-1 1 0,-2 0 2 16,0 0-8-16,-2-1 2 0,-3 0-8 0,0-1-11 0,-4 0-14 15,1-1-24-15,-2-1-16 0,-1 0-30 0,-1-2-52 0,0-1-57 0,-2 0-98 16,-2-3-142-16,0-1-225 0,0-1-53 0,-3 0-59 0</inkml:trace>
  <inkml:trace contextRef="#ctx0" brushRef="#br0" timeOffset="120964.53">20543 3793 1280 0,'-3'2'320'15,"0"1"-76"-15,-1 2 8 0,0 0-5 0,1 0-6 0,3 0-34 0,-1 2-50 16,1 1-26-16,2 2-19 0,0 0 2 0,0 2-29 0,1 0-10 16,1 1-14-16,1 2-20 0,0 1 6 0,0 1-8 0,1 1-7 0,-1 1 1 15,1 0-9-15,0 0-4 0,-1 0-3 0,0 0-2 0,1-2-1 0,1 1-5 16,0-1 1-16,1-1 4 0,0-1-5 0,1-2-5 0,1-1-4 15,-2-3-4-15,2-1-5 0,0-2-1 0,-1-1 6 0,1-2 2 0,0 0 4 16,-2-2 4-16,1-1-4 0,-1 0 2 0,1-2 0 0,-2 0-4 16,0-3 5-16,-1 0-3 0,-1-4-2 0,0-3 12 0,-1-3-12 0,0-2 8 15,-1 0-4-15,0-2-1 0,-1 1 1 0,1 1 0 0,-1 1 0 0,0 1-6 16,1 2 4-16,-1 2 0 0,1 2-2 0,0 1-2 0,0 2 4 16,0 2 0-16,1 2 0 0,-1 1 0 0,1 1-4 0,0 1-2 0,0 2 0 15,1 2 4-15,0 1-6 0,0 3 8 0,1-1-6 0,0 2 1 0,0 1 4 16,-1-1 1-16,1 1-2 0,-1 0 0 0,0-2-2 0,0 1 2 15,1-1-3-15,0 0-1 0,2 0 2 0,-1-2-4 0,1 1 0 0,0-4 2 16,-1 1-9-16,1 0-3 0,-1-1-3 0,-1-1 2 0,0 0 9 0,0-1-2 16,0-2 8-16,0-2-5 0,0-1-1 0,0-1 6 0,-1-1-2 15,-1 1 6-15,0-1-2 0,0-1 2 0,-1-1 0 0,0 0-2 0,1-1 2 16,0 1 0-16,1 0 0 0,-1 2-2 0,1 1-2 0,1 0 4 16,0 2 0-16,1 2-4 0,-1 1 2 0,1 1 0 0,0 1-2 0,0 0 0 15,1 1 4-15,0 0 0 0,0 2-2 0,1 0 0 0,2 1 0 0,-2 0-2 16,2 0 2-16,0 1 2 0,0-2-2 0,1 2 0 0,-1-1-4 15,-1-1 2-15,2 0 2 0,0-2-2 0,1 0 6 0,0 0-6 0,-1-2 2 16,2-1 0-16,0-1-2 0,0-1 2 0,-1-2 0 0,-1 0 4 0,1-2-2 16,0 0-2-16,0-1 2 0,-2 0 0 0,0-1-4 0,-1 1 4 15,-1 0 1-15,-1 0-3 0,-1 0 6 0,1-2 0 0,-1 1 6 0,-2 0-5 16,1-1 11-16,-2 1-3 0,-1 0-1 0,-2 0-1 0,-1 0-3 0,-1 0-2 16,-3 1 3-16,0-1-1 0,-2 1 2 0,0 0-4 0,-3 2-1 15,-2 0-3-15,0 0-4 0,-3 1 2 0,0 0-2 0,-1 1-2 0,-3 2 8 16,1 0-8-16,1 0-2 0,-2 3-4 0,0 0-9 0,0 2-3 15,1 2-9-15,0 0-9 0,-1 3-14 0,3 1-19 0,-1 2-27 0,1-2-30 16,0 2-39-16,2 1-47 0,1-2-62 0,0 0-120 0,2-1-172 0,1 0-131 16,1-3-150-16</inkml:trace>
  <inkml:trace contextRef="#ctx0" brushRef="#br0" timeOffset="121164.34">21249 3301 2216 0,'-7'1'164'0,"1"2"38"0,-1 3 17 16,3 3-3-16,1 3-9 0,0 3-39 0,1 4-51 0,0 3-24 15,1 3-17-15,3 6-6 0,0 4-6 0,2 3-12 0,0 3-5 0,2 1-14 16,2 2-2-16,2 3-9 0,0 1-20 0,2 0-2 0,3 0-18 16,1-2-1-16,1 0 13 0,3-4-8 0,2-2 10 0,-1-2 2 0,2-2-27 15,1-2-26-15,0-4-41 0,3-1-69 0,-1-5-62 0,3-2-82 0,1-1-132 16,1-3-230-16,1 0-123 0,0-2-79 0</inkml:trace>
  <inkml:trace contextRef="#ctx0" brushRef="#br0" timeOffset="121431.34">22595 3451 1146 0,'-7'14'859'15,"-1"4"-686"-15,-2 4 35 0,2 0-7 0,2 0-7 0,3 1-23 0,1 0-41 16,1 1-37-16,0 1-33 0,1 1-10 0,0 2-10 0,1 3-4 0,0 0-7 16,3 2-20-16,1-1-7 0,1 1-4 0,2-1-4 0,0 2 8 15,1-2 0-15,-1 0-13 0,1 0-12 0,1 0-28 0,-1-2-40 0,0 3-43 16,1-2-47-16,-2-1-68 0,0-2-72 0,0-2-95 0,-2-5-122 15,0-2-5-15,-2-3-108 0</inkml:trace>
  <inkml:trace contextRef="#ctx0" brushRef="#br0" timeOffset="121814.84">22368 4101 933 0,'-10'-12'214'0,"2"0"-54"0,-3-3-2 0,5 5-3 0,3 1-7 0,1 1-20 15,3 2-30-15,1 0-26 0,3 1-3 0,1 0 11 0,2 0 15 0,1 0 5 16,3 1 3-16,2 1-12 0,2-1-12 0,1-1-9 0,3 2-1 0,1-1-7 15,1 1-1-15,2 1-5 0,0 1-13 0,-1 1-6 0,1 2-8 16,-2-1-8-16,1 2 0 0,-1-1-7 0,-3 1-5 0,1 0-2 0,-1-1 0 16,-1 1-3-16,0-1 1 0,-1 1-3 0,1-1-4 0,-2 1 7 15,2 0-7-15,-1 1 2 0,-1-1 0 0,2 1-3 0,0-1-6 0,-1 0-2 16,-2 0-10-16,1 1-10 0,-1-1-8 0,0 0-4 0,-2 1 5 0,1-2 8 16,-1 1 11-16,0-2 9 0,0 0-2 0,-1 0 8 0,0-1-1 15,0-1 2-15,0 0 1 0,0-1 4 0,-1 0-2 0,1 0-3 0,0-1 3 16,0 0-2-16,0-1 7 0,-2 0 2 0,1-1-4 0,0 0 2 0,0-1-3 15,-1 0-2-15,0 0 5 0,-1-2-2 0,2-2 11 0,-2-1 3 16,1-1 9-16,-1-1 5 0,-1 1 3 0,0-2 4 0,-3 1 3 0,0-1-1 16,-1 0 1-16,-1-1-2 0,-2 0 0 0,-2 2 3 0,-1 0 5 15,-3 1-5-15,-2 1-3 0,0 0-8 0,-5 0-14 0,-1 3-1 0,-3 1-8 16,0 1 3-16,-4 3 4 0,0 0 6 0,-2 3-4 0,-1 1-8 0,-1 2-3 16,1 1-8-16,-1 2 2 0,2 1-4 0,2 1 2 0,2 1-5 0,2 0-12 15,4 1-4-15,1 0-16 0,3-1-22 0,3 2-18 0,2 0-20 16,3-1-29-16,1 0-26 0,3 0-34 0,3-2-48 0,2 1-57 0,1-2-92 15,4 0-124-15,3-2-29 0,1 0-127 0</inkml:trace>
  <inkml:trace contextRef="#ctx0" brushRef="#br0" timeOffset="122314.86">24276 3314 803 0,'-4'0'192'0,"-1"1"-64"0,0 1 15 15,1 1 4-15,1 0 1 0,2 0-6 0,0-1-20 0,2 1-18 16,1 1-4-16,0 0-7 0,0-1-3 0,1 1-7 0,0-1-17 0,0-1-6 16,1 0 0-16,0 0-11 0,2-1-5 0,0-1-1 0,0 0-9 0,0 0 9 15,0-1 0-15,0 1-5 0,1-1 0 0,-2 1-10 0,1 1 0 16,-2 0-3-16,2 2-4 0,-1 1-3 0,-2 3-3 0,2 1-3 0,-1 3-3 15,1 1-2-15,-1 5-7 0,1 2 3 0,0 2-3 0,-1 4 2 16,1 1 1-16,1 1-5 0,-1 0 2 0,0-1-1 0,0 1-1 0,0-2 0 16,0 1 2-16,0-1-5 0,0-1 0 0,0-1-14 0,1-2-9 0,-1 0-6 15,0-2-6-15,0-4 8 0,-1-2 6 0,-1-2 4 0,1 0 9 16,-1-2 3-16,-1-1-1 0,0-2 3 0,-1-2 0 0,0 0 1 0,0-2 2 16,-1-2 2-16,1-1 1 0,0 0-1 0,0-2-2 0,0 1 4 0,0-2-3 15,0-1 1-15,-1 0 1 0,0-1-9 0,0-1-15 0,-1 1-22 16,0 0-20-16,1 0-22 0,-1 0-23 0,1 0-35 0,0 0-35 0,-2 0-56 15,1-1-48-15,0 0-33 0,0 0-3 0,0 0 34 0,0 1 58 16,0 1-36-16</inkml:trace>
  <inkml:trace contextRef="#ctx0" brushRef="#br0" timeOffset="123581.91">24234 3767 1081 0,'-8'5'247'0,"-2"-1"-43"0,0 3 16 0,2-2 15 15,3 1-3-15,1-2-24 0,1 0-40 0,2-1-41 0,1-1-15 16,1-1-8-16,1 0-5 0,2-1-3 0,2-1-15 0,1-1-12 0,2-2-15 16,2 0-7-16,1-3-5 0,1-1-5 0,3-2-6 0,1-2-9 0,1-1-1 15,1-3-6-15,2-1 0 0,0-2 5 0,0-1-10 0,1-2 3 16,0 0-11-16,1-3-2 0,0 0 0 0,-3-1-2 0,2-3 7 0,-2 1-1 16,-1-1-2-16,0 0 4 0,-2 1-3 0,-1 2-1 0,-3 0 2 0,-2 0 0 15,-3 2 2-15,-1-1-1 0,-3 4-14 0,-3-1 3 0,-2 2-3 16,-2 3 12-16,-3 0 11 0,-3 2-1 0,-2 1-2 0,-2 2-7 0,-4 3 0 15,-1 1-4-15,-2 4 4 0,0 2-6 0,-2 4 4 0,-1 4 7 16,-1 2 1-16,-1 2-5 0,1 5-3 0,-2 1-13 0,1 4-3 0,1 1 14 16,-1 4 0-16,1 2 6 0,1 3 6 0,2 3-14 0,2 4 2 0,1 2-4 15,2 4-4-15,3 5 6 0,1-1-5 0,2 1 1 0,3-3 4 16,3-1 2-16,4-4-4 0,4-2-9 0,4-3 2 0,2-4-2 0,4-3 5 16,3-4 8-16,2-2 6 0,3-2-2 0,4-4-4 0,2-1 1 0,2-3-4 15,1-2 1-15,2-3 4 0,2-2-10 0,4-2-1 0,-1-1 1 16,1-1 1-16,-3-2 5 0,-2-3 6 0,0-2-1 0,-3-4-4 0,2-4 6 15,-1-2-5-15,0-2 4 0,0-4 7 0,-3-1-11 0,-4-1 0 16,-2-2 10-16,-1 0-3 0,-3-2 6 0,1 1 1 0,-2-1-9 0,-4-1-1 16,0 1 5-16,-2 0 1 0,-2 1-4 0,-1 0-1 0,-2 2-3 0,0-2 2 15,-2 3 8-15,-1 0-7 0,0 3-5 0,-1 5 6 0,-1 3-4 16,-2 3 0-16,0 3 5 0,0 3 1 0,-1 2 0 0,0 3 1 0,0 1-5 16,-1 3 2-16,0 3 0 0,0 2-2 0,-1 2 1 0,1 4-3 0,-1 2 0 15,2 2 4-15,-1-1-6 0,1 1 6 0,1 0-2 0,0-2-6 16,3 0 5-16,-1 0-3 0,3-1 0 0,3 0 8 0,0-1-8 0,2-1 2 15,0-2-13-15,0-1-1 0,1 0 2 0,0 0 5 0,1-2 8 16,0-1-3-16,0-2 4 0,0-1-6 0,2-1 4 0,-1-2-2 0,0-1 2 16,-2-2 4-16,0-2 0 0,0-1-2 0,0-2 1 0,0-3 3 0,0 1 0 15,-1-3 2-15,-2 0-5 0,1-2-3 0,-1 0 2 0,1 0-2 16,-1-2 4-16,0 0-4 0,0 1 4 0,-1 1 0 0,-2 1-4 0,2 1 3 16,-1 2-1-16,1 1 0 0,-1 2-4 0,0 1 2 0,0 1 0 0,-1 2-2 15,1 1 2-15,-1 1-6 0,0 1 4 0,0 1-2 0,0 2 2 16,0 0 2-16,-1 1-2 0,0 0-2 0,1 2 2 0,-1-1 0 0,0 1-2 15,1 1 2-15,0-1-2 0,0 0-4 0,1-1 6 0,-1 0 2 16,2-1-6-16,-1-1 3 0,1-1-7 0,0 0-6 0,-1-1 1 0,2 0-5 16,-1-1 3-16,0-1 1 0,-1-1-1 0,2 0 1 0,-1-1 3 0,1-1-1 15,0 0 1-15,1-1 7 0,0-1-3 0,-1 1 1 0,0-2 6 16,0-1-4-16,-1 0 2 0,1 0 4 0,-1-1-4 0,1 0 4 0,-1 1 0 16,1 0 0-16,-2 1-4 0,2-1 2 0,0 3 2 0,-1-1-2 0,-1 1-2 15,1 1 0-15,0 2 0 0,-1 0 2 0,0 1 0 0,-1 1 0 16,0 1-4-16,0 1-1 0,1-1 1 0,0 3-4 0,0 1 10 0,1 1 6 15,0 0-8-15,0 0 2 0,1 1-1 0,0-2-4 0,1-1 3 16,1-1 2-16,0-1-6 0,0 0 6 0,1-2 0 0,-1-1-2 0,2-2 1 16,1 0-4-16,0-1 3 0,0-2 2 78,-2-1 3-47,2-1 5-15,-2-1-3-16,1-1-7 15,-1-2 0-15,-2 0 2 0,2-2 2 32,-1 1 2-32,1 0-4 0,-3-1 0 15,0-1 2-15,0-1-3 0,-2 1 5 0,1-1 2 0,-1 0 1 16,0 0 3-16,-2-1 7 0,-1 0 2 0,-2-1-3 15,-1 0-1-15,-3 1 1 0,-2 1 1 0,-2-1 1 0,-2 0 1 0,0 1-1 16,-3 2-10-16,-2-1-4 0,-1 2-3 0,-2 1-3 0,1 2 0 0,-2 3-1 0,-1 3-1 16,1 2 2-16,-3 4-2 15,0 2 0-15,-1 3-2 0,0 1-2 0,-2 2-8 0,2 1-6 16,-1-1-21-16,1 3-13 0,-1 0-21 0,2-1-24 16,1-1-22-16,2 0-35 0,3-1-43 15,2-2-59-15,4-2-99 0,3-2-166 0,4-3-168 0,3-4 28 0,4-3 87 16</inkml:trace>
  <inkml:trace contextRef="#ctx0" brushRef="#br0" timeOffset="123754.63">25965 2752 2608 0,'-1'-15'142'0,"0"1"24"0,0 2 0 0,1 6-6 0,0 7-34 16,1 3-37-16,-1 3-24 0,1 5-17 0,-1 4 1 0,0 5 0 0,0 4-3 0,0 8-8 0,1 3-7 0,1 4-4 0,0 4-8 0,2 1-2 0,1 4-9 0,3 3 0 0,1 3-16 0,1 1 6 0,2-2 2 0,2-2-4 0,2-4 14 0,1-4-18 0,-2-2-15 0,1-5-6 0,1-4-6 0,2-2-8 15,-1-5-9-15,4-4-47 0,0-2-73 0,4-2-94 0,3-2-140 0,2-1-206 0,4-1-222 0,-1-2-119 0</inkml:trace>
  <inkml:trace contextRef="#ctx0" brushRef="#br0" timeOffset="123846.29">27227 2983 1230 0,'-5'7'525'0,"-1"0"-373"0,0 3 46 0,0 0 19 0,1-1-1 0,1 3-32 16,1 3-34-16,1 0-28 0,0 2-22 0,1 2-12 0,0 1-5 0,1 1-18 16,0 3-14-16,1 1-4 0,2 3-14 0,0 3 6 0,2 2-11 0,0 2-10 15,2 2-8-15,2 2-3 0,1 4 0 0,1 0-7 16,3 0 4-16,2 0-6 0,1-2-1 0,-2-2 3 0,1 0-2 0,-2-4-4 0,-1-2 2 16,-2-2-25-16,1-3-5 0,-1-3-12 0,0-3-18 0,0-2 3 0,-1-1-22 15,-1-2-8-15,0-1-12 0,-1-3-45 0,0-1-23 0,-1-1 28 16,-1-1 8-16,-1-3 11 0,-2-2-34 0,0-3-111 0,-1-2-104 0,-1-1-62 15,-2-1 11-15,0-3 121 0,-3-1-19 0</inkml:trace>
  <inkml:trace contextRef="#ctx0" brushRef="#br0" timeOffset="125232.75">27191 3027 1468 0,'12'-12'401'0,"1"-1"-279"0,3-4 28 0,0 0 9 0,-1 3-1 0,3-2-21 16,0 1-21-16,4 1-29 0,0 1-19 0,-2-1-14 0,2 1-4 16,-1 1-8-16,-2 1-5 0,1 3-9 0,-1 2-11 0,-2 1 1 0,1 2-8 15,-1 2-3-15,1 2-1 0,-2 1-5 0,-1 3 1 0,1 2 0 0,-2 0 1 16,-3 4 1-16,0 1-2 0,-2 1-4 0,-1 0 0 0,-2 1-3 16,-1 1 1-16,-3 0-3 0,-2 2-1 0,-1-2 1 0,-3 1-6 0,-1 0 5 15,-2 1-3-15,-3-1-4 0,-1 1 1 0,-3 1-2 0,-3 0-1 0,-2 2 9 16,-3 0-1-16,1 0 4 0,-2-1-7 0,0 0 2 0,0 0-2 15,0-2 8-15,3 0 3 0,-1 0-8 0,0-4-1 0,2 1-12 0,0-3-2 16,1 0-6-16,2-2-7 0,2-2-7 0,2-1-7 0,4-2-9 0,3-1-19 16,4-1-12-16,1-1-7 0,4-2-2 0,3-1 1 0,3-2-16 15,4 0-24-15,2-2-24 0,4-1-28 0,2-1-17 0,0 0-19 0,3-1-5 16,1 1 16-16,3-1 34 0,1 1 45 0,2-1 48 0,-1 2 41 16,1 0 30-16,-1 0 20 0,1 0 19 0,-2-1 19 0,1 1 24 0,-2 1 28 15,1-1 19-15,-3 3 13 0,0 0 13 0,0 2 14 0,-5 0 9 0,2 0 2 16,-2 1-8-16,0-1-17 0,-2 2-19 0,-3 1-11 0,-2 0-16 15,-1 1-11-15,-1-1-5 0,-1 1-3 0,-3 1-11 0,0 1-4 0,-2 0-9 16,-2 0-13-16,-1 0-2 0,-3 1-1 0,-1 0-3 0,-1 0 1 16,-1 0-2-16,-2-1-2 0,-1 0-2 0,-2 0 0 0,-1-1-9 0,-1-1 1 15,-2 0-1-15,-2-1-7 0,-1-2 8 0,-1 0 1 0,-1-2 0 0,-1-1 5 16,0-2 6-16,2-2 6 0,2-1 16 0,1-1 4 0,1-2 15 0,1 0-2 16,1-3-7-16,3-2 1 0,0-2-14 0,3-2-3 0,1-1-7 15,2 1-7-15,3-1-4 0,1 0-10 0,2 3-4 0,2-1-1 0,2 1-5 16,1 2-5-16,3 0 3 0,0 1-2 0,1 2 0 0,2 3 1 15,0 0-5-15,-2 2 2 0,-3 2 2 0,2 1-4 0,-2 3 2 0,1 1-1 16,-1 2-3-16,-2 2 4 0,2 2-4 0,-2 2 1 0,-1 1 1 0,0 0-3 16,0 0 1-16,-1-1 2 0,1 1-5 0,-1-3-6 0,1 2-3 15,-2 0-18-15,1-1-10 0,-1 0-11 0,0-1-13 0,0 1-6 0,1-1-5 16,0 0-2-16,0-1 0 0,1-1 6 0,0 0 2 0,-2 0 5 16,1-1 3-16,0 0 10 0,0-1 11 0,1 0 12 0,-1 0 23 0,0-1 9 15,1 0 3-15,0-1 10 0,-1 0-9 0,1 0 4 0,1 0 1 0,-1-1 5 16,2 0 1-16,-1 1 7 0,0 1 2 0,0 0 4 0,0 0 5 15,0 0 0-15,1 1 1 0,0 0 1 0,0 0-6 0,1 0-5 0,0 0-4 16,0 0-6-16,0 0 7 0,-1 0-3 0,1 0 2 0,1-1 0 0,-1 0 0 16,0-1 3-16,-1 0 0 0,2-1 3 0,-1-1 6 0,-1 0 3 15,2-1 6-15,-3-1 0 0,1 0-1 0,-2-2 4 0,-1 0-2 0,-1-1-2 16,-1 0 1-16,-1-1-5 0,-2 0 1 0,-1 2-4 0,-2-1-4 16,-2 1 2-16,-1 0-7 0,-1-1-6 0,-2 0 0 0,-2-1-5 0,-2 2-2 15,-3-1 2-15,-1 1-2 0,-3-1-5 0,0 1-2 0,-1 1-3 0,0 0 1 16,-1 1 0-16,-1 3 0 0,1 0-2 0,-1 1-4 0,-1 2 2 15,1 0-5-15,0 3 1 0,1 0-1 0,2 1 0 0,-1 3-10 0,1 1-16 16,2 2-22-16,2 0-16 0,1 2-11 0,2 0-17 0,1 2-10 0,2-1-19 16,2 0-28-16,2 0-31 0,2-1-32 0,2 1-72 0,3-1-121 15,2-2-85-15,4 0 22 0,2-1-68 0</inkml:trace>
  <inkml:trace contextRef="#ctx0" brushRef="#br0" timeOffset="125648.17">28867 2826 879 0,'-7'4'237'0,"1"2"-5"15,-2 0-21-15,3 1-31 0,3-1-23 0,1 1-27 0,2 1-23 0,1 0-19 16,2 2-12-16,1 0-4 0,1 0-8 0,1 2 9 0,1 1-13 0,0 1-4 16,2 0-11-16,2 2-21 0,1 0-4 0,0 0-4 0,-1 0-1 15,2 1-4-15,-2 2 1 0,0 0-2 0,1-1-7 0,-3 2 2 0,3-1 1 16,-2-1 3-16,-1 1-6 0,0-1 5 0,-2-2 0 0,-2 0 7 0,-1 0 15 15,-1 1-4-15,0-2 2 0,-2 0-4 0,-1 0-4 0,-2-1 6 16,-1-2-2-16,0 1 0 0,-2 0-3 0,-2-1-4 0,0 0-3 0,-3-1-9 16,-1-2 4-16,-3 0-4 0,-1-2-9 0,0 0-8 0,-1-2-10 15,-1-1-11-15,0-2-3 0,1-3-10 0,0-1-12 0,0-4-17 0,1-2-24 16,2-1-34-16,0-4-21 0,1 0-26 0,0-4-27 0,1-3-23 0,0 0-60 16,3-3-53-16,0-1-20 0,2-1 47 0,0-1 88 0,2 0-19 15</inkml:trace>
  <inkml:trace contextRef="#ctx0" brushRef="#br0" timeOffset="125800.56">28872 2580 506 0,'2'-8'223'16,"0"0"-66"-16,2 0 54 0,-1 4 16 0,-2 3-26 0,0 1-45 0,0 2-35 15,0 1-25-15,0 0-23 0,0 2-19 0,0 0-19 0,-2 0-18 16,2 1-9-16,-1 0-7 0,1 1-2 0,1-1 3 0,0 2-2 0,0 1-7 16,1 0-8-16,-1 1-14 0,0 0-25 0,1 1-22 0,-1 1-30 15,1 1-32-15,0 0-32 0,0 1-42 0,0 0-32 0,0 1-7 0,0 0 6 16,0 0 58-16,0-2-105 0</inkml:trace>
  <inkml:trace contextRef="#ctx0" brushRef="#br0" timeOffset="126364.49">28979 2975 614 0,'3'4'321'15,"0"0"-75"-15,1 1 24 0,0-1-34 0,1-2-34 0,1-1-29 0,2 0-32 16,2-2-16-16,1 0-10 0,0-2-16 0,1 0-8 0,0-1-12 0,1 0-10 16,2-1-8-16,0-2-7 0,-1 0-5 0,2 0-10 0,0-2-3 15,1 0-7-15,-2-1-4 0,0 0-5 0,-1-2-6 0,0-1 0 0,-2 0-3 16,2-2-4-16,-3 0 2 0,1 2-8 0,-2-2 3 0,-2 0 1 0,-1 0-5 15,0 2-2-15,-1-1 2 0,0 0 0 0,-2 0 0 0,-3 0 0 16,-1 1-8-16,-2-1-6 0,-2 3-2 0,-1 0 2 0,-2 2 2 0,0 2 6 16,-1 1 3-16,0 1 0 0,-1 2 4 0,-1 2-1 0,0 1 2 0,-1 2 0 15,1 1-4-15,-1 3 2 0,0 1 5 0,0 2-3 0,1 2 1 16,1 1-4-16,1 3-3 0,0 0 2 0,1 3-1 0,0-1 3 0,3 1-5 16,1-2 0-16,2 1-2 0,3 0 0 0,1-1 0 0,3 1 2 15,1-1-4-15,1-2-1 0,0-1 1 0,2-1-1 0,1-1 0 0,0-1-2 16,1-1-2-16,0-2-12 0,0-1-11 0,1-2-18 0,-1-1-15 15,1-2-17-15,0 0-20 0,-1-2-16 0,2-1-7 0,1-2-7 0,-1-2-9 16,-1 0-14-16,0-2-6 0,1 0 7 0,0 0 16 0,0-2 35 0,1 0 31 16,-2-1 31-16,2-2 27 0,-1-1 13 0,0 0 6 0,1 3 0 0,1-1-2 15,-1 2-3-15,-1 1-4 0,-1 2-6 0,-1 3-2 0,0 2 1 16,-1 3 5-16,-2 1 4 0,-1 1 6 0,-1 2 7 0,-2 1 6 0,0 0 7 16,-1 0 5-16,0 1 6 0,-1 0 4 0,0-1 4 0,-1 1 2 15,0 1 1-15,0-1-2 0,1-1 1 0,0 0 0 0,-1-1 3 0,0-1 7 16,0-1 7-16,1-1 9 0,-1-1 12 0,1 0 6 0,-1-2 7 15,0 0-2-15,1-1-2 0,-1 0-6 0,0-2-9 0,-1 0-6 0,-1 0-11 16,0-1-8-16,-2 0-4 0,0 0 1 0,-2 1-2 0,-1-1 4 0,0 0 4 16,-1 1-7-16,-1 1 3 0,-2 1-5 0,-2 0-8 0,0 1 0 0,-1 2-6 15,-1 1-7-15,-2 0 5 0,0 4 6 0,-2 1 8 0,2 2 9 16,-3 3 4-16,-1 1-7 0,3 1-5 0,0 0 1 0,0 3-4 0,1 1-9 16,1 0-6-16,4 2-9 0,0-1-8 0,3 0 2 0,1 2-1 15,2-1-1-15,3 0-5 0,0 0-2 0,3 0 2 0,2-2 0 0,1 0 2 16,2-2-15-16,1-1-3 0,3-2 4 0,0 0-3 0,1-1 17 15,2-1-2-15,1-3-9 0,0 0 2 0,3-2-11 0,1-2 2 0,-1-1-5 16,3-2-6-16,0-2 1 0,-1-2-11 0,2-2-10 0,-1-2-20 0,-1-2-18 16,0-3-22-16,2-1-29 0,0-1-20 0,2-1-40 0,2-3-56 0,-2-3-57 15,1 0-81-15,-1-2-21 0,0-3 43 0,1 0 82 0,0-3 16 16</inkml:trace>
  <inkml:trace contextRef="#ctx0" brushRef="#br0" timeOffset="126565.2">30365 2435 276 0,'9'-24'224'0,"1"-3"6"0,2-4 46 0,-4 5 17 0,0 7-10 0,-1 1-27 15,-3 5-25-15,-2 2-32 0,0 1-23 0,-1 3-20 0,0 1-29 16,-1 2-15-16,-2 2-30 0,0 1-19 0,0 2-22 0,-1 2-17 0,0 2-1 16,-1 2-2-16,0 2 1 0,0 1 3 0,0 3-2 0,-1 1 3 0,0 3-1 15,0 4 0-15,0 0-6 0,-1 4 1 0,0 3-6 0,1 2 1 16,-2 3-3-16,1 3 3 0,0 0-15 0,1 2-13 0,1-1 2 0,1 1-1 16,1 2 10-16,1-1 5 0,2 1-3 0,2 0-1 0,1-2-1 0,-2 1 0 15,3-3 0-15,0-3 2 0,-1-1 0 0,0-2-14 0,-1 0-27 16,-1-1-33-16,-1-1-53 0,1-1-53 0,0-5-86 0,0-2-119 0,2-2-195 15,-4-3-84-15,1-1-79 0</inkml:trace>
  <inkml:trace contextRef="#ctx0" brushRef="#br0" timeOffset="126698.84">30251 3037 799 0,'-11'-12'696'0,"0"0"-452"0,0-3 18 0,5 1-54 0,3 4-30 16,3 2-43-16,2 2-38 0,3 0-33 0,1 2-23 0,2 0-13 0,3 1-14 15,1 0-1-15,4 0-11 0,2-1-2 0,5-1-5 0,3-1-13 16,1-1-18-16,3-1-35 0,3-1-41 0,3-1-29 0,2-3-39 0,1-1-31 15,2 0-56-15,-1-2-65 0,4-2-48 0,2-1-5 0,4-1-55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2:15:40.8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12904 8297 774 0,'-41'3'30'0,"-3"3"-13"0,-11 6-7 0,6 4-4 0,7 3-5 0,0 3-2 16,1 2-7-16,-2 2-18 0,1 3-24 0,0 2-15 0,-3 3-13 0,2 3 0 15,-1 1 11-15,1 2 4 0,0 0 8 0,1 1 9 0,0 3 8 16,2-1 5-16,1 1 7 0,1 2 8 0,2 1 6 0,1 0 6 0,0 2 7 16,2 1 1-16,-2 2 2 0,2 0 7 0,0 2 16 0,1-2 15 15,1 1 14-15,2-1 6 0,0 1-1 0,4 0-6 0,-1 0-3 0,4 1-6 16,-1-2-7-16,3 0-1 0,3-2-5 0,3 0-3 0,3-3-3 0,4-1-3 15,2-2 0-15,4 0 2 0,3 0-3 0,2-2-1 0,3 0 8 0,4-1 4 16,3 2 4-16,1-1 4 0,4 1-8 0,0 2-7 0,1 1 0 16,3 1-9-16,2 0-1 0,3 1-5 0,4-2-5 0,2 2-1 0,3-1-10 15,4 0 4-15,3 1 4 0,3-1-3 0,5-1 3 0,2 0-2 16,3 1-3-16,4-1 4 0,1-2 3 0,2-1-6 0,2 0 4 0,2-5-5 16,3 1 2-16,3-3 0 0,2-1-5 0,4-1 2 0,2-4-6 0,2-1 8 15,3-2 1-15,3 0 4 0,2-1 10 0,4-2-5 0,4 1 5 16,1-4 7-16,5 0 1 0,2-3 0 0,2-3-1 0,4 0 0 0,2-1-1 15,2-1 8-15,1-1 2 0,1-3 3 0,2 1 2 0,3-2 2 16,1 0 5-16,2-1 0 0,2-1-4 0,0-1-5 0,2-2-8 0,2 0-3 16,1-1-2-16,3-1-1 0,2-1-5 0,1-1 3 0,0-1-6 0,1-1-4 15,1 0-3-15,1-1-4 0,3-2-1 0,0 1 0 0,3-1 2 16,-1 0-1-16,0 0 0 0,2-1 1 0,-2 0-4 0,1 1 1 0,-2-2 4 16,0-1-3-16,0 0 1 0,0-2-4 0,1 0 1 0,-1 0 2 0,1 0 2 15,-3-2-2-15,0-1 2 0,1-1 0 0,0-2-3 0,1-2-2 16,-2-1 1-16,-1-2-2 0,-2-2-4 0,0 0 9 0,-2-1-1 0,-2-3 0 15,-3 0 11-15,-1-4-10 0,-3-2 7 0,0-2 0 0,-3-2 0 0,-2 0 5 16,-1-4 0-16,-4-2 3 0,-2-2 3 0,-3-3 2 0,-1 1 3 16,-4-1-3-16,-4-1 13 0,-3-1 4 0,-1-2 3 15,-6-2 17-15,-1 0-4 0,-3-1 9 0,-4-1-4 0,-5-1-3 0,-2-1-7 0,-7 1-10 16,-2 1-2-16,-5 0-17 0,-3 0 4 0,-3-1-8 0,-5-1-4 0,-4 0 1 16,-3 1-8-16,-4-2-3 0,-6 0-1 0,-3-2 6 0,-4 0-1 0,-4-1-12 15,-5-2 7-15,-5-2 1 0,-3-1-1 0,-4-1 14 0,-3-1-14 16,-6-3 3-16,-4-2-9 0,-5-1-3 0,-5 0-3 0,-3-2-2 0,-5-3 5 15,-5 0 3-15,-6-2 7 0,-4-2-4 0,-6 1 2 0,-6-3-11 0,-6 0 3 16,-7 0 2-16,-6 0 1 0,-4 0 11 0,-5-1-7 0,-3 2 1 16,-4-1-13-16,-6 1 8 0,-5 1 7 0,-5 1-1 0,-7 0 14 0,-1 2-6 15,-3 2-4-15,-3 2 1 0,-3 2-9 0,-5 3 3 0,-5 1 2 16,-3 1-1-16,-3 3 12 0,-3 1-8 0,-1 0 1 0,-6 5-3 0,-4 1-3 16,-3 1 2-16,-6 7-16 0,-4 4-2 0,-3 3 5 0,-3 4-2 0,-3 3 13 15,-3 5 6-15,-5 3-6 0,0 4 0 0,-4 3-1 0,-2 4-4 16,-2 5 2-16,-3 4 0 0,-2 3-2 0,-2 2 11 0,-2 3-4 0,-2 4 3 15,-2 4 2-15,-4 4-7 0,-2 4-1 0,-2 1-1 0,2 5-4 0,-3 3 1 16,1 3 2-16,-1 4 0 0,-3 2-2 0,0 4-7 0,1 2 8 16,1 3 3-16,3 1-1 0,3 1 5 0,4 3-7 0,1 2-6 0,3 3 6 15,4 4 4-15,2 0-5 0,3 4 5 0,4 1-8 0,2 4-3 16,2 5 16-16,2 2-8 0,3 2 8 0,4 4-1 0,4 2-7 0,5 2 2 16,4 3-6-16,5 1-5 0,3 4 7 0,7 2 1 0,1 7-9 0,3 2 4 15,5 6-31-15,2 5-78 0,3 2-53 0,5 5-73 0,3 5-66 16,5 6-58-16,4 4-225 0,4 4 98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2:15:51.9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3479 6318 41 0,'2'-3'27'0,"2"0"-7"16,2-2 1-16,1 0 5 0,0 1-4 0,-1 0-4 0,1 0-8 15,2 1-3-15,1-1 0 0,1 1-4 0,0-1 2 0,-1 1-4 0,2-1 1 16,1 1-1-16,0 0-2 0,1-1 3 0,-1 2-1 0,0-1 0 0,0-1 2 16,0 2-2-16,0-1 2 0,-2 1 7 0,2 1 3 0,-1-1 7 15,-1 0 3-15,2 1 1 0,-2 0 5 0,2 1 1 0,0-1 1 0,0 2 0 16,2-1-6-16,-2 1-3 0,3 1-2 0,1 0-3 0,-2 1 1 15,1 1-2-15,0 1-2 0,2 0-2 0,0 0-1 0,1 0 1 0,2 0 0 16,-1-1 5-16,2 1-5 0,0-1 3 0,-2 0-2 0,2-1 0 0,-1 0 0 16,0 0 2-16,2-1-3 0,0 0-1 0,0 0 1 0,2 1-6 15,-1-1 1-15,1 0 2 0,0 0-6 0,0-1 0 0,0 1 0 0,0-1-2 16,1 0 3-16,-1 0 1 0,2 0 1 0,1-1-1 0,-1 2 0 0,1-1 0 16,-1 1 0-16,2 0 0 0,0-1 0 0,2 1 2 0,-2 0-3 15,2-1 4-15,-2 0-5 0,3 0 8 0,0 1-1 0,2-2-5 0,-1 0 4 16,1-1-10-16,-1 1 5 0,2-1 2 0,-1 1-4 0,3-1 9 15,0 0 1-15,-1-1 7 0,1 1 3 0,0-1-2 0,1 1 6 0,4-1-8 16,-2 0 2-16,0 1 3 0,-1 1-3 0,1 0 1 0,0 0-1 16,2 0-6-16,0 0 3 0,1 0-5 0,0 0-4 0,0 1 3 0,0 0-4 15,0 0 0-15,3 0 0 0,-1 0-6 0,1 0 0 0,-1 1 0 0,0-2-1 16,-1 2 4-16,1-1-4 0,2 1 2 0,-1 0-2 0,1 0 0 0,-1 0 2 16,1 0-2-16,1 1 3 0,-1 0 5 0,3-1-5 0,0 1 7 15,0-1 0-15,2 1-3 0,-3 0 5 0,1-1-2 0,1 1 2 0,0 0 1 16,0-1-7-16,2 1 5 0,-1 0-7 0,0-2 2 0,0 1 3 0,1 0-4 15,-1 0 1-15,0 0-2 0,-1 0 0 0,-1-1 1 0,1 0 0 16,0 0 5-16,0-2-1 0,0 1-3 0,1-2 0 0,0 0-4 0,2-1 1 16,0-1 1-16,0 1-1 0,0-1-1 0,1-1 3 0,-1 0-2 15,1-1 6-15,2 1-3 0,-1-1-2 0,1 1 5 0,-1 1-1 0,1 0 0 16,1 1 8-16,-1 0 3 0,-1 1-4 0,1 0 4 0,-2 0-8 0,1 1 0 16,0 0 2-16,-1 1-5 0,2 1 1 0,-2 0-3 0,-1 1-2 15,2 0-3-15,-3 1 1 0,0-1-4 0,1 1 1 0,-2 1 4 0,1 0 0 16,0 0 1-16,-1 1 2 0,0-1 1 0,1 1-1 0,-2-1 3 0,1-1-3 15,1 1-1-15,-2 0-1 0,-1 0-1 0,-1-2 0 0,-1 1 1 16,0 0 4-16,1-1 3 0,-2 0 1 0,0-1 1 0,-2 1-2 0,2-1-2 16,-3 0-2-16,-1 0-1 0,0-1 0 0,0 1-1 0,-1-1 0 0,0 0 2 15,-2 0-3-15,-3-1 5 0,1 0-1 0,-3 1-2 0,1-1 2 16,-1 1-5-16,-2 0 1 0,1 0 3 0,-3 0-3 0,0-1 2 0,-2 1 2 16,1-1-2-16,-3 1 7 0,1-1-4 0,-3 0 3 0,0 0-1 15,1 0-3-15,-2 0 3 0,0 0-3 0,-1 0 1 0,-1 1-1 0,-1-1-4 16,-2 1 0-16,1-2-3 0,-1 1 1 0,-2-1 2 0,1 1 0 0,0-1-1 15,-1 0 1-15,-1 0-5 0,-1 0 1 0,-1-1 1 0,0-1 2 16,-2 1-2-16,0-1 3 0,0 1-1 0,-1 0-2 0,-1-1 4 0,0 0-4 16,-2 0 2-16,1 0 2 0,-1 0 2 0,0 0-3 0,0-1-2 0,0-1-2 15,0-1 0-15,0-1 3 0,0-2 1 0,-1 0-7 0,1-1 0 16,-2-1-5-16,1-1 0 0,1-2 1 0,-1 0-2 0,0-2-2 0,0 0 6 16,1-2-2-16,-1-2 7 0,1 2 3 0,-2-4-6 0,0 0 4 15,0-1-1-15,-1-2 2 0,0 0 2 0,-2-2-2 0,0 2 1 0,1 1 0 16,-1-1-6-16,1 1 2 0,-1-1-2 0,0 1 3 0,0-1-7 0,-1 2 0 15,1-1-1-15,-1 0 4 0,0 1 5 0,0-1 2 0,-1 1-1 16,0 0-8-16,0 0-1 0,0 0-1 0,-1 0-3 0,-1 0 4 0,0 0 2 16,0-1-2-16,-2 1 2 0,-1-2-2 0,0-1 0 0,-1-2 2 15,-1 1 0-15,0-2-3 0,-1 2 1 0,-2 1-2 0,-2-3 3 0,-3 1 2 16,-2-1 2-16,0 0-5 0,-3 0 6 0,-1 1 1 0,-1-1-3 0,-3 1 4 16,-3-2-6-16,-1 1 4 0,-3 0-2 0,-2 1 2 0,-3-1-1 15,-3 2 0-15,-1-2 3 0,-3 0 3 0,-3-1 0 0,-3 0 3 0,-1 0-5 16,-4 3 1-16,-2 1 0 0,0 0 1 0,-5 1 4 0,-1-1-3 15,-3 2-4-15,-3 0-2 0,-3 2-4 0,-3 0 6 0,-2 1 4 0,-2 2 1 16,-3-1 3-16,-3 1-6 0,-1 1-2 0,-4 1 3 0,-1 0-3 0,-3 2 3 16,-1 0 2-16,-2 1-2 0,-1 0 0 0,-1 1 0 0,-4 2 0 15,0-1-1-15,-1 1 1 0,-2 1-7 0,-1 0 2 0,0 4-2 0,-3 0-1 16,-3 3 7-16,-1 1-2 0,-3 3-5 0,-1 1 1 0,-2 1-4 0,0 2 2 16,0 1 6-16,-2 0-2 0,1 3 0 0,-1 1 1 0,1 1-3 15,-1 2 4-15,1 0-3 0,0 1-2 0,2 2 2 0,0 1-2 0,0 2 4 16,0 0 2-16,-2 1-2 0,3 2 0 0,-2 0 1 0,2 1-1 15,0 0-5-15,0-1 9 0,4 1 2 0,2 1 1 0,3-1 6 0,3 3-8 16,4 0-4-16,1 3 11 0,2-1 2 0,3 2-2 0,0 2 0 0,4 0-12 16,1 2 0-16,3 2 0 0,2 2 3 0,-1 0-4 0,3 1-6 15,1 1 4-15,0 2-4 0,0 0 2 0,0 0-5 0,2 2-9 0,2-2 8 16,1 0 1-16,5 2 2 0,2-2 5 0,4 1-17 0,2 2-32 0,4-2-65 16,2 2-58-16,3-1-57 0,3 3-37 0,1 1 1 0,3 2-256 15</inkml:trace>
  <inkml:trace contextRef="#ctx0" brushRef="#br0" timeOffset="15334.47">4975 6830 1 0,'-26'-2'6'0,"2"-2"251"0,-5-1 366 0,9-1-433 0,0 1-178 0,6 2-5 0,0 0-5 0,2 0 1 0,1 0 1 0,0-1-1 16,0 0 2-16,0-1-3 0,-1 2-2 0,1 0-1 0,1 1-1 0,-1 0-2 16,2 1 3-16,-1 0-1 0,1 1 0 0,0 0-1 0,-1 1 2 15,0-1-1-15,0-1 2 0,0 0 0 0,0 0 0 0,0-1 0 0,-1 0 0 16,2 0 2-16,0-1-1 0,0-1 0 0,1 0 3 0,0-1-1 16,1 0-2-16,2-1 2 0,-1-1-2 0,4 0-1 0,0 0 3 0,2-1 3 15,2-1-4-15,1-2 2 0,2 0 1 0,3-3-4 0,2 0 1 0,2-1 1 16,1-1 0-16,2-1-3 0,1 0 1 0,2-1 4 0,0 2 1 15,1-2 2-15,3 0 4 0,-1 0 0 0,3 0 4 0,2 2 5 0,0 0 3 16,2 2-2-16,1 0-2 0,1 0-9 0,1 2-2 0,1 1-6 0,-1 2 3 16,5 1 5-16,-2 2-2 0,0-1-1 0,4 1-7 0,0 0 1 15,2 0-2-15,1 1 1 0,1-1-1 0,-1 3-1 0,2-2 0 0,-1 1 0 16,2 2 0-16,0-1-3 0,0 2-1 0,-1 1 0 0,1 0-3 0,-1 0 7 16,0 1 4-16,0 1-3 0,0 1 3 0,-1 2-4 0,-2 0-2 15,1 3 0-15,-4 2 2 0,0 1-6 0,0 1 0 0,-1 3 4 0,0 1-1 16,-3 3 9-16,2 3 0 0,-2 0 0 0,-3 2 2 0,0 2 0 15,-2 2 2-15,-2 1 2 0,-1 0 0 0,-4 2 4 0,-2 0 4 0,-2 1 5 16,-2 0 8-16,-3-1 0 0,-1-1 3 0,-4 1 1 16,-2-1-4-16,-5 1-1 0,-3 2-3 0,-3-1-3 0,-4 0-4 0,-3-1 1 0,-2 2 2 15,-4-3-3-15,-1 4 3 0,-4-3-5 0,-4 1-5 0,-1-1 1 0,-4-1-2 16,0 1-1-16,-4-1 0 0,-1-1 5 0,-2-2 0 0,-2-3 1 16,1 0 4-16,2-4 11 0,-2-2 8 0,2-2 8 0,1-4 5 0,-3-1-9 15,3-2-2-15,1-2-9 0,1-3-2 0,1 0 1 0,-2-2-7 0,1-2-2 16,0-1-4-16,0-1-8 0,1-1 5 0,0-1-5 0,1-1-7 15,1-2 2-15,3 0-2 0,-1-1-1 0,2 0 0 0,0-1-4 0,1-1-5 16,0-1-3-16,2-1-6 0,0-2-9 0,2-2-24 0,2 0-34 0,0-1-26 16,-1-2-29-16,1 0-30 0,1-1-38 0,1-2-62 0,1 0-83 15,0-1-72-15,-2-3-81 0</inkml:trace>
  <inkml:trace contextRef="#ctx0" brushRef="#br0" timeOffset="36802.96">21604 7450 605 0,'15'-1'110'0,"4"-1"-84"0,6 2-28 16,-2 0-6-16,-1 1-3 0,2 1-3 0,-1-2 2 0,2 0-1 0,0 0 0 16,3-2 1-16,0 0-6 0,0-1-3 0,0 1-4 0,-1 1 3 15,1 0 7-15,-1 1 7 0,1 1 8 0,0-1 3 0,1 1 2 0,-2 1 2 16,2-1 1-16,-1 0 2 0,-2 1-1 0,3 0 2 0,0 0 0 0,3 0 1 16,0 0 1-16,1-1-2 0,-2 0-2 0,2-1-4 0,2-1 2 0,0 0-3 15,2 0 0-15,-1-1 1 0,1-1-4 0,1 1 2 0,-1 0-1 16,2-1 4-16,-1 1 0 0,0 0 1 0,1 0 2 0,-1 0 3 0,2 1-1 15,0 0 5-15,-2 0 2 0,1 1 1 0,-1-1 1 0,0 1 0 16,1 0-2-16,0 2-3 0,-1-1-2 0,2 1 2 0,-1-1-4 0,1 1 2 16,1 0-6-16,-3 0 0 0,3 0 0 0,0 0-1 0,0-1 1 0,1 1-6 15,1 0 2-15,-1 0-2 0,0 0 1 0,3 0 1 0,0-2-8 16,0 1 0-16,1-2 2 0,2 0 1 0,-1 1 6 0,1-1 0 0,0 0-1 16,3 0 1-16,0 0 1 0,-1-1 1 0,0 0-1 0,-2 1 0 15,1-1-1-15,2 1-3 0,0 1 1 0,0 0 1 0,1 0 2 0,0-1 2 16,0 1-1-16,1 1 3 0,1-1 1 0,0 2 0 0,1-1 4 0,-2 0-3 15,3-1 4-15,-1 1-1 0,2 0 0 0,0 0-1 0,0 1-2 16,1-2 2-16,1 1-2 0,1-1-1 0,0 1-1 0,1 0-2 0,0-1 1 16,0 1-3-16,0 0 2 0,1-1-2 0,1 1-4 0,-2-1 1 0,3-1-3 15,-1 1 2-15,1 0 3 0,2-1 0 0,-1 1-2 0,0 0-2 16,1-1-1-16,1 0 1 0,1 0 1 0,0 0 4 0,0 0-1 0,2 0-2 16,0 1 0-16,0 0-2 0,-1 0 0 0,1 0 4 0,0 0-1 0,-1 1 0 15,1-1-1-15,2 1-3 0,-1 1 4 0,1-1-5 0,1 0 0 16,-1-1 4-16,2 1-6 0,2-1 1 0,1 0 3 0,0-1-6 0,2 1 4 15,-1-2-3-15,2 1-8 0,-1 1-9 0,1-1-11 0,3 0-39 16,-2 0-120-16,2-1-137 0,1-1-131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2:17:06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1 168 448 0 0,'17'-4'136'0'0,"2"-1"1"0"0,-1 2-1 0 0,0 1 0 0 0,1 0 1 0 0,-1 1-1 0 0,22 2 0 0 0,109 21-142 0 0,-138-20 22 0 0,414 55 516 0 0,-12-12 1629 0 0,-411-45-2159 0 0,-1 1-1 0 0,1-1 1 0 0,0 0 0 0 0,-1 1 0 0 0,1-1-1 0 0,0 1 1 0 0,-1 0 0 0 0,1-1 0 0 0,-1 1-1 0 0,1 0 1 0 0,-1 0 0 0 0,0 0 0 0 0,1 0-1 0 0,-1 0 1 0 0,0 0 0 0 0,1 1 0 0 0,-1-1 0 0 0,1 2-1 0 0,-1-2 2 0 0,0 1 0 0 0,0-1 0 0 0,0 0 0 0 0,0 0 0 0 0,1 0 0 0 0,-1 0 0 0 0,0 0 0 0 0,1 0 0 0 0,-1 0 0 0 0,0 0 0 0 0,1 0 0 0 0,-1-1 0 0 0,1 1 0 0 0,0 0 0 0 0,-1-1 1 0 0,1 0-1 0 0,-1 1 0 0 0,4-1 0 0 0,221 11 144 0 0,-197-12-160 0 0,1-1 1 0 0,-1-2-1 0 0,0-1 1 0 0,0-1-1 0 0,45-17 1 0 0,115-57 398 0 0,-91 34 298 0 0,-63 27-195 0 0,57-20 0 0 0,-53 26-455 0 0,0 1 0 0 0,0 3 1 0 0,1 0-1 0 0,1 3 0 0 0,-1 1 0 0 0,1 2 0 0 0,42 3 0 0 0,-77 0-37 0 0,0 1-1 0 0,-1-1 0 0 0,1 0 0 0 0,-1 0 1 0 0,1-1-1 0 0,0 0 0 0 0,-1 0 0 0 0,1 0 0 0 0,-1-1 1 0 0,0 0-1 0 0,8-3 0 0 0,-13 4-18 0 0,0 1 0 0 0,0-1 0 0 0,0 1 0 0 0,0-1 0 0 0,0 1 0 0 0,0-1 0 0 0,0 0 0 0 0,0 1 0 0 0,0-1 0 0 0,0 1 0 0 0,0-1 0 0 0,-1 1-1 0 0,1-1 1 0 0,0 1 0 0 0,0-1 0 0 0,-1 1 0 0 0,1-1 0 0 0,0 1 0 0 0,-1 0 0 0 0,1-1 0 0 0,0 1 0 0 0,-1-1 0 0 0,1 1 0 0 0,-1 0 0 0 0,1-1 0 0 0,-1 1 0 0 0,1 0 0 0 0,-1 0 0 0 0,1-1 0 0 0,-1 1 0 0 0,1 0 0 0 0,-1 0 0 0 0,1 0 0 0 0,-2-1 0 0 0,-20-8-1627 0 0,11 7 530 0 0,-2 1-606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2:17:08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1795 1791 7466 0 0,'1'-13'191'0'0,"-1"6"-107"0"0,1 1 0 0 0,-1-1 0 0 0,1 1-1 0 0,1-1 1 0 0,1-6 0 0 0,-2 12-84 0 0,-1-1-1 0 0,1 0 1 0 0,0 1-1 0 0,0-1 0 0 0,0 1 1 0 0,0-1-1 0 0,0 1 1 0 0,0 0-1 0 0,0-1 0 0 0,0 1 1 0 0,1 0-1 0 0,-1 0 0 0 0,1 0 1 0 0,-1 0-1 0 0,0 0 1 0 0,1 0-1 0 0,0 0 0 0 0,-1 0 1 0 0,1 1-1 0 0,-1-1 1 0 0,1 0-1 0 0,0 1 0 0 0,3-1 1 0 0,10-1-34 0 0,0 1 0 0 0,1 0 1 0 0,-1 2-1 0 0,1-1 1 0 0,26 6-1 0 0,78 24 214 0 0,5 0 334 0 0,241 3 1855 0 0,1-30 48 0 0,-69-2-1014 0 0,78 20-601 0 0,129 0 903 0 0,-339-23-1314 0 0,168-7 34 0 0,-240 2-54 0 0,143-29 0 0 0,-188 22-227 0 0,-1-2-1 0 0,-1-3 1 0 0,0-1-1 0 0,-1-3 1 0 0,48-32 0 0 0,-63 36-37 0 0,-2-2 0 0 0,0-1 1 0 0,-2-1-1 0 0,0-1 1 0 0,-2-1-1 0 0,0-2 1 0 0,37-53-1 0 0,-47 58-49 0 0,-2 0-1 0 0,0-1 1 0 0,-1 0-1 0 0,-2-1 1 0 0,0 0-1 0 0,-2 0 1 0 0,0-1-1 0 0,-2 0 1 0 0,-1-1-1 0 0,-1 0 1 0 0,2-40-1 0 0,-8 46-72 0 0,0 0 0 0 0,0 1 0 0 0,-2 0 0 0 0,-1-1 0 0 0,0 2 0 0 0,-1-1 0 0 0,-1 0 0 0 0,-1 1 0 0 0,0 1 0 0 0,-2-1 0 0 0,0 1 0 0 0,-1 1 0 0 0,-23-28 0 0 0,2 8 1 0 0,-2 1-1 0 0,-2 1 1 0 0,-1 2-1 0 0,-59-38 0 0 0,-14 0 4 0 0,-4 6-1 0 0,-217-90 1 0 0,151 86 53 0 0,-2 9-1 0 0,-272-54 1 0 0,303 89-72 0 0,-2 6 0 0 0,-276 4 0 0 0,-308 59-112 0 0,696-41 135 0 0,-209 21 36 0 0,0 11 0 0 0,-256 73 0 0 0,-68 75 195 0 0,499-158-232 0 0,-31 11-78 0 0,-133 65 0 0 0,207-85 64 0 0,2 0 0 0 0,-1 3 0 0 0,2 0 1 0 0,1 2-1 0 0,0 1 0 0 0,2 1 1 0 0,1 1-1 0 0,-31 39 0 0 0,40-43 7 0 0,1 1-1 0 0,1 1 1 0 0,1 0 0 0 0,1 1 0 0 0,2 0-1 0 0,0 1 1 0 0,1 0 0 0 0,-8 38-1 0 0,14-47 36 0 0,1 0 0 0 0,1-1-1 0 0,0 1 1 0 0,1 0-1 0 0,1 0 1 0 0,0 0 0 0 0,1 0-1 0 0,1-1 1 0 0,0 1-1 0 0,1-1 1 0 0,1 1 0 0 0,0-2-1 0 0,1 1 1 0 0,1 0 0 0 0,12 18-1 0 0,-6-13 14 0 0,2-1-1 0 0,1 0 1 0 0,0-1 0 0 0,1-1-1 0 0,1-1 1 0 0,0 0 0 0 0,27 16-1 0 0,154 84 48 0 0,-123-76-71 0 0,115 61 90 0 0,5-9 1 0 0,322 105-1 0 0,-331-148 110 0 0,257 34 0 0 0,-293-59-165 0 0,538 57 61 0 0,-573-76-75 0 0,1-6 0 0 0,0-5 0 0 0,223-41 0 0 0,-41-24 19 0 0,-4-13 1 0 0,446-189-1 0 0,-651 231-1 0 0,145-88 1 0 0,-182 95-19 0 0,-2-2-1 0 0,-1-3 1 0 0,78-82 0 0 0,-91 83 31 0 0,-3-2 1 0 0,36-53-1 0 0,-62 82-56 0 0,0 0 0 0 0,-1-1-1 0 0,-1 0 1 0 0,0 0 0 0 0,0-1 0 0 0,-2 1 0 0 0,0-1 0 0 0,0 0 0 0 0,-1 0 0 0 0,-1-1 0 0 0,0 1-1 0 0,-1-1 1 0 0,-1-19 0 0 0,-2 25-40 0 0,0-1 0 0 0,-1 1-1 0 0,0 0 1 0 0,-1 0 0 0 0,1 0 0 0 0,-2 0-1 0 0,1 1 1 0 0,-1-1 0 0 0,0 1 0 0 0,-1 0-1 0 0,0 1 1 0 0,0-1 0 0 0,-1 1-1 0 0,0 1 1 0 0,0-1 0 0 0,-11-6 0 0 0,-14-10 44 0 0,-1 2 0 0 0,-57-28 1 0 0,78 43-58 0 0,-70-33-59 0 0,-2 4-1 0 0,-131-35 0 0 0,-184-23-193 0 0,335 80 214 0 0,-309-50-42 0 0,330 59 101 0 0,1 2 0 0 0,-1 2-1 0 0,0 2 1 0 0,0 2-1 0 0,1 1 1 0 0,-73 20 0 0 0,85-16-231 0 0,1 1 1 0 0,0 2 0 0 0,1 1-1 0 0,0 1 1 0 0,2 1 0 0 0,-1 1-1 0 0,-35 30 1 0 0,48-33 92 0 0,0 0-1 0 0,1 1 0 0 0,0 0 1 0 0,1 1-1 0 0,1 0 0 0 0,0 1 1 0 0,1 1-1 0 0,1-1 0 0 0,1 1 1 0 0,0 1-1 0 0,1 0 0 0 0,1 0 1 0 0,-5 24-1 0 0,7-19 160 0 0,1 1 0 0 0,1 0-1 0 0,0 0 1 0 0,2 0 0 0 0,1 0 0 0 0,1 0-1 0 0,8 34 1 0 0,-1-22 9 0 0,1 1 0 0 0,2-1 1 0 0,33 67-1 0 0,-40-93-3 0 0,-2-6 1 0 0,0 0 0 0 0,-1 1-1 0 0,1 0 1 0 0,-1-1-1 0 0,0 1 1 0 0,-1 0 0 0 0,1 0-1 0 0,-1 0 1 0 0,0 0-1 0 0,0 0 1 0 0,-1 0 0 0 0,1 9-1 0 0,-1-14 2 0 0,0 0-1 0 0,0 0 0 0 0,0 0 1 0 0,0 1-1 0 0,0-1 1 0 0,0 0-1 0 0,0 0 0 0 0,0 0 1 0 0,0 0-1 0 0,0 0 0 0 0,-1 0 1 0 0,1 0-1 0 0,0 0 1 0 0,0 0-1 0 0,0 0 0 0 0,0 1 1 0 0,0-1-1 0 0,0 0 0 0 0,0 0 1 0 0,0 0-1 0 0,0 0 1 0 0,0 0-1 0 0,0 0 0 0 0,-1 0 1 0 0,1 0-1 0 0,0 0 1 0 0,0 0-1 0 0,0 0 0 0 0,0 0 1 0 0,0 0-1 0 0,0 0 0 0 0,0 0 1 0 0,0 0-1 0 0,-1 0 1 0 0,1 0-1 0 0,0 0 0 0 0,0 0 1 0 0,0 0-1 0 0,0 0 0 0 0,0 0 1 0 0,0 0-1 0 0,0 0 1 0 0,0 0-1 0 0,-1 0 0 0 0,1 0 1 0 0,0 0-1 0 0,0 0 1 0 0,0 0-1 0 0,0-1 0 0 0,0 1 1 0 0,0 0-1 0 0,0 0 0 0 0,0 0 1 0 0,0 0-1 0 0,0 0 1 0 0,0 0-1 0 0,0 0 0 0 0,0 0 1 0 0,0 0-1 0 0,-1 0 0 0 0,1-1 1 0 0,0 1-1 0 0,0 0 1 0 0,0 0-1 0 0,0 0 0 0 0,0 0 1 0 0,0 0-1 0 0,-6-13 13 0 0,-2-14 4 0 0,7 21-8 0 0,0 0-1 0 0,1 0 0 0 0,0 0 0 0 0,0 0 0 0 0,0 0 1 0 0,3-12-1 0 0,-2 16-27 0 0,-1-1 1 0 0,1 0-1 0 0,0 1 1 0 0,0-1 0 0 0,0 1-1 0 0,0-1 1 0 0,0 1-1 0 0,1 0 1 0 0,-1-1-1 0 0,1 1 1 0 0,-1 0-1 0 0,1 0 1 0 0,0 0-1 0 0,0 0 1 0 0,0 0-1 0 0,0 1 1 0 0,4-4 0 0 0,-6 5-129 0 0,0 0 1 0 0,1 0 0 0 0,-1 0 0 0 0,1 0 0 0 0,-1 0 0 0 0,0 0 0 0 0,1-1 0 0 0,-1 1 0 0 0,1 0 0 0 0,-1 0 0 0 0,0 0 0 0 0,1 0 0 0 0,-1 0 0 0 0,1 0 0 0 0,-1 1 0 0 0,0-1 0 0 0,1 0 0 0 0,-1 0-1 0 0,0 0 1 0 0,1 0 0 0 0,-1 0 0 0 0,1 1 0 0 0,-1-1 0 0 0,0 0 0 0 0,1 0 0 0 0,-1 0 0 0 0,0 1 0 0 0,0-1 0 0 0,1 0 0 0 0,-1 1 0 0 0,0-1 0 0 0,0 0 0 0 0,1 1 0 0 0,-1-1 0 0 0,0 0 0 0 0,0 1-1 0 0,1-1 1 0 0,5 18-4809 0 0,-4-10 3643 0 0,4 3-1290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2:19:06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3559 9062 339 0,'-6'2'21'0,"1"1"3"0,0 1-17 0,4 3-4 16,2 1-2-16,2 2-1 0,2-1-2 0,1 1-6 0,2-1-10 0,1 0-12 15,2 1-21-15,1 1-28 0,0 1-59 0</inkml:trace>
  <inkml:trace contextRef="#ctx0" brushRef="#br0" timeOffset="516.16">3779 9288 192 0,'1'0'91'0,"0"1"5"16,-1 1-10-16,0-2-6 0,-1 1-7 0,0-1-6 0,-1-1-7 15,0 1-7-15,0-1 0 0,-2 0-5 0,0 0-8 0,0 0-4 0,-1-1-7 16,1 0-5-16,0-1-4 0,-1 0-2 0,0-1-4 0,1-1-2 16,-1 0-2-16,1 0-1 0,1-2 0 0,-1 1-4 0,2-2 3 0,1-1-5 15,1-1-1-15,1 0 2 0,3-1-2 0,0 0 3 0,2-2 0 0,1-3 3 16,2-1 2-16,2 0 1 0,3-2 4 0,3 0 1 0,2-1 2 0,3 0 1 15,4-3 1-15,1 1-2 0,3-2 1 0,1-1-2 0,4 1-2 16,2-1 2-16,2 2-3 0,1-2 13 0,1 0 5 0,3 0 0 0,4 0 3 16,1 1-6-16,2 0-3 0,4 0-3 0,3 3-1 0,2-1-8 15,2 1-1-15,2 2-7 0,2-1-2 0,2 3-2 0,2 1-2 0,1 2-1 16,0 0 2-16,2 1 1 0,1 1-2 0,3 1 2 0,0 0-2 0,0 2 1 16,1 1-2-16,-2 2 1 0,-2 3 0 0,-1 2-1 0,0 2 1 15,-3 2-4-15,0 4 3 0,-5 3 0 0,-3 3-1 0,-3 2 4 0,-4 3-2 16,-2 1 3-16,-3 2 2 0,-2 1 2 0,-2 1-2 0,-3 2-6 15,-3 3 1-15,-1-1 0 0,-5 5 2 0,-1 0 2 0,-2 1-7 0,-3 2 0 16,-4 1 8-16,-4 1 5 0,-2 3 4 0,-4 1 0 0,-3 0-6 0,-2 1-7 16,-6 1 4-16,-2 1-2 0,-3-2-2 0,-4 0 0 0,-3-2-1 15,-3 0 3-15,-3 0 0 0,-1-1-3 0,-5-2-3 0,-1 1 6 0,-4-3 2 16,-2 1 4-16,-2-4-1 0,0 1-8 0,-4-3 1 0,-2 0-5 0,-5-3 5 16,-2 0 1-16,-3-1-1 0,-4-2-2 0,-4-2 2 0,-1-2 2 15,-2-3-1-15,-1-2 3 0,-2-3-1 0,0-2 0 0,-2-2 6 0,1-2-4 16,1-1 3-16,-1-3 3 0,2-2-1 0,2-1 4 0,1-2 6 15,3-2-5-15,0-1 6 0,2-1-2 0,0-2-2 0,1 1 4 0,2-3-3 16,1 0 1-16,1-1-1 0,0-1 5 0,0-3 1 0,2-1 0 0,0-2 2 16,-1 0-1-16,3-1 0 0,-1-1 3 0,-1 1-4 0,1-2 3 15,0-1-3-15,2 1-4 0,-2-2-2 0,3 0-19 0,0 1-3 0,-1-2-9 16,2 3-3-16,-2-2 14 0,-2 2-5 0,3 2 7 0,2-1-4 0,7 2-1 16,3 2-2-16,5 1-5 0,2 1-6 0,1 2-8 0,4 2-9 15,1 0-9-15,2 2-27 0,3 2-29 0,3 1-40 0,3 2-56 0,2 1-75 16,4 2-68-16,3 2-128 0,9 0 7 0</inkml:trace>
  <inkml:trace contextRef="#ctx0" brushRef="#br0" timeOffset="1194.45">9785 9819 981 0,'-11'-17'7'0,"1"2"21"0,-1-2-14 15,3 7-14-15,3 6-11 0,1 1-9 0,1 2-8 0,0 0-11 0,0 0-18 0,-1 1-32 0,-2 1-36 16,0 1-12-16,-4 0 20 0,0 2 32 0,1-1 41 0,-1 1 29 0,1 0 13 16,0-1 11-16,0 1 7 0,1-1 9 0,0-1 9 0,1 0 11 15,1 0 18-15,1 0 13 0,2 0 9 0,1 0 0 0,1-1-5 0,1 1-5 16,1-1 0-16,2 2-3 0,2 0-6 0,3 1-6 0,3 1-7 15,4 0-5-15,4 0-7 0,4 1-6 0,5 0-3 0,2 0-3 0,3 1 4 16,4-1-4-16,2 0-1 0,5-1 4 0,1-1-1 0,0 0 10 0,3-2 6 16,3-1 9-16,-1-1 11 0,1-2 4 0,3-1-2 0,1-1-6 15,1-1-5-15,3-2-13 0,0 0-8 0,1-2-7 0,1-1-7 0,0-2 0 16,0-2-4-16,-2-2-2 0,-1-3-2 0,0-2-2 0,-2-1 0 0,0 0-1 16,-3-1-5-16,-4 0 2 0,-2-3 6 0,-1-1-9 0,-3-3 8 15,-2-1-13-15,-2-2-5 0,-2 1 7 0,-1-2-2 0,-3 1 13 0,-2-2-4 16,-2 0-2-16,-5 1-7 0,1-2 1 0,-3 2 7 0,-2-2-8 15,-2 0 4-15,-3 0 1 0,-4-2-9 0,-3 1 0 0,-2 1 0 0,-4 0-11 16,-2 1 4-16,-5-1-20 0,-2 3 0 0,-5-1-3 0,-7 2 0 0,-5-1 14 16,-2 2-3-16,-5 0 6 0,-2 2 3 0,-6 0 3 0,-4 2 3 15,-6 1-2-15,-7 1-2 0,-5 1 2 0,-7-1-1 0,-5 4 0 0,-5 0 5 16,-2 3-1-16,-6 3 5 0,-4 1-4 0,-2 1 7 16,-3 0-2-16,-2 2-3 0,-2 2-1 0,-3 1-5 0,-3 1 2 0,0 2 0 0,0 2 5 15,0 0-3-15,0 3 7 0,1 0-1 0,1 1 2 0,0 2 0 0,5 2-2 16,3 1 2-16,2 3 0 0,2 2 5 0,3 4 2 0,0 3 3 15,6 2 1-15,2 5 3 0,4 3 6 0,4 2-5 0,4 4-3 0,3 0-1 16,3 4-11-16,2 3 0 0,4 5-4 0,5 2-7 0,2 3 6 0,5 4-3 16,4 3-9-16,4 2-11 0,5 5-33 0,3 2-46 0,5 5-54 15,5 3-74-15,5 2-126 0,6 4-456 0</inkml:trace>
  <inkml:trace contextRef="#ctx0" brushRef="#br0" timeOffset="12131.69">9814 9407 1937 0,'-23'-28'85'0,"-1"0"-55"15,-7-6-58-15,4 10-23 0,0 6-9 0,0 3-7 0,-2 4-1 0,-1 3-3 16,-3 3-6-16,0 3-4 0,-3 3-7 0,-1 3-8 0,0 3-3 15,-4 2 7-15,1 4 11 0,1 1 23 0,0 3 21 0,3-1 16 0,0 2 14 16,4 0 7-16,1 0 2 0,0 0-1 0,1 2-2 0,0 1-2 16,1 0 0-16,2 1 3 0,-2 1 7 0,2 3 6 0,-2 4 1 0,0 0-3 15,-1 0-2-15,2 2 0 0,-1 0-4 0,2 1 2 0,0 2-3 0,0 2 1 16,1-1 5-16,-1 1 1 0,2-3 4 0,1 1 2 0,0-2 5 16,3-2 7-16,1 1 6 0,-1-3 3 0,3 0 4 0,0-1 5 0,0-3 12 15,2 0-2-15,1 1-1 0,1-1-7 0,3 1-16 0,0 1-6 0,3-1-3 16,0-1-6-16,1 1-2 0,1 1-2 0,1 1 3 0,2-1 2 15,1 1 3-15,1-2 1 0,2-1-1 0,2 1 4 0,2-1-6 0,3 2 4 16,1-1-2-16,1 1-7 0,2 0 4 0,4-1-11 0,2 0-3 0,2-1 5 16,2 0-5-16,1-2 8 0,1 1-1 0,1-1-6 0,3-2-4 15,2 1 1-15,1-2 4 0,3-2-3 0,0 0 6 0,3 0 1 16,0-1-5-16,1-3 4 0,5 1-3 0,-1-1-3 0,2-2 0 0,2-2 3 16,1-2-6-16,1-1 4 0,0-1 2 0,2-2-2 0,-1-1-2 0,2-1 1 15,0-2 2-15,1 0-3 0,-1-1 6 0,1-1-4 0,0-1 0 0,-2-1 3 16,1-1-5-16,-2 0 4 0,-1-2 3 0,1 0-4 0,-3-3 10 15,1-1-3-15,-1-2 3 0,0-1 1 0,1-1-1 0,-1-3 3 0,0-2-1 16,1-1-2-16,-1-3-4 0,1-2 0 0,-1-1 0 0,2-4-10 16,0 1 7-16,-2-4-5 0,-1-2-1 0,-1 0 6 0,1-5-4 0,0 1-1 15,-1-1 1-15,-1-3 1 0,0-1 0 0,-3-1 0 0,-1-2-2 0,-2 2 5 16,-4 1-4-16,1 0 1 0,-5 0-17 0,-2 2-4 0,-5 0 9 16,-2 2-6-16,-3-2 20 0,-3 1-7 0,-4 0-1 0,-3 0 5 0,-1 2-5 15,-5-2-2-15,-2 1-4 0,-4 0-6 0,-3 1-1 0,-3 2 5 0,-4 1 4 16,-3 0-10-16,-2 0 7 0,-6 4 7 0,-4 1-3 0,-2 2 13 15,-2 1-4-15,-2 3-6 0,-2 0 3 0,-3 2-4 0,-2 3 1 0,-1 2 1 16,-1 3-1-16,-1 3 2 0,-1 3-5 0,-1 2-5 0,-1 2 1 0,-2 3-2 16,-2 2 0-16,-1 4 1 0,-3 3 1 0,0 3 0 0,0 1 2 15,-1 4-4-15,1 4 2 0,0 2-2 0,0 1 3 0,1 5-1 0,0 0-3 16,1 3-3-16,0 1-13 0,3 2-9 0,3 0 4 0,4 1-13 16,4 0-12-16,2-2-15 0,7-1-27 0,4 0-14 0,6-3 0 0,6 0-1 15,5 0-6-15,6-2-8 0,5-1-10 0,6-3-6 0,6-2 0 0,5-1 3 16,5-2-5-16,6-2-19 0,5-1-95 0</inkml:trace>
  <inkml:trace contextRef="#ctx0" brushRef="#br0" timeOffset="12742.86">12953 10242 2420 0,'-8'-15'170'0,"-1"-3"-116"0,0-4-60 0,1 1-26 0,3 4-25 15,2 0-17-15,2 1 8 0,3 4 17 0,2 1 22 0,3-1 16 0,0 1 8 16,3 0-1-16,2 0-2 0,0 2 1 0,4 1-1 0,4 1-1 15,1 0 4-15,3 1-3 0,2 2 1 0,0 0-1 0,5 2 2 0,2-1 1 16,4 1-2-16,1-1 5 0,4 1 0 0,4-1-1 0,1 2 2 0,5-1-4 16,2 1 6-16,1 0-3 0,4 0-1 0,0 1 4 0,2 0-5 15,2-1 4-15,-1 1 1 0,1-1 0 0,0 0 1 0,0-1 2 0,1-1 0 16,-3 0-1-16,1-1 2 0,-3-1-2 0,0 1 1 0,-1-2-3 16,-3 2-2-16,0-1 2 0,-4 0 0 0,1 0 5 0,-2 2-2 0,-2 0 1 15,0 1 1-15,-1 0-2 0,0 2-3 0,-2 1-2 0,-2 2 5 0,0 2-4 16,-3 1 3-16,-2 1-2 0,-2 1-2 0,-4 1 4 0,0 1-4 0,-3 1 4 15,-3 3-7-15,-2 1 5 0,-3 2-3 0,-1 1-3 0,-3 2-7 16,-1 3 0-16,-1 0 15 0,-2 3 1 0,-3 1 5 0,1 3-2 0,-3 1-9 16,-2 1 1-16,-1 1 1 0,-3 0 1 0,-2 2-5 0,-2 3-2 15,-2-1 1-15,-3 0 3 0,-2 2 1 0,-2-1-2 0,0 1-2 0,-2 1 1 16,-2-1-5-16,-1 2 8 0,-1-1-1 0,-3 0-1 0,-2 2 4 0,-1-2-3 16,-2 0 0-16,-3-1-3 0,-1 0-6 0,-2-2-5 0,-4 1-3 15,-1-4-4-15,-3-1 5 0,-2-2-1 0,-3-1 1 0,-3-3-2 0,-6-1 0 16,0-3 6-16,-1-1 4 0,-4-2 3 0,1-4-7 0,-2-3 7 15,-3-4 3-15,1-3 6 0,-2-3 13 0,0-2-4 0,-1-3-1 0,-2-1 2 16,1-3 13-16,1-2 2 0,-2-4-4 0,3-2 5 0,0-3-7 0,1-2-4 16,2-1 2-16,2-1 1 0,4-1-1 0,-1 2 7 0,5 0 8 15,1 1 7-15,4 3 8 0,4-1-3 0,3 2-4 0,3 2-10 0,3 1-9 16,1 1-9-16,5 2-12 0,1 0-21 0,3 3-14 0,2 0-31 0,2 0-34 16,5 2-48-16,1 0-35 0,3 1-30 0,2 2-38 0,4 0-64 15,1 1-92-15,5-1-333 0</inkml:trace>
  <inkml:trace contextRef="#ctx0" brushRef="#br0" timeOffset="-194019.34">8901 12198 1127 0,'7'-16'6'0,"3"0"7"15,7-4 1-15,6 3 12 0,5 4 7 0,5-1 7 0,4 2 7 0,4 1 0 16,2 1-6-16,2 0-5 0,5 2-5 0,4 1-9 0,4 2 4 15,3 1 1-15,4 3 0 0,4 1 4 0,2 1 3 0,4 2-5 0,0 2-1 16,1 1 1-16,0 3-16 0,1 0-4 0,3 4-3 0,1 1-8 0,1 1 6 16,1 0 4-16,0 1-3 0,2 0-2 0,1-1 1 0,1-1-4 15,3 2 0-15,2 0 3 0,1-1-6 0,0-1 4 0,0 1-2 0,-2 0 1 16,1-1 3-16,-2-3-3 0,2-4 4 0,-2 0-2 0,-1-3 2 0,-4-2 4 16,-2 0 3-16,-3-2 1 0,-2-2 8 0,-2-2 5 0,0-1 5 15,-2-2 13-15,-1 0 0 0,-1-4 12 0,-3-1 0 0,0-2-9 0,-2 1-1 16,-1 1-13-16,-2-2-4 0,0-1-8 0,-2-1-11 0,-2 1 2 0,-1-1-5 15,-3 0 7-15,-2 0-1 0,-1-1 2 0,-2-1-1 0,-1 1-7 16,-2 0 6-16,-3 1-13 0,-4-2 1 0,-2 1 10 0,-2 1-1 0,-1-3 11 16,0 1 3-16,-3-2-3 0,-2-1 5 0,-3-1 4 0,1-1-4 0,-3-1 0 15,-1-1-1-15,-1 0-10 0,-2-2 5 0,-1 1-6 0,-2-4-2 16,-2-1 7-16,-2-1-4 0,-2 0 4 0,-4-1 1 0,-2 1-12 16,-4-1-5-16,-3 0-7 0,-4-1-26 0,-6-1 2 15,-4 0-1-15,-7-3-4 0,-7-1 14 0,-9 0-1 0,-8-2-4 0,-8 1 2 0,-9-2 8 0,-9 1-7 16,-6-1 13-16,-6-1 3 0,-4-2 1 0,-5 2 5 0,-4 1-2 15,-3-1 2-15,-3 2-6 0,-6 1 5 0,0 1-2 0,-1 3 0 0,2 1 4 16,3 1 1-16,4 4 2 0,2 1 1 0,1 3-2 0,1 3-6 0,-2 2 3 16,-1 2-6-16,-3 3-4 0,-3 2 6 0,-2 3-10 0,-1 2 7 0,-4 4 0 15,-2 2-5-15,-5 3 0 0,-4 3-1 0,-5 2-2 0,-2 4 7 16,-3 1 1-16,0 2 2 0,1 2 2 0,1 2-4 0,1 3-1 0,-1 3 4 16,-1 2-5-16,1 2 7 0,0 2-1 0,4 2-6 0,4 1 11 15,2 0-10-15,5 1 0 0,5 1 8 0,4 1-2 0,4 2 7 0,0 2-1 16,3 1-7-16,3 3-4 0,6 0 5 0,7-1 2 0,9 1 2 15,8-2 2-15,6-1 2 0,4 3 4 0,5 1 7 0,6 2-4 0,6 1-10 16,7 1 8-16,6 0-7 0,5 1 7 0,6 1 7 0,2 3-11 0,6 0-2 16,3 3-5-16,4-1 1 0,5 1 1 0,2 2 2 0,6 0-10 15,2 4 9-15,6 1-1 0,4-1 1 0,3 1 6 0,6 1-15 0,5-1-6 16,6-1-6-16,6-1-23 0,8-3-43 0,5-1-60 0,11-2-68 16,12-3-97-16,13-3-156 0,18-3-300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2:23:29.5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12473 8406 1614 0,'-22'-7'0'0,"-8"0"-3"16,-6-2-2-16,-10-1-7 0,15 6-2 0,0 2-3 0,-3 2-3 0,1 2-1 0,-4 1-2 0,-1 2-2 0,-3 3 0 15,-2 1-5-15,-1 2-12 0,-1 4-2 0,-2 2-1 0,-4 2-1 0,2 1 10 16,-2 3 8-16,-1 1 9 0,-1 4 9 0,-1 0 4 0,-1 1 4 0,0 2 4 16,0-1-3-16,-1 2 6 0,2 0 0 0,-1 0-5 0,0 4 5 15,0 0-2-15,-1 1 2 0,2 0 7 0,0 1 8 0,0 1 2 0,0 1 9 16,2-1-4-16,0 2-1 0,4-1 0 0,1 1-7 0,-1 0 0 0,4-1-6 16,1 0-2-16,2-1-3 0,0 0-2 0,3 3-4 0,2-2-2 15,1 1 6-15,2 3 2 0,2-2-1 0,0 2 4 0,1-1-6 0,2 3 1 16,2 1-3-16,2 0 0 0,2 2-2 0,0 0 1 0,1 0-3 0,1 1-2 15,1 1-2-15,1 0 2 0,2 0 6 0,1 2-1 0,1-1 3 16,1 1-3-16,2 2-6 0,2 1 1 0,1-1 2 0,3 0-1 0,1-1 4 16,4-1-4-16,1 0-4 0,2 0 4 0,4-2-1 0,2 1 2 15,2-1 5-15,4-1-5 0,3 1 2 0,2-2 2 0,2-1-2 0,4-1-2 16,2-2 3-16,3-1-1 0,1-2-1 0,5-1 3 0,2 0-4 0,3-3 5 16,3 0 2-16,1-1 4 0,3 0 2 0,3 0-1 0,3-2-3 15,1 1-1-15,4 0 1 0,1-1-3 0,4 2 1 0,2-2 2 0,1 0-3 16,5-3 3-16,0 1-3 0,3 1-4 0,2-1 0 0,2 2-2 0,1-3-7 15,5 2 10-15,4-2-5 0,0-1 7 0,4 1 7 0,1-1-12 16,2-2 9-16,6 0-11 0,1-2 4 0,3 0 1 0,2-2 2 0,4 1 3 16,1-1-2-16,2-3 0 0,3 1-5 0,2-4 3 0,2 0 1 0,1 0 2 15,3-1 0-15,3-1 2 0,2-1-5 0,2-1 5 0,3-1 2 16,1-2 3-16,3-1 1 0,1 0 2 0,2-1 2 0,2-1 4 0,2-1 0 16,4-2-5-16,0 1 3 0,3-2-1 0,4-1 2 0,1-1 2 15,2-1 2-15,2-1 1 0,4-1 1 0,0-2 1 0,5 0-5 0,-1-1-2 16,1 0-4-16,0 0-13 0,3 0 6 0,-2 0-6 0,2-1-7 15,2 1 12-15,1-1-7 0,1-2 4 0,0 1 10 0,1-2-6 0,0 1 5 16,0 1-10-16,0-1-1 0,1 1 6 0,0-1-7 0,-1 0 11 0,1 2 0 16,-1-2 1-16,0 0 8 0,2-1 3 0,1 0 4 0,-1-1-2 15,0-1-3-15,0 0-7 0,-2 0 2 0,1-3-2 0,-2-1-2 0,-1-2 1 16,-2 0-5-16,-3 1 3 0,-1-2 1 0,-1-1 1 0,-4-1 0 0,-2-1-5 16,-2-2 7-16,-1-1 2 0,-3 2 0 0,-3-2 1 0,-4-1-6 15,-1-1 6-15,-3-5-2 0,0-1 6 0,-4-3 6 0,-2-1-8 0,-5 0 2 16,-5-2-1-16,-7 0-9 0,-6-2 0 0,-5 1 2 0,-4 0 1 0,-4-2-1 15,-3 0-2-15,-5-1-1 0,-5-4 0 0,-3 1-1 0,-6-1 3 16,-2-2-4-16,-4 0-6 0,-6-1 6 0,-4-1-9 0,-3-2 3 0,-7-1 4 16,-4 0-7-16,-3-1 4 0,-6-1-3 0,-3-3-3 0,-5-1 3 0,-5-1 0 15,-5 0 2-15,-3-3-9 0,-6 1 1 0,-5-3 1 0,-4-1 0 16,-7 0 5-16,-4-2-3 0,-5-2-6 0,-5 0-3 0,-6-3-1 0,-5-2-1 16,-3 2-3-16,-7-4-1 0,-4 0 3 0,-6 0 1 0,-5-2 2 15,-3-2 6-15,-4 0-6 0,-6-1 5 0,-5 3-8 0,-5-2 2 0,-6 1 3 16,-3 2-2-16,-5-1 9 0,-3 1-1 0,-4 1 3 0,-4 1-4 0,-4 1-2 15,-4 0 0-15,-4 1 2 0,-3 2-6 0,-2 2 7 0,-4-1 1 16,-3 3 1-16,-6-1 4 0,-2 0-3 0,-4 3-21 0,-2 2 20 16,-2 0 0-16,-4 2 4 0,-1 2 17 0,-4 2-16 0,-3 1-3 0,-2-1-6 0,-4 2 1 15,-1 1-6-15,-5 2 6 0,-1 3 2 0,-3 1-14 0,0 2 7 16,-2 4 0-16,-1 1 4 0,-4 1 14 0,-2 2-8 0,-2 1 2 0,0 1 0 16,-1 2-1-16,-1 1-4 0,-2 0 0 0,-1-1-2 0,-2 2-4 15,-3-1 4-15,1 5 0 0,-2-1 5 0,1 2-3 0,-1 2 2 0,-2-1 2 16,-1 4 3-16,-2 1-1 0,-1 1-18 0,-1 4 5 0,-2 0-7 0,0 4 12 15,0 3 24-15,-2 3 0 0,-1 3-5 0,-2 1-6 0,0 2-8 16,-1 3-13-16,-1 3 3 0,-1 2 17 0,0 6-4 0,-3 3 13 0,1 3-2 16,-4 6-12-16,1 2-7 0,-1 3 0 0,-2 5-4 0,0 4-8 0,-2 7 9 15,-2 3-4-15,-1 6 5 0,-2 4-1 0,0 6 4 0,-1 4 5 16,2 5-3-16,2 3 2 0,1 5-8 0,3 3-1 0,2 5-4 0,4 4-6 16,1 3 5-16,3 3-21 0,2 5-30 0,4 3-21 0,0 5-47 0,4 4-11 15,3 2-35-15,3 5-45 0,4 4-39 0,2 3-97 0,1 4-120 16,1 7-321-16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2:25:01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3753 5813 588 0,'-16'-8'113'0,"0"1"-64"0,-4-2-15 15,5 4-12-15,2 2-8 0,1-2-1 0,0 0 0 0,0-1-4 0,1 0-2 16,-3 1-4-16,1 0 0 0,-1 3-7 0,-1-1 1 0,1 1-5 0,-2 0 1 15,0 1 0-15,0 0 1 0,0-1 5 0,0-2 1 0,0-1 4 16,1-1 1-16,-1 0 3 0,1-1 6 0,-2-1 3 0,0-1 12 0,0 0 5 16,0-2 3-16,3 0 5 0,3-1-3 0,0-3 7 0,1 0 6 15,2-2-3-15,2 0-2 0,2-2-11 0,1-2-12 0,3 1-3 0,3-4-5 16,2-1-1-16,3 0-4 0,4-4 1 0,1-2-4 0,4-2 1 0,5-1-1 16,3-2 1-16,3 0-1 0,4-1-3 0,1-3-3 0,4-1-2 15,5 0 10-15,3-1 2 0,4 1 13 0,0 1 1 0,4-3-5 0,2 2-2 16,2 0-10-16,2-1 0 0,2 0-3 0,0 2 0 0,0-1-1 0,1 5 0 15,0 1-1-15,1 1 0 0,2 2-7 0,0 1 0 0,-1 3-6 16,3 2 5-16,0 2 5 0,0 4 3 0,3 1 6 0,-1 2-11 0,0 3-10 16,0 1-3-16,-2 4-2 0,0 2 5 0,1 4 8 0,-1 3 0 15,0 3-1-15,0 3 3 0,0 3-2 0,-1 4-4 0,-2 3-5 0,-1 3-7 16,-2 4 3-16,-2 1 10 0,-1 4 7 0,-1 3 4 0,-1 5-1 0,-2 1-2 16,-2 4-4-16,-3 5 0 0,-2 2 1 0,-2 3-2 0,-2 3-3 15,-2 1 2-15,-2 3-3 0,-4 2-5 0,-1 2 5 0,-3 2 0 0,-4 1 2 16,-3 1 4-16,-3 3-2 0,-2 0-1 0,-4-1-3 0,-2 1-2 0,-4-2-3 15,-3 1 2-15,-4 0 3 0,-5-1 0 0,-4 0 9 0,-5 2-4 16,-3 0 5-16,-4-1-3 0,-4 0 0 0,-3-2 0 0,-5-2-5 0,-2 0 9 16,-6 0-1-16,-1-4 2 0,-3-2 0 0,-3-1-6 0,-5-2 0 15,-1-2-4-15,-3-3 0 0,-5-4 1 0,-2-3-2 0,-3-1 4 0,-3-5-2 16,-1-3 0-16,0-5 9 0,-3-4 2 0,1-5 8 0,0-2 2 0,-1-6-2 16,4-4 8-16,-1-5 8 0,3-3 5 0,3-5 5 0,0-3 6 15,2-4-4-15,2-3-2 0,2-3-2 0,1-3 0 0,4-4-5 0,-1-1-1 16,3-4-2-16,1-2-11 0,1-1 2 0,2-1-3 0,3-2 4 0,1-2 3 15,2-2 6-15,2-2 6 0,2 0 2 0,2-1 2 0,2 1-6 16,3-1-4-16,2 0-2 0,2 0-7 0,1 1-1 0,4 1-10 0,0 0-3 16,0 1-7-16,4 1-2 0,-1 3-6 0,2-1-9 0,3 4-10 15,2-2-22-15,1 1-26 0,2 0-45 0,1 3-62 0,1 0-106 0,3 0-145 16,2 0-342-16</inkml:trace>
  <inkml:trace contextRef="#ctx0" brushRef="#br0" timeOffset="762.62">7954 4868 1423 0,'-18'-37'2'0,"0"-3"133"0,-2-10-36 0,5 12-25 15,6 8-55-15,3 9-10 0,5 3-9 0,5 4-9 0,5 1-9 16,5 1-11-16,4 0-12 0,6 1-18 0,4 2-19 0,6 1-12 0,2 2-15 16,4 0-8-16,1 1 9 0,1 0 7 0,3 1 19 0,2 1 21 0,2 0 19 15,3-2 16-15,5 1 14 0,1-1 5 0,3 0 5 0,1 0 4 16,2 1 1-16,3 1 4 0,3 2 3 0,1 1-1 0,2 1 6 0,2 3-1 15,1 1-1-15,2 2-1 0,1 2-2 0,-1 3-1 0,1 2-4 16,1 4 0-16,-1 3-3 0,1 2 1 0,-1 2-2 0,-3 3-1 0,0 3-1 16,-4 5 2-16,-2 0 1 0,-3 1 4 0,-4 1 3 0,-2 0 3 0,-3 3 4 15,-4-1 6-15,-4-1-1 0,-5 2 10 0,-3-2 3 0,-7 0 5 16,-2 4 3-16,-6-1-5 0,-4 0-7 0,-6 2-6 0,-4 1-6 0,-5 2-4 16,-6-1-2-16,-5 2-4 0,-7 1 4 0,-6 0-3 0,-9 2-7 0,-8 0 5 15,-6 1-5-15,-7 0 1 0,-6 0 8 0,-7 0-6 0,-4-1 2 16,-5 0-3-16,-3 0 1 0,-4-2-2 0,-6 0-3 0,-4-2 0 15,-7 0-3-15,-2-1-6 0,-3 0 5 0,-6-2-2 0,0-3-1 0,1 0 7 16,-1-3-3-16,5-4 8 0,3-4 3 0,7-4 3 0,7-2 1 0,6-4-3 16,8-4-1-16,5-2-4 0,6-3 1 0,4-1-6 0,6-3 0 0,6-2-2 15,5-1-2-15,7-2-2 0,5-1 0 0,6-1-9 0,5-1-6 16,3-1-20-16,4 0-25 0,3 0-41 0,4-1-33 0,4-1-25 0,6-1-35 16,6-3-36-16,11-3-285 0</inkml:trace>
  <inkml:trace contextRef="#ctx0" brushRef="#br0" timeOffset="1658.62">15192 6076 446 0,'8'2'-6'15,"5"3"22"-15,4 3-9 0,3 2-1 0,3 2-3 0,1 2-1 0,4 1-2 16,4 1 1-16,3 2 1 0,1 1-2 0,2-1 2 0,0 1-1 16,2 0 1-16,1-1 2 0,4-1-2 0,0-1 5 0,2 0 0 0,1-3 7 15,2 1 6-15,2-2 7 0,1-3 9 0,2 0 2 0,0-4 10 16,2 1 5-16,-1-2 5 0,0-2 6 0,1-1-1 0,2-3-2 0,-1 0-3 16,2-2 1-16,1-1 0 0,1-1-9 0,1-3-3 0,0-1-6 0,2-2-3 15,-2-1 3-15,1 1 2 0,1-3-2 0,-3-1-8 0,0-1 1 16,-2-3-7-16,-1-1-1 0,-2-1 0 0,-3 0 1 0,-2-3-1 0,-2 1-1 15,-4-3-3-15,-4 0 0 0,-1 0-1 0,-5-3-11 0,-3 0 4 16,-1-2-8-16,-4-1-1 0,-1 0 6 0,-3 0-10 0,-3-2 3 0,-1-3 0 16,-5 0-9-16,-3-3 9 0,-5 0-2 0,-3-1-6 0,-4-1 11 0,-4-3-8 15,-3 2 3-15,-7 0-2 0,-3-2 0 0,-5 1-2 0,-3 0-4 0,-5 1 5 16,-1 0-2-16,-7 3 2 0,-3 0-7 0,-5-1-3 0,-4 5 5 16,-3 0-1-16,-7 1 6 0,-2 3 1 0,-5-1-5 0,-5 4-1 0,-3 0 3 15,-4 2 3-15,-4 0 2 0,-1 2 2 0,-4 1-1 0,1 0 1 16,-3 2 0-16,0 0-3 0,-2 4 4 0,-1 2-1 0,-1 2-1 0,-2 3-2 15,-1 2 2-15,-3 4-2 0,-3 1-2 0,0 3 5 0,-2 4 1 0,1 1 8 16,0 3 10-16,2 2 8 0,3 4 4 0,3 2 0 0,2 4-3 16,4 5-5-16,-1 6-6 0,5 3-7 0,2 4-3 0,5 0-6 0,5 3 0 15,5 5-4-15,3 2-1 0,6 3-3 0,6 1 0 0,4 2 3 0,7 2-1 16,5 0 2-16,5 4-2 0,8 1-9 0,6 0-2 0,6 1-1 16,7-1-7-16,5-1-2 0,6-2-10 0,4 0-4 0,7-3-6 0,5-2-22 15,7-3-23-15,5-4-41 0,4-2-39 0,4-1-26 0,5-2-28 0,4-2-51 16,4-3-259-16</inkml:trace>
  <inkml:trace contextRef="#ctx0" brushRef="#br0" timeOffset="4478.14">21256 6258 465 0,'-14'-14'-8'16,"-2"0"77"-16,-2-4 16 0,3 3 5 0,5 0-13 0,0 0-1 0,1 2-2 16,2 0-5-16,1 3-5 0,1-1-13 0,2 2-9 0,2 0-9 0,2 1-10 15,2 1-4-15,3 0-6 0,2 2-5 0,4 1 3 0,3-1-3 16,2 1 0-16,6-1 2 0,3 1 2 0,5-1 3 0,4 0 1 0,5 0 1 15,5-1 1-15,3 0 0 0,6-2 2 0,6 1-3 0,3-1-5 0,4-2 1 16,4 1-3-16,4-1-3 0,5 0 2 0,4 1-3 0,6 0-1 16,5-2 1-16,3 1-3 0,2-1 3 0,1 1-4 0,2 2-1 0,0 1 0 15,-1 0 1-15,0 2 0 0,-1 0 0 0,-2 2-5 0,-1 1 0 16,-4 2 2-16,-2 0-4 0,-1 2 9 0,-3 0 0 0,-1 1 3 0,1 1-1 16,-4 0-1-16,3 0 5 0,-1 2 3 0,0 1 8 0,0 1 3 0,-3 2-3 15,-1 2 0-15,-1 0-6 0,-1 0-2 0,2-1 1 0,2 0-6 16,0-1 7-16,1 1 1 0,0-2-3 0,2-1 4 0,1-2 0 0,1 0 1 15,1-2-2-15,1-1 4 0,2-2-5 0,-1-1-1 0,2-2 1 16,-2-2-1-16,2 0-1 0,0-3 1 0,0 1-1 0,2-3 2 0,0 0-1 16,2-1-3-16,1 0-1 0,0 0 1 0,2 1 0 0,-1 1 0 0,1 0 0 15,-1 0-2-15,-2 1 2 0,1 0-1 0,-1 0-3 0,-1 1-6 16,-2 1 4-16,-1 0 0 0,-3 3 1 0,-2-1 1 0,-3 1-1 0,0 1-2 16,-5-1 2-16,-2 2-5 0,-2-1 5 0,-4 2-3 0,-2-1 2 0,-2 1 5 15,-3 1 0-15,-2-1-4 0,-2 0 0 0,0 1-3 0,-2-1-5 16,-2 0 7-16,0 0-4 0,-3-1-1 0,-1 1 16 0,-1 0-7 0,-1-1 4 15,-2 0 4-15,-1-1-18 0,-3 0 4 0,1 0 3 0,-4-1-5 16,-2-1 5-16,-1 1 0 0,-3-1-5 0,-2 0 5 0,-1 0-3 0,-3-1 3 16,0 1 0-16,-3 0-3 0,-2 0 6 0,-2 0 0 0,-1 1-3 0,-1-1 4 15,-2 1-4-15,0-1-1 0,-2 0-2 0,-3 1-3 0,1 0 3 16,-1 0 0-16,0 0 1 0,-1 1-2 0,-3 0 1 0,1 0-2 0,-2-1-1 16,0 1 2-16,-1 0-2 0,0 0 0 0,-1 1 0 0,0 0 0 0,-1-1-2 15,0 1 4-15,-1-1-2 0,-1 0 4 0,1 1 1 0,-1-1-4 16,1 0-2-16,-2-1 2 0,0 1-2 0,0 0 2 0,0 0 4 0,0 0-5 15,1 0 3-15,-2 0-2 0,0 0 1 0,1 0 4 0,-2-1-5 0,1 1 1 16,-1-1-2-16,0 1-2 0,-1 0 1 0,0 0 5 0,0 0-1 16,1-1-1-16,-1 0-1 0,1 1-4 0,-1-1 5 0,0 0-1 0,1 1 1 15,-2-1-1-15,2 0-4 0,0 0 2 0,-2 1 1 0,1-2 3 16,0 1 0-16,-1-1-3 0,0 1 0 0,1-1-3 0,-1 1 1 0,0-1 2 16,0 1 0-16,0 0 2 0,-1-1-1 0,1 0 2 0,0 2-6 0,-1-1 2 15,1 1-5-15,-1 1 1 0,1-2 8 0,-1 1-4 0,1 0 5 16,-1 0-4-16,1 1-3 0,-1-1 3 0,2 1-3 0,-1 1-3 0,0-1 5 15,0 0-2-15,-1 1 0 0,1-1 4 0,0 0-1 0,0 1-1 16,0 0-2-16,0 1 0 0,-1 0 4 0,1-2 2 0,0 1 2 0,-1 0-5 16,1 1 0-16,-1-1 0 0,-1 1-3 0,1 0 6 0,0 0 0 0,0 1-5 15,-1-1 2-15,1 0-3 0,-1 1 0 0,1-2 5 0,0 1-4 16,0 0 5-16,0-1-1 0,1 0 1 0,-1 0-3 0,0 1 4 0,1-1-2 16,0 0-1-16,0 0 2 0,0-1-4 0,0 0 1 0,-1 1-2 0,1-1 5 15,0 1-3-15,-1-1-1 0,1 0 2 0,0 0-1 0,-1 0 2 16,1 1 1-16,-1-2-2 0,1 2 1 0,0-1-1 0,-1-1-2 0,1 1 1 15,-1 0 0-15,0-1 1 0,2 0-1 0,-2 1 2 0,2-1-2 0,-1 0 0 16,0 0 0-16,1 0 1 0,-1 0-4 0,1 0 6 0,1-1-4 16,-1 1-2-16,0-1 3 0,1 0 0 0,-1 0 0 0,0 0-3 0,1 0 0 15,-1 1 3-15,1 0 4 0,0-1-1 0,-1 2 2 0,0-1-7 16,1-1 7-16,-1 1-5 0,2 0 0 0,-2 0-2 0,0 1-5 0,0-1 7 16,-1 0-3-16,1 0 3 0,0 0 1 0,0 0-5 0,0 1 2 0,-1 0-4 15,1-1 2-15,-1 1 2 0,2-2 4 0,0 1-1 0,0 0-1 16,-1-1-1-16,1 1-1 0,-1 0 4 0,1 0-5 0,0 0 1 0,0 0 2 15,1-1-3-15,0 1 6 0,-1-1-1 0,0 1-2 0,1 0 3 0,-1 0 1 16,0 0-2-16,0 0-1 0,0 0 1 0,1 1-8 0,-1 0 4 16,-1 0-2-16,0 0 1 0,0 0 3 0,1-1 1 0,0 1-2 0,-1 1-4 15,2-1 5-15,-2 0-1 0,1 0 1 0,-1 0 1 0,0 1-2 0,1 0 1 16,-1 0 0-16,1 0-3 0,0-1 1 0,-1 0 1 0,1 1 2 16,-1-1 1-16,0 0-5 0,1 0 3 0,0 0-2 0,-1 0 2 15,1 1 0-15,0-1 2 0,-1 0-2 0,0 0 0 0,0 0 1 0,-1 0-2 0,1 0 2 16,-1 0-2-16,0 0-2 0,0 1 4 0,1-1-2 0,0 0 2 15,-1-1 4-15,0 1-11 0,0 0 9 0,1 0-5 0,0-1-1 0,-1 1 8 16,1-1-10-16,-1 1 8 0,1-1 0 0,1 1-1 0,-1-1-4 16,1 1 4-16,-1-1-2 0,2 0 0 0,-1 1-2 0,1-1 4 0,0 1-7 15,1-1 2-15,0 0 6 0,1 0-7 0,-1 0 7 0,1 0 0 0,2 0-9 16,0 0 4-16,-1 0-1 0,1 1-1 0,-1 0 5 0,-1 0-2 16,0-1-2-16,0 1 4 0,-1-1-5 0,0 0 4 0,0 0 1 0,-1 0-2 15,0 1 1-15,-1-1 4 0,0 1-5 0,0-2 1 0,0 2 1 0,0-1-4 16,-2 1 3-16,1-1 0 0,0 0 3 0,-1 0-6 0,0 0 8 15,0 0-5-15,0 0-2 0,1 0 10 0,-1 1-10 0,1 0 4 0,-1-1-2 16,0 1-5-16,0-1 4 0,1 1-4 0,0 0 5 0,1 0 0 16,-1 0-1-16,0-1 2 0,-1 0-1 0,1 0 2 0,0 0-4 0,0 2 1 15,-1-1 1-15,1 0-5 0,0 0 8 0,-1 0-4 0,0-1 4 0,0 1-2 16,0 0-2-16,0 0 2 0,0 1-5 0,-1-2 4 0,1 1-3 16,1 0 1-16,-2 0 4 0,1 1-4 0,-1-2 1 0,1 1-2 0,0 0-2 15,0 0 1-15,0 0 5 0,0-1 2 0,-1 1-1 0,1-1 2 0,0 2-5 16,-1-1-1-16,2-1 1 0,-1 1-2 0,0 0 3 0,1 0 0 15,-2-1 0-15,1 1 0 0,1 0 0 0,-2-1-2 0,2 1 4 0,-1 0 1 16,0 1-3-16,0-1-2 0,-1 0 2 0,1 0 2 0,0 0-4 0,0 0 1 16,0 0-2-16,0 0-2 0,0 0 4 0,-1 0 2 0,1 0-4 15,-1 0 3-15,0 1 0 0,0-1-4 0,-1 0 5 0,1 1-2 0,-1-1-2 16,2 0 4-16,-1 0 1 0,0 0-2 0,1 0-2 0,0 0 5 16,0 0-6-16,-1 0 2 0,1 0-1 0,0 0 1 0,1 0 2 0,-1 0-2 15,-1 1 5-15,0-1-2 0,0 0-2 0,1-1 1 0,-1 1-1 0,0 0 2 16,1-1-2-16,-1 1 0 0,-1 1-5 0,1-1 2 0,0 0 2 15,-1 0-2-15,0 1 3 0,0-1-2 0,1 0 1 0,1 1 1 0,-1-1-1 16,0 1-1-16,0-1 5 0,1-1 0 0,0 1-3 0,0 0-2 0,0 1 2 16,0-1-1-16,1 1 1 0,0-1-1 0,0 0-2 0,0 0 3 15,1 0 0-15,-1 0 4 0,0-1-4 0,1 1-4 0,0-1 1 0,2 0 0 16,-1 1 3-16,0-1 1 0,1 0 2 0,-1 0-3 0,0 1 0 16,0 0-1-16,-1-1-1 0,1 1 1 0,-2-1 2 0,0 1 1 0,2 0-1 15,-3 0-2-15,1 0-4 0,0 0 5 0,-2 0 0 0,2 0 2 0,-1 0-2 16,-1 0-5-16,2 0 7 0,-2 0-2 0,2-1 1 0,-1 1 2 15,-1 0-6-15,1 1 2 0,0-1 1 0,0-1-2 0,-1 2 4 0,1-1-4 16,0 0 2-16,0 0 2 0,0 0-4 0,0 0 4 0,0 0-5 0,0-1 3 16,0 1-3-16,0 0 0 0,0 0 6 0,0 0-5 0,0-1 4 15,0 1-2-15,-1 0-2 0,1 0 2 0,0 0 2 0,-1 0-5 0,1 0 3 16,-1 1-3-16,0-1-1 0,1 0 4 0,-2 1-5 0,1-1 5 0,0 0 2 16,-1 0-5-16,1 0 1 0,-1 0-2 0,0 0-2 0,0 1 3 15,0-1 4-15,0 1 2 0,0-1-3 0,0 1 0 0,1-1 0 0,-1 0-1 16,0 0-1-16,0 0 2 0,-1 0-1 0,2 0 0 0,0 0 1 0,-1 0-2 15,2 0 2-15,-2 0-1 0,2 1-2 0,-1-1 3 0,0 0-3 16,1 0 3-16,-1 1 1 0,0 0-4 0,0-1 2 0,0 1-1 0,0 0-1 16,0 0 1-16,0-1 4 0,0 1-6 0,-1 0 1 0,0 0 2 15,0 0-2-15,0 0 3 0,1 0 0 0,0 0-3 0,0 0 1 0,0 0 0 16,0-1 0-16,0 1 1 0,1-1-1 0,-1 0 1 0,1 0 1 0,0 1-3 16,-1-1 1-16,2 1 4 0,-3-1-6 0,3 0 4 0,-2-1 1 15,0 1-4-15,1 0 2 0,0 0-2 0,1 0-2 0,-1 0 4 0,0 1 0 16,1 0-5-16,-3 0 3 0,1 1-3 0,-2 1 2 0,1 0 2 15,0 2 1-15,-1 0 0 0,-1 1-2 0,-1-1 4 0,0 0-4 0,0 1 3 16,0-1 2-16,1 0-4 0,-2 0 2 0,2 1-3 0,-1 0 3 16,1-1-4-16,1-1 0 0,0 0 2 0,0 0-3 0,1 0 3 0,-1-1 1 15,1 0-2-15,0-1 2 0,1 0-4 0,0-1 1 0,1 0 1 0,0 0-1 16,0 0 0-16,0-1 1 0,-1 0 0 0,1 0 4 0,0 0-2 0,0-1 4 16,0 1 0-16,0 0-3 0,0 0 1 0,0-1-2 0,-1 0 1 15,1 1 0-15,-1 0-3 0,0-1 1 0,0 1 1 0,0-1 0 0,0 0 1 16,0 1 0-16,-1-1 0 0,0 1-3 0,2 0 1 0,-1 1-2 15,1-1 1-15,-1 0-4 0,0 0 4 0,1 1-1 0,-1-1 0 0,0 1 0 16,1 0 1-16,-1-1 0 0,1 0-1 0,0 0 3 0,0 0-5 0,1 1 6 16,-1-1-3-16,0 1 2 0,0-1 1 0,0 0 0 0,1 1-2 15,-1-1-3-15,1 0 2 0,-1 0-1 0,1 0 5 0,0 0-4 0,0 0 2 16,-1 0 1-16,2 1-4 0,-1-1 5 0,-1 1-3 0,2-1 0 0,-2 0 1 16,1 1-2-16,0 0 2 0,-1-1-1 0,0 1-2 0,1 0 3 15,-1-1 1-15,1 0-2 0,-1 1 2 0,0 0-5 0,0-1 1 0,0 1-1 16,0-1 0-16,-1 0 6 0,1 0-3 0,1 0 2 0,-1 0 0 15,0 0-2-15,0 0 1 0,-1 0 2 0,1 0 1 0,0 0-4 0,1 0-1 16,0 0-2-16,-1 0-3 0,0-1-5 0,0 1 0 0,0-1-7 0,0 1-17 16,0-1-9-16,0 1-16 0,1-1-18 0,-1 1-17 0,1-1-16 15,1 0-16-15,0 1-21 0,1-1-19 0,1 1-41 0,1-1-97 0,2-1-80 16</inkml:trace>
  <inkml:trace contextRef="#ctx0" brushRef="#br0" timeOffset="5626.8">4743 6740 1 0,'-12'-16'0'0,"-2"-8"57"0,-1-4 158 0,-1-6-164 15,15 16-69-15,4 2 18 0,3 1-7 0,3 1 2 0,6 3-3 0,3-1 5 16,6-1-1-16,6 0-2 0,7-1-1 0,5 1-3 0,3-1-1 16,4 0 3-16,2 1 3 0,0 1 1 0,3 3 3 0,5-1 2 0,0 2-1 15,1 1-1-15,2 1 3 0,-1 2 1 0,1 1 0 0,2 2 0 16,1 2-1-16,0 1-1 0,2 3 0 0,1 2 1 0,0 2 1 0,-1 2-2 15,0 1 0-15,0 4 1 0,3 1 0 0,2 2 2 0,0-1 0 0,1 2-2 16,2 0-2-16,0-3-1 0,1 3 1 0,-1 0 3 0,-4 0-1 16,1 3 2-16,-3-1 1 0,-3-1 0 0,-2-1 2 0,-5 1 0 0,-4 0 1 15,-4 0 6-15,-4 0 8 0,-8 0 8 0,-3 1 7 0,-3 0 1 0,-5-1 0 16,-2 0-2-16,-4-1 2 0,-5-1-2 0,-2 0 1 0,-5 0 2 16,-3-2 2-16,-3 2 7 0,-4 1 3 0,-3-1-1 0,-4 1-2 0,-5 3-3 15,-4-1-10-15,-5 4-1 0,-5 1-7 0,-4 3-8 0,-6 3-1 0,-3 3-6 16,-4 1-4-16,-7 3-1 0,-4-1-5 0,-3 2-2 0,-4 2 1 15,0 0 0-15,0 0-8 0,-2 1 4 0,3-1 4 0,3-3 2 0,4-1 7 16,7-3-2-16,3-5-1 0,8-5-8 0,8-6 2 0,8-4-5 0,7-4-7 16,6-2-2-16,6-1-6 0,5-2 0 0,5 0 3 0,7-2 0 15,3-1 0-15,8-4-7 0,4-4-12 0,8-4-16 0,7-6-11 0,9-6-11 16,9-3-7-16,10-6-6 0,8-3-10 0,10-5-20 0,7-3-45 16,11-3-46-16</inkml:trace>
  <inkml:trace contextRef="#ctx0" brushRef="#br0" timeOffset="6693.45">16420 6717 1204 0,'-16'-25'2'0,"0"1"7"0,-2-6-1 0,3 9-3 0,5 2 4 0,1 4-5 16,2 2 0-16,1 1-1 0,0 1-2 0,2 0 0 0,-1 1-1 15,1 2-4-15,1-1-1 0,0 3 3 0,1-1-2 0,-1 0-2 0,1 0 4 16,0-1-5-16,1 0 2 0,1 0 1 0,2 0-4 0,1-1 2 15,2 0 1-15,2-2 4 0,2 0 2 0,4-1-2 0,4-2 2 0,3 0 5 16,4-3-1-16,6-1 12 0,3-1 2 0,8-1-3 0,6-2 1 0,5-1-4 16,7-1-3-16,5-1 3 0,4 2-3 0,6 1-3 0,4 1-3 15,3 3-2-15,4 1 0 0,0 2-1 0,1 3 3 0,-2 2 0 0,-2 2-2 16,-2 1-1-16,-3 2 0 0,-6 2-2 0,-3 2 2 0,-3 2-2 0,-3 3-2 16,-4 2-1-16,-1 2 0 0,-4 3 0 0,-2 1-1 0,-4 3-6 15,-2 2-2-15,-2 1 4 0,-2 2 0 0,-3 3 5 0,-2 2-3 0,-3 3 4 16,-3 2-1-16,-2 0-4 0,-3 3 10 0,-2 4-3 0,-1 1 3 15,-3 5 3-15,-2 1-13 0,-4 1 3 0,-2 4-4 0,-4 0-5 0,-2 3-1 16,-4-1-6-16,-4-1-3 0,-4-1-2 0,-5-3-2 0,-7 0-4 16,-5-4 13-16,-6-3 7 0,-4 0 7 0,-6-3 6 0,-4-2-3 0,-7-3 0 15,-6 0 3-15,-6-3 0 0,-7 0 0 0,-2-1 4 0,-5-3 5 0,-4-2 4 16,-2-3 5-16,1-3-1 0,1-2 4 0,4-5 12 0,5-2 10 16,5-4 8-16,7-1-2 0,6-2-7 0,7-2-9 0,5-1-7 0,5-1-5 15,9-1-2-15,6-2-10 0,5-3-13 0,5-2-25 0,2-3-25 0,6-2-34 16,4-6-11-16,7-4-19 0,7-4-2 0,6-2 24 0,9-1 9 15,9-1 18-15,8-1 7 0,6 0-19 0,7 0-20 0,3 2-27 0,6-2-152 16</inkml:trace>
  <inkml:trace contextRef="#ctx0" brushRef="#br0" timeOffset="20317.4">7847 8694 1518 0,'-29'-22'218'0,"-2"0"-177"0,-3-1-34 0,8 6-3 0,10 6-3 15,2 2 3-15,3 2-4 0,2 3-7 0,1 3-6 0,2 1-7 16,1 1-4-16,1 1-10 0,-2 3-6 0,1 1-6 0,0 3-4 0,-1 2 6 16,0 0 5-16,-1 2 12 0,1-1 8 0,0 0 7 0,0 0 7 15,1-2 2-15,1-1 3 0,1-1 1 0,0-4 1 0,1 0 4 0,0-1 1 0,0-1 3 16,2-1 11-16,0-1 10 0,0 0 8 0,1-1 11 0,0 0-2 15,2-2-1-15,0-2-3 0,2-1-9 0,1-2-5 0,3-4-2 0,5-1 0 16,4-3 0-16,4-2 2 0,4-2-3 0,4-4-1 0,8-2-2 0,2-3 0 16,6 0-2-16,4-2 0 0,1 2 0 0,6-1-5 0,3 1-1 15,3 2-4-15,3 2 0 0,0 1-2 0,1 2-22 0,-2 4 5 0,0 1 0 16,2 3-3-16,-2 2 23 0,0 3-2 0,0 3 0 0,-1 0-1 16,0 1-6-16,-1 2-4 0,1 3-3 0,-2 3 3 0,-3 2-10 0,0 3 1 15,-4 1-1-15,-1 5 0 0,-1 4 17 0,-1 2 2 0,0 3 4 0,-2 3-3 16,-1 1-13-16,-2 2-4 0,-1 1-3 0,-1 2-4 0,-2-1-1 15,-2 3-2-15,0-1 3 0,-4 1-3 0,0-3 0 0,-1 1 2 0,-3-1-2 16,-1 0 7-16,-4 0 6 0,-1 2 1 0,-2-2-5 0,-2 0-3 0,-2 0 11 16,-4 0 0-16,-1 2 12 0,-4-2-1 0,-2 1-8 0,-2-2 0 15,-2 0-3-15,-3-2 3 0,-2 2-3 0,-4 0 2 0,-2-1 5 0,-3 1-1 16,-1-2 5-16,-2 0 0 0,-3-1-1 0,-1 0 3 0,-3-1-2 16,-3 2-1-16,-2-1-1 0,-4 0 1 0,-3 0-14 0,-5-2 5 0,-4-1 15 15,-3-2-3-15,-5 2 8 0,-5-2-2 0,-3-3-15 0,-4 0 8 16,-4-3-2-16,-3-2-1 0,-2-1 1 0,-3-2 1 0,0-3 0 0,-1-1-2 15,-2-2 9-15,-3-1-5 0,0-2 4 0,-2-1 2 0,-1-1-11 0,0-1 8 16,2-2 5-16,2-2 5 0,3-2 9 0,3-2 4 0,4-2 1 16,2-2-3-16,2-2-3 0,5-1-9 0,3-2-4 0,2-1-26 0,4-2 5 15,1-3 0-15,3 1 5 0,5-3 19 0,2 1-4 0,1-3-4 0,1-1-9 16,0 0-5-16,1-2-1 0,1 1-1 0,4-1-1 0,2 2 1 16,2-2-4-16,2 1-1 0,1 0-1 0,3 2-2 0,1 1-2 0,3 4-4 15,3 0-4-15,2 2-9 0,4 3-11 0,0 0-20 0,5 3-28 16,2 3-32-16,2 3-42 0,5 1-47 0,3 0-54 0,5 2-68 0,7 1-117 15,5 1-211-15</inkml:trace>
  <inkml:trace contextRef="#ctx0" brushRef="#br0" timeOffset="22645.21">25337 9186 1548 0,'-3'-5'150'0,"0"0"-81"0,1 0-62 16,0 2-21-16,2 0 0 0,0 1 3 0,2 0 11 0,-1 0 3 0,1 1-5 15,1 0-7-15,1 0-9 0,0 1-10 0,4 0 0 0,2 1 1 16,4 0 5-16,2 1 12 0,2-1 5 0,4 1 1 0,3 0 5 0,1-1-3 16,3 1-2-16,2-1 0 0,6 1-1 0,3 1 0 0,4-2 4 0,4 1-5 15,4-1 2-15,3-1 2 0,2 0-2 0,1-2 3 0,1 0-2 16,0 0 3-16,-3-1 4 0,-1 1 1 0,-4-1 4 0,-2 0 2 0,-1 1-5 15,-3 0 1-15,-1 1 3 0,-3 2-1 0,2-1 7 0,-5 2 3 0,0 0 0 16,-3 1-1-16,-1 1 0 0,2 1-3 0,-1 1-5 0,-1 2-2 16,-1-2-4-16,0 3-3 0,0 0-2 0,-1 1-1 0,1 1 2 0,0 1-2 15,-2 1 0-15,0 1-3 0,0 1-8 0,-3 0-5 0,1-1-2 0,-2 3-7 16,-3 1 4-16,-1 2 2 0,-3-1 2 0,-1 2 8 0,-4 0 5 16,-2 0 3-16,-3 1-2 0,-1-1 14 0,-2 2 0 0,-3 1 1 0,-3-1 5 15,-2 3-12-15,-3 0 1 0,-3 0 0 0,-3 2-2 0,-1-1 1 0,-5 2 2 16,-2 0-4-16,-5 2-3 0,-4-1-7 0,-4 1-1 0,-5-2-4 15,-1-1 5-15,-6-2 2 0,-1 0 1 0,-2-2 6 0,-2-4 2 0,1 0 7 16,-4-3 0-16,0-3 1 0,0 0 1 0,-1-3-2 0,0-1 6 16,0-2-1-16,-2-2 0 0,1-2-3 0,0-1-1 0,2 0 3 0,2-3 7 15,4 0 8-15,3 0-2 0,5 0 3 0,1-1-7 0,6-1-8 0,0-1-3 16,5 1-11-16,1-2-1 0,4 0-9 0,1-2-7 0,1 0-16 16,1-1-20-16,2-1-26 0,-1-1-21 0,1-1-22 0,0 0-26 0,2-3-41 15,-2 0-68-15,-1-5-354 0</inkml:trace>
  <inkml:trace contextRef="#ctx0" brushRef="#br0" timeOffset="57258.39">20436 8638 986 0,'-14'-1'96'16,"1"0"-31"-16,-1 2-31 0,4 0-13 0,4 0-9 0,2 0-8 0,2-1-2 16,1 1-5-16,0 0-1 0,1 0-3 0,1 2 1 0,1-1-5 15,2 1-2-15,0-1 0 0,4 0-3 0,0 0-4 0,1-1 0 0,2 0-2 16,0-1 4-16,0 0 7 0,1 0 2 0,-2-1 9 0,2 0-4 0,0 0 8 15,0-1 3-15,0 1 3 0,0-1 7 0,1 0 0 0,1 0 2 16,2-1 0-16,1 0 2 0,2 2-1 0,1 0 5 0,2-1 5 0,-1 0-2 16,1 0-1-16,2 0-5 0,2 1-6 0,1 1 0 0,1 1-1 15,2-1-6-15,1 1-1 0,1 1-2 0,-1 0 4 0,2 1 0 0,1-1 3 16,0 2 5-16,2 0-2 0,-1 0 6 0,0 0 2 0,1 0-1 0,-1 1 2 16,3-1 4-16,0 0 1 0,1 1-3 0,0 0-4 0,2-1-1 15,2 1-6-15,0 0-2 0,0-2-1 0,2 1-4 0,2 0-1 0,1-1-4 16,1 1-3-16,0-1 3 0,0 0-5 0,1 1 4 0,0 0 2 0,1 0-5 15,-1 0 5-15,2 0-2 0,-2 0-1 0,0 0 0 0,0 1-2 16,-1-1 2-16,1-1 2 0,-1 2 4 0,0-1-1 0,-2 3 6 0,1-1 3 16,0 2-1-16,0-1 3 0,2 1 1 0,-2 0-1 0,1 0-8 15,-1-2-1-15,2 2-1 0,0 0 1 0,1 1 6 0,1 0 3 0,0-1 3 16,1 0-3-16,1-3-5 0,3 1-2 0,1 0-8 0,2-1 1 0,0-1 6 16,0-1 4-16,2 1 1 0,-3-2 0 0,2-1 5 0,-1 0-3 15,-1-1 6-15,2 0-7 0,-1 0 0 0,0-1 11 0,0 0-6 0,0 0 8 16,1 1 3-16,-1-1-7 0,1 1 4 0,-1-1-8 0,-1 0-9 0,0 1-1 15,3-1-11-15,-1 1 0 0,1-1 3 0,0 0-2 0,-2 1 4 16,1-1-2-16,-1 0-2 0,0 0 1 0,-2-1-1 0,0 1 4 0,0-2-7 16,0 0 2-16,0 0 2 0,-1 0-2 0,-1-1 1 0,1 2-13 15,-2-1-1-15,0-1 0 0,-1 0 6 0,-3-1 11 0,-1 1 4 0,0-1 0 16,-1 1-1-16,-2 0-1 0,1 0 0 0,-4 1 2 0,-1 0 0 0,-1 1 1 16,-3 0-3-16,0 0 2 0,1 1-1 0,-2 0 10 0,-3 1-15 0,-1-1 12 15,-3 1-16-15,-1 0 2 0,-1 1 2 0,0-1-11 0,-1 1 10 16,2 0-6-16,-2-1 7 0,-2 1-2 0,0 0 0 0,-2 0-3 0,2 1-2 15,-1-1 1-15,0 0 4 0,0-1-2 0,-2 0 4 0,1-1-2 16,-1 0 0-16,2 0 0 0,2 0 1 0,-1-1 1 0,0 1 9 0,0-1-1 16,-1-1 0-16,-1 1 1 0,0-1-11 0,1 1-2 0,-1-1 4 15,1 0-5-15,0 0 4 0,-1 0-1 0,1 0-1 0,-1 0 2 0,1 0 1 16,0 0-2-16,0 0-2 0,2-1 4 0,-1 1-2 0,2-1 1 0,-2 1 1 16,1-1-2-16,0 1-2 0,1 0 1 0,1-1 1 0,2 1 1 0,0 0 1 15,-1 0-2-15,0 0 0 0,1-1-3 0,0 2 3 0,1-1 1 16,0 1 1-16,2 0-5 0,-3-1 0 0,4 1 3 0,-2 0-5 0,1 1 5 15,-2 0-2-15,2 0-2 0,-2 1 2 0,2-1-3 0,-2 0 4 0,0 1-2 16,2 0 1-16,-2 1 7 0,1-1-7 0,-2 1 5 0,-1 0-3 16,0 0-1-16,1 0-1 0,-2 1 2 0,1 0-1 0,-2 0-2 0,0 1 1 15,0 0 1-15,-2-1 1 0,1 2-2 0,-2-1-1 0,-1 0-13 16,0 0 0-16,-1 0-11 0,-1 0-11 0,-2 0-8 0,0-1-24 0,0 0-24 16,-2-1-41-16,0-1-61 0,0 0-96 0,-2 0-167 0,-2-2-317 0</inkml:trace>
  <inkml:trace contextRef="#ctx0" brushRef="#br0" timeOffset="67848.97">5735 11211 701 0,'-16'-7'123'0,"2"1"-117"0,0-1-4 0,5 1-1 0,5 2-4 0,1 0 3 16,1 0-4-16,0 0-2 0,2 0 1 0,0-1-1 0,-1 1 1 0,1-1-1 15,1 1 0-15,0 0-2 0,2 0 1 0,0 0 1 0,1 0 1 16,0-1 4-16,1 0 1 0,0 0 0 0,0 0 0 0,-3 0 3 0,3 0-1 16,0 0-1-16,-1 0 1 0,2-1-4 0,-2 1 2 0,-1-1 0 15,2 0 2-15,-1 1-1 0,2-1-2 0,-1 1 2 0,-1 0 1 0,2 0 3 16,-3 0 6-16,3 0 0 0,-1 1 4 0,0 0 0 0,1 1 2 0,0-1 0 15,0 0 5-15,1 1-1 0,0-2 3 0,1 1-4 0,-1 0-1 16,2-1 0-16,2 0-3 0,2 0 0 0,2-1-3 0,-2 1-4 0,3-1-3 16,1 1-2-16,1-1 3 0,0-1-3 0,1 0 4 0,0-1-1 15,2-1-2-15,2 1 0 0,1-1-1 0,0 1 3 0,0-1-2 0,1-1 2 16,1 0 0-16,1 0 0 0,1 0 1 0,1 0 0 0,-1 2 0 0,2 0-2 16,-2 0-2-16,3 2-1 0,-3 0 5 0,1 1-2 0,-1 0 4 15,3 2 4-15,-1 0-2 0,2 0 6 0,-3 1-3 0,2 0-3 0,-1 1 0 16,4 1 3-16,0-1-2 0,3 1 4 0,1 0 3 0,1-1-2 0,2 2 1 15,2-1-3-15,3 0-4 0,1 0-4 0,3 0-1 0,2 0 1 16,0 0-3-16,1-1 3 0,2 0-2 0,0 0-6 0,2-1 4 0,0 1 0 16,0-1 0-16,1 2 3 0,-1-1-7 0,-1-1 0 0,1 2 1 15,-1-2 3-15,-2 2 4 0,1-1-9 0,-4 0 2 0,2 1-3 0,-2 1 4 16,1-1 2-16,-2 2 2 0,0-1-4 0,-1 1-5 0,-2 1 3 0,2 0-3 16,-2 0 7-16,0 2 1 0,-1 1-4 0,-1 0 1 0,0 0 0 15,-1 1 1-15,0 0 0 0,1 1 1 0,-3 0 1 0,0-1-3 0,1-1 5 16,0 1-5-16,-1-1-2 0,0-2 5 0,2 0 3 0,0-1 5 15,2 0 8-15,0-1 1 0,0 0 3 0,1-1-2 0,2 1-6 0,0-1-1 16,2-1-6-16,-2 1-3 0,2 0 1 0,0 0-6 0,0 0-1 0,1 1 2 16,-1 1 2-16,0-1-3 0,0 1 1 0,-1 1-5 0,0-2 2 15,0 2-3-15,1 0 1 0,-1 0 2 0,0 0-2 0,0 0 8 0,0 1-6 16,1 0-2-16,0-1 5 0,0 2-4 0,-2-1 3 0,0 0-1 0,0 1-1 16,1-1 2-16,0 1-2 0,-1 2 0 0,1-1-2 0,-1 1 4 15,-1 0-1-15,1-1 3 0,0 0-3 0,0-1 2 0,0 0-2 0,0-1-2 16,0 1 1-16,-1-1 0 0,1-2 4 0,0-1-2 0,0 0-3 15,0-1 2-15,0-1-1 0,1-2 2 0,-1 0 1 0,2-2 0 0,0 0-4 16,-2-2 2-16,-1 0-1 0,-2-2 0 0,0-1 3 0,1-1 1 0,-4-1 1 16,-1 0 5-16,0-1 0 0,-2 0-1 0,-2-3-1 0,0-1-2 15,-3-1 4-15,-1 1-2 0,0-3-2 0,0 0 4 0,-1 1-4 0,-2-3-7 16,-2 1 5-16,-2 0-1 0,1-2 1 0,-2-2 13 0,-1 1-5 0,0-1 4 16,-3 0-1-16,0 1 1 0,-3 0 3 0,-4 1-1 0,-1 1 4 15,-4 0-3-15,-1 1-7 0,-4 0-1 0,-1-2 1 0,-4 1 0 0,-2-3-2 16,-4-1-8-16,-3 1-4 0,-4-2-3 0,-3 1-5 0,-4-3 3 15,-4 1-5-15,-3-3-4 0,-5 1 7 0,-1-1-4 0,-4 1 9 0,-3-1 7 16,-4 0-3-16,-4 0 7 0,-3 0-3 0,-3-1-3 0,-1 2 1 0,-2-1 2 16,-4 1-8-16,-2 1 1 0,-2-3-4 0,-1 2 3 0,-3 0 2 15,0 0-2-15,-5 1 1 0,-1 3-2 0,-1 0-1 0,-3 2 3 0,-1 0 1 16,-3 1-1-16,-2 3 0 0,-2 0 6 0,-1 2 4 0,-3 2-7 0,-1 2 5 16,-1 1 1-16,0 2 1 0,-2 1 17 0,1 4-5 0,-2 3 8 15,1 2-4-15,0 2-10 0,1 2 9 0,2 2-3 0,3 4 9 0,2 0 14 16,5 1-7-16,3 1-5 0,4 1-8 0,3 2-19 0,3 2 2 15,4 2-5-15,1 4 0 0,3 2 1 0,2 1-5 0,2 3 4 0,5 2-2 16,3 4 1-16,2 0-2 0,6 1-8 0,1 2 7 0,6-1-7 0,3 3-2 16,2 4 4-16,2 0-13 0,2 3 12 0,3 0 1 0,1 0 0 15,5 0 9-15,-1-2-9 0,1-2 1 0,3-3-1 0,2-3 5 0,1-2-2 16,1-6 3-16,2-2 1 0,1-5-3 0,2-2 5 0,0-3-5 0,0-2 7 16,2-4-5-16,1 1 0 0,0 0 2 0,2-2-5 0,0-1 3 15,1-1-4-15,0-2-3 0,1 0-2 0,0-1-5 0,2 0 4 0,0 0 2 16,0-2 0-16,1 0 4 0,-1-1 1 0,1 1 2 0,0-1-2 15,0-1 1-15,2 1-1 0,0-2-1 0,0-1 4 0,1 1-2 0,-1-2-4 16,2 0 0-16,-1-1-5 0,1 0 4 0,1 0-1 0,2 0-3 0,-1-1-4 16,2-1-15-16,-1 0-24 0,1-1-15 0,1 1-24 0,-1-1-14 15,2-1-20-15,1 0-33 0,2-2-33 0,-1 0-67 0,4-3-314 0</inkml:trace>
  <inkml:trace contextRef="#ctx0" brushRef="#br0" timeOffset="68830.72">16344 10036 1928 0,'-8'-11'96'0,"-1"1"-78"0,-1-2-20 0,5 2-14 15,1 2-11-15,3 2-13 0,0 1-7 0,1 0 6 0,2 0 12 16,0 0 13-16,1-1 8 0,-1 1 5 0,1-1 0 0,1 0-6 0,1 0 4 16,1 0-2-16,2 0 0 0,1-2 6 0,2-2-4 0,1 1 0 0,0-2 5 15,3-1 2-15,1 1 7 0,3-1 7 0,0-1 7 0,3-1 9 16,-1 0-1-16,3-1 2 0,3 0 3 0,1 1-9 0,6-1 1 0,0 2-4 16,4-1-7-16,2 2-3 0,2-1-1 0,4 2-4 0,4 2 5 15,2 0-10-15,3 1 5 0,1 1-4 0,2 2-5 0,0 2 5 0,2 1-10 16,0 3 5-16,-2 1-1 0,1 1 1 0,-2 1 3 0,0 2 0 0,0 0-3 15,-2 3 0-15,-1 0 3 0,-1 3-8 0,-2 2 5 0,-1 0 0 16,-2 2-3-16,-2 0 3 0,0 3-2 0,-3 1 3 0,-2 1-5 0,1 0-5 16,-2 2 6-16,-2-2-7 0,1 3 5 0,-3-1-1 0,0 1-4 15,-2 2 1-15,-1-1-1 0,-2 1 3 0,-2 0-1 0,-3 0-8 0,-2 0 11 16,-3-1-9-16,-1 1 0 0,-2 0 5 0,-5 1-11 0,-2-2 7 0,-4 0-1 16,-4 1 6-16,-3-1 6 0,-4 2-3 0,-4-2 10 0,-5 3 0 15,-2 0 0-15,-5-1 9 0,-4 0 0 0,-2-3 1 0,-5 1 3 0,-5-2-8 16,-4 2 0-16,-6-1 0 0,-2-2 1 0,-4 2 7 0,-3-4 1 0,-1 0 2 15,-2-1-8-15,-3-2 0 0,1-4-1 0,-2-1-2 0,1-2 1 16,2-2 11-16,2-1 7 0,1-1 4 0,2-1 5 0,4-1 1 0,3-3-1 16,2 0 4-16,4 0 3 0,1-1-6 0,4-1 3 0,2 0-1 0,3 0-6 15,3-2-5-15,5 0-4 0,3-1-10 0,3-1 3 0,4 0 1 16,4 0-3-16,2 0 8 0,2 0 14 0,4-2 6 0,1-1-2 0,1-1-4 16,1 0-22-16,0-1-14 0,1-2-1 0,2-1-5 0,1-1 3 15,1 1 0-15,2-3 5 0,2 1-5 0,2-1-4 0,2 1 8 0,1 0-1 16,2 1 1-16,1 1 2 0,0 2-7 0,2 0-3 0,0 0-1 0,-2 1-5 15,1 1 5-15,-1 1-7 0,-1 2-8 0,1 0-9 0,-1 3-29 16,1-1-29-16,-3 2-42 0,1 1-47 0,0 2-34 0,-1 0-30 0,1 1-14 16,0 0-31-16,1 1-43 0,-1-1-116 0,3 2-78 0</inkml:trace>
  <inkml:trace contextRef="#ctx0" brushRef="#br0" timeOffset="70145.96">24069 10159 1015 0,'-4'-1'52'15,"1"0"-51"-15,-1-1-18 0,2-1 2 0,-1 0 6 0,4-2-3 0,0 1 4 16,2-1 0-16,0 2 0 0,0-1 3 0,0 0 1 0,1 1 1 16,1-1 0-16,0 0 6 0,2-1 5 0,1 2 9 0,1-3 7 0,1 0 7 15,0 0 6-15,1-1 4 0,2-1 3 0,3 0 3 0,-1 0 7 16,4-1-2-16,0 0-4 0,2-2-7 0,1 0-9 0,2-1-1 0,3 1-2 16,2 0 5-16,3 0-1 0,4 1 2 0,1 1 3 0,2 0-1 0,3 1-2 15,1 2 1-15,2 0-9 0,4 2-7 0,1 1-6 0,3 1-6 16,0 1-2-16,3 2-2 0,1 2 0 0,0 2-1 0,1 0-7 0,1 2 0 15,-1 2-3-15,1 0 1 0,-1 2 0 0,-1 2 1 0,1 1 0 16,-1 2-1-16,-1 2 1 0,0 0 1 0,-2 0 3 0,-1 3-6 0,0 0 3 16,0-1-7-16,-1 2 11 0,0 0 4 0,-3 0-1 0,-1 2 4 0,0 0-10 15,-2 1 2-15,0 0-5 0,-3 0 5 0,-3 1-8 0,-2 1-4 16,-1 1 0-16,-2 0-3 0,-3 3 3 0,-2-2 0 0,-4 2 3 0,-3-1 2 16,-4 1-3-16,-3-2 8 0,-4 1 3 0,-4-2 1 0,-3 3 6 15,-4-3-2-15,-3 0-5 0,-3-1 8 0,-3-1-2 0,-3-1-5 0,-5 0 2 16,-3 0-3-16,-4-2 1 0,-3 0 3 0,-5 0 4 0,-4-3 5 0,-5 0 2 15,-4-2 6-15,-3-2 7 0,-4-1-9 0,-4-2 5 0,-1-3-7 16,-4-2-1-16,1-2 8 0,-2-2-9 0,-2-3 6 0,-1-2-7 0,0-2-2 16,2-3 5-16,0-2-2 0,0-2 0 0,1-3 1 0,1 1-2 0,2-3 1 15,4-1 4-15,1-1-2 0,4 0 4 0,3-2-4 0,2-2 5 16,4 2-5-16,6-4 2 0,2 0-1 0,5 0-17 0,2-2 4 0,1-1-17 16,4-1-11-16,0-4-18 0,1-3-33 0,4-3-34 0,1-6-55 0,2-7-72 15,4-12-146-15,6-14-440 0</inkml:trace>
  <inkml:trace contextRef="#ctx0" brushRef="#br0" timeOffset="81760.66">4481 11231 427 0,'-4'-22'32'0,"-2"-2"23"0,0-4 15 0,-2-2 13 0,4 18-19 0,0 2-5 0,1 2 4 16,0 1 5-16,1 1-5 0,2 2-13 0,-1-2-10 0,1 1-9 0,1 1-3 16,1 1-8-16,2-1-5 0,2 0-8 0,3-1-2 0,2-1-4 0,1 1-1 15,2 0 3-15,1-1-4 0,1 1-1 0,-1 1 1 0,3-2 1 16,1 1-1-16,1 0 1 0,1-1 2 0,0 1-3 0,1 0 4 0,1-1-3 15,0 1 2-15,0-1 1 0,2-1 3 0,2 0 6 0,2-1 8 0,3 1 6 16,1 0 1-16,3 0 1 0,3 0-6 0,3 0-1 0,4 1 5 16,3-1-1-16,4 2-1 0,3 0-3 0,2 0-5 0,3 2-2 0,4 0-1 15,1 1-2-15,2 3-4 0,4 1-3 0,2 1-1 0,0 4-3 0,2 3 4 16,0 1-4-16,-3 6-1 0,1 3 0 0,-3 2-3 0,-2 6 4 16,-2 2-5-16,-1 4 4 0,-5 2-4 0,-1 0-1 0,-3 3 2 0,-5 1-4 15,-3 3 0-15,-5-2-5 0,-4-1 0 0,-4 0 8 0,-3-4 0 16,-2 0 7-16,-4-4 4 0,-4-2-3 0,-4-1 0 0,-3-3 0 0,-5-3 0 15,0 2 3-15,-4-2 4 0,-2 3 1 0,-3 0 0 0,-3 1-2 0,-3 2 2 16,-4 2 6-16,-3 5-3 0,-5 2-1 0,-6 4-1 0,-5 4-15 16,-3 2 7-16,-8 5-5 0,-2 2-9 0,-6 3-4 0,-6 4-15 0,-4 1-5 15,-4 2 4-15,-4 1 6 0,-3-1 5 0,-2-1 4 0,-3-2 14 16,2-4 5-16,0-5 12 0,0-4 17 0,0-7 0 0,0-4 18 0,0-7 11 16,1-3 18-16,2-8 13 0,1-4 7 0,2-6 4 0,1-6-2 0,3-6-9 15,1-7-6-15,1-5-15 0,1-5-10 0,2-7-13 0,2-3-12 16,2-6-12-16,1-6-17 0,1-6-22 0,3-6-2 0,2-5 4 0,3-5 1 15,3-2 17-15,4-5-7 0,3-4-1 0,5-2 1 0,2-2-4 0,1 0-11 16,4 1 13-16,1-1 0 0,1 2 2 0,3 3 10 0,2 0-9 16,0 0-2-16,2 3-11 0,2 1-7 0,1 3 0 0,2 3 6 0,1 3 3 15,-1 3 10-15,2 4-14 0,0 2-20 0,1 5-25 0,1 0-31 0,2 2-29 16,0 2-27-16,1 3-19 0,2 3-29 0,0 3-53 0,2 1-97 16,0 2-329-16</inkml:trace>
  <inkml:trace contextRef="#ctx0" brushRef="#br0" timeOffset="82933.72">15278 11377 1105 0,'-1'-2'544'0,"1"-2"-441"0,0 0-57 0,0 0-20 0,2-1-17 0,2 0-5 16,4-2-17-16,2-1-3 0,6-1 4 0,4 1 4 0,3-2 4 16,4 1 1-16,0-1-4 0,3 0 2 0,0 0 0 0,4 1 1 0,1-1 1 15,2 1 2-15,1-1 0 0,2 1 2 0,3 0 0 0,0 1-1 16,2 2 0-16,1-1 3 0,3 0-3 0,0 0 3 0,1 1 1 0,1 1-4 16,1 1 5-16,-1 0-1 0,3 0-3 0,2 1 3 0,0 1-3 0,2 0 3 15,1 1 3-15,2 0 0 0,1 1 1 0,1-1-4 0,1 2 0 0,1 1 2 16,0 0-3-16,0 1 0 0,3 0-7 0,1 2 2 0,-1-1 4 15,1 3 2-15,0 0-2 0,-2 1 1 0,2 1-4 0,-2 1 1 0,-1 2 2 16,1 3 1-16,-2 2 2 0,0-1-3 0,-3 5-2 0,1 1 0 0,-2 1-4 16,-2 3-11-16,-3 2 7 0,-3 1 1 0,-2 1 2 0,-3 3 9 15,-3 0-11-15,-3 1-1 0,-2 2-1 0,-3 1 0 0,-2 2-2 0,-3 4-2 16,-3 2-6-16,-4 1 2 0,-2 0-9 0,-3 1-1 0,-1 2 0 16,-3-1-2-16,-2 1 9 0,-4 0 4 0,-3 0 4 0,-4 1 2 0,-3-2 3 15,-4-1-2-15,-2 1 2 0,-3-1 1 0,-3 0 1 0,-3-1 4 0,-3 0-1 16,-2-1 0-16,-3 0 4 0,-3-1 2 0,-2-2 2 0,-4 1 0 15,-3-3-2-15,-4-2-2 0,-4 0 3 0,-3-3-1 0,-4 0-2 0,-3 1 11 16,-4-4 0-16,-4 0 13 0,-1-5 13 0,-1-1 8 0,-2-3 16 0,0-4 5 16,0-1 5-16,-2-4 2 0,-2-3-4 0,0-3-7 0,-2-2-6 15,-1-4-13-15,-3-2-6 0,-3-5-13 0,-2-3-2 0,2-3-6 0,-4-5-1 16,3-2-7-16,2-3-7 0,-2-5-6 0,1-2-9 0,0-6 3 0,-1-4 3 16,1-5 3-16,0-1-1 0,4-5-1 0,3-2-1 0,1-2-10 15,2-3 4-15,3-2 1 0,2 1 1 0,5 1 9 0,5 3-2 0,4 0-6 16,2 2-5-16,5 0-13 0,1 0-24 0,3-2-27 0,3-1-42 15,4 0-73-15,2-5-82 0,3-3-161 0,4-3-317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2:27:04.3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7800 7015 8 0,'1'1'5'15,"2"3"-2"-15,1 1-1 0,-1 0 0 0,0 1-2 0,0-1 1 16,0 1 0-16,-1-1 0 0,0 2 0 0,0 0 0 0,-1 0 0 0,1 1 1 16,0-1 1-16,-1 1 1 0,2-1 7 0,-2 0 10 0,2-2 13 0,2 0 16 15,-1 0 6-15,1-1 8 0,2-1 0 0,1-1-10 0,2 0-2 16,2 0-20-16,0 0-8 0,2-1-4 0,1 1-3 0,2-1-2 0,0 0 0 16,2 0 1-16,0 0 0 0,0 0 1 0,1 1-1 0,0-1 0 15,-1 1 2-15,2 0-3 0,-1 0 0 0,0-1-1 0,1 1 0 0,-1 0 0 16,0-1-1-16,0 2-1 0,1-1 0 0,-1 0 1 0,-1 1-4 15,1-2 4-15,-1 0-4 0,-1 1-1 0,2-2 2 0,0 0 2 0,2 0 1 16,1-1 2-16,0-1 0 0,2 2-1 0,-2-2 0 0,0 1 3 0,1-1-4 16,0 0 2-16,1-1-3 0,1 0 0 0,0 0 0 0,0 0-1 15,0 0 3-15,0-1-2 0,0 0 0 0,-2 0 1 0,1 0-6 0,-3 1-1 16,2-1 2-16,-1-1-3 0,-1 1 1 0,-1-1-1 0,-2 1 0 0,-1-1 1 16,-1 0 0-16,0 1 0 0,-2-1 2 0,1-1 0 0,-2 1 0 15,1-1 2-15,-1 0-4 0,-1-1 2 0,0 0-1 0,0-1 1 0,-3-2 1 16,1 0-7-16,-2-2-2 0,0 1-1 0,0-2-1 0,-2 0 8 0,0-1 8 15,-1 0 0-15,-1-1 0 0,-2 0 2 0,-1-3-10 0,-2-1 2 16,0 2-5-16,-3-2 2 0,0-1-2 0,-3 1 0 0,-1 0 4 0,-1-1-3 16,-2 0-2-16,-1 0 0 0,-1 0 0 0,-3-1-1 0,-1 0-1 15,-2-2 0-15,0 2-2 0,-3-1 1 0,-2 0 0 0,1 2-1 0,-1-1 2 16,0 0 0-16,-3 2 0 0,-2-2-1 0,1 0-1 0,-2 1 0 0,1 1 0 16,-1 0-4-16,0 1 3 0,-1 0 1 0,2 1 6 0,-1 0 6 15,1 2 2-15,0 1 0 0,1-2-5 0,0 3 0 0,1 1-3 0,1 0 1 16,0 2-1-16,0 1 1 0,-2 1-3 0,2 2 1 0,1 1-5 15,1 1 0-15,1 1 4 0,0 0-3 0,-2 2 0 0,1 1-1 0,-2 0-3 16,-1 2 2-16,0 1-2 0,0 1 4 0,0 1-2 0,-1 2-2 0,0 0 1 16,-1 1-2-16,1 0 4 0,-3 2-1 0,2-1 3 0,-1 2-2 15,0 0 1-15,0 1 0 0,0 1 1 0,0-2-5 0,-2-1 2 0,3 2 0 16,0 0 0-16,3 1 3 0,1 1 7 0,1-2-2 0,0 1-1 0,2 0 1 16,1 0-4-16,3-1-1 0,1 2 1 0,2 1 2 0,2 0-2 15,-1 0 4-15,2 0-5 0,1-1-1 0,1 1-1 0,4-1-2 0,0-2 2 16,3 2 1-16,1-1 3 0,1 1-1 0,2-1 5 0,-1 1 1 0,5-1-3 15,-1 0 2-15,3 0-4 0,1-1-1 0,0 2-3 0,1 0 3 16,1 1-2-16,-1-1-1 0,2 1 3 0,0 0-3 0,0 0-2 0,0 1 1 16,0-1-5-16,2 1-7 0,2 0-7 0,0-1-36 0,0 1-67 0,2 1-45 15,2-2-63-15,1-1-151 0</inkml:trace>
  <inkml:trace contextRef="#ctx0" brushRef="#br0" timeOffset="6126.57">5219 7903 191 0,'-7'-11'19'0,"0"1"1"0,-1-2 13 0,2 4 2 16,1 1-1-16,-1 1-7 0,0 1-9 0,0 0-7 0,-1 1-6 0,1 0-1 16,-1 1-2-16,0 1-3 0,0 0-5 0,-2 2-4 0,0 0-2 15,0 2-3-15,-1 0 1 0,-1 1-1 0,-3 1 0 0,-2 0 1 0,-1 1-1 16,0 0 4-16,-3 0 1 0,1 2 4 0,-1-1 4 0,0 0 1 0,-2 1 0 15,1-2 3-15,-1 0 0 0,0-1 3 0,2-1 3 0,-1-1 4 16,1-1 2-16,2-1 3 0,1-2 2 0,1 0 0 0,2-2 6 0,3 0-4 16,-2-1 0-16,3 0-1 0,0-1-3 0,1-1 1 0,1 0 1 0,1-1 0 15,1 1-3-15,0-2-3 0,1 0-2 0,1-1-1 0,0 1 0 16,1-2 0-16,1 1-1 0,0-1 0 0,2 0-1 0,1-1-2 0,0 0 1 16,2 0-4-16,-1 1-2 0,2 0 1 0,2 0-1 0,0 1 1 15,1-1 0-15,0 1-1 0,2 0-1 0,2-1 3 0,0 1-1 0,1 1 7 16,1 0-4-16,-1 2 6 0,4 1 0 0,2-2-3 0,0 2 4 0,1-1-5 15,0 1 1-15,1 0 0 0,0 1 1 0,2 2-1 0,0 0-1 16,-1 2 0-16,0 1 0 0,-1 0 0 0,2 3-1 0,-1 0 1 0,1 2-2 16,1 1-1-16,-1 0 1 0,0 1-5 0,0 1 2 15,1-1-7-15,0 0 2 0,2 0 1 0,1 2 1 0,1 0 2 0,-1 1 0 0,-2 1-2 16,1-1 3-16,-1 1 2 0,1 0-2 0,-1-1 2 0,-1 1-3 0,1-1-3 16,-2-1 2-16,0 4 2 0,-2 0 0 0,-2 1 3 0,-2 0 1 15,-2-1 1-15,-1 2 6 0,-2 0 2 0,-2 1 5 0,-1 0 5 0,-4 2-1 16,0 2 1-16,-2 0-1 0,-1 2-2 0,-2 1 1 0,-2-1-1 0,-1 2-4 15,-1 0-2-15,-2 0-3 0,-1 2-4 0,0 0-1 0,-3 2-1 16,1 0-4-16,-1 1 3 0,-1-2-8 0,1 1-1 0,-3 0 6 0,0-2 0 16,-1 2 9-16,0-3-3 0,2-1-5 0,-1-3-1 0,-1-1-2 0,-1-1 1 15,2-3 1-15,-3-1-2 0,2-1 0 0,-1-2-1 0,0-1 1 16,-2-1 3-16,-1-3 3 0,1 0-2 0,-3-3 5 0,0-1-2 0,0-2-3 16,0-1 1-16,0-2 0 0,1-1-1 0,-1-2 2 0,0-1 3 15,1 1-1-15,-2-3-1 0,-1 1 3 0,1-2-2 0,-1 0 0 0,2 0-1 16,-2-1-2-16,1 0-2 0,1-1-1 0,0 0 1 0,0 0-2 0,1-1-1 15,1 0 1-15,-1-2-1 0,3-1 1 0,-1 0-1 0,1 1 1 16,1 1-2-16,4-1-7 0,-1 0-3 0,1 1-2 0,3 1-7 0,-2 0 0 16,3 2-1-16,3 1-14 0,-2 2-9 0,5 1-23 0,0 0-26 0,3 1-23 15,1 1-24-15,3 2-17 0,2-1-37 0,5 0-118 0</inkml:trace>
  <inkml:trace contextRef="#ctx0" brushRef="#br0" timeOffset="8290.01">7257 7731 831 0,'-18'-14'109'0,"2"0"-108"16,-4-2-1-16,7 3 10 0,4 4 7 0,2 1 0 0,1 0 2 0,2 1-5 15,0 1-12-15,2 0 0 0,0 1 0 0,1 0-5 0,1 1 5 16,0-1-5-16,1 2-3 0,0-1 3 0,1 2-1 0,-1-1 2 0,1 1 3 15,0-1-2-15,0 0 1 0,0 0-1 0,0 0 2 0,1 0 0 0,-1 0 3 16,0 1 1-16,1-1 0 0,0-1 0 0,2 1-1 0,-1 0 3 16,1-1-3-16,0 0 6 0,2-1-2 0,1 1 0 0,0-1 0 0,1 2 1 15,2-1-2-15,1 0 1 0,2 0 2 0,2 1-2 0,-1 1 1 16,3 0 1-16,1-1-4 0,1 1 1 0,3-1 2 0,0 1-2 0,3-1-3 16,2 2 2-16,0 0-3 0,4 1-2 0,0 1 1 0,3-1-3 0,1 2-3 15,0 0 1-15,3 1-1 0,1 1-2 0,0 0 5 0,0 0-1 16,-1 1-3-16,0 1-1 0,-1 0-3 0,1 2 0 0,-1 1 3 0,-1 1-5 15,-1 1-1-15,0 1 0 0,-3 1 3 0,1 1-1 0,-2 1 5 0,-1 3 6 16,-3-1-1-16,-1 4 5 0,0 2-2 0,0-1-5 0,-2 3 0 16,-1 0 1-16,0 0 1 0,-4 2 0 0,1-2 0 0,-1 2-2 0,0 1-1 15,-1 1-2-15,1-1-2 0,-3 2 0 0,-1-2-5 0,-1 0 0 16,-2 2-4-16,-2-3-1 0,-1 3-1 0,-2-2-3 0,-2 1 3 0,-1-4-1 16,-3 0 1-16,-2-2 13 0,-3 0 1 0,-3-1 5 0,-2-1 0 0,-2 0-4 15,-4 0 1-15,-3-1 1 0,-4 0 1 0,-2 0 0 0,-4-3 0 16,-3 2 0-16,-4-2 3 0,-2 0 2 0,-5-2 2 0,-3-1 4 0,0-1 5 15,-2-1 4-15,0-3 6 0,-1-3 6 0,0-1 6 0,0-2 5 0,1-3 6 16,-1-2 1-16,2-2 6 0,3-2-1 0,1-1-1 0,3-3-8 16,2-1-11-16,0 0-6 0,5 0-12 0,1-1-3 0,6 0-3 0,2 0-10 15,4 0-8-15,3-1-10 0,2 0-12 0,3 1-17 0,3-1-20 16,5-1-32-16,4-2-46 0,6-1-39 0,5-3-50 0,5-4-210 0</inkml:trace>
  <inkml:trace contextRef="#ctx0" brushRef="#br0" timeOffset="13483.71">11363 9542 1220 0,'7'-5'59'0,"2"-2"-49"0,5-2-13 0,1 1 9 16,0 1 8-16,-1 1 3 0,2 1 4 0,0 2-2 0,0-1 1 0,-1 2 1 15,0 0-5-15,1 1-3 0,-2 1-2 0,-1 2-5 0,-1 0 1 16,-2 2-1-16,-1 0-2 0,-2 1-2 0,1 0-1 0,-2 1 3 15,1 0-1-15,-2 3 5 0,2-1 5 0,0 2 1 0,1-1-3 0,0-1 4 0,1 2-5 16,1-1 3-16,1 0 8 0,3 1 9 0,3-1 10 0,2 0 9 16,1 1 11-16,4 0 12 0,3 0 4 0,3-1 2 0,3 0 2 0,5 0-4 15,2-2-3-15,3 0-4 0,4-1-11 0,2-1-5 0,3 1-6 16,2-1-10-16,2 0-1 0,1 0-6 0,0-1-7 0,2 0 1 0,2 0-6 16,1-1-5-16,-1 0-2 0,1-1-5 0,0 0-3 0,0 0 2 0,-1-1-3 15,1 0 1-15,-2 0-5 0,0-1-1 0,0 0 2 0,1-1-1 16,-2 0 2-16,-1-1 0 0,-1-1-10 0,0 2-12 0,-2-2-15 0,-1 1-26 15,0-1-36-15,-2 0-54 0,-1-1-69 0,-1 0-98 0,1-2-118 0,-2-2-456 16</inkml:trace>
  <inkml:trace contextRef="#ctx0" brushRef="#br0" timeOffset="17625.18">14306 8867 837 0,'-7'-14'18'16,"1"0"25"-16,0-2-7 0,5 3-6 0,4 1-13 0,3 0-3 0,2 0-7 15,4 1 0-15,2 1-3 0,2-2 0 0,2 1-4 0,2-1-2 16,3 1 0-16,1 1 0 0,3-1 0 0,1 0 1 0,2 0 0 0,2-2 0 15,1 2-2-15,0-2 0 0,4 0 2 0,1 1-1 0,1-1 5 16,-1 1-1-16,0-1-3 0,3-1 3 0,1-1-2 0,1 1 3 0,2 2 1 16,2-1 5-16,0 1 3 0,1 0 7 0,3 1 9 0,1 1 7 0,5 0 5 15,0 0-6-15,2 2-5 0,2 0-7 0,1 1-10 0,3 0-4 16,0 1-3-16,3 1-2 0,1-1-2 0,2-1 3 0,0 1-2 0,-3 0 1 16,1 1 1-16,-4 1 2 0,0 0-2 0,-2 0 4 0,-1 1-1 0,-1 1-2 15,-3 1 6-15,1 1-1 0,-3 2 0 0,-1 1 3 0,-2 2-5 16,-3 2-1-16,-2 1-3 0,1 1-2 0,-1 3-4 0,-2 1 0 0,-1 2-4 15,-2 3 1-15,1 1-1 0,-3 1-1 0,0 3-2 0,0 1-3 16,-1 3-4-16,-1 2-4 0,-1 0 1 0,-3 2-6 0,0 2-11 0,-4 3-6 16,-1 3-10-16,-5 1 0 0,-3 1 1 0,-3 3 8 0,-4-2 10 0,-2 1 6 15,-4 3 16-15,-2-3 1 0,-4-2 10 0,-1 0 6 0,-3-3-1 16,0-1 0-16,-2 1 4 0,-1-3 0 0,-2 0 8 0,-1-3 2 0,-4 0-5 16,-1-2 2-16,-2 1-5 0,-3-3-4 0,-2 0 1 0,-1-3 7 15,-5 1-1-15,-2-4 11 0,-2-1 5 0,-3-3-3 0,-3-2 1 0,-2-3-7 16,-6-1-9-16,-1-1-10 0,-3-2-11 0,-3-2-15 0,-5-2-13 0,-6-3-5 15,-2-2 2-15,-4-1 9 0,-2-2 15 0,-3-2 10 0,0-2 17 16,-2-1 19-16,2-2 27 0,1 0 25 0,2-1 20 0,1 1 9 0,4-3-8 16,3-1-13-16,4-1-14 0,1-1-31 0,3-3-13 0,2-2-12 0,-1 1-11 15,7-3 4-15,1-1-1 0,1 0-4 0,3-1-3 0,3 1 2 16,2 3-2-16,3 3 1 0,2 1-1 0,1 2 2 0,4 0-3 0,1 2 0 16,3 0-4-16,2 2-3 0,2 3-1 0,1 0-4 0,1 1 0 0,1 2 0 15,1 1 0-15,-1 1-4 0,1 0 2 0,0 2 2 0,2 0-3 16,0 1 2-16,0 1 4 0,1 1-4 0,1 1 2 0,-1 0 1 0,2 1-3 15,1 0 4-15,0 0-4 0,0 1 0 0,2 0-5 0,1 1 1 16,0-1-1-16,2 2 0 0,0-1-1 0,2 0-1 0,1-1 1 0,1 1 0 16,0-1 1-16,2-1 1 0,0-1-2 0,2 0 7 0,0-1-1 0,1 0 4 15,-1-1 0-15,1 0-3 0,2 0 3 0,-2 0-1 0,1 0 3 16,1-1-1-16,-1 1-2 0,1-1-2 0,0 0-2 0,2 1 1 0,0-1 1 16,1 1 4-16,0 0-1 0,-2-1-1 0,1-1 0 0,1 1-1 0,0-1 3 15,0 0-1-15,1 0 0 0,-1 0-3 0,1-1-1 0,1 0 1 16,0-1-7-16,2 0-5 0,2-1-10 0,0 1-8 0,0-1-8 0,1 0-12 15,1 0-8-15,0 1-12 0,-1 0-6 0,2 0 1 16,-1 0 3-16,0 1 0 0,1 0-2 0,-1 2-3 0,-2 0-7 0,1 0-1 0,-2 1-36 16,0-1-54-16</inkml:trace>
  <inkml:trace contextRef="#ctx0" brushRef="#br0" timeOffset="31582.07">12675 9614 441 0,'16'-3'13'0,"8"-1"8"0,8 0 18 0,9-1 14 0,-4 2-4 0,0 1 2 0,3 0-9 0,1 1-8 0,0 2 1 15,2 1-2-15,3 1-4 0,1 1 2 0,0 1-8 0,0 1-5 16,0 1-6-16,-2 1 2 0,-2 1-6 0,0-1 0 0,1 2-3 0,-2-1-4 16,0 1 2-16,-1-2 0 0,-3 0 0 0,1 0-1 0,1-1-1 0,1-2 0 15,-2-1 1-15,0-2 3 0,-1-2-2 0,-1-1 3 0,0-1-3 0,-1-1 2 16,-1-3 3-16,-1-1 1 0,0-2 2 0,-1-1-1 0,2-2 1 15,-3-1 1-15,-1-3 3 0,-1-1 5 0,-2-2 4 0,-3-2 6 0,0-1 4 16,-3-1 3-16,-1-3 4 0,-2 1 3 0,-2-3 1 0,-1 0 0 16,-1-3-6-16,-4 0-4 0,-1-2-2 0,-5 0-1 0,-2 0-3 0,-3 1-5 15,-3-1-4-15,-3-1-3 0,-4 0 1 0,-3 0-6 0,-4 0-1 0,-1 0-1 16,-3 1-3-16,-4 0-1 0,-2 2-9 0,-1-2 1 0,-3 4 3 16,-2-1-1-16,-3 1 7 0,-4-1-2 0,-1 0-5 0,-3 0 4 0,0 2-4 15,-3-1 1-15,-1 2 1 0,-1-1-3 0,-1 1 4 0,-3 1-5 16,0-2 1-16,-3 0 6 0,1 0-2 0,0 1 2 0,0 1 2 0,2 1-1 15,-1-1 2-15,1 0 0 0,0 2 2 0,1-1-5 0,-1 3 6 0,1-2 6 16,1 3 8-16,0 1 15 0,2-1 4 0,-1 1-5 0,-2 1-6 16,2 2-6-16,-1 1-5 0,2 4-1 0,1 2 0 0,-1 3-3 0,2 1-6 15,1 2 0-15,1 3-6 0,-2 3 4 0,2 3-3 0,0 2-3 0,-1 3-1 16,-1 4-7-16,2 3 1 0,0 4 1 0,0 0-8 0,-2 5 2 16,-2 2 11-16,-1 4-5 0,-2 5 2 0,0 3 3 0,0 2-16 0,-2 4 3 15,1 3-3-15,0 2-1 0,0 3-3 0,3 1-3 0,1 1-3 16,3 1-15-16,1 1-9 0,2 1-7 0,2 2-27 0,0-1-28 0,4 2-41 15,1 0-57-15,3-1-60 0,4 0-167 0,1-2-55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2:28:38.7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4654 6154 596 0,'-8'-6'-40'16,"2"1"77"-16,0 0 8 0,4 4-17 0,4 0-10 0,2 1 3 0,2-1-1 16,6-1-3-16,1 1-3 0,5 0-4 0,2 1-5 0,1 2-3 15,3 1 2-15,4 1-3 0,2 2-1 0,2 0 0 0,3 1 0 0,1 1-7 16,4 0 3-16,3 0 0 0,1 0-3 0,4-1 8 0,2 2-3 16,2-1 0-16,3 0 0 0,2 1 0 0,1-1 1 0,1 1 1 0,2 0-1 15,1-2 0-15,4 1-1 0,1 1 1 0,-1-1-1 0,2 1 3 16,2-1 2-16,-2-2-6 0,3 0 6 0,1 0-4 0,1-1 0 0,4 1 4 15,0-1-1-15,3-1 5 0,2 0 4 0,-2-1 3 0,4 0-2 0,0-1 3 16,-2-1 1-16,4-1-1 0,0 1 5 0,2-1 1 0,0 0-3 0,0 0 2 16,0 0-5-16,-2 0 1 0,3 1-1 0,-1-1 1 0,4 1-1 15,0 0 0-15,1 0-1 0,0 0-3 0,1-1 3 0,1 1-4 0,0 1 1 16,2-1 3-16,-2 1-5 0,0 1 2 0,2-1 3 0,-1 1-5 16,1 1 2-16,3 0-6 0,-2 1-3 0,0 0-1 0,0 0 0 0,-2 1 3 15,3-1-2-15,-1 0 2 0,1-1-1 0,0 1-3 0,-3-1 3 0,2 0 0 16,-3 0 3-16,1-1-1 0,1-2 3 0,-2 1-3 0,0-1 1 15,-2-2 2-15,-1 0 0 0,-2-1 0 0,0-2 0 0,-3 0 5 0,0-3 3 16,-2 0 3-16,-4-2 7 0,-1-1 3 0,0-2 3 0,-3 0-4 0,-1-2-4 16,-1-2-4-16,-2 0 7 0,-5 0 4 0,1-2 0 0,-2-2 1 15,-2 0-6-15,0-3-2 0,-2-1-3 0,-2 1-2 0,-1-3 2 0,-2 1-5 16,-1-2 0-16,-2-2 0 0,-2 1-4 0,0-5 1 0,-4 1 3 16,-2-2-4-16,-2-1 7 0,-4 1 1 0,-3-3 0 0,-4 2 2 0,-1-3-10 15,-5 2 1-15,-2-1 6 0,-3-1 3 0,-5 1 11 0,-2-1-3 0,-4 1-6 16,-1 0-4-16,-2-2-9 0,-4 1 3 0,0-1-1 0,-4-2-2 15,-1 2-1-15,-4 0-4 0,-2-1-2 0,-5 2-4 0,-2-2-1 0,-4 0-5 16,-2 0 3-16,-5-1 5 0,-5 1-5 0,-3 0 3 0,-5-2-4 0,-3 2-2 16,-4-1-1-16,-3-2 0 0,-5-1 1 0,-4 0 2 0,-4 0-3 15,-5 1 4-15,-3 1-3 0,-5 0 1 0,-4-1 0 0,-4 0 5 0,-5-1 0 16,-2 1 2-16,-4-2 1 0,-2 3-5 0,-2 1 1 0,-4 0-2 16,-2 1-1-16,-2 0 2 0,-3 1-2 0,-4 2 1 0,-3 2 3 0,-5 4-4 15,-2-1 4-15,-2 4 3 0,0-1-2 0,-1 3 5 0,0 0 2 0,-2 4-3 16,-3-1-1-16,-1 3 0 0,-3 3-5 0,0 1-2 0,1 3 0 15,-3 0-1-15,1 4-3 0,-2 2 0 0,-3 1-4 0,1 2 2 0,1 1-2 16,-3 1 4-16,1 1 2 0,-1 2-2 0,0 2 5 0,0 1-2 0,-2 1-1 16,1 1 2-16,0 0-4 0,-1 3 7 0,0 3 3 0,0 1-6 15,0 3 0-15,-2 1-4 0,0 2-4 0,-3 1 10 0,0 2-4 0,1 1 3 16,0 3 9-16,-1-1 5 0,0 3 2 0,5-1-3 0,3 2-1 16,7-2-12-16,8 2 16 0,6 2 3 0,6 2-3 0,5 1 1 0,5 3-15 15,6-1 0-15,4 4 10 0,4 4 1 0,2 4 6 0,5 3-4 0,0 2-4 16,3 4 1-16,5 2-3 0,0 1 4 0,4 4-2 0,4 2-15 15,1 0-4-15,5 2-1 0,4-1-3 0,3 1 2 0,5 2 11 0,1-1-4 16,3 1 1-16,2 3 0 0,1-2-9 0,4 0-6 0,2 1-2 0,4-3-14 16,1 0-8-16,3 2-7 0,2 0-18 0,4 0-28 0,4 0-71 15,6-2-80-15,5 1-74 0,5 0-60 0,5 0-88 0</inkml:trace>
  <inkml:trace contextRef="#ctx0" brushRef="#br0" timeOffset="3141.2">3944 7198 47 0,'-30'-11'1'16,"-5"1"-7"-16,-5-2 27 0,5 4 6 0,4 1 1 0,4 1-1 0,0 1-6 16,1 0-6-16,3 1-3 0,0 1-5 0,2 0 0 0,1 1-2 15,0 1-2-15,2 0 1 0,2 2-2 0,-1-1 1 0,2 1-2 0,2 0-1 16,-1 1 1-16,0 0 0 0,0 1-1 0,1 0-2 0,1 0 2 15,1 1-2-15,1 0 2 0,-1 0 1 0,1 0-1 0,1 1 0 0,1 0 1 16,1 0-2-16,0-1 2 0,2-1-1 0,1 1 0 0,1-1 1 16,2-1 1-16,0-1 0 0,1 0 2 0,1-1 1 0,0-1 1 0,1 0 2 15,-1-1 3-15,1-1 3 0,0-1 3 0,1-2 4 0,1 0 1 0,-1-2 2 16,1 0 4-16,1-2-1 0,0-1 1 0,1 0-2 0,1-1-4 16,0-1-2-16,1-1 1 0,-1-1-2 0,0 2-2 0,1-1 0 0,2-1-3 15,-2 0-2-15,4-1 0 0,1-1 5 0,1 1 1 0,1-2 1 0,1 1-1 16,3-1-6-16,1-1 0 0,1 1-1 0,2-1 1 0,1-1-2 15,2 1 1-15,1 1-2 0,0 0 2 0,2 0-1 0,0 2 1 0,1-1-1 16,1 0-3-16,1 0 1 0,0 0 0 0,2 0-1 0,-1-1 0 0,2 2 0 16,2-1-2-16,0 2 1 0,2 0 0 0,-1 2 2 0,0 0 0 15,3 1-1-15,-1 1 1 0,0 0-3 0,3 1-1 0,0-1-1 0,1 0 2 16,2-1 1-16,0 1 3 0,1 1 1 0,0 0-3 0,1 0 2 16,1 1-2-16,-2 1 0 0,-1 1 1 0,0 0-1 0,-1 1-4 0,-1 0-5 15,-1 1 4-15,-2 1-2 0,2 2 7 0,-3 1 6 0,-1 1 0 0,2 2 1 16,-3 2-1-16,2 0 1 0,-1 2 1 0,-1 2 2 0,0 1 1 15,-2 2-2-15,-1 1 0 0,2 2-6 0,-3 1 0 0,3 1-8 0,-3 2 0 16,2-1 1-16,-1 2-3 0,-2 2 6 0,1 0 0 0,-4 4-2 0,1 1 0 16,-2 0-1-16,-1 2-1 0,0-1 2 0,-3 1-3 0,0 1 1 15,-3 2 1-15,-2 2-1 0,-1 3 2 0,-3-1-6 0,-1 3-1 0,-2 0 8 16,-2 1 0-16,-1 2 5 0,-2 0 0 0,1 0-6 0,-2 0 2 16,-1 1-4-16,-1-2-2 0,0 0 0 0,-1-2 1 0,-2-1 0 0,-2 0 1 15,-1-1 0-15,-1 0-4 0,-1-1 1 0,-2-2-4 0,-3 0 1 0,0-2 7 16,-2 0-2-16,-1-1 8 0,-2 1 1 0,-2-2-7 0,-3-1 5 15,-1 0-6-15,-1-3 1 0,-3 1 2 0,-1-1-1 0,-3 0 2 0,-1-2 1 16,-1-1 0-16,1-2 1 0,-3-3-1 0,0 1-2 0,-3-2 4 16,-2 0-3-16,-1-3 1 0,1 1 0 0,-2-1-1 0,-2-1 0 0,0-1-1 15,0-2 5-15,-1-1-7 0,1-2 1 0,-2-1 3 0,-2-3-6 0,-1 0 4 16,0-2-1-16,-2-1 0 0,0-2-1 0,1-1 0 0,-2-1 0 16,0-2-3-16,-4 1 5 0,-1-3 0 0,0-1-3 0,-1 0 3 0,-2-2-1 15,-2 0-2-15,-1 1 3 0,-1-1 0 0,1 0-1 0,0-3 0 0,0 0 0 16,0 1-3-16,1-1 4 0,0-1-2 0,2 0 0 0,-1-1 4 15,1-2-4-15,0 1 6 0,2 1-3 0,2-1 0 0,3 1 1 0,3 0-2 16,2 0 3-16,4 0-2 0,3-1 0 0,2 2-1 0,4 0-3 16,2-1 2-16,3 3 0 0,1 0 1 0,4 0 1 0,1 1-4 0,1 0 2 15,2 1-3-15,3 2 9 0,4 0-8 0,1 2 3 0,3 0 0 0,2 0-12 16,1 2 10-16,3-1-11 0,2 1-3 0,4 0-5 0,5-1-2 16,4 0-14-16,6 0-32 0,7-2-100 0,6-1-94 0,10-3-91 0,10 0-181 15</inkml:trace>
  <inkml:trace contextRef="#ctx0" brushRef="#br0" timeOffset="45478.67">13342 4551 1994 0,'-21'-17'9'0,"1"2"41"15,-1-1-40-15,12 9-18 0,8 6-23 0,1 0-17 0,5 1-10 16,2-1 2-16,3 1 14 0,4 1 0 0,3 1 3 0,-1 2-4 0,3 3 1 15,2 4 4-15,0 4 11 0,2 2 12 0,0 3 0 0,-3 4 5 16,1-1 1-16,-1 3 0 0,-2 2 3 0,1 0 4 0,-1 4 1 0,-1 0 4 16,-1 2 5-16,-1 1 1 0,-1-2 8 0,-3 3-1 0,1-1 4 0,-2 3 5 15,0 0-5-15,-1 0-6 0,1 0 10 0,-1-3 3 0,2-2 7 16,1-3 16-16,0-3 6 0,-1-5 6 0,0-4 13 0,-1-3 2 0,1-5-3 16,1-3 9-16,1-1-1 0,0-2 4 0,0-2 1 0,1-3-6 0,3-3-5 15,1-4-5-15,2-2-9 0,5-6-7 0,3-5-5 0,6-5-10 16,6-6-15-16,6-3 1 0,4-6-6 0,4-2-8 0,4-2 5 0,2-3-10 15,5-1-2-15,2 0-3 0,1-3-4 0,2-1-13 0,3 0-18 0,1-1-19 16,3 1-29-16,-1 0-18 0,0 1-15 0,2 1-32 0,-1 0-46 16,-1 0-72-16,2-1-129 0,1-2-184 0,3-7-195 0</inkml:trace>
  <inkml:trace contextRef="#ctx0" brushRef="#br0" timeOffset="98205.41">3200 8099 846 0,'-9'-9'150'0,"2"1"-109"0,0-1-2 0,6 4-15 0,3 1-5 0,3 1 8 16,2-1 11-16,2 0 1 0,1-1-3 0,2 0-7 0,2 1-8 0,1 0-7 15,2 0-3-15,2 1 0 0,3 0-4 0,1-1 1 0,3 0-3 16,1-2 2-16,1 1 6 0,2-2 5 0,1 0 11 0,3-1 10 0,1-1 7 15,2 1 3-15,2-1 2 0,-1-1-2 0,2 0-1 0,2 0 1 16,2-1-4-16,1 0-1 0,3-1-5 0,4 1-5 0,1 0-8 0,2 0 2 16,1 2-3-16,4 1 2 0,1-2-1 0,6 2-6 0,2-2-1 0,3 2-2 15,0 0-8-15,2 1 1 0,2 1-3 0,0 0-4 0,2-1 1 16,3-1-4-16,0 0 5 0,1 1-1 0,-1 0 0 0,2 1-1 0,-1 0-1 16,2 1-1-16,0 2 1 0,-2 1-2 0,1 0 0 0,-2 2-3 0,-4 0-2 15,-2 3 8-15,-4-1 0 0,1 4 4 0,-3 2-2 0,-4 2-5 16,1 3 4-16,-4 0-4 0,-1 1 6 0,-4 2 1 0,-1 2-1 0,-2 2 2 15,-5 3-4-15,0 3 2 0,-3 1 1 0,-1 2 2 0,-4 2 1 0,-2 1-1 16,-2 1 0-16,-4 4 3 0,-2 1-4 0,-5 3-1 0,-3 2-14 16,-3 0 7-16,-3 0-2 0,-4 2 2 0,-3-1 9 0,-5-2-15 0,-3 0-4 15,-4-1-4-15,-5-1-4 0,-4-2-1 0,-4 1 0 0,-5-4 2 16,-5 0 2-16,-4-1 3 0,-5 0 9 0,-3-3 3 0,-5 0 3 16,-2-5 0-16,0 0 2 0,-3-3 14 0,-3-1 4 0,-1 0 9 0,-3-2 7 0,-1 0-15 15,-2-2 5-15,-2 0 2 0,-1-1-2 0,-1-1 10 0,1-1 1 16,1-2 5-16,0 0-1 0,-1-1-1 0,0-1-7 0,-2 1-7 0,-1-3-5 15,-1 1-1-15,-1 0-6 0,0-1 0 0,-2 0-1 0,1-1-3 16,-3-2 4-16,-1-1 0 0,2-1-1 0,-3 1 4 0,2-1-2 0,1 0 8 16,0 0 1-16,1 0 3 0,1-1-1 0,2 1-5 0,-1-2 3 0,3 1-6 15,1-1-4-15,1-1 2 0,2-1-6 0,2 0-3 0,2-2-3 16,3 0-3-16,3-2-1 0,4 0-1 0,4-2-4 0,2 0 0 0,2-1-1 16,1-2-8-16,2 0-13 0,3-1-23 0,2-2-23 0,3-1-41 0,1-1-46 15,4 1-57-15,1-3-62 0,1 0-79 0,4-2-149 0,4-1-433 16</inkml:trace>
  <inkml:trace contextRef="#ctx0" brushRef="#br0" timeOffset="99486.41">3372 10036 666 0,'-16'-18'112'0,"-1"1"3"0,-1-2-16 0,4 4-21 0,4 3-18 15,2 1-10-15,0 2-12 0,2 0-4 0,1 2-7 0,1 0-11 16,1 2-5-16,0 2-5 0,1-1-2 0,0 3 2 0,1 0-3 0,1 0-2 16,0 1-1-16,1 1-4 0,-1 0 2 0,1 1-1 0,0 0 2 15,2 1 1-15,1 0 0 0,1 0-3 0,2 1 3 0,0-1 4 0,1 0 1 16,1-2 6-16,2-1 9 0,1 1 5 0,1-3 9 0,4 0 9 0,2-2-1 16,2-2 4-16,3-2-4 0,2-2-3 0,2-2-1 0,6-2-8 15,2-1-2-15,4-3-5 0,3-3 1 0,4 0-1 0,2-3 1 0,3-1 2 16,2 3-2-16,3-1 1 0,3 1 3 0,1-1-2 0,3-1-1 0,1 1 4 15,2-1 3-15,5-1-12 0,2 2-3 0,1-1-3 0,1 3-5 16,1 0 5-16,1 1 0 0,1 1-8 0,6-3-1 0,1 1-1 0,1 0-1 16,2 0 1-16,1 0-1 0,0 2-4 0,2-1 1 0,2 0 1 15,-1 1 2-15,3-1 1 0,-1 0 1 0,0 1-5 0,1-1 0 0,1 0 2 16,1 1 4-16,-1 1-1 0,1 0 0 0,-1 2-5 0,-2 2 0 0,2 1 5 16,-1 1-2-16,-1 0 0 0,1 2 0 0,0 1 0 0,0 1 1 15,0 1 2-15,1 2 0 0,0 1 0 0,0 2-4 0,-2 2 4 0,-1 1 0 16,0 2-4-16,-2 2-1 0,0 2-1 0,-3 2 3 0,1-1-1 0,-1 3-2 15,-1 0-2-15,0 1-1 0,-3 1-1 0,2 1-2 0,-4 1 15 16,0 2-3-16,-1 1 1 0,-3 2 0 0,1 2-8 0,-3 0 2 0,-4 0-2 16,-1 1 2-16,-5 0 1 0,-1 2-1 0,-2 1 2 0,-2 0 2 15,-5 2 1-15,-2 1 1 0,0 2 5 0,-4 0-9 0,-3 2 15 0,-2 0 0 16,-4 2-7-16,-1 0 10 0,-3 0-17 0,-1 0 4 0,-2 1-3 0,-3-1-4 16,-2 2 5-16,-1 0-7 0,-5 0 5 0,0-1 1 0,-4-1-5 15,-1 1 1-15,-2-1-1 0,-3-1 3 0,-4 0 2 0,-2-1-8 0,-3-2 14 16,-3 1 1-16,-2-2 2 0,-2 1 7 0,-4-1-13 0,-1 0 5 0,-2-2-1 15,-5 0 0-15,-1-1-4 0,-5 0 2 0,0 1 1 0,-6-1 0 16,0-2-4-16,-5-1 0 0,-3-1-1 0,-2-1 2 0,-5-1 0 0,-1 1-2 16,-4-2 1-16,-3 0-6 0,-1 0 7 0,-3 0-3 0,-1-2-3 15,-1 0 4-15,-3-1-4 0,-1-1-4 0,-2-2-1 0,-1-1-2 0,-1 1 2 16,-2-2 9-16,-5 0 4 0,-1 0-2 0,-3-2 1 0,-3 1-4 0,1-3-11 16,-3 0 6-16,-1-2 0 0,0-1-5 0,-5-1 5 0,-1 0 0 15,-1-1 0-15,-4-1 0 0,-1-1 0 0,-3-1-2 0,0-1-2 0,-3-2 0 16,-2 0 3-16,-1-1-2 0,-1-2-4 0,-1 0-1 0,2-2 7 0,-1-1-3 15,-1-1 8-15,2-1-9 0,-2-1-3 0,0-1-2 0,3 0 7 16,-1-2 10-16,1 0 4 0,4 0 0 0,-1-3-13 0,3 0 2 0,0-1 2 16,1 0 1-16,-2-2 0 0,2-1 0 0,2 1-3 0,-1-3 5 15,4 1 3-15,3-3-1 0,-1-1-1 0,3 0-6 0,1-2 3 0,0-1 0 16,3 0-3-16,0 1 4 0,2 0-3 0,3 0 2 0,2 1 1 0,-1 0-3 16,2-1-10-16,1 2-3 0,2-1 8 0,3 3 2 0,3-1 10 15,0 1-2-15,1 1-4 0,3 2 0 0,2 1 6 0,3 2-2 0,3 0 2 16,4 0-1-16,4 3-4 0,5-1 0 0,4 1 2 0,2 2 0 0,2 1-2 15,3 1 0-15,1 0-3 0,3 2 0 0,1-1 0 0,2 2-1 16,3 0 4-16,1-1 0 0,2 1-1 0,0 1 1 0,3 1 0 0,2 2-3 16,0 0 2-16,0 2 3 0,2 0-4 0,0 1 3 0,1 0-1 15,0 1-5-15,1 1 4 0,1 0-1 0,0 0 1 0,1 1-2 0,0 1-3 16,1-1 0-16,0 2-1 0,-1 0 4 0,0 1-1 0,1 0 1 0,0 1 0 16,1 0 1-16,1 0 1 0,0 2-2 0,1 0 0 0,-1 1 2 15,2 0-1-15,-1-2-1 0,1 1 2 0,0 1-1 0,1-2-4 0,0 1 5 16,0 0-2-16,0-1-3 0,1 0 4 0,-1 1 4 0,0-2-5 0,0 1 3 15,0 0-1-15,0-1-2 0,0 1 2 0,-2-1-2 0,2 0 4 16,-1 0 0-16,-1 0-1 0,1 0 4 0,-1 0-7 0,0 0 3 0,-1 0-1 16,1 0-7-16,0-1 6 0,-2 2-2 0,2-1-1 0,-2 1 4 15,1-1-2-15,0 0-2 0,0 1 5 0,-1-1-3 0,1 1 4 0,0-2-3 16,0 0-2-16,-1 0-1 0,1 0-5 0,-1 0 4 0,0 1 0 0,0-2 1 16,-1 1 5-16,0 0-4 0,1 0-1 0,-1-1 0 0,-1 1-6 15,0-2-13-15,-1 1-14 0,0 0-31 0,0-1-26 0,-2 0-35 0,0 0-27 16,-1 0-28-16,-3-1-30 0,-1 1-37 0,-3 1-59 0,0-1-37 0,-3 1-22 15,0-1-95-15</inkml:trace>
  <inkml:trace contextRef="#ctx0" brushRef="#br0" timeOffset="100737.41">3046 11127 374 0,'-15'-28'10'0,"0"-1"6"0,-3-6 41 0,2 6-4 0,5 4-5 0,0 2-6 16,2 0-2-16,0 1 1 0,-1 1 0 0,2 0 4 0,0 0 2 16,1 1-1-16,1 1-2 0,0 0 2 0,2 1-1 0,0 1-2 0,0 0 2 15,2 0-6-15,0 1-4 0,1-1-5 0,1 0-4 0,2 1-4 16,1 2-5-16,1-1 2 0,3 0-5 0,1-1-3 0,2 1-3 0,4-1 0 15,3 0-3-15,1 0 3 0,4 2 0 0,2-1-2 0,1 1 2 0,3 0 0 16,2 2 2-16,4 0 0 0,2-1-1 0,4 2 1 0,0-1 1 16,3 1 4-16,1-1-2 0,3 3 5 0,0 1 1 0,1 1 0 0,-1 2 2 15,2 1-8-15,1 1 3 0,0 1 1 0,1 1 3 0,3 2 1 0,0 0-2 16,1 1-4-16,1 2 0 0,1 1 5 0,1 1-6 0,0 1 1 16,1 2-6-16,0 1 3 0,1 1 6 0,-1 1 0 0,0 1 4 0,1 1 1 15,1 0-6-15,0 1 1 0,-2 3-2 0,-1 1-3 0,-1 0 1 16,-4 3-2-16,0 3-1 0,-1 0 4 0,-2 3 1 0,0 0 5 0,-1 2-10 15,-2 0 0-15,-2 2 1 0,-1 1-3 0,-3 3 6 0,-1 0-4 0,-2 0-9 16,-3 1 3-16,-1-1 1 0,-4 4-5 0,-1-1 4 0,-3 1-5 16,-2 0 1-16,-3-3 5 0,-2 2-3 0,-2-1 1 0,-4 1 1 0,-4 0-7 15,-3 0 7-15,-4 0 0 0,-2 1-3 0,-5-1 6 0,-1-1-10 0,-6 0 1 16,-3-3 1-16,-4 2-2 0,-4-2 1 0,-3-2 2 0,-4 0-1 16,-2-5 6-16,-3-2-2 0,-4-1 1 0,-2-2 0 0,-4 0 0 0,-1-1 0 15,-3-3 5-15,-2-1-4 0,-3-2-2 0,-1-2 4 0,-2-1-4 0,-3-3-1 16,0-1 7-16,-2-2-12 0,0-2 4 0,1-2 5 0,-1-1-3 15,0-2 12-15,3-1 12 0,0 0-13 0,0 0 11 0,1-1-2 0,-1-1-9 16,-1-1 11-16,2 0-10 0,-2-1 4 0,2-1-4 0,1-1 1 16,-1-1 1-16,3-1-1 0,0 1 2 0,3-2-4 0,2-1 1 15,1-1-4-15,3-1-1 0,-1 0-2 0,4-2 1 0,-1-1-3 0,1-1 0 0,2 0-1 16,3-1-4-16,1-1 1 0,3-1 0 0,-1-1-2 0,2-3 1 16,1 0 1-16,3-1-3 0,0-1-1 0,4 0 4 0,0 0-6 0,1 2 7 15,2-2 1-15,1 2 0 0,2-2-2 0,1 1-5 0,2 2 1 0,1-2 2 16,3 4 10-16,2-1 2 0,0 2 1 0,-1 2 1 0,0 0-2 15,2 1-4-15,0 1 1 0,1 3-4 0,1 0 5 0,2 1-1 0,0 1-5 16,2 1 5-16,0 1-10 0,1 0 1 0,2 1 2 0,0 1-3 16,0 1 2-16,0 1 0 0,1 0-2 0,1 1 0 0,0 0 0 0,0 0 3 15,0 1-3-15,0 0 2 0,0 1-6 0,-1 0 4 0,1 1 5 0,-1 0 0 16,0 0-2-16,0 1-3 0,0 0 0 0,-1 0-3 0,1 1 6 16,0 0-1-16,0 0 4 0,0 0-2 0,0 0-1 0,-1 0-1 0,1 1-2 15,-1 1 3-15,1-1-2 0,1 0-2 0,-2 1-1 0,2-1 4 0,0 0 1 16,-1 1-1-16,2 0 4 0,-1 0-4 0,-1-1-4 0,1 0 5 15,-1 0 1-15,0-1-4 0,1 1 3 0,0-1-3 0,0 0 0 0,-1 1 0 16,1 0 0-16,1-1 5 0,-1 0-5 0,0 0 3 0,1-1-1 0,-1 1 1 16,0-1-1-16,1 1-4 0,0 0 4 0,-1-1-4 0,0 0 1 15,1-1 5-15,-1 1-4 0,-1 0 2 0,1-1 1 0,-1 0-9 16,-1 0 7-16,2-1 1 0,-1 1-2 0,1 0 3 0,-1 0-3 0,0-1-3 16,0 0 3-16,-1 1 0 0,1-1-3 0,-1 1-2 0,1 1 2 0,-1-1-7 15,-1 1-10-15,1-1-12 0,1 1-26 0,-1 0-28 0,0 0-23 0,2 0-31 16,0 0-24-16,2 1-25 0,1 0-30 0,4 2-46 0,3 1-32 15,4 1-26-15,2 1-63 0,1 2 6 0</inkml:trace>
  <inkml:trace contextRef="#ctx0" brushRef="#br0" timeOffset="102088.41">4223 12335 1161 0,'-28'-37'200'16,"2"0"-147"-16,-5-6 25 0,9 9-11 0,8 7-5 0,4-1-10 0,2 2-12 16,5-1-9-16,2 2-16 0,4 0-9 0,2 2 1 0,3 3-7 0,3-1 8 15,1 2-2-15,5 0-2 0,3 0 2 0,2 1 0 0,5 1 0 16,3 0-2-16,3 1-2 0,2 0 5 0,5 2 0 0,2 0-3 0,6 0 4 15,1 0-10-15,3 2 4 0,4-1-1 0,0 2-1 0,3-1 3 16,3 1-3-16,1 1 2 0,5 0-2 0,3-2-2 0,1 1 2 0,5-1 2 16,2 1 0-16,3 1 7 0,2 0 0 0,4-1-2 0,-1 1 5 0,5 1-3 15,1-1 1-15,3 1 11 0,-1 0-3 0,1 1 12 0,4-1 8 0,0 1 0 16,3 0 0-16,4 0-6 0,-3 2-3 0,0 0-2 0,1 2 6 16,-1-1 2-16,1 1-2 0,2 0-3 0,1 0-3 0,-1 1-5 0,1 1 4 15,0-1 3-15,3 2-9 0,1-1 5 0,0 0-5 0,2 2-6 16,0 0 13-16,0 0-18 0,2 2 5 0,-2-1-1 0,3 1-7 0,-2 1 4 15,3 2-5-15,-2 0 6 0,1 2-3 0,1-1-7 0,-2 0 9 0,2 2-9 16,-2 0 6-16,0 1 2 0,-1 1-1 0,0 1-1 0,-1 1-4 16,-2 1 3-16,0 1-1 0,1 1 0 0,-1 1 3 0,1 0-1 0,0 1-1 15,-2 1-1-15,1 0-2 0,-1 0 0 0,-3 2 5 0,-2-2-6 16,-7 0 1-16,-2 1-3 0,-1-1-3 0,0 0 5 0,-1 2-1 0,-1-2 1 16,0-1 1-16,-3 1-4 0,-1 0 2 0,-3 1 1 0,0-1-14 0,-4 1 3 15,1 0-6-15,-3-1 14 0,-3 3 10 0,0-1-2 0,-4 0 2 16,-2 2-9-16,-1 0-1 0,-3-1-1 0,-3 0 2 0,-1 1-1 0,-3 0-1 15,-3 1 8-15,0 1-1 0,-3 1-5 0,-2 1 0 0,-3 0-6 0,-3 1 3 16,-3-3 6-16,1 3-5 0,-5-1 4 0,0 2-4 0,-2 1-8 16,-5 0 6-16,0 1 0 0,-4-1-5 0,-2 3 1 0,-3-2 1 0,-1 3 1 15,-3 0 4-15,-2 0 4 0,-2 1-7 0,-2 1-5 0,-2 1 2 0,-2 0-4 16,-3 2-1-16,-1 0-5 0,-3-2 1 0,-1 1-2 0,-4-1 3 16,-1 0 4-16,-3-1-2 0,-1 1 0 0,-4-2-8 0,0-1-3 0,-5 0 8 15,-2-4 2-15,-3 1 9 0,-3-4-1 0,-2 1 0 0,-5-3 4 0,-3-1-3 16,-4-1 4-16,-4-4-1 0,-4 0-1 0,-3-1 8 0,-6-3 1 15,-3-2-4-15,-5 1 5 0,-6-3-6 0,-8-2-3 0,-7-1 6 0,-6-4-1 16,-5-1-4-16,-5-1 4 0,-6-1-5 0,-5-2-3 0,-5-1 1 16,-4 0 1-16,-1-1 4 0,0-1 1 0,0 1 1 0,1-2-5 0,0 1 1 15,-1 0 0-15,0 0-1 0,-1 0 8 0,0 1 0 0,-4-1-7 0,-1 0 1 16,0 0-3-16,-1 0 6 0,4 0 6 0,-1 1-1 0,1-1-1 16,-1-1-4-16,0 0-1 0,1 0 2 0,-2 1 0 0,1 1-3 0,-1-1-3 15,0 0 0-15,2-1 6 0,0 1 0 0,4-1 2 0,2 0 3 0,2 0-7 16,3 1 4-16,1-1-2 0,1 0 2 0,1 2 1 0,0-1-3 15,-2-1 5-15,1 2-5 0,-2-1 1 0,1 0 4 0,0 0-8 0,2 0 3 16,3 0 3-16,0-1 7 0,3 0 4 0,1 1 0 0,0-1 3 16,-1 0-12-16,2 0-1 0,0-1-7 0,0 0-5 0,1 0 10 0,2 1-12 15,-1 0 7-15,4 1-9 0,-1 0-4 0,2 1 12 0,0-1-1 0,1 0 8 16,2 0-4-16,-2 1 1 0,3 0-3 0,1 0-3 0,2 0 9 16,2 0-4-16,0 0 9 0,2 0-2 0,-2-1-5 0,3 1-1 0,2-2-6 15,0 2-2-15,1-2 3 0,1 0 2 0,0 0 0 0,2-1 5 0,1 0 1 16,4-1-6-16,2 0 2 0,2-1-1 0,3 1-1 0,2-1 7 15,-1 0 2-15,2-1 1 0,3 0-1 0,0-2 3 0,4 1-1 0,2-2-6 16,0 0 1-16,3 1 2 0,0 0-3 0,3 1 4 0,4-2-2 16,1-1 3-16,5 0-1 0,2 0 3 0,-1 0 4 0,4-1-8 0,1-1-2 15,5 1 3-15,1 0-1 0,2 0 2 0,1 1-1 0,1 1 3 0,1 2-5 16,1-1 2-16,2 1 0 0,0 1-4 0,3 2 1 0,-1 0 1 16,1 3-4-16,2 0 4 0,1 0-2 0,3 2-4 0,-2-1 4 0,2 1-6 15,1 1-1-15,1 0 5 0,1 1-1 0,0 1 0 0,1-1-6 0,1 0 6 16,-1 1 3-16,2-1-5 0,0 1 8 0,-1 0-8 0,2 0 0 15,-1-1 4-15,-1 1-1 0,2-1 2 0,-1 1 3 0,0-1 3 0,1 0 4 16,-2-1 0-16,1 0-3 0,-1 1 3 0,1-1-2 0,-1 1 4 16,0 0 2-16,-1 0-5 0,0-1-4 0,0 1-5 0,0 1-1 0,1-1-1 15,-1 1 1-15,1 0 1 0,0 0-4 0,0 1 1 0,-1 0-4 0,1 0 2 16,0 0-5-16,0 0 2 0,1 1 1 0,1 0-1 0,-1 0 1 16,0 1-12-16,2 0-6 0,0-1-21 0,2 1-13 0,0 1-28 0,1 0-31 15,2 1-32-15,3 0-32 0,3-1-18 0,4 1-31 0,4 0-37 0,4 0-65 16,5 0-56-16,6 0-273 0</inkml:trace>
  <inkml:trace contextRef="#ctx0" brushRef="#br0" timeOffset="103036.35">3256 14024 1667 0,'-28'-32'130'0,"2"-3"-48"16,-5-4 12-16,9 10-12 0,8 5-15 0,2 1-3 0,3 0-20 15,2 0-6-15,3-1-20 0,2 3-6 0,4 0-10 0,3 1-7 0,3 3 4 16,3-2-5-16,3 1 6 0,3 1-5 0,6-2-1 0,2 0 11 0,4 1-10 16,3-3 4-16,5-1-2 0,2 2 0 0,4-1 4 0,2 0-1 15,2 3 3-15,2-2-4 0,4 0 2 0,3 2 4 0,3-1 1 16,1 0 1-16,-1 2-2 0,1 2-5 0,1 0-11 0,2 0 4 0,0 1 4 0,1 1 1 15,1-1 20-15,1 1-4 0,2 1 5 0,3 0-2 0,0 1-8 16,3-1 0-16,-1 0-6 0,1 1 5 0,2-1-2 0,1 3 1 0,-1 0 2 16,3 1 4-16,-3 2 2 0,-1 2 4 0,0 1-6 0,-3 2-9 15,2 1 6-15,-1 3-3 0,-1 0 7 0,-1 2 4 0,-1 1-2 0,-1 3-2 16,-1 1-8-16,1 2 2 0,-4 2 0 0,-1 1 0 0,-1 1-5 0,-2-1-9 16,0 4 0-16,0 1 9 0,-2 0 5 0,-2 2 6 0,2 1-4 15,-2 1-10-15,0 2 1 0,-1 0 1 0,-4 2-1 0,-2-1-4 0,0 1 2 16,-3 1 1-16,-1 2 6 0,-3-1 2 0,0 1-5 0,-4-2 2 15,-2 0-10-15,-1 1 5 0,-4-1 0 0,-2 1-1 0,-3 0 1 0,-1 1-4 16,-1-1-5-16,-4 2 14 0,-2-2 1 0,-3 2-3 0,-4 0 8 0,-2 0-11 16,-3 1 0-16,-1-2 4 0,-4 2-4 0,0 0 4 0,-2 0 0 15,-2-2-3-15,-2 1 7 0,-1-3-6 0,-1 0 3 0,-1-1-1 0,0 0-2 16,-1-1 3-16,-2 1-4 0,0-2 1 0,-2 0 3 0,-1 0-12 0,-2-2 7 16,-1 0 5-16,-1-1 0 0,-2-1 10 0,2-1-2 0,-3 1-8 15,0-3 4-15,-1 0-2 0,-3 0-2 0,1-2 1 0,-4 2 4 0,-2-1-2 16,1-1-8-16,-3 1 0 0,1-1 2 0,-2 0 8 0,1-2 6 15,-2 0-1-15,0 0-3 0,0-3 1 0,-2-1-5 0,2-1 7 0,-1-1-5 16,0-1-2-16,-2-1 4 0,2-2-5 0,1-1 5 0,-1-2-4 0,0 0-1 16,-4 0-4-16,0-2 4 0,-2 0-5 0,-2-2 1 0,1 1-1 15,-1-2-4-15,-2-1 2 0,1 0 2 0,-2-1 3 0,-3 0-2 0,-2-1-5 16,-1 0 4-16,-3-1 1 0,1-1 4 0,0 0 7 0,2-2-2 0,1-2 5 16,6-1 3-16,1 1 4 0,2 0 7 0,3-1-3 0,1 0 2 15,3 0-11-15,1 1 2 0,0 1 0 0,4-2-3 0,-1 1 3 0,3 0-3 16,1 1 6-16,0-1 0 0,2 1 4 0,0-1-4 0,2 0 1 0,2 0-3 15,0 2-4-15,3-1 4 0,-2 0-15 0,2 1 2 0,3-1-1 16,0 2-6-16,2 0-1 0,0 2-10 0,0 1 7 0,2-1 1 0,0 1-1 16,1 1 7-16,0 0-1 0,0 1 3 0,2 1-7 0,0 0 6 15,0 0-1-15,3 0 1 0,-3 1 1 0,1 1-1 0,0 0 5 0,1-1-13 16,0 1 17-16,1 0-4 0,-1 0-15 0,0 1 19 0,0-1-11 16,2 0-3-16,-2-1 5 0,1 1-2 0,-1 0 1 0,-1-1 7 0,2 1-7 15,0-1 1-15,-1 1-1 0,0-1 3 0,0 1 3 0,0-1-5 0,1-1-8 16,-1 1 6-16,1 0-3 0,-1-1 9 0,2 1-3 0,-1 0-3 0,-1-1 2 15,0 0-6-15,0 0 2 0,0-1 7 0,1 1 0 0,1-1-3 16,-1 0-6-16,0 1-4 0,0 0-5 0,1 1 1 0,1-2-10 0,0 2-14 16,0-1-24-16,1-1-27 0,1 1-34 0,0 0-45 0,1 1-52 15,2 0-55-15,1 0-51 0,5 2-38 0,4 0-53 0,6 0-51 0,7 1-32 16,11-1-28-16</inkml:trace>
  <inkml:trace contextRef="#ctx0" brushRef="#br0" timeOffset="104124.35">6336 14948 2003 0,'-18'-21'183'0,"0"-3"-83"16,-7-6-64-16,4 3-25 0,2 1 1 0,0 3-2 0,0-1-4 15,-2 2-10-15,-3 0-2 0,0-1-5 0,-3 1 1 0,-4 1 2 0,-1 1-5 16,-4 2-4-16,-6 1-4 0,-1 0 6 0,-5 1-7 0,-3 2 4 0,-4 1 2 16,-2 2 3-16,-3 2 10 0,-5 2 5 0,-2 1 5 0,-1-1 2 15,1 2 11-15,2 2 7 0,3-1 9 0,0 2-2 0,0 1-7 0,-2 2-9 16,0 2-11-16,-2 2-1 0,-1 2-5 0,1 4 1 15,-4 1 2-15,2 2 7 0,0 2 4 0,-1 1-1 0,1 2 2 0,0 1-20 0,-2 1 6 16,1 2-11-16,-1 1 7 0,1 2 8 0,-1 0-6 0,2 1 10 0,-1 3-6 16,1 0 6-16,3 1-1 0,-1-1 6 0,4 1 1 0,1 0 1 15,2 2 10-15,2 1-7 0,0 1-1 0,2 2-4 0,1-1-6 0,1 2 7 16,3 0 4-16,0-1-1 0,3 4 3 0,1-2-7 0,2 1-7 0,1 3-1 16,4-2 1-16,2 1-2 0,1 1-6 0,4-3 2 0,1 0-7 15,2 1 0-15,2-1 8 0,2 1-12 0,2 1 2 0,3 0-1 0,3-1 5 16,1 3 3-16,3-2-5 0,1 0 0 0,3 1-5 0,0 0 10 0,3-1 2 15,1 0-5-15,2-1 0 0,2-2 3 0,3 1-5 0,1-2 10 16,0 0-7-16,2 0-5 0,0-2 14 0,2-1-15 0,2 1 14 0,3 0-4 16,1-1-2-16,2-2 0 0,1 1-2 0,4-2 10 0,3 2-8 15,2-1 7-15,1-1-7 0,2 0 1 0,1-3 4 0,0-1 2 0,5 2-2 16,0-3-5-16,4 2 1 0,1-3 7 0,3 1 5 0,2-3-3 0,1 0-10 16,-23-13 0-16,9 2 3 0,-1 0 6 0,9 2 4 0,-1 0-7 15,8 1 1-15,3-1 1 0,6 2 7 0,3-1 5 0,1-2 0 0,3-3-9 16,0 0-11-16,3-2 2 0,3-2 6 0,0-1-3 0,3-2 10 0,2-1-13 15,1-3 7-15,3-1 2 0,0-2-1 0,4-1 1 0,1-1-8 16,2-4 7-16,3 0-1 0,0-2 6 0,3 0-10 0,0-2 8 0,3-2-1 16,82-14-10-16,-23 1 5 0,-23 2-4 0,-24 7 23 0,-14 0-2 15,2 0-5-15,0-1 0 0,-1 0-20 0,-1-1 4 0,1 2 0 0,-3-1 6 16,2 0 5-16,-2 1 2 0,1-1-6 0,-1-2-11 0,0 2-3 0,-3-2 4 16,-1 0 0-16,-1 1-10 0,-2-3 1 0,1 1-7 0,-1-2 4 15,-4 1 7-15,-1 2-13 0,0-3 6 0,-5 0-7 0,-1-1 11 0,-3-2 3 16,-3 1 0-16,-1-2 10 0,-1 2-2 0,-3-3 4 0,-2 1 0 0,-2-2-5 15,-3-1-2-15,-4 0-4 0,-4 3-3 0,-2-2 14 0,-2 1-3 16,-4-2 4-16,-2-1 1 0,-3 0 5 0,-4 2 5 0,-4-1 2 0,-3 4 0 16,-4-2-9-16,-1 1 2 0,-2-2 5 0,-2 1 13 0,-1-2-7 15,-4 2 3-15,-1-2 4 0,-2 1-5 0,-1-2 9 0,-3-1-10 0,-3 0-4 16,-1-1 5-16,-3 1-10 0,0-1 6 0,-3-1 0 16,-2-3-9-16,-1 2 5 0,-4 0-2 0,2 0-12 0,-3 0 10 0,-2-1-4 0,0 1-1 15,-3-2-10-15,-2 0 7 0,0 2 1 0,-4-3-6 0,1 1 9 0,-4 1-21 16,-2 1-8-16,-2-1 3 0,-3 2 5 0,0-1 5 0,-3 1 18 0,1-1-6 15,-4 4-3-15,-2 1 2 0,-2 2-6 0,-1 1 5 0,-2 0 5 16,-2 1-5-16,-3 1-23 0,-2 1 3 0,-3 3 9 16,-1-1 0-16,-3 2 25 0,-2 2 2 0,1 1-12 0,-1 2-5 0,-2 2-2 0,2 1-8 15,-5 1 6-15,-3 2-2 0,0 2-5 0,-4 3 5 0,-1 1-4 0,-4 3 4 16,-2 3 0-16,-2 1-3 0,-1 3 1 0,-3 4-2 0,-1 2 1 0,-4 4 1 16,-3 3-3-16,-2 4-5 0,-3 2 3 0,1 1-11 0,1 4 18 15,1 0 7-15,2 1-5 0,2 1 8 0,2 2-23 16,3 1 6-16,3 2 0 0,2 1-4 0,2 3-4 0,4 0-9 0,1 2-14 0,4 2-21 0,4-1-17 15,3 1-21-15,2 3-19 0,4 1-25 0,1 1-28 0,4 1-49 16,2 2-45-16,2 3-49 0,4 3-106 0,2 3-110 0,1 3-208 0</inkml:trace>
  <inkml:trace contextRef="#ctx0" brushRef="#br0" timeOffset="106803.35">7874 7397 1640 0,'-22'0'69'0,"5"1"-26"0,-1 4-7 0,11 4-10 16,10 2-3-16,4 5 4 0,3 3 1 0,6 3 1 0,4 3-7 15,5 4-4-15,5 2-7 0,4 2-8 0,5-1-3 0,2 1 5 0,4-1-1 16,4-2 6-16,1-3 3 0,4-5-13 0,6-7 3 0,3-6-1 0,6-7 3 15,4-8 0-15,2-6 2 0,6-8 0 0,2-6-11 0,0-4-4 16,3-4 2-16,-1-3-1 0,-2-1 7 0,1-2 3 0,-4 0 0 0,-2 2-2 16,-2 0 3-16,-3 4-5 0,-4 0-8 0,-5 3-3 0,-4 0-29 0,-6 4-22 15,-4 2-33-15,-3 1-41 0,-5 4-31 0,-1-1-17 16,-5 1-16-16,-2-1 2 0,-4 1 16 0,-3 1 15 0,-2 3 21 0,-1 1 11 0,-3 2-58 16</inkml:trace>
  <inkml:trace contextRef="#ctx0" brushRef="#br0" timeOffset="107102.35">9598 8271 362 0,'-7'22'268'0,"2"2"-226"0,2 6-30 16,5-1-10-16,5-3-1 0,3 2-1 0,2-1 3 0,4 1-2 0,0 1 1 16,0-2 2-16,-1-1-5 0,0-2 5 0,1-2 1 0,-2-2 8 15,1-5 8-15,0-2 7 0,0-3 11 0,2-4-1 0,-1-1 6 0,1-2-2 16,1-1-5-16,-3-2 0 0,2 1 3 0,-1 0 1 0,0 2 9 0,-1 2 5 15,1 0 3-15,-2 4 3 0,0 2-2 0,-1 3-8 0,-4 3-1 16,2 1-7-16,-3 6-1 0,-2 1 1 0,-1 0-5 0,1 2 0 0,-1 0 10 16,1-1-5-16,0 2 6 0,1-2-9 0,2-1-14 0,2-2 1 0,2-3-3 15,2-3 5-15,1-5 10 0,4-3 2 0,3-3 6 0,1-5-3 16,5-4-3-16,4-6-4 0,5-4-8 0,3-7-2 0,2-6 1 0,2-4-7 16,2-6-13-16,2-3-4 0,0-2-8 0,1-3-2 0,1-1 6 0,0 0-8 15,-3 1-13-15,0-1-19 0,-1 1-42 0,0 0-50 0,0-1-59 16,-2 3-74-16,-3 2-80 0,0-1-87 0,-1 1-182 0</inkml:trace>
  <inkml:trace contextRef="#ctx0" brushRef="#br0" timeOffset="107405.35">11496 9832 3173 0,'0'-16'20'0,"-1"-4"-1"0,2-4 1 0,-1-3-13 0,3 13-48 16,5 2-26-16,4 1-23 0,6 2-9 0,2 4 1 0,3 5-8 0,0 5 1 16,-2 5 3-16,-1 8 9 0,-3 5 18 0,-3 8 7 0,-3 7 13 15,-1 5 15-15,-2 6 7 0,-1 2 12 0,-1 4 8 16,-1 2-3-16,-2 1 18 0,1 1-2 0,1-2 3 0,1-1 5 0,1-3-5 0,3-4 6 0,4-7 7 15,4-6 6-15,5-7 3 0,6-8 0 0,5-5-8 0,8-6 3 16,4-6-2-16,6-6-5 0,4-5-5 0,4-8-10 0,3-5-2 0,1-6-5 16,2-7-5-16,1-5-10 0,1-4-17 0,0-4-28 0,1-4-48 15,-1-5-68-15,2-2-86 0,0-4-107 0,-2-6-132 0,0-2-41 0</inkml:trace>
  <inkml:trace contextRef="#ctx0" brushRef="#br0" timeOffset="107739.35">7210 11782 1 0,'28'48'316'0,"-20"-27"823"0,-11-17 793 16,-21-14-1855-16,-5 0-57 0,6 4-44 0,11 6-16 0,5 4-2 15,7 6 9-15,3 8 8 0,3 7 3 0,5 9-17 0,5 9-16 0,5 8-8 16,3 7-16-16,6 5-3 0,4 4-5 0,6 4-8 0,5 1 5 0,5-2-2 16,7-2-8-16,3-4-1 0,5-5-14 0,4-4 7 0,2-7 1 15,2-7 3-15,2-5 16 0,1-9 18 0,2-3 15 0,0-4 19 0,-1-3 11 16,0 1 6-16,-1-1 7 0,-1-2 4 0,-2 0-2 0,0-2-8 0,-1-3-14 15,-2-4-38-15,1-4-57 0,-2-4-61 0,2-4-49 0,-1-4-13 16,2-3-12-16,0-3-124 0</inkml:trace>
  <inkml:trace contextRef="#ctx0" brushRef="#br0" timeOffset="108136.35">9716 15708 2923 0,'-4'-8'555'0,"2"-1"-453"0,2-6-50 0,1-3-29 0,5-5-14 0,5-8-7 16,8-5-2-16,12-6-9 0,8-5 7 0,10 1 2 0,6 2-13 15,3 5 1-15,3 4-10 0,0 8-6 0,2 7 5 0,2 8-1 0,1 10 4 16,2 8-2-16,-1 8-6 0,-1 7 0 0,1 6-6 0,-2 6 1 0,-2 7-12 15,-2 7 0-15,-2 5 0 0,-3 3-8 0,-4 3-3 0,-3-1-7 16,-5 1-5-16,-1-4-5 0,-3-5 2 0,-1-6-2 0,-1-6 11 0,0-7 12 16,0-6 19-16,-1-7 15 0,2-5-1 0,-1-5 25 0,-2-4 19 0,0-6 24 15,-3-3 24-15,0-4 3 0,-2-3 20 0,-3-2-25 0,-1-2-1 16,-3-1 0-16,-3-2-28 0,-1 0 0 0,1-2-17 0,-3 1 2 0,0-1-10 16,1-3 3-16,-2 2-6 0,2-2-12 0,0-1-6 0,-1 1-11 15,0 0-3-15,0 3-20 0,-1 2-8 0,-2 1-1 0,0 4-6 0,-1 1 0 16,-3 2-4-16,0 3-10 0,-4 2-12 0,0 3-14 0,-2 3-19 0,-1 1-25 15,-1 1-21-15,-1 3-19 0,-1 1-17 0,-1 2 0 0,-1 2-4 16,-1 2-9-16,-1 2-22 0,-1 0-32 0,1 2-33 0,-2 0-229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3:06:20.5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16525 7183 1 0,'-49'-9'155'0,"-19"-5"536"0,-14-8 559 0,-16-4-1218 16,39 4-25-16,0 6-27 0,-3 6-19 0,1 6-6 0,-1 6-11 0,-2 2 5 0,-1 3-5 15,-2 2 1-15,-2 0 1 0,-5 2-2 0,0 0 6 0,-5 1 1 0,-3 1 7 16,-1 1 8-16,-4 0 12 0,0 0 4 0,-3 1 6 0,0 0 4 16,-1 1 3-16,-4-2 6 0,-1 4-2 0,-5 0 4 0,-2-1 1 0,0-3 5 15,-3 0 6-15,-1 1 10 0,-3-1 4 0,-1 1 4 0,1 1 7 0,1 0 2 16,2 1 7-16,3 1 5 0,2 1 4 0,2 1-3 0,2 2-5 15,3 3-5-15,2 0-20 0,2 4-7 0,1 1 7 0,3 1-6 0,0 4 2 16,2 3-1-16,1 3-14 0,2 2 0 0,0 4 2 0,2 2-1 0,1 1-1 16,0 2 1-16,6 0-7 0,-1 2-1 0,2 1-9 0,4 2 16 15,1 1 1-15,2 1 2 0,3 1 5 0,2 2-14 0,0 2-1 0,4-1-1 16,2 1 2-16,1 1-3 0,4-2-5 0,3 3 12 0,3-1 3 16,5-1 2-16,3 1 10 0,5-1-15 0,3 0-2 0,4-1-4 0,3-1-2 15,2-2 1-15,4 0-4 0,2 1 8 0,5 0 2 0,3 0-3 0,4-1 10 16,4 1-10-16,4-1 0 0,4-1 11 0,2 0-7 0,4-2 0 15,3 1 7-15,2-1-13 0,3 1 14 0,4-1 7 0,3 0-4 0,3-1 11 16,5 2-10-16,2-1 1 0,4-1 4 0,2-1-4 0,4-1-1 0,5-1 3 16,4 0-9-16,3 0 7 0,4 0-6 0,4-1-2 0,4 0 5 15,4-1-4-15,4 0 4 0,5-2-8 0,2 1-5 0,3-3-1 0,2-3-3 16,3 0 6-16,5-1 2 0,1-2-5 0,4-1-9 0,3-1 1 16,2-1 5-16,5-2 1 0,1 1 12 0,5-2-10 0,2 0-3 0,3-2 4 15,4 2 1-15,2-1 2 0,2 0-4 0,2 0-4 0,2-2 1 0,0 0-1 16,4-1 4-16,-1 0-3 0,0 0-1 0,3 0-4 0,0-2 0 15,2 0 0-15,1-2 11 0,3 0 4 0,-1-2 2 0,2-3 0 0,-2 0-12 16,3-2 2-16,-2-3 1 0,2-1-5 0,2-3 7 0,-1-2-2 0,4-4 1 16,-1-2 2-16,0-1-1 0,0-3 4 0,-2-2-4 0,0-2 2 15,0-1 2-15,0-3-4 0,1-1 4 0,-3-3 4 0,-1-1-6 0,-2-2 4 16,-2 0 0-16,-2-2 1 0,-1-1 6 0,-3-2-6 0,-3-1-2 16,-1-2 5-16,-4 0 4 0,0-2-1 0,-2-3 4 0,-3-1-6 0,-3-2-1 15,-3-1 5-15,-2-3-4 0,-3 0-2 0,-3-2-3 0,-2-2 2 0,-3-3 3 16,-4-1 0-16,-4 0 8 0,-5-1-3 0,-1-1 6 0,-5-5-8 15,-3 1 9-15,-4-3 5 0,-3-1 0 0,-5-2 4 0,-5-1-8 0,-4-2-2 16,-5-1 5-16,-5-2 7 0,-5 0-3 0,-4-2 4 0,-5 0-16 16,-5-2 5-16,-5-2-3 0,-3-2-5 0,-6-2 6 0,-2-2-15 0,-5-1-2 15,-3-2 2-15,-5-3-9 0,-4-1-1 0,-4-2 1 0,-3-2-6 0,-4-1 10 16,-4-3-1-16,-4-1 4 0,-3 0 6 0,-5 0-8 0,-3-2 4 0,-3 2-1 16,-4-2-7-16,-3 0 5 0,-4 1 3 0,-5 0 2 0,-4-1-13 15,-5-1 2-15,-4-1-7 0,-5 0 1 0,-4-1 13 0,-4 3-1 0,-5-1 5 16,-4 3-8-16,-3-1-3 0,-5 1 2 0,-5 2-6 0,-3-1 10 15,-6 4-1-15,-1 1-1 0,-3 2-20 0,-6 5 8 0,-2 0 1 0,-4 3 4 16,-4 3 17-16,-2 4-12 0,-4 0 0 0,0 4-1 0,-1 3-4 16,-2 2 3-16,-1 6 0 0,-1 1-22 0,0 2 13 0,-1 5 0 0,1 1 2 15,-1 3 21-15,-2 3-12 0,2 4-7 0,-2 2-1 0,0 4 1 0,0 4 1 16,-2 2 4-16,-1 2-1 0,-1 5-3 0,-2 2 2 0,-1 2 2 0,0 3 2 16,-1 2 2-16,-1 3-1 0,1 4 1 0,-4 2-1 0,0 4 3 15,-1 3-4-15,-2 3-1 0,-2 3 1 0,1 4-4 0,-1 1 8 0,1 4-6 16,1 2-2-16,0 3 7 0,-1 2-5 0,1 2-16 0,2 2 25 15,1 1-5-15,4 0-2 0,4 4 14 0,1-1-23 0,5 1-1 0,3 3 3 16,3 0 1-16,4 1-3 0,2 1 7 0,5 0 0 0,2 3-2 0,4 1-10 16,2 2 15-16,2 1 1 0,1 1 3 0,5 1 9 0,2 3-16 15,3 1-3-15,3 0-4 0,4 0-1 0,1 1-6 0,3 0-16 0,4 4 15 16,1 1-18-16,3 2-20 0,2 0-20 0,3 3-63 0,4 0-41 0,0 2-47 16,2 2-55-16,2 3-106 0,1 3-173 0,2 3-375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3:05:58.2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21502 14177 1 0,'-74'-42'55'0,"19"6"349"0,-5-7 378 0,32 13-816 0,8 5 56 15,4 0-25-15,0 5-17 0,1 4-32 0,1 3-38 0,2 5-27 0,0 5-15 16,1 4 5-16,1 6 12 0,-2 4 14 0,-1 6 16 0,-2 6 11 0,-4 5 10 15,-2 4 12-15,-2 6 6 0,-4 0 7 0,-1 3 9 0,-1 1 4 16,0-2 5-16,0-2 17 0,1-2 13 0,-1-3 23 0,3-3 34 0,3-4 20 16,3-3 15-16,2-4 4 0,5-4 2 0,1-1 3 0,2-3 4 15,2-2 9-15,2-2 9 0,1-2 13 0,2-2-3 0,1 1-32 0,1 0-41 16,0-1-35-16,1 0-19 0,1 0 0 0,0-1 9 0,0 1 0 0,1-1 0 16,-1-1 2-16,0 0 0 0,0 0-1 0,0-1-4 0,0 1-9 15,-1-2-2-15,1 1-6 0,0 0-8 0,1-1-9 0,0 0-33 0,0-1-52 16,2 0-54-16,0-1-56 0,2 1-34 0,3-3-26 0,3 1-91 0,3-3 47 15</inkml:trace>
  <inkml:trace contextRef="#ctx0" brushRef="#br0" timeOffset="317.99">21558 10714 88 0,'-26'-12'86'0,"-1"-4"6"0,-7-5 1 0,1 1-3 0,5 0 1 15,-1-1 5-15,1 3-1 0,-3-1 8 0,2 2 3 0,-3 0 1 16,-1 3-8-16,-1 0-5 0,0 0-12 0,1 1-15 0,-1 1-6 0,2 0-12 15,0 0-6-15,3 3-1 0,2 1-9 0,3 1-5 0,4 1-4 16,2 2-6-16,3 0-6 0,4 0-7 0,1 0-1 0,2 2-4 0,2-1 3 16,3 1-9-16,2 0-14 0,1 0-8 0,2 1-13 0,1 1 4 0,0-1 5 15,2 1 3-15,1-1 0 0,2-1-7 0,0-1-5 0,3 1-3 16,1-2 0-16,1-1-2 0,-1 0-2 0,0-1-4 0,0 0 1 0,-1 0 2 16,0-1-1-16,0-1-5 0,0-1-8 0,0 0-19 0,2-1-25 15,1-1-38-15,1 0-116 0,0-2-11 0</inkml:trace>
  <inkml:trace contextRef="#ctx0" brushRef="#br0" timeOffset="28217.77">19694 6158 516 0,'-7'0'167'0,"0"0"-103"0,-1 2-35 15,2 1-31-15,1 3-12 0,1 0-4 0,0 2 0 0,2 1 4 0,0-1 5 16,1 1 2-16,1 0-2 0,1 0 1 0,1 0 0 0,0 0 3 16,1 0 4-16,1-1 5 0,0 1 4 0,0 0 7 0,1-1 4 0,1-1 6 15,1 0 6-15,1-1 8 0,0-1 8 0,2 0 5 0,0-1 9 16,1 0-1-16,1 1 1 0,2 2 0 0,2-1-9 0,0 1 1 0,1 0-7 15,1 0-6-15,1 0-4 0,-1 0-4 0,2 1-3 0,2 1 0 0,-2 0 8 16,3 2 8-16,1-1 1 0,-1 1 9 0,1 0-3 0,2 2-10 16,1 0-4-16,1 0-8 0,3-1-8 0,0 0-2 0,4 1 3 0,0 1-2 15,3 1-8-15,1-1-2 0,3 1-4 0,4 0-6 0,1 2 3 0,2-2-4 16,2 1 0-16,1-1 2 0,2-2-5 0,2-2-1 0,1-1 3 16,0-1-6-16,0 0 7 0,-4-2 1 0,1-1-2 0,-3-2 5 0,-3-1-3 15,-3-2 3-15,-3 0 3 0,-4-1 4 0,0-2 4 0,-3 0 2 16,-2-1 5-16,-1-1 5 0,-2-2-2 0,1 0 1 0,-1 0 0 0,0-1-6 15,-1 0-3-15,-1 0-2 0,3 0-11 0,-2-2 2 0,5 0-2 0,-1-1-5 16,1 0 5-16,2 0-3 0,-2-1-5 0,2 0 7 0,-1-1-3 16,0 0-3-16,1 0 3 0,-1 0-6 0,1-1-4 0,0 0 1 0,0-1 4 15,0-1-3-15,-2 0 4 0,1-1-2 0,-3-1-1 0,-1 1 4 0,-2-1-1 16,1 0 1-16,-2-2 7 0,1 1-8 0,-2-4 6 0,-4 1 9 16,1 0-5-16,-2-3 13 0,-1 0-4 0,0-1-7 0,-1-1 0 0,-1 0-3 15,1-1-4-15,-2 1-1 0,1-2-4 0,0 2 0 0,-1-4-4 16,-2 0 1-16,2-2 3 0,-1 1-2 0,-2 0 7 0,0 2-4 0,-2-1 1 15,-1 1 7-15,-1-2-6 0,-4 1 1 0,0-2 3 0,-2 3-5 0,-2-3 8 16,-2 1 3-16,-2-1-2 0,-4 1-5 0,-2 0-8 0,-1 0 1 16,-5 0-2-16,-4-1 0 0,-4 0-2 0,-3-1 3 0,-5-2-1 0,-5 2 3 15,-4-1 1-15,-5 2-7 0,-4 0 0 0,-3 2 1 0,-5-2-1 0,-5 1 0 16,-3 0 13-16,-5 1-3 0,-2-1 0 0,-4 2 6 0,-3-1-6 16,1 2 6-16,-2 0 7 0,1 4-2 0,2 1 5 0,1 0 0 0,-1 3 0 15,1 1 1-15,0 1-7 0,0 3-1 0,3 2-6 0,-1 2-3 16,1 3 6-16,1 3-5 0,-1 2 5 0,1 2 0 0,1 3 4 0,-1 3 5 15,0 1 0-15,1 4 1 0,-1 3 1 0,2 1-4 0,-1 4-1 0,1 2 0 16,-1 3-7-16,0 3 4 0,1 3-3 0,1 3-5 0,3 2 7 16,1 3-17-16,2 0 1 0,3 3-4 0,3-1 2 0,4 3 7 0,4 0 0 15,4-1 1-15,6 0-5 0,5 1-1 0,8-2-1 0,4 1-10 16,6-2-5-16,4-1-17 0,7-2-13 0,3 0-6 0,4-1 0 0,5-1-7 16,5-3-9-16,3-1-3 0,2-2-8 0,6-1 4 0,2-3 0 0,2 0-12 15,3-2-10-15,1-3-14 0,1-1-17 0,2-2-18 0,1-2-15 0,1-3-12 16,1 0 5-16,-1-1-85 0</inkml:trace>
  <inkml:trace contextRef="#ctx0" brushRef="#br0" timeOffset="108577.02">2929 1153 852 0,'-21'-6'36'0,"3"2"-10"0,-5-1-6 16,-5 0-11-16,-2 1 1 0,-5-1-2 0,-4 0-1 0,-3 1-2 0,-5 1-5 15,-4 0-2-15,-4 2-8 0,-4 1-6 0,-4 2-7 0,-3 2-3 16,1 3-13-16,-4 6 3 0,-55 18 3 0,11 6 7 0,8 7 13 0,9 3 1 16,8 4 8-16,11 2 0 0,8 0 2 0,13-5 4 0,1 4-4 0,0 1 3 15,29-25 12-15,-4 5-1 0,2 0 0 0,-4 7 1 0,3-1-6 16,-4 6 2-16,2 2 5 0,-4 5-2 0,4 1-2 0,-3 5-7 0,3 2 3 16,-2 6-1-16,2 1-1 0,0 5 3 0,2 3-5 0,-1 6-2 0,3 1-3 15,2 1 6-15,4 3 1 0,1 1 8 0,3 3 4 0,3 1-2 16,3 2-3-16,1 2-5 0,3 3-2 0,2 2 0 0,2 1 0 0,3 3-5 15,1 0 2-15,3 2-1 0,1 2 5 0,3 2 0 0,2 0-1 16,0 2-6-16,3 0 10 0,3 1 0 0,1 1 1 0,1 1 6 0,4-1-8 16,1 0 5-16,1 0 2 0,6 5-17 0,26 100 2 0,3-15-5 0,0-16-3 15,1-16 17-15,-2-14-1 0,-1-16 2 0,-2-14 1 0,-7-21 0 16,2 2-2-16,0-2 8 0,1 0 4 0,0-2-2 0,1-1-6 0,7 6-5 16,40 70-1-16,-13-33-4 0,-13-31 16 0,-18-39 4 0,2-4 1 0,-1-4 12 15,0-4-2-15,0-4 5 0,-3-4-2 0,1-3 4 0,0-6-3 16,1-3 0-16,-1-4-1 0,0-5-10 0,-1-3-5 0,-1-4-7 0,3-3-6 15,-3-3 1-15,-2-4 0 0,-2-2-7 0,-3-3-1 0,0-2-4 16,-3-3-10-16,-3-2-20 0,-2-3-31 0,-2-2-30 0,-3-4-27 0,-3-2-20 16,-1-4-9-16,-4-2 0 0,-2-4 13 0,-2-4 17 0,-4-2 25 0,-2-2 19 15,-2-4 15-15,-2-3 15 0,-2-6 9 0,-4-1 9 0,-3-5 6 16,-2-2 7-16,-3-1 5 0,-4-2 5 0,-3 0 4 0,-1-2 4 0,-3 1 2 16,-1 0 3-16,-3 0 0 0,-4-2 1 0,0 4 3 0,-3 0-1 0,-1 0 1 15,1-1 3-15,-3 0 1 0,1 2 5 0,-1 1 6 0,2 0 3 16,0 2 0-16,2 2-4 0,1 1-1 0,2 4-5 0,2 2-3 0,1 4-7 15,1 1-4-15,1 5-7 0,1 1 0 0,1 3-1 0,1 2-3 16,1 4 0-16,0 1-3 0,1 2-3 0,1 3-3 0,2 1-4 0,1 2 1 16,2 2 4-16,1 0 2 0,0 1 5 0,2-1 3 0,2 1 2 0,1-1 3 15,3-1 6-15,2-1 6 0,3 0 5 0,7-3 3 0,5 2 5 16,4-3 1-16,3-1 1 0,4 0 0 0,1 0-3 0,4 1-6 0,4 3-7 16,2-1-3-16,2 3-6 0,3 2-2 0,-1 1 1 0,2 3-4 0,0 1 0 15,2 3-1-15,1 2 0 0,0 2 0 0,1 0-2 0,0 1 1 16,-1 3 4-16,-1 1 4 0,1 1 8 0,-1 2 9 0,-2 2 6 0,-1 0 7 15,-2 2 11-15,-1 1 4 0,-2-2 6 0,-3 0 5 0,-3-3 2 16,-3 2 5-16,-1-2 6 0,-4-1 5 0,-1 0 2 0,-4 0 3 0,-2-2-2 16,-1-1-5-16,-2 0-6 0,-3 2-8 0,-1-1-7 0,-2 2-10 0,-3 2-7 15,-3 2-5-15,-3 4-8 0,-2 3-5 0,-4 3-5 0,-4 2-12 16,-4 6-11-16,-5 1 2 0,-5 6-6 0,-2 2 8 0,-7 6 0 0,-2 2-6 16,-7 1-6-16,-4 2-6 0,-2 0-14 0,-2 1-31 0,0-2-75 0,-2-1-80 15,-1-3-58-15,0-3-25 0,0-2 23 0,0-4 28 0,0 1 30 0</inkml:trace>
  <inkml:trace contextRef="#ctx0" brushRef="#br0" timeOffset="109123.18">4079 7051 1292 0,'-49'-22'621'0,"0"-1"-552"0,-7-3 12 0,15 5-11 0,15 3-16 0,6 1-5 16,5-5-15-16,6-1-10 0,6-2-15 0,4-5-6 0,10-1-11 15,8-6-5-15,11-3-5 0,10-7-5 0,13-5 4 0,10-4-9 16,10-5 8-16,9-3 2 0,8-2 1 0,7-3 10 0,6 0 2 0,3 1 3 0,2 1 3 16,2 3-8-16,2 3 2 0,0 4 1 0,2 5 3 0,0 7 6 15,3 4-2-15,2 7 0 0,0 6 2 0,2 6-3 0,-1 5 3 0,-2 5 2 16,-1 8-11-16,-4 8-2 0,-1 6-1 0,-6 9-9 0,-6 7 13 16,-5 10-4-16,-8 9 0 0,-6 9 5 0,-8 10-2 0,-8 7 3 0,-9 7 1 15,-10 5-2-15,-11 5-5 0,-10 2 6 0,-11 2 5 0,-8 3 4 0,-11 0 15 16,-8 0 2-16,-9 1 2 0,-7-3 13 0,-10 1 4 0,-8-1 11 15,-10 3 2-15,-9 1-2 0,-10 0 3 0,-9 4-20 0,-9-2 13 0,-10 3-7 16,-10 2-10-16,-9 0 5 0,-11 1-20 0,-10 2-22 0,-11 2 11 0,-6 1-6 16,-10 1-6-16,-6-1 11 0,-2-3-20 15,0-3 5-15,3-8 1 0,1-7-9 0,4-9 2 0,4-7-1 0,6-13 4 0,13-13 14 0,13-17 8 16,16-19 5-16,16-16 7 0,11-18 1 0,11-14 6 0,11-13-9 16,7-13-1-16,8-10-17 0,10-10 2 0,8-11 0 0,8-8-2 0,10-12 10 15,6-5-9-15,9-6 1 0,10-1-7 0,11 1-1 0,10 2-1 0,9 6-6 16,10 8 7-16,6 5 1 0,6 7-6 0,5 6-8 0,3 2-14 15,5 5-23-15,3 1-20 0,7 3-23 0,5 6-31 0,3 3-38 0,5 4-79 16,0 6-76-16,1 5-98 0,0 6-51 0,1 3-129 0</inkml:trace>
  <inkml:trace contextRef="#ctx0" brushRef="#br0" timeOffset="110622.33">9825 8046 843 0,'-4'-2'398'0,"1"2"-283"15,0 0-56-15,2 3-41 0,2 0-10 0,2 3-5 0,3 0 0 0,4 1 3 16,4 1-4-16,2-1-4 0,4-1 0 0,3 0-5 0,1-1 1 16,4-1 2-16,2-1 6 0,5-2 6 0,2-1 10 0,5-1 9 0,5-1 6 15,3-2 10-15,5-1 3 0,3-1 6 0,3 1 1 0,3-2 0 0,1-1 2 16,4 0 0-16,2 0 2 0,3-1-3 0,3 0-5 0,3 0-6 15,0 0-8-15,2 1-1 0,0-1-2 0,-2 1-10 0,1 1 1 0,0 1-2 16,-1 0-3-16,1 1 1 0,-2 2-1 0,-1 1-4 0,-3 1 1 16,-3 2 1-16,-2 2 3 0,-3 0-3 0,-4 3 1 0,-2 0-3 0,-2 2-5 15,-4 0-3-15,-3 2-1 0,-4 1-2 0,-2 0-3 0,-5 4 2 0,-2 0-4 16,-3 1 0-16,-5 1 4 0,-2 0 1 0,-3-1-1 0,-2-1-5 16,0-2-2-16,-1 1 3 0,0-2-4 0,1-1-5 0,-1-1-1 0,2 0-3 15,-2-1 3-15,2 1 7 0,1-1 4 0,1 0 11 0,0-2 4 0,2-1 1 16,-2 0-4-16,2-1-9 0,0-3-1 0,1 2 1 0,1 0-1 15,-1-1 1-15,3-1-1 0,-2 0 2 0,1-1 0 0,1 0-3 0,1 0 0 16,1 0 5-16,1 1-5 0,0-1 2 0,-1 0-4 0,0 0-1 16,2 0 3-16,0 0 0 0,-1 0 3 0,1-1-1 0,-1 0-1 0,2-1 2 15,0 1-1-15,2-1-1 0,-1 0 7 0,0 0 0 0,2 0 0 0,-3 0-4 16,1 0-2-16,-1 1 1 0,-2 0-1 0,0 1 1 0,-2 0-3 16,0 2-2-16,1 0 2 0,-2 2 0 0,0 1-1 0,-4 0 1 0,1 2 0 15,-2-1 0-15,2 1 3 0,-1 1-3 0,1 1 3 0,-2 0-3 0,0 0 0 16,1-1 1-16,-2 0-1 0,1 0 3 0,-1 0-3 0,2 0 0 15,0-1-3-15,0 0 3 0,0-1-3 0,1-1 3 0,0-2 2 0,3 0-2 16,-2-1 3-16,2-1 0 0,-3-1-3 0,1-2 2 0,1-1 2 16,1-2-4-16,2-2 5 0,1-1-4 0,2-3-2 0,-1-1 2 0,2-2-2 15,-1-1 1-15,0 0 5 0,1-4-1 0,-1-1 1 0,0 1 1 0,0 0 2 16,1 1-2-16,0 1 2 0,-2 3-9 0,-2 0 1 0,-1 3 6 16,-2 1-1-16,1 1 9 0,-3 3 2 0,1 2-6 0,-3 2-2 0,-1 2-4 15,-2 1 0-15,0 3-1 0,0 3-5 0,-3 1 17 0,0 2-3 16,0 1 0-16,-2-1 1 0,0 1-15 0,-1 1-1 0,1-1 3 0,1-1-4 15,1-1-2-15,1 0 0 0,2-2-2 0,-1-1 1 0,2-2 2 0,0-2 2 16,-2-3-2-16,4-2 4 0,0-3-1 0,2-2 2 0,2-2 0 16,0-3-1-16,0-1 2 0,3-4-2 0,-1-2-12 0,1-1 0 0,3-3 8 15,0 0 4-15,2-1 9 0,0-1 4 0,1 1-8 0,1-1-3 0,1 2 4 16,-2 3-3-16,-1 2 2 0,-1 3-2 0,-1 1-2 0,1 5 2 16,-4 1-2-16,1 2 0 0,0 3 1 0,-3 3 2 0,2 2-1 0,-5 3 0 15,1 3-1-15,-3 1-1 0,0 4-3 0,-2 0 0 0,0 2 1 16,1 1 1-16,0-1 1 0,1 3 1 0,-1 0-4 0,0-1-2 0,-1 1 0 15,3-1-9-15,-1 0 4 0,2-3 1 0,0 1 10 0,1 0 12 0,-1-2-2 16,3-2 1-16,-2-1-12 0,1 0 0 0,0-2 3 0,1-1-5 16,-2 0 2-16,0-1 0 0,-1 0-3 0,1-2 6 0,-1-1-1 0,0 1-2 15,-1-2 3-15,0 0-3 0,-3-1 0 0,0 1 3 0,-1-1-1 0,0 0 3 16,0 0-2-16,-2 1-2 0,0 0 3 0,0 2 2 0,-3 0-1 16,1 1-2-16,-1 1 3 0,-3 0-1 0,1 0-1 0,0 1-1 0,-3 0 0 15,1 2-3-15,-1 2 5 0,-2-1-2 0,0 1-3 0,0 0 5 0,0-1-5 16,-1 0 0-16,-1 1 0 0,-1-1 2 0,-1 1-1 0,0 0 2 15,1-3 1-15,-2 2-1 0,2-3-1 0,-1 1 1 0,-1-2 0 0,0 1-1 16,0-1 7-16,0-1-5 0,0 0 2 0,1-1 1 0,0 0-4 16,0 1 4-16,-1-1-2 0,0-1-2 0,0 1 2 0,0-1-2 0,0 0 2 15,0 0 3-15,-1 0-3 0,0-1 5 0,-1 0-3 0,0 0-4 0,0 0 2 16,0 0-2-16,0-1 2 0,1 0 2 0,-2 0-6 0,1 0 4 16,0 0-1-16,-1 0-1 0,0-1 2 0,-1 0-2 0,1 1 4 0,0-1-2 15,-1 1 2-15,0-1-2 0,-1 0 1 0,2 0 0 0,-2 0-5 0,1 0 6 16,-2 1-5-16,0-1 3 0,1 0 3 0,0 0-5 0,0 1 6 15,0-1-2-15,-2 0-1 0,1 1 3 0,0-1-7 0,-1 0 3 0,-1 0 0 16,1-1-2-16,-1 1 2 0,0 0-1 0,0 0 4 0,1 0-3 16,-1 0 0-16,0-1 0 0,0 1-1 0,0 0-1 0,-1-1 1 0,1 1-6 15,0-1 4-15,1 0-1 0,-1 0 1 0,0 0 5 0,0 1-4 0,0-1-3 16,0 1 2-16,0 0-2 0,0-1 0 0,0 0 2 0,-1 1-2 16,1-1 2-16,0 1-4 0,0 0 2 0,0-1 2 0,0 1-2 0,0 0 1 15,0 0-1-15,0 0 2 0,0 0-2 0,0 0 2 0,0 0-1 0,0 0-1 16,0 0 0-16,0 0-1 0,0 0-3 0,1 0 6 0,-1 0-2 15,0 0-2-15,1 0 2 0,-1 1 2 0,0-2-2 0,1 2 0 0,-1-1 2 16,1 0-4-16,-1 0 4 0,1 1-2 0,0-1 0 0,0 1-2 0,-1-1 4 16,1 1-1-16,0 0-2 0,0 0 2 0,1 0-2 0,-1 1-3 15,1 0 4-15,-1 0 2 0,1 0-4 0,-1 0 1 0,0 0 1 0,1-1-2 16,-1 2 4-16,1-1 3 0,0 0-7 0,-1 0 0 0,1 0 2 16,-1 0 2-16,0-1-2 0,1 1 5 0,0-1-5 0,-1 1-2 0,0-1 2 15,0 0-3-15,-1 0 1 0,2 0 1 0,-2 0-5 0,1 0 3 0,0 0 0 16,-1 0-4-16,0-1-2 0,-1 1-8 0,0-1 0 0,-1 0-17 15,-1 1-21-15,-3-2-33 0,-1 1-42 0,-4-1-55 0,-4-1-93 0,-6 1-114 16,-3-2-141-16,-6 1 7 0,-7-3-65 0</inkml:trace>
  <inkml:trace contextRef="#ctx0" brushRef="#br0" timeOffset="111441.29">23911 6650 1958 0,'-12'-27'381'0,"-6"0"-357"16,-8-5-30-16,-5 11-24 0,-3 5-14 0,-3 2-15 0,-3 4-6 15,1 2 9-15,-3 1-5 0,-1 0-10 0,-3 0-16 0,-1 1-26 0,-1 0-23 16,-1-1-7-16,2 1 7 0,0 1 23 0,1-1 42 0,2 0 28 0,2-2 23 16,2 0 19-16,2-2 4 0,3-2 2 0,2 0 0 0,3 0 3 15,1-2 4-15,2-1 8 0,2 0 14 0,3 0 13 0,4-1 17 0,4-2 14 16,5-1 2-16,4-3-1 0,4-1-12 0,4 1-13 0,6-2-9 0,4 0-10 16,6 1-6-16,4-1-1 0,5 2-3 0,5 0 7 0,4-1 5 15,5 0 9-15,5-1 7 0,5 1-4 0,6 2 3 0,5 2-4 0,6 0-4 16,3 3 5-16,6 2-9 0,0 2-6 0,6 3-5 0,3 2-14 15,1 2 0-15,4 5-6 0,-2 4-3 0,3 4 2 0,-4 3-5 0,1 4 3 16,-2 3-11-16,-2 4 2 0,0 7-1 0,-4 3-2 0,-1 3 4 0,-2 4-1 16,-4 3 0-16,-2 2-1 0,-3 5 1 0,-4 1-16 0,-1 3 7 0,-4 4 2 15,-4 3-2-15,-2 3 12 0,-5 4-3 0,-3 1-3 0,-1 2 3 16,-6 2-2-16,-3-1-1 0,-5 2 5 0,-4 1-5 0,-2-1 0 0,-4-1 3 16,-3-2 0-16,-4-1 4 0,-3-2 5 0,-4-2 0 0,-3-2 0 15,-4-3-7-15,-4 0 8 0,-4-3 7 0,-5-2 2 0,-5-3 11 0,-3-1-2 16,-6-1-4-16,-5-2-2 0,-8-1-3 0,-6-2-2 0,-7-4 2 15,-7-1-1-15,-7-1 3 0,-6-4-1 0,-8-2-8 0,-7-2-3 0,-5-5-1 16,-7-3 13-16,-4-4 4 0,-7-3-5 0,-6-6 2 0,-4-3-19 0,-7-4 2 16,-3-4-2-16,-2-4 10 0,-4-4 1 0,3-3-16 0,-2-4 2 0,4-3-2 15,3-3 7-15,1-3 14 0,4-3-2 0,1-2-8 0,5-3-4 16,4-1-7-16,6-1 7 0,6-4-5 0,3 0-2 0,6-4-13 0,4-1-33 16,8 0-36-16,4 1-53 0,6 0-50 0,4 0-95 0,2-1-139 0,3 0-110 15,3-4-144-15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3:07:52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13202 2860 372 0,'1'-9'46'0,"4"2"-29"16,3 1-9-16,5 4-1 0,2 4-2 0,2 1 3 0,1 2-1 16,2 3-1-16,2 1-1 0,2 1-2 0,3 2-1 0,2 1 0 0,3 0 0 15,-1 2 1-15,3 1 3 0,-1 0 0 0,5 0 0 0,4 0-1 0,3 0 0 16,4-1 2-16,3-2 1 0,5 1-2 0,3-1 1 0,3 0-2 15,5-2 0-15,2 0 0 0,5-2 1 0,2-1 2 0,0-2 3 0,5-1 9 16,0-2 10-16,0-1 12 0,3-2 7 0,1-2 4 0,1 0 0 0,3-2 2 16,-2-1-1-16,4 0-4 0,-2-1-3 0,2 0-15 0,-2-1-1 15,0-1-6-15,-2 1 0 0,-3-2 0 0,1 0-4 0,-5 0-2 0,0-1-2 16,-2 1-1-16,-3 0 1 0,-1 0 3 0,-3-1-1 0,0-2-3 0,-2-1-4 16,-1 0-5-16,-2 0-3 0,0-2 1 0,-1-3-1 0,-1-1 0 15,-2-2-1-15,-2-1 2 0,-3 0 3 0,-1-3 6 0,-2-3 5 0,-4 0 5 16,0-5 23-16,-3 1 10 0,-2-3 6 0,-3-5 0 0,-1 0-14 15,-4-5-14-15,-3 1-1 0,-5 0 0 0,-2-1 2 0,-5-4 4 0,-3-4 1 16,-4-2 1-16,-7-3-6 0,-4 1-5 0,-5 29 29 0,-2-7-4 0,-3 1-6 16,-3-7-9-16,-5 1-41 0,-4-5-9 0,-6 2 2 0,-6-8 4 15,-6 2 0-15,-8 1 0 0,-5 2-2 0,-6 0-6 0,-6 3-13 16,-8-2 2-16,32 23-34 0,-7-3 22 0,-4 0 11 0,-4-4 0 0,-3-1 29 16,-6-2-13-16,-2-1-4 0,-5-2 5 0,0-2 6 0,-4-1-7 0,-1 1 14 15,-4-3-12-15,1 3-2 0,-6-3-7 0,1 4-3 0,-5-2 0 0,0 2 5 16,1 3 16-16,-1 1-1 0,-1 5-17 0,-1 1 5 0,-2 5-2 15,-1 3 5-15,-4 5 25 0,-4 4-13 0,-5 6 1 0,-7 4 2 0,-4 4 1 16,-5 4 11-16,-3 2 7 0,-4 4-9 0,-2 2-3 0,0 4-4 0,-3 4-3 16,1 2-1-16,0 4-8 0,1 4-12 0,-5 6-4 0,-109 40-13 15,26-1-19-15,27-3-25 0,27 2-85 0,22 1-88 0,20-1-60 0,17-3-42 16,22-5 54-16,-4 15-123 0</inkml:trace>
  <inkml:trace contextRef="#ctx0" brushRef="#br0" timeOffset="6167.68">8027 6011 380 0,'5'-4'85'16,"1"0"-86"-16,3 0-17 0,3 1 3 0,2 3 8 0,0-1 6 15,2 0 4-15,3 0-5 0,0-1-4 0,2 0-12 0,2 0-9 0,2 0-8 16,1 0-2-16,1 1 3 0,-1-1 7 0,2 0 9 0,-1 1 7 0,2-2 7 16,1 1 1-16,0-1 4 0,0 1 1 0,0 0 2 0,0-1 0 15,1 2 2-15,0-1 4 0,3 0 2 0,1 1 3 0,1 0 6 0,2 0 1 16,2 1 4-16,2 0-1 0,3 1-2 0,1-1-3 0,1 2-5 0,4 1-1 16,1 2-6-16,0 0 1 0,2 2-5 0,-2 0 0 0,3 1-2 15,0 2 0-15,1 1 1 0,0-2-2 0,1 2 1 0,0-1-2 0,3-1-1 16,-1 0 0-16,0 0 0 0,2 0 0 0,-1 0-1 0,1-1 3 0,1 1-2 15,2-1 3-15,-1 0-2 0,2 1 0 0,2-1 0 0,0 2 0 16,-1 1 0-16,3 0 1 0,0 2 0 0,1 0-2 0,1-2 1 0,0 2 1 16,1 0-1-16,3-1-1 0,1 0-1 0,0-2-1 0,2 0 1 15,1 0 2-15,1-1 0 0,2 0-2 0,2-2 1 0,1-1 0 0,1-3 0 16,1 0 0-16,1-1 1 0,2-2-2 0,1-1 1 0,1 1 1 0,1-2-1 16,-1 0 2-16,0 0 0 0,2-1 4 0,-3 0 1 0,4-1 1 0,-2 2-1 15,2 0-2-15,-2 0 2 0,0 1 1 0,0 0-1 0,-2 1 1 16,2 1-2-16,-1-1-3 0,0 0-2 0,-1 1 1 0,1-1 0 0,-3 1-1 15,2-1-1-15,-2 0-1 0,2-1 0 0,0-1 2 0,-2-1-2 16,3-2 3-16,-3-1-2 0,2-2-3 16,-1-2 2-16,3-1-2 0,-2-2 1 0,0-1 1 0,0-1 0 0,-3-1 1 0,-1 0 0 0,-1-3 3 0,-3-2 0 15,-1 1 0-15,-2-3 3 0,-2-1 2 0,-3 1 4 0,-3-3 7 16,-3 0 4-16,-2 0 6 0,-3-1 3 0,-4 2 2 0,0 1 2 0,-6 1 1 16,-2 0 0-16,-2 0-1 0,-4 0 0 0,-3 0-2 0,-3 1-1 0,-4 0-4 15,-4 1 3-15,-2 2-3 0,-5-3-4 0,-2 1-2 0,-4-1-5 16,-2-1-4-16,-3-1-4 0,-2-1-6 0,-2 0-7 0,-2-1-4 0,-2-2-7 15,-2 0 0-15,-1-2-7 0,-2-2-5 0,-2 0 2 0,-3 0-4 16,-2-1 6-16,-1 0 5 0,-4-1 3 0,-3 1 9 0,-2-2 9 0,-3 1 4 16,-3 0 12-16,-3-1 13 0,-3 2 7 0,-3-1 10 0,-4 2 2 0,-4 0-4 15,-2 2-4-15,-4 1-7 0,-3 1-9 0,-4 0-10 16,-3-1-4-16,-3 0-4 0,-3 2-4 0,-3 0 0 0,-2 2-1 0,-4 3-1 0,-1 1 0 16,-3 1 2-16,-1 2 0 0,0 1 3 0,-3 0 3 0,0 2-3 0,0 1 2 15,0 1 3-15,-2 1-6 0,-2 1 4 0,-2 2-2 0,-2 3-5 16,0 0 5-16,-4 0-2 0,-2 1-3 0,-1 2 1 0,-3 0-6 0,-3 2 0 15,-2 1 2-15,-2 1 2 0,-4 0-3 0,-2 3 3 0,-5 1-8 0,-2 1 3 16,-4 1-1-16,-4 0 0 0,1 3 7 0,-4 0-4 0,0 1 3 16,-1 0-3-16,-3 0-4 0,0 0 1 0,-1 2 1 0,0 1 3 0,-1 1 7 15,2 0 2-15,2 1 7 0,0 1 8 0,2 2 5 0,1 1 6 16,3 2 1-16,4 2-9 0,2-1-2 0,4 3-12 0,1 0-6 0,1 1 0 16,2 0-8-16,-1 2 0 0,3 2-11 0,1 3-24 0,0 1-36 0,0 1-59 15,1 0-60-15,1 2-54 0,-2-3-42 0,-5 4-61 0,-5 3 70 16</inkml:trace>
  <inkml:trace contextRef="#ctx0" brushRef="#br0" timeOffset="21101.73">21917 7842 384 0,'1'-1'46'0,"1"2"-34"0,1 0-8 0,0 1 0 0,1-1 1 16,1 2 4-16,0-1-1 0,1 1 0 0,1 1 0 0,1 0-1 15,2 0-3-15,1 0-2 0,2 0-2 0,2 0 1 0,3-1 2 0,2 1 1 16,4-1-1-16,1-1 1 0,2 0-1 0,3 0-1 0,2-1 1 16,5-2-2-16,0 1 2 0,3-1-1 0,1-1 0 0,1 0 0 0,1 0 0 15,4-1 0-15,-1 0-2 0,0 0 1 0,1 0-3 0,0-1 0 0,1 1 3 16,-1-1 1-16,2 0 2 0,0-1 4 0,2 1 6 0,2 0 7 15,-2 1 10-15,2-2 10 0,2 0 5 0,2 1 3 0,1-1 1 0,2 1-4 16,2-1 2-16,2-1-3 0,2 0-7 0,1-1-3 0,2 1-7 0,0 1-6 16,0 0-8-16,3-1-3 0,2 0-3 0,0-1-2 0,2 0 6 15,1 0 0-15,1-1-4 0,1 0 1 0,-2-1-6 0,1-2-1 0,-1-1 2 16,-1-1-2-16,1-1 1 0,-2 1-1 0,-1-1 7 0,-1 0 1 16,-2-1 0-16,-1 0 5 0,-3-1-4 0,-1-3 0 0,-4 2 2 0,-1 1 0 15,0-1 3-15,-4 0 1 0,-1 0-1 0,-1 1 1 0,-3-1 1 0,-1 1 0 16,-2 0-4-16,-1-1 2 0,-1 0-2 0,-2-1-4 0,-3 1 6 0,-1-3-1 15,0 0-2-15,-3 0 4 0,-1-2 1 0,-1 1 2 0,-5 1 4 16,-1-2 1-16,-5 0 6 0,-1 0 4 0,-2-2 6 0,-4 1 5 0,-3-3 9 16,-3 0-6-16,-3 1 9 0,-4-2-1 0,-4 0-10 0,-2-2 2 15,-4-2-14-15,-3-1-12 0,-4-1-2 0,-5 0-7 0,-3-1-6 0,-4-1 0 16,-4 0-3-16,-3-2-7 0,-5-2 1 0,-5 2-4 0,-3 0 4 0,-3 2 2 16,-2 0 4-16,-4 0 1 0,-3 1-4 0,-4 1 9 0,-2 2-1 15,0 2 0-15,-4 2 5 0,-1-1-8 0,-2 3-3 0,-1-1 1 0,-2 1-4 16,0 2 6-16,-1 1 1 0,-3 1-4 0,-1 1 4 0,-3-1-8 0,-1 1 1 15,-1 0 1-15,-2 0-4 0,-1 0 9 0,-3 2-4 0,0 1 3 16,-5 0 0-16,0 2-9 0,-3 1 0 0,-2 0 3 0,-1 1 0 0,-4 0 5 16,1 1 4-16,-3 0-5 0,-3 0-2 0,0 1-2 0,-3 1 3 15,1 1 1-15,-3 2 2 0,-1 0 3 0,-2 1-3 0,1 2 8 0,0 3 1 16,1 1 0-16,2 1 1 0,2 1 0 0,3 0 2 0,3 2 2 0,6 2-5 16,3 2-1-16,3 3-5 0,3 3-6 0,4 4 2 0,2 1-5 15,3 4-1-15,4 4-3 0,2 0 0 0,4 7 1 0,3 2 3 0,4 4 1 16,4 4 1-16,5 1-1 0,2 3-1 0,7 3-4 0,2 3-10 0,6 3 9 15,3 2-6-15,6 2 4 0,4 1-1 0,6 2-24 0,4 1-27 16,5-2-40-16,5-1-49 0,6-2-63 0,5-3-83 0,5 0-81 0,3-4-50 16,6-3-86-16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3:11:50.3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19139 8340 824 0,'-12'-12'141'0,"0"-3"-84"16,-3-4-35-16,3 2-20 0,2 1-14 0,1-1-5 0,0 1 6 0,3 0 5 15,-1 0 9-15,1 0 4 0,0-1-3 0,-1 2-1 0,-1-1 0 0,0 0-3 16,-1 1-2-16,0 2-2 0,-2-2-2 0,-1 1 4 0,0 1 1 16,0 1 1-16,1 1 4 0,-1 1-1 0,-1-1 3 0,-2 1 3 0,0 0 1 15,0 1 4-15,-2 2 1 0,1-1 6 0,-1 3-2 0,0 1 0 16,-2 2-1-16,-2 2-5 0,1 2-4 0,-3 1 1 0,-1 1-5 0,-1 3 1 16,-1 0-2-16,0 4-2 0,-1 0-1 0,0 3 1 0,-4 1-2 0,1 1 2 15,-2 4-2-15,1 1-3 0,0 1 1 0,0 3 0 0,-1 1-1 16,0 1-4-16,0 1 7 0,2 1 1 0,0 0 2 0,3 2 4 0,0-1-6 15,3-1 1-15,0 0 3 0,3-1-2 0,3 0-1 0,-1-1 1 16,1 3-2-16,1-2 3 0,1 2 4 0,2-1-1 0,1 1 3 0,1 0 5 16,1 1 2-16,1 0 12 0,1 3 6 0,3-2 5 0,2 1-2 0,3 0 10 15,2 1-1-15,2-2-4 0,2 3 2 0,4-1-18 0,1-1-7 16,1 0-8-16,4-1-3 0,1 3-8 0,2 0-1 0,0 1 1 0,3-2-3 16,2-2 2-16,-1-2 0 0,1 0-2 0,0-1-4 0,2-1 4 15,0 0-1-15,0-1 0 0,1-3 1 0,1 0-3 0,2-2 7 0,0-2 3 16,1 2 3-16,1-3 0 0,1-3-6 0,0-2 1 0,3-1 2 0,-2-3 4 15,3-2 6-15,-3-1 7 0,2-3 12 0,1-2 0 0,-1-1 2 0,3-3 2 16,-2 0-10-16,2-4-2 0,0-2 0 0,0-2-7 0,3-1 5 16,-3-2 3-16,0-1-9 0,1-3 3 0,-1-3-5 0,0-1-6 0,-1 2 5 15,-2-3-3-15,-2 0 12 0,-2-1 5 0,0-2-4 0,-3 1 3 16,-1-2-5-16,-3 2-1 0,-1-2 8 0,-1 0-3 0,-4 1-7 0,0-2 5 16,-2 0-6-16,-3-3-4 0,-2 1 2 0,-1-2-3 0,-2 1-4 0,-1-3 1 15,-1 1 1-15,-2-1-4 0,-2-1-2 0,-2-2-13 0,-2 2 4 16,-3-2 1-16,-3-1-3 0,-2 0 13 0,-3-3-11 0,-2 1-3 0,-5 1-2 15,-3-3 3-15,-3 1-2 0,-3-1-4 0,-3-2-1 0,-3 2-4 0,-2 1 1 16,-3 1 1-16,-5 1-10 0,-3 0 2 0,-3 2 8 0,-3 3 1 16,-2 2 7-16,-3 3-8 0,-3 2-15 0,-1 2-23 0,-3 5-23 0,-1 2-30 15,-4 3-36-15,-2 4-22 0,-1 5-25 0,-2 1-17 0,2 4-22 16,0 4-27-16,1 3-24 0,4 4-158 0</inkml:trace>
  <inkml:trace contextRef="#ctx0" brushRef="#br0" timeOffset="969.93">15545 11999 1297 0,'-21'-3'72'0,"1"0"-10"16,-4 0 0-16,6 3-28 0,6 2-14 0,1 0-11 0,1 2-5 16,2 0 2-16,1 0-6 0,1 1 3 0,-1 0-6 0,2-1-3 0,-2 2 4 15,0 1-4-15,0 1 1 0,1 3 2 0,0 0 3 0,1 2 3 0,-1 1 0 16,1 1 6-16,0 2-8 0,0 3 4 0,0 2-4 0,0 2 2 16,0 2 2-16,0 2-3 0,-1 3 4 0,0 2-2 0,0 3 2 0,0 0-1 15,-1 1 4-15,1-1-3 0,1 0 3 0,0 2 4 0,0-1 1 0,2-1 2 16,1-3 7-16,2-1 10 0,1-4 7 0,2-2 9 0,2-4 7 15,0-2 3-15,1-3-1 0,2-2-1 0,2-2-6 0,0-1-3 0,1-2-3 16,0-1-3-16,-2-2-5 0,1 0-5 0,1-2-1 0,-1 0-5 16,2-1-2-16,0 0-3 0,-2-1-4 0,2-1-7 0,-1 0 2 0,1-1-3 15,0 0-1-15,0-1-2 0,0 1-1 0,0 0-2 0,0 0 2 0,0 0-2 16,-2-1-2-16,2 0 5 0,-1-1-9 0,0 0 5 0,1 0 1 16,-1 1-5-16,0-1 2 0,2 0-1 0,-1 0 4 0,1-1-3 0,1 1 2 15,0-1 1-15,2 0-11 0,0-1-1 0,0 0-10 0,-1-2-9 16,1 2-9-16,1-2 1 0,-1 0-3 0,1 0-2 0,-2 0 6 0,-1-1-1 15,-2 0 3-15,-1-1-4 0,0 1 0 0,-1-2-10 0,0 1-15 0,-1 1-19 16,0-3-30-16,-2 0-36 0,1 0-49 0,-1-1-58 0,0 0-68 16,-1-1-101-16,0-2 37 0</inkml:trace>
  <inkml:trace contextRef="#ctx0" brushRef="#br0" timeOffset="1237.93">15376 11959 1001 0,'-20'-6'178'0,"1"0"-19"0,-4-1 4 0,3 3-63 0,6 0-29 16,3 0-9-16,0 2-10 0,3 1-5 0,1 0-1 0,1-1-3 0,2 1-1 15,1 0-3-15,1 0-3 0,1 1-3 0,2-1-8 0,1 0-2 16,2 1-7-16,3-1 0 0,2 1 0 0,2-1 2 0,4 0-2 0,2-2-5 15,5 1 1-15,1-1-4 0,3-1-2 0,2 1-1 0,0-1-6 0,2 0 2 16,1 0-1-16,1 0-8 0,0-1 0 0,1 2-14 0,-2-2-9 16,0 1-15-16,-1-1-14 0,0 1-11 0,-1-2-23 0,1 1-24 0,-3-1-32 15,0 0-49-15,-2 1-52 0,-1-1-52 0,0 0-148 0,-2 0 79 0</inkml:trace>
  <inkml:trace contextRef="#ctx0" brushRef="#br0" timeOffset="2017.9">16311 12147 256 0,'0'0'116'15,"0"0"-17"-15,-1 1 2 0,2 0-6 0,-1 0-1 0,1 1-7 0,0-1-6 16,-1-1 0-16,0 0-2 0,1 0 1 0,0 0-6 0,0 0-8 15,1-1-10-15,0-1-9 0,1 0-7 0,0-1-6 0,0 1-4 0,0-2-8 16,0-1 1-16,-1-1 0 0,1 0 0 0,-1 0 6 0,-1-1 1 16,1 1 3-16,-2-1 4 0,1 0 5 0,-1 2 2 0,-1-1 3 0,0 2-1 15,-1-1 0-15,0 1 3 0,-1 1-2 0,-1 0-4 0,0 3-4 0,-1-1-7 16,0 2-7-16,0 0-2 0,0 1-6 0,0 3-6 0,-1 0 0 16,0 3-1-16,0 2 2 0,-2 2-1 0,1 2-2 0,0 0 1 0,-1 3-5 15,2-1 7-15,-2 2-2 0,2-1-2 0,0 2 2 0,1 1-2 0,2 0 1 16,0 0-1-16,2 0-2 0,0-1 1 0,0-1 1 0,2 0 1 15,0-1 1-15,0 0-3 0,0 1-5 0,0-2 4 0,0 0-5 0,-1 1 3 16,1 0-6-16,-1 0-4 0,1 0 7 0,-2-1-2 0,1 1 4 0,0-3 0 16,-1 1-1-16,1-2 1 0,0-1-5 0,0-1-3 0,0-3-8 15,1 0-6-15,0 0-5 0,1-1-11 0,0-1-18 0,1 1-33 0,0-2-30 16,0-1-33-16,1 0-24 0,1-2-46 0,0-1-51 0,-2-2-58 16,3 0-29-16,-1-3-118 0</inkml:trace>
  <inkml:trace contextRef="#ctx0" brushRef="#br0" timeOffset="2441.44">16212 11935 795 0,'-7'-17'485'16,"1"-1"-331"-16,-1-3-2 0,6 7-46 0,1 1-51 0,3 2-20 16,2 2-15-16,2 0-9 0,2 3-6 0,1 2-2 0,0-1 0 0,1 3-2 15,-3 1 3-15,2 1 1 0,-2 2-2 0,0 1 1 0,0 2-1 0,-1-1 1 16,1 2 1-16,0 1-4 0,-2 1 9 0,3 1-8 0,2 0-3 15,0 0 8-15,3 0-11 0,0 1 2 0,2 1 4 0,3 0-5 0,1 0 3 16,0 0 1-16,1 0-2 0,-1-1-3 0,0 0 4 0,0-1-1 0,1-2 3 16,-1-1 2-16,1-2 2 0,-1-1 1 0,-3-2 17 0,0-1 19 15,-2-2 12-15,-1 0 19 0,-2-2-3 0,0 1-1 0,-2 0-3 0,-2 0-8 16,-1 0-8-16,-2 1-8 0,0 1-5 0,-2 0-6 0,-1 1-7 0,-1 1-6 16,0 2 7-16,0 1-9 0,-1 1 6 0,0 1-9 0,-2 2-14 15,1 2 0-15,0 3-6 0,0 2 17 0,0 2 5 0,0 1-2 0,0 2-2 16,2 2-16-16,0 0 0 0,0 3-1 0,1 0-5 0,2 1-3 0,1 0 2 15,0 1-2-15,2 3 4 0,0-1-1 0,1 2 0 0,0-1-1 16,0-1-1-16,0 0 4 0,-1 0 6 0,1-1 2 0,0 1 3 0,0-2-7 16,0 1 4-16,-1-2-7 0,1-3 1 0,-2 1 14 0,-3-3 0 0,1 0 3 15,-3-2 6-15,-2-1-9 0,-1 0-3 0,-2-1 5 0,-2 0-6 16,-3-3 3-16,-2 0-1 0,-3 0-3 0,-4 0 2 0,-1-2-3 0,-3-1-1 16,-2 0 6-16,-3-2-4 0,0 0-1 0,0-3-1 0,-2 0-2 15,2-3 4-15,0 0-3 0,2-2-3 0,2 0-7 0,3-1-16 0,2-1-13 16,0 0-26-16,3-2-31 0,0 1-24 0,2-1-40 0,2-1-40 15,1 0-45-15,3 0-72 0,3-1-71 0,1 1-30 0,3-1-48 0</inkml:trace>
  <inkml:trace contextRef="#ctx0" brushRef="#br0" timeOffset="2837.35">17461 12621 1841 0,'-1'-10'146'0,"2"0"-1"0,1-5-19 0,3 1-45 0,4 0-28 0,4 0-22 0,4-3-13 15,4 0-6-15,1-2-10 0,4 0 6 0,0-3-2 0,5-2 2 0,1-1 6 16,4-3-6-16,2-3 1 0,5-4-1 0,3-3-7 0,5-2 4 0,3-3-2 15,4-1 2-15,4-4-10 0,4-2 4 0,4-3 1 0,3-3 6 16,2-1 11-16,2-1 2 0,3 0 7 0,-1-2-4 0,5 0 4 0,1-1-1 16,2 1-4-16,2 1-6 0,1 0 6 0,2 2-1 0,0 1-4 15,2 2 2-15,-3 2-6 0,2 1-2 0,-3 0 1 0,1 3 1 0,-2 2-6 16,-1 1 3-16,-1 2-8 0,-2 3 1 0,0 1-2 0,-5 3 5 0,-2 3 0 16,-4 3-2-16,-4 4 7 0,-3 1-8 0,-3 4-2 0,-5 1 2 15,-4 3-11-15,-3 3 8 0,-4 2-4 0,-4 2 1 0,-3 2 1 0,-5 2 0 16,-5 1-6-16,-4 2-6 0,-2 2-9 0,-4 0-19 0,-1 1-26 0,-1 1-30 15,-3 0-26-15,0 1-25 0,-2 0-18 0,-2-1-18 0,0 1-27 16,-1-2-34-16,1 0-36 0,-1-2-28 0,0-2-17 0,0-1-129 0</inkml:trace>
  <inkml:trace contextRef="#ctx0" brushRef="#br0" timeOffset="3117.35">21086 9898 925 0,'-6'-19'299'0,"1"1"-131"0,0-5-5 0,1 8-51 0,3 4-36 0,2 2-26 15,1 4-18-15,1 0-15 0,3 1-2 0,2 0-3 0,3 1-5 16,3 0 2-16,4 0-3 0,2 2-5 0,4 1 3 0,4 2-2 0,3 0-4 16,3 2 1-16,5 1 1 0,2 1 1 0,3 0-1 0,3 0-4 0,2 0-4 15,0 1-5-15,1 0-1 0,1 0 2 0,0 1 4 0,1 0 4 16,-2 1 1-16,-1 0 5 0,-1 1-5 0,-2 1 2 0,0 1 1 0,-2 1-2 16,-1 0 4-16,0 2-2 0,-3 1 0 0,0 2 0 0,-1 0-2 15,-1 2 4-15,-1 2-2 0,0-1-6 0,-2 0 4 0,-3 1-2 0,-1-3 6 16,-2 2 9-16,-1-2 1 0,-1-3-1 0,-4 0-5 0,-1-2 5 0,-5-2 0 15,-4-1 7-15,-3-3 14 0,-5-1 14 0,-2-3 26 0,-5-1 10 16,-3 0 10-16,-6-1-16 0,-5 1-19 0,-9 0-17 0,-9 1-28 0,-7 1-7 16,-7 0-7-16,-7 2-10 0,-6 1-6 0,-3 2-5 0,-5 1-21 0,-2 2-17 15,-1 1-48-15,-5 0-77 0,1 1-122 0,0 3-140 0,0 0-131 16,-1-2 57-16</inkml:trace>
  <inkml:trace contextRef="#ctx0" brushRef="#br0" timeOffset="3922.35">24138 9573 1220 0,'-13'-10'-3'16,"1"2"17"-16,-1-2 2 0,6 5-14 0,4 2-2 0,1 1-3 0,2 0-2 16,0-1 2-16,0 1-5 0,0-3 2 0,0 3 2 0,-1-1 2 15,1 0 2-15,-3 1-6 0,1-1-2 0,0 0 5 0,-1 0 0 0,2-1 10 16,-2-1 4-16,1 2 2 0,0 0 5 0,0 1 5 0,0 0-3 0,0 2 0 15,-1 1-6-15,2 0-1 0,0 3 2 0,-2 1 0 0,1 3 17 16,-1 2 3-16,1 3 2 0,-1 2 6 0,1 2-12 0,-1 2-3 0,2 3 0 16,0 1-5-16,1 4-2 0,2 1 1 0,1 3-4 0,1 3-5 0,1 2-6 15,0 2-4-15,1 0-3 0,2-2 0 0,1 0-1 0,2-2 2 16,0-2-2-16,2-2 1 0,-1-5-7 0,1-1-2 0,0-4 1 0,0-3 0 16,0-2 6-16,-2-3 1 0,-1-2 0 0,-3-2-2 0,0-2-3 15,-2-3-2-15,-2-1-5 0,-1-2 2 0,-1-2-12 0,-2-1-14 0,0-3-17 16,-1-1-18-16,-3-2-5 0,0-3-8 0,-3-2 3 0,-3-1 9 0,-2-3 8 15,-2-3 17-15,-2-2 12 0,-2-2 11 0,1-1 11 0,-2 0 3 16,-1-1 6-16,2 0 1 0,-3-1 2 0,-1 1 6 0,0-3 1 0,-1 0 8 16,1-2 2-16,-3-1 2 0,0-1 9 0,0 2 2 0,-1-2 5 0,1 0 6 15,1 0-6-15,0-3-1 0,1 5 1 0,0-1-4 0,3 2 5 16,1 3 3-16,1 2-1 0,2 3 4 0,2 4 8 0,0 2 2 0,3 3-1 16,1 2 2-16,4 3-13 0,2 2-7 0,2 3-10 0,2 1-9 15,3 1-5-15,4 1-2 0,4 0-1 0,7 0 0 0,5 0 3 0,4 1-2 16,7 0-1-16,4-1-3 0,4 1 0 0,6 0-9 0,2 0 1 0,2 1-4 15,3 1 0-15,2-2 5 0,0 2-5 0,2 0-1 0,-1 0-7 16,-1 1-3-16,-2 0-4 0,-3 0-1 0,-2 0 3 0,-1 1-1 0,-3 0 8 16,0 0 4-16,-4 0 2 0,0 1 5 0,-2 0 3 0,-2 0-1 0,1 0 3 15,-2-1 2-15,2 2-1 0,-1-1-2 0,-1 1 1 0,0 0-3 16,0 0 3-16,0 1 0 0,0 0 2 0,-1 0-2 0,-3 0-4 0,-2 2 3 16,0 1-5-16,-3 3 3 0,0 0 3 0,-4 2-2 0,0-3-2 15,-2-1 2-15,-3-1 6 0,-1-2 2 0,-3 0 14 0,-1-1 5 0,-1 0 3 16,0-1 0-16,-1 0 6 0,-1-1-4 0,0 1-4 0,0 1-5 0,-2-1-11 15,2 0-7-15,-1 1 1 0,0 1-5 0,0 0-8 0,-3 1-7 0,0 2-12 16,-2 1-13-16,-1 0-5 0,0-1-9 0,-2-1-13 0,0 0-10 16,-1-1-14-16,-2-1-9 0,-1 0-6 0,-2-2-9 0,-4 1 1 0,-1-2 1 15,-2 0 11-15,-3-1 27 0,2 0 25 0,-1-3 27 0,0-1 21 16,2-3 14-16,2-3 5 0,3-1 1 0,1-2-4 0,3-2-7 0,2-1-6 16,4-3-2-16,3-2-5 0,4-5-3 0,5-2-9 0,5-2-23 15,5-5-31-15,5 0-152 0</inkml:trace>
  <inkml:trace contextRef="#ctx0" brushRef="#br0" timeOffset="4867.35">16555 12766 537 0,'-11'-10'26'0,"1"-1"19"0,0-2 1 0,3 3-11 0,3 0-11 0,2 1-13 16,1 0-7-16,2 1-4 0,0-1-4 0,2 2 4 0,2 1-3 0,1 0-12 15,1 1-23-15,2 2-33 0,1 1-29 0,0 2-31 0,2 2-165 16</inkml:trace>
  <inkml:trace contextRef="#ctx0" brushRef="#br0" timeOffset="6224.47">16112 13121 693 0,'-22'-5'-6'0,"2"0"81"0,-3-2 50 15,5 2-57-15,5 1-16 0,2-2-9 0,1-1-19 0,3 0-6 16,1-1-10-16,2 1-3 0,1 2 2 0,2 0-6 0,1 1-1 0,1 1-12 15,1 1-3-15,2 0-7 0,2 0-16 0,1 1-12 0,1-1-16 16,0 0-20-16,2 1-17 0,1 0-18 0,1 1-27 0,1 0-145 0</inkml:trace>
  <inkml:trace contextRef="#ctx0" brushRef="#br0" timeOffset="6378.47">16235 12835 520 0,'-39'2'413'0,"-1"2"-444"0,-8 2 178 0,11 1-70 0,11-3-33 0,4-1-13 16,6-1-5-16,2 0-8 0,3 2-12 0,3 0-11 0,3 2-21 16,3 2-28-16,3 1-37 0,3 0-36 0,3 0-43 0,5 0-29 0,5-1 10 15,3 1-131-15</inkml:trace>
  <inkml:trace contextRef="#ctx0" brushRef="#br0" timeOffset="6530.47">16403 12827 1253 0,'-42'-7'-119'0,"0"-1"234"16,-6-2 28-16,13 2-83 0,10 3-32 0,5-1-9 0,7 3-20 0,4 0-10 15,6 2-31-15,4 2-23 0,6 0-28 0,5 1-38 16,5-1-14-16,7 0-33 0,4-1 0 0,5 2 9 0,1 2 12 0,4 3-116 0</inkml:trace>
  <inkml:trace contextRef="#ctx0" brushRef="#br0" timeOffset="6619.46">16590 12849 567 0,'-26'-9'-147'0,"4"0"186"15,-3 0 31-15,14 2-82 0,9 3-37 0,7 1-42 0,6 0-90 0,8 0 0 16</inkml:trace>
  <inkml:trace contextRef="#ctx0" brushRef="#br0" timeOffset="18936.74">4083 8185 648 0,'23'-4'6'0,"11"-1"6"0,10-1 5 0,13-1 5 0,-11 2-4 0,2 2-4 0,2-1-4 0,2 3-4 0,1-1 1 0,1 0-2 0,3 1 0 15,0 1-3-15,0 1 2 0,1-1-2 0,-1 2 1 0,1-1 2 16,0 0 0-16,0 0-2 0,1 1 3 0,-4 0 0 0,1 1 1 0,-1 0 2 15,0-1 2-15,1 1 1 0,0-2 3 0,-1-1 2 0,1-1 2 0,0-1-3 16,0 0-1-16,0-2-2 0,0 0 0 0,2-1 1 0,3-3-1 16,0 0 2-16,1-3-2 0,2-1 1 0,0-2-2 0,1 1 0 0,2-4-1 15,-1 0 1-15,1-1-4 0,-1 1 1 0,1-2-1 0,-2 0-4 0,0 0 2 16,-2-1-1-16,-3-2 0 0,-2 1 1 0,0-1-2 0,-2-2 1 16,0 2 0-16,-3-1-2 0,-1 1 0 0,0-2-2 0,-3 1 0 0,-2 0 0 15,-1 0-6-15,-3 0 2 0,-4 1-1 0,0-2-1 0,-3 2 13 16,-3-1 3-16,-2 1 1 0,-1 0 3 0,-4-2-8 0,0 1-1 0,-4 1-3 15,-1 0 1-15,-3 1 2 0,-5 0 0 0,-2 0 0 0,-3 1 0 0,-2 0 2 16,-2-2-2-16,-3 2 2 0,-3-2 1 0,-1 0-4 0,-2 1 4 16,-3-1-1-16,-2 1-2 0,-1 1 1 0,-4 0-3 0,-3 1 0 0,-2 1 3 15,-1-1-4-15,-4 1 3 0,-3 0-11 0,-3 2 0 0,-3 0 0 0,-5 0 0 16,-2 1 5-16,-3 1 0 0,-4 1 5 0,-4 1 1 0,-2-1 1 16,-3 2-1-16,-3-2-4 0,-1 2-1 0,-3 0-1 0,-5 1 0 0,-2 1-3 15,-3 2-1-15,-3-1 3 0,-2 2 0 0,2-1 3 0,-2 0 0 0,1 1 3 16,2 0 0-16,1 0 1 0,2 0 1 0,1-1-2 0,1 1-1 15,2-1 0-15,-2 2 1 0,1-1 0 0,0 1 6 0,-1 2-3 0,-1-1 2 16,2 2-2-16,1 0-3 0,2 1-1 0,2 0 2 0,2 1 1 0,3 0-2 16,3 2 1-16,1 1 3 0,2 0-1 0,2 2 0 0,1 0-4 15,1 1-4-15,2 2 2 0,1 1-1 0,1 2-1 0,1 2 0 0,2 2-1 16,-1 2 1-16,4 1-2 0,1 3 0 0,-2 2-6 0,3 0 3 16,1 3 1-16,1 1-2 0,3 3 5 0,-1 1-1 0,3 3-3 0,3-2 3 15,2 4-3-15,4 0-5 0,2 2-10 0,4 2-16 0,3-1-19 16,3 0-20-16,4-1-19 0,5-1-21 0,3 2-15 0,5-1-13 0,3-3-19 15,4 0-67-15,5-2-56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3:12:37.4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3279 6009 1184 0,'-11'-7'158'0,"1"0"-144"0,-4 0-20 0,3 2 5 16,1 1 2-16,2 1 4 0,-1-1 3 0,2 0-6 0,0 1-4 0,-1 2-7 16,2 0-14-16,-1 1-9 0,0 0-12 0,1 2-5 0,0-1-2 15,1 2 9-15,1-1 13 0,1-1 10 0,0 0 12 0,2-1 8 0,0 0 3 16,1 1 1-16,1 0 1 0,1 2 1 0,1 0 3 0,0 0 1 0,2 2 6 16,1 0 2-16,2-1 4 0,1 1 4 0,1-1-4 0,3 1-2 15,1-1-5-15,2 0-6 0,2 0-1 0,1 0-3 0,2 1-1 0,2-1-2 16,2-1 1-16,4 1-3 0,1-1 3 0,2-1-3 0,0 0 7 15,1-2-1-15,1 0 1 0,1-1 2 0,0-1-3 0,2-1-2 0,0 1 3 16,1-2 0-16,2 0 2 0,-2-1 5 0,1-2-5 0,0 0 3 16,-1 0-5-16,0-1 3 0,1 0 2 0,0-1-1 0,1 0 6 0,-2-1-5 15,-2 1 1-15,-1 1 0 0,0-2-1 0,0 0 2 0,-1 0-2 0,0-1-2 16,-2-1-5-16,-2 0 2 0,0-1-1 0,-1-1 2 0,-3-2 7 16,1 0 0-16,-3-2 8 0,0-1 1 0,-3 0 5 0,-2-1 1 0,-1-2 2 15,-1 3 3-15,-2-3-6 0,0 0-2 0,-2-1-3 0,-1-2-5 0,-2 1-2 16,-2 1-3-16,-3 0 1 0,-2 0-2 0,-1 0-1 0,-3-1-1 15,-1 2-3-15,-2-1-1 0,-3 0 6 0,-1 0-4 0,-3 0 7 0,-1 0-5 16,-1 0 1-16,-2 3-4 0,0 1-2 0,-4 0 2 0,-1 1-4 0,0 1 1 16,-5 0-2-16,-1-1-1 0,-4 1-3 0,-2 2 2 0,-3 0 0 15,-2 3 3-15,-5 1-4 0,-2 2 5 0,-2 1-3 0,-2 2 1 0,-4 1 1 16,-4 3-1-16,-1 1-3 0,-4 3 8 0,-1 2-2 0,-1 2 5 16,-2-1-8-16,0 3 9 0,-1 2 5 0,0 2-6 0,2 2 16 0,-2 2-9 15,3 3-2-15,1 3 4 0,0 1-6 0,3 4-2 0,1 2 5 0,2 3-6 16,4 2-4-16,1 2 0 0,5-1-8 0,3 1-3 0,0-1-5 15,2 0-1-15,3 1-6 0,1-1-8 0,2 0-17 0,5 1-21 0,-1 1-21 16,3 0-50-16,0 3-61 0,2 1-98 0,2 0-97 0,1 0-46 0,4 0-117 16</inkml:trace>
  <inkml:trace contextRef="#ctx0" brushRef="#br0" timeOffset="3539.12">13831 6423 199 0,'-5'-7'63'0,"2"1"0"0,-1-3 4 0,3 2-20 0,1 1-19 0,1 1-4 15,0 1-3-15,1-1-4 0,0 0-5 0,0 0-6 0,0 1 0 16,0 0-3-16,0 1 2 0,-1 0-1 0,1 0 1 0,-2 1 4 0,0 0 0 16,0 0 2-16,0 1 2 0,1 0 3 0,-1 0-1 0,-1 0 0 0,1 0-1 15,0 0-3-15,0 0 0 0,1 0-1 0,1 0-1 0,1 0 1 16,1 1-3-16,0-1 2 0,2-1-1 0,2 1-1 0,2-1-1 0,2 1 1 16,2 0 0-16,3 0-1 0,1-1 4 0,1 1-2 0,3-2-3 15,0 0 2-15,3-1-1 0,1 0-2 0,1 1 4 0,5-2-1 0,-1 1 5 16,3-1 3-16,0 0 3 0,0-2 2 0,2 0 0 0,2 0 0 0,2 0-5 15,1 0 3-15,1-1-1 0,3-1 2 0,2 1 1 0,0 0 0 0,2-1-2 16,3 0-2-16,1 2-2 0,3-2 2 0,0 1-2 0,-1-1 4 16,1 2-3-16,2-1 2 0,1 1 1 0,2 1-1 0,0-2 0 0,2 2-1 15,1-1-3-15,1 1 2 0,1 1 0 0,-1 0-2 0,1 1-1 0,-1 0 0 16,2 0-3-16,1 1-1 0,0 1 3 0,1 0-2 0,2 1-1 16,-1 0 0-16,1 1-3 0,1 1 1 0,0 0 3 0,1 1-3 0,-1 0 2 15,0 1-3-15,-1 0-3 0,0 1 0 0,0 0-2 0,-1 1 2 16,-1 0 0-16,0 1 1 0,0 0-1 0,-3 0 1 0,1 1 2 0,-1 0-3 15,1 1 4-15,-1 2-1 0,0-1 0 0,0 1 2 0,0 1-3 0,1-2-2 16,-2 2 2-16,-3 0 0 0,-1 0 0 0,-2 0 1 0,-1 2-2 16,-2-2-1-16,-1 2-1 0,-2 0 4 0,-2 1 2 0,0 0 1 0,0 1 11 15,-2 1 5-15,0 1-3 0,-2-2 4 0,-2 3-6 0,-1 1-10 0,-2 0 0 16,-2 0 1-16,1 1 0 0,-3 1 1 0,-2 0-2 0,-3 1-1 16,-2 1-4-16,0 2 6 0,-3 0-7 0,0-1-2 0,-2 1 3 0,-2-1-7 15,-1 0 3-15,-3 2 0 0,0-2 0 0,-2 2 0 0,-1-2 2 16,-3 2-2-16,0-1 0 0,-1 0-6 0,-3-1 3 0,-1-1-3 0,-3 0 4 15,-4 1 19-15,-1-2-6 0,-2-1 1 0,-2 0 0 0,-2-3-10 16,-4 1 2-16,-2-1 0 0,-3-2 0 0,-3 0-3 0,-2 0 3 0,-5-1 2 16,-2-2 0-16,-6 1 2 0,-2-2-1 0,-5 0-1 0,-2-1 0 0,-2-1-5 15,-4-2 2-15,-3 0-3 0,-1-1 2 0,-3 0 0 0,-2-1-1 16,0-1-1-16,-2 0-1 0,-1 0 5 0,-1 0-2 0,0 0 1 0,1-1 0 16,-2 2-3-16,0-1 0 0,0 1 0 0,-1-1 4 0,0 0-4 0,-1 0 1 15,-1 1 2-15,-1-1-3 0,-2-1 1 0,-1 0 0 0,-1 0 1 16,-3-2-5-16,0 2 3 0,-3-1 0 0,-1-1-3 0,-1 0 5 0,-2-1-2 15,0 0 1-15,0 0 6 0,-1-1-6 0,2 1 2 0,-1-1-3 16,2 1 0-16,4 0 0 0,0 0 0 0,2 0-2 0,2 0 1 0,0 1 0 16,-1 0-2-16,2 0 2 0,1 1 1 0,2-1-2 0,2 1 1 0,2-1 0 15,3 0 1-15,3 0 0 0,3-1-2 0,3 0 1 0,1 0-3 16,2 1 1-16,1-1 1 0,4 0 2 0,2 0-2 0,2 0 2 0,3 0 0 16,1-1 0-16,4 0 2 0,1 1-5 0,3-1-1 0,0 0 4 0,4 0-3 15,-2-1 3-15,3 2 0 0,3-1-1 0,0 0 2 0,2 0 1 16,1 0-1-16,2 1 0 0,2-1-1 0,2 1 0 0,1 0 0 0,1-1-1 15,2 1-2-15,1 0 1 0,1 0-1 0,1 0-1 0,0 0 3 0,0-1-2 16,1 1 2-16,0-1-2 0,0 1 2 0,0-1-1 0,0 0 1 16,1 0 0-16,0 1-1 0,-1-1 2 0,1 1 0 0,1-1 0 0,-1-1-1 15,1 1-2-15,0-1 5 0,-1 1 0 0,2 0 1 0,0-1-4 16,0 0 1-16,1 0-2 0,1-1-2 0,1-1 6 0,0 1-5 0,2 0 0 16,-1-1 5-16,2 0-4 0,-1 0 4 0,0 0-5 0,1 0 3 0,-1 1-1 15,-1-1 2-15,2 1 3 0,-1 0-3 0,1 0 2 0,0 0-4 16,-2 1 1-16,0-1 1 0,-1 2-2 0,-1-1-1 0,1 1 1 0,0 0 1 15,-1 0 0-15,0 0 4 0,-1 0-3 0,0 0 1 0,-2 0-2 0,1 0-2 16,0 0 4-16,-1 0-2 0,0 1 0 0,0 0 1 0,0 0 0 16,0 1 2-16,-1-1-3 0,1 1 1 0,0-2-2 0,0 2 0 0,-1-1 1 15,1 0-3-15,-1 0 3 0,-1 0 3 0,2-1-2 0,-1 1 0 16,1 0 5-16,0-1-6 0,-2 1 0 0,0-1 0 0,0 0-2 0,1 0 1 16,-1 0 1-16,0 1 0 0,1-1 0 0,-2 0 1 0,1 1 2 0,0 0-2 15,0-1-3-15,0 1 2 0,-1 1 1 0,0-1-2 0,0 0 1 16,-1 1-2-16,0 0-2 0,1-1 4 0,-1 1-1 0,0 0 1 0,0 0-1 15,0 0 1-15,-1 0 0 0,1-1-2 0,0 1 2 0,0-1 2 0,-1 1-4 16,1 0 1-16,0 0-2 0,0 0 3 0,1 0-2 0,-1 0-1 16,1 0 2-16,-1-1-4 0,1 1 3 0,-1-1 0 0,0 0 2 0,0 1 0 15,1-1-2-15,-1 0 0 0,1 0-1 0,-1 0 0 0,0 0 2 0,0 0 0 16,1-1-2-16,-1 1 1 0,0 0 0 0,0-1-2 0,0 0 3 16,0 0-2-16,1 0 2 0,0 0 0 0,-1 1-3 0,0-2 0 0,1 1-3 15,-1 0-2-15,1 0-2 0,-1 0 0 0,1 0 0 0,0 1-3 0,0-1-3 16,0 0 0-16,-1 0-5 0,1 0-2 0,0 0 0 0,-1 1-5 15,1-1 0-15,0 0-3 0,0 1-8 0,0-1-4 0,1 0-6 0,0 0-7 16,0 0-1-16,0 0-7 0,1 0-4 0,-1 0-6 0,1 0-5 16,0-1-12-16,1 0-9 0,1 0-7 0,0 0-10 0,2-1-9 0,1 1-177 15</inkml:trace>
  <inkml:trace contextRef="#ctx0" brushRef="#br0" timeOffset="4820.75">8306 7941 23 0,'0'-3'18'0,"0"0"-2"0,1 0 0 0,0-1 3 0,0 0-2 15,0 0 0-15,0 0 1 0,0-1-5 0,0 1-1 0,-1-1 0 0,2 0-2 16,-1-1-1-16,1 0 1 0,-1 0-2 0,0 0-1 0,1-1 2 0,-2 1-1 16,1-1 2-16,0 1 1 0,-1 0 0 0,1 0-1 0,-1-1 1 15,0 1-2-15,1-1-1 0,-1 1-1 0,0-1-1 0,0 1 0 0,0 0-4 16,0 1 3-16,-1-1-2 0,1 1-1 0,0 0 2 0,-1 1 0 0,1 0-2 15,-1 0 3-15,0 1-2 0,0-1 1 0,0 2 1 0,1-1-2 16,-1 1 1-16,1 0-1 0,-1 0 0 0,1 1-1 0,0-1 3 16,1 0 0-16,-1-1 0 0,0 2 1 0,1-1 0 0,0 0 1 0,0 1 1 15,-1 0 1-15,1-2 0 0,0 1 3 0,-1-1-2 0,1-1 0 0,0 1 2 16,1-1 0-16,-1 0 0 0,1-1-1 0,0 0-1 0,0 0-1 0,0-1 1 16,1 1-3-16,1 0 1 0,-1-2-1 0,2 2 0 0,1-3-1 15,0 1-2-15,2-1-1 0,0 0-1 0,1-1 1 0,2 0 5 0,1-1-2 16,3 0 1-16,1-1 4 0,1 0 1 0,1-1 3 0,0 1-1 15,0-2-3-15,1 0-3 0,2-1 2 0,0 0-2 0,3 1-1 0,1 0 1 16,1 0 0-16,1 0-2 0,0 1 2 0,2 1 1 0,1 0 0 0,1-1 3 16,0 2-4-16,4 0-2 0,-1 0-2 0,3 2 0 0,1-1 0 0,0 0 1 15,4 0-2-15,0 1 0 0,1 0 1 0,1 0-1 0,1 1 0 16,2 0 2-16,0 0-1 0,1 0-1 0,1 2 1 0,-1 0-1 0,0 0-1 16,-1 0 1-16,1 1-1 0,-1 1-3 0,0 0 4 0,0 2-2 15,-2 0-1-15,0 2 2 0,-1 0-3 0,1 2 2 0,1 1 3 0,-2-1-2 16,1 2 0-16,0-1-1 0,-2 2-1 0,-1 0 1 0,0 2 0 0,0-1 0 15,-1 1 0-15,0 1 3 0,0 0-2 0,-3 1-1 0,1 1 0 16,0 1-2-16,-2 0 1 0,0 2-1 0,-1 1 2 0,-1 1 0 0,0 0 0 16,-2 1 3-16,0 2-4 0,-2-1 1 0,-1 0 0 0,-3 1-2 0,0 1 1 15,-2-1-7-15,-1 0-1 0,0 2 0 0,-3-1 7 0,0 3 6 16,-2 1 1-16,-4 0 0 0,-1 3-8 0,-2-1 2 0,-2 1-3 0,-1-1 2 16,-3 1 0-16,-1 2-2 0,-2 1 4 0,-2 0-3 0,-2-2 0 15,-2 1 1-15,-4-1-2 0,-2 2 3 0,-4 1 3 0,-3 1-2 0,-4 0-1 16,-4 0-5-16,-6-1 1 0,-4 1-2 0,-3-1 8 0,-1 0 4 0,-4 1-1 15,-3-1 0-15,-5 0-6 0,-2-3-2 0,-2 2-1 0,-2-1-1 16,-3 0 1-16,-1 1 0 0,-2-3 3 0,0 0 1 0,0-3 2 0,-1-1 1 16,0-1 1-16,0-2-4 0,1-1 3 0,1-1-1 0,2-2 4 15,3-2 3-15,0-2 0 0,3-2 4 0,1-2 1 0,0-1 4 0,3-3 1 16,2-1 5-16,2-1 0 0,1-2 1 0,2-1 1 0,2-2 0 0,2-1 3 16,1-1-2-16,4-2 3 0,0 0-1 0,2-2-7 0,2 0 2 0,1-1-7 15,2-2-2-15,2-1 1 0,2 0-5 0,2-1-1 0,2 1 0 16,2 0-6-16,2 0 3 0,1-1-3 0,1 1-3 0,2 0 5 0,2 2-2 15,1-2 0-15,1 2-5 0,2 0 1 0,2 0-6 0,2 1-1 16,3-1 3-16,1 1-5 0,2 1-3 0,3 1 1 0,0 0-6 0,5 1-6 16,4 1-8-16,3 2-12 0,5 1-11 0,6 0 3 0,3 3 0 15,2-1-6-15,5 3-3 0,1 1-13 0,7 1-4 0,4 1 5 0,7 2 4 16,6 1 6-16,4 1 3 0,6 0 3 0,3 1 4 16,5-1 5-16,5-2 4 0,2 0 0 0,5-1 1 0,3-1-2 0,4 0-12 0,3 0-48 15</inkml:trace>
  <inkml:trace contextRef="#ctx0" brushRef="#br0" timeOffset="5438.75">15136 8598 645 0,'5'-40'-69'0,"1"-3"98"0,1-10 9 0,0 8 5 0,0 7-1 15,1-1-6-15,1 2-7 0,1-1-7 0,1 1 3 0,-1 3-3 16,2 0 2-16,-1 2 0 0,0 0-7 0,0 3 0 0,0 1-3 0,0 3-1 16,2 1-2-16,1 2-2 0,2 3-4 0,0 0-2 0,3 2-3 15,1 2-1-15,2 0 0 0,3 1-1 0,2 1 3 0,1 3-3 0,5-1-1 16,2 2 2-16,2 0-1 0,5 1 2 0,1 1 1 0,2 0-2 0,3 0 1 15,2 1 2-15,2-1-2 0,2-1 2 0,2 0 1 0,0 0-3 16,2-1 4-16,1-1-4 0,-2 0 2 0,3-1 2 0,1-1 0 0,1-1 1 16,0 0-1-16,2 1 1 0,4-2-4 0,0-1 1 0,4 0 0 15,1 0 2-15,-1-1 4 0,3 1 2 0,1 1 1 0,-1 0-2 0,0 0-2 16,2-1 0-16,0 0-3 0,2 1 1 0,-1 1-1 0,2 1-1 0,2 0 1 16,-1 0 0-16,3 1 2 0,0 1-2 0,-1-1 2 0,1 0-3 15,-1 1 1-15,1 1 0 0,0 0-2 0,0 1 2 0,1 2 1 0,-1 0 1 16,-1 0-2-16,-1 2-5 0,-2 0 0 0,-3 2 1 0,-2 1 1 0,-4 2 2 15,-2 2 1-15,-4 2 3 0,-3 2-3 0,-4 3 1 0,-4 0 1 16,-3 2-2-16,-4 3-2 0,-2 3 3 0,-3 1-1 0,-3 3 0 0,-1 3 3 16,-4 2-3-16,-2 2-2 0,-5 0-1 0,-3 4 11 0,-4 0-1 15,-3 4 1-15,-3 2-2 0,-4 1-14 0,-3 3 3 0,-5 2-4 0,-4 0 3 16,-4 0-1-16,-5 0-3 0,-4-2 0 0,-3 0 0 0,-3 0 0 0,-4-1-5 16,-3-1 3-16,-5-2 6 0,-3-1 3 0,-4-2 4 0,-3 0 3 15,-3-3-5-15,-5-1 4 0,-3-3 2 0,-4-1 1 0,-5-1 2 0,-4-1 0 16,-3-2-3-16,-4-2-1 0,-1-3 1 0,-3-2 0 0,-3-1 1 0,-2-2 1 15,-2 0 2-15,-2-3-1 0,0-2 3 0,0 0 0 0,0-2-3 16,2-2 1-16,-1-1 0 0,0-2 0 0,-1-2-1 0,0-1 0 0,-1-3-6 16,0-1 3-16,1-3-2 0,0 0-3 0,0-1 3 0,0-2-6 0,2-2 4 15,1-1-2-15,2-1-2 0,2 0 4 0,2-2-4 0,4 0-4 16,4-1 0-16,3 0-13 0,4 0-7 0,4 1-18 0,3 2-41 0,5 0-75 16,4 1-46-16,2 1-41 0,5 1-17 0,3 2-119 0</inkml:trace>
  <inkml:trace contextRef="#ctx0" brushRef="#br0" timeOffset="11538.51">2929 9057 107 0,'-33'1'13'0,"-2"-1"129"0,-5 1-57 0,9 1-61 0,12-3-13 0,1 0 2 16,2-1-1-16,1-1 5 0,2 0 1 0,1 0-3 0,3-1-3 0,1 0-5 15,2 0 0-15,0 1 0 0,2 0-2 0,1-1-1 0,0 1-1 16,0 0 2-16,1 1-2 0,0-1 1 0,0 2-2 0,0-1 1 0,1 0 0 16,0 0-2-16,0 0 2 0,-1 2-2 0,2-1 1 0,0 1-1 0,0-1 0 15,0 1 2-15,1 0-1 0,1 0 3 0,0 0-4 0,1-1 1 16,0 1 0-16,1 0-3 0,1 0 3 0,0-1 0 0,1 1-2 0,1-2 1 15,2 0 0-15,2-1 0 0,2-1 1 0,2-3 2 0,3-1-1 16,2-3 3-16,1-2 0 0,2 0-2 0,2-5 4 0,4 0-4 0,1 0 3 16,2-1 3-16,1 0-4 0,1-1 3 0,0 2-4 0,0 0 0 15,0 1-1-15,1 3-3 0,-1-1 2 0,1 2-2 0,-1 0 1 0,0 1-1 16,3 2 0-16,0-1-1 0,1 0 2 0,0 0 0 0,-2 0-2 0,3 0 1 16,0 2 0-16,0 0 1 0,3 1-1 0,-1 1-2 0,-1 1 1 0,1 2-1 15,-1 1-1-15,-1 0 1 0,2 2 2 0,-3 0-2 0,3 1 3 16,-3 2-2-16,-1 1-2 0,-1 1 2 0,-4 1-1 0,1 1-2 0,-3 2 3 15,0 1-1-15,-2 2-1 0,0 0 1 0,-3 2-1 0,-1 2 2 0,-1 0 2 16,-2 2-1-16,-1 1 0 0,-1 2-2 0,-3-1-1 0,0 1-1 16,-1 0 3-16,-1 1-3 0,1 0-1 0,0 1-3 0,0-1 6 0,-1 2 2 15,-4 2-1-15,0-1 5 0,-1 2-9 0,-2-1 2 0,0 1-2 16,-1 0 1-16,-2 1-2 0,-1 1 2 0,-2 1 0 0,-3 2-1 0,-1-1 4 16,-2 0-1-16,-2-1 0 0,-2 1 1 0,-1-1 1 0,-4 3-1 0,-1-1 0 15,-2 2-3-15,-4-1 0 0,-1 0 2 0,-1 0 5 0,-4 2 2 16,0 0 1-16,-4 1-2 0,1 0-4 0,-1-2 0 0,-2 1 2 0,2-3 0 15,-2 1-4-15,2-3 1 0,-1-2 1 0,1-3 0 0,-3-1 1 16,2-4 0-16,-2-1 1 0,2-2-3 0,1-2 4 0,1-2-1 0,0-1-2 16,0-4 2-16,-1 0-2 0,1-2 2 0,0-1-3 0,1-3 2 15,-2 0-1-15,0-3-4 0,-1-2 7 0,1 0-4 0,0-2 0 16,1-3 4-16,-1 0 0 0,0-3 5 0,-2-2 2 0,0-1 5 0,-3-2 5 0,2-2 2 16,1-2 5-16,-1-1 0 0,1-2-3 0,-2 0 1 0,2-1 3 0,-1-1 2 15,2 2-1-15,-2-1-2 0,0 0-6 0,1 2-1 0,-1-1 2 16,3 1-2-16,0 1-1 0,0 0-15 0,1 1-5 0,1 2 2 0,-1-1-1 15,1 3 10-15,0-1-2 0,2 0-5 0,3 1 1 0,1 1-6 0,3-1-4 16,1 1-9-16,0 1-16 0,2 1-13 0,4-1-20 0,2 1-22 16,2 0-20-16,2 1-21 0,3-2-12 0,2-2-8 0,5-1-136 15</inkml:trace>
  <inkml:trace contextRef="#ctx0" brushRef="#br0" timeOffset="12540.93">5440 11135 232 0,'32'12'33'0,"1"0"-26"0,-2-2-2 16,0 0 3-16,-3 0 3 0,4 0 0 0,2 0-3 16,1 3-1-16,2-1-1 0,3 1-2 0,3 1 2 0,1-2-2 0,1 0-2 0,1 0 0 15,2-2 0-15,1 0 2 0,4-1 3 0,2-2 0 16,2 0 0-16,2 0-1 0,1-1-1 0,3-1 1 0,0 0-1 0,1 0-2 0,1-2 1 0,0 0-1 15,0-1 5-15,2-1 3 0,2-1 2 0,0-1 5 0,-1-1-4 16,2-1-3-16,0 0-1 0,0-1-3 0,0 0 4 0,-1 0 5 0,0 0-1 16,-2 0 2-16,1 1 2 0,-2 0-3 0,0 0 2 0,-1 1-1 0,-1 1-3 15,-1 1 2-15,0 0 1 0,-1 0 4 0,2 0 4 0,1-2 0 16,0 0 0-16,1-2-8 0,2 0-3 0,-2-2-2 0,3-2-3 0,0-1 2 16,0-2 0-16,2-1-1 0,2-1 0 0,0 0-1 0,1-2-5 15,2 0 1-15,-2-2-4 0,2 0 5 0,-2-1-3 0,0-1 1 0,0 1 1 16,0-1-2-16,-2-1-1 0,1 0-3 0,-1 1 1 0,-1 0 1 0,-1 1-2 15,-1-1 0-15,0 0 1 0,0 0-3 0,-1-1 1 0,-1-2-2 16,3 0-4-16,-1-3-1 0,0-2-1 0,-1 1 3 0,-2-2-2 16,1 0-2-16,-2-2 3 0,0 0-3 0,-3-2 0 0,0 0 3 0,-1-1-1 15,-4 0 0-15,0-1-3 0,-4 0-3 0,-6 0-1 0,-1 0 5 0,-4 2 2 16,-2 0 5-16,-6 1 2 0,-3 0 1 0,-6 1 4 0,-3-1-1 0,-3 2 0 16,-6 1 5-16,-3 1 5 0,-5 2 8 0,-4-1 12 0,-4 1 2 15,-4-2 4-15,-2 1 1 0,-4 0 1 0,-5-1 0 0,-1 1 0 0,-3-1-4 16,-5 2-5-16,-2-3 0 0,-4 2-4 0,-2-1-1 0,-5-1-1 0,0 2-5 15,-2 1-2-15,-5 0-7 0,-2 1-1 0,-2 0-2 0,-4-1-4 16,-1 0-2-16,-2 2-7 0,-4 1-1 0,-1 1 4 0,-4 2 3 16,-1 0 5-16,-3 2-2 0,-3 2-3 0,-3 0-1 0,-3 2 4 0,-1 2-1 15,-1 1-2-15,-2 4 2 0,-1-1 0 0,-4 3 0 0,-2 0 0 0,-2 1 2 16,-3 3-7-16,-1 1 6 0,-1 2 4 0,-3 2 0 0,-1 2 3 0,-2 0-2 16,-3 3-6-16,-1 2-1 0,0 1 0 0,-1 3-1 0,-1 0 11 15,-2 2-8-15,-3 3 9 0,1 0 1 0,1 3-3 0,-2 3 7 0,0 0-6 16,0 4-6-16,-2-2-1 0,2 4-3 0,0 0-1 0,-1 2 6 0,2 2-4 15,0 0-2-15,2 3 0 0,1-2-3 0,1 3 1 0,0 2 2 16,2 1-4-16,0 1-1 0,5 2 8 0,3 1 0 0,2 1 2 0,3-1-2 16,4 1-13-16,2 0-3 0,6 0-9 0,3-1-7 0,5-2-25 15,5-3-17-15,5-1-21 0,3-1-16 0,6-1-8 0,3-1-8 0,7 0 2 16,6-2-2-16,2 1-4 0,7 0-4 0,4-1-143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3:13:42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3575 6031 1220 0,'-3'7'93'15,"1"2"-81"-15,1 3-9 0,3 2-3 0,1 0 1 0,2 0-1 0,2-1 2 16,0-2-7-16,2-1 0 0,1-1-4 0,2 1-6 0,0 2-9 0,3 1-27 16,2 0-21-16,-2 1-3 0,2-1 9 0,0 1 24 0,0-1 20 15,0-1 15-15,-1 2 4 0,1-1 4 0,0 0 2 0,0 1-1 0,2-3 3 16,-1 0 5-16,0 1 4 0,-1 1 7 0,1 0 11 0,1 0 7 0,0 1 3 15,2-1 0-15,3 2-2 0,0-2-7 0,3 0-2 0,0 1-4 16,2-1-4-16,2 0-1 0,3-3 3 0,3 0-5 0,4 0 0 0,2-1 0 16,3-1-1-16,0-1 10 0,5-1-4 0,1-3 0 0,2-1-4 15,1-2-9-15,0 0 2 0,2-2-5 0,0-1 3 0,1-1-3 0,-1-2-7 16,1-2 3-16,-1-1 0 0,0-1 6 0,0-2 14 0,-1-1-1 16,2-4 3-16,0-2 3 0,0-1-8 0,0-2 6 0,1-2-8 0,-1 0-1 15,1-2-2-15,0-2-1 0,1-2 3 0,-2-2-3 0,0-3 0 0,0 2-4 16,-3-2-1-16,0 1 0 0,-4-1 1 0,-3 1-3 0,-1 0-1 15,-4-1-4-15,-2 3 2 0,-1 1 2 0,-6 1 3 0,-1 1 3 0,-4 1 3 16,-2 0-3-16,-3 2-4 0,-1-1-5 0,-3 3 8 0,-3 1 7 0,0-1 14 16,-3-1 38-16,-1 0-3 0,-3-2 3 0,-1 2-11 0,-1 0-35 15,-2 0-6-15,-1 0-5 0,-2 1-1 0,-2 1 3 0,-1-1 0 0,-3-1-1 16,-3 1-1-16,-3-1-2 0,-3 2-5 0,-1 0-2 0,-3 0-8 0,-4 1-5 16,-1-1-6-16,-3 0-6 0,-4-1 1 0,-2 0 2 0,-4 1 2 15,-3 0 5-15,-1 2 16 0,-5-1-3 0,-1 1 3 0,-4 1 3 0,-1-2-12 16,-3 2 2-16,-4 1 0 0,-2 0 2 0,-4 1 1 0,-2-1 3 0,2 3 2 15,-4 0 12-15,0 1 0 0,-1 1 4 0,0 1-2 0,1 1-9 16,-1 0 1-16,2 2-2 0,2 1 2 0,2 1-4 0,2 2-2 0,1-1 16 16,0 2-5-16,-1 2 4 0,1 2-4 0,-2 3-17 0,1 0 3 15,5 1-2-15,3 0-1 0,2 2-2 0,1 2-3 0,-2 6-2 0,0 5 5 16,-3 5-4-16,0 4 0 0,-3 6-11 0,1 1-24 0,-1 2-49 0,-1 5-72 16,-3 0-70-16,-1 3-63 0,-2 2-55 0,1 1-66 0,1-1-74 15,-2 2-38-15</inkml:trace>
  <inkml:trace contextRef="#ctx0" brushRef="#br0" timeOffset="794.82">3283 8856 693 0,'5'-4'113'0,"2"0"-97"16,4-1-20-16,3 2-2 0,1 0 1 0,5 0 1 0,2-1 3 0,0 1 1 16,2-1 0-16,-1 2 1 0,1-2-1 0,3 2-3 0,0 0 2 0,3 1-1 15,0 1 2-15,3-1 4 0,-1 0 3 0,2 0 13 0,1-1 18 16,1-1 18-16,3 0 21 0,0-1 10 0,2-2 0 0,0 1 0 0,2-1-9 15,1 0-1-15,2 0 0 0,0 0 1 0,-1-1 1 0,3 0-5 16,2-1 4-16,1-2-7 0,2 0-7 0,2-2-4 0,3 0-8 16,2-1-7-16,4-2 1 0,1-2-7 0,3-1-2 0,3-2-3 0,-1-2-9 0,3 1-1 15,1-2-7-15,0 0-4 0,2 0 2 0,-2 1-6 0,0 2 3 16,-1 2-2-16,-1 0-3 0,1 3 5 0,-1 0-5 0,0 1-3 0,-1 1 2 16,-1 2-3-16,2 1-3 0,-2-1 2 0,-1 2 4 0,0-3-3 0,0 2 5 15,1 1-14-15,1 1-2 0,-1 4-3 0,0 0-3 0,-1 2 13 16,0 1-1-16,-1 1 2 0,-3 3 2 0,0 1 13 0,-1 1-1 0,-1 3 3 15,-2 2-3-15,-2 2-16 0,0 2 1 0,-2 1-5 0,-1 3 4 16,-2 3-1-16,-2 0 3 0,-2 3-3 0,-2 1 3 0,-3 1-2 0,-2 3-2 16,0 0-2-16,-5 2-1 0,-2-1 1 0,-1 1-1 0,-5 0 2 0,0 2-3 15,-4 0 4-15,-2 2 1 0,-1 4-3 0,-4-2-5 0,-2 3 14 16,-5-1-1-16,-3 1-1 0,-5 3 11 0,-3 0-16 0,-6 1-1 0,-4 3 1 16,-6 1 1-16,-5 1-2 0,-6 1 3 0,-4 0 1 0,-3 1-2 0,-4 1-3 15,-5 2 15-15,-2-2 5 0,-2-2 2 0,-3-1 7 0,-4-2-7 16,1 0 2-16,0-3 7 0,0-3 6 0,1-1 1 0,-1-5 7 0,0-3-5 15,-2 0 4-15,2-3-7 0,-1-1-5 0,-1-1-2 0,0-3-6 0,-3 0-5 16,2-4 0-16,-2-1 4 0,0-2 11 0,0-1 10 0,-1-2-1 16,0-1 0-16,1-1-10 0,1-2 0 0,-1-3-1 0,0-1 2 0,0-2-4 15,-1-1-2-15,1-3 6 0,1-1-3 0,0-2 3 0,1-2 0 16,-1-2-7-16,2-3-5 0,0-2 5 0,3-1-30 0,0-3-1 0,2 0 4 16,1-3-2-16,-1-2 20 0,3 0-1 0,1-3-15 0,1-2-10 0,-1-3-13 15,0 0-8-15,1-2-21 0,1-1-18 0,1-2-18 0,3 0-34 16,-2-3-28-16,0-1-48 0,0 0-131 0,-1-3-161 0,-3-1-234 0,-3-4 2 15</inkml:trace>
  <inkml:trace contextRef="#ctx0" brushRef="#br0" timeOffset="10544.77">5292 7311 79 0,'16'-2'42'0,"2"1"-5"0,5-1-16 16,1 2 1-16,-2 0 1 0,1 0 1 0,2 0-2 0,1 1-1 15,3-1-7-15,0-1-7 0,3 2-3 0,0 0-3 0,2 0-2 0,0 0 1 16,3 0-1-16,-2 1-2 0,2 0 2 0,2-1-3 0,0 0 3 0,1-1 1 16,1 1 0-16,-2 0 1 0,2 1-2 0,-1 0 2 0,3-1 1 15,-1 1 0-15,3-1 4 0,0 1 3 0,2-1 6 0,1 0 4 0,2-1 3 16,0 0-1-16,2 0-2 0,1-1-1 0,0 0-1 0,2 0 2 0,-2-2 7 15,3 1 4-15,1 0 2 0,-1 0 3 0,1 0-4 0,-2 0-1 16,0 0 1-16,1 0 5 0,-1 0 3 0,1 1 7 0,-1-1 0 0,-2 1-1 16,1-1-5-16,-1 1 0 0,0 0-3 0,1 0-3 0,-1 0-4 0,1 0-12 15,-1 0-3-15,1 0-6 0,0 1-1 0,-1 0 1 0,-1-1-4 16,-1 0 2-16,1 0-2 0,1-1-2 0,-1-1-1 0,0-1 1 0,1-1-2 16,-3-1 2-16,0 0 0 0,1-1-2 0,-2-2 3 0,0 1-3 15,-1-1 3-15,-2-2-1 0,-1-2 1 0,2-2 1 0,0-1 2 0,-3 0 2 16,0-1-2-16,1-2 2 0,-4 0-1 0,-2 0 1 0,0 0 2 0,-3 0 1 15,-1 0-4-15,-2-1 5 0,-2 1 9 0,-2 1 4 0,-4-2 9 16,0 0 0-16,-2-1 1 0,-2 0-1 0,-1 1 3 0,-1 2-5 0,-4-1-6 16,-1 1 1-16,-2 3-4 0,-3-1-1 0,-2 3 0 0,-2 1 3 0,-2 0 0 15,-3 2 2-15,-2-3-2 0,-2 1-7 0,-1 0-5 0,-1 0-7 16,-3 1-7-16,0-2-8 0,-1-1-4 0,-1-1-3 0,-3 1-3 0,-2-1 1 16,-1 0-3-16,-1 0 3 0,-2 0 7 0,0 0 2 0,-1 0 6 0,-4 0 3 15,-1-1 0-15,-2 1 6 0,-3-3 1 0,0 0-1 0,0 1 2 16,-2-1-2-16,-1 1-2 0,-3-1 3 0,-1 2 6 0,-2-1-4 0,1 0 3 15,-3 2-5-15,-2-2-4 0,0-1 5 0,0 2-1 0,0 0 1 0,-2 0-2 16,0 0 1-16,0 1-3 0,-1 1 1 0,-1 0-2 0,0 0-3 16,1 0 0-16,-1 2-2 0,0-1-3 0,0 0 4 0,-2-1-1 0,-1 1 1 15,0 2 1-15,-2-2-4 0,0 0 5 0,-1 0-2 0,-3 0 0 0,0 1 2 16,0 0-3-16,-3 0 0 0,1 1-2 0,-2 0-4 0,0 3 7 16,-2-1 0-16,-1 0-2 0,-2 1 2 0,0 2-4 0,-2 0 2 0,0 0-2 15,1 1 4-15,0 0-2 0,2 1-1 0,2 0 6 0,1 0-6 16,0 0 6-16,4 0-6 0,-2 1 4 0,3 1 5 0,2 0-8 0,-1 1 6 15,2 0-2-15,0 2-2 0,0 0 5 0,1 1-9 0,2 1 3 16,-2 2-5-16,-1 2-4 0,0-1 4 0,-2 3 0 0,2 0 4 0,-1 1 2 16,1 1 3-16,-1 1-2 0,1-1 2 0,0 3-2 0,1 2-2 0,1 2-2 15,-1 1 1-15,2 2-2 0,4 1 2 0,0-1 1 0,4 1-6 16,0 1 2-16,2-1-3 0,5 3 8 0,0 0-4 0,2 3 0 0,2 0-1 16,0 1-6-16,1-1-6 0,4 0-3 0,1 0-10 0,3-2-18 15,2 0-10-15,1-2-19 0,4 0-18 0,0-1-10 0,3-1-9 0,2-2-7 16,2-1-4-16,3-2-15 0,3 1-11 0,1-2-6 0,3 0 2 0,1-1-34 15</inkml:trace>
  <inkml:trace contextRef="#ctx0" brushRef="#br0" timeOffset="11497.77">5379 8001 1019 0,'-4'-1'-1'0,"2"2"-31"0,2 1-9 15,5 3-1-15,5 3 19 0,0 0 8 0,4 1 5 0,2 2 0 0,2 0-4 16,1 2-2-16,3 1-4 0,2 1-4 0,1 2-7 0,3 1-12 16,1 0-8-16,3-1-2 0,1-1 10 0,3-1 13 0,-1-2 7 0,1-3 10 15,2 2 5-15,-1-1 1 0,3 1 6 0,-1-1 4 0,-1-1 3 0,0 0 10 16,0 0 12-16,2 0 6 0,1-1 6 0,0 0 3 0,2 0-3 16,1-1-3-16,3 2-4 0,1-2-3 0,0 1-9 0,4 0-1 0,2-1-2 15,2 1-1-15,2-3-1 0,1 0-3 0,2 0 3 0,2-1-3 16,0-2 2-16,4 0 2 0,-1-1-3 0,3-1-3 0,2 1 0 0,-2-2-1 15,2 0 3-15,0-1 3 0,1 0 5 0,-1-1 2 0,1-1-3 0,-1 1-1 16,1-1-4-16,-1 0 2 0,1 0-1 0,-1-1 0 0,1 1 5 16,1-1-4-16,0 0-1 0,0 1 0 0,0-2-12 0,0 1-2 0,0-1 2 15,1 1-3-15,-1-1 0 0,-1-1 8 0,2 0-4 0,0-1 3 0,-1 1 1 16,0-1-8-16,-2 0-1 0,-1-1 2 0,-1 0 1 0,-1-2 1 16,-1-1 5-16,0 0-12 0,-2 0 2 0,-2-2-3 0,-2 1 5 0,-1-2 12 15,-2 1-1-15,-3-1 6 0,-2-2-4 0,-4-1 1 0,-2 0 4 16,0 1-1-16,-5-1 12 0,-1-2 3 0,-1 2 5 0,-5-2 11 0,-1 1 0 15,-4 1 6-15,-3 2 4 0,-5-2-4 0,-2 0-1 0,-3 1-3 0,-5-2-4 16,-1 0-6-16,-3-1 2 0,-2 1-7 0,-3-1 1 0,-3-1-2 16,-3 1-9-16,-3-2-6 0,-3 0-11 0,-4 0-12 0,-2-2-12 0,-3 0-8 15,-4-1-4-15,-2 0-12 0,-5 1 1 0,-3-1 12 0,-6 1 3 0,-1-1 16 16,-3 1 9-16,-4-1-4 0,0 0 4 0,-4 0 1 0,-1 1-1 16,-4 1-3-16,-4 1 5 0,-3 0-7 0,-4 0 3 0,-2 0 4 0,-3 2-6 15,-3 0 2-15,-1 0-2 0,-3 1-2 0,-4 0 6 0,-2 2-4 16,-4 1 2-16,-3 4-3 0,-1 0-2 0,-1 1 8 0,-1 2-2 0,-1 1 6 15,-1 2 3-15,2 2-1 0,-1 1 3 0,1 2-5 0,1 2-2 0,-1 2-2 16,-2 3 0-16,2 2 1 0,-1 3-7 0,-1 3 2 0,-1 3-2 16,-2 4-5-16,-2 3 1 0,-1 3-5 0,-3 2-4 0,0 1-18 0,2 3-32 15,1 3-37-15,-1 3-47 0,1 2-49 0,1 1-44 0,1 1-55 0,1 2-78 16,-2 7-49-16</inkml:trace>
  <inkml:trace contextRef="#ctx0" brushRef="#br0" timeOffset="68602.8">6007 7508 651 0,'1'-10'76'16,"2"0"-45"-16,2-1-20 0,2 0-6 0,0 3-2 0,2-1 0 0,1-1 2 15,1 0-2-15,0 0 2 0,2 2-2 0,1-1-3 0,0 2 3 16,1 2-2-16,-2 1-1 0,3 1 0 0,-1 2 0 0,0 0 0 0,0 1 1 16,2 1 4-16,0 1 4 0,0 0 6 0,2 0 9 0,-1 2 3 0,3 0 6 15,1 1 0-15,3 0 2 0,1 1 5 0,4-1-3 0,3 0-1 16,6 0-6-16,3 0-7 0,3-1-5 0,3-1-3 0,4-2-3 0,2 0-2 15,5 0 1-15,2-2-1 0,4 0 1 0,2 0 1 0,1-1-3 0,3-1 4 16,0-1 3-16,1-1 2 0,0 0 4 0,0 0 2 0,1-2 0 16,1 0 1-16,0-1 0 0,0-2-1 0,0 2 4 0,-2-2-3 0,0 0 3 15,-2-1 2-15,-1-1-4 0,-2-1 1 0,-2-1 2 0,-2-1 2 0,0-2-4 16,0-2 4-16,-2 0-4 0,0 2-6 0,-1-3-1 0,-2 1-4 16,0 0 0-16,0-1 0 0,-2-1-3 0,0 0-2 0,-2-1-5 0,-3-2-2 15,-1 2-8-15,-2-1-2 0,-2 2 6 0,-4-2 0 0,-2 0 10 0,-5 1 2 16,-3 0-7-16,-2 0-1 0,-3 2 0 0,-5-1 9 0,-2 0-5 15,-3 1 8-15,-3-1-2 0,-2 1-4 0,-2 0 4 0,-3-1-6 0,-4 0 3 16,-2-2 1-16,-4-1-1 0,-2 1-3 0,-4-1-1 0,-4 0-1 16,0 2-5-16,-4-1-1 0,-3 0 2 0,-3 0-5 0,-3-1 9 0,-2 1-5 15,-1-2-1-15,-3 0 0 0,0 2-1 0,-3-2 5 0,-1 1 3 16,-2 0 1-16,-3-1-5 0,1 3 3 0,0-2-2 0,-2 1-2 0,-1 1-1 16,-2 1-1-16,-2 2 0 0,-1 0-1 0,-1 1-1 0,-1 1 7 0,0 2-4 15,-3 0 0-15,-2 0 2 0,-3 2-6 0,-1 1 3 0,-1 0-1 16,-2 2-2-16,-1 1-3 0,-1 2 2 0,-3 1-2 0,0 2 4 0,-2 1 2 15,-3 0 0-15,-2 3 4 0,0 0-4 0,-1 0 4 0,-2 0-4 0,0 2 2 16,0 1-4-16,-1 0-1 0,-3 1 5 0,-2 1-4 0,1 0 2 16,-3 2 0-16,2 1-3 0,-1 1 3 0,1 0-1 0,0-1 1 0,1 2-1 15,0 0-1-15,2-1 2 0,3 1 6 0,0-1 0 0,4 0-4 16,1 0 4-16,2 1-9 0,2-1 5 0,0 0-2 0,3 0 1 0,2 1-2 16,1-1-1-16,2 2 9 0,1 0-1 0,0 2 4 0,1 0-3 0,0 0-8 15,1 2-5-15,0 1 5 0,1 1 1 0,0-1-2 0,0 2 4 16,1 2-2-16,0-2 0 0,3 3 1 0,-2 1-1 0,2-1 2 0,0 2-1 15,0 1 0-15,1-1-1 0,2 2-1 0,2 0 0 0,0 1-2 0,3 0 3 16,-1 1-3-16,3 2-4 0,2 0 4 0,1 2-6 0,3-1-5 16,1 0-2-16,2 0-13 0,1 1-6 0,4 1-7 0,2 3-26 0,4-2-45 15,1 2-53-15,3 0-40 0,4 0-36 0,2 2-37 0,2 1-41 16,1 3-122-16</inkml:trace>
  <inkml:trace contextRef="#ctx0" brushRef="#br0" timeOffset="86699.2">5804 8211 476 0,'34'-3'46'0,"5"0"-26"0,10 1-1 16,-4 1 0-16,-6 2 4 0,3-1 0 0,0 1-7 0,3-1-3 0,3 0-8 16,2 1-4-16,2 1-2 0,1 0-4 0,2 0-1 0,2 0 1 0,0 2 3 15,1 0 1-15,0 0 2 0,-1 0-3 0,1 0 3 0,1-2 2 16,1 1 1-16,1 0 2 0,0 0 4 0,-2 1 2 0,2 0 6 0,-1 0 8 16,1-1 6-16,1 0 4 0,-1 0-1 0,0 0-1 0,1 0-2 15,2-1-2-15,0-1 3 0,2 0-5 0,1 0-2 0,1 0-7 0,1 0 6 16,0-1-9-16,1-1 6 0,0 0 2 0,1 0-10 0,1-1 12 0,2-3-8 15,1-1-1-15,-1-1-2 0,2 0 6 0,0 0-1 0,1-1 2 16,0-1-1-16,-3 0-8 0,-1-1-2 0,1-2-1 0,-2 0-2 0,-3 0 3 16,-1-1-1-16,-2 1 2 0,0-2 4 0,-2-1-1 0,0-1 3 15,-2 1 3-15,-2-2-5 0,1-1 1 0,-3 0 2 0,-3 1-1 0,-1-2 3 16,-2 0 0-16,-3 1-5 0,-2-1 1 0,-3-1 2 0,-2 1-3 0,-3 0 3 16,-2 1-6-16,-2 1-2 0,-5-1 4 0,0 0-6 0,-5 0 3 15,0 0-1-15,0-2-4 0,-4 0 1 0,-2 1-3 0,-3-2 1 0,-4 1-12 16,-4-1-1-16,-2 0 2 0,-4 0-5 0,-2-1 6 0,-4-1-2 0,-4-1-16 15,-2 0 4-15,-5-2 0 0,-5 2 2 0,-3-1 6 0,-5 0-1 16,-2 1 2-16,-4-1 8 0,-3 0 1 0,-3-1 3 0,-2 0 1 0,-3-1-1 16,-1 0 0-16,-3 3-1 0,-1-2 0 0,-1 3-3 0,-1-1 1 15,-2-1 0-15,0 3-3 0,-2-1 3 0,-1 3-8 0,1-1 0 0,-3 1-2 16,-1 2 4-16,-1 3 12 0,-2 0 0 0,0 2 2 0,-1 0-4 0,0 3-1 16,1 0-1-16,-3 3 0 0,1 1-1 0,0 2-8 0,-3 3 1 15,0 4-3-15,-1 2-6 0,-2 4 3 0,-1 3-3 0,0 4-1 0,-4 4-3 16,-2 5 6-16,0 3-3 0,-1 6 2 0,-3 4 0 0,-1 4-12 0,0 3-4 15,-2 7-16-15,-1 2-17 0,0 3-66 0,1 3-93 0,-1 2-81 16,0 3-190-16</inkml:trace>
  <inkml:trace contextRef="#ctx0" brushRef="#br0" timeOffset="113987.76">3108 8691 812 0,'-12'22'210'0,"0"7"-191"0,1 8-4 16,2 1-13-16,4-2 1 0,3 0 1 0,2 0-1 0,2 0 5 0,1 2 0 15,1-2-6-15,0 3-2 0,0 2-4 0,1 1-4 0,0 2-3 0,1 0-5 16,1 0 3-16,-1 1-1 0,0 0 4 0,0 2 0 0,-1 0 10 15,1 0 3-15,0 2 3 0,-1 0 8 0,0 2-8 0,-2 0 1 0,2 1-3 16,-1 1 2-16,1 0 1 0,1 0 0 0,0 1 2 0,0 1-1 0,3-1 1 16,-1 0-1-16,1 0 0 0,3-1 2 0,-1 2 1 0,4-1 2 15,0 0 1-15,2-1 0 0,3-2-1 0,3-3-4 0,1 0-3 0,3-1-1 16,1-1-5-16,3-1 7 0,-1-2 2 0,4-1 4 0,2 1 6 0,4-2-4 16,2-1 4-16,2 1 1 0,1-1 1 0,4-1-2 0,1 0 2 15,1-3-6-15,2 1 2 0,3-1 8 0,1-1-1 0,1 1 5 0,2-2-1 16,1 0 2-16,4-3 1 0,2 1 4 0,2-1-1 0,2 0-8 15,4-3-3-15,2 0-8 0,2-2-2 0,2 1-4 0,0-2-5 0,3-1-1 16,2 1-1-16,0-1 1 0,4 1-2 0,0-2 2 0,2-2 0 0,0-1 2 16,2-1 4-16,2-3-4 0,2 1-1 0,2-3 1 0,2 0-3 15,1-3 6-15,1 0-3 0,2-2 0 0,1-1 3 0,1-1-4 16,0-1 4-16,1-2 0 0,-1 0 3 0,2-1-2 0,3-2 6 0,-1-1-2 0,1 0 2 16,0-1 9-16,1-3 0 0,2-1-3 0,-2-1 3 0,2-2-6 15,0-1 6-15,-1-2-5 0,1-1 3 0,1-2 0 0,-1-1-9 0,0 0 1 16,-1-1 6-16,-1 0-5 0,1-3 1 0,-1-1 0 0,-2-1-10 15,1-3 2-15,-1-2 5 0,0-1-4 0,0-2 4 0,-2 1-5 0,1-2-2 16,-2-1-2-16,0-3-1 0,-1 0 3 0,0-2-10 0,-2 0 7 0,-2-2-1 16,0-2-2-16,0-1 11 0,-4-1-4 0,0-2 2 0,-2 2-1 15,-4-2 2-15,1-1 1 0,-5-2 1 0,1-1 1 0,-4 1 1 0,0 0 1 16,-3-1-6-16,-4-2 8 0,-1 2 1 0,-4-1-4 0,-2 0 7 0,-3-1-7 16,-2-2 2-16,-3-2 2 0,-2 1-2 0,-3-1-4 0,-4-1-1 15,-3 1-1-15,-2-2-12 0,-4 1 13 0,-2-1 0 0,-4-2-1 0,-3 3 7 16,-3-1-4-16,-3 0-4 0,-4-1 3 0,-3 0-3 0,-5-1-1 15,-1 0 0-15,-5 1-16 0,-3 0 5 0,-4-1 3 0,-3 2-6 0,-3 2 12 16,-4 0-3-16,-3-1-6 0,-4 2 3 0,-4 0 2 0,-4 1-1 16,-3 1 6-16,-4 3 2 0,-3 0-7 0,-5 3 6 0,-2 2-3 0,-7-1-1 15,-3 1 14-15,-3 1-6 0,-5 1 4 0,-3 1-5 0,-4 2 2 0,-3 0-5 16,-4 0-1-16,-4 2-2 0,-4 1-7 0,-4 4 1 0,-2 1-1 0,-7 2-1 16,-3 1 4-16,-4 3-1 0,-3 1-14 0,-3 2-1 0,-3 3-1 15,-2 3 11-15,-6 2 13 0,-3 2 0 0,-3 2-5 0,-5 3-8 0,0 1-1 16,-4 3-1-16,-3 2 3 0,-4 4-3 0,-4 1-3 0,-1 4-9 15,-5 3 3-15,-1 2-2 0,-4 3 14 0,-2 3 12 0,0 4-4 0,-7 4 3 16,-1 5-20-16,-3 2 2 0,-4 4 1 0,4 2-3 0,0 4 4 0,-2 3-4 16,1 3-9-16,-1 1-2 0,0 5-8 0,1 4-21 0,0 4 1 15,0 6-33-15,2 2-36 0,0 8-31 0,-1 4-63 0,0 4-68 0,2 7-111 16,-2 5-334-16</inkml:trace>
  <inkml:trace contextRef="#ctx0" brushRef="#br0" timeOffset="116533.3">7743 9897 2181 0,'-12'-10'78'0,"1"0"-60"15,1 0-28-15,6 4-8 0,5 2 6 0,3 1 3 0,0 2-6 0,2 0-2 16,3 2-18-16,2 2-16 0,5 0-14 0,3 2-19 0,1 1-6 15,5 2-4-15,1 1 7 0,2 0 17 0,3 2 15 0,3-1 16 0,1 0 13 16,5-1 6-16,0 1 14 0,3-2 2 0,2-1 5 0,4 1 2 16,2-2-3-16,2 0 2 0,3-1 7 0,2 0 4 0,2 1 5 0,3-2 11 15,1-1 5-15,3 0 3 0,3-1 7 0,4-1-1 0,-1 0-3 0,4 0-9 16,1-2-3-16,-1 2-2 0,0-1-2 0,1 2 4 0,1 1-4 16,0-1-2-16,2 1-2 0,3-1-7 0,0 2 0 0,2 0-6 0,2 2-3 15,2 0-1-15,2 1-5 0,0 3 1 0,3 1-6 0,1 1-10 0,0 3-40 16,2 1-67-16,-3 5-100 0,2 3-115 0,-1 3-68 0,1 8-215 15</inkml:trace>
  <inkml:trace contextRef="#ctx0" brushRef="#br0" timeOffset="148570.73">8130 10359 876 0,'-20'-17'599'16,"1"-3"-499"-16,-1-4-35 0,6 5-9 0,6 3 7 0,2 1-4 0,3 1-17 15,0 1-22-15,3-1-12 0,2-1-8 0,1 1 8 0,2 2 5 16,2 0-5-16,1 0-1 0,2 0-9 0,0 0-7 0,4 0-5 0,2 1-8 15,1-1-3-15,0 0-7 0,4 0-3 0,1 0 7 0,0 1 0 16,3-2 3-16,1 1 6 0,1 0 3 0,2 0 5 0,3 2 6 0,1-1-2 16,3-1 5-16,0 0-1 0,3-1 1 0,2 1-1 0,2-2 0 15,5 2 8-15,0-1 1 0,3 1-1 0,2 2 3 0,1-2-7 0,3 1 7 16,2 0 4-16,0 2 4 0,1 1 1 0,1 3 1 0,1 3 0 16,0 0 6-16,1 2-1 0,2 2 0 0,-1 0 0 0,2 1-9 0,1 1 3 15,1 0-1-15,2 2-8 0,0-1 1 0,-1 2 0 0,1 2-8 0,1 0 2 16,-1 1-2-16,1 0-2 0,0 0 1 0,0 0 4 0,2 1-4 15,1 0-1-15,-1 0 1 0,0-1-6 0,0 1 5 0,0-1-1 0,2 1-5 16,0-1-16-16,-1 1-48 0,0 0-73 0,1 2-94 0,-1 1-90 0,3 0-43 16,-4 1 20-16,3-2 15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3T13:17:47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3318 4727 341 0,'-6'-20'7'16,"3"-1"35"-16,1-3 1 0,6 2 6 0,4 2-2 0,1 1 0 0,4-1-1 15,4-1-6-15,0 2-6 0,3 0-5 0,2 1-6 0,2 2-3 16,2 0-1-16,3 1-1 0,2 1-1 0,3 1-1 0,1 1-2 0,3 1-5 16,2 0 6-16,0 2-2 0,1 0-3 0,2 0 2 0,0 2-10 0,2-1 2 15,3 0-1-15,1 1-1 0,0-1 1 0,-2 1-2 0,2 1-2 16,0-1 5-16,1 1-2 0,1-1-1 0,0-1 0 0,2 1-1 0,1 0 2 16,1 0 2-16,2-1 0 0,2 1 1 0,2 1 1 0,2 0-3 0,1 1 0 15,0 0-9-15,2 1-1 0,0 0 1 0,-1 1 0 0,1 1 6 16,3 2 0-16,-1 0 1 0,3 1 1 0,-2 2 0 0,0 0-6 0,1 1-4 15,-1 2 1-15,0 0 3 0,-1 0 5 0,1 2 2 0,0 0-1 16,1 0-1-16,0 2 2 0,0 0-4 0,1 0 0 0,0 0 0 0,0 0-2 16,0 0 4-16,2-1-3 0,-1 1 2 0,2-1 0 0,0-1 0 0,-3 0 0 15,1 1 0-15,0-1 2 0,-2-1-3 0,0 1 0 0,-2-1 1 16,-2 1-2-16,-2-1 0 0,-5 2-4 0,-4 1-1 0,-3-1 4 0,-3 1 3 16,-3 2 4-16,-1-1 2 0,-3 2 0 0,-4 1-3 0,-1 0 2 0,-4 1-1 15,-1 1 0-15,-1 2 1 0,-3 0-2 0,-1 1 3 0,-3-1 0 16,-4 2-2-16,-1-1 1 0,-3 2-1 0,-1 1-2 0,-4 1 1 0,0 2 0 15,-3-1 0-15,0 0 0 0,-2-1-1 0,-2-2-2 0,-2 1 4 0,-1-1-2 16,-1 0-2-16,-2 1 3 0,-1 0-3 0,-3 0 0 0,0 1 1 16,-2 0 0-16,-1-1-3 0,-1 0-2 0,-2 1 0 0,-1 0 0 0,-3 1 8 15,-1-1-2-15,-2 1 3 0,-4 1-3 0,-3-1-2 0,-3 2 3 0,-1-1-4 16,-3 0 0-16,-1 0-1 0,-4 2-1 0,-1-1-2 0,-4-1 0 16,-4 1-2-16,-1-3 1 0,-5 1 0 0,-2-1 1 0,-3-1-1 0,-4 0 3 15,-2-1 4-15,-2-2 3 0,-2-2 6 0,0-1 0 0,0-4 1 16,1 0 3-16,-1-1 1 0,2-2 1 0,0-2 5 0,-2-1-1 0,2-2 3 15,-3-2 1-15,0-2 0 0,0-1 7 0,-1-1-5 0,0-2 2 0,-1 0-4 16,-3-2-9-16,-1 0 3 0,-1-1 2 0,1-1 5 0,2-1 11 16,1 0 14-16,1-2 3 0,2 0 5 0,4-2-4 0,3 0-9 15,3 1-7-15,4-2-6 0,6 0-11 0,4 0-5 0,5 1-9 0,3 2-5 0,3-2 0 16,4 1-7-16,4-1-5 0,4 1 8 0,2 0-14 0,4 0-32 16,2 0-50-16,3-2-70 0,3 0-60 0,3 0-24 0,4-1-5 0,5 1 40 15,4-2-136-15</inkml:trace>
  <inkml:trace contextRef="#ctx0" brushRef="#br0" timeOffset="751.99">10666 5417 229 0,'7'-9'160'0,"3"3"-148"15,5-2 13-15,2 3 6 0,3 1 5 0,4 0 0 0,2 0 0 16,3 1-5-16,2 1-9 0,3 1-5 0,3 1-6 0,1 3-5 0,4 1-1 15,-2 1-3-15,1 1-2 0,3-1 0 0,2 2-2 0,2-2 2 0,1 2 2 16,0 0-2-16,4 0 1 0,-1 0 1 0,2 1 0 0,3-1 1 16,1 1 1-16,0-1-3 0,2 0 4 0,1 0 0 0,1 0 3 0,2-1 3 15,2 0 2-15,0 0 4 0,4-1 3 0,2 0 5 0,1 0-1 0,3 0 3 16,0 0 3-16,2 0 3 0,-1 1 10 0,1 0 1 0,0 0 4 16,0-1 3-16,1 1 4 0,0-1 1 0,3 0 3 0,-3 0 1 0,3 0-1 15,0 0 2-15,-1-2-5 0,2 0-7 0,-2 0-3 0,1-2-4 16,-1-2-2-16,-2 0 2 0,1-2-1 0,-3 0-5 0,0 1-1 0,-2-2-4 15,-3 0-6-15,0-1 4 0,-4 0-2 0,-2 0-4 0,-2-1-2 0,-3 0-4 16,-2 0 0-16,-3 0-1 0,-4 0-2 0,0 0 1 0,-4 1-3 16,0-1 0-16,-4 0-2 0,-3 0-3 0,0-1-1 0,-4 0-1 0,-1-2-2 15,-2 0 6-15,-2 0 4 0,-2-3-5 0,-2-1 7 0,0-2-7 0,-1-1 0 16,-2-1 3-16,0-4-2 0,-3-1 4 0,-2 0-1 0,-2-2 0 16,-3 1 6-16,-1-3-1 0,-1-2-2 0,-4 1-1 0,0-5-1 0,-3 1-11 15,-1-2 10-15,-3-1 3 0,-2-1-8 0,-3-1 4 0,-3 0-7 16,-2-1-5-16,-2 2 1 0,-2-1-6 0,-3-2-3 0,0-1 1 0,-4-2-1 15,-4-1 5-15,-1 1-4 0,-4-1 2 0,-4-1-3 0,-4 0 3 0,-2-2 5 16,-5-1 1-16,-2-1-2 0,-2 2-1 0,-2 1-4 0,-3 0-5 16,-6 4 1-16,-3 2 3 0,-7-2 0 0,-4 3 5 0,-3 2-1 0,-3 4-1 15,-3 5 1-15,-3 5 1 0,-1 4 2 0,-1 4-5 0,-1 4 1 0,1 6-6 16,0 3-3-16,0 5 6 0,1 3-3 0,2 5 3 0,3 4 2 16,3 3-6-16,3 7 1 0,2 4-1 0,5 6-5 0,1 3-6 0,2 4-1 15,5 5-9-15,3 3-13 0,1 5-29 0,6 6-81 0,2 5-89 16,4 2-69-16,4 5-33 0,5 4 55 0,4 1-26 0</inkml:trace>
  <inkml:trace contextRef="#ctx0" brushRef="#br0" timeOffset="1156">12969 5468 1002 0,'-14'-19'376'0,"0"1"-320"15,-2-3-4-15,5 9-18 0,6 4-14 0,2 2-10 0,1 3-7 16,3 0-7-16,-1 1-3 0,2 2-3 0,1-1 1 0,2 1 6 0,1 1 5 15,2 0 7-15,2 1 4 0,2 0-3 0,2 1 4 0,3 0-5 0,4 1 1 16,2 1 3-16,3-1-6 0,3 1 2 0,1 0 0 0,2 2-3 16,3-1 4-16,1 0-1 0,2 1-1 0,1-2 2 0,0 0 2 0,3-1-2 15,0 0 3-15,1-1 1 0,4-1-2 0,-1-1 3 0,1 0 2 0,2-2 0 16,0-1 3-16,2 0 0 0,-1-2-2 0,2 1-2 0,1-2 1 16,0 1-6-16,0 1 4 0,-1-1-3 0,1 0-2 0,-2 1 3 0,-2-1-4 15,0 2-2-15,-2 1 2 0,0 0-2 0,-2 1 3 0,-3 1 0 16,-1 0-5-16,-3 2 1 0,-1 0-3 0,-2 3-3 0,-3 1 0 0,0 1-6 15,-5 3-7-15,0 0-10 0,-3 3-20 0,-2 3-48 0,-3 4-153 0,-5 4-177 16,-5 8-52-16,-7 5-85 0</inkml:trace>
  <inkml:trace contextRef="#ctx0" brushRef="#br0" timeOffset="7849.14">3857 6112 586 0,'-7'-11'43'0,"-1"0"-34"0,0-1-2 0,3 3-8 0,3 0-3 0,0-1 3 16,2-1-2-16,1 0-1 0,1-1-6 0,0 2-13 0,0-2-14 15,2 0-12-15,-1 1-9 0,2 0 6 0,1 2 11 0,2-1 16 0,1-1 12 16,-1 0 8-16,2 0 7 0,1 0 5 0,0 2 2 0,1-1 3 0,1 0 2 16,0 0 0-16,2 0 2 0,1 0-1 0,1 1 3 0,2-2-2 15,3 0-1-15,2 0 1 0,2 1-1 0,2-1 2 0,1 0-3 0,3 0-2 16,3-1-1-16,2-1-2 0,4 1-3 0,1 2-3 0,1-2-4 16,2 2 1-16,0-1 4 0,1-1 0 0,-1 0 2 0,3 0-3 0,-2-1 0 15,1 1 0-15,-1 0 0 0,2 1 0 0,-1 1 1 0,1-1-4 0,0-1-6 16,0 0-1-16,1 1-2 0,0 1 1 0,-1 1 5 0,-1 1 0 15,1 2 0-15,0 1-1 0,-1 2 2 0,0 1-2 0,-3 2 2 0,1 1 1 16,-1 0-2-16,1 3 0 0,0 1-2 0,1 2-1 0,-2 3 0 16,-1-1 3-16,1 3-1 0,-3 1 0 0,1 2 0 0,0 2 0 0,1-1-1 15,-2 4-3-15,-1 1-1 0,-2-1-6 0,0 2-7 0,0 0-14 0,0-1-13 16,-2 3-5-16,-1-2 3 0,-1 3 14 0,-1 0 12 0,-1-1 9 16,-1 1 8-16,-3 0 2 0,-2 0 2 0,-1 1 4 0,-2 1 0 0,-1 0 2 15,-2 0 2-15,-1 0 4 0,-1 0 3 0,-4 1 8 0,1-1 6 0,-3 2 2 16,-2 1 2-16,-2-1-3 0,-4 2-6 0,-1-1-3 0,-3 2-2 15,-2-2 2-15,-2 2 0 0,-2 2-2 0,-3-2-1 0,-4 1-6 0,-3 0-3 16,-1 1 1-16,-4 0-4 0,-2 2 1 0,0-1-1 0,-4 0 2 0,-3-3-2 16,-2 1 2-16,-3-1-2 0,-4-1-2 0,1 1 2 0,-3-3-2 15,-2 0-2-15,0-3 3 0,-2-2 0 0,0-1 3 0,-2-1 5 0,0-2 0 16,-1-2 1-16,0-3-1 0,-1 0-1 0,0-1 0 0,0-2 2 0,0-2 1 16,0-2 3-16,0-3 5 0,-2-1 4 0,1-1 7 0,0-2 10 15,0 0 6-15,-1-2 8 0,0-1 7 0,0-1 4 0,-1-1 2 0,2-1-5 16,-1-1-5-16,-1-2-6 0,2-1-8 0,-3 0-6 0,1 0-8 15,-1 0-9-15,-1 1-6 0,0-1-4 0,-2 0 0 0,-1 1-2 0,-1-1-4 16,0 0 0-16,1 1 4 0,-1-1 0 0,1 1-1 0,-2-1-1 16,3-2-6-16,-2 1 4 0,1 0 0 0,-1 0-5 0,-1 1 2 0,0-3-11 15,1 0-21-15,0 0-31 0,2 0-51 0,-1 0-31 0,3-1-30 0,0 0-27 16,1-1 8-16,-1-1-145 0</inkml:trace>
  <inkml:trace contextRef="#ctx0" brushRef="#br0" timeOffset="11191.32">12609 6741 277 0,'-10'0'-8'0,"4"-1"25"0,-2 0 1 0,7 2-2 0,5 1-1 15,1 0 1-15,6 1 0 0,4 0 1 0,6 1 0 0,5-1-1 0,5 1-2 16,4 1 0-16,6 0-4 0,4 1-2 0,4 0-1 0,3 1-2 15,3-1 0-15,2 1-1 0,2-2 0 0,4 1 1 0,0 1 2 0,2-1 0 16,1 0 0-16,2-1 2 0,-2 0 4 0,0-1 1 0,0 0 6 16,-1-2 4-16,2 0 0 0,0 0 2 0,-1-1 2 0,0 0-2 15,0 0 4-15,1-2 1 0,-2 1 0 0,1 0 1 0,0 0 0 0,-1-1 1 16,1 1-2-16,-2 0-1 0,-1 0-3 0,0 0 2 0,0 1-3 0,-1-1-1 16,-1 2 2-16,0-1-4 0,-4 0-1 0,-1 1 0 0,-1 0-3 0,-1 0 0 15,-2 0-1-15,-1 1-1 0,-3 1-4 0,-2 0-1 0,-2 2-2 0,-3-1-4 16,0 1 1-16,-4 0-2 0,-4 0 1 0,-4 1 1 0,-2 2-3 15,-4-3-4-15,-3 2-3 0,-1 0 1 0,-5-1 0 0,-2 2 7 0,-2 1-1 16,-3-1-2-16,-1 1 7 0,-2 0-1 0,0 0 3 0,-2 0-2 16,-1 2-6-16,1-1-7 0,-1 0-7 0,1 2-7 0,0-1-22 0,2 1-34 15,3-1-66-15,2-1-58 0,3-2-31 0,4 0 18 0,4-2 20 0,5-2-10 16</inkml:trace>
  <inkml:trace contextRef="#ctx0" brushRef="#br0" timeOffset="11690.87">17160 7063 1849 0,'-9'-39'-68'0,"1"1"115"0,2-6-17 0,7 14 3 16,6 8-15-16,3 3-9 0,6 4-7 0,6 1-5 0,7 2 1 0,5 1-3 16,4 3-1-16,6 4 0 0,2 2 0 0,4 2 2 0,3 3-3 15,3 1-2-15,2 4-5 0,3 2-2 0,3 2 0 0,4 3 4 0,2 0 4 16,0 1-4-16,3 1 4 0,1-2-2 0,0-2-5 0,3 3 14 15,0-2 1-15,1 1 11 0,0-2 8 0,1 0-4 0,3-2 4 0,1 0-6 16,2-2 2-16,1 0 8 0,2-1-2 0,2-1 11 0,0 1-1 0,3 1 1 16,3 0 2-16,2 1 0 0,4-1 3 0,2 0 5 0,3 0 0 15,1 0 2-15,5 0-9 0,2 0-3 0,2 3-1 0,3-1-11 0,2 0-4 16,0 2-2-16,2 0-9 0,-2 1 2 0,1 0-2 0,-1 1-1 0,-2 0-1 16,-1-1-1-16,-2-1 0 0,0-1-2 0,-3-1 3 0,-2 0 7 15,-3-1 7-15,-2-2 5 0,-5-2 3 0,-4-2 0 0,-3-2 6 0,-4-1 1 16,-1 0 1-16,-3-1-4 0,-3-2-5 0,-2 1-6 0,-4-2-4 15,0 0-1-15,-2 0-5 0,-1 1-1 0,0 0-6 0,-4 1-10 0,1 1 0 16,-3-1-2-16,-3 0 1 0,-4 1 1 0,-2-1-4 0,-4 1-13 0,-3 0-9 16,-3 0-16-16,-2 1-28 0,-4 0-36 0,-2 0-52 0,0 0-82 15,-1 1-93-15,-1 2-83 0,0 1-18 0,2 3-48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4120C-EF79-E63D-2AE7-0F0D914F6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D362B-8D24-6698-0C7D-2D89B0755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D9C7A-58C1-F81F-7B87-3A895C0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0A654-003F-6169-4122-F1825325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0D90E-75A1-A350-F95F-5E4A198B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86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6EF8-A3FE-FBD0-846E-99057FEB9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9BEE-3743-9730-766C-1EFF2CD93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C52E6-3ED6-7A2F-D748-C0029D550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3F23D-50F3-A57E-C72E-845DAE05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6B1F8-D216-5AA0-9343-F6039534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76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4FCE-FB8C-C49E-897D-ED5A95DCD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08D3F-EF2A-5A27-2CB2-CA2D1D07A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F1D5C-804E-BAC3-2DD3-1C3618BC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2AFA3-0B13-ADED-E010-CAD52886A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F826B-5B77-0EE8-7EB1-8A82217C6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53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BF656-E5BE-FE73-D152-758DC46E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C6A29-7989-32DA-4CD8-A07DC7A6C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EF947-AAD1-B203-C2BD-5A61D083F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52FF2-ECF7-F0F2-9D37-2A89390F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DE04D-6EE7-B031-1D10-7EC565FB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C5E96-C612-D405-0E13-E26C3A78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2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C2C0-F469-C39B-3411-F2321C43F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70CF5-3F20-5618-7F2F-0E9099EA5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BA185-60CC-6372-2E5E-5A0C1EDA5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CBC58-3EC7-3F17-60B1-F5003C36F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298BF8-D919-B5D0-3F78-A03B3C4FA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4FB9AD-68BC-5FB5-3A90-EF8795F8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8AE1B8-0F56-3084-5EDA-CEDE8233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7BBEA-B80B-A898-9869-228D1445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09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A64F-BF8C-7EF7-E3B8-309F8FE73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A12B8B-5235-E02F-DC30-AF9F6857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C7A04-F42F-412B-364B-1D0AD9EA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34EBA-6650-C4BE-34FA-1762B217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6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EBF3B4-BA54-17AF-7555-B1F62357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00FC48-7663-BEEF-0B78-53F9A3B2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FE67C-F1A3-B6A2-568E-65E6C895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1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A3E22-9C49-7112-1816-DD91E42F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1E68C-56A6-313E-D90A-4ABD02887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14AEA-9B04-5390-5965-FE9133A17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3AB69-828F-385D-64F7-34CE42B8F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84DCC-ECC1-69F1-88FC-95EA1D94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11714-DB7D-E2DF-99E2-C20256AC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7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D56F5-C5E7-6413-A5E8-E2F15BE32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8F27E3-3CC9-D424-CA56-EBB993B89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8A57A-AA34-2A39-50E2-0922E4EE4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0ADF9-D533-8FA8-33FA-DD019C51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C3C5C-3997-2271-F2BB-FB0137D8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852C3-BF74-04B3-C023-ABA7ABBA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84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23837-3D23-8A3D-2E7A-931AEE302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1B726-1355-BC50-0E3F-E93508A7C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A14C7-4750-7A33-F040-D74525A0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5ECAC-64AB-707B-E240-54920AE9D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FCDB0-0357-CF80-DE42-4AC46B42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6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546E4-1106-8AFD-E968-02BF42738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F8B28-2647-49B4-2082-1F67B9EF7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9F157-3018-A8C2-08CD-FBD7BF10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999DC-3E1F-AF31-DBAC-D8B6A889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3DB5F-492C-3802-4C6D-5833F6CA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1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A0F1CF-711B-D3F6-050C-4449F9A7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7194D-0C7E-4511-10C4-7D55D97F5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97447-8140-2B35-30CE-1C4FA228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AA202-E4E0-4479-86FE-42D3C12D8B0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A1D89-86D6-0BB2-8F70-4E1E0CD9B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79D29-88A1-DAA7-CC01-DA0E4FD1D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47BA7-5198-45E2-BCBC-4E5AB195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2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7.png"/><Relationship Id="rId4" Type="http://schemas.openxmlformats.org/officeDocument/2006/relationships/customXml" Target="../ink/ink7.xml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hyperlink" Target="https://www.transfermarkt.es/robots.tx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1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C054-2CEF-071E-8BD8-2C0D3E8D4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Modular Programming(3-dars)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6404E-A946-ED00-FAAB-1AE6D50DD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8732"/>
            <a:ext cx="9144000" cy="569068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952320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47E0-1E1D-5D84-3E40-2A1E902C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ED55B-8814-1558-9AE6-5AECA71EA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1 + Modular Structure(</a:t>
            </a:r>
            <a:r>
              <a:rPr lang="en-US" dirty="0" err="1"/>
              <a:t>yakuniy</a:t>
            </a:r>
            <a:r>
              <a:rPr lang="en-US" dirty="0"/>
              <a:t> </a:t>
            </a:r>
            <a:r>
              <a:rPr lang="en-US" dirty="0" err="1"/>
              <a:t>xolat</a:t>
            </a:r>
            <a:r>
              <a:rPr lang="en-US" dirty="0"/>
              <a:t>)</a:t>
            </a:r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Folder Structure review</a:t>
            </a:r>
          </a:p>
          <a:p>
            <a:r>
              <a:rPr lang="en-US" dirty="0"/>
              <a:t>Git-Bash “</a:t>
            </a:r>
            <a:r>
              <a:rPr lang="en-US" dirty="0" err="1"/>
              <a:t>ichkari</a:t>
            </a:r>
            <a:r>
              <a:rPr lang="en-US" dirty="0"/>
              <a:t>”</a:t>
            </a:r>
          </a:p>
          <a:p>
            <a:r>
              <a:rPr lang="en-US" dirty="0"/>
              <a:t>Virtual Environment</a:t>
            </a:r>
          </a:p>
          <a:p>
            <a:r>
              <a:rPr lang="en-US" dirty="0"/>
              <a:t>Virtual Environment </a:t>
            </a:r>
            <a:r>
              <a:rPr lang="en-US" dirty="0" err="1"/>
              <a:t>yaratish</a:t>
            </a:r>
            <a:endParaRPr lang="en-US" dirty="0"/>
          </a:p>
          <a:p>
            <a:r>
              <a:rPr lang="en-US" dirty="0"/>
              <a:t>Data Extraction</a:t>
            </a:r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6075C1-B2AC-3302-8121-14393012D55F}"/>
                  </a:ext>
                </a:extLst>
              </p14:cNvPr>
              <p14:cNvContentPartPr/>
              <p14:nvPr/>
            </p14:nvContentPartPr>
            <p14:xfrm>
              <a:off x="1113480" y="1859400"/>
              <a:ext cx="6931800" cy="3544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6075C1-B2AC-3302-8121-14393012D5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4120" y="1850040"/>
                <a:ext cx="6950520" cy="356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D35C8A-EA46-53CD-B5FE-F76C3D6857E8}"/>
                  </a:ext>
                </a:extLst>
              </p14:cNvPr>
              <p14:cNvContentPartPr/>
              <p14:nvPr/>
            </p14:nvContentPartPr>
            <p14:xfrm>
              <a:off x="927360" y="2694960"/>
              <a:ext cx="4183560" cy="2703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D35C8A-EA46-53CD-B5FE-F76C3D6857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000" y="2685600"/>
                <a:ext cx="4202280" cy="272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8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 1 + Modular Structure(</a:t>
            </a:r>
            <a:r>
              <a:rPr lang="en-US" b="1" dirty="0" err="1"/>
              <a:t>yakuniy</a:t>
            </a:r>
            <a:r>
              <a:rPr lang="en-US" b="1" dirty="0"/>
              <a:t> </a:t>
            </a:r>
            <a:r>
              <a:rPr lang="en-US" b="1" dirty="0" err="1"/>
              <a:t>xolat</a:t>
            </a:r>
            <a:r>
              <a:rPr lang="en-US" b="1" dirty="0"/>
              <a:t>): Submission</a:t>
            </a:r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CB3F-A844-9F09-6E68-BA5A4522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D923-013E-155B-0E9A-69A707D0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012459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3120-65E7-9350-F0F7-B850A0FC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8C58-ADF3-CC23-D416-34D0C6649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r>
              <a:rPr lang="en-US" dirty="0"/>
              <a:t> + Project 1 </a:t>
            </a:r>
            <a:r>
              <a:rPr lang="en-US" dirty="0" err="1"/>
              <a:t>xolati</a:t>
            </a:r>
            <a:endParaRPr lang="en-US" dirty="0"/>
          </a:p>
          <a:p>
            <a:r>
              <a:rPr lang="en-US" dirty="0"/>
              <a:t>Git Review + Install</a:t>
            </a:r>
          </a:p>
          <a:p>
            <a:r>
              <a:rPr lang="en-US" dirty="0"/>
              <a:t>Git commands</a:t>
            </a:r>
          </a:p>
          <a:p>
            <a:r>
              <a:rPr lang="en-US" dirty="0"/>
              <a:t>Git commands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Project structure(modular)</a:t>
            </a:r>
          </a:p>
          <a:p>
            <a:pPr lvl="1"/>
            <a:r>
              <a:rPr lang="en-US" dirty="0"/>
              <a:t>Git-&gt;Project-&gt;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/>
              <a:t>Project </a:t>
            </a:r>
            <a:r>
              <a:rPr lang="en-US" dirty="0" err="1"/>
              <a:t>xolati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320C32-C633-9F6C-A2D8-01BB1DEC7A9A}"/>
                  </a:ext>
                </a:extLst>
              </p14:cNvPr>
              <p14:cNvContentPartPr/>
              <p14:nvPr/>
            </p14:nvContentPartPr>
            <p14:xfrm>
              <a:off x="937080" y="1251000"/>
              <a:ext cx="4447800" cy="4451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320C32-C633-9F6C-A2D8-01BB1DEC7A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7720" y="1241640"/>
                <a:ext cx="4466520" cy="446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380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4C577-861E-AA24-0703-0D7E8D843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EF912-3827-65B3-D9B1-BD7F3B48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Folder Structure review</a:t>
            </a:r>
          </a:p>
        </p:txBody>
      </p:sp>
    </p:spTree>
    <p:extLst>
      <p:ext uri="{BB962C8B-B14F-4D97-AF65-F5344CB8AC3E}">
        <p14:creationId xmlns:p14="http://schemas.microsoft.com/office/powerpoint/2010/main" val="123049344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DBF8F-4907-FB0E-8F3E-04083F76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Structure review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1BD56-8D84-20EA-AE2C-F7D618A4F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Data– raw materials(raw, preprocessed)</a:t>
            </a:r>
          </a:p>
          <a:p>
            <a:r>
              <a:rPr lang="en-US" dirty="0"/>
              <a:t>Notebooks—training room(.</a:t>
            </a:r>
            <a:r>
              <a:rPr lang="en-US" dirty="0" err="1"/>
              <a:t>ipynbfilelar</a:t>
            </a:r>
            <a:r>
              <a:rPr lang="en-US" dirty="0"/>
              <a:t>)</a:t>
            </a:r>
          </a:p>
          <a:p>
            <a:r>
              <a:rPr lang="en-US" dirty="0" err="1"/>
              <a:t>Src</a:t>
            </a:r>
            <a:r>
              <a:rPr lang="en-US" dirty="0"/>
              <a:t>---</a:t>
            </a:r>
            <a:r>
              <a:rPr lang="en-US" dirty="0" err="1"/>
              <a:t>mator</a:t>
            </a:r>
            <a:r>
              <a:rPr lang="en-US" dirty="0"/>
              <a:t>(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codelar</a:t>
            </a:r>
            <a:r>
              <a:rPr lang="en-US" dirty="0"/>
              <a:t>, </a:t>
            </a:r>
            <a:r>
              <a:rPr lang="en-US" dirty="0" err="1"/>
              <a:t>classeslar</a:t>
            </a:r>
            <a:r>
              <a:rPr lang="en-US" dirty="0"/>
              <a:t> </a:t>
            </a:r>
            <a:r>
              <a:rPr lang="en-US" dirty="0" err="1"/>
              <a:t>turadi</a:t>
            </a:r>
            <a:r>
              <a:rPr lang="en-US" dirty="0"/>
              <a:t>)</a:t>
            </a:r>
          </a:p>
          <a:p>
            <a:r>
              <a:rPr lang="en-US" dirty="0"/>
              <a:t>Tests—Quality checking(</a:t>
            </a:r>
            <a:r>
              <a:rPr lang="en-US" dirty="0" err="1"/>
              <a:t>bo’limlar</a:t>
            </a:r>
            <a:r>
              <a:rPr lang="en-US" dirty="0"/>
              <a:t>, class, </a:t>
            </a:r>
            <a:r>
              <a:rPr lang="en-US" dirty="0" err="1"/>
              <a:t>funcksiyalarni</a:t>
            </a:r>
            <a:r>
              <a:rPr lang="en-US" dirty="0"/>
              <a:t> </a:t>
            </a:r>
            <a:r>
              <a:rPr lang="en-US" dirty="0" err="1"/>
              <a:t>ishlayotganlik</a:t>
            </a:r>
            <a:r>
              <a:rPr lang="en-US" dirty="0"/>
              <a:t> </a:t>
            </a:r>
            <a:r>
              <a:rPr lang="en-US" dirty="0" err="1"/>
              <a:t>darajasini</a:t>
            </a:r>
            <a:r>
              <a:rPr lang="en-US" dirty="0"/>
              <a:t> </a:t>
            </a:r>
            <a:r>
              <a:rPr lang="en-US" dirty="0" err="1"/>
              <a:t>tekshiring</a:t>
            </a:r>
            <a:r>
              <a:rPr lang="en-US" dirty="0"/>
              <a:t>)</a:t>
            </a:r>
          </a:p>
          <a:p>
            <a:r>
              <a:rPr lang="en-US" dirty="0"/>
              <a:t>Models—Warehouse(Trained models)</a:t>
            </a:r>
          </a:p>
          <a:p>
            <a:r>
              <a:rPr lang="en-US" dirty="0"/>
              <a:t>Requirements.txt—Tool list(Dependencies)</a:t>
            </a:r>
          </a:p>
          <a:p>
            <a:r>
              <a:rPr lang="en-US" dirty="0"/>
              <a:t>Readme---Instruction(Project overview)</a:t>
            </a:r>
          </a:p>
          <a:p>
            <a:r>
              <a:rPr lang="en-US" dirty="0"/>
              <a:t>.</a:t>
            </a:r>
            <a:r>
              <a:rPr lang="en-US" dirty="0" err="1"/>
              <a:t>gitignore</a:t>
            </a:r>
            <a:r>
              <a:rPr lang="en-US" dirty="0"/>
              <a:t>---</a:t>
            </a:r>
            <a:r>
              <a:rPr lang="en-US" dirty="0" err="1"/>
              <a:t>Qo’riqchi</a:t>
            </a:r>
            <a:r>
              <a:rPr lang="en-US" dirty="0"/>
              <a:t>(</a:t>
            </a:r>
            <a:r>
              <a:rPr lang="en-US" dirty="0" err="1"/>
              <a:t>Keraksiz</a:t>
            </a:r>
            <a:r>
              <a:rPr lang="en-US" dirty="0"/>
              <a:t> </a:t>
            </a:r>
            <a:r>
              <a:rPr lang="en-US" dirty="0" err="1"/>
              <a:t>filelarga</a:t>
            </a:r>
            <a:r>
              <a:rPr lang="en-US" dirty="0"/>
              <a:t> </a:t>
            </a:r>
            <a:r>
              <a:rPr lang="en-US" dirty="0" err="1"/>
              <a:t>to’siq</a:t>
            </a:r>
            <a:r>
              <a:rPr lang="en-US" dirty="0"/>
              <a:t> </a:t>
            </a:r>
            <a:r>
              <a:rPr lang="en-US" dirty="0" err="1"/>
              <a:t>qo’yadi</a:t>
            </a:r>
            <a:r>
              <a:rPr lang="en-US" dirty="0"/>
              <a:t>)</a:t>
            </a:r>
          </a:p>
          <a:p>
            <a:r>
              <a:rPr lang="en-US" dirty="0"/>
              <a:t>Logs---</a:t>
            </a:r>
            <a:r>
              <a:rPr lang="en-US" dirty="0" err="1"/>
              <a:t>cctv</a:t>
            </a:r>
            <a:r>
              <a:rPr lang="en-US" dirty="0"/>
              <a:t>(monitoring room)(training.log,erro.log,metrics.csv)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E5EDE74-B3F8-8180-E970-FD1581F48E51}"/>
                  </a:ext>
                </a:extLst>
              </p14:cNvPr>
              <p14:cNvContentPartPr/>
              <p14:nvPr/>
            </p14:nvContentPartPr>
            <p14:xfrm>
              <a:off x="360720" y="804960"/>
              <a:ext cx="10713240" cy="6054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E5EDE74-B3F8-8180-E970-FD1581F48E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360" y="795600"/>
                <a:ext cx="10731960" cy="607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6786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52DC3-F899-3B6F-2F68-5EBBF97A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DD06-40A9-90C8-8E51-66A88B1D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Git-Bash </a:t>
            </a:r>
            <a:r>
              <a:rPr lang="en-US" b="1" dirty="0" err="1"/>
              <a:t>ichkari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22E3AD-4BDB-3023-7A56-BFBAA928D534}"/>
                  </a:ext>
                </a:extLst>
              </p14:cNvPr>
              <p14:cNvContentPartPr/>
              <p14:nvPr/>
            </p14:nvContentPartPr>
            <p14:xfrm>
              <a:off x="3948120" y="2194200"/>
              <a:ext cx="4509360" cy="2013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22E3AD-4BDB-3023-7A56-BFBAA928D5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8760" y="2184840"/>
                <a:ext cx="4528080" cy="203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347535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F67A-BE3F-1BE0-04B4-804CD987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Git-Bash </a:t>
            </a:r>
            <a:r>
              <a:rPr lang="en-US" b="1" dirty="0" err="1"/>
              <a:t>ichkari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700AD-965C-80C2-5B4F-DD7B5D1EF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Standalone Git Bash</a:t>
            </a:r>
          </a:p>
          <a:p>
            <a:pPr lvl="1"/>
            <a:r>
              <a:rPr lang="en-US" dirty="0" err="1"/>
              <a:t>Yaxshi</a:t>
            </a:r>
            <a:r>
              <a:rPr lang="en-US" dirty="0"/>
              <a:t> agar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repositorylar</a:t>
            </a:r>
            <a:r>
              <a:rPr lang="en-US" dirty="0"/>
              <a:t> </a:t>
            </a:r>
            <a:r>
              <a:rPr lang="en-US" dirty="0" err="1"/>
              <a:t>ochiq</a:t>
            </a:r>
            <a:r>
              <a:rPr lang="en-US" dirty="0"/>
              <a:t> </a:t>
            </a:r>
            <a:r>
              <a:rPr lang="en-US" dirty="0" err="1"/>
              <a:t>bolsa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kattaroq</a:t>
            </a:r>
            <a:r>
              <a:rPr lang="en-US" dirty="0"/>
              <a:t> </a:t>
            </a:r>
            <a:r>
              <a:rPr lang="en-US" dirty="0" err="1"/>
              <a:t>ekran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bolsa</a:t>
            </a:r>
            <a:endParaRPr lang="en-US" dirty="0"/>
          </a:p>
          <a:p>
            <a:pPr lvl="1"/>
            <a:r>
              <a:rPr lang="en-US" dirty="0" err="1"/>
              <a:t>Yomon</a:t>
            </a:r>
            <a:r>
              <a:rPr lang="en-US" dirty="0"/>
              <a:t> agar </a:t>
            </a:r>
            <a:r>
              <a:rPr lang="en-US" dirty="0" err="1"/>
              <a:t>sizga</a:t>
            </a:r>
            <a:r>
              <a:rPr lang="en-US" dirty="0"/>
              <a:t> </a:t>
            </a:r>
            <a:r>
              <a:rPr lang="en-US" dirty="0" err="1"/>
              <a:t>sahifadan</a:t>
            </a:r>
            <a:r>
              <a:rPr lang="en-US" dirty="0"/>
              <a:t> </a:t>
            </a:r>
            <a:r>
              <a:rPr lang="en-US" dirty="0" err="1"/>
              <a:t>sahifaag</a:t>
            </a:r>
            <a:r>
              <a:rPr lang="en-US" dirty="0"/>
              <a:t> </a:t>
            </a:r>
            <a:r>
              <a:rPr lang="en-US" dirty="0" err="1"/>
              <a:t>o’tish</a:t>
            </a:r>
            <a:r>
              <a:rPr lang="en-US" dirty="0"/>
              <a:t> </a:t>
            </a:r>
            <a:r>
              <a:rPr lang="en-US" dirty="0" err="1"/>
              <a:t>yoqmasa</a:t>
            </a:r>
            <a:endParaRPr lang="en-US" dirty="0"/>
          </a:p>
          <a:p>
            <a:r>
              <a:rPr lang="en-US" dirty="0"/>
              <a:t>Git bash in Vs code</a:t>
            </a:r>
          </a:p>
          <a:p>
            <a:pPr lvl="1"/>
            <a:r>
              <a:rPr lang="en-US" dirty="0" err="1"/>
              <a:t>Yaxshi</a:t>
            </a:r>
            <a:r>
              <a:rPr lang="en-US" dirty="0"/>
              <a:t>-----</a:t>
            </a:r>
            <a:r>
              <a:rPr lang="en-US" dirty="0" err="1"/>
              <a:t>kodlarni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ozgarishlarni</a:t>
            </a:r>
            <a:r>
              <a:rPr lang="en-US" dirty="0"/>
              <a:t> </a:t>
            </a:r>
            <a:r>
              <a:rPr lang="en-US" dirty="0" err="1"/>
              <a:t>yaxshiroq</a:t>
            </a:r>
            <a:r>
              <a:rPr lang="en-US" dirty="0"/>
              <a:t> </a:t>
            </a:r>
            <a:r>
              <a:rPr lang="en-US" dirty="0" err="1"/>
              <a:t>korib</a:t>
            </a:r>
            <a:r>
              <a:rPr lang="en-US" dirty="0"/>
              <a:t> </a:t>
            </a:r>
            <a:r>
              <a:rPr lang="en-US" dirty="0" err="1"/>
              <a:t>ketasiz</a:t>
            </a:r>
            <a:endParaRPr lang="en-US" dirty="0"/>
          </a:p>
          <a:p>
            <a:pPr lvl="1"/>
            <a:r>
              <a:rPr lang="en-US" dirty="0" err="1"/>
              <a:t>Yomon</a:t>
            </a:r>
            <a:r>
              <a:rPr lang="en-US" dirty="0"/>
              <a:t>--- </a:t>
            </a:r>
            <a:r>
              <a:rPr lang="en-US" dirty="0" err="1"/>
              <a:t>kichikroq</a:t>
            </a:r>
            <a:r>
              <a:rPr lang="en-US" dirty="0"/>
              <a:t> </a:t>
            </a:r>
            <a:r>
              <a:rPr lang="en-US" dirty="0" err="1"/>
              <a:t>ekran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54A46D-9A8E-3D0D-5A9C-3CB2E2738100}"/>
                  </a:ext>
                </a:extLst>
              </p14:cNvPr>
              <p14:cNvContentPartPr/>
              <p14:nvPr/>
            </p14:nvContentPartPr>
            <p14:xfrm>
              <a:off x="1100880" y="1499400"/>
              <a:ext cx="9184680" cy="1195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54A46D-9A8E-3D0D-5A9C-3CB2E27381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1520" y="1490040"/>
                <a:ext cx="9203400" cy="121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6114A0DA-97FE-ECEC-7522-4E8F7AA64E2A}"/>
              </a:ext>
            </a:extLst>
          </p:cNvPr>
          <p:cNvGrpSpPr/>
          <p:nvPr/>
        </p:nvGrpSpPr>
        <p:grpSpPr>
          <a:xfrm>
            <a:off x="5020644" y="1920485"/>
            <a:ext cx="2052000" cy="813960"/>
            <a:chOff x="5020644" y="1920485"/>
            <a:chExt cx="2052000" cy="81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E1B00EE-0FFF-98C7-1AD2-C597A64D34E0}"/>
                    </a:ext>
                  </a:extLst>
                </p14:cNvPr>
                <p14:cNvContentPartPr/>
                <p14:nvPr/>
              </p14:nvContentPartPr>
              <p14:xfrm>
                <a:off x="5953764" y="2494325"/>
                <a:ext cx="901080" cy="115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E1B00EE-0FFF-98C7-1AD2-C597A64D34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47644" y="2488205"/>
                  <a:ext cx="9133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F5557C7-9C09-8267-6338-E33F5D5A5EB1}"/>
                    </a:ext>
                  </a:extLst>
                </p14:cNvPr>
                <p14:cNvContentPartPr/>
                <p14:nvPr/>
              </p14:nvContentPartPr>
              <p14:xfrm>
                <a:off x="5020644" y="1920485"/>
                <a:ext cx="2052000" cy="813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F5557C7-9C09-8267-6338-E33F5D5A5EB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14524" y="1914365"/>
                  <a:ext cx="2064240" cy="82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D07C9A2-868F-613E-0CF0-6BDB4D3FDB06}"/>
                  </a:ext>
                </a:extLst>
              </p14:cNvPr>
              <p14:cNvContentPartPr/>
              <p14:nvPr/>
            </p14:nvContentPartPr>
            <p14:xfrm>
              <a:off x="1275120" y="3012840"/>
              <a:ext cx="4259520" cy="1560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D07C9A2-868F-613E-0CF0-6BDB4D3FDB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5760" y="3003480"/>
                <a:ext cx="4278240" cy="157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8936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0922F-3E0C-67A8-F41B-CEB42360E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8A54-CA06-1AC3-3D61-229A8588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Virtual Environment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1E898B-587A-BB28-1C6C-1D8A1FE32A10}"/>
                  </a:ext>
                </a:extLst>
              </p14:cNvPr>
              <p14:cNvContentPartPr/>
              <p14:nvPr/>
            </p14:nvContentPartPr>
            <p14:xfrm>
              <a:off x="3542400" y="2521080"/>
              <a:ext cx="5892120" cy="2026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1E898B-587A-BB28-1C6C-1D8A1FE32A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3040" y="2511720"/>
                <a:ext cx="5910840" cy="204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55727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C76B-A9E7-C4EB-6F52-8C383C202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Virtual Environment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4D468-30EB-1B36-2A26-0F423DE4B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Pythonni</a:t>
            </a:r>
            <a:r>
              <a:rPr lang="en-US" dirty="0"/>
              <a:t> </a:t>
            </a:r>
            <a:r>
              <a:rPr lang="en-US" dirty="0" err="1"/>
              <a:t>ichidagi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workspace </a:t>
            </a:r>
            <a:r>
              <a:rPr lang="en-US" dirty="0" err="1"/>
              <a:t>bu</a:t>
            </a:r>
            <a:r>
              <a:rPr lang="en-US" dirty="0"/>
              <a:t> --- Virtual Environment</a:t>
            </a:r>
          </a:p>
          <a:p>
            <a:r>
              <a:rPr lang="en-US" dirty="0" err="1"/>
              <a:t>Pythondan</a:t>
            </a:r>
            <a:r>
              <a:rPr lang="en-US" dirty="0"/>
              <a:t> </a:t>
            </a:r>
            <a:r>
              <a:rPr lang="en-US" dirty="0" err="1"/>
              <a:t>foydalangan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project </a:t>
            </a:r>
            <a:r>
              <a:rPr lang="en-US" dirty="0" err="1"/>
              <a:t>qilishimiz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 </a:t>
            </a:r>
            <a:r>
              <a:rPr lang="en-US" dirty="0" err="1"/>
              <a:t>lekin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ziddiyatlar</a:t>
            </a:r>
            <a:r>
              <a:rPr lang="en-US" dirty="0"/>
              <a:t>(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project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kutubxona</a:t>
            </a:r>
            <a:r>
              <a:rPr lang="en-US" dirty="0"/>
              <a:t> </a:t>
            </a:r>
            <a:r>
              <a:rPr lang="en-US" dirty="0" err="1"/>
              <a:t>versialarini</a:t>
            </a:r>
            <a:r>
              <a:rPr lang="en-US" dirty="0"/>
              <a:t> talab </a:t>
            </a:r>
            <a:r>
              <a:rPr lang="en-US" dirty="0" err="1"/>
              <a:t>qiladi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Team </a:t>
            </a:r>
            <a:r>
              <a:rPr lang="en-US" dirty="0" err="1"/>
              <a:t>Projectlarda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boshqalarni</a:t>
            </a:r>
            <a:r>
              <a:rPr lang="en-US" dirty="0"/>
              <a:t> </a:t>
            </a:r>
            <a:r>
              <a:rPr lang="en-US" dirty="0" err="1"/>
              <a:t>kopyuteri</a:t>
            </a:r>
            <a:r>
              <a:rPr lang="en-US" dirty="0"/>
              <a:t> bn </a:t>
            </a:r>
            <a:r>
              <a:rPr lang="en-US" dirty="0" err="1"/>
              <a:t>ziddiyatga</a:t>
            </a:r>
            <a:r>
              <a:rPr lang="en-US" dirty="0"/>
              <a:t> </a:t>
            </a:r>
            <a:r>
              <a:rPr lang="en-US" dirty="0" err="1"/>
              <a:t>borishi</a:t>
            </a:r>
            <a:endParaRPr lang="en-US" dirty="0"/>
          </a:p>
          <a:p>
            <a:pPr lvl="1"/>
            <a:r>
              <a:rPr lang="en-US" dirty="0"/>
              <a:t>Modular </a:t>
            </a:r>
            <a:r>
              <a:rPr lang="en-US" dirty="0" err="1"/>
              <a:t>Programmingda</a:t>
            </a:r>
            <a:r>
              <a:rPr lang="en-US" dirty="0"/>
              <a:t>: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project </a:t>
            </a:r>
            <a:r>
              <a:rPr lang="en-US" dirty="0" err="1"/>
              <a:t>o’zini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olamine talab </a:t>
            </a:r>
            <a:r>
              <a:rPr lang="en-US" dirty="0" err="1"/>
              <a:t>qiladi</a:t>
            </a:r>
            <a:endParaRPr lang="en-US" dirty="0"/>
          </a:p>
          <a:p>
            <a:r>
              <a:rPr lang="en-US" dirty="0"/>
              <a:t>Analogy: </a:t>
            </a:r>
            <a:r>
              <a:rPr lang="en-US" dirty="0" err="1"/>
              <a:t>Mamlakat</a:t>
            </a:r>
            <a:r>
              <a:rPr lang="en-US" dirty="0"/>
              <a:t> </a:t>
            </a:r>
            <a:r>
              <a:rPr lang="en-US" dirty="0" err="1"/>
              <a:t>ichidagi</a:t>
            </a:r>
            <a:r>
              <a:rPr lang="en-US" dirty="0"/>
              <a:t> </a:t>
            </a:r>
            <a:r>
              <a:rPr lang="en-US" dirty="0" err="1"/>
              <a:t>avtanom</a:t>
            </a:r>
            <a:r>
              <a:rPr lang="en-US" dirty="0"/>
              <a:t> </a:t>
            </a:r>
            <a:r>
              <a:rPr lang="en-US" dirty="0" err="1"/>
              <a:t>davlat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AE4F66-8CD8-67F0-F0BF-92B732702457}"/>
                  </a:ext>
                </a:extLst>
              </p14:cNvPr>
              <p14:cNvContentPartPr/>
              <p14:nvPr/>
            </p14:nvContentPartPr>
            <p14:xfrm>
              <a:off x="1180440" y="1559160"/>
              <a:ext cx="9650160" cy="3182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AE4F66-8CD8-67F0-F0BF-92B7327024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1080" y="1549800"/>
                <a:ext cx="9668880" cy="320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9155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166C4-22F8-3AD2-955D-DF20676C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9388-B408-DA0B-00FA-29A11617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Virtual Environment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B96BB-A91F-A079-E300-3436EC822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  <a:p>
            <a:pPr lvl="1"/>
            <a:r>
              <a:rPr lang="en-US" dirty="0"/>
              <a:t>Python&gt;=3.6</a:t>
            </a:r>
          </a:p>
          <a:p>
            <a:pPr lvl="1"/>
            <a:r>
              <a:rPr lang="en-US" dirty="0"/>
              <a:t>(3.3 ok , 3.6 recommended)-&gt;modern library</a:t>
            </a:r>
          </a:p>
          <a:p>
            <a:pPr lvl="1"/>
            <a:r>
              <a:rPr lang="en-US" dirty="0"/>
              <a:t>Language features(f-strings, 3.6 </a:t>
            </a:r>
            <a:r>
              <a:rPr lang="en-US" dirty="0" err="1"/>
              <a:t>versiya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undan</a:t>
            </a:r>
            <a:r>
              <a:rPr lang="en-US" dirty="0"/>
              <a:t> </a:t>
            </a:r>
            <a:r>
              <a:rPr lang="en-US" dirty="0" err="1"/>
              <a:t>keyin</a:t>
            </a:r>
            <a:r>
              <a:rPr lang="en-US" dirty="0"/>
              <a:t> </a:t>
            </a:r>
            <a:r>
              <a:rPr lang="en-US" dirty="0" err="1"/>
              <a:t>ishlaydi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37DCBBE-3906-0B72-9B07-D05E8E8A990A}"/>
                  </a:ext>
                </a:extLst>
              </p14:cNvPr>
              <p14:cNvContentPartPr/>
              <p14:nvPr/>
            </p14:nvContentPartPr>
            <p14:xfrm>
              <a:off x="1666800" y="2230920"/>
              <a:ext cx="4639680" cy="1278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37DCBBE-3906-0B72-9B07-D05E8E8A99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7440" y="2221560"/>
                <a:ext cx="4658400" cy="129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4862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B65AE-5B1B-4519-BAF2-B06A542A1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8880F-E9CD-A00F-5D7A-610AA089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Virtual Environment </a:t>
            </a:r>
            <a:r>
              <a:rPr lang="en-US" b="1" dirty="0" err="1"/>
              <a:t>yaratish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8603258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71553-5D78-6ADE-5DAE-5151A8266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 </a:t>
            </a:r>
            <a:r>
              <a:rPr lang="en-US" dirty="0" err="1"/>
              <a:t>yaratish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2E92E-BA4A-2D6D-EECB-B0EB62B3E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Python(&gt;=3.6)</a:t>
            </a:r>
          </a:p>
          <a:p>
            <a:r>
              <a:rPr lang="en-US" dirty="0"/>
              <a:t>Create</a:t>
            </a:r>
          </a:p>
          <a:p>
            <a:r>
              <a:rPr lang="en-US" dirty="0"/>
              <a:t>Activate</a:t>
            </a:r>
          </a:p>
          <a:p>
            <a:r>
              <a:rPr lang="en-US" dirty="0"/>
              <a:t>Install packages</a:t>
            </a:r>
          </a:p>
          <a:p>
            <a:r>
              <a:rPr lang="en-US" dirty="0"/>
              <a:t>List</a:t>
            </a:r>
          </a:p>
          <a:p>
            <a:r>
              <a:rPr lang="en-US" dirty="0"/>
              <a:t>Save(requirements.txt)</a:t>
            </a:r>
          </a:p>
          <a:p>
            <a:r>
              <a:rPr lang="en-US" dirty="0"/>
              <a:t>Pip freeze</a:t>
            </a:r>
          </a:p>
          <a:p>
            <a:r>
              <a:rPr lang="en-US" dirty="0"/>
              <a:t>Deactivate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A306D4A-CF7F-D4BE-0C65-85920FA72280}"/>
                  </a:ext>
                </a:extLst>
              </p14:cNvPr>
              <p14:cNvContentPartPr/>
              <p14:nvPr/>
            </p14:nvContentPartPr>
            <p14:xfrm>
              <a:off x="928080" y="1322280"/>
              <a:ext cx="4617720" cy="4881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A306D4A-CF7F-D4BE-0C65-85920FA722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8720" y="1312920"/>
                <a:ext cx="4636440" cy="490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1734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4C193-5194-C1DC-315E-92F05277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7D53-1686-4F6B-4FCD-B2297715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Data Extraction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C783FB-6388-0020-0612-177C349446F7}"/>
                  </a:ext>
                </a:extLst>
              </p14:cNvPr>
              <p14:cNvContentPartPr/>
              <p14:nvPr/>
            </p14:nvContentPartPr>
            <p14:xfrm>
              <a:off x="3930120" y="2396160"/>
              <a:ext cx="4201200" cy="1991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C783FB-6388-0020-0612-177C349446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20760" y="2386800"/>
                <a:ext cx="4219920" cy="201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274747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EC9B-0B4D-AB22-57FE-5E05492F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Extraction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40B85-1F83-6E1D-F826-EE3BA1823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Malumotlarni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joylardan</a:t>
            </a:r>
            <a:r>
              <a:rPr lang="en-US" dirty="0"/>
              <a:t> </a:t>
            </a:r>
            <a:r>
              <a:rPr lang="en-US" dirty="0" err="1"/>
              <a:t>to’plash</a:t>
            </a:r>
            <a:r>
              <a:rPr lang="en-US" dirty="0"/>
              <a:t> </a:t>
            </a:r>
            <a:r>
              <a:rPr lang="en-US" dirty="0" err="1"/>
              <a:t>jarayoni</a:t>
            </a:r>
            <a:endParaRPr lang="en-US" dirty="0"/>
          </a:p>
          <a:p>
            <a:r>
              <a:rPr lang="en-US" dirty="0" err="1"/>
              <a:t>Boshqalarni</a:t>
            </a:r>
            <a:r>
              <a:rPr lang="en-US" dirty="0"/>
              <a:t> </a:t>
            </a:r>
            <a:r>
              <a:rPr lang="en-US" dirty="0" err="1"/>
              <a:t>to’plagan</a:t>
            </a:r>
            <a:r>
              <a:rPr lang="en-US" dirty="0"/>
              <a:t> </a:t>
            </a:r>
            <a:r>
              <a:rPr lang="en-US" dirty="0" err="1"/>
              <a:t>datasi</a:t>
            </a:r>
            <a:r>
              <a:rPr lang="en-US" dirty="0"/>
              <a:t> bn </a:t>
            </a:r>
            <a:r>
              <a:rPr lang="en-US" dirty="0" err="1"/>
              <a:t>emas</a:t>
            </a:r>
            <a:r>
              <a:rPr lang="en-US" dirty="0"/>
              <a:t> </a:t>
            </a:r>
            <a:r>
              <a:rPr lang="en-US" dirty="0" err="1"/>
              <a:t>o’zimizni</a:t>
            </a:r>
            <a:r>
              <a:rPr lang="en-US" dirty="0"/>
              <a:t> </a:t>
            </a:r>
            <a:r>
              <a:rPr lang="en-US" dirty="0" err="1"/>
              <a:t>datamiz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9E3C93-79B0-4673-C943-FC52DF081099}"/>
                  </a:ext>
                </a:extLst>
              </p14:cNvPr>
              <p14:cNvContentPartPr/>
              <p14:nvPr/>
            </p14:nvContentPartPr>
            <p14:xfrm>
              <a:off x="261360" y="398880"/>
              <a:ext cx="8989560" cy="4832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9E3C93-79B0-4673-C943-FC52DF0810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00" y="389520"/>
                <a:ext cx="9008280" cy="485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3198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E1B9E-2BDA-3774-F980-963283795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45C5-EB85-2104-7C1C-1EB14F16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Extraction: </a:t>
            </a:r>
            <a:r>
              <a:rPr lang="en-US" dirty="0" err="1"/>
              <a:t>Etiket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7FBD-4DCA-FC4C-5D2C-3921C4263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 </a:t>
            </a:r>
            <a:r>
              <a:rPr lang="en-US" dirty="0" err="1"/>
              <a:t>avvalo</a:t>
            </a:r>
            <a:r>
              <a:rPr lang="en-US" dirty="0"/>
              <a:t> </a:t>
            </a:r>
            <a:r>
              <a:rPr lang="en-US" dirty="0" err="1"/>
              <a:t>ruxsat</a:t>
            </a:r>
            <a:r>
              <a:rPr lang="en-US" dirty="0"/>
              <a:t> </a:t>
            </a:r>
            <a:r>
              <a:rPr lang="en-US" dirty="0" err="1"/>
              <a:t>so’rash</a:t>
            </a:r>
            <a:r>
              <a:rPr lang="en-US" dirty="0"/>
              <a:t> </a:t>
            </a:r>
            <a:r>
              <a:rPr lang="en-US" dirty="0" err="1"/>
              <a:t>kerak</a:t>
            </a:r>
            <a:endParaRPr lang="en-US" dirty="0"/>
          </a:p>
          <a:p>
            <a:r>
              <a:rPr lang="en-US" dirty="0"/>
              <a:t>Robots.txt(</a:t>
            </a:r>
            <a:r>
              <a:rPr lang="en-US" dirty="0">
                <a:hlinkClick r:id="rId2"/>
              </a:rPr>
              <a:t>https://www.transfermarkt.com/robots.txt</a:t>
            </a:r>
            <a:r>
              <a:rPr lang="en-US" dirty="0"/>
              <a:t>. )</a:t>
            </a:r>
          </a:p>
          <a:p>
            <a:r>
              <a:rPr lang="en-US" dirty="0" err="1"/>
              <a:t>Maqolada</a:t>
            </a:r>
            <a:r>
              <a:rPr lang="en-US" dirty="0"/>
              <a:t> </a:t>
            </a:r>
            <a:r>
              <a:rPr lang="en-US" dirty="0" err="1"/>
              <a:t>foydalanmoqchi</a:t>
            </a:r>
            <a:r>
              <a:rPr lang="en-US" dirty="0"/>
              <a:t> </a:t>
            </a:r>
            <a:r>
              <a:rPr lang="en-US" dirty="0" err="1"/>
              <a:t>bolsangiz</a:t>
            </a:r>
            <a:r>
              <a:rPr lang="en-US" dirty="0"/>
              <a:t> cite </a:t>
            </a:r>
            <a:r>
              <a:rPr lang="en-US" dirty="0" err="1"/>
              <a:t>berishingiz</a:t>
            </a:r>
            <a:r>
              <a:rPr lang="en-US" dirty="0"/>
              <a:t> </a:t>
            </a:r>
            <a:r>
              <a:rPr lang="en-US" dirty="0" err="1"/>
              <a:t>kerak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C81EA4A-4779-1A0B-A362-A816B92B1006}"/>
                  </a:ext>
                </a:extLst>
              </p14:cNvPr>
              <p14:cNvContentPartPr/>
              <p14:nvPr/>
            </p14:nvContentPartPr>
            <p14:xfrm>
              <a:off x="2889720" y="280080"/>
              <a:ext cx="6556320" cy="2562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C81EA4A-4779-1A0B-A362-A816B92B10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0360" y="270720"/>
                <a:ext cx="6575040" cy="258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480DB7E-F534-B3EB-D087-25B72CA9DD68}"/>
                  </a:ext>
                </a:extLst>
              </p14:cNvPr>
              <p14:cNvContentPartPr/>
              <p14:nvPr/>
            </p14:nvContentPartPr>
            <p14:xfrm>
              <a:off x="1469880" y="2435760"/>
              <a:ext cx="7696440" cy="2288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480DB7E-F534-B3EB-D087-25B72CA9DD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60520" y="2426400"/>
                <a:ext cx="7715160" cy="230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0217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C185-730F-80A4-1475-46F8CBE1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AC4D-1834-A67C-7809-D52E42E6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Extraction:+/-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17042-15E6-1C4F-61E9-A4130F170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+:</a:t>
            </a:r>
          </a:p>
          <a:p>
            <a:pPr lvl="1"/>
            <a:r>
              <a:rPr lang="en-US" dirty="0" err="1"/>
              <a:t>Boshqalarda</a:t>
            </a:r>
            <a:r>
              <a:rPr lang="en-US" dirty="0"/>
              <a:t> </a:t>
            </a:r>
            <a:r>
              <a:rPr lang="en-US" dirty="0" err="1"/>
              <a:t>bo’lmagan</a:t>
            </a:r>
            <a:r>
              <a:rPr lang="en-US" dirty="0"/>
              <a:t> </a:t>
            </a:r>
            <a:r>
              <a:rPr lang="en-US" dirty="0" err="1"/>
              <a:t>datasetga</a:t>
            </a:r>
            <a:r>
              <a:rPr lang="en-US" dirty="0"/>
              <a:t> </a:t>
            </a:r>
            <a:r>
              <a:rPr lang="en-US" dirty="0" err="1"/>
              <a:t>egalik</a:t>
            </a:r>
            <a:endParaRPr lang="en-US" dirty="0"/>
          </a:p>
          <a:p>
            <a:pPr lvl="1"/>
            <a:r>
              <a:rPr lang="en-US" dirty="0" err="1"/>
              <a:t>Boshqalar</a:t>
            </a:r>
            <a:r>
              <a:rPr lang="en-US" dirty="0"/>
              <a:t> </a:t>
            </a:r>
            <a:r>
              <a:rPr lang="en-US" dirty="0" err="1"/>
              <a:t>qilmagan</a:t>
            </a:r>
            <a:r>
              <a:rPr lang="en-US" dirty="0"/>
              <a:t> model </a:t>
            </a:r>
            <a:r>
              <a:rPr lang="en-US" dirty="0" err="1"/>
              <a:t>yarata</a:t>
            </a:r>
            <a:r>
              <a:rPr lang="en-US" dirty="0"/>
              <a:t> </a:t>
            </a:r>
            <a:r>
              <a:rPr lang="en-US" dirty="0" err="1"/>
              <a:t>olishlik</a:t>
            </a:r>
            <a:endParaRPr lang="en-US" dirty="0"/>
          </a:p>
          <a:p>
            <a:r>
              <a:rPr lang="en-US" dirty="0"/>
              <a:t>-:</a:t>
            </a:r>
          </a:p>
          <a:p>
            <a:pPr lvl="1"/>
            <a:r>
              <a:rPr lang="en-US" dirty="0" err="1"/>
              <a:t>Vaqt</a:t>
            </a:r>
            <a:r>
              <a:rPr lang="en-US" dirty="0"/>
              <a:t> </a:t>
            </a:r>
            <a:r>
              <a:rPr lang="en-US" dirty="0" err="1"/>
              <a:t>ko’p</a:t>
            </a:r>
            <a:r>
              <a:rPr lang="en-US" dirty="0"/>
              <a:t> </a:t>
            </a:r>
            <a:r>
              <a:rPr lang="en-US" dirty="0" err="1"/>
              <a:t>ketadi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7CC0594-DF72-CB7E-108B-D128955087A8}"/>
                  </a:ext>
                </a:extLst>
              </p14:cNvPr>
              <p14:cNvContentPartPr/>
              <p14:nvPr/>
            </p14:nvContentPartPr>
            <p14:xfrm>
              <a:off x="889200" y="1830960"/>
              <a:ext cx="6235200" cy="2265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CC0594-DF72-CB7E-108B-D128955087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9840" y="1821600"/>
                <a:ext cx="6253920" cy="228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5922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29E2-42A2-D6F2-84F4-A98D79387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Extraction: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6F4E-EC04-5B08-DF83-2B37A0B92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Coding</a:t>
            </a:r>
          </a:p>
          <a:p>
            <a:pPr lvl="1"/>
            <a:r>
              <a:rPr lang="en-US" dirty="0"/>
              <a:t>Static HTML </a:t>
            </a:r>
          </a:p>
          <a:p>
            <a:pPr lvl="1"/>
            <a:r>
              <a:rPr lang="en-US" dirty="0"/>
              <a:t>Dynamic HTML</a:t>
            </a:r>
          </a:p>
          <a:p>
            <a:r>
              <a:rPr lang="en-US" dirty="0"/>
              <a:t>No Coding(</a:t>
            </a:r>
            <a:r>
              <a:rPr lang="en-US" dirty="0" err="1"/>
              <a:t>Octaparse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038961-C0BD-49BF-6C46-F89AD04BA4BD}"/>
                  </a:ext>
                </a:extLst>
              </p14:cNvPr>
              <p14:cNvContentPartPr/>
              <p14:nvPr/>
            </p14:nvContentPartPr>
            <p14:xfrm>
              <a:off x="1100520" y="1717560"/>
              <a:ext cx="3477240" cy="2580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038961-C0BD-49BF-6C46-F89AD04BA4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1160" y="1708200"/>
                <a:ext cx="3495960" cy="25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8242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A499-A84D-9B10-DB59-C1B246CA9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2633E-1387-4634-6800-E50924D3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E9F24-FED4-2994-ED2F-C4B9E50F6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72706"/>
            <a:ext cx="10515600" cy="4351338"/>
          </a:xfrm>
        </p:spPr>
        <p:txBody>
          <a:bodyPr/>
          <a:lstStyle/>
          <a:p>
            <a:r>
              <a:rPr lang="en-US" dirty="0"/>
              <a:t>Report </a:t>
            </a:r>
            <a:r>
              <a:rPr lang="en-US" dirty="0" err="1"/>
              <a:t>yozing</a:t>
            </a:r>
            <a:r>
              <a:rPr lang="en-US" dirty="0"/>
              <a:t>+ Upload(pdf)</a:t>
            </a:r>
          </a:p>
          <a:p>
            <a:r>
              <a:rPr lang="en-US" dirty="0"/>
              <a:t>Project 2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boshlang</a:t>
            </a:r>
            <a:r>
              <a:rPr lang="en-US" dirty="0"/>
              <a:t>(</a:t>
            </a:r>
            <a:r>
              <a:rPr lang="en-US" dirty="0" err="1"/>
              <a:t>Structure,Data</a:t>
            </a:r>
            <a:r>
              <a:rPr lang="en-US" dirty="0"/>
              <a:t> Preprocessing)</a:t>
            </a:r>
          </a:p>
          <a:p>
            <a:r>
              <a:rPr lang="en-US" dirty="0" err="1"/>
              <a:t>Og’zaki</a:t>
            </a:r>
            <a:r>
              <a:rPr lang="en-US" dirty="0"/>
              <a:t> </a:t>
            </a:r>
            <a:r>
              <a:rPr lang="en-US" dirty="0" err="1"/>
              <a:t>savol</a:t>
            </a:r>
            <a:r>
              <a:rPr lang="en-US" dirty="0"/>
              <a:t> </a:t>
            </a:r>
            <a:r>
              <a:rPr lang="en-US" dirty="0" err="1"/>
              <a:t>javobga</a:t>
            </a:r>
            <a:r>
              <a:rPr lang="en-US" dirty="0"/>
              <a:t> </a:t>
            </a:r>
            <a:r>
              <a:rPr lang="en-US" dirty="0" err="1"/>
              <a:t>tayyorlaning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54DB2C-1F2E-8871-E2EC-D3200AACFE15}"/>
                  </a:ext>
                </a:extLst>
              </p14:cNvPr>
              <p14:cNvContentPartPr/>
              <p14:nvPr/>
            </p14:nvContentPartPr>
            <p14:xfrm>
              <a:off x="1190520" y="1419480"/>
              <a:ext cx="7442640" cy="123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54DB2C-1F2E-8871-E2EC-D3200AACFE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1160" y="1410120"/>
                <a:ext cx="7461360" cy="125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0301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2992</TotalTime>
  <Words>437</Words>
  <Application>Microsoft Office PowerPoint</Application>
  <PresentationFormat>Widescreen</PresentationFormat>
  <Paragraphs>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Modular Programming(3-dars)</vt:lpstr>
      <vt:lpstr>Bugun</vt:lpstr>
      <vt:lpstr>Project 1 + Modular Structure(yakuniy xolat): Submission</vt:lpstr>
      <vt:lpstr>Takrorlash</vt:lpstr>
      <vt:lpstr>Takrorlash</vt:lpstr>
      <vt:lpstr>Folder Structure review</vt:lpstr>
      <vt:lpstr>Folder Structure review </vt:lpstr>
      <vt:lpstr>Git-Bash ichkari</vt:lpstr>
      <vt:lpstr>Git-Bash ichkari</vt:lpstr>
      <vt:lpstr>Virtual Environment</vt:lpstr>
      <vt:lpstr>Virtual Environment</vt:lpstr>
      <vt:lpstr>Virtual Environment</vt:lpstr>
      <vt:lpstr>Virtual Environment yaratish</vt:lpstr>
      <vt:lpstr>Virtual Environment yaratish </vt:lpstr>
      <vt:lpstr>Data Extraction</vt:lpstr>
      <vt:lpstr>Data Extraction </vt:lpstr>
      <vt:lpstr>Data Extraction: Etiket </vt:lpstr>
      <vt:lpstr>Data Extraction:+/- </vt:lpstr>
      <vt:lpstr>Data Extraction: How?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4</cp:revision>
  <dcterms:created xsi:type="dcterms:W3CDTF">2025-09-05T10:28:52Z</dcterms:created>
  <dcterms:modified xsi:type="dcterms:W3CDTF">2025-09-23T13:41:22Z</dcterms:modified>
</cp:coreProperties>
</file>