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11" r:id="rId4"/>
    <p:sldId id="314" r:id="rId5"/>
    <p:sldId id="310" r:id="rId6"/>
    <p:sldId id="313" r:id="rId7"/>
    <p:sldId id="315" r:id="rId8"/>
    <p:sldId id="316" r:id="rId9"/>
    <p:sldId id="317" r:id="rId10"/>
    <p:sldId id="318" r:id="rId11"/>
    <p:sldId id="319" r:id="rId12"/>
    <p:sldId id="320" r:id="rId13"/>
    <p:sldId id="32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08T11:19:49.43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6925 7339 280 0,'-3'-1'91'0,"2"0"-66"0,-1 1-20 0,2 1-2 16,1 0 6-16,0 1 2 0,0-1 0 0,0 2 0 0,1-1-5 0,1 1-5 15,0 1 2-15,1 0-4 0,0 1 0 0,1 1 2 0,0 0-3 16,1 1 2-16,-1 0 0 0,1 1-1 0,-1-1 0 0,1 1 2 0,0-2-1 15,0 1 0-15,1-1 2 0,-1 0-1 0,1 1 1 0,0-1 2 0,1 0 0 16,0 1 2-16,0-1 2 0,1 1-2 0,1-3 4 0,0 1-1 16,2-1 3-16,0-2 5 0,1 0 3 0,2-2 4 0,1 0 1 0,0-2-1 15,-1 0-1-15,1-2-3 0,1-1-1 0,1 0 0 0,-1-3 0 16,4 1 0-16,0-3 0 0,-1 1-1 0,3-1-4 0,0-2 0 0,-1 0-4 16,2-1-2-16,-1-2-5 0,1 1 0 0,0 0-1 0,-1-2 0 15,1 0 2-15,-2-1-2 0,0 1 2 0,1-2-1 0,-2 0-1 0,1 1 1 16,0-2-2-16,-3 0-1 0,2 0-1 0,0 0-2 0,0-1-3 0,0-1 0 15,-1 1 0-15,-1-1-1 0,-2 1 3 0,0 0-2 0,-2 0 0 0,-2 0 0 16,-1 1-3-16,-1-2 0 0,-2 0-1 0,-1 2 3 0,-3-1-3 16,0 0 2-16,-3 2 0 0,-2-1-2 0,-1 0 3 0,-3 3-2 0,-1-1-1 15,-3-1 1-15,-1 1-1 0,-2-1 0 0,-2 0 3 0,-1 0 3 0,-3 1 3 16,-3-1 3-16,-2-1-2 0,-2 2 1 0,-3 0 0 0,0 0-2 16,-1 0-2-16,-1 2-1 0,-2 0-4 0,-1 0 0 0,-3 0-3 0,0 1 0 15,0-1 0-15,-2 0 2 0,0 1 6 0,0 0 2 0,-1 2 2 16,1 1 0-16,0 1-4 0,-1 3 1 0,-1 0 5 0,0 1 2 0,-1 2 5 15,0 2 2-15,2 1 2 0,1 2-1 0,-2 2 3 0,1 3 4 0,0 3 4 16,-1 4 4-16,0 4-4 0,-1 1-5 0,1 4-8 0,1 3-6 16,1 1-3-16,2 2 1 0,0 1-2 0,4 2-2 0,-1 2-1 0,1 1-5 15,2 0-7-15,3 1-6 0,3-3-5 0,4 1-1 0,1-1 1 16,4-1 4-16,1 0 5 0,4-3 0 0,5-1 2 0,3-3 0 0,4-2 4 16,2-2 4-16,4 0 6 0,3-2-1 0,2 0 1 0,2-2 1 0,2-1-2 15,2 0 0-15,3 0-6 0,3-2-11 0,3-2-13 0,2-2-31 16,1 0-33-16,-1-3-16 0,4 0-112 0</inkml:trace>
  <inkml:trace contextRef="#ctx0" brushRef="#br0" timeOffset="3047.5">7655 7846 230 0,'-7'-5'104'0,"-1"0"-81"0,0-1-20 0,1 1-4 0,3 1 3 16,0 1 2-16,0 0-2 0,0 0-1 0,0 0-4 0,-2-1-6 16,1 1-7-16,0 0-8 0,-2 1-6 0,-1-1 3 0,-1 0 6 0,-1 1 8 15,0 0 9-15,-2 0 4 0,0 1 4 0,-2-1 3 0,-2 0 1 0,-1 1 4 16,1-1 5-16,-3 2 5 0,0-1 4 0,0 1 5 0,-2 0-2 16,-2-2-2-16,0 0-3 0,-2-1-6 0,-1 0-4 0,-3 0-6 0,-1 0-5 15,-3-1-2-15,-3 1-7 0,-4-1-3 0,0-1-3 0,-3-1-3 16,0-1-2-16,-1 0 2 0,-2-2 4 0,0-3 5 0,-2-1 9 0,0-2 5 15,1-1 1-15,0-2 6 0,1-1 2 0,1-1 3 0,0-2 2 0,-1-1-2 16,0 2 2-16,2-1 1 0,2 2 1 0,1 2 2 0,-1-1-2 16,0 2 1-16,1 2-4 0,-3 2-5 0,3 2-5 0,-1 1-6 0,-1 1-4 15,0 3-2-15,-1 1-1 0,0 3 1 0,-4 2-3 0,1 1 0 0,-1 3-1 16,-2 1 0-16,0 1 1 0,-2 0 5 0,0 2 2 0,-2-1 0 16,0 1 0-16,-2 1-1 0,0 0 1 0,0 1 0 0,-1 0 3 0,1 1-2 15,-2 1 0-15,1 0 1 0,-2 1 3 0,1 0 0 0,1 0 2 16,0 1 1-16,1 0-1 0,0 1 2 0,-1 2 1 0,2-1-4 0,1 1 2 15,0 2 1-15,1 1 3 0,0 2 4 0,0 2 2 0,0 1-3 0,0 3-2 16,0 0-4-16,1-1-1 0,0 2-5 0,0 0 1 0,-3 5-1 16,1-1-2-16,0 1 2 0,1 1-2 0,-1-3 2 0,0 2 1 0,0 0-1 15,-1 2 3-15,0 2-1 0,0-2-1 0,0 3 2 0,1 0 4 0,0 1 2 16,0 2 3-16,2 0 0 0,1-1 0 0,0 2 1 0,3 0-3 16,0 0-4-16,2 1-4 0,1-2-6 0,1-1-1 0,4 2-2 0,1-1-1 15,0-1-4-15,1 2 5 0,2-2-1 0,2 0-1 0,3 2 9 16,3-1-6-16,0 0-1 0,2-1 0 0,1 3-2 0,3-1 1 0,-1 0-1 15,1 0 10-15,3-1-4 0,-1 2 4 0,1 1 0 0,2 2-13 0,-1 0 9 16,0 1-2-16,2 0 3 0,2 2 5 0,-1-1-8 0,1 2-3 16,-1 0 3-16,4-1-3 0,-1 1-3 0,2-2 1 0,1 0-1 0,1-1-6 15,2-1 1-15,1-2 2 0,2 0-3 0,1-3 9 0,2-2-4 0,2-1 4 16,1-2 3-16,2 2-1 0,1 1 3 0,1 0-4 0,0 1-1 16,0-1 0-16,2 0-1 0,-1 1 4 0,2 1 0 0,1 0-2 0,2-1-1 15,1 2-4-15,0-1 3 0,1 0 2 0,2 0-1 0,2-3 4 16,1 0-11-16,1 1-2 0,2-2 0 0,0-1-3 0,2-3 5 0,1-3 4 15,2 1-3-15,2-3 2 0,0-2 1 0,2-1 1 0,1-3 3 0,2-1 6 16,2-1-1-16,0-5 4 0,1 0 5 0,-2-1 1 0,2-1 4 16,3-2 0-16,0 1 0 0,1-3-4 0,1 0 2 0,1-1-2 0,2-2 3 15,2-1 6-15,2 1 1 0,3 0-1 0,0-1-2 0,3 0-2 0,1 0 2 16,0 1 0-16,2 1 0 0,3 0-6 0,1-1-3 0,2 2-4 16,1 0 0-16,1 0 0 0,2 1-4 0,-2 0 8 0,2 0-8 0,0 1 2 15,0 0-1-15,0-1-5 0,1 0 1 0,-1-2-2 0,0 0 1 16,-1-2 0-16,2 1-1 0,0-1 1 0,0-1-3 0,0 0-1 0,0-2 4 15,1-1-5-15,-2 1 1 0,2-3 6 0,-1 3-5 0,0-3 6 0,0 1 1 16,0 1 0-16,0-1-4 0,0 0-1 0,0 0 3 0,-1 0 3 16,0 0 0-16,0 0 3 0,0 0-7 0,0-1 0 0,-1 2 0 0,-1-1-4 15,0 1-1-15,0-1-2 0,-1 0 5 0,1 1 2 0,0-1 4 0,1 0-4 16,2 1-1-16,-2-1 1 0,2 0 2 0,1 1-3 0,1 0-2 16,1 0 2-16,1 0-4 0,1-1 2 0,1 0 2 0,1 1-4 0,0-1 0 15,-2 0-4-15,1 2 0 0,1-1 3 0,-2 1 2 0,1 0-1 16,0 1 0-16,0 0-2 0,0-1 2 0,-2 1 3 0,2 0-2 0,0 0-2 15,-3 0 4-15,1 0 1 0,0 0 3 0,-2-1-1 0,2 1-4 0,0 0 5 16,-2 0-1-16,2 0 4 0,-1-2-3 0,1 0 0 16,0-1 0-16,1 0 3 0,1-2 4 0,0-1 2 0,0-1-4 0,-1-1 10 0,3 0-3 15,-1-3 6-15,1 1-1 0,1-3-9 0,-1-2-1 0,2 0-5 0,-1-2-3 16,2-1 3-16,0-3-4 0,-1-1 0 0,1-1 4 0,0 1-1 16,0-1 1-16,-1-1 2 0,1 2-14 0,-1-2 3 0,-2 1-4 0,0 0 0 15,0-2 7-15,-1 0-1 0,0 1-1 0,2-3 2 0,-3-1-5 16,0 1 2-16,0-3-2 0,-1 1 1 0,2-3 4 0,-2-2-2 0,-1 1-2 15,1-3-4-15,-1 2 0 0,0-2-8 0,-2-1 3 0,1-1 1 0,-1-3 1 16,0 0 6-16,-1-2 2 0,-1 2 1 0,-1-1 0 0,-2-3-4 16,0 0 1-16,-1-1 6 0,-2-2 0 0,-3 2 6 0,-2-1-3 0,-1 0-6 15,-4 0 3-15,-1 1-5 0,-1 1 6 0,-4 0-2 0,-2 0 1 0,-2 2-1 16,-1 1 0-16,-5 1 2 0,-3 1-1 0,-2 1 2 0,-4 0-4 16,-1 1-6-16,-4 1 4 0,-4-1 0 0,-3 2-2 0,-4-3-5 0,-4 1-4 15,-4-2-8-15,-3 1-3 0,-5-2 1 0,-2-4-7 0,-5-1 4 16,-3-1 3-16,-3-3 7 0,-4 2 6 0,-3 0 6 0,-2 0 5 0,0 1 5 15,-3 1 5-15,0 0 4 0,-3 1 3 0,0 0-2 0,-1 1-2 0,-1-1-3 16,-1 1 3-16,0 0-6 0,-3-2 5 0,1 2 0 0,-2 1 1 16,-4-1 1-16,-1 1-6 0,-1-1-1 0,-4-1-8 0,-2 3 6 0,-2-1-2 15,-4-1 6-15,-3 3 5 0,-4-2-3 0,-3 1 7 0,-2 2 0 0,-2 0 5 16,1 2 3-16,-2-1-2 0,0 1 1 0,-1 0-6 0,-2 3-6 16,-1-1-5-16,0 1-6 0,-4 1-2 0,1-2-6 0,0 2-3 0,-3 0-6 15,1 0-38-15,-5-1-35 0,-2 1-4 0,-1 0 13 0,0-1 36 16,1 3 40-16,2-1 5 0,0 0 0 0,0 0-7 0,-2 0-13 0,0-3-5 15,0 1-7-15,-1-2-7 0,0 1-18 0,-2 1-12 0,0 2-10 0,-2 0 3 16,0 1 17-16,-3-1 1 0,1 2-10 0,-3-1-9 0,-1 2 5 16,0 0 3-16,0 0 2 0,-1 1 2 0,0-1-85 0</inkml:trace>
  <inkml:trace contextRef="#ctx0" brushRef="#br0" timeOffset="5648.51">3641 8869 33 0,'-7'5'21'16,"1"1"-1"-16,-1 0-3 0,1 0-4 0,1-2 5 0,0 0-6 0,0 1-4 15,0-1-4-15,1 0 0 0,-1 0-1 0,-1 1-1 0,0 0 1 16,0 2-2-16,-1 0 1 0,1-1-1 0,-2 3 0 0,-1-1 1 0,-1 2 0 15,-1 1 0-15,1 0 0 0,-3-1 0 0,1 2 1 0,-1 0-2 0,1 0 0 16,1-1-2-16,-2 0 1 0,-1-1 1 0,1 0-1 0,0 1 0 16,1-1 1-16,0 0 1 0,-1-1 0 0,0-3 1 0,2 1 1 0,0-1-1 15,1-1 3-15,1-2 3 0,1-2 1 0,1 0 5 0,2-3 4 0,1-1 3 16,0-1 1-16,1-1-2 0,0-2-1 0,2 0-2 0,1-3-1 16,1-1-2-16,2 1-2 0,-1-1 2 0,1 1-1 0,1 2 0 0,-2 1-1 15,1 1 0-15,0 1-1 0,0 1 2 0,0 2-1 0,0-1 0 16,0 2-2-16,-1 1-2 0,1 0-1 0,0 1-2 0,1 0 2 0,1 1 0 15,1 0-1-15,1 1 2 0,2 0-2 0,1 0-1 0,1 0-1 0,1-1-3 16,0 1 0-16,1 0-2 0,2 1 0 0,1-2 1 0,2 2 0 16,-1 0 0-16,2 1-3 0,1 1 2 0,-1 2 0 0,1 0 0 0,1 1 0 15,-2 1 0-15,2-1 0 0,0 0-1 0,-1 1 1 0,1 0-1 0,0 0 1 16,-2-1 0-16,2 0-1 0,0-3 1 0,0 1 2 0,1-1-1 16,-1 0 2-16,0-2-1 0,0 1 0 0,-1-2 2 0,0 0 0 0,2 0 5 15,0-2 3-15,1 0 5 0,1-2 1 0,-1-1 4 0,1 0-1 16,0-1 0-16,-1 0 3 0,2-1-3 0,-1 0 0 0,2-1-2 0,0 0-2 15,1 0-2-15,0 0-2 0,0-1 0 0,1 0-6 0,0-1 0 0,1 1-2 16,-1 0 3-16,2 0-3 0,0 0-1 0,0-1 2 0,0 1-2 16,2-1-1-16,0 1-1 0,2-2 0 0,-1 0 0 0,0 0 1 0,-3 1 0 15,2 1-1-15,-2 0-1 0,0 2-1 0,-1 0 3 0,-2 2-1 0,1 1 1 16,-2 1-1-16,-1 0-3 0,0 1 2 0,-3 1 0 0,0 1 2 16,-1 2-1-16,-2-1 1 0,0 1 1 0,-1 1 0 0,1-1-1 0,-2 1 1 15,0 0-1-15,0 0 0 0,0-1 0 0,-2-2 2 0,3 2-1 16,1-1 0-16,-2-1-1 0,2 0 1 0,-1-1 1 0,1 0 3 0,-2 0 3 15,2-1-1-15,-1 0 1 0,0-1-1 0,0 0 3 0,1-1-5 0,0 1 0 16,1 0-2-16,-1-1 1 0,0 1-2 0,0 0 2 0,1 0-2 16,0 1-6-16,-2-1 0 0,2 0-2 0,-2 0 1 0,-1 0 3 0,3 0 0 15,-2 1 1-15,0 0-3 0,1 0 1 0,0 0 0 0,0 0 0 0,-1 1 2 16,0 0-2-16,1 0 0 0,-1 0 0 0,2-1 0 0,1 0 0 16,1 2 2-16,1-1-3 0,0-1 2 0,-1 0-1 0,0-1-2 0,-1 0 3 15,1-1-3-15,2-1 3 0,-1 0-2 0,1-1-1 0,1 0 1 16,-2 0-2-16,2-1 4 0,0 0-1 0,0-1-4 0,0 1 0 0,-2-1-2 15,1 0 1-15,-2 1 4 0,2 0 0 0,0 0 1 0,-1-1 0 0,0 0-1 16,-2 0 3-16,0 1-3 0,1-1 1 0,-2 1 2 0,3-1-4 16,-1 1 3-16,-2 1-1 0,2 0-1 0,-3 1 1 0,0 0-1 0,0 0 1 15,0 1-1-15,-1 1 1 0,2 0-1 0,0 0 1 0,0 0-1 0,-2 0 1 16,1 0 1-16,0 1-1 0,-1 0 1 0,1 0-1 0,-2-1-4 16,-2 1 2-16,0 0-2 0,-1 0 0 0,-1-1 5 0,-1 1 1 0,-2-1 2 15,0 1-2-15,-1-1 0 0,-1 1 3 0,-1 0-1 0,-1-1 4 0,-1 0-4 16,0 1-1-16,-1-1-1 0,-2 0-3 0,1 0-3 0,0 0-7 15,0 1-10-15,0-1-30 0,-1 0-101 0,2-1-72 0,0 1-50 0,1-1-63 16</inkml:trace>
  <inkml:trace contextRef="#ctx0" brushRef="#br0" timeOffset="6864.51">9184 8845 513 0,'-12'-11'71'0,"-1"0"-39"0,-2 0-15 0,4 2 2 16,4 3-6-16,0 2-4 0,1 1-7 0,2 1-6 0,1 1-4 0,1 1-8 15,0 1-9-15,1 1-3 0,0 1-3 0,1 2 3 0,-1 2 4 0,2 1 2 16,-1 1 4-16,1-1 3 0,0 1 2 0,-1 0 1 0,2-1 5 16,-1 0 2-16,-1 0 5 0,1 1 0 0,-2-3 0 0,2 1 5 0,-1-1 0 15,0 1 0-15,0-1 0 0,0 1 0 0,1-1 3 0,-1 1 0 16,2 0 3-16,-2-1-3 0,0 1 0 0,1-1 1 0,0 1-1 0,2 0 1 15,-1 1-1-15,1-1 1 0,1 0 2 0,1 0 5 0,1-1 4 0,0 0 4 16,2 0 6-16,1 0 4 0,3-1 4 0,0-1 3 0,5 0 4 16,2 0 3-16,2-2-1 0,2 1-7 0,3-2-3 0,2-1-7 0,4-1-2 15,1-2-7-15,3 0-7 0,2-1-7 0,2-1-8 0,0 0-3 0,1 0-1 16,0-1-5-16,2 1 1 0,-1 0 0 0,-1 1-1 0,-1 1 1 16,-2 0 3-16,-1 1-1 0,-1 0 4 0,-2 1 0 0,0 0 0 0,-2-1 2 15,-1 2-1-15,-2-1 2 0,0 1 0 0,-2-1 3 0,0 0-1 16,-2 0 0-16,0-1 2 0,-1-2-2 0,1 0 3 0,2-2-1 0,1 0 1 15,0-1 1-15,-1-1 3 0,0 1 3 0,-2-2 1 0,0-1 1 0,-1 1 3 16,-1-1 0-16,-1 1 1 0,0 0 4 0,-1 1 2 0,0 0 4 16,-1 0 1-16,-3 2-6 0,-1 2 1 0,-1 1-8 0,-2 2 1 0,-1 0-1 15,0 1-11-15,-1 0 9 0,-1 0-14 0,-1 1 5 0,0 0-7 0,-3 0 0 16,1 1 1-16,-1 1-8 0,0 0 3 0,-1 0-4 0,-1 1-11 16,-1 0-8-16,1-1-17 0,0 2-22 0,0-1-33 0,0 0-59 0,-1 2-39 15,2 0-19-15,0 0 14 0,4 1-34 0</inkml:trace>
  <inkml:trace contextRef="#ctx0" brushRef="#br0" timeOffset="17464.81">5546 10568 437 0,'-6'-10'90'0,"1"0"-2"0,0-3-22 0,3 3-19 0,2 1-10 16,0 0-8-16,2 0-5 0,1 1-4 0,1 1-2 0,0 1-11 0,0 1-6 15,1 2-1-15,0-1-5 0,0 1 5 0,1 0 1 0,1 2-5 0,-1-1 4 16,-1 2-3-16,0-1 1 0,0 1 1 0,0 0-2 0,-1 0 2 16,0 0-2-16,-1-1 1 0,0 1 0 0,-2 0 2 0,1 1 0 0,-2-1 2 15,0 1 2-15,0-1-2 0,0 1 3 0,0-1-2 0,0 0 0 0,0 1 6 16,-1-1 2-16,-1 1 0 0,0 1 6 0,0-1-1 0,-1 1 2 15,1-1 1-15,-1 0 2 0,1 1 2 0,0-1 3 0,0 0 4 0,1 0-5 16,0-1-4-16,0 0-7 0,2 1-7 0,0 0-2 0,1 1 0 0,1 0 0 16,1 0-1-16,0 1-1 0,3 0 2 0,0 0-1 0,1 0 1 15,2 0 2-15,0 1-5 0,1 0 1 0,3 0-2 0,1 1 1 0,-1-1 1 16,3 2-2-16,-1-1 2 0,1 0-2 0,1 0-3 0,1 2 3 16,2-1-1-16,0 0 2 0,3 0-2 0,0 0 0 0,0 0-1 0,0-1-1 15,-1 0 3-15,3 0-2 0,0-1 1 0,0-1 3 0,4 0-2 0,0 0 1 16,3 0 0-16,-2-2-4 0,2 0-1 0,0 0 1 0,-1 0-5 15,2-1 5-15,-1 1 2 0,0-1 1 0,-2 0 1 0,1 0-1 0,-2 0-1 16,1 0 2-16,0 0 1 0,0 0-2 0,-2 0 1 0,0-1-1 0,-1-1 0 16,1 1 1-16,-3-1 1 0,3 0 1 0,1 1 1 0,-2-2-4 15,3 1 1-15,-2 0 4 0,1-2 1 0,0 0 3 0,2-1-1 0,0 0 2 16,1-2-2-16,0 1 0 0,-1-2 0 0,3-1 0 0,-2-1 2 16,1 1 5-16,0-1 3 0,-1-1-4 0,1 0 3 0,-1 0-2 0,0 0-5 15,0 2 5-15,-2-1-3 0,-1 1-3 0,0 1 3 0,0 3-3 0,-4 0 5 16,2 3 8-16,-2 1 1 0,0 2 4 0,-2 2-1 0,0 2 0 15,0 1-7-15,-3 1-3 0,1 1-3 0,1 2 0 0,0-1 1 0,0 2-2 16,-1 0-3-16,1 0-3 0,-1 0-5 0,-1 2 1 0,1-1-3 0,0 1-1 16,0 0 1-16,1-1 2 0,0 2-3 0,1-1 0 0,0 1-5 15,-2 2-4-15,1 0-10 0,-1 0-19 0,-1 2-21 0,1 0-24 0,0 0-24 16,-2 0-27-16,1-1-15 0,0-1-16 0,1-1-16 0,0 2-17 16,-2-1-11-16,0 0-86 0</inkml:trace>
  <inkml:trace contextRef="#ctx0" brushRef="#br0" timeOffset="34070.5">6157 11109 224 0,'-25'-9'26'0,"0"1"-5"0,-7-2-3 0,6 2 0 15,3 0 3-15,2 1-4 0,0 0-3 0,0 0-3 0,1 0-4 0,-1 0 0 16,1-1-3-16,0 3 0 0,-1 0-3 0,-3 1-1 0,3 0-1 16,-1 0-2-16,1 0 3 0,1 0-1 0,-2 1 1 0,-2 0 0 0,0-1 0 15,-3 0 1-15,1 0 0 0,-2-1 0 0,1 1 3 0,-3-1-1 0,0 1-1 16,-2-1 3-16,0-1-5 0,-2 0 2 0,0-1 2 0,0 1-2 16,-1-1 3-16,-2 1-1 0,-1 0 2 0,0 0 2 0,-4 2 0 0,3-2 1 15,-1-1 2-15,-2 1 3 0,1-2-5 0,-2-1 4 0,0 0-1 16,1-1-2-16,-1 1 10 0,1-1-1 0,-1-2 2 0,2 2 1 0,-2-1-1 15,-1 2 5-15,0 3-1 0,0-2 3 0,-1 3 1 0,0 0-7 0,1 1 2 16,0 2 3-16,-1 1-6 0,1 2 5 0,0 1-5 0,0 3-3 16,1 1-1-16,1 0-10 0,0 1-4 0,-1 4-3 0,0 1 1 0,0 4 4 15,0 2 3-15,0 0-4 0,1 3-1 0,1 3 0 0,-2 0 0 0,2 3 4 16,1-1-1-16,0 1-2 0,3 0 0 0,2 0-2 0,3 1 0 16,1-1 1-16,4-1-1 0,0-1 3 0,4 0 1 0,-1-1-3 0,3 3 0 15,0 0-3-15,2 1-1 0,3 3 3 0,2 0-3 0,1 1-2 16,1 2-4-16,0 0 3 0,2 3 0 0,2 1 5 0,0 0 2 0,1-1-5 15,1-1 1-15,2 2-2 0,1-3 0 0,2 0 2 0,1-3 1 0,2-2-6 16,1-2 3-16,2 0-1 0,2-3-2 0,0 1 4 0,1-3-3 16,1 2-3-16,3-2 3 0,0-2-5 0,3 0 2 0,0-2 4 0,2-1-1 15,3 0 5-15,2-1-2 0,-1-1 1 0,2-1 3 0,0 0-3 0,1-2 3 16,1 1-2-16,2-1 3 0,2-1 2 0,2 0-4 0,2 0 3 16,0-1-2-16,3-2 1 0,1 1 7 0,2 0-1 0,3-1-2 0,0 0-1 15,2 0-1-15,2-2-1 0,2 0 2 0,1 1-3 0,0-1-1 0,1 1 0 16,1-2-1-16,0 1 2 0,3-1-2 0,0 1 4 0,0-1-4 15,1-2-1-15,-1 1 2 0,2-1-4 0,0-2 4 0,0 0-1 0,-1-3-1 16,0 0 1-16,-1-2-2 0,-1-1 0 0,2-1-3 0,-1-2 1 16,1-2 2-16,-1-2 0 0,0 0-1 0,1 0-2 0,-1-1-1 0,-1 0 0 15,-1-1 2-15,-2-2-2 0,-1 1 3 0,0-1-3 0,-1 0 1 0,-3-2 4 16,0-1-4-16,-1 0 6 0,-1-2 0 0,-2 0 1 0,0 0 5 16,-1-2 0-16,-1 1 6 0,-3 0 3 0,1-1 4 0,-5 0-1 15,0-2-5-15,-1 0 0 0,0 1-3 0,-1-2-2 0,0 1 4 0,-3 0-6 16,0-2 1-16,-1 0 0 0,-1-1-3 0,0-1 3 0,-3-1-3 0,0-1 0 15,-1 0-3-15,-2 2-2 0,-1-1 0 0,-2 0 0 0,-3-1-4 0,-1-2-7 16,-3-1-4-16,0 0-6 0,-3-2-10 0,-2 0-19 0,-2-2-33 16,-2-1-27-16,-3 0-12 0,-1 0 2 0,-4 0 11 0,0 0 5 0,-4-2-5 15,-1 0 14-15,-2-1-79 0</inkml:trace>
  <inkml:trace contextRef="#ctx0" brushRef="#br0" timeOffset="12864.6">3223 8959 1361 0,'-11'-7'272'0,"1"1"-229"16,2 0-12-16,4 2-22 0,4 1-3 0,2-1 3 0,0 0 2 15,1-1 4-15,0 0-8 0,0 1-2 0,2 0-6 0,0 1-7 0,2 0-2 16,-1 2-13-16,0 0-1 0,1 1 8 0,1 0 6 0,0 0 6 16,0 0 9-16,-2 1-10 0,1 1 4 0,0 2 0 0,1 0 1 0,0 0 1 15,0 3 0-15,0 1 3 0,0 0-3 0,0 0 3 0,2-1 4 0,1 1 0 16,2 1-1-16,1 1 6 0,-2 0-1 0,3-1-3 0,0-1 7 0,2 0-7 16,1 0 1-16,1-2 2 0,2-1-1 0,-1-1 8 0,3 0 1 15,1 0 1-15,0-1 9 0,2 0 1 0,-2-1-1 0,2 1 8 0,0 0-5 16,-1 1 5-16,1 1 1 0,-1 2-7 0,1 1 1 0,0 3-8 0,0 1-2 15,1 2 1-15,-3 2-11 0,0 0 2 0,1 2-3 0,1-1-2 16,0-1 2-16,2 1-4 0,-1 1 1 0,-1-3-5 0,1 0 2 0,1 0-7 16,0-2-2-16,0 1 0 0,2-3 1 0,-3 0-2 0,2-1-2 15,-2 0-5-15,0-2-2 0,0-1-5 0,-2-2 6 0,1-3 2 0,-2 0-1 16,2-1 11-16,-2-3-1 0,-1 0 4 0,0-2 6 0,-2-2-1 0,2-2 13 16,-2-1 3-16,-2-1 2 0,-1 0-2 0,0 0-9 0,1 1-8 15,0-1 0-15,3 0-1 0,1-1-3 0,1 1 7 0,1 1-2 0,-3 2-5 16,1 0 8-16,0 1-10 0,-2 1 6 0,2 0 0 0,-2 1-1 0,1 2-1 15,-1-1-7-15,1 0 10 0,-1 1 25 0,-2-1 3 0,-3 3 3 16,0 1-9-16,5 1-27 0,4 4 4 0,5 0-6 0,2 2-1 0,2 0-1 16,-1 1-3-16,1 2 3 0,-3 0 1 0,-1 2 0 0,-2 0 3 15,1 1-3-15,0 1 0 0,1 0-3 0,-1 0 0 0,2-1 4 16,-1-1-1-16,2 0-8 0,-2-1 0 0,2-2 0 0,-1-1 2 0,2-2 8 0,-2-1-2 16,0 0 3-16,-1-2-5 0,0-1 1 0,0-1 1 0,1 0-2 15,-1-1 5-15,0-1-3 0,-2-2 2 0,1 1-2 0,-2-2 3 0,2-1 3 16,0 0 1-16,1-2-3 0,1 0 1 0,0-1-6 0,1-2-6 0,2-1 3 15,-2-2-3-15,3-2 7 0,-2 1 0 0,2-1 2 0,-1-1-1 16,0 1 3-16,0 0-1 0,1 2-2 16,1-1-1-16,-2 2 2 0,0 0 1 0,-2 1-1 0,3 2-1 0,-2 0-1 0,2 1 0 0,0 1 3 0,-1 1-7 15,1 1-1-15,-2 2 0 0,2 1 0 0,-1 1 5 0,1 0 0 16,-1 1 0-16,0 0-3 0,2 0 0 0,-1 1 0 0,2-1 3 0,-1 1 1 16,1-1 1-16,-3 1-4 0,2 0 2 0,1 0-3 0,-1 0 0 0,3 0 6 15,-3-1-11-15,1-1 4 0,1 1-1 0,-2-2-3 0,2 1 6 16,-1-1 1-16,0 0 1 0,3 0 1 0,0-2-1 0,1 0 4 0,0-1-4 15,-1 0 1-15,-1-1 1 0,1 0-4 0,1-2 2 0,-1 0 3 16,1 1-9-16,0-2 4 0,-1-2-2 0,2-1-3 0,-2 0 11 0,-1 0-4 16,1 3 6-16,1-1-5 0,0 1 3 0,2 2-1 0,-2-1-2 0,-2 1 4 15,1 1 0-15,-2 1-2 0,0 1 0 0,3 1 2 0,-2 2-2 16,0-1 7-16,-1 2-6 0,0-1 1 0,0 2-5 0,-2-1 0 0,0 1 2 16,1 1-1-16,1-1 1 0,1 1-2 0,-1-1 0 0,1 0 0 0,1 1 1 15,-1-2-1-15,1 0 2 0,3 0-2 0,-2-1 0 0,0 0 2 16,1 0 1-16,0 1-2 0,0 0-1 0,1 1 2 0,1 1 1 0,1-1 2 15,1 1-3-15,2-1-2 0,-2 1-2 0,-1 0-1 16,0 1 3-16,0 0-3 0,-1-1-7 0,-1 1-7 0,-1 0-21 0,0 0-34 0,-1 2-43 16,-1 0-53-16,0 0-73 0,-1 0-94 0,1-1-121 0,1-2-68 0,1-2-3 15</inkml:trace>
  <inkml:trace contextRef="#ctx0" brushRef="#br0" timeOffset="19938.04">3869 10347 104 0,'-6'-6'25'0,"2"-1"-2"0,-3-1 2 0,2 2 2 0,0 1 2 15,0 0 1-15,1 0 0 0,-2 1-2 0,1-1-6 0,-1 0-4 0,2 2-6 16,-1-2-1-16,0 1-6 0,0 1 1 0,-1 0-4 0,0 1 2 0,-1 0 2 15,1 1-3-15,0 1 2 0,-2 1-3 0,1 1-2 0,-3 3 3 0,-1 1 0 16,-1 1 0-16,-1 1 1 0,-1 2 0 0,1 0 4 0,-2 3-1 16,-1 1 1-16,-1 0 2 0,0 4-1 15,-2 1 3-15,-1 2 2 0,1 2 3 0,-2 0 6 0,0-1 8 0,3-1 7 0,0 0 10 0,0-2-1 0,2-1 0 16,0-2 1-16,1-2 0 0,2-1 4 0,2-3 2 0,2-2 2 16,1-2-4-16,1-2 0 0,1-1-5 0,0-1-6 0,3-1-5 0,-1-1-7 15,3-1-9-15,0 0-5 0,1-1-5 0,1 0-2 0,1-2-3 16,1 0 0-16,2-2-3 0,1 0-1 0,2-1 1 0,0 0 1 0,1 0 0 15,1 0-1-15,2-1-1 0,1 1 0 0,1 0 1 0,-1-1 0 0,2 2 0 16,1-1-4-16,2 1 7 0,1 0-4 0,2 0-1 0,2 0 1 16,1-1-3-16,2 0 2 0,1-1 1 0,2 1 1 0,0-1 2 0,2 1-3 15,1 2 4-15,3-1-4 0,0 0 6 0,2 1 1 0,0 2 5 0,1 1 0 16,2 2 0-16,-2 3 1 0,0 1-2 0,0 3 3 0,-1 2-3 16,1 2 1-16,-1 2-2 0,0 3 1 0,-1 0-3 0,-1 0 1 0,2 3 2 15,-3 1-5-15,2-1-1 0,-1 1-1 0,0 1 2 0,1-2-1 16,1 1-4-16,1-1-5 0,-1-1-2 0,0-1 2 0,0 0 3 0,-1-1 5 15,3 0-1-15,-1 0-2 0,1 0 3 0,1-2-6 0,-2-3 12 0,0 0-1 16,2-2 9-16,-2-1 5 0,0-2-2 0,1-1 1 0,-3-1-4 16,2 0 0-16,-2-2 0 0,0-1 7 0,-1 0 7 0,-1-1 0 0,1-1 2 15,-2 0-5-15,1 0-7 0,0-1-1 0,-1-1-1 0,2-1 1 0,0-1-6 16,-1 0 1-16,2-1-3 0,0-1 1 0,0-1 2 0,2 0-8 16,0 1 2-16,1-2-8 0,1-1 0 0,1-1 0 0,0-2-2 0,-1 0-4 15,3 2 2-15,-1-2 8 0,0 1-5 0,3 0 2 0,-4 1-4 16,1 0-9-16,0 1 8 0,-3 0 1 0,-1 1 0 0,0 0-2 0,-2 2 7 15,1 1-5-15,-2 0 5 0,-1 0-2 0,0 1-6 0,-2-1 3 0,0 1-2 16,-1 1 7-16,1 0-3 0,-2 1-2 0,0 1-7 0,-1 1 2 16,1 0 1-16,-2 0 3 0,2 0 3 0,0 1-2 0,1 0 2 0,-2 0-4 15,1 0 5-15,-3 0 0 0,2-1-3 0,2 0 3 0,0-1 0 0,1-1-2 16,0-1 2-16,-1-1-1 0,1 0-5 0,1-2 4 0,1 0 3 16,-1 0-1-16,1-1 2 0,-1 0-7 0,1 0 4 0,-2 1-7 0,1 0 4 15,0-1 4-15,-1 0-3 0,1 0 3 0,0 1 0 0,-1 0-3 16,2 1-5-16,1 0 8 0,0 1-7 0,1 0 5 0,-3 1 2 0,3 0-3 15,-1-1-1-15,1 2-2 0,0 0 3 0,-1 1 1 0,0 0 4 0,1 0-5 16,-3 1-3-16,2 1 3 0,-2 2 0 0,1 1 4 0,-1 1-4 16,0 2 3-16,2 0 0 0,0 0 0 0,2 2 0 0,-1 3-3 0,-1 0 1 15,0 1-2-15,0 1 1 0,0-3 0 0,1 3 1 0,-1-1-1 0,0 1 3 16,0 0-2-16,-1 0 11 0,3 0 4 0,-3 1 1 0,2-1 8 16,0-1 3-16,-2 0 2 0,4 1 5 0,-1-1-8 0,1 0-5 0,0-1 4 15,-1 1-7-15,1-1-7 0,1-1-4 0,0 1-5 0,1-1 7 16,0 1 6-16,-2 1-1 0,1 0-2 0,0 0-13 0,-1 0 1 0,2-1-2 15,0 1-4-15,-1 0 10 0,3 0-2 0,-1 0 2 0,-1 0-4 0,0-1-1 16,-1 0 0-16,1-1-1 0,1-2-1 0,-1 0-6 0,1-1 5 16,0-1 0-16,-1-2 3 0,-1 0 5 0,0-1-5 0,0-1 6 0,-1-1 3 15,0 0 1-15,0-1 1 0,0-1 3 0,-2 0-3 0,1-1 0 0,-1 0-6 16,0-1-1-16,2 0-1 0,-2 1-7 0,1 1-1 0,-1 0-3 16,-1 0-1-16,1 0 4 0,-1 1-3 0,0 1 5 0,-2 0-5 0,0 1-4 15,-1 1-18-15,1 0-35 0,0 1-32 0,-1 1-30 0,0-1-36 16,-1 1-30-16,3 1-27 0,0-1-32 0,4 0-20 0,1-1-3 0,3-1 12 15,6-1 42-15,3-3 57 0,6-3 10 0</inkml:trace>
  <inkml:trace contextRef="#ctx0" brushRef="#br0" timeOffset="32596.42">3368 12304 358 0,'-11'-5'75'0,"0"-1"-11"0,-1-1 3 0,2 1 5 16,2 1 5-16,0-1-8 0,1 0-5 0,1-1-13 0,0 0-13 0,2 0-11 15,0 0-8-15,2-1-2 0,1-1-6 0,1 1-3 0,1-2-4 0,0 1-1 16,2-1 1-16,1 1-2 0,1-1 1 0,1 0-2 0,2 0-3 16,1 1 2-16,0-1 2 0,3 2-2 0,0-1 2 0,1 1 2 0,1 0 0 15,2 1 2-15,1 0 5 0,1 2 1 0,2 0 3 0,0 2 5 0,1 0-1 16,1 2 3-16,3-1 6 0,1 1 6 0,2 2 7 0,1-1-1 15,-1 2 7-15,1-1-9 0,0 2-9 0,2 0 1 0,2 0-11 0,2 0 5 16,0 0 1-16,2 0-4 0,2 0 3 0,0-1-2 0,3-1-2 16,-2 1 5-16,0-1-10 0,1 2-2 0,0-1-2 0,0 2-2 0,0 0 4 15,-1-1-3-15,0 1-3 0,-1-1 2 0,0-1-7 0,1 0 6 0,0 0-1 16,1-2 0-16,0-2 2 0,2 0 3 0,1-2 8 0,-1-1 1 16,1-2 4-16,2 0-1 0,0-1-8 0,1-1-1 0,-1 1-1 0,-1 1 1 15,0-1 4-15,-2 0 3 0,-1-1-2 0,1 0 5 0,-2-1 2 0,-1 1 11 16,2 1 16-16,-2-1 5 0,-2 2 13 0,1 0-3 0,-1 2-4 15,1 0-6-15,-2 2-12 0,1 1-7 0,0 1-10 0,-1 1-6 0,2 2-12 16,1 1-2-16,1 2-7 0,4 1-6 0,2 4-14 0,4 2-26 16,0 2-55-16,3 3-115 0,3 3-173 0,6 2-184 0,6 5-343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08T11:51:48.2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4043 9205 124 0,'-11'0'10'0,"2"2"1"0,-2-1 0 0,6 1-3 0,3-1-1 0,1 0-2 16,1 0-5-16,1-1 2 0,0 2-3 0,2 0 1 0,1 0-1 15,0 0 1-15,2 0 0 0,0 0 0 0,2 0-1 0,0-1 0 0,2-1-1 16,-1 0 1-16,1-1 0 0,2-1 0 0,-1-1 1 0,1 0-2 0,-2 0 0 15,3-1 2-15,-1-1-1 0,1 1 1 0,0-1 0 0,-1 1 1 0,0-1-1 16,1 1 1-16,0 0 1 0,0 0-1 0,0-1 0 0,1 0 1 16,1 0-1-16,0 0 0 0,1 0 0 0,1 0 0 0,1 0 1 0,2 0 1 15,1-1 1-15,1 0 0 0,2-1 1 0,1 0 0 0,3-1 1 16,0 0 1-16,2-1 1 0,2-1 2 0,1 1 0 0,3-1 0 0,-1 0-1 16,0 0 0-16,0 0-1 0,2-1 1 0,1 1-2 0,0 2 0 0,2-1-4 15,-1 1 0-15,-1 1-1 0,3 0 0 0,-1 2 1 0,1 0 0 16,1 2-2-16,-2 1-3 0,1 0 2 0,1 1-1 0,-1 0 0 0,0 1 0 15,0 0-1-15,-1 0 0 0,0 0 2 0,2 0-1 0,-3 0 0 16,2 0 1-16,0 1 0 0,0 0 4 0,-1 1 1 0,2-1 1 0,-1 0 0 16,-1 1 1-16,4 0-1 0,-2 1 0 0,-2-1-1 0,2 1 1 0,-3-1-2 15,2 0 1-15,1-1 0 0,-1 1-5 0,0-1 4 0,0 0-1 0,0 0 0 16,-1 0 7-16,2-1 0 0,-2 0 1 0,1 0 2 0,0 0 2 16,0 0 4-16,-2-1 4 0,0 2 2 0,0-1 2 0,-2 0-2 0,3 0 2 15,-1 0-4-15,-2-1-2 0,1 1 1 0,-2-1-6 0,2 1 3 16,-1 1-3-16,0-1-1 0,2 1-2 0,0-1-5 0,1 1-5 0,0 0-1 15,-1-1-2-15,1 0-1 0,-2 1 5 0,1 0-4 0,1-1 1 16,-1 0 3-16,0 0-7 0,0-1 2 0,-1 0 3 0,-1-2-1 0,2 0 4 16,-2 0 1-16,0 0-2 0,0 1 1 0,-1-1 5 0,1 0 5 0,-1 0 1 15,1 1 2-15,-4 1-3 0,1-1 2 0,-1 1 3 0,0-1 1 16,2 0-2-16,-2 1-2 0,2 1-3 0,-3 0-3 0,0 0-2 0,-1 0 1 16,1 0-4-16,-1 3-1 0,1-1 1 0,-1 0-3 0,0 1 1 0,1 1-1 15,1 1-5-15,0 0 1 0,-1 2-3 0,0 0 1 0,-1 0 0 16,1 0-1-16,0 1 3 0,1-2 0 0,0 0 3 0,-1 0 2 0,0-1 1 15,0-2 3-15,-1-1 1 0,3-2 2 0,-1-2 1 0,0-2 0 16,-1 0-3-16,0-1-2 0,-1 0 0 0,1 1 0 0,-1 1-1 0,0-1-2 16,-2-1-4-16,0 1 2 0,-1 1-2 0,1-1 2 0,-1 2 1 0,2-1-3 15,-1 0 0-15,1 1 0 0,0 0 0 0,1 0 3 0,-1 0-1 16,2 1-2-16,1-1 0 0,1 1-3 0,-2 1 3 0,2-1-3 0,-1 0-3 16,3 0 2-16,1 0-4 0,-1-1 4 0,1 1 2 0,-2-1-1 0,0 1 2 15,0-1-1-15,0 0 2 0,1 0-3 0,-2-1 0 0,2 1 2 16,-2-2-3-16,-2 0 4 0,2 0 2 0,-2-1 1 0,0-1 0 0,0 0 1 15,-1-1-1-15,-1-1-5 0,2 1 3 0,-2-2-3 0,1 2 0 0,-4-1 4 16,0 1 2-16,-2-1 3 0,0 0-4 0,0-1 0 0,-2-1 0 16,0 1-3-16,-2-2 5 0,-1 0-1 0,-2 1-2 0,0-1 2 0,-4 1-4 15,-1 0 4-15,-1-1 3 0,-1-1-1 0,-2 0 8 0,-1 0-1 0,-3 0 0 16,0-1 2-16,-1-1-1 0,-2 1-3 0,-1 0 1 0,-1 1-8 16,-2-2-4-16,-2 0-4 0,-2-1-10 0,-1-1-2 0,-3-2-10 0,-2-1-3 15,-4 0-10-15,-3-1-2 0,-6-1-3 0,-4 1-7 0,-3-1 0 0,-3-2-10 16,-6 0-3-16,-3-1 7 0,-5 1 6 0,-6 1 13 0,-3 0 10 15,-5 2 6-15,-2 1 8 0,-5 2 5 0,-2 0 5 0,-3 2 5 0,-2-2 6 16,-2 0 0-16,0 2 2 0,-3 1 0 0,-1 1-1 0,0 2-2 16,-4 0 0-16,0 3 0 0,-2-1-2 0,0 4 4 0,1-1 2 0,1 1 7 15,1 3 4-15,0 0-3 0,-1 2-5 0,-2 1-6 0,1 2-7 0,-3 1-18 16,-2 3-10-16,-4 4-6 0,-6 3 2 0,1 1 18 0,0-1 19 16,4-2 7-16,4-1 3 0,0-1-3 0,3 0-9 0,-3 0-1 0,1 1-1 15,-2-1-6-15,2 2 1 0,-3 1-19 0,-2 3-3 0,-1 2 2 0,-2 3 4 16,1-2 20-16,4-3 8 0,3-3 4 0,5-1 5 0,3-3 2 15,2-1 1-15,6-3-2 0,1 0-2 0,2-1-1 0,2 0-2 0,-1-2 0 16,3 2-3-16,1 0 3 0,-1-1-2 0,2 2-1 0,0 0 0 0,2 0-2 16,-1 1 6-16,1 1-1 0,1 0 1 0,1 1-2 0,1 1-4 15,0 1 2-15,2 2 1 0,0 0-2 0,2 0 3 0,3 2-8 0,1-1-1 16,2 2-3-16,3 0-4 0,4 1-5 0,2-2-4 0,6 1-8 16,3 1-16-16,3-1-28 0,5 0-48 0,3 0-41 0,5 1 3 0,4 1-99 15</inkml:trace>
  <inkml:trace contextRef="#ctx0" brushRef="#br0" timeOffset="64753.05">13055 8307 1021 0,'-7'-1'393'0,"1"-1"-282"0,-1 1-26 0,5 2-41 0,2-1-6 0,1 1 1 16,2-2 6-16,1 1-1 0,2-1 1 0,1-1-6 0,0 0-3 0,1-2-4 15,0-2-6-15,0 0-7 0,2-3 0 0,0-3-7 0,2-1 3 0,-1-3 1 16,0-2-10-16,0-2 2 0,-1-4-9 0,1-2-2 0,-1-3 3 16,0-1-3-16,-1-3-1 0,-1-1 2 0,-1-4-2 0,-1-3 4 0,-1-2 1 15,0-1-1-15,-1 2 6 0,1 4-3 0,-1 2 3 0,-1 5 5 0,0 1-1 16,-2 7 5-16,-2 3 11 0,0 3 3 0,-1 5 10 0,-1 3 3 15,0 1-9-15,0 3-3 0,0 3-9 0,-1 2-11 0,0 3-4 0,-1 4-7 16,0 5-13-16,-2 5 2 0,0 9 3 0,-1 6 5 0,-2 9 11 16,0 4-1-16,-1 5-7 0,0 5 2 0,1 3-7 0,1 4 3 0,0 3 5 15,0 3-8-15,1 5-3 0,-1 5 0 0,0 4-2 0,0 4 1 0,1 2 4 16,-1 2 0-16,2 1-5 0,0-1 2 0,2-1-1 0,2-1 1 16,2-2 0-16,4-4 0 0,1-5 1 0,3-6-1 0,3-6 9 0,2-9-3 15,3-9-3-15,3-9 5 0,2-5 5 0,1-8 11 0,3-3 2 16,0-3 5-16,-2-4 1 0,2-4 2 0,-3-2 13 0,1-3 0 0,-2-3 9 15,-2-4 2-15,0-4 0 0,-1-4-2 0,0-3-9 0,-1-6-11 0,-1-4-12 16,1-4-15-16,-2-6 1 0,-2-2-2 0,-1-3-7 0,-3-1 0 16,-1-3-11-16,-3 0-1 0,-3 1 1 0,-2 1-3 0,-3-2 0 0,-1 1 2 15,-3 0 0-15,-2 1 1 0,-2 5 0 0,-2 1-2 0,0 6 1 0,-1 2 3 16,1 6 6-16,-2 4 2 0,1 2 0 0,0 5-2 0,1 3-1 16,-1 3 3-16,0 4 8 0,-1 1-4 0,1 4-4 0,1 3-3 0,0 1-4 15,4 0-2-15,1 2-3 0,1-1-6 0,2 0-12 0,2-1-9 16,2-2-8-16,2-2-10 0,3-1 9 0,2-1 3 0,2-2 9 0,3-2 19 15,2-2-1-15,2-3 6 0,2-2 6 0,0-2 5 0,2-1 3 0,-2-3 9 16,-1 0-1-16,2-1 8 0,-1-1 5 0,-1 0 4 0,0 0 3 16,0-1-1-16,1 2 7 0,0 1 8 0,-2 0 5 0,1 1 2 0,-2 0-1 15,1 1-10-15,0 0-3 0,0 3-5 0,0 1-4 0,0 1 1 0,0 1 0 16,-2 3 2-16,2 2 0 0,-1 1 0 0,1 1-4 0,-2 1-5 16,1 1-4-16,0-1-3 0,0 1-1 0,1 0-1 0,-1 0 2 0,2 1 3 15,0-1-1-15,-2 0-1 0,0-2-11 0,1-1 8 0,-1-1-4 0,1-2 11 16,0 0 13-16,-2-3-1 0,1 0 10 0,-1-1-7 0,-1-3-3 15,-1 0-1-15,-1 0-3 0,0-3-2 0,0-1-1 0,-2 0-1 0,-1 0-2 16,-2 0 1-16,-1-2-1 0,-3 0-5 0,-1-1 1 0,-1 0-4 16,-2 0-3-16,-2 0-1 0,-2-1-1 0,-2-1 0 0,1 1-1 0,-2-2-2 15,-1 0-5-15,-1 1 1 0,0-1-2 0,0 0-7 0,0 2-5 0,0 3-13 16,1 2-8-16,0 3-15 0,1 3-15 0,0 1-18 0,-1 3-18 16,1 3-24-16,0 2-36 0,-1 3-42 0,2 2-34 0,0 3-41 0,0 2-26 15,1 3 7-15,2 1 68 0,1 0 2 0</inkml:trace>
  <inkml:trace contextRef="#ctx0" brushRef="#br0" timeOffset="65003.05">14431 8696 1225 0,'9'3'410'0,"3"3"-369"0,3 3-18 0,1 2-18 15,-2 0 0-15,1 0 0 0,-2 1-2 0,-1-1 3 0,-4 0-3 0,-3-1 0 16,-3 0 10-16,-3-2 4 0,-3-1 8 0,-2-2 0 0,-4-3 3 15,-2 0 1-15,-3-4 3 0,0 0 7 0,-1-5 10 0,-1-3 13 0,-1-2 12 16,2-3 13-16,-1-1 5 0,2-3-6 0,1-1-4 0,2-1-9 16,2 0-7-16,1-3-15 0,1-1-11 0,2-2-10 0,2-1-16 0,2 0-1 15,2 2-9-15,3 3-9 0,2 5-2 0,2 3-9 0,0 3 1 0,2 2-3 16,0 2-8-16,1 3-3 0,1 1-3 0,1 3-12 0,2 2-13 16,-1 2-27-16,3 2-52 0,0 3-99 0,1 2-169 0,1 1-164 0,3 3 27 15,2 0 57-15</inkml:trace>
  <inkml:trace contextRef="#ctx0" brushRef="#br0" timeOffset="65586.05">16391 7487 2432 0,'-12'-5'56'0,"0"3"-9"0,-1 0-41 0,5 6-14 15,4 6-3-15,1 6-2 0,2 5 12 0,0 5-1 0,0 8-2 0,-2 3 1 16,-1 6-2-16,-2 7 3 0,0 5 5 0,-1 7 2 0,-2 4-5 15,0 4 0-15,0 3-5 0,0 2 2 0,1 2-11 0,2-1-3 0,2 0-1 16,0-2-15-16,4-1 3 0,0-4-22 0,3-6-15 0,2-3-29 16,1-6-30-16,1-4-42 0,0-3-34 0,0-4-16 0,-1-5 22 0,1-5 46 15,-1-4 52-15,0-5 58 0,-2-7 32 0,1-5 31 0,0-5 30 0,1-5 25 16,0-3 23-16,1-5 17 0,1-5 0 0,0-5-21 0,2-4-22 16,1-5-28-16,1-2-15 0,3-4 0 0,0 0-9 0,-1-4-2 0,1 2-2 15,-1-2-11-15,1 2-4 0,-1 2 1 0,1 4-2 0,1 4 1 0,-1 4-2 16,0 4-3-16,-1 3 4 0,0 4 2 0,-1 4 4 0,-1 2 9 15,-3 3 5-15,1 3 5 0,0 1 5 0,-1 4 0 0,1 2 2 0,-1 0-8 16,1 3-6-16,-1 1-2 0,0 1-11 0,2 0-2 0,-1-1 0 16,2 0-2-16,0-1 0 0,3 0 0 0,0-3-1 0,1-1-1 0,0-1 2 15,3-4 0-15,0-1 1 0,2-3 2 0,-2-3 2 0,1-1 1 0,1-4 7 16,-3-1-1-16,0-4 6 0,-1 1 2 0,-5-3 1 0,1-2-1 16,-3 0-6-16,-1-1-2 0,-1-1 4 0,-3-2-2 0,-1 0 0 0,-2-3-4 15,-2-2-4-15,-3 1-3 0,-1-2-3 0,-3 0 4 0,-1 0-4 0,-3-1 0 16,0 2-3-16,-2 1-1 0,-1 2-3 0,-1 2-2 0,0 4 4 15,0 4-13-15,0 6-3 0,-1 3-7 0,-1 3-5 0,0 3-1 0,-3 4-1 16,-1 5 3-16,0 4-6 0,-2 3-4 0,1 3-13 0,1 3-19 16,0 0-44-16,2 2-62 0,2 3-66 0,0-2-59 0,3 2-35 0,3-2 9 15,2 0 65-15,4-4 2 0</inkml:trace>
  <inkml:trace contextRef="#ctx0" brushRef="#br0" timeOffset="65853.05">17201 8584 1223 0,'9'4'153'16,"2"1"-73"-16,2 3-55 0,3 1-6 0,0 0 1 0,1 1-2 16,2 1-6-16,-1 0-6 0,2 1-1 0,-2-1-3 0,2-2 1 0,0-1 1 15,-2-1 1-15,1-2 1 0,1 0 8 0,-3-2 7 0,3-1 12 0,-2-2 14 16,-1 0 12-16,-2-2 10 0,1-1 11 0,-2 0 3 0,0-1-1 16,-2-1-6-16,0-1-8 0,-2-1-8 0,-1 0-9 0,-1-1-12 0,-1-1-7 15,-1-1-11-15,-2 0 1 0,-2-2-2 0,-1-2-3 0,-2 0 5 0,-1-1-2 16,-3 0-4-16,-2-2-2 0,-3 0 0 0,-1-1-1 0,-2 0-2 15,-1 0 0-15,-2-1-1 0,-1 3-2 0,-1-1 2 0,1 1-6 0,-1 2 0 16,1 2-11-16,-1 1-2 0,3 3-3 0,-2 2-8 0,0 4-1 16,1 2-7-16,-1 2-2 0,-1 4-3 0,0 3-6 0,1 2-8 0,0 1-20 15,-1 2-30-15,3 2-39 0,-1 0-59 0,2 0-71 0,1 2-65 0,3 0-50 16,3 1 6-16,3-2 99 0,2 2 27 0</inkml:trace>
  <inkml:trace contextRef="#ctx0" brushRef="#br0" timeOffset="66036.05">18175 8321 2608 0,'0'3'88'15,"1"3"-46"-15,2 3-38 0,3 6-1 0,1 4 4 0,1 3 1 0,-1 3-5 16,-1 5 0-16,-3 2 1 0,-1 6 1 0,-2 6 3 0,-2 3-5 16,-2 5 2-16,-1 4-7 0,-1 4-16 0,-2 5 3 0,1 3-6 0,-1 1-3 15,0 2-6-15,1 0-24 0,1-2-34 0,1-1-39 0,2-3-63 0,2-3-235 16,2-2-87-16,1-1 22 0,2-1 77 0,0-5 171 0,1-5 103 15</inkml:trace>
  <inkml:trace contextRef="#ctx0" brushRef="#br0" timeOffset="66269.05">18309 8535 2086 0,'0'-17'127'0,"0"-4"-46"0,2-4-48 0,3 6-11 0,4 2-2 0,1 0-5 16,3 1-6-16,0 2-2 0,2-1-1 0,0 2-2 0,1 2-2 15,2 1-5-15,1 3-2 0,1-1 2 0,2 2-2 0,0 2 7 0,0 1 1 16,-1 3-4-16,-1 3-1 0,0 1-1 0,0 2-2 0,-1 3 4 0,-3 0 4 16,0 3 3-16,-2 2 3 0,-3 0 0 0,-2 0 1 0,-3 1 0 15,-1 0 7-15,-3 0 1 0,-3-1 3 0,-1 3 4 0,-4 0-6 0,-3 1 2 16,-3 1-9-16,-3 2-2 0,-3 0-2 0,0-1-8 0,-3 0-5 16,-1 1-11-16,0-2-8 0,-3 0-13 0,0 0-18 0,0-1-17 0,0 0-26 15,2-1-24-15,1-2-25 0,3-1-42 0,3-1-69 0,1-2-80 0,3-1-59 16,1-2 17-16,3-1 11 0</inkml:trace>
  <inkml:trace contextRef="#ctx0" brushRef="#br0" timeOffset="66469.05">19061 8523 2315 0,'8'-3'363'0,"4"1"-281"0,8 2-49 15,4 2-15-15,4 1 2 0,3 1-2 0,2 1-5 0,0 1 1 0,0 0-14 16,-1 1 0-16,0 0 2 0,-3-1-9 0,0 1-7 0,-2-1-4 15,0-1-10-15,-2 0-5 0,-2 0-2 0,0-1-7 0,-3 0-3 0,1-2 1 16,-1-1 5-16,-2-1 2 0,-1 0 0 0,-1-2-4 0,-1-1-10 16,0-1-5-16,0-1-10 0,0-1-26 0,1 0-25 0,-1-2-49 0,2-2-53 15,-1 0-53-15,1-2-44 0,-2 1-20 0,0-1 16 0,0 0 82 0,-1-1 34 16</inkml:trace>
  <inkml:trace contextRef="#ctx0" brushRef="#br0" timeOffset="66636.05">19722 8155 1573 0,'-8'-2'1076'16,"-1"1"-982"-16,0 2-34 0,5 3-42 0,1 4-5 0,3 2-6 0,0 3-1 15,1 4-12-15,1 2 1 0,-1 4 3 0,-1 2 0 0,0 2 9 0,0 4 0 16,-1 1-6-16,1 3-2 0,1 4-6 0,0 2-1 0,2 2-12 0,3 2-13 16,-1-2-23-16,3-1-36 0,1-2-46 0,0-3-60 0,2-1-77 15,1-2-94-15,1-4-92 0,0-2-32 0,-1-3 118 0,1-6 70 0</inkml:trace>
  <inkml:trace contextRef="#ctx0" brushRef="#br0" timeOffset="66903.05">21038 7866 2424 0,'-7'-2'754'15,"1"2"-704"-15,0 3-32 0,2 5-34 0,3 6-6 0,2 5 3 0,2 5 3 16,-1 4 2-16,-2 2 4 0,-1 2 4 0,-4 3 6 0,-1 2 0 0,-2 5 0 16,-2 0-12-16,-1 3 5 0,0 4-2 0,-2 1 4 0,2 1 5 15,-1-1-12-15,1-1-4 0,1-2-15 0,1-1-22 0,1-4-17 0,1-3-19 16,0-4-18-16,1-5 2 0,0-2-5 0,1-5-3 0,-1-4 0 16,1-2-10-16,0-4-12 0,1-2-10 0,0-5-13 0,0-3-8 0,1-2-20 15,0-4-3-15,1-3 18 0,0-6 3 0,1-4 10 0,-1-6 10 0,3-5 4 16,1-5 18-16,1-3 29 0,3-4 27 0,2-3 18 0,0-3-2 15</inkml:trace>
  <inkml:trace contextRef="#ctx0" brushRef="#br0" timeOffset="67208.05">20956 7975 373 0,'3'-19'191'0,"1"-3"-10"0,1-3-6 15,0 6-3-15,0 4-6 0,1 4-25 0,0 2-24 0,1 3-32 0,1 2-22 16,0 1-11-16,1 3-12 0,1 0-6 0,1 3-3 0,0 1-10 0,2 2-1 16,-1 1-6-16,1 1-7 0,2 1-2 0,0 0-2 0,-1 1-3 15,3 0 0-15,1 2 0 0,0 0-2 0,-1 2 0 0,0-1 2 0,1 2-4 16,-2 2 1-16,1 0-2 0,0 1-2 0,-1-1 3 0,-2 0-4 0,0 1 0 15,0-2-10-15,0 0-4 0,0-2-10 0,1-1-11 0,-1-1-10 16,2-3-23-16,-2 0-23 0,3-3-12 0,0-1-2 0,-1-3 18 0,-1-2 25 16,-1-2 24-16,-2-3 23 0,1-1 17 0,-1-3 20 0,-2 0 14 15,1-3 10-15,-2 0 11 0,0-2 5 0,-1-1 1 0,0 0-1 0,-1 0 0 16,-2 0-1-16,-1 0 4 0,-2 1 0 0,-1-1 3 0,-2 0 1 0,-1 1-9 16,-1 2-1-16,0 1-5 0,-2 1-8 0,0 2-5 0,-1 2-8 15,0 3-10-15,-2 3-6 0,0 2 0 0,-1 2-4 0,-1 1 3 0,0 3-2 16,-2 4 1-16,-2-1-3 0,0 6 2 0,0 0-2 0,-3 3-6 0,-1 1 0 15,0 3-5-15,0 3 1 0,0 3-1 0,0 1-7 0,2 1-6 16,0-2-2-16,1 0-18 0,1-1-19 0,2-1-41 0,3 0-99 0,-1-3-73 16,4 0-68-16,1-3-16 0,2-1 84 0,3-2 13 0</inkml:trace>
  <inkml:trace contextRef="#ctx0" brushRef="#br0" timeOffset="67369.05">21601 8042 1458 0,'4'-11'182'0,"2"1"-96"0,2-1-53 0,3 4-8 15,0 3 0-15,3 4 3 0,-1 2 1 0,-1 3 3 0,-1 3 2 16,-1 1 3-16,-1 2 2 0,0 2-8 0,-1 3-1 0,0 2-12 0,-2 2-8 16,-1 3-1-16,1 3-10 0,-2 1-2 0,0 2-9 0,-1 1 5 0,-1 2 0 15,0-1-6-15,0 2 6 0,1-1-16 0,-1-1-12 0,-1-3-20 16,0-1-55-16,0-3-69 0,-1 1-70 0,0-2-81 0,0-1-21 0,-1-2 42 16,1-3 90-16,0-1 29 0</inkml:trace>
  <inkml:trace contextRef="#ctx0" brushRef="#br0" timeOffset="67504.05">22030 8334 912 0,'2'0'392'16,"1"1"-253"-16,2 1-99 0,0 3-24 0,-1 2 1 0,3 2 1 0,0 3 2 15,0 2-3-15,-1 0 1 0,0 2-3 0,-1 2-3 0,1 0-4 16,-1 1-4-16,-1 2-1 0,0 1-5 0,0-1-5 0,0 2-9 0,2-2-11 16,0-2-13-16,-1 0-23 0,1-3-51 0,-1-2-101 0,-1 0-86 15,1-3-26-15,-2-2 59 0,1-2 62 0</inkml:trace>
  <inkml:trace contextRef="#ctx0" brushRef="#br0" timeOffset="67636.05">22233 8137 1641 0,'-1'0'161'16,"3"3"-162"-16,0 1-56 0,3 2-20 0,3 1 0 0,1 2-31 15,2 0-70-15,-1 2-61 0,-1-2-28 0,-2-1 4 0,0 0 43 0,-1-2 61 16,0 0 5-16</inkml:trace>
  <inkml:trace contextRef="#ctx0" brushRef="#br0" timeOffset="68269.05">22666 8066 729 0,'3'-5'322'0,"1"1"-211"0,-1-1-84 0,1 0-21 0,-2 2 1 0,0 1-3 16,-1 0-2-16,-2 3 6 0,-2-1 3 0,-2 2 12 0,-2 0 6 15,-1 1-2-15,-1 1 3 0,-3 0-3 0,-1 3 4 0,-1 0 5 0,0 3 1 16,2 0 3-16,-2-1-7 0,0 3-4 0,0-1-9 0,1 1-9 0,1 0-2 15,1 0-7-15,1 1 2 0,2 1 2 0,2 0-2 0,1-1 2 16,3-2-9-16,3 1-6 0,0 1 4 0,3 0-3 0,1 1 9 0,1 1 3 16,2-1 1-16,2 0 5 0,1 0-3 0,0-2 0 0,3 2-1 0,0 0 1 15,1 1-1-15,0-1-3 0,0 0-1 0,1 0 0 0,1 0-1 16,-1-1 7-16,0 1-5 0,-1 0 2 0,-1 1 1 0,-1-1-4 0,-3-1 3 16,1 2-3-16,-2-1-1 0,-3-1 0 0,-3-1 0 0,-1-1-3 0,-4 0-6 15,-3-1-7-15,-1 0-7 0,-3-1-10 0,-1 0-24 0,-1-3-29 16,-3 1-19-16,-1-2-14 0,-2-1 9 0,0-1 19 0,-3-3 21 0,1 0 25 15,1-2 21-15,0 0 15 0,2-2 5 0,2 0-12 0,3-1-19 16,3-2-24-16,1 0-20 0,2-2-16 0,3-1-2 0,2-1 15 0,2 0 19 16,3 0 26-16,1-2 18 0,2-3 13 0,0 0 2 0,4-2 5 0,1 1 1 15,2-3-4-15,1 0 1 0,2 1 0 0,1-1 7 0,1-1 13 16,-1 2 17-16,2-3 19 0,-1 2 13 0,-1 2 11 0,0-1 5 0,-1 2 0 16,-2 1 0-16,-2 1-1 0,0 1-2 0,-2 2-4 0,-1 2-6 0,-3 1-15 15,0 1-10-15,-2 2-7 0,-2 0-3 0,-1 2 9 0,-2 2 3 16,-1-1 5-16,-1 2 3 0,0-1-10 0,-2 1-5 0,1 2-9 0,-1-1-12 15,0 2-2-15,0 1-9 0,0 1 1 0,-1 1-1 0,1 1 2 16,1 1 0-16,1 0-5 0,-1 2-6 0,2 1-5 0,1 2 7 0,1-1-1 16,0 3 6-16,2 0 2 0,0 2-6 0,1 0-4 0,1 1 2 0,0 1-2 15,1 1 3-15,-1 1-2 0,1-1 1 0,-1 2 2 0,2-1-6 16,-2-1 4-16,2 2-4 0,-1-1 4 0,-1-2-2 0,0 1-3 0,0-1 2 16,-1-3-7-16,1-1-4 0,-1 0-4 0,-1-3 1 0,-2 0 3 0,0-2 6 15,0-1 1-15,-1-2 1 0,-1 0 4 0,1-2 0 0,-1-2 5 16,0-1-4-16,0-2-3 0,1-1-6 0,0-2-4 0,1-1 0 0,1-3 12 15,1 1 8-15,1-4 9 0,1 0 7 0,1-2-3 0,0-2 1 0,1 0 1 16,1-2-4-16,0 0-2 0,1 1 1 0,2 2-2 0,-1 2 2 16,1 2 5-16,0 2 5 0,-1 2 0 0,-1 3 4 0,-1 1-1 0,-1 2-5 15,1 2 1-15,-1 0-7 0,-1 2-10 0,0 1-3 0,-1 0-7 16,-1 1-6-16,1 1-2 0,-2 1-10 0,1-1 4 0,0 1-7 0,-1 0-4 16,-1 1-11-16,0-1-30 0,-1-1-49 0,-1 0-70 0,1-3-71 0,-2-1-58 15,1-2-14-15,-1-2 33 0,1-3 73 0,-1-2 82 0,1-5 41 16</inkml:trace>
  <inkml:trace contextRef="#ctx0" brushRef="#br0" timeOffset="68737.57">23271 8207 1746 0,'1'1'175'0,"2"2"-131"0,2 0-56 0,2 3-16 16,1 1 12-16,2 2 2 0,0-1-1 0,-1 1 10 0,-2 2-5 0,0-1-1 15,0 1-6-15,0 1-7 0,0-1-7 0,-2 0-4 0,1 0 2 16,1-1-3-16,-1 2-6 0,-1 0-3 0,0-1 1 0,1 0 7 15,-1-2 13-15,1-1 14 0,-1 0 7 0,0-1 7 0,0-2 6 0,0 0 2 0,1-1 4 16,0-1 0-16,0-1 0 0,0 0 0 0,0-1-2 0,1 0-2 16,0-1-4-16,0 0 0 0,2-1-6 0,-1 0 2 0,1-1-5 0,0 0-3 15,1 0 0-15,2 0-3 0,1 1 3 0,0 0 0 0,0 0 2 0,0 1 1 16,-1 0 1-16,2 2 1 0,-1 0-2 0,0 1 2 0,1 0-1 16,0 1 1-16,0-1 3 0,-1 2 1 0,2 0 2 0,0-1 0 0,1 2 4 15,-3-1-1-15,2 1 4 0,0-1 5 0,1 1 1 0,0-1 10 16,1-2 0-16,1 0 9 0,0-1 1 0,0-1 4 0,1 0 5 0,2-3 0 15,-2 0 5-15,1-2-9 0,1-1-3 0,-2-2-1 0,2-1-6 16,-1-3-1-16,-1 0-6 0,-1-3-4 0,0-2 0 0,-2-1 1 0,0-1 8 16,-1-4 1-16,-2 1-2 0,-1-1 2 0,-2-1 2 0,-2 0-10 0,-2 3 10 15,-2 1-6-15,-1 0-4 0,-4 5 9 0,-2-1 4 0,-2 2 1 16,-1 1-1-16,-1 1-9 0,1 4-22 0,-1 0-13 0,-2 2-13 0,0 2-3 16,-1 3 1-16,-2 2 4 0,0 1 11 0,0 2 3 0,0 3 4 0,3 0 5 15,0 4-4-15,4 3-2 0,2 1-2 0,2 1-19 0,3 4 12 16,4 3-2-16,1 1 2 0,4 4 18 0,1 1-5 0,1 1 6 0,3 0 10 15,1 2 11-15,2-1 7 0,1 3 9 0,3 1 4 0,2 1 0 16,1 2-2-16,3-1 1 0,1 4-8 0,3 0-4 0,0 3-6 0,1 0-10 16,-1 4 12-16,-1-2 1 0,-1 0 5 0,-5 0 0 0,-2-2-6 0,-7 1-1 15,-5-2 1-15,-6-1-13 0,-6 2-3 0,-4-3-14 0,-5 0-7 16,-5-1-7-16,-5-1-30 0,-3-5-41 0,-6-1-27 0,-3-3-47 0,-6-2-69 16,-4-4-87-16,-5-3-169 0,-7-4-295 0,-10-5 11 0</inkml:trace>
  <inkml:trace contextRef="#ctx0" brushRef="#br0" timeOffset="69940.71">24464 8554 1743 0,'-9'-13'101'15,"1"-1"-15"-15,1-3-30 0,6 1-11 0,5-2-9 0,5-3 2 0,4-4 5 16,4-4 9-16,4-2 13 0,6-5 1 0,5-5 16 0,5-3-1 16,6-6-7-16,10-3 4 0,5-5-13 0,8-3-8 0,9-5-4 0,4-4-2 15,9-4 2-15,7-4-8 0,5 1 12 0,6-1-7 0,4 0-6 16,6 3 13-16,2 1-14 0,2 5-4 0,-1 1-7 0,-3 4-7 0,-5 4-16 16,-1 2 17-16,-4 3 1 0,-4 2-7 0,-2 2 9 0,-6 4-16 0,-1 3-6 15,-6 2 10-15,-3 3-2 0,-4 2-3 0,-6 2-4 0,-3 4-6 16,-3 1-6-16,-3 5-2 0,-4 0-8 0,-4 3-14 0,-5 1-14 0,-3 1-20 15,-4 2-12-15,-2 2-27 0,-4 0-26 0,-4 1-21 0,-4 1-19 0,-4 3-21 16,-4 0-22-16,-5 3-62 0,-4 2-100 0,-6 1-84 0,-5 3-21 16,-5 0 95-16,-7 2 48 0</inkml:trace>
  <inkml:trace contextRef="#ctx0" brushRef="#br0" timeOffset="70240.71">25037 7958 3695 0,'-1'2'53'0,"4"3"-43"0,8 5-26 16,10 8-6-16,9 5 4 0,11 2 9 0,2 2 7 0,3 0 4 16,1 1-6-16,0 1 4 0,2 3-15 0,-1 0 11 0,2 3-2 0,1-1-12 15,1 3 10-15,-1-2-16 0,-1 0-1 0,2 0-1 0,-1-1-4 16,1 3 2-16,0-1-12 0,0 0 7 0,0-1 11 0,-1 0 13 0,1-2 0 15,0 0-4-15,-1 1-5 0,-1-2-11 0,1-1-18 0,-1-2 20 0,2 0-1 16,1-1 8-16,-1 1 20 0,2-2-12 0,2 0 8 0,-1-2-1 16,2 0-2-16,0-1 0 0,-1-1-11 0,3 1-3 0,0 1-5 0,1-2-12 15,0 2-12-15,-2-2-27 0,0-2-27 0,0-1-31 0,-3-1-33 0,-2-3-27 16,-3 0-33-16,-5-2-47 0,-4 0-53 0,-2-3-64 0,-3-1-31 16,-4-2 75-16,1-3 27 0</inkml:trace>
  <inkml:trace contextRef="#ctx0" brushRef="#br0" timeOffset="71090.71">27717 5675 1630 0,'-6'-12'184'0,"0"1"-127"16,1 1-11-16,3 4-6 0,3 4-8 0,1 1-9 0,1 1 1 0,1 0 3 15,1 1 2-15,0 1 8 0,3 1 5 0,1 3 5 0,1 0 2 16,2 5-3-16,1 2-5 0,2 3-6 0,1 3 11 0,1 3 2 0,0 3 11 16,-1 1-8-16,1 2-14 0,-1-2-10 0,0 2-6 0,-1-1-8 15,2 0-3-15,-1 1-7 0,-1-1-1 0,1 0-4 0,0-2 2 0,-2-2 2 16,-1-2-4-16,-1-4 10 0,0-1-1 0,0-3 1 0,-1-2 8 0,-1-2-3 16,-1-3 10-16,0 1 7 0,2-2 3 0,-1-2 11 0,0-2 0 15,1-1 2-15,-2-2 0 0,2-2 0 0,0-2-13 0,1-1-6 0,0 0-3 16,-1-3-3-16,2 0 0 0,-1 0-7 0,-1-1-6 0,1-1-8 0,-1 1 12 15,-2-2 4-15,0 0-4 0,0-1 4 0,0-1-19 0,-1 0 5 16,0 1 3-16,-1 0-7 0,-1 3 0 0,1 3-5 0,-2 2-3 0,1 2 1 16,-2 2 2-16,0 1 0 0,0 1-2 0,-1 2-6 0,-1 1 5 15,1 1 1-15,0 1 2 0,0 1 0 0,0 2 3 0,0 0-1 0,0 2-2 16,0 0 4-16,0-1-4 0,1 0 3 0,1-2 4 0,0 0-2 0,1 0 2 16,1-1 2-16,1-1 2 0,2 0-4 0,0-1 0 0,-1-1 0 15,1 0 0-15,0-2 1 0,1-1 5 0,-1-1-6 0,1-1 0 0,-1 0 5 16,1-2-2-16,0-1-3 0,-1 0 2 0,0-1 3 0,0-1-3 0,0 0 2 15,0 0-1-15,0 0-3 0,0-1 4 0,-1-1-3 0,0 0-1 16,-1 1 4-16,-1 0-2 0,1 2 0 0,-1 0-2 0,0 3-4 0,1 0-3 16,-1 1 7-16,-1 1-4 0,1 2 3 0,-3 1-6 0,2 2 1 15,-1 0-1-15,0 4 2 0,1 3 2 0,-2 1 1 0,1 3 0 0,-1-1-3 16,-1 1 1-16,1 1 1 0,-1 0 1 0,0-2 2 0,0 0-5 0,1-1 1 16,0 0 6-16,0-1-7 0,2-2 5 0,0 0-2 0,1 0 2 15,0-2 0-15,-1 0 4 0,2-2-3 0,-1-1-4 0,0-1 6 0,-2-2-3 16,1 0-5-16,1 0 7 0,-1-2-7 0,1 0 1 0,-1-2-1 0,0 0-14 15,-1-1-14-15,-1-1-17 0,0 0-15 0,0-2-11 0,-1-1-8 16,0 1-11-16,-1-2-3 0,0 1 1 0,1 0-4 0,0 2-3 0,1-2-11 16,0 0-24-16,1 0-29 0,-1 0-21 0,2 1-25 0,-1 0-18 15,1 2-15-15,1-1-5 0,-1 2 17 0,1 0 42 0,2 0 59 0,-1 2-22 16</inkml:trace>
  <inkml:trace contextRef="#ctx0" brushRef="#br0" timeOffset="71423.27">29301 6002 1443 0,'0'-2'255'0,"-1"1"-246"0,1 2-3 0,2 4-5 0,-1 0 10 0,2-1 8 16,1 3-2-16,-1-1 0 0,1 1 1 0,1 1-5 0,0 0 6 0,1 1-3 16,-2 0 2-16,2-2 3 0,0 2-5 0,0 0 3 0,0 0-2 0,1-1-2 15,1 1 1-15,3-1-5 0,-1 0 1 0,0-2 0 0,2 1-2 16,-3-1 3-16,2 0 3 0,0-2 6 0,1 0 2 0,-1-3 0 0,0 1 4 15,-1-2-2-15,1-2-1 0,-1 0 5 0,0-1 3 0,-2-3 1 16,0 0-5-16,-2-2-4 0,1 0-8 0,-1 0-2 0,0-1 3 0,0 0 5 16,-2-1-1-16,-1-1 3 0,-3-1 1 0,-1 0 5 0,-1-2 1 0,-2 0-7 15,-2 0-1-15,-1 1-8 0,-1-2-11 0,0 0-2 0,-3 1-6 16,-1 1 0-16,-2 1-1 0,-1 3-2 0,2 2 3 0,-2 1-8 0,1 2 1 16,0 2-1-16,0 2-3 0,-1 2 3 0,-1 2-2 0,2 1 4 0,2 2-7 15,-1 1 0-15,1 1 2 0,0 0-4 0,1 3-1 0,1-1 1 16,2 1-16-16,0-1-6 0,3-1-9 0,0-1-24 0,2 0-18 0,1-1-37 15,2-1-54-15,3-1-78 0,1-1-77 0,2-3-25 0,1-1 21 0,3-4 93 16,3-2-4-16</inkml:trace>
  <inkml:trace contextRef="#ctx0" brushRef="#br0" timeOffset="71625.27">29770 5331 1961 0,'1'-12'29'0,"0"0"-22"0,1 0 7 0,0 6-10 0,-1 5-2 0,0 1-4 16,0 2 2-16,-1 3 2 0,0 2-2 0,0 3 4 0,-2 2-1 16,-1 5 4-16,-2 3 0 0,0 4-2 0,-1 3 1 0,0 4-9 0,-1 2 2 15,-1 5-4-15,1 2 0 0,0 2-4 0,1 0-10 0,1-1-12 0,1 0-10 16,2 1-19-16,2-1-33 0,2-2-49 0,2 1-83 0,1-2-100 16,1-1-49-16,0 0 52 0,0-2-22 0</inkml:trace>
  <inkml:trace contextRef="#ctx0" brushRef="#br0" timeOffset="72257.27">29725 5894 825 0,'-3'-2'199'0,"0"0"-228"0,0 1-5 0,1 3-4 0,2 1 16 0,0 2 19 15,1 1 15-15,0 1 16 0,0 0 11 0,1 1 17 0,1 0 12 0,0 1 18 16,1 0 16-16,0 0 10 0,2 1 3 0,0 0-9 0,2 2-11 16,2-2-11-16,1 0-8 0,1-2-3 0,1 1-11 0,3-2-5 0,2 0-9 15,1-1-10-15,0-2-3 0,1-1-4 0,0-2-2 0,-2-1 0 0,1-1-10 16,1-2 4-16,-1-2-5 0,1-2-2 0,0-1 3 0,-2-2-6 16,1-1 1-16,1-2-3 0,-3-3-3 0,2-1 2 0,-2 0 0 0,-2-1 3 15,-2-1 0-15,-2 0-4 0,0-2 2 0,-2 0-8 0,-3-1 2 16,-2-3 4-16,-4-1 1 0,-1 0 5 0,-2-3 3 0,-3 1 10 0,-2-1 7 15,-2 0 4-15,-2-1-4 0,-1 3-12 0,-1 0-5 0,-2 3-5 0,-2 5-5 16,0 0-1-16,-3 3-11 0,-1 4-1 0,-2 1-1 0,0 3-4 16,-1 1 0-16,-1 3-1 0,-1 3-5 0,-1 3 7 0,-2 2-5 0,2 3 1 15,-2 1 0-15,3 2-11 0,1 1-1 0,1 2-9 0,0 1-11 0,2 1-8 16,3 1-17-16,0 0-17 0,4 0-35 0,2 0-52 0,2-3-61 16,4 1-45-16,1-3-26 0,5 0-13 0,2-2 16 0,2-1 59 0,3-4-34 15</inkml:trace>
  <inkml:trace contextRef="#ctx0" brushRef="#br0" timeOffset="72707.27">30212 4763 1794 0,'4'-17'348'0,"-2"2"-334"16,2 0 4-16,-1 7-6 0,-1 7 5 0,0 2-5 0,1 1 10 0,0 4 3 15,0 2 5-15,1 3 6 0,-1 2 7 0,-1 4 6 0,1 3-3 16,-1 1-4-16,-1 5-9 0,-1 4-6 0,-1 4-10 0,-1 5-1 0,0 3-5 15,-1 2-15-15,2-1 4 0,-2-1 0 0,3 1 0 0,-1-2 6 0,2 1-3 16,2 2-3-16,-1-1-1 0,2 0-7 0,0-2-13 0,1-2-9 16,1-4-13-16,2 0-7 0,0-3-4 0,1-1 4 0,2-2 12 0,1-3 13 15,0-3-1-15,2-3 14 0,-1-2 3 0,3-2 2 0,2-1 7 0,-1 0 0 16,1 0 3-16,-1 0 0 0,2-2-2 0,0 1-5 0,0-2-5 16,0 0 2-16,-3-2-1 0,0-2 1 0,0-1 1 0,0-2-7 0,0-2 0 15,1-2-3-15,2-2 0 0,-1-2 3 0,3-1 1 0,-1-2 8 16,-1-1 2-16,0-1 8 0,1-1 3 0,-1-1 4 0,-1-1 4 0,1-1 5 15,-1 1 7-15,0-2-4 0,0 0-1 0,0-1-3 0,0-2-1 0,0 2 7 16,0-4 0-16,-1 0 3 0,0 0 0 0,0-5-7 0,-2 1-2 16,0 0 3-16,-2-3 1 0,-2 1-3 0,0 2 4 0,-3-1-2 0,-3 3 0 15,-1 0 5-15,-3-1-3 0,-1 2 0 0,-2 2-4 0,-2 1-1 0,-1 0-6 16,-2 3-2-16,-1 1-1 0,-2 2-9 0,-2 2 4 0,-1 1-4 16,0 2-3-16,-4 2 2 0,2 1-6 0,0 2 3 0,-2 1 1 0,0 3 1 15,1 4-1-15,-1 2-5 0,0 4 1 0,-1 2-3 0,1 5 0 16,0 3 1-16,1 2 3 0,2 4-4 0,1 1 7 0,-1 2 3 0,3 1-1 15,2 1 3-15,3-1-2 0,4-2-14 0,2 1-1 0,3-1-1 0,4-1-3 16,3 0 8-16,4 0-10 0,3-3 10 0,6 0-4 0,3-1-4 16,2-2 7-16,4-1-20 0,1-1-19 0,1-2-33 0,0-1-62 0,1-3-88 15,2-1-220-15,0 0-47 0,0-1 7 0,-2-3 66 0</inkml:trace>
  <inkml:trace contextRef="#ctx0" brushRef="#br0" timeOffset="74074.21">28729 8306 2393 0,'1'-7'50'0,"0"2"-16"0,3 0-14 0,0 4-14 0,1 4-1 0,1 3 1 16,0 3 2-16,1 3 3 0,2 4 6 0,-2 5 4 0,0 4 12 0,-2 4 9 15,-1 5 6-15,-2 3 3 0,-1 1-2 0,0 3-9 0,-1-2-3 16,0-1-5-16,0-1-7 0,0-2-6 0,1 0-6 0,1-2-3 0,0-1-11 16,2-2-1-16,1-1 0 0,-1-4 1 0,3 0 9 0,-1-4 2 0,1-4 1 15,1-1-4-15,-1-3 1 0,0-2 8 0,1-2-8 0,0-4 9 16,-1-1 4-16,0-3 3 0,1-2 4 0,1-3-1 0,1 0-1 0,1-4-3 16,0-2-4-16,1-2 3 0,0-2-6 0,1-2 3 0,0-3 3 15,-1-3-17-15,1 0 13 0,-1-3-5 0,0-1-6 0,0 0 11 0,-2-2-12 16,0 1-5-16,-1 2 3 0,0 3 0 0,-1 3-3 0,0 3-2 0,0 2-1 15,-1 3-2-15,-2 4-3 0,1 0 1 0,0 2 3 0,-2 2-1 16,0 1 1-16,0 2-6 0,-1 2 1 0,0 1-1 0,0 1 4 0,0 1 5 16,0 2-4-16,0-1 8 0,0 1-8 0,0 1 4 0,0 0-1 0,1 1-1 15,0-1 0-15,1-1-2 0,1 0 1 0,1-2 1 0,0 0-2 16,1 0 1-16,-1-2-6 0,1-1 2 0,-1-1 7 0,0-1 0 0,1 0 3 16,0-2-3-16,0-1-3 0,0-1-1 0,-1-1 6 0,1 0 0 0,-1 0-8 15,-1-1 8-15,1 0-2 0,0-1-2 0,-1 0 4 0,1 0-4 16,-1 0 2-16,0 1 0 0,0-1-1 0,0 2 1 0,0 0-2 0,-1 1-2 15,1 1 4-15,0 2-3 0,1 1-3 0,-1 1 6 0,0 1-5 16,0 2 0-16,-1 1 1 0,0 1 1 0,-1 2 3 0,1 0 0 0,-1 2 5 16,1 0-7-16,0 2 2 0,1-1 0 0,0 1 0 0,0-1 2 0,1 1 1 15,0-1-3-15,-1 0-5 0,3-2 3 0,-1-1-1 0,3 0 6 16,-1-1 3-16,2 0 3 0,0-2-6 0,0-1 2 0,3-1-3 0,0-2-2 16,2-1 0-16,-2-1-9 0,1-1 6 0,0-3-6 0,0 0 4 0,0-1 5 15,1-2-6-15,-1 0-3 0,-2 0-3 0,-2-1 5 0,1-1 0 16,0-1 3-16,-1 0 2 0,-1 0-3 0,-1-1 2 0,-1 1 1 0,0-1 5 15,-3-1 1-15,-1 1-8 0,0 1 4 0,-3 0-7 0,-1 1 0 16,-1-1 2-16,-2 1 2 0,-1 1-1 0,-2 1-6 0,-1 1-1 0,-1 3-3 16,-1-1 2-16,1 2 5 0,-2 2 0 0,-1 1-2 0,0 1-3 0,-1 2 0 15,0 2 3-15,1 0-1 0,-2 2 7 0,0 2-1 0,1 2-1 16,-1 1 3-16,1 0 1 0,3 0-1 0,0 1 2 0,1 0 3 0,2 0-4 16,1 2-1-16,2-2-2 0,0 0 1 0,3-1 0 0,0 0 3 0,2 0-2 15,2-1 0-15,0-1 0 0,2 0 6 0,1-1-2 0,0-1-2 16,4-2 3-16,-1-1-6 0,1-1 6 0,1-1-3 0,-1-1 0 0,2-1 2 15,1-1-2-15,0-2 5 0,0 0 0 0,1 0 0 0,1-2-3 0,-1 0 1 16,-1-1 4-16,1 0-2 0,-3-1 6 0,0 1-6 0,-1 0 0 16,-1 0-1-16,1 1-3 0,-2 1 1 0,1 0-2 15,-2 1 4-15,1 1-4 0,-2 1 1 0,0 0 3 0,1 1-4 0,-1 1 1 0,-1 1 3 16,0 0-2-16,0 2 1 0,-1-1-3 0,-1 2 2 0,1 0 3 0,0 0-5 16,1 1 2-16,0 0-4 0,-1-2 2 0,2 1 2 0,-1 0-9 0,1 0-2 15,0-2 2-15,1 0-1 0,2 0 13 0,-1-1-2 0,1 0-1 16,-1-2 7-16,0 1-4 0,1-2 4 0,0 0-2 0,0-1-6 0,1-1 5 15,-2-1-1-15,0 0 0 0,0 0-3 0,-2-1 14 0,2 0-4 16,-3-1-2-16,-1 0 3 0,0-1-15 0,-2 0 2 0,1 1 2 0,-1-2-4 16,-2-1 2-16,1 0-5 0,-4 0-6 0,0-1 2 0,-1-1-10 0,-3 0 2 15,0-1-3-15,0 0-6 0,-3-1 0 0,-1 1 1 0,-1 0-1 0,1 2-3 16,-3 0 3-16,2 2 1 0,-3 1 5 0,1 1 1 0,-1 2 1 16,-1 0-4-16,3 1 0 0,-1 1-2 0,0 2-8 0,1 0 1 0,-1 1-8 15,3 0-3-15,2 1-4 0,0 1-7 0,1 1 5 0,1-1-7 16,1 1 1-16,2 0-8 0,1-1-19 0,2 1-2 0,1-2 1 0,2 1 7 15,1 1 20-15,1 0 9 0,1 1 12 0,1-1 12 0,3 0 7 16,1-1 6-16,1 1 6 0,2-1 5 0,-2 0 0 0,3 1 0 0,0-2-1 16,2 1-1-16,-1-2-1 0,0 2 6 0,-1 0 0 0,0-1 2 0,-1 1 4 15,2-1 1-15,0 1 1 0,-2 0 4 0,0 0-2 0,0-1 1 0,-1 0 2 16,1 0-1-16,-2 0 1 0,2 0 0 0,-1-1 0 0,1 0 0 16,-2 1 1-16,1 0-3 0,0-1-1 0,-3 2-2 0,-1-1 1 0,-2 1 2 15,0 0 3-15,-1 0-4 0,-2 0-2 0,0 1 1 0,0 0 0 16,-2 1 11-16,-1 1 0 0,0 0 2 0,-1 2 0 0,1-1-8 0,-3 1 1 15,0 0 0-15,1 1-4 0,-2 0-2 0,0 0-2 0,0-2-1 0,0 1-6 16,0 0-1-16,2-1 1 0,-1 0-3 0,1-1 1 0,0-1-3 16,1 0 1-16,1-1 2 0,-1-2-3 0,2 0 5 0,0-1-5 0,0 0 6 15,2-1 0-15,-1-1 2 0,2-1 1 0,-1 0-2 0,1-1 0 0,1-1 0 16,0 1 4-16,2-3 0 0,2 0 3 0,1-2 3 0,-2 1 1 16,2-2 2-16,1 0 4 0,1 0 0 0,0-1 5 0,-1 1 5 0,2-3-5 15,0 0-1-15,1-1-1 0,-1 1-2 0,0 1-1 0,0 3-5 16,1 1-6-16,-1 1-4 0,1 3 2 0,0 1 8 0,-1 2 11 0,-2 1-1 15,2 3-5-15,0 1-5 0,-1 2-12 0,0 4-7 0,0 1-5 16,0 3-11-16,0 1-10 0,-1 0-21 0,-1 3-25 0,1 0-34 0,-2 0-55 16,0 3-59-16,-1-1-94 0,0 3-183 0,3 0-136 0,-2 1 121 0,1 3 130 15</inkml:trace>
  <inkml:trace contextRef="#ctx0" brushRef="#br0" timeOffset="75040.57">24697 8616 1225 0,'1'-5'127'0,"3"1"-68"0,1 1-21 0,4 4-19 16,2 2 5-16,0 1 9 0,1 1 12 0,2 0 15 0,0 1 13 16,-2 0 13-16,2 1 4 0,-2 2 6 0,0 1 1 0,-1 2-5 0,0 2-3 15,-2 2-12-15,2 4-6 0,-1 4-8 0,1 4-3 0,0 5-11 16,-1 6-2-16,1 7-3 0,1 7-9 0,-1 7 11 0,2 6-13 0,-1 8-3 15,0 5-4-15,1 8-8 0,1 5-1 0,-1 7-3 0,1 8-9 0,1 5-4 16,0 7-2-16,0 3-1 0,-1 4 4 0,2 1-1 0,0 1 6 16,2 0 0-16,0-3-7 0,2-3 0 0,1-6-5 0,-1-5 1 0,2-8 8 15,0-6 13-15,-2-4 3 0,1-5 7 0,-2-6 7 0,-1-3-8 0,-1-6 15 16,-1-4-8-16,-2-6-3 0,-2-4-6 0,-1-6-17 0,0-7 2 16,-2-4-7-16,-2-4-6 0,0-6-24 0,-2-3-29 0,-2-7-38 0,-1-2-72 15,-2-4-71-15,0-3-125 0,-3-2-196 0,0-2-129 0,-1-1 69 16</inkml:trace>
  <inkml:trace contextRef="#ctx0" brushRef="#br0" timeOffset="75716.57">25529 12471 1119 0,'1'-3'249'0,"2"0"-118"0,1 0-54 16,3-1-23-16,0 0 3 0,3-2-1 0,2 0 5 0,-1-1-8 0,4-1-1 16,-1 0 10-16,0-2-5 0,1-3 5 0,-1 0-1 0,3-2-12 0,1-3-3 15,0-3-6-15,1-2-7 0,2-1-4 0,0-2-6 0,2 0-8 16,2-4-9-16,-2-3-11 0,3-4-11 0,-2-3-16 0,1-1 6 0,0-4-2 15,-3 0 1-15,0 0 18 0,-1 0-3 0,-2 1 6 0,-1 4 3 16,-2 3 2-16,-4 1 2 0,-1 4 5 0,-4 1 6 0,-2 5 9 0,-3 3 6 16,-2 3 6-16,-2 4 8 0,-1 1 3 0,-3 2-1 0,-1 2-7 0,-1 3-13 15,-1 2-17-15,-2 4-6 0,-1 1-9 0,1 2-2 0,-2 5-6 16,1 3-3-16,-3 6 0 0,-1 4-5 0,-1 4 3 0,1 6 0 0,-2 4 0 16,-2 6 7-16,2 2 6 0,-1 3 3 0,1 4 3 0,0 1-1 15,2 4 1-15,-2 3 3 0,1 2 1 0,2 4 4 0,0 0-5 0,2 3 6 16,-1 1 0-16,1 0 4 0,3 1 8 0,0-1 1 0,2-2-7 0,3 0 15 15,2-2-3-15,2-1-4 0,3-2 3 0,2-2-23 0,2-2 2 0,0-2-7 16,3-4 6-16,0-3-4 0,3-4-4 0,2-2 3 0,0-4-5 16,1-2 4-16,0-6-1 0,2-1 11 0,1-4 3 0,-1-3-1 0,2-2 4 15,-1-2-9-15,1-5-2 0,-2-3 1 0,0-3 4 0,-2-4-8 16,-1-2 3-16,-1-2-3 0,0-3-6 0,0-2-2 0,-1-2-3 0,-2-4-2 16,-1-1 4-16,-1-2-13 0,-3 0 6 0,0-3 8 0,-2-2 3 0,-2-2 21 15,-3-1-6-15,-2 0-5 0,-3-1-4 0,-1 1-10 0,-2 1-2 16,-2-1-2-16,-2 3 5 0,-2-1 5 0,0 2 6 0,-1 2 6 0,-1-1 0 15,-2 2-3-15,1 2-1 0,-2 3-4 0,2 1-2 0,0 1-2 0,0 1-2 16,2 0-1-16,1 2 0 0,2 1 0 0,2 1-6 0,2 0-13 16,2 0-12-16,2-1-17 0,2 1-7 0,3 0-4 0,2-1-3 0,2 0 9 15,3 1 19-15,2-2 17 0,2-2 16 0,4 0 13 0,2-1-3 16,4 1 1-16,3-1 1 0,0 1-1 0,4-1-1 0,1 0 3 0,1 1 1 16,1 1 5-16,-1 2 8 0,1 1-3 0,0 1 10 0,1 2 10 0,-1 1 6 15,0 2 31-15,-3 1 0 0,1 2-6 0,-1 2-8 0,-1 0-19 16,0 3-6-16,-1 2-5 0,-1 1 0 0,-1 2-8 0,-1 2 6 0,-1 1 2 15,-1 2 0-15,-1 1-4 0,0 0-11 0,-4 0-2 0,0 1-7 0,-1 0-2 16,-2 0-1-16,-1 0-4 0,-1 0-7 0,0 1-5 0,-1-1-6 16,-2-1-13-16,0-1-17 0,-3-3-27 0,-2-1-24 0,0-3-31 0,-1-1-55 15,-1-1-64-15,-1-3-76 0,0-3-71 0,-2-2 12 0,-1-4 90 16</inkml:trace>
  <inkml:trace contextRef="#ctx0" brushRef="#br0" timeOffset="75858.09">26504 12366 2086 0,'1'1'244'0,"-1"0"-139"0,1 1-68 0,3 1-37 0,2 0-11 0,2 1-3 15,1 1-9-15,2 1-5 0,-1 0-11 0,0 0-27 0,2-1-39 0,0 0-84 16,1-1-116-16,1-2-108 0,1 0-55 0,2-2 58 0,3-1 56 16</inkml:trace>
  <inkml:trace contextRef="#ctx0" brushRef="#br0" timeOffset="76042.09">27348 12266 1703 0,'2'1'237'0,"0"-1"-120"0,1 0-72 0,1 1-22 0,0 0 7 15,1 1 6-15,-1 2 4 0,-1 0-1 0,0 2 13 0,-1 1 9 0,0 1 5 16,-2 0-4-16,-1 2-7 0,-2 1-10 0,-1 1-4 0,-1 1-7 16,-3 1-13-16,-1 2-6 0,-2 1-15 0,-1 3 0 0,-3-1-5 0,-2 3-1 15,0 2-11-15,-4 2 3 0,1 2-2 0,-1 1-4 0,-2 2 4 0,-1-2-22 16,-1 2-10-16,0-1-19 0,1 1-37 0,-2-2-36 0,2 1-59 15,0-3-64-15,1 0-91 0,2-3-50 0,1 0-1 0,-1-1 92 0,2-1 38 16</inkml:trace>
  <inkml:trace contextRef="#ctx0" brushRef="#br0" timeOffset="76678.09">26907 12591 789 0,'1'-6'198'0,"1"0"-54"15,2 0-39-15,1 1-11 0,1 1 4 0,-1 0-4 0,3 2-7 0,0 0-5 16,0 2-2-16,2 2-7 0,1 0 1 0,0 2-9 0,0 0-13 15,2 3-11-15,1 1-11 0,2 2-1 0,0 2-8 0,1 0 1 0,2 3-1 16,-2 0-15-16,3 1 7 0,2 0 0 0,-2 1 2 0,2 1 9 16,-1-1-9-16,0 0-2 0,0-1 1 0,2-1 1 0,-1-2 4 0,1-1 1 15,2 0-2-15,-3-2-1 0,1-1-5 0,-1-2-2 0,0-3-4 0,1 0-3 16,-3-1 1-16,2-3 0 0,0 0-1 0,-1-1 0 0,2-2-3 16,0-1 6-16,-1-2 0 0,0-1 0 0,-1 0 5 0,1-2-5 0,-1-1-2 15,-1 0-3-15,-1 0-2 0,0 0 4 0,-1-1 0 0,-2 0-2 0,-1-1 4 16,-1 1-5-16,-3 0-2 0,-2 0 1 0,0-1-5 0,-1 1-8 15,-2 0 7-15,-2 3-2 0,-1-2 1 0,-2 2 10 16,-1-1-7-16,-3 0 16 0,-2 0 2 0,-1 1 4 0,-2 1 3 0,-1 1-9 0,1 0-3 16,-3 1 3-16,0 1-8 0,-1 1 2 0,-1 0 1 0,0 1-11 0,-1 1 4 15,0 2-1-15,1 0-4 0,-1 2 3 0,2 2-2 0,-1 0 0 0,0 3 2 16,2 0 1-16,-1 3-2 0,3 1-7 0,-1 2-11 0,2 1 3 16,0 1 4-16,1 3-1 0,2 2 9 0,0 0-4 0,2 1 2 0,1 2 3 15,2-2 2-15,1 0-2 0,2-1 0 0,2-1-3 0,0-1 6 0,2 0 2 16,2-2 4-16,1 0-3 0,1-2-5 0,1 1-3 0,1-2 2 15,1-1 5-15,1-2-5 0,-1-2 1 0,1-3 4 0,1-1-1 0,0-1-2 16,-1-2-2-16,0 0-2 0,-1 0 7 0,0-2 7 0,-1 0 9 16,1-2 0-16,1 0-6 0,0-2 3 0,1-1-3 0,0 1 0 0,1-1 2 15,1 0-5-15,-1 1 2 0,-2-1-2 0,1 0 3 0,-1 1 2 0,-1 0 2 16,0 1 4-16,0 1-2 0,-1 1 2 0,1 1 5 0,-3 0-1 16,3 2 1-16,-2 1-4 0,0 0-2 0,0 1 1 0,-2 0 1 0,0 0-7 15,1 1-1-15,0 0-7 0,1-1-1 0,-1 0 4 0,1 0-4 0,1-1 1 16,0 0 3-16,1 0 1 0,-1-2 3 0,2 0-6 0,1-1-4 15,0-1 4-15,-1 0-1 0,1-2 2 0,-1-1 1 0,0 0-2 0,0 0 0 16,0-2 1-16,-1 1-3 0,-1-1 5 0,-1 1-7 0,-3-1 1 16,0 0 1-16,-1 0 0 0,0-1 4 0,-1 0 1 0,-1-2 3 0,0 1-4 15,-3 0 1-15,0-1-2 0,-1 1-4 0,-2 0-2 0,-1 0-3 0,-2-1 1 16,-1 0 5-16,-2 0-1 0,0 0 4 0,-1 2 2 0,-1 0 0 16,-1 2 1-16,0 0-7 0,0 1-10 0,-2 0-5 0,-1 0-1 0,0 2-3 15,-1 0 2-15,0 1-13 0,0 0-6 0,-1 1-3 0,0 0-12 0,1 1-2 16,0 0-20-16,-1 0-13 0,1 1-14 0,-1 0-18 0,2 1-16 15,-1 0-25-15,0-1-42 0,2 1-60 0,-1-2-69 0,0 0-41 0,0-1 34 16,0-1 16-16</inkml:trace>
  <inkml:trace contextRef="#ctx0" brushRef="#br0" timeOffset="76863.09">28724 12136 2069 0,'4'2'830'0,"2"4"-740"0,3 3-30 16,1 3-30-16,-1 3-11 0,3 3 4 0,2 4-4 0,1 3-12 0,0 5-4 15,0 3-6-15,0 5-9 0,-2 3 1 0,-1 2-8 0,-3 2-7 0,-1 1-5 16,-3 1-17-16,-2 1-44 0,-3-1-40 0,-2-2-71 0,-1-1-97 16,-3-1-101-16,-2 0-167 0,-1-1-30 0,-4 5 7 0</inkml:trace>
  <inkml:trace contextRef="#ctx0" brushRef="#br0" timeOffset="77508.09">24424 9100 1066 0,'-2'-4'108'15,"0"1"-111"-15,1 0-42 0,3 3-24 0,1 1-10 0,2-1 8 0,2 1 14 16,1-1 14-16,0 0 9 0,0-1 14 0,1-1 5 0,-2 0 8 16,-1 0 6-16,-1-2 1 0,1 2 0 0,-1-1 0 0,1 0 0 0,-1 1-2 15,0-1 1-15,0 2-1 0,0 0 1 0,0-2 1 0,0 1 0 0,1 0 0 16,0 0 0-16,0 0 0 0,2-1 0 0,-1 1 1 0,1-1-2 16,0-1 1-16,0 0 0 0,-1-1 0 0,1-1 3 0,-1-1-1 0,2 0-1 15,0-1 2-15,-1-1 1 0,0-1 3 0,-1 0 1 0,0 1 1 0,-1 0 1 16,0 0 3-16,0 3 2 0,-1-1-5 0,1 1-1 0,-1 2 0 15,0 0 0-15,-1 2 1 0,-1 1 2 0,1 1 1 0,-2 1 5 0,0 1 4 16,0 1 6-16,0 2 2 0,-1 1 4 0,-1 1 0 0,0 2-2 0,-1 2 4 16,0 4-1-16,-1 3-1 0,1 2-1 0,-2 4 0 0,1 2 3 15,-1 4 3-15,-1 4 7 0,0 5 4 0,-1 1 6 0,0 3 3 0,-1 5 1 16,-1 2 0-16,-1 4-10 0,0 5 2 0,-3 6 2 0,-2 2 9 16,0 4 13-16,-2 4 4 0,0 0 5 0,-1 3 0 0,-2 1-5 0,0 1 1 15,-1 5-12-15,-1 3-10 0,-1 4-9 0,-1 3-7 0,-3 4-7 0,1 2-1 16,-4 2 4-16,1 4-6 0,-2 2-6 0,1 0 5 0,1-1-9 15,-1 0-4-15,2 0 11 0,-2 3 2 0,1 3-3 0,0 2 3 0,2-2-10 16,3 1 7-16,1-5 5 0,4-2 2 0,0-2 6 0,1-4-7 16,2-4 4-16,2-6 7 0,1-3-2 0,1-3 1 0,2-4-13 0,0-1-13 15,1-5-9-15,1-4-1 0,1-4-3 0,1-4 5 0,-1-4 3 0,1-3-4 16,1-4-1-16,0-4-7 0,1-6-6 0,0-3-3 0,-1-3-4 16,1-4-9-16,0-2-20 0,0-5-34 0,0-4-38 0,0-5-56 0,0-4-87 15,0-1-134-15,0-4-231 0,0-1-136 0,0-3-30 0</inkml:trace>
  <inkml:trace contextRef="#ctx0" brushRef="#br0" timeOffset="80050.3">23765 14218 2262 0,'0'-1'77'0,"0"1"11"0,1 0-9 15,0 1-14-15,2 0-28 0,0 2-18 0,4 3-10 0,3 2-4 0,2 3 2 16,0 1-6-16,2 4 7 0,1 2 4 0,-1 2-1 0,0 0 2 0,-3 4 0 16,1 1-5-16,0 1 0 0,-2 1-3 0,-1-2 0 0,-2 0 1 15,-1-2-12-15,0 0 11 0,-1-1-2 0,0-4-5 0,1 0 14 0,-1-2-12 16,1-1 3-16,0-5 4 0,-1 0-6 0,1-1-1 0,0-3 0 0,-1-1 2 16,1-3 5-16,0 0 6 0,0-1-3 0,1-2 5 0,0-1-6 15,1-1 6-15,-1-1 4 0,0-2-8 0,1 0 6 0,0-2 0 0,1 0 3 16,0 0 4-16,1-1 0 0,-1-2 3 0,0 0-6 0,0-1-1 15,1 0-4-15,0 1-11 0,1-1 7 0,0 2-3 0,0 0 3 0,0 3 2 16,0-1-9-16,-1 3 4 0,-1 3-8 0,1 0 1 0,-1 2-2 0,0 2-3 16,0 0-4-16,0 4 0 0,0 2-11 0,-1 2 8 0,0 3 10 15,0 1-5-15,-2 2 10 0,1 4-5 0,-1 0-11 0,0-1 10 0,0 0-3 16,0 0 8-16,0 0-4 0,-1-4-5 0,1 0 10 0,-1-2-9 0,0-1 4 16,0-2 5-16,1 1-8 0,0-1 8 0,0 0-5 0,0-1-3 15,-1-1 3-15,1-1 0 0,0-3 3 0,1 0 1 0,0-1-1 0,-1-2-3 16,2-1 5-16,0 0 1 0,1-1-6 0,-1-1 1 0,0-1-9 15,0 0 6-15,0-1 7 0,-1 0 0 0,1-1 6 0,-1-2-4 0,2 1 7 16,-1-1-6-16,0-1 6 0,0 1 2 0,-1-1-5 0,1 2-4 0,0 1 0 16,0-1-4-16,0 2 2 0,0 0 4 0,-1 1-7 0,0 1-2 15,0 1 2-15,0 1 0 0,0 1 6 0,0 1-2 0,0 0-6 0,1 2 2 16,0 0-2-16,0 2 0 0,1 0 7 0,-3-1-13 0,3 2 1 0,0 0 3 16,0 0 0-16,1-1 8 0,0 0-6 0,0-1-6 0,2-2-1 15,1 0 0-15,0-1 2 0,3-2-2 0,-1 0-7 0,2-3-4 0,1-1 1 16,-2-2 10-16,1-2 0 0,1 0 2 0,-1-2 3 0,-2 0-7 15,1 0 6-15,0-1 1 0,-1-1-3 0,-3 1 1 0,0-1-3 0,-2 1 4 16,-2-1-2-16,0 0-2 0,-2 0-2 0,0 1-1 0,-2 0 1 0,-1 0 0 16,-3 0-4-16,0 0 1 0,-1 0-12 0,-2 1 7 0,-1 3 10 15,-2-1-5-15,-1 3 4 0,-1 2 16 0,-1 2-13 0,0 2 24 0,0 0 3 16,0 1-17-16,-1 1 12 0,0 2-14 0,-1 2 4 0,1 2-5 0,0 2-7 16,1 1 5-16,-1 1-5 0,1 2 3 0,1 0-1 0,0 2-4 15,1 0 0-15,2 0 3 0,1 1 4 0,0-1 7 0,2 0-2 0,1-1 1 16,1 0-1-16,0 0-5 0,1-1 5 0,2-2-2 0,0 0-1 15,2-2-2-15,0 0-2 0,2-2-1 0,1-2-1 0,0 0 1 0,1-2-4 16,1-1-1-16,-1-1 1 0,2-1-4 0,1-2 3 0,0-1-1 0,1-1-2 16,0-1 4-16,1 0 7 0,0-1 0 0,0 0 3 0,-1 0 4 15,0 1-4-15,2-1 4 0,-2 0 2 0,1 0-4 0,-2 1-2 0,1 1-1 16,0 1 5-16,-2 0 1 0,1 1 1 0,-1 1-4 0,1 1-3 0,0 0 3 16,0 2 2-16,-1 1 1 0,-1 0 1 0,0-1-6 0,1 2-8 15,-1 0 7-15,1 1 0 0,0-1-1 0,-1 0 3 0,2 0-4 0,-2 1 3 16,1-2-5-16,0 1 6 0,0-2-2 0,1-1-4 0,0 0 5 0,1 0-3 15,0-1 0-15,-1 1 0 0,0-2 0 0,0 0 2 0,0-1 3 16,1 0-3-16,0-1-4 0,-2 0 9 0,1-1-5 0,-1 0-2 0,0 0 7 16,0 0-7-16,-1-1 3 0,0 1 11 0,0-1-2 0,-2 0-1 15,1-2-6-15,-1 1-5 0,-1-1-2 0,0 1 6 0,0-1-1 0,-1 1 1 16,0 0-4-16,-2-1-4 0,-1 0 3 0,-1 0-1 0,-2-1-2 0,0 2-10 16,-2-2 0-16,-1-1 1 0,-2-1-1 0,-2 1 3 0,-2-2-6 15,1 1-10-15,-3-1-8 0,-1 0 3 0,-2 0 0 0,-1-1 0 0,0 1-3 16,-2 0-11-16,-1 0-17 0,0 1-18 0,-2 3-24 0,-1-1-30 0,2 1-30 15,-2 0-37-15,2 1-46 0,-1 0-49 0,2 0-40 0,-1 1-1 16,1 0 38-16,1 0 67 0,0-1 88 0,4 1 3 0</inkml:trace>
  <inkml:trace contextRef="#ctx0" brushRef="#br0" timeOffset="80417.3">25627 14225 2313 0,'2'11'172'0,"2"3"-54"0,0 5-40 0,2 2-37 0,0 1-5 0,1 1-8 15,3 3-6-15,0 1-4 0,0 3 0 0,1 1 9 0,-2 2 0 16,1-3-9-16,0 3 13 0,-2-3-8 0,-1 1-2 16,-1-1 3-16,0 0-26 0,-1-2 2 0,2 1 0 0,-2-3-5 0,1 0-2 0,2-1-8 15,-1-2-7-15,2 0-12 0,0-2-5 0,1-2-13 0,-1-2-12 0,2-3-15 16,1-2-11-16,0-3 0 0,1-2 17 0,-1-1 25 0,2-4 19 0,-1-2 20 15,1-1 12-15,-1-3 9 0,-2 0 2 0,1 0-8 0,-1 0-5 16,0-1 4-16,1 0-2 0,-1-2 8 0,2-1 0 0,0-1-2 0,1 0 6 16,0-2 2-16,-2 1 2 0,0-1 0 0,-1 0-2 0,-1 1 0 15,-1 2-4-15,-1 0-2 0,-2 2-3 0,1 0-2 0,-1 3 4 0,0 2-2 16,-2 1 1-16,1 1 7 0,-2 3-1 0,0 0-6 0,-1 1-4 0,0 3-5 16,-1 1-11-16,0 3 0 0,0 1-7 0,0 1-8 0,-1 2 1 0,1 1-8 15,-1 0-8-15,0-1-14 0,-1 1-23 0,0 0-21 0,0-2-34 16,0 1-50-16,1-1-75 0,0-2-69 0,0-1-45 0,1-3-7 0,0 0 83 15,0-2 16-15</inkml:trace>
  <inkml:trace contextRef="#ctx0" brushRef="#br0" timeOffset="81033.89">26243 14585 689 0,'3'4'499'0,"1"-1"-269"16,0 0-69-16,0-1-77 0,0 1-30 0,0 1-20 0,2 0-17 0,2 2-13 15,0 1-13-15,0 0-8 0,1 2-15 0,1 0-10 0,-2 2-20 16,2-1-33-16,0 1-28 0,0 0-23 0,-1 1-7 0,-1 1 15 0,-1-1 24 16,0 1 30-16,1-3 26 0,0 1 19 0,0-1 19 0,0 1 10 0,1 0 9 15,0-1 12-15,-2 0 14 0,2-1 20 0,-1 0 27 0,0 0 24 16,0 0 22-16,-1-1 16 0,0 1 3 0,1-1-3 0,-2 1-12 0,2 1-21 16,0-1-16-16,-1 1-18 0,2-1-17 0,0 0-8 0,-1-1-10 0,0 2-4 15,-1-1-8-15,0 0-4 0,1 0-9 0,-1-1-5 0,2 0 7 16,-1-1-4-16,0-1-2 0,0 0 3 0,0-1-8 0,-1-2 2 0,1 0 2 15,-1 0-4-15,1-1 8 0,0-1 4 0,0 0 13 0,-2-2 16 16,2-2 5-16,0 1 14 0,-1-1 5 0,1 0 4 0,-2 1 1 0,-1-2-8 16,-1 1-12-16,-2-1-6 0,1 0-6 0,-1 1 2 0,-1-2-2 0,1-1-16 15,-1-2-7-15,0 0-13 0,0-2 0 0,-1 0 2 0,-1-1-5 16,-1 1-4-16,-1-1-14 0,-1 0-9 0,-2 0 0 0,-1 0-5 0,-2 2 8 16,-2 1 1-16,0 1-2 0,-1 2 6 0,0 1-3 0,-1 1 4 15,-1 3 1-15,0 0-1 0,1 1 4 0,-1 2 2 0,1 1 3 0,1 1 6 16,1 1 0-16,-1 1 3 0,2 1 0 0,1 1-3 0,1 1 3 0,3-2-9 15,1 1 0-15,1-2 0 0,2-1-2 0,2 1-1 0,1 0-3 16,1 0-5-16,2 0-8 0,1-1 4 0,2 0-6 0,2-1-1 0,2 0 6 16,-1 0-10-16,2-1-4 0,1-2-12 0,1 1-23 0,-1-1-21 0,2-1-22 15,-1 0-22-15,1 0-19 0,1-1-3 0,1 0-4 0,0 1 12 16,0-1 21-16,-2 2 16 0,2 0 24 0,-1 0 18 0,-1 0 17 0,2 0 15 16,0 0 10-16,0 0 9 0,0 0 7 0,1 0 7 0,-1 0 4 15,-1-1 8-15,1 0 8 0,0-1 16 0,-1-1 23 0,-2 0 26 0,-1 0 27 16,0 0 20-16,-1 0 11 0,-1 0 13 0,0 0 9 0,-1 0 2 15,0 1-5-15,-2-1-17 0,1 1-15 0,-2 0-11 0,1 0-14 0,0 1-6 16,-2-1-9-16,1 2-10 0,0-1-2 0,-1 1-5 0,1 1-5 0,-3 0-2 16,1 2-9-16,-1 0 3 0,0 1 0 0,-1 0 4 0,-1-1 3 0,1 2-11 15,1 0-4-15,0 1-11 0,0 0-9 0,1-1 4 0,-1 1-1 16,0 0-4-16,0-1 3 0,1 0-2 0,0 0-4 0,-1-2 2 0,1 1-2 16,-2-1-4-16,1-1-4 0,1 0 2 0,-1-1-10 0,0 0 1 15,0-1-6-15,-4 0-11 0,1-1-15 0,-1-1-23 0,-1 1-27 0,-1 0-35 16,-1 1-52-16,0 0-64 0,-3-1-88 0,0 1-91 0,-2 0-61 0,-2 0 55 15,-3 1 23-15</inkml:trace>
  <inkml:trace contextRef="#ctx0" brushRef="#br0" timeOffset="81716.89">24449 8923 1307 0,'-12'-1'835'0,"0"2"-784"0,-2 4-41 0,3 4-8 16,0 2 2-16,0 4 0 0,-1 1 11 0,1 2 1 0,-3 0 11 0,-1 2 15 15,-2 2 0-15,-1 1 15 0,-3 5 3 0,-5 0-5 0,-3 4-2 16,-4 1-11-16,-3 0-5 0,-2 4-5 0,-4 2-1 0,-1 2 0 0,-4 3-9 15,-3 2 11-15,-3 4-4 0,-2 2 3 0,0 0 3 0,-2 2-9 16,0 2-1-16,-3 1 2 0,0 1 6 0,-2 1-7 0,0-1 3 0,-1 3-15 16,0 1 10-16,-1 3 4 0,-1 0 2 0,1 1 4 0,-1 2-18 0,-1 1-2 15,0 1-4-15,-3 0 10 0,1 2-4 0,-2 1 2 0,-1 1-2 16,-1 0-5-16,1 0 2 0,-2 2 3 0,0 1-9 0,1 1 4 0,-1-1-2 16,2 0 0-16,1-1 4 0,0-1-4 0,1-3 2 0,3 1-9 0,0 0 1 15,0-1 3-15,2-1-8 0,0-2 8 0,1-2-5 0,2-2-4 16,3-2-1-16,1-4-3 0,2-2 1 0,3-2 6 0,2-3 0 0,3-2 0 15,0-2 2-15,2-3-9 0,2-2 3 0,2-3 1 0,3-3-7 0,4-4-11 16,1-2-1-16,2-3-12 0,2-2-11 0,3-3-2 0,0 0-28 16,3-4-25-16,3-1-18 0,0-2-30 0,2-3-35 0,2-1-63 0,1-3-73 15,0 0-97-15,2 0-77 0,0 0 12 0,-1 0 114 0,0-1 99 16</inkml:trace>
  <inkml:trace contextRef="#ctx0" brushRef="#br0" timeOffset="82775.89">19792 14644 666 0,'1'-5'167'0,"1"-1"-9"15,1-2-1-15,0 3-24 0,1-2-27 0,0 1-14 0,0 0 0 0,0 1 9 16,-1-1 4-16,-1 1-3 0,-1 1-9 0,0 1-15 0,-1 1-5 15,0 1-6-15,-1 1-2 0,0 0-1 0,-2 0-8 0,0 2-7 0,-2 0-12 16,-1 1-4-16,0 1-11 0,-1 1-14 0,-1 2 3 0,-1 1-10 0,-1 3-4 16,-1 1 1-16,-1 4-10 0,1 3 1 0,1 2 0 0,1 3-3 15,0 4 2-15,2 2-2 0,2 2 0 0,0 4 7 0,2-1 4 0,1 2-1 16,1-2 4-16,1-1 0 0,1-1 1 0,2 0-1 0,2-1 3 16,1-1-4-16,2-3-7 0,2-3 5 0,3-3-2 0,2-2 1 0,2-2 5 15,2-2-2-15,1-4 2 0,0-1 6 0,3-3-3 0,1-3 5 0,1-3 5 16,1-2 6-16,2-4 8 0,-1-2 2 0,-1-3-5 0,2-3 4 15,-3 0 3-15,1-3-5 0,-2-2-9 0,0-2 1 0,0 1-3 0,-2-2 0 16,0-2 7-16,-1 0-8 0,-4-1 1 0,-1 0-1 0,-4 0 8 0,-1 0 2 16,-3 1 2-16,-3 0 6 0,-1-1 3 0,-3 1-4 0,-3-1 5 15,-3-1 3-15,-1 1-16 0,-4-2 0 0,-3 0-10 0,-4 0-7 0,-3 0-5 16,-3 1-6-16,-2-1 2 0,0 1-5 0,-3 0 2 0,1 0-12 0,-2 2-12 16,0 0-16-16,-1 3-6 0,0 1-17 0,-1 1-15 0,2 2-28 15,-1 1-42-15,1-1-35 0,2 2-43 0,0 3-38 0,1 2-54 0,0 4-43 16,2 2-17-16,1 3 42 0,3 2 101 0,3 2 58 0</inkml:trace>
  <inkml:trace contextRef="#ctx0" brushRef="#br0" timeOffset="83207.89">20166 13992 2447 0,'1'0'84'15,"1"2"-23"-15,1 0-4 0,2 0-3 0,2 2-22 0,3 2-19 0,2 2-8 16,0 4-3-16,2 2-7 0,0 4 0 0,0 2 5 0,0 3-2 0,0 3 4 16,1 3-5-16,-1 5-4 0,-1 3 2 0,-1 2 2 0,1 3-5 15,0 1 3-15,-2 2-2 0,1 3 1 0,-3 1 4 0,1 0 2 0,1-1-3 16,0-2-2-16,0-1 5 0,1-4-1 0,0-3 4 0,2-1 0 0,-1-2-8 16,2-2-3-16,0-3-6 0,1-1-4 0,1-4 0 0,0-2-3 15,0-3 4-15,0 0 4 0,-1-4 8 0,1-1 8 0,-2-5 1 0,0-1 5 16,-1-2 4-16,0-3 0 0,-2-1 8 0,1-3-9 0,-1-1 1 15,1-2 0-15,-2-1-3 0,-1-1 6 0,1-2 7 0,-1-1-7 0,0-1 9 16,-1-2 1-16,0 0-1 0,-2 0 10 0,-2-1 0 0,-1 1 1 0,-1 0-2 16,-2 0 0-16,-1 0-5 0,-1 0-3 0,-2 0-4 0,-1 1-1 15,0 0-4-15,-1 0-3 0,0 1-1 0,-1 0-5 0,0 0 8 0,0 0-9 16,0 0 2-16,0-1-2 0,0 1-14 0,0 0 10 0,0 0-1 0,1 0-2 16,-1 0 4-16,1-1-1 0,1-2-6 0,0 0 3 0,1 0 3 15,1 0-6-15,2-2 8 0,1-1-10 0,1-2-2 0,1-2 5 0,2-1-2 16,1-1-1-16,1 0 0 0,0-1-7 0,3 0 1 0,0 1-3 15,1-1-2-15,0-1-8 0,0 1-4 0,0 0-3 0,1 0-10 0,-1 0-13 16,0 1-19-16,-1 3-16 0,-1 0-19 0,0 3-24 0,0 3-35 0,-1 2-32 16,-1 2-31-16,-1 2-39 0,-1 2-37 0,-1 2-33 0,-1 2-6 15,-1 1 48-15,1 3 100 0,-1 1 22 0</inkml:trace>
  <inkml:trace contextRef="#ctx0" brushRef="#br0" timeOffset="83507.89">21091 14788 1926 0,'1'11'163'0,"1"2"-52"0,3 6-17 0,-1 0-30 15,3-1-21-15,2 1-15 0,1 1-19 0,1-1-3 0,2-1 2 0,1 1-2 16,-1-2 11-16,-1-3-3 0,-1 0-1 0,0-2-2 0,0-2-7 0,1-1 1 16,1-2 4-16,-2-2-1 0,2-1 5 0,0-2 20 0,-2-1 7 15,1-1 13-15,-2-3 1 0,2 0-3 0,1-2-10 0,-2-2-1 0,-1-2-10 16,-1 0-6-16,0-1-7 0,-2 0-5 0,1-1-2 0,-2 0-2 15,-1-2 1-15,-1-1-9 0,0 0 0 0,-2 1-7 0,-2-2 2 0,-2 1 2 16,-2-2-11-16,-2 1-6 0,-3-2-2 0,-1 1 7 0,-3 0 1 0,0 2 7 16,-4-1-3-16,-2 0-6 0,-1 2 7 0,-2 1-1 0,-2 4-4 15,0 0-6-15,0 2 0 0,0 2-5 0,-2 3-7 0,1 1 4 0,0 3-11 16,-1 2-1-16,2 1-3 0,0 2-15 0,-1 1-12 0,2 3-23 0,1 3-28 16,2 1-19-16,4 1-32 0,1 3-43 0,2 1-74 0,2 0-78 15,4 1-20-15,1 1 72 0,2-2 54 0</inkml:trace>
  <inkml:trace contextRef="#ctx0" brushRef="#br0" timeOffset="83724.89">21552 14771 1686 0,'0'1'570'0,"2"2"-452"0,0 1-20 15,0 1-21-15,3 1-17 0,1 1-20 0,2 2-19 0,1 4-1 0,1 3-3 16,-1 3 5-16,1 2 7 0,-1 3 1 0,0 3-7 0,1 0 2 15,-1 5-12-15,-1 1-8 0,-1 2 2 0,0 3-7 0,-2 0 5 0,0 2 0 16,-1 0-5-16,0 1 0 0,1 1-15 0,-1-1 0 0,0-2-18 0,1 2-14 16,0-1-7-16,-1 0-23 0,0-1-6 0,0-3-21 0,0-4-35 15,1-4-27-15,-1-1-39 0,-1-4-33 0,0-2-31 0,-1-1-31 0,0-3-15 16,-1-2 19-16,-2-2 60 0,-1-3 83 0,-2-2 28 0</inkml:trace>
  <inkml:trace contextRef="#ctx0" brushRef="#br0" timeOffset="84224.54">21695 14705 2478 0,'0'-1'150'0,"0"1"-38"0,0-1-23 16,3-1-32-16,-1 0-34 0,2-2-23 0,3 0-18 0,2-1 1 15,3 1 0-15,1-2 4 0,3 1 1 0,2 0 2 0,0 2 1 0,0 0 0 16,0 1 4-16,1 0-5 0,-2 0 2 0,1 2 3 0,0 0-5 0,-2 2 15 16,0 0-1-16,0 1-3 0,-1 1-1 0,1 1-1 0,-1 0-3 15,0 2 3-15,0-1-1 0,-3 2-5 0,-1 0 14 0,-1 1 0 0,-1 0 6 16,-2 0 3-16,-2 0 4 0,0-2 8 0,-4 2 1 0,-1 1 5 15,-1-1-4-15,-3 2-6 0,-1 0-7 0,-2-1-9 0,-3 1-16 0,-1 0-13 16,-3 0-1-16,-4 0-13 0,-1-1-2 0,-1-1 3 0,-3 1-17 0,0 0-8 16,0-2-9-16,-1-2-25 0,0 0-12 0,-1-3-25 0,0-1-49 0,1-3-78 15,0-2-109-15,0-2-94 0,0-2-18 0,-1-5-26 0</inkml:trace>
  <inkml:trace contextRef="#ctx0" brushRef="#br0" timeOffset="109163.22">30624 4866 1100 0,'-14'-6'-1'0,"-4"-1"-1"0,-2-2-6 0,-6-2-13 0,10 4-22 0,1 0-27 0,-2 1-11 0,-2 0 4 0,-1 0 20 0,-2-1 23 16,-1 1 19-16,3-4 12 0,-1-1 5 0,0-1 1 0,0-1 2 16,-2 0 1-16,0-2 3 0,1-1 1 0,-2 0 4 0,2 0 1 0,-1 0 1 15,-1-1 1-15,1 0 2 0,-4 0 3 0,1-2 5 0,-3 2 3 0,-1 0 0 16,-2 0-5-16,-2 1 0 0,-2 1-3 0,0 2-1 0,-5 2 0 15,-3 1-5-15,-3 3 6 0,-2 2 3 0,-2 2-3 0,-5 2-3 0,-2 1-9 16,-3 3-7-16,-1 1 2 0,0 3 8 0,0 2 2 0,-1 3 10 0,1 0-1 16,0 2-7-16,-2 1 3 0,3 1-5 0,0 1-11 0,3 1-4 0,0 3-5 15,1-1-2-15,2 2 6 0,-1 3-2 0,-1 0-2 0,1 4-3 16,-2 2-2-16,2 2-1 0,0 1-2 0,0 2-3 0,0 0-4 0,-1 2 2 16,0 3 3-16,0 2 3 0,-2 1 4 0,-2 1 3 0,0 4 2 15,-2 0 4-15,1 3 1 0,1 2-2 0,-2 3 3 0,2 2-2 0,0 1 4 16,3 1-1-16,1-1 2 0,0 0 3 0,4 2-1 0,1 1 1 0,2 0-5 15,4 1-4-15,2 2 0 0,4 0-5 0,4 1-8 0,0 0-1 16,6-2-10-16,2 1 5 0,5-1 4 0,1 1 1 0,4-1 7 0,3 2-2 16,1 1-2-16,3-2 1 0,2 2-1 0,2-1 0 0,3 0 3 15,0 0 1-15,3 0 0 0,1-1 4 0,3 1 4 0,2-1-1 0,1 1 2 16,4 2 1-16,0 0-1 0,4-1-2 0,0 0 1 0,3 2 1 0,1-1-2 16,1 1 5-16,2 3-2 0,1-1 1 0,0 1 1 0,1-2-8 15,1-1 1-15,0-2-3 0,2 1 1 0,0-2 5 0,1-1 3 0,1-1-2 16,3-2 2-16,0-2-1 0,4 0 1 0,3-3 3 0,2-3-5 0,2-1 10 15,2-3 2-15,3-2 0 0,4-3 4 0,1-3-8 0,3-1-4 16,2-1-2-16,2-1-3 0,1-1-2 0,3-2 0 0,0-3 3 0,-2 0 0 16,2-3-2-16,-1-1 0 0,3-1-2 0,1-1 4 0,1-1-4 0,-1-1 3 15,2-1-3-15,1-1 0 0,-1 2 5 0,0-2 0 0,1 2 4 16,0 0-3-16,1-1 3 0,0 0-5 0,0 0 4 0,1 0-3 0,0 0-2 16,-1 0 8-16,2 2 2 0,0-1 7 0,1 1-1 0,0-4 3 15,0 0 9-15,-3-4 0 0,1-3 4 0,-2-1-8 0,1-3-13 0,-2-3-5 16,-2-2-1-16,-1-4 1 0,0-3 3 0,1-4 7 0,-2-2 0 0,1-4 2 15,0-2 0-15,0-2-4 0,0-2 6 0,-1-4-1 0,0-1-2 16,0-2 6-16,-1-2 0 0,0 1 0 0,0-1 6 0,-1 0-6 0,2 3 0 16,-1-3 0-16,-2 1 6 0,-1-1 5 0,-2-3 1 0,0 2 12 0,-1-2-6 15,0-1-4-15,-1-2-2 0,-1 0-11 0,-2-2-6 0,0 1-5 16,-3-3-3-16,0-1-4 0,-2 0 0 0,-1-4 1 0,-2-1-7 0,0-2 0 16,0-3 1-16,-24 24 22 0,6-8 0 0,-2 1 2 0,8-8 0 15,-3 1-22-15,4-7 2 0,-2-2-3 0,6-5-1 0,-2-2-4 0,-1 1 1 16,-1-1-1-16,-2 1 4 0,-2 0-1 0,-1 1 1 0,-1 2 3 0,-4 0 7 15,0 2 0-15,-4 1 5 0,-1 1 0 0,-1 2-1 0,-2-1 3 16,-1 3-5-16,-3 0-1 0,0 1 1 0,-2 2-5 0,-1-1 1 0,-2 1-4 16,-2 1 0-16,-2 1 0 0,-2 1-1 0,0 0 2 0,-3 1 1 15,-1 1-5-15,-3 1 2 0,-1 1-2 0,-1 2 0 0,-3 0 1 0,-2 2 5 16,-1 0-1-16,-2 2-3 0,-3-1 4 0,0 2-3 0,-3 1 5 0,-2 0 0 16,-1 2 1-16,-3 0 5 0,-1 2-5 0,-2 0 7 0,0 2-5 15,-3 0-1-15,0 1 4 0,-2 1 0 0,-31-9-2 0,5 3-26 0,6 5 1 16,9 4-3-16,4-1-4 0,0 1 20 0,-2-1-3 0,2 0 3 15,-4 1-6-15,-1 0 0 0,-2-1-3 0,0 0-4 0,0-1 3 0,1-1-1 16,-3 1-6-16,-2-2-8 0,0-2 2 0,-2 1-5 0,2-3 1 0,0-1 6 16,-1 1-5-16,2 0 2 0,1-1-6 0,2-1-5 0,2 2 3 0,2-2-8 15,1 0-6-15,1 0-10 0,-1-2-15 0,4 0-5 0,2-1-1 16,0-1-5-16,2 2-4 0,2-1-5 0,2 0-6 0,3 2 0 0,-3-2-6 16,2 0 0-16,1 0 4 0,2 0 3 0,3 2 6 0,1 0 2 0,3 1 2 15,-1 1 0-15,2 0-3 0,1-1-1 0,1 0-2 0,1-1 6 16,2 2 11-16,1-1 9 0,1-1 11 0,2 0 9 0,0 0 8 0,3 1 12 15,1 0 4-15,2-1-11 0,0-2-13 0</inkml:trace>
  <inkml:trace contextRef="#ctx0" brushRef="#br0" timeOffset="118029.92">9870 8237 683 0,'-4'-4'202'0,"2"1"-157"0,-1-1-51 0,4 2-10 15,1 0 10-15,0-1 7 0,2 1 3 0,1-1 0 0,-1 1-4 0,1 2-2 16,-1-1-2-16,2 1 1 0,-2 0 1 0,1 0-1 0,0 0 3 15,-1 0 2-15,1-1 1 0,-1 0 1 0,0 0 1 0,0-1 4 0,1-1 6 16,0-1 10-16,0-2 10 0,1 0 14 0,1-3 7 0,0-2 7 0,2-1 5 16,2-2-3-16,2-4 4 0,3-2 4 0,2-2-4 0,0-3 4 15,5-2-1-15,0-4-2 0,5-3 1 0,1-5 0 0,1-2-3 0,3-2-7 16,3-2-2-16,2-2-9 0,3-2-7 0,-1-1 3 0,2-3-4 16,4-2 2-16,1 0-2 0,4-3-12 0,1-3-2 0,4-2-5 0,1-3-3 15,3-2 3-15,5-3-14 0,0-3 8 0,5-3-3 0,4-2-3 0,1-2 4 16,4-3-8-16,4-1-6 0,0-2-5 0,4 0-3 0,0 1 7 15,1-2 0-15,2 0 11 0,-1-3 3 0,1 2-6 0,-1-2-8 0,1 3 2 16,-4 3-2-16,1 1 6 0,-2 5 15 0,-3 1-9 0,0 2 3 0,-3 4-4 16,-3 3 2-16,-1 4-7 0,-3 4 9 0,-2 2-3 0,-2 3-4 15,-4 5 15-15,-2 2-13 0,-3 5 0 0,-2 1 1 0,-4 3-8 0,-3 2 2 16,-2 1-2-16,-2 4-1 0,-2 3-5 0,-4 4 1 0,-2 1-4 16,-5 4 2-16,-3 1-2 0,-2 4-9 0,-1 1-4 0,-4 4-18 0,-2 2-14 15,-3 1-30-15,-3 3-32 0,-2 2-37 0,-2 3-62 0,-3 2-65 0,-4 1-57 16,-2 3-23-16,-3 1 25 0,-3 4 41 0,-5 1 90 0,-4 3-16 15</inkml:trace>
  <inkml:trace contextRef="#ctx0" brushRef="#br0" timeOffset="118413.92">10575 7196 1452 0,'-6'-2'104'15,"3"1"-79"-15,0 1-35 0,6 2-2 0,3 2 9 0,2 2 5 0,2 1 0 16,3 2-1-16,2 2 2 0,1 0 1 0,2 3 4 0,3 2 8 15,2 0-1-15,4-2 3 0,2 2 2 0,4-1-1 0,3 0 7 0,2 0 0 16,4 1 1-16,4 0-2 0,1 2-4 0,3-1-4 0,3 4-2 0,4 2-6 16,4 0-2-16,3 4 0 0,2 1-7 0,3 1-4 0,3 0 1 15,0 3 8-15,3-1 9 0,1 4 5 0,1-3 1 0,-1 0 0 0,0-2 4 16,-1-1 17-16,1-2 14 0,-1 0 3 0,-5-1 7 0,0 0-10 16,-2-2-1-16,-3-2-8 0,-1 0-11 0,-3-1-5 0,-4-1-4 0,-3 0-4 15,-3 0-4-15,-3 0-5 0,-3-1-4 0,-3-1-6 0,-4 0-3 0,-5-2-2 16,-4 0-5-16,-2-1-12 0,-3-3-9 0,-5 2-28 0,-1-2-70 15,-4 1-94-15,-3 0-172 0,-5 2-156 0,-5 1-9 0,-6 0 93 0</inkml:trace>
  <inkml:trace contextRef="#ctx0" brushRef="#br0" timeOffset="120380.43">14148 3726 15 0,'-2'0'5'0,"0"1"-4"0,0 1-1 0,1 0 0 16,2 0 0-16,-1 0 0 0,2 0 0 0,0-1 0 0,0-2 1 15,1 0 0-15,0-1 0 0,0-2-1 0,1 0-2 0,-1-1 1 0,1-1 1 16,1-1 0-16,-1 0 1 0,-1-1 0 0,2 0 1 0,-1-2-1 0,0 1 0 16,-1 1 0-16,0-1-1 0,0 0 2 0,0 2 0 0,0 0 5 15,-1 0 2-15,1 0 3 0,-1 2 5 0,1 0 5 0,-2 1 7 0,0 2 5 16,-1 0 4-16,0 1-1 0,1 1-6 0,-1 0 1 0,0 1 2 16,1 1 5-16,0 1 7 0,0 1 2 0,0 2 3 0,1 2 3 0,-1 2 3 15,-1 2 4-15,2 4-1 0,-1 4 4 0,1 1-2 0,0 5-3 0,1 2-6 16,-1 0-18-16,2 2-9 0,2 0-8 0,1 1-4 0,0 0 1 15,3 0 0-15,2-2-1 0,1-3 5 0,1-2 9 0,2-3 6 0,2-2 12 16,-1-3 14-16,3-1 3 0,0-1 1 0,-1-2 0 0,0-1-8 0,0-4 1 16,1 0 2-16,-1-2 1 0,3-3 1 0,-1-2-5 0,0-4-4 15,1-3-2-15,-1-1-6 0,2-2-3 0,1-3-8 0,0 0-10 0,1-1-3 16,0-1-7-16,-1-2-2 0,-1-1 1 0,-2-2-7 0,0 1 4 16,-1-3-4-16,-2 0 0 0,0-1 3 0,-2-1-2 0,-1 1 4 0,-3-3 3 15,0 1 3-15,-1-2-1 0,-2 0-2 0,-2 0-5 0,-1-1 2 0,-2 0-5 16,-1-2 1-16,-1 2-3 0,-3-1-2 0,-1 0 4 0,-2-2-2 0,-2 2-2 15,-3 0-5-15,-2 2-2 0,-2 2-8 0,-2 3 4 0,-4 3-2 16,-3 1 0-16,0 2 8 0,-4 3-4 0,0 2 5 0,-1 2 0 0,-3 3 5 16,-1 3-1-16,0 5 2 0,-1 3-4 0,0 5 1 0,1 2 1 0,-2 5-1 15,2 4-1-15,-1 2 1 0,0 6-8 0,2 3-5 0,-2 5 0 16,2 1-8-16,0 2 3 0,2 1-1 0,1 1-11 0,1 2-40 0,2 3-74 16,1-2-98-16,3 0-90 0,3-3-23 0,2-1 22 0,3-6 69 15,3-4-1-15</inkml:trace>
  <inkml:trace contextRef="#ctx0" brushRef="#br0" timeOffset="121363.43">15174 2559 3055 0,'-21'-6'69'0,"2"6"-104"16,0 5-25-16,9 14 0 0,8 7 21 0,2 6 27 0,1 5 9 15,0 6-9-15,1 2-20 0,-1 7-13 0,0 3-10 0,1 2-5 0,0 2 3 16,1 1 3-16,0 0 3 0,-1 3 7 0,-1 1 6 0,0-1 0 0,0 1 4 16,-1-1 0-16,-1-4 3 0,2-4 8 0,1-7 11 0,2-6 2 15,3-5 5-15,2-4 1 0,1-4-1 0,2-2 7 0,2-5 4 0,0-3-5 16,0-3 8-16,1-3 3 0,1-2 6 0,2-2 15 0,0-2 4 0,0-3-2 15,1-1 1-15,-1-4 4 0,0-2-15 0,-1-1 4 0,0-3-7 16,0 0-3-16,0-3 3 0,1 0-4 0,1-2-2 0,-2-1-13 0,1 0 2 16,0-1-5-16,-2 3 6 0,1-2-2 0,-1 0-6 0,-1 1 2 0,-2 0-3 15,1 1 4-15,-1 0 1 0,0-1 6 0,0 1-5 0,-2 0 4 16,1 1-1-16,0-1-6 0,0-1 2 0,0-1-4 0,0 0 7 0,0-1-5 16,0 0 3-16,1-1 2 0,-1 0-5 0,0 0 7 0,1 2-4 15,-1-1 0-15,0 1 0 0,-2 1 2 0,-1 2-1 0,-1-1-3 0,-1 1 2 16,0 1 1-16,0 0 1 0,-1 2-4 0,0 1 1 0,-1 1-2 0,0 2 2 15,-1 0-2-15,0 1-2 0,-2 1-5 0,1 1-4 0,-1 1 1 16,0 1-3-16,1 1 8 0,-1 2-3 0,1 2 3 16,0 3 2-16,1 1-3 0,-1 3 2 0,0 1 1 0,1 3 0 0,0 2 3 0,0 1 0 0,0 0 5 15,0 1-4-15,1-2 1 0,1 0 0 0,-1 0-6 0,2 0 1 16,0-1 2-16,-1 2 2 0,1 0 2 0,0-1 1 0,0 1-1 0,0-2-3 16,0-1 0-16,-2 1-2 0,2-3-4 0,-1-1 3 0,-1 0-2 15,-1-1 1-15,0-1 13 0,0 0-6 0,-1-3 5 0,0-1 0 0,-1 1-3 16,1-3-2-16,-1 0-3 0,0 0 3 0,0-2 2 0,1 1 3 0,0-2 0 15,0-1-4-15,0 1 2 0,1-1-1 0,0-1 0 0,2 1 2 16,-1-1-1-16,1-2 4 0,1 0 0 0,-1-2 3 0,2-1-1 0,1-1-2 16,-1-2 3-16,2 0-10 0,-1 1 2 0,2-2 2 0,-1-1-2 0,1-1-4 15,0-1-2-15,1-2-3 0,1 1-4 0,1-2 6 0,0-1 1 16,-1 0 4-16,2-2-1 0,1 0 1 0,1-3 0 0,-1-1-4 0,1-1 1 16,0-2 0-16,-1-1 0 0,2 1 0 0,0-2 3 0,-1 2-5 0,-1-2-1 15,-1 0 0-15,-2 2-1 0,0-3 6 0,0 1 0 0,-2 1 1 16,0 0-1-16,-2 4-7 0,-2 0 3 0,0 1-1 0,-1 2 3 0,-1 0-4 15,-2 0-4-15,-1 1-2 0,0 2-1 0,-2 0 1 0,0 3-5 16,-2 2-1-16,0 1-12 0,-1 3-3 0,-2 1-5 0,-1 1 3 0,-2 3 5 16,0 2-3-16,-2 3 10 0,0 1 1 0,-1 3 2 0,-3 2 7 0,2 4 1 15,-2 3 0-15,0 2-2 0,1 2 2 0,-2 0 4 0,0 3 0 16,0 2 0-16,3 1 0 0,-1 1 0 0,1 0-2 0,1 0 5 0,1-3 0 16,2-1 1-16,3 0 2 0,1-3 2 0,2 1-5 0,1-3 3 0,3 1 1 15,2-2 1-15,2-1 10 0,3-1-3 0,3-1 1 0,1-2-9 16,2-1 1-16,1-2 2 0,3 1 4 0,2-2 9 0,0-1-1 0,1-1-1 15,2-3 13-15,-1-1-5 0,4-2-4 0,0-2 0 0,2-2-13 16,-1-2 4-16,0-3 4 0,1-3-1 0,1-2 6 0,1-3-4 0,2-1-1 16,1-3 2-16,0-3-8 0,0-1 1 0,0-4-5 0,-1 0 1 0,0-3 0 15,-1 0 3-15,0-1-3 0,-2-1 5 0,0-2-2 0,-3 1-1 16,0-2 0-16,-1 3-6 0,-1 3 1 0,-2 2 4 0,-3 1 3 0,-2 4-8 16,-4 2-2-16,-3 3-1 0,-2 5-1 0,-2 2 3 0,-4 5-7 0,-1 2-13 15,-2 2-3-15,-2 2-1 0,-1 2 8 0,-2 2 4 0,-2 3 4 16,-1 3 2-16,-3 5 3 0,-2 3 4 0,-1 2-1 0,0 3 0 0,-1 2-3 15,-2 2 0-15,2 2-2 0,0 2-2 0,4-2 7 0,0 0-4 16,2-2 4-16,1-2-2 0,3-2-4 0,2-2 4 0,3-2-8 0,3-2-6 16,2-2-3-16,4-3-6 0,1-1-8 0,3-2-10 0,0-3-14 0,3-2-24 15,1-3-24-15,0-2-27 0,0-3-26 0,0-1-25 0,0-3-25 16,0-3-24-16,1-1-23 0,0-3 5 0,0 0 24 0,2-3 36 0,0-1 48 16,1 0-69-16</inkml:trace>
  <inkml:trace contextRef="#ctx0" brushRef="#br0" timeOffset="121730.43">17761 3486 1669 0,'-18'-19'1012'0,"0"2"-995"0,-1-1-30 0,6 8-15 0,7 5-2 0,5 3 11 16,3 0 3-16,3 1 1 0,2 0 1 0,3 0 1 0,1-1 10 0,3 0 3 15,3 0 0-15,3 0 7 0,1 0-7 0,5 0 0 0,2 1 1 16,3 0-2-16,1 0 5 0,0 0-1 0,1-1 2 0,2-1 0 0,-1 2-3 15,2-2-4-15,-2 1 2 0,1 0-10 0,0 0 4 0,-2-1-3 16,0 1-7-16,-3-1 3 0,2-1-10 0,-4-1-22 0,0 0-27 0,-2-2-34 16,-2 0-36-16,0-2-46 0,-2 1-50 0,0-3-41 0,0 0-12 0,-1-2 19 15,0 0 36-15,-1-2 56 0,-1-5 39 0,1 0 43 0,2-4-83 16</inkml:trace>
  <inkml:trace contextRef="#ctx0" brushRef="#br0" timeOffset="122302.32">19195 1985 1976 0,'-1'-2'324'0,"0"1"-285"15,-1 1-66-15,1 5-11 0,3 11 11 0,0 8 14 0,1 3 20 16,-1 5 8-16,-1 3 3 0,-1 7 5 0,-1 5 7 0,-1 3 6 0,-2 2 1 16,0 3-4-16,-2 2-8 0,0 3-9 0,-2 3-4 0,0 0-10 0,1 1 2 15,0 0 1-15,1-1-5 0,1-2 5 0,1-3-5 0,3-3 0 16,3-2 4-16,2-2-4 0,3-5-4 0,1-4 1 0,2-3 1 0,2-4 10 15,-1-3 4-15,1-2 6 0,2-5-4 0,0-5 3 0,0-2 9 0,-1-5 4 16,2-3 8-16,0-2 8 0,1-3 0 0,0-1-5 0,1-4 0 16,0-1-9-16,1-3-2 0,2-2 0 0,2-2-9 0,0-3-8 0,2-3-8 15,1-2-6-15,0-2 2 0,1-2 6 0,-1-1 3 0,1 0 1 16,-2-1-4-16,-1 0-1 0,0 4 5 0,-3 0-1 0,0 4 0 0,-2 2-1 16,-1 2-9-16,-3 4-5 0,-1 2-4 0,-1 3-3 0,-3 3-2 0,1 1 4 15,-4 5-9-15,1 2 7 0,-2 2-10 0,-2 3-1 0,0 2 4 16,-1 2-4-16,-1 4 12 0,-1-1 3 0,1 2 3 0,-1-1 2 0,1-1-1 15,1-1 3-15,0-2 1 0,1-3 1 0,1-1 1 0,1-2 0 0,0-2-1 16,2-1 3-16,0-4 1 0,-1 0 3 0,3-2 2 0,0-1 2 16,0-3 0-16,2-1 1 0,1-3-1 0,1-1 0 0,3-1 3 0,-1-3-3 15,2-2 0-15,-2-1 2 0,2 0-6 0,1-1 3 0,0 0-5 16,1-1-2-16,0 0-2 0,0-1 1 0,0 2-3 0,1 0 5 0,0 1-5 16,-1 2 2-16,-1 1-4 0,0 2-1 0,-1 3-1 0,-1 0-3 0,0 3 9 15,-2 1-7-15,-1 1 2 0,0 1 1 0,1 1-2 0,-1 1 3 16,1 0-3-16,-2 1 4 0,1 0-1 0,1 0 4 0,-1 0 0 0,1 0-1 15,1-1 2-15,-1-1-6 0,-1-1 4 0,-1-1-2 0,-2-1 5 0,1-1 2 16,-2-2-2-16,0-1 2 0,-2-1-1 0,-1-1 5 0,-2-1 1 16,-2-1-3-16,-1-1-2 0,0-2-2 0,-2-2-2 0,-1-2-5 0,-2 0-1 15,-1 1 1-15,-4-2-3 0,0 0 3 0,-2-1-5 0,-1 0-8 16,0 0-6-16,-2 2-8 0,-2 2-2 0,-2 3-3 0,1 3 11 0,-2 2 4 16,-1 2-1-16,1 4 3 0,-2 2-1 0,0 2-1 0,-1 2 1 0,-1 2-3 15,0 2-12-15,1 2-27 0,0 0-32 0,3 0-28 0,2-2-31 16,1 2-17-16,3-3-22 0,2-1-44 0,4-1-39 0,2-1-48 0,3-2-9 15,3-1 39-15,3-3 71 0,3-3 86 0,4-5-23 0</inkml:trace>
  <inkml:trace contextRef="#ctx0" brushRef="#br0" timeOffset="122614.32">20613 2675 707 0,'27'-36'120'0,"3"-5"-85"16,10-11-23-16,0 4-7 0,-2 5 4 0,1 1 23 0,1 4 37 0,-2 3 29 16,0 3 22-16,-3 2-5 0,0 4-29 0,-1 5-17 0,-4 6-13 0,-1 6 2 15,-4 7 4-15,-3 4-2 0,-1 6 0 0,-3 5-5 0,-2 4-4 16,-3 3 6-16,-2 3 10 0,-3 0 7 0,-2 4 7 0,-1 3-8 0,-3 7-1 15,-2 4-17-15,0 5-12 0,-3 4-14 0,-3 4-16 0,-1 4-6 0,-2 1-7 16,-1 4 0-16,1 0 0 0,-2-2-1 0,3 1-4 0,-2-2-6 16,1-1-22-16,1-3-43 0,1-1-23 0,1-1-16 0,0-3 1 0,2-1 7 15,0-4-4-15,0-2 6 0,2-6 14 0,0-4 23 0,0-7 25 16,2-4 13-16,0-8 10 0,1-4 6 0,0-3 8 0,0-5-8 0,-1-3 3 16,0-3-12-16,0-3-27 0,-1-4-18 0,-2-4-21 0,0-10-48 0,-2-5-109 15,-1-9-13-15,0-4 41 0,-1-4 79 0,0-4 99 0,0 2 63 16,-1 1 55-16,1 3 43 0,-3 1 16 0,-2 2-39 0,-2 0-44 0,0 1-4 15,2 2 38-15,1 3 42 0,3 1 31 0,2 2 27 0,3 1-20 0,2 3-32 16,1 1-22-16,4 4-34 0,1 3-23 0,3 1-9 0,4 4-7 16,2 2-11-16,4 1-10 0,4 2-3 0,2 3-5 0,4 2-5 0,3 2-6 15,5 2-5-15,3 2-8 0,2 1-5 0,1 3-2 0,0 1-19 16,-1 0-10-16,1 1-28 0,-1-1-40 0,-3 0-70 0,-1-1-77 0,-4 3-50 16,-1-2 3-16,-5 2 71 0,-1-1 20 0</inkml:trace>
  <inkml:trace contextRef="#ctx0" brushRef="#br0" timeOffset="123916.32">15218 5154 1 0,'9'-64'360'0,"-6"7"845"0,-2-9 809 0,-8 27-1954 16,-1 14-70-16,5 7-27 0,6 7-8 0,7 4-5 0,6 4 13 16,5 3 15-16,2 3 2 0,4 4 2 0,0 4-1 0,2 3 1 0,-1 5 0 15,-2 6-2-15,2 5-3 0,-2 5-2 0,0 3-14 0,-3 7 3 0,0 3-1 16,-3 3 2-16,-3 4 7 0,-3 5-1 0,-3 5-8 0,-4 3-6 15,-4 5 1-15,-2 1-4 0,-4 1 9 0,-2 2 10 0,-2 0 11 0,-2-1 6 16,0-1 10-16,0-1-3 0,-1-2 4 0,2-5 4 0,2-6-5 0,2-8-2 16,2-8 1-16,4-6 9 0,2-8 7 0,4-2 10 0,1-3-1 15,1-2-9-15,3-4-2 0,2 0 1 0,1-2 3 0,1-2-2 0,1-3 2 16,3-2-8-16,0-3-6 0,2-3 2 0,2-3-13 0,0-4 4 0,2-2-8 16,1-4-1-16,1-3 4 0,-1-3 1 0,3-3 9 0,-1-3-2 15,1-3 2-15,-1-4 1 0,0-3-4 0,-1 0 1 0,2-1 11 0,-2 3-2 16,1 0 4-16,0 3 4 0,-3-1-4 0,2 4 3 0,-3 0-1 15,0 2-2-15,-1 4-2 0,-1 1-5 0,0 4 2 0,-1 3 4 0,-1 4-3 16,-2 3 3-16,-2 2-10 0,-1 3 1 0,-1 3 0 0,-1 2 0 0,-1 2 3 16,1 1 4-16,-2 1-6 0,0 1 1 0,1 0-1 0,0-1-3 15,0 0 0-15,0-1-3 0,-1-1 4 0,2-1-1 0,-1-2-3 0,1-2-1 16,-1-2-3-16,0-3 4 0,-1-1 3 0,1-2 10 0,-1-3-3 0,0-3 2 16,0-3 5-16,-1-2-7 0,0-2 4 0,-1-2-1 0,-3-2 1 15,1-3-1-15,-1-1-4 0,-2-2-5 0,-3-2-1 0,-1-1 0 0,-3-2-10 16,-3-3-8-16,-2 0-6 0,-2-1-3 0,-1 1 3 0,-1 1 8 15,-2 2-1-15,0 1 3 0,-2 3 9 0,0 1-11 0,0 5-4 0,-1 3-16 16,-1 3-10-16,-2 4-3 0,2 2-14 0,-4 3-3 0,0 3-1 16,0 3 4-16,-3 4 22 0,-1 3 12 0,1 4 12 0,-1 3 12 0,2 1 2 15,2 5 2-15,0 1 5 0,2 1-2 0,1 2-1 0,2-1 4 0,2 0-5 16,4-1 5-16,4-2-2 0,3 0 10 0,3-1-1 0,2-3 1 0,4 0 8 16,3-2-2-16,5-2 8 0,2-1-3 0,2 0 2 0,4-1-3 15,1 0-7-15,4-2 6 0,4-1-6 0,1-1 1 0,3-2 3 0,-1-1-6 16,0 0 1-16,3-2-1 0,-2-2-4 0,2-1-2 0,0-1-6 15,-1-2-4-15,2-1-3 0,-2-1-2 0,-1-3 4 0,2-2-4 0,-3-3 4 16,1-3-5-16,-2-3-2 0,1-4-8 0,-2-1 1 0,-1-3-4 0,-2 0 2 16,-2-1 10-16,-3-2-6 0,-2-1 15 0,-1-3 5 0,-1-3-4 15,-1-3 21-15,-3-3-4 0,0-4 0 0,-1-3 3 0,-1-2-7 0,-3-1-3 16,1-2 1-16,-2 1-2 0,0 1-2 0,-2 1-9 0,-1 7-1 0,-2 3-1 16,0 5-7-16,0 6 20 0,-1 6 3 0,-1 5-4 0,0 6 2 15,-2 3-16-15,-1 6-17 0,0 3-8 0,-2 5 2 0,0 1 0 0,-1 4 13 16,0 4 14-16,-1 4-4 0,-1 5 10 0,-1 9 1 0,-1 6-1 0,0 7 15 15,-1 4-5-15,-1 5-5 0,-2 5 0 0,0 2-10 0,-1 2-2 16,1 0-1-16,0 0 1 0,1 0-8 0,-1-1-1 0,1-1 4 16,0-1-3-16,1-1 8 0,0-3 4 0,1-1-4 0,0-1 4 0,2-3-4 15,-1-2-3-15,1-4 4 0,0-5-3 0,1-3 6 0,-1-5 3 0,2-2 0 16,1-7-8-16,0-2-4 0,2-4 7 0,1-4 7 0,1-2 11 0,1-4 3 16,2-3-2-16,1 0-6 0,0-2-1 0,2-4-2 0,1-2-3 15,1-2 11-15,3-3 1 0,0-4-4 0,1 0 4 0,1-4-11 16,0 1 1-16,1 1-6 0,-1 0-3 0,-1 2-3 0,-1 0-3 0,-1 3 3 0,0 0 5 15,-1 3-4-15,-2 1 0 0,-1 2 4 0,-3 2-5 0,0 1-4 16,-2 2-3-16,-2 1-11 0,-1 1-12 0,-1 0-16 0,-2 1-6 0,-2 0-10 16,-1 1 3-16,-3 0 8 0,-1 2 6 0,-3 1 18 0,0-1 14 15,-1 1 10-15,0 0 11 0,-1 0-1 0,0 0 1 0,1-1 0 0,4 0-2 16,0-1 0-16,2-2 5 0,3 0-2 0,1-1-1 0,1 0-2 0,2-1-11 16,0 0-3-16,0-1-11 0,2-1-6 0,0-1 3 0,1 0 4 15,1-1 5-15,1 0 2 0,2 0 4 0,1-2 0 0,1 1 3 0,2-2 2 16,2 0 1-16,3 0 1 0,1-3-4 0,0 0-2 0,3 0 8 0,1-1-1 15,1 2 5-15,1-1 5 0,1 1 0 0,1-2-7 0,2 0 7 16,0 0-7-16,0 2 4 0,1-1 2 0,1 1-5 0,1 1 3 0,0 0-4 16,1 1 2-16,-3 1-3 0,0 0 5 0,-2 0-4 0,0 2 4 0,0-1-2 15,-2 1-1-15,-1 0 4 0,0 0 0 0,-4 1 5 0,2 1 1 16,-1 0-3-16,-2 0 1 0,0 0-1 0,-1 0-4 0,-1 1 1 0,-2 0 2 16,1 0 3-16,-1-1-5 0,-1 2 3 0,-1 0-2 0,-2 0-4 15,0 1 6-15,-1-1-2 0,0 1-1 0,-2 0-1 0,-1 0 3 0,-1 0-7 16,-1 1 4-16,-1 0-4 0,-1 0 4 0,-1-1 6 0,0 0 2 0,-2 0 2 15,-1 0-3-15,-2-1-13 0,-1 0-4 0,-2-2-3 0,-1 1-10 16,-2 0 4-16,0-1-2 0,-1 1 5 0,-2-1 5 0,-1 0-4 0,-1 1 1 16,1-1-5-16,-2 1 17 0,0 1-3 0,1-1 3 0,-1 1 3 0,0-1-6 15,1 1 5-15,2 0 0 0,1 0-4 0,0 1-2 0,1-1-1 16,1 1-1-16,2 0 1 0,1 1-6 0,1 0-6 0,0 1-4 0,1 0-14 16,1 0 1-16,1 1-2 0,1 1-9 0,0 0 5 0,-1 0-10 15,1 0-6-15,0 2-3 0,1 0-17 0,1 0-21 0,0 1-26 0,0-1-43 16,1 0-19-16,0 0-17 0,1-1-7 0,0 1 8 0,0-1-4 0,1 0 12 15,0 0 20-15,1-2 27 0,-1-1 41 0,1-1-22 0</inkml:trace>
  <inkml:trace contextRef="#ctx0" brushRef="#br0" timeOffset="124330.32">18010 5846 2024 0,'-12'-7'108'0,"1"1"-153"0,0 1-63 0,5 1-42 0,5 2 3 0,3 1 24 16,0 2 43-16,2 0 45 0,2 1 25 0,-1 2 21 0,3 0 11 0,0 2-8 15,3 2 0-15,1 2-8 0,3 2-4 0,0 2-1 0,1 0-1 16,-1 2 2-16,2 3 2 0,-1 0 4 0,0 1-1 0,-2 2 5 0,-1-1 0 16,-1 1 5-16,-1-1 7 0,-2-3 8 0,-1-1 9 0,-3 0-1 0,-1-1 5 15,-1-2-7-15,-2 1-3 0,-3 0-6 0,-2 0-4 0,-3-1-6 16,-2 2 1-16,-5 0 3 0,-3 0-5 0,-3-1-4 0,-3 1-7 0,-3 0-17 15,-2-1-3-15,-2-2-11 0,0 1-5 0,-3 0 2 0,1 0 2 0,-3 0 5 16,1 0 4-16,-1 0-10 0,2-1-7 0,4 0-15 0,2-2-27 16,1-1-30-16,4-1-58 0,2-2-58 0,2-2-49 0,6-1-19 0,2-2 33 15,2-2 27-15</inkml:trace>
  <inkml:trace contextRef="#ctx0" brushRef="#br0" timeOffset="124632.34">18281 6025 1130 0,'17'0'85'0,"3"1"-70"0,5 1-18 0,2-1-6 16,-2 1 7-16,2-1 3 0,1 0 0 0,0 0 5 0,0-1-2 0,-3-1-1 15,-1 1 2-15,-2-2-6 0,-1-1-2 0,-1-1-2 0,-2-2-4 16,0 1-1-16,-3-2 4 0,-2-1 2 0,-4-1 9 0,-3-2 14 0,-1-1 10 16,-2 0 19-16,-2-1 5 0,-1 0 1 0,-2-1-1 0,0 1-9 0,-3-1-4 15,-1 0-4-15,-2-1-3 0,-2 2 1 0,-2 1 1 0,0 5 0 16,-1-1 1-16,0 3-6 0,0 2-11 0,1 0-18 0,-1 3-17 0,2 1-13 15,0 2 3-15,0 3-2 0,-1 2 3 0,1 1 13 0,0 3 0 0,2 3 6 16,-1 1 1-16,0 0-2 0,2 1 6 0,1 1 4 0,2 1-1 16,2-1 4-16,3 2 6 0,1 0-4 0,3-1 4 0,3 1-3 0,2-1-5 15,1-1 3-15,1-2-6 0,0 0 0 0,3-2-3 0,1-2-1 16,1 1 2-16,0-2 1 0,2-2-7 0,3-1 0 0,0-2-7 0,2-2-12 16,0-2-13-16,0-2-23 0,1-3-22 0,0-3-25 0,0-2-31 0,1-3-48 15,-2-3-35-15,3-2-12 0,-1-6 13 0,1-4 64 0,2-4-15 16</inkml:trace>
  <inkml:trace contextRef="#ctx0" brushRef="#br0" timeOffset="124847.34">19626 4649 2691 0,'-7'6'18'0,"0"4"-73"0,0 8-15 0,1 12 5 15,2 7 26-15,0 8 26 0,0 7 13 0,-2 3 5 0,0 6 3 0,-2 4 0 16,0 5 9-16,-1 3-3 0,1 6 0 0,-1 5-3 0,1 1-8 16,-1 3-4-16,1 1-18 0,-1 0 0 0,1-1-8 0,1-1-19 0,0-2-23 15,1-5-48-15,0-4-59 0,2-3-76 0,0-7-116 0,2-3-93 16,0-6 21-16,0-3 60 0</inkml:trace>
  <inkml:trace contextRef="#ctx0" brushRef="#br0" timeOffset="125447.34">23370 2009 2737 0,'-17'-15'-41'0,"1"4"-49"15,-3 2-41-15,4 10 14 0,4 7 12 0,-1 4 38 0,0 5 36 0,0 4 14 16,-3 3 8-16,0 4 3 0,-3 4 2 0,0 8 0 0,-2 3-2 16,-2 7 4-16,-2 5 4 0,-2 3-1 0,0 6 4 0,-1 5-8 0,1 4-6 15,-1 3 1-15,0 2-4 0,2 5 8 0,0 2-2 0,5 1 0 16,1 2-8-16,4-3-6 0,5-1 2 0,5-3-10 0,5-4-8 0,5-4-20 16,5-6-25-16,4-6-8 0,4-5-3 0,2-6-8 0,5-5-6 0,0-6-3 15,1-5 5-15,0-3 11 0,0-4 13 0,1-3-2 0,1-4-10 16,0-4-7-16,-1-5-6 0,-1-2-5 0,-1-4-10 0,-1-5-1 0,0-6 18 15,-1-6-86-15</inkml:trace>
  <inkml:trace contextRef="#ctx0" brushRef="#br0" timeOffset="126230.85">24125 2153 3129 0,'-8'-3'67'16,"-1"5"-97"-16,-3 6-33 0,4 11 1 0,1 9 9 0,0 7 24 16,1 6 20-16,-2 3 1 0,-1 5 1 0,-1 5-5 0,-3 4-8 0,-2 5 3 15,1 3-5-15,-1 1-3 0,0 3-13 0,0-1-28 0,-1-1-34 16,3-1-36-16,-1-2-23 0,1-3-17 0,1-1-2 0,1-2 8 0,3-5 9 16,1-3 13-16,2-6 14 0,2-4 14 0,2-2 8 0,1-4 2 0,2-3 2 15,0-6 3-15,2-3-3 0,-1-6 12 0,1-4 6 0,-1-5 17 16,-1-3 28-16,-1-4 25 0,-2-3 22 0,0-4 18 0,-2-3 13 0,-2-5-23 15,-1-4-14-15,-3-6-23 0,-2-3-26 0,0-4 8 0,0-2 13 0,0-3 18 16,0 0 18-16,-1 0 12 0,1 1 2 0,-1 1-7 0,1 0-4 16,-1 3-1-16,0 0-1 0,0 1 0 0,1 2 2 0,4 1 2 0,0 0 4 15,1 3 9-15,2 2 7 0,1 2 3 0,3 1 3 0,2 2 2 16,1 1-2-16,3 1 6 0,0 2 7 0,0 3 1 0,4 1 5 0,0 2 6 16,1 1 1-16,2 2 5 0,2 1 3 0,0 1-9 0,4 1-9 0,1 2-7 15,2 1-12-15,2 0-4 0,1 2-2 0,2 0-3 0,0 0 3 16,0 0 0-16,2 2 4 0,-2 0 2 0,1 0 1 0,-2 1 2 0,0 1-5 15,-1 1-4-15,1 1-3 0,0 0-5 0,-2 1-6 0,0 1-2 0,-3 0-4 16,0 2 2-16,-1-1-2 0,-2 1 1 0,0-1-2 0,-1-1-1 16,1 1 0-16,-1-2 0 0,0 0 1 0,-1-1 1 0,0-1-2 0,-2 0 3 15,3-1 2-15,0-2 4 0,0 0 0 0,-2-2 5 0,1 0 0 0,0-2 4 16,-1-1-2-16,1-2-2 0,-1-1-1 0,0-2 2 0,-1-1 0 16,0-2-2-16,0 0-1 0,0-2-6 0,0 0 3 0,-3 0-1 0,0-2 3 15,-1 0 3-15,-2-1 3 0,0-2-2 0,-2 1-3 0,-1 0-5 16,-1-2-3-16,-1 2-4 0,-2-1-1 0,0 1-11 0,-1-2-5 0,-2 0-2 15,0 0 1-15,-2-1 4 0,-1 0 1 0,0-1-7 0,-1 0 3 0,-1 3-4 16,0 0 4-16,-2 2 2 0,0 2-5 0,-1 1 0 0,-4 2-6 16,0 1-4-16,-2 3 1 0,1 0-3 0,-2 2 5 0,-2 3 3 0,1 1 5 15,1 2-1-15,0 0-4 0,0 3 1 0,1 0-2 0,4 1 4 16,0 1 0-16,3 0-4 0,2 2-7 0,2-1-5 0,3 1 7 0,2 0 4 16,3-1 14-16,2-1 2 0,2 0 8 0,3 0 3 0,2-1-2 0,1 1 7 15,3 1-6-15,2-1 0 0,0 0 2 0,1 1-3 0,1-1 2 16,0 0 1-16,-1 1 2 0,2 0-2 0,-1 1-1 0,-2 0 0 0,1 1-3 15,-2 1 2-15,-1-1-2 0,0-1-1 0,-1 2 2 0,0 1-2 0,-1 1-2 16,-1-3-7-16,-1 1 1 0,-1-1-1 0,-2 0 4 0,-3-1 5 0,-2-2-5 16,-3 1 4-16,-2-2 1 0,-3-1 0 0,0 0 13 0,-3-2 7 15,0-1 1-15,-1 0 9 0,0-3 1 0,-1-1 4 0,2-1 2 0,-2-1 2 16,0-1 0-16,1-1-1 0,0-1-2 0,0-1 2 0,1-2-1 0,1 0-1 16,0-1-2-16,3-1-4 0,0 0 0 0,1-2-3 0,3-1-4 15,1 0 2-15,2-2-11 0,1-1-13 0,2 1-4 0,3-3-22 0,1 3 2 16,2 0-8-16,2 3 3 0,1-1 4 0,1 1 2 0,1 0 9 15,-1 1-4-15,2 1 3 0,0 1 1 0,-1 0-9 0,2 1 1 0,0 0-5 16,0 2-2-16,1 0 3 0,-2 0-10 0,0 1-4 0,-2 0-16 0,1 1-10 16,-1 1-10-16,0 0-12 0,-2-1-10 0,2 2-19 0,-1-1-17 15,0 0-8-15,2 0-5 0,0-1 5 0,0-1 8 0,2-2 8 0,2 0 15 16,-1-1 12-16,2-1 24 0,0-1-61 0</inkml:trace>
  <inkml:trace contextRef="#ctx0" brushRef="#br0" timeOffset="126963.85">25754 2901 2396 0,'-6'-1'44'0,"0"4"-192"0,-1 4-18 0,1 5 41 16,3 3 41-16,1 4 35 0,1 0 19 0,1 2 2 0,0 2-10 0,1-1-7 16,2 2-2-16,0-1-4 0,3-1 2 0,0-1 5 0,1-3 3 15,0-2 5-15,1-2 9 0,0-3 5 0,2-2 11 0,1-2 11 0,1-2 13 16,2-2 19-16,-1-3 15 0,1-3 11 0,2-2 4 0,1-3-1 0,0-1-7 16,2-2-8-16,0-2-10 0,-3-3-12 0,1-1-7 0,-1-3-1 15,-1 0 0-15,-2 0 5 0,-1-1-3 0,-2-1-3 0,-2 0-15 0,-3-2-7 16,-3 0-17-16,-3-2-1 0,-2-3 6 0,-3 0-1 0,-2 0 8 15,-2 1 4-15,0 1 0 0,-1 5 10 0,-2 0-2 0,0 3 2 0,0 3-8 16,0 2-7-16,-2 3-13 0,-1 4-12 0,0 2-12 0,-1 4-8 0,-1 3 7 16,0 4 5-16,0 3 12 0,1 3 9 0,0 2 2 0,0 2 3 15,2 4-5-15,1 2 3 0,-1 3 7 0,2 6 1 0,-1 1 4 0,3 2 1 16,1-1 0-16,1 0 4 0,1 2 0 0,2-2-3 0,1 3 1 0,2-2-2 16,2 0 2-16,0-1 1 0,1 0 0 0,2-4 5 0,1 2 2 15,1-2 2-15,1 0 4 0,0-2-6 0,1 0 4 0,0-2-2 0,0 0-1 16,0 0 0-16,-1-1-4 0,-1 1 2 0,-3-2-4 0,0-1-6 15,-2-3-6-15,-1-2-4 0,-3-1-5 0,0-2-4 0,-2-2 0 0,-1-1 6 16,1-3 9-16,-2 0 10 0,1-2 7 0,0-1 3 0,2-1 4 0,-1-2 7 16,1 0 6-16,1-2 9 0,2-1 1 0,1-2-7 0,2 0-1 15,3-3 1-15,1-1-9 0,2-1-5 0,3-1-13 0,1-3-11 0,4-1 0 16,3-4 3-16,4 1 0 0,2-3-5 0,2-2 1 0,2 0-8 0,1-4 1 16,1 0-1-16,1 1 7 0,0 1 7 0,1 0 7 0,-3 1 2 15,0-2 6-15,-1 2 4 0,-2-1 1 0,0 0 7 0,-2 1 4 0,-2 1 14 16,-2 1 8-16,-2 2 15 0,-2 1 4 0,-2 0-4 0,-2 2 1 15,-1 0-8-15,-4 0-2 0,2 1-4 0,-3 1-9 0,0 2 0 0,-1 0-8 16,-1 0-4-16,0 0-4 0,0 1-5 0,-1 0 0 0,-2 3-7 0,0-1-7 16,-2 1-2-16,-1 2-8 0,0 0 0 0,-2 1 1 0,0 0-5 15,-1 1-2-15,-2 2-7 0,1-1-9 0,-3 2-1 0,-2 1-3 0,-2 1-3 16,-2 3 3-16,0 0 2 0,-3 2 7 0,-1 1 5 0,1 2 4 0,-2 0 6 16,1 3-1-16,3 0 9 0,0 1 4 0,3 0 0 0,2 0 5 15,2 2-3-15,4 1-1 0,1-1 1 0,2 1-6 0,3 0-6 0,3 0-1 16,3 0-2-16,1 1 4 0,5-1-2 0,2-1 0 0,2 0-7 15,1-1-5-15,3 0-5 0,1-1-2 0,-1-2-13 0,2 0-10 0,-1-1-16 16,-2-1-18-16,1-2-15 0,0-1-17 0,-1-1-18 0,1-2-25 0,-1 0-6 16,2-1 16-16,-2-2 25 0,0 0 29 0,1 0 19 0,-1-2 15 15,2-2-13-15,1-2-14 0</inkml:trace>
  <inkml:trace contextRef="#ctx0" brushRef="#br0" timeOffset="127230.85">27017 1703 3200 0,'0'-2'-72'0,"0"3"-15"0,0 2 18 16,1 2 40-16,1 5 9 0,0 5 8 0,1 6-3 0,0 6-7 15,3 40-10-15,-2 5 1 0,-4-2 3 0,-1-6 11 0,-3-4 16 0,-1 4-3 16,-1 1-5-16,-2 2-5 0,0 0-4 0,-2 0-8 0,0 1 2 0,1 0-5 16,0-1-19-16,2-2-26 0,2-1-24 0,2-3-20 0,2-2 1 15,2-5 16-15,2-4 5 0,0-2 7 0,2-5-10 0,0-1-10 0,0-4-24 16,0-4-37-16,-1 0-35 0,-1-2-44 0,-2-2-13 0,-1-2 23 0,-1-1 60 16,-4-1-50-16</inkml:trace>
  <inkml:trace contextRef="#ctx0" brushRef="#br0" timeOffset="127380.85">26789 2866 1470 0,'-10'-27'41'0,"0"-2"-10"0,-1-6 18 0,4 3 10 0,3 7-1 0,3 4-13 16,2 3-9-16,2 3-16 0,0 3-15 0,2 1-17 0,0 4-35 15,2 2-25-15,2 2-20 0,3 2-14 0,1 3-4 0,5 1-14 0,3 3-13 16,2 2-13-16,1 3 2 0,2 0 16 0,-1 1 18 0,1 0 22 0,-1 0 15 16,0-1 12-16,0-1 5 0,-3 1 5 0,-1 0 6 0,-2 0 8 15,-5 2 5-15,-3 0-55 0</inkml:trace>
  <inkml:trace contextRef="#ctx0" brushRef="#br0" timeOffset="127716.85">22410 4639 1 0,'-28'-49'322'0,"-3"12"814"15,-6 1 782-15,5 28-1943 0,7 4-44 0,2 4-41 0,5 2-17 0,3 2 11 16,4 3 33-16,3 1 29 0,4 2 16 0,1 2 12 0,1 3-2 0,0 5 5 16,1 3 4-16,1 3-2 0,2 5 0 0,1 1-1 0,2 5 0 15,2 4 3-15,2 2-4 0,2 2 3 0,2 3-3 0,1 4-1 0,4 1-7 16,2 3 5-16,2 2 3 0,2 2 2 0,0 4 10 0,1 3-2 15,0 1-1-15,2 1 7 0,1 1 5 0,1-1-5 0,1 1-1 0,1-2-7 16,0-4-16-16,0-7-15 0,0-6-22 0,-2-4-25 0,2-6-18 0,-1-5-17 16,2-5-17-16,-2-4-30 0,2-5-46 0,0-4-60 0,1-5-21 15,0-3 37-15,0-7 73 0,-2-6 82 0,-1-8-7 0</inkml:trace>
  <inkml:trace contextRef="#ctx0" brushRef="#br0" timeOffset="128230.85">23429 4980 556 0,'-8'1'425'0,"1"1"-350"16,-2 1-70-16,1 1-19 0,2 2-9 0,1 1 5 0,1 3 9 0,-1 3 10 16,1 1 2-16,0 4 5 0,1 1 2 0,1 2 5 0,0 3 10 15,1 2 11-15,2 1 11 0,1 2 8 0,1-1 3 0,2 0-4 0,0 0-6 16,3-1-5-16,0 0-11 0,2 0-9 0,4 0-1 0,2-3 2 0,1-2 4 16,4-2 7-16,3-4-2 0,0 0 0 0,3-2 4 0,-1-4 0 15,-1-2 1-15,1-3 4 0,-1-2-1 0,1-1 2 0,0-2 0 0,-1-4-4 16,-1-1-3-16,-2-1-8 0,-1-4 0 0,-1 0-5 0,-3-3-1 15,0-1-3-15,-2-1-2 0,-2-3-4 0,-3-1-1 0,0-1 1 0,-3-1-4 16,-1-2-5-16,-3 0-1 0,-3-1-6 0,-2 0-10 0,-3-2 1 0,-3-2-4 16,-3-1 2-16,-1-3 8 0,-3 1 6 0,-2 0 7 0,-1 2 3 15,1 1 2-15,-3 4-9 0,1 1-6 0,0 4-9 0,-1 4-8 0,-1 3-20 16,1 4-11-16,-1 1-6 0,0 4-1 0,2 2 16 0,0 2-2 0,0 2-2 16,1 1-8-16,2 3-12 0,-1 1-11 0,2 3 3 0,3-1-7 15,1 3-3-15,3 2-14 0,2 0-18 0,2 0-17 0,3 0-10 0,3 0 9 16,3 0 10-16,3-2 22 0,4 0 24 0,2 0 19 0,3-2 24 15,1-2 15-15,1-1 12 0,2-4 12 0,2 0 13 0,0-2 16 0,2-1 7 16,1-1 8-16,1 0-3 0,1 0-1 0,0 0 3 0,0 0 7 0,0 2 1 16,1 0 0-16,-1 1-9 0,2 1-12 0,-2 1-10 0,1 2-5 15,-2 2-2-15,0 0 3 0,-3 1-1 0,-4-1-2 0,-1 2-2 0,-2 0-2 16,-4-1 2-16,-1 0-5 0,-3-1 0 0,-2-2 1 0,-2 0 1 0,-3 0 11 16,-2-2 10-16,-2 0 9 0,-2-1 7 0,-2 0 1 0,-1-1-5 15,-1-1-3-15,-1-1-3 0,1-1 4 0,-2 0 11 0,1-3 8 0,0 1 4 16,2-2 5-16,1-1-4 0,2-1-4 0,0-1-10 0,2-1-20 15,1 0-16-15,1-1-14 0,2-1-7 0,1-3-7 0,3-2-11 0,2 1-9 16,2-2-2-16,2 0-5 0,1 1 7 0,1 3 0 0,3 0-5 0,0 2-1 16,0 1-4-16,-1 0 5 0,1 2 1 0,-1-1-1 0,-1 3-6 15,1 1-26-15,1 1-28 0,0 0-54 0,-2 0-45 0,2 1-12 0,0 0 6 16,-1-1 36-16,-2 1 40 0,1 0 35 0,1-1-13 0</inkml:trace>
  <inkml:trace contextRef="#ctx0" brushRef="#br0" timeOffset="128499.85">24664 5101 848 0,'-2'6'134'0,"0"3"-178"0,0 2-23 16,2 3 21-16,0 1 33 0,2-1 17 0,-1 2 10 0,2 1 3 15,0 0 4-15,-1-1 10 0,3 1 5 0,0-1 3 0,2 0 5 0,0-1-3 16,3 1 2-16,0 0 8 0,1-3-1 0,2 0 2 0,0-1-7 0,2 0-5 16,2 0 0-16,-1-2 0 0,2 0 2 0,0-2 2 0,0-2 4 15,-1-2 4-15,1-2 8 0,0-1 4 0,-2-2-1 0,2-2-4 0,-2 0-11 16,0-2-5-16,-3-1-9 0,1-1 1 0,-2-1 2 0,1-2-9 0,-2-1 4 15,-2 0-2-15,0-1-5 0,-1 0 0 0,-2 0-11 0,-1-1-9 16,-1-2 0-16,-2 0-13 0,-1 1-1 0,-3-2-7 0,-1-2-5 0,-2-1 1 16,-1 2-4-16,-3-1 2 0,0 0 1 0,-2 3-1 0,-2 0-3 15,-1 1-2-15,-2 3-12 0,-1 1-16 0,-1 2-11 0,-2 4-17 0,-1 0-10 16,-2 1-8-16,-1 2-7 0,-1 1 11 0,-3 1 11 0,0 3 26 0,-1 0 13 16,1 0-1-16,2 3-11 0,3 1-34 0,1 1-38 0,2 1-43 15,0 2-28-15,1-1 12 0,3-1 13 0</inkml:trace>
  <inkml:trace contextRef="#ctx0" brushRef="#br0" timeOffset="128769.85">25096 4172 2123 0,'1'4'118'0,"0"3"-192"0,3 5-23 0,1 5 18 0,2 4 24 15,1 3 18-15,-1 5 10 0,1 2-4 0,-1 5-9 0,0 3-1 16,-2 3-5-16,0 3 7 0,1 2-3 0,0 1-9 0,-1 1-9 0,0 0-25 16,0 3-11-16,-1-2 1 0,0 1 14 0,0-2 25 0,1-3 24 15,2-2 15-15,0-4 11 0,3-2 4 0,2-3-3 0,1-4 0 0,2-2-3 16,-1-3-1-16,2 0 5 0,0-2 2 0,0-4 2 0,-1-1-2 0,1-1-3 16,-1-5-5-16,0 0-5 0,-1-4-13 0,0 0-22 0,-1-3-21 15,-2-1-28-15,-1-3-8 0,-1-3-2 0,2-3 5 0,0-2 9 0,0-2 4 16,0-4 13-16,1-5 19 0,1-4-7 0</inkml:trace>
  <inkml:trace contextRef="#ctx0" brushRef="#br0" timeOffset="128917.85">25670 4958 138 0,'-2'-2'111'0,"2"2"-58"0,-1 0-19 0,0 2-9 15,0 0-7-15,1 1-5 0,0 0-9 0,0 1-6 0,1 0-4 16,0 2-2-16,0 2 0 0,1 1 1 0,0 2 2 0,0 0 1 0,1 2 1 16,-1 0 1-16,-1 1 0 0,1 1 1 0,-1 0 0 0,0-1-2 15,0 1 1-15,0 0 1 0,0 1-1 0,0-1 3 0,1 0-4 0,0-2-1 16,0-2-9-16,0 1-14 0,0-4-20 0,-1 1-18 0,1-3 1 0,0-2-3 15,-2-3 18-15</inkml:trace>
  <inkml:trace contextRef="#ctx0" brushRef="#br0" timeOffset="129521.51">25809 4750 708 0,'-1'1'317'0,"0"1"-304"0,1 1-42 0,1 1 0 0,1 2 16 0,1 1 14 16,2 1 6-16,0 1-1 0,-1 1-7 0,2 0-2 0,0 1-4 0,0 2-2 15,1 0-3-15,2-1-1 0,-1 2 0 0,1 0 2 0,-1-1 2 16,-2 1-3-16,2-2 2 0,-2 1 2 0,0 1 1 0,0 0 0 0,-1-1 2 16,0 0 3-16,-1 0-2 0,1-1 5 0,-1 0 0 0,1-2 2 0,-1-1 1 15,1 1 2-15,1-2-4 0,-1-2-3 0,2 0-1 0,0-2-2 16,0 0 1-16,2-1 1 0,-2 0-5 0,1-3-1 0,1 0-2 0,1-1-3 16,0-1-2-16,1 0 3 0,0-2 2 0,-2 0 1 0,2-1 0 15,-2 0 2-15,1 0-1 0,-2 0 5 0,0 0 5 0,0 0 4 0,-2-1 3 16,-1 2 2-16,0 1 4 0,0-2 0 0,0 1 2 0,-1 0-1 0,1 0 1 15,-1 1-1-15,0-1 1 0,0 0-1 0,1 2-3 0,-1 0-3 0,0 1 3 16,0 1-3-16,0-1-1 0,0 2 2 0,1 0-5 0,1 1 0 16,0 0-3-16,0 0-1 0,0 1-1 0,1 0-2 0,-1 0-1 0,1 1 2 15,0-1-1-15,-2 0 2 0,1 1-1 0,0-1 0 0,0 0 0 16,-1 0 0-16,1 0 2 0,0 0 1 0,-1 0 2 0,1 0 1 0,-1 0 2 16,-1 1 5-16,-1-1 1 0,1 1 0 0,0-1 0 0,0 0-2 0,-1 0 3 15,1 1 0-15,-1-1 0 0,1 0-1 0,-1-1-1 0,0 1-1 16,0-1 1-16,1 1-1 0,0-2-2 0,0 0 11 0,0 0-6 0,1-1 5 15,-1 0-1-15,3 0-7 0,0-1 1 0,0 1-2 0,1-1 4 0,0 0-2 16,1 0 0-16,-1-1 2 0,0-1 3 0,1-1 3 0,0 0 4 16,-1 0 5-16,-1 0 5 0,-1-1 8 0,-1-1 5 0,-2 0 3 0,0 0-12 15,-3-1-17-15,0-2-19 0,-4 1-24 0,-2-2-14 0,-1 0 0 16,-3 0 7-16,-2-1 18 0,0 1 12 0,-2 1 13 0,-2-1-1 0,0 1-4 16,0 1 0-16,-2 1-5 0,1 1-8 0,-1 2 4 0,1 1-11 0,1 2-2 15,0 0 2-15,1 2 0 0,2 1 5 0,0 1 0 0,2 1 4 16,0 1 1-16,1 1 4 0,3 0 3 0,0 1 3 0,2 1 1 0,0 1 3 15,2-1 5-15,2 1-7 0,0 1 0 0,1-1-6 0,1 1-7 16,1 0 0-16,1 0-2 0,1 1-8 0,2 0-1 0,0 0-8 0,0-1-4 16,3-2-7-16,-1 1 3 0,2-4-5 0,0 1 1 0,1 0 9 0,-1-1-5 15,0 1 9-15,1-3 4 0,-1 0-5 0,1 0 3 0,0-2 2 16,0-1 2-16,1 0 10 0,1-2 3 0,-1 1 6 0,0-1 0 0,0-1-2 16,1 1 2-16,1 0-5 0,0-1 2 0,0 1-2 0,-1 0-2 0,1 0-5 15,0 2-6-15,0-1-5 0,-2 0-15 0,2 1-31 0,-1-1-49 16,-1-1-65-16,-1 1-55 0,-1-2-12 0,0-2 51 0,1 0-35 0</inkml:trace>
  <inkml:trace contextRef="#ctx0" brushRef="#br0" timeOffset="129815.02">26627 4217 3283 0,'-5'4'-43'0,"2"3"-55"0,-1 4 4 0,0 3 11 0,3 5 22 0,0 5 38 15,1 2 4-15,1 4-4 0,1 3-5 0,1 3-8 0,0 2 9 0,-1 3 3 16,1 3 4-16,1 1 6 0,0 0-28 0,0 1-22 0,0 2-34 16,0 1-19-16,1 0-6 0,0 0-7 0,0 0 3 0,-1 2-4 0,2-4 7 15,0 0 18-15,1-2 15 0,-1-1 10 0,2-3 3 0,-2-5-21 16,2-1-25-16,-1-5-22 0,0 0-20 0,0-4 7 0,0 0 28 0,-1-5 31 15,0-5 34-15,0-3 24 0,0-6 12 0,-1-4 15 0,1-5 13 0,-1-4 11 16,-1-5 14-16,0-4 2 0,-1-4-78 0,0-6-12 0,0-6 1 16,1-6 4-16,1-7 42 0,4-9-2 0,0-5-54 0</inkml:trace>
  <inkml:trace contextRef="#ctx0" brushRef="#br0" timeOffset="130032.02">26687 3984 1404 0,'-1'2'833'0,"0"1"-840"0,3 3-48 0,2 1 13 0,2 3 24 16,3 2 13-16,1 4 15 0,3 3 2 0,2 3 1 0,3 5-9 0,1 3-5 15,3 4 1-15,4 3-3 0,3 3 6 0,1 4 1 0,4 1 0 0,-2 2 4 16,1 4 0-16,2 1-3 0,-3 6 4 0,0 3-9 0,-1 3-2 16,-1 6-1-16,-3 3-6 0,-1 7 4 0,-1 2-10 0,-5 4 2 0,-1 6 3 15,-2 3-6-15,-5 4 9 0,-3 2-4 0,-4 2-1 0,-6-1-5 16,-5 2-1-16,-4 0-11 0,-7 0-22 0,-6 3-59 0,-5 0-84 0,-9-1-95 15,-9 1-130-15,-9 3-56 0,-12 2 53 0</inkml:trace>
  <inkml:trace contextRef="#ctx0" brushRef="#br0" timeOffset="145448.48">19318 8695 131 0,'-1'-7'47'16,"2"0"2"-16,0-3 3 0,3 2-14 0,2 0-14 0,1 2-11 0,1 0-5 15,3 3-5-15,0-1-1 0,2 1 0 0,1 0-3 0,1 1-1 16,1 1-2-16,1 0 0 0,-1 0-1 0,-2 1 1 0,-1 0-1 0,1 1-1 16,-1 0 2-16,2 0 2 0,-1 0 1 0,0 0 1 0,2 0 0 0,1 0 2 15,2-2-1-15,1 0 2 0,2-1 1 0,0-1 0 0,3 0-1 16,0 0 1-16,3 0-1 0,2-1 0 0,-1 0 1 0,3-1 2 0,-3 0 3 16,2 0 1-16,-2-1 3 0,3 1 3 0,-1 1 3 0,1-2 4 15,0 0 1-15,-1 0 1 0,0 0 0 0,1 1-6 0,1 0-4 0,1 1-3 16,2 0-3-16,-2-1 2 0,-1 0 3 0,-3 0-1 0,2 0-3 0,0 1-3 15,-1-1-4-15,-1 1 0 0,-1 0 0 0,-2 0-2 0,-1 1-4 16,-1 1-2-16,-2 1-7 0,0 0-6 0,-2 0-11 0,-1 0-21 0,-2 1-24 16,-2 0-20-16,-3 0-11 0,-1-1 4 0,-3 0-51 0</inkml:trace>
  <inkml:trace contextRef="#ctx0" brushRef="#br0" timeOffset="145764.48">19376 8130 589 0,'-14'7'123'0,"-1"2"19"0,-4 4-24 0,5 2-45 15,4 2-34-15,3 2-21 0,0 1 5 0,1 3 6 0,1 0-4 16,2 4-5-16,1 1-7 0,1 1-3 0,2 2-5 0,-1 1-4 0,2 4-1 16,2 2-1-16,-1-1-1 0,3 1-4 0,-1-1-2 0,1 0-2 0,-1 2-2 15,1 0-2-15,1-1-6 0,0 2-5 0,-1-1 0 0,1 1 4 16,-1-1 5-16,0 0 0 0,-1-1 0 0,1 0-2 0,-1 1 0 0,1 1 1 16,0-2-7-16,0-1-14 0,0 0-16 0,1-1-23 0,0 1-24 0,0-1-31 15,2 1-12-15,-1-3 3 0,1-1 11 0,0 0-9 0</inkml:trace>
  <inkml:trace contextRef="#ctx0" brushRef="#br0" timeOffset="149348.54">19618 14422 727 0,'1'-3'310'16,"1"0"-128"-16,0-2-59 0,2-1-33 0,1-1-29 0,2-1-27 0,5-2-21 15,3-1-11-15,5-3-2 0,6-3 0 0,2-2-6 0,5-1 3 0,1-3-3 16,6-1 1-16,2 0 4 0,4-2-4 0,4 2 4 0,3 0-2 15,3 1-5-15,3 0 3 0,1 1 0 0,4 1 0 0,1 0 4 0,2 3-4 16,3 1 1-16,1 2-1 0,3 2 6 0,2 2 0 0,-1 3-1 0,4 2-2 16,2 3-4-16,0 2 5 0,2 5-3 0,0 3 8 0,-1 4-7 15,3 5-2-15,0 4-2 0,0 4-7 0,0 6 8 0,-2 3-3 0,0 4 1 16,-4 5 7-16,-4 4 0 0,-1 4 1 0,-6 3 5 0,-4 1 0 16,-2 5 6-16,-5-2 5 0,-5 4 8 0,-2 1 2 0,-7 0 7 0,-4 3 2 15,-2-2-3-15,-5 3-1 0,-4 0-4 0,-4 0 2 0,-2-1 5 0,-4-2-3 16,-3 1 3-16,-3-2 0 0,-4-3-2 0,-3 0 1 0,-4-3-5 15,-4-2-9-15,-3-2-7 0,-5-1-9 0,-4-4-4 0,-3-1-6 0,-5-3-6 16,-6 0 1-16,-7-4-4 0,-6-1-2 0,-8-2 2 0,-8-4-8 16,-8-3-10-16,-8-5-8 0,-8-4-13 0,-8-8-15 0,-8-5-19 0,-7-7-37 15,-9-8-53-15,-7-7-41 0,-7-8-54 0,-8-10-7 0,-6-9 46 0,-6-6 10 16</inkml:trace>
  <inkml:trace contextRef="#ctx0" brushRef="#br0" timeOffset="197172.23">16774 15398 2346 0,'-3'1'167'0,"-1"0"-45"0,-1-1-19 16,1 2-20-16,2-2-40 0,1 0-36 0,0 0-26 0,2 0-12 0,0 1 6 16,-1 1 2-16,0 0-3 0,0 2 8 0,0 1-4 0,1 1 3 15,1 2 0-15,0 2-7 0,1 2 8 0,0 3 4 0,2 1 7 0,-1 3 9 16,-1 0-2-16,1 1 8 0,-1 2 2 0,0 1 4 0,1 0 7 0,-1 2-2 16,1 1-1-16,-1 0-8 0,1 1-2 0,0-1 2 0,1 1-2 0,-1-2-7 15,1 2-4-15,0-1 0 0,0-1 0 0,1 1-4 0,-1-3-4 16,1 0-4-16,0-1-11 0,-1-2-4 0,1 0-26 0,0-2-42 0,0-3-34 15,0-1-46-15,-1-1-46 0,0-1-37 0,0-3-81 0,-1-2-44 16,-1-3-7-16,0-2-64 0</inkml:trace>
  <inkml:trace contextRef="#ctx0" brushRef="#br0" timeOffset="197605.23">16695 15009 1968 0,'2'-3'161'0,"1"-1"-69"0,1-1-12 0,1 0-17 16,2 1-31-16,2-3-19 0,6-1-12 0,5 0-5 0,4-2-1 0,3 1 0 16,4 1 2-16,-1 1-7 0,4 2-2 0,1 1-4 0,1 0-12 0,1 2-1 15,1 3-11-15,3 1-12 0,0 2 0 0,1 2 4 0,0 3 5 16,-2 3 9-16,-2 3 1 0,-1 2-5 0,-2 2 8 0,0 4 2 0,-1 2 7 15,-2 2 11-15,-2 2-1 0,0 1 7 0,-3 1 3 0,-1 0-2 16,-1 4 11-16,-2 0 3 0,-1 2 9 0,-4 3-2 0,0 1 7 0,-1 1 2 16,-4 4-3-16,-1 1 5 0,-3 1-10 0,-3 1-5 0,-2 0 3 0,-3 3-3 15,-2 0 12-15,-3 0-3 0,-3 0-5 0,-4-2-3 0,-3 0-5 16,-4 0 0-16,-3-2-2 0,-2-1-7 0,-5-1-2 0,-1-1 1 0,-3-5 3 16,-1-3 4-16,-3-2-6 0,-2-2-5 0,-3-2-2 0,-2-5 6 0,-2-3 12 15,-4-5 0-15,-3-6-1 0,-5-3 0 0,-2-4-3 0,-3-4 9 16,-1-5-1-16,-4-3-7 0,-2-4 15 0,0-4-3 0,-2-5 14 0,-3-6 6 15,-3-5-12-15,-4-7-5 0,-3-5-10 0,2-3 15 0,3-4 7 0,6-2 4 16,6-1 3-16,7-2-10 0,7 5 0 0,8 0-9 0,7 2-8 16,10 2-11-16,3-1-8 0,8 3 1 0,4 3-6 0,5 1-5 0,4 3-11 15,4 2-16-15,5 0-32 0,4 1-38 0,3 1-56 0,7 0-80 0,4 0-87 16,8 0-150-16,9-4-83 0,7-6 2 16</inkml:trace>
  <inkml:trace contextRef="#ctx0" brushRef="#br0" timeOffset="-212890.12">30339 8393 286 0,'-30'19'-1'0,"-4"3"1"0,-9 3 6 0,6-4-1 16,1-4 0-16,3-2 2 0,-2-1 1 0,-1 0 1 0,3-2-1 0,-3-1-1 15,2-3-1-15,0-3-1 0,2-3-1 0,-1-2-1 0,1-2-2 16,-3-1 0-16,0-2 0 0,1-2-2 0,-2-1 1 0,3 1 1 0,-3 0-1 16,2 2 2-16,0 3 0 0,-2 0-1 0,2 3-1 0,-2 0 1 15,2 2-1-15,-2 0 3 0,1 3 4 0,0 1 2 0,-1 1 1 0,1 2-1 16,-3-1 2-16,0-2-1 0,0 2 1 0,-2-1 1 0,2 1-3 0,1-1-1 16,-1 1-1-16,0-1-3 0,0-1 1 0,1 0-1 0,0 0-2 15,-1 0 1-15,0-1 1 0,1 1-2 0,1 0 1 0,1 2-1 0,0 0-2 16,0 2 1-16,-2 2 0 0,1 0 1 0,0 2-1 0,1 0 0 0,2 3-2 15,-1 2-2-15,2 1 2 0,0 2 2 0,1 1 2 0,1-1 0 16,2 3 0-16,-1 3-4 0,2 1 1 0,0 0 0 0,1 2 2 0,3-1 1 16,-1 2-3-16,4 0 1 0,1 2 0 0,3 0 1 0,2 0-1 15,3-1 1-15,2 0-1 0,2 0-3 0,5 0 2 0,2 1-2 0,4-3 5 16,4-2-1-16,3 0-2 0,2 0 2 0,3-2-5 0,4 2 2 0,1-3 1 16,5 0 0-16,2-1-2 0,3-3 1 0,2-1-2 0,2-3 1 15,1 0-2-15,3-1 2 0,2-2 1 0,1-2-3 0,4 0 3 0,1-2-1 16,1-2 0-16,1-2 0 0,1-1-1 0,0-1 4 0,2-1-4 0,2 0 3 15,1-1-1-15,0 0 0 0,3 0 2 0,-1-1-1 0,3 0 1 16,2 0-2-16,0 1 2 0,2 0 1 0,1-1-3 0,0 0 2 0,2 0-3 16,0-1 0-16,1-2 1 0,-1-1 0 0,3-1 0 0,1-2-2 0,0-1 0 15,1-2-1-15,-1 0-1 0,0-2 1 0,3 0 0 0,-1-2-1 16,0-2 2-16,1-2-2 0,-2-3 2 0,0 0 1 0,0-3-2 0,-2-2 5 16,0 1-2-16,1-4 1 0,-1-2 1 0,-2-2-4 0,2-1 1 15,-2-4-2-15,-1 2-3 0,0-5 3 0,-3 1 1 0,-1-1 6 0,-1-2 3 16,-1 0-1-16,-1-1 1 0,-3 1-8 0,0 0 1 0,-2 0-1 0,-2 0-1 15,-4 2 2-15,-3-1 0 0,-3 1-1 0,-3-1 0 0,-2-2-1 16,-3 0-1-16,-3-1 17 0,-7-3 1 0,-14 23 2 0,1-9 3 0,-3 1-19 16,-1-9 2-16,-3 0-4 0,0-7-3 0,-6-49-3 0,-8 7-4 0,-10 13-17 15,-6 17-7-15,-5 8 0 0,-7 3-3 0,-6 2 9 0,-6 3-6 16,-6 4-7-16,-8 2-3 0,-4 5 0 0,-6 1-46 0</inkml:trace>
  <inkml:trace contextRef="#ctx0" brushRef="#br0" timeOffset="-166714.58">9923 11540 1640 0,'-13'-6'74'0,"-1"2"14"0,-1-1-38 15,6 3-2-15,4 1-15 0,1 0-20 0,2 1 0 0,1 1-1 16,1 0-7-16,0 0 3 0,0 1-5 0,1 1-3 0,0 2 6 0,1 2-1 15,1 2 7-15,0 1 2 0,1 1-2 0,0 3 1 0,0 1 1 0,1 2-5 16,1 1 2-16,1 5-1 0,1 4 3 0,0 2 11 0,1 2 0 16,0 1-3-16,1-1-2 0,0 1-11 0,0 2-4 0,-2-1 3 0,2 1-7 15,0 0 2-15,1-2-4 0,0 0 5 0,0-2-4 0,0 2 5 0,1-1 1 16,0 1-7-16,0-3 7 0,0 1-8 0,-2-4 1 0,3-1 2 16,0 1-3-16,0-2 2 0,-1-1-2 0,-2-1-3 0,0-1-3 0,0-1 0 15,-1-4-10-15,0 0-8 0,-2-1-15 0,0-3-29 0,0-1-40 16,-1-3-57-16,-1 0-53 0,0-2-61 0,-1-2-33 0,-1-1-6 0,1-4 52 15,-2-2 102-15,1-6-6 0</inkml:trace>
  <inkml:trace contextRef="#ctx0" brushRef="#br0" timeOffset="-166529.56">9836 11306 1227 0,'-26'-20'109'0,"1"0"19"15,-7-3-5-15,7 5-12 0,6 5-24 0,2 2-15 0,2 1-7 0,2-1 3 16,1 2-6-16,2 1-11 0,1 1-2 0,3 3-7 0,1 0-9 15,1 1-5-15,2 2-7 0,0 0-11 0,2 1-2 0,1 0-8 0,0 0-3 16,1 0-8-16,2 1-2 0,1 0-7 0,2 1-11 0,2 1-13 16,1-1-26-16,1 1-63 0,1 1-79 0,1-2-83 0,2 2-78 0,1 1-24 15,1 0 84-15,2 1 67 0</inkml:trace>
  <inkml:trace contextRef="#ctx0" brushRef="#br0" timeOffset="-166029.54">10353 11793 2106 0,'-7'-10'134'0,"3"1"-73"16,0-3-35-16,5 3-10 0,3-1-11 0,3-2-10 0,3-2 4 16,4-3-8-16,1-1 7 0,2-2-1 0,1-1 9 0,0 0-1 0,0-1-4 15,0 0 1-15,0 0-5 0,-1-3-2 0,-1 1 2 0,-1-4 3 16,-1 0-4-16,-1-1 2 0,-3 0 11 0,-3 1 2 0,-1-2 10 0,-2 0-3 15,-2-3-12-15,-1 1 0 0,-1 0 1 0,-2 2 5 0,-2 2-3 0,0 2 0 16,-2 0-4-16,1 2-2 0,-3-1 2 0,0 3-1 0,0 4 6 16,-1 1-9-16,0 2 2 0,-1 3 0 0,1 3-1 0,0 1 1 0,0 4-3 15,1 1-6-15,0 2-3 0,1 3 9 0,-1 2-5 0,0 3 2 0,1 2 1 16,-1 6-5-16,1 5 5 0,0 5 0 0,1 4-1 0,0 6 3 16,1 3-4-16,1 2 4 0,0 3-3 0,0 7 0 0,1 2-8 0,0 5 2 15,3 4 1-15,-2 3 2 0,1 5 6 0,2 3-2 0,1 2-4 16,0 3 0-16,4 2-3 0,1-1-5 0,3 1 4 0,2-1-8 0,2-2 3 15,2-2 0-15,3 0-12 0,2-3-3 0,0-4-4 0,1-5 11 0,1-6 13 16,-1-7 7-16,2-5 8 0,-2-7 6 0,0-5 8 0,-2-6 15 16,-1-6 15-16,-3-5 11 0,0-4 16 0,0-2 11 0,-1-3 0 0,-3-1 3 15,1-2-14-15,-2-2-3 0,-2-1-11 0,-1-2-15 0,-1-2 1 0,-1 0-10 16,1-1-9-16,-1-2-1 0,0-2-7 0,-1-1-4 0,-1-4-5 16,-1-1-3-16,-1-3-5 0,-3 0-4 0,-2-2 1 0,-2-2-13 0,-3 0-11 15,-2-2 9-15,-2 0 4 0,-4 1 12 0,-3-2 5 0,-2 1-6 16,0-1 1-16,-3 0 2 0,0 4 4 0,-2-1 3 0,1 2 6 0,-1 3-4 15,0 0-6-15,1 1-6 0,-1 3-8 0,2 3-1 0,-1 1-10 0,3 2-1 16,2 1-9-16,2 3 0 0,2 0 1 0,1 3-8 0,3-1-12 16,0 2-7-16,3 0-26 0,2 0-45 0,2 1-75 0,3-1-117 0,2 1-136 15,3 0-92-15,4 1 17 0,5 0 172 0,6-3 80 0</inkml:trace>
  <inkml:trace contextRef="#ctx0" brushRef="#br0" timeOffset="-162764.58">14602 11521 638 0,'-3'-1'241'0,"2"-1"-127"0,-1 0-37 0,1 1-33 0,1 1-20 16,1 1-7-16,0-1-18 0,0 0-8 0,0 2 2 0,0-1-2 0,1 1 11 15,-1 1 8-15,-1-2 3 0,1 1 6 0,-1 0-6 0,1 0-7 16,-1 0-3-16,1 0-3 0,-1 0 2 0,0-1 1 0,0 1-2 0,1-1 0 16,0 0 0-16,-1 0-1 0,1-1 5 0,-1 1 3 0,1-1 6 0,-1 0 9 15,0 0 3-15,1 0 13 0,-1 0 4 0,0-1 8 0,0 1 11 16,0-1 3-16,-1 0 10 0,1 0-3 0,0-1-5 0,0 1-4 0,1-1-8 16,-1 1-8-16,0-1-8 0,0 0-10 0,0 1-7 0,0-1-5 0,1 0-4 15,-1 1-1-15,0 0 3 0,0 0-8 0,0 0 4 0,1 0 1 16,-1 0-5-16,0 1 1 0,0-2-5 0,0 2-3 0,1-2 0 0,0 1 3 15,-1 1 1-15,0-1 5 0,0 1 0 0,-1 0 1 0,1 0 4 16,0-1 1-16,1 0 4 0,-1 1-2 0,0 0 4 0,0-1 0 0,0 0 0 16,-1 1-2-16,2-1-7 0,-1 1 8 0,0 0-11 0,1-1 3 0,-1 0-2 15,0 0-11-15,1 0 4 0,0 0-5 0,0-1 1 0,1 2 4 16,-1-1-2-16,1-1 1 0,-1 1-1 0,0 0 1 0,0 0-4 0,-1 1 1 16,1-1 4-16,-1 1-6 0,1-1 4 0,-1 1 7 0,0-1-6 0,0 1 1 15,0 0-6-15,0 0 0 0,0 0 9 0,0 0-5 0,0 0 4 16,-1 0-8-16,1 0 0 0,-1 0 3 0,1 0 6 0,-1-1 1 0,1 2-8 15,-1-1 2-15,1 0-7 0,0 1 3 0,-1-1 3 0,1 0-1 0,-1 1 1 16,1-1-5-16,0 0 7 0,0 1-1 0,0-1-2 0,0 0-4 16,0 1-1-16,-1 1 3 0,1-2 1 0,0 1 1 0,0 0-7 0,0 0-5 15,-1 1-1-15,0-1-1 0,1 1-3 0,-2-1-15 0,1 1-17 16,0 0-64-16,0 0-100 0,-1 1-120 0,0-1-161 0,-1 0-12 0,0 1 48 16</inkml:trace>
  <inkml:trace contextRef="#ctx0" brushRef="#br0" timeOffset="-147723.77">13817 11576 1600 0,'-4'-10'96'0,"2"0"-15"0,0-4-5 0,2 2-16 0,1 1-25 16,0 1-17-16,1-1-5 0,0 1 2 0,-1 1-1 0,1-1 4 0,-3 1 4 16,-1 1-5-16,-1 1 1 0,-3 1-14 0,-3-1 1 0,-2 0-2 15,-2 0-5-15,-2 0 12 0,-1 2-6 0,-2 0 6 0,-2 1 1 0,-1 1-9 16,-2 1 4-16,0 0-4 0,1 2 1 0,-1 1 1 0,0 1-4 15,1 2-4-15,0 1 5 0,1 2 2 0,-1 2 4 0,0 2 3 0,1 2-2 16,0 0-4-16,0 2 0 0,2 2-2 0,2 0 4 0,2-1-1 0,1 3 7 16,4 0 1-16,0-2-5 0,2 1 4 0,3-1-5 0,1 0 0 15,3 0 1-15,2 0-1 0,2-1-4 0,3 1-1 0,2 0-2 0,2 0-5 16,1-1 1-16,3-2-1 0,2 1-1 0,1-1 0 0,2 1 3 0,2-2 2 16,1 1 0-16,1-1 1 0,0 2-3 0,0 0 3 0,2 0 0 15,1 2 0-15,0 0-3 0,2-1 3 0,-1-1 1 0,1 1 2 0,-2-1 1 16,0 0-2-16,-2-2-4 0,-3-1 0 0,-1 1 3 0,-2-1 11 15,-3 0 6-15,-2 1 0 0,-2-2 4 0,-1 1-8 0,-2-1 2 0,-2 0-1 16,-2-1-6-16,-2 1 4 0,-2 2-3 0,-1-1 1 0,-1 1-5 0,-3-1-4 16,-1 1-2-16,-2 0-2 0,-1-1 8 0,-1-1-3 0,-2-1-4 15,1 1 4-15,-3 0-3 0,0-1 6 0,0-1 3 0,1 0-3 0,1-3-1 16,1 2-6-16,0-2-3 0,2-1-6 0,0-2-12 0,1-2-7 0,3 0-13 16,0-2-5-16,0 0-14 0,1-2-18 0,1-1-10 0,0-1-22 15,2-1-17-15,0-1-19 0,1-1-21 0,1-1-36 0,0-2-39 0,1-3-35 16,1 0-23-16,3-2 71 0,1-4 85 0,1-4 44 0</inkml:trace>
  <inkml:trace contextRef="#ctx0" brushRef="#br0" timeOffset="-147389.77">13979 11478 1487 0,'-7'-2'180'0,"1"1"-26"0,0 0-40 0,2 2-42 0,1 1-26 15,2 1-32-15,0 1-9 0,1 3 0 0,0 2-5 0,2 1 8 0,0 5-1 16,2 2 1-16,-1 2 7 0,1-1 5 0,1 3 0 0,1 1 2 0,0 1-2 15,2 2 4-15,0-1-2 0,0 1 2 0,3-1-5 0,2-1-7 16,1 0-3-16,1-2-13 0,1-2 8 0,2-2-8 0,0-1-2 0,1-2 0 16,1-2-12-16,0-2 9 0,-1-2-5 0,1-2-2 0,0-3-2 15,-1 0-2-15,1-3 10 0,-2-2 4 0,-1-2 4 0,0-1 7 0,-2-3 3 16,1-1 6-16,-3-2 6 0,1-1-5 0,-1-3 1 0,0-1 1 0,0-1-2 16,-2 0 4-16,0 0 1 0,-1-1-5 0,-1 1 3 0,-1-1-1 15,-1 0 6-15,-1 1 4 0,-2 1-1 0,2 2-2 0,-2 2-9 0,-1 2-2 16,0 4-1-16,0 1 4 0,0 2-7 0,0 3-2 0,-1 1-1 0,0 2-1 15,1 2 8-15,-1 1-1 0,0 2-5 0,2 3-1 0,0 1 2 16,1 3-2-16,-1 1-4 0,1 2 3 0,-1 1-7 0,1-1 2 0,1 1 5 16,0 0-8-16,0-1 1 0,1 1-1 0,0-1-3 0,0 0 1 15,1-2-3-15,0-1-10 0,-1-2-4 0,2-1-8 0,1-2-21 0,1-1-23 16,-1-1-49-16,0-3-58 0,1 0-69 0,1-3-92 0,0-1-78 0,0 0-46 16,-1-1 124-16,-2 0 75 0</inkml:trace>
  <inkml:trace contextRef="#ctx0" brushRef="#br0" timeOffset="-146972.77">14874 11457 1390 0,'-3'1'669'16,"1"1"-532"-16,0 1-36 0,3 1-27 0,2 1-22 0,1 1-15 0,3 1-14 16,1 1-9-16,2 1-6 0,1 1-4 0,-1 1-2 0,2 2 4 15,-1-1 2-15,-1 0-2 0,0-2 2 0,-1 0 0 0,0-2-1 0,0 1-1 16,0-2 0-16,0 0 1 0,0-2-3 0,-1-1-2 0,-1-1-4 0,1-1 2 15,-1 0 0-15,-1-1-3 0,0-2 3 0,-1 0-5 0,-1-1 5 16,0-1-3-16,1-1-6 0,-1-2-7 0,1-1-8 0,-1-1 2 0,-1 0-6 16,1-2-4-16,1 1 1 0,-1-1 7 0,0 0 7 0,1 1 8 0,0 0-2 15,1 0 2-15,-1 2 2 0,0 1 2 0,0 3 2 0,0 0-3 16,0 1-10-16,0 2-2 0,1 2-8 0,1 0 7 0,0 1 9 0,1-1 1 16,0 3 5-16,0-1-1 0,1 0-1 0,-1 1 8 0,1-1-1 15,1 1-4-15,0-1 3 0,0 0-4 0,1 0 1 0,-2-2 3 0,3-1-3 16,1-2 7-16,0 0-1 0,0-2 3 0,-1-2 4 0,0-1-5 0,-1-2 5 15,0-1 3-15,-1 0 4 0,0-1 4 0,0 0 0 0,0-1 0 16,-1 0-5-16,-1-1 2 0,-1 2 2 0,1-1-5 0,-2 1-2 0,1 1-3 16,-2 2 9-16,1 1 6 0,-1 2 1 0,1 0 0 0,0 2-10 0,1 1 3 15,-1 2-3-15,1 2-2 0,1 1-14 0,0 3 2 0,3 2 4 16,1 2 2-16,2 4 13 0,1 1-10 0,0 1 2 0,2 0-7 0,0 0-1 16,1 1 6-16,-1 0-11 0,3 0 0 0,0-2 2 0,0 0-9 0,1-2 1 15,2-1-10-15,-2-2-35 0,3-1-59 0,-3-1-79 0,2-1-119 16,0-3-200-16,1-1-127 0,4-2 145 0,-1-4 160 0</inkml:trace>
  <inkml:trace contextRef="#ctx0" brushRef="#br0" timeOffset="-146018.68">16140 11138 1864 0,'-12'-2'97'0,"-2"1"-43"0,-1-1-7 0,6 0-20 15,5 1-19-15,2 0-12 0,3 0-12 0,1 0-2 0,2 1 2 16,1-1 2-16,1 1 10 0,1 0 5 0,0-1-2 0,2 0 4 0,-1 1-7 16,2 0-1-16,2 0 4 0,1 1-2 0,2-1 5 0,0 2-1 0,1-1-4 15,1 0 0-15,0 1 2 0,-1-1-2 0,1 1 3 0,1 0 0 16,-1-1 2-16,0 0 0 0,0 1 4 0,-1-1-6 0,-1 0 0 0,1 0 0 16,-1-1 1-16,-2 1 1 0,-3 0 1 0,-1 1 6 0,-1-1-7 15,-1 0 6-15,-2 1-2 0,-1 0 0 0,0 1 9 0,-2 2-2 0,0 0 7 16,0 3-6-16,-2 2 2 0,0 2-4 0,-1 1 1 0,-1 4 1 15,-2 3-5-15,0 1 6 0,-2 3-5 0,-1 2-4 0,-2 0 1 0,0 2-2 16,-1-1-16-16,-3 1 10 0,-2 1-6 0,-1-1 2 0,0 1 8 0,-1-1-6 16,0-1-4-16,-1-3-11 0,1 1 1 0,-1-3-12 0,0-1-10 0,2-2-8 15,1-3-17-15,1-2-28 0,1-1-43 0,3-4-57 0,2-1-78 16,1-3-52-16,1-2-21 0,2-2 49 0,2-3 111 0,3-5 36 0</inkml:trace>
  <inkml:trace contextRef="#ctx0" brushRef="#br0" timeOffset="-145851.68">16620 11403 1056 0,'-2'3'870'15,"2"0"-736"-15,0 1-78 0,-1-1-1 0,2 2-1 0,1 1 4 16,1 2-14-16,2 2-23 0,-1 0-9 0,0 2-9 0,-1 2 0 0,-2 1 2 16,-1 0-2-16,-2 2-3 0,0 1-11 0,-2 0-22 0,0 0-24 0,-1 1-30 15,0-2-37-15,0-1-61 0,-1 0-81 0,0-1-103 0,0-1-69 16,1-2 46-16,0-2 36 0</inkml:trace>
  <inkml:trace contextRef="#ctx0" brushRef="#br0" timeOffset="-145302.68">17074 10824 1764 0,'-6'-3'480'0,"0"0"-373"0,0 0-42 0,3 1-10 0,2 2-17 0,1 0-16 15,1 1-17-15,0 2-2 0,2 0-3 0,-1 2 3 0,-1 2 10 0,0 0 1 16,-1 3 10-16,0 1-1 0,-1 1-7 0,0 2-7 0,0 0-6 16,0 4 4-16,0 2-4 0,-1 0-3 0,1 1 2 0,-1 2-6 0,1-1-4 15,0 2 2-15,1 0-4 0,1-1-1 0,1 0-11 0,1-2-12 16,0-3-19-16,1-1-26 0,1-1-20 0,1-2-32 0,1-1-32 0,1-1-51 15,1-1-91-15,1-1-60 0,1 1-16 0,0-2 57 0,2 0 104 0,-1-1 85 16,1-2 44-16</inkml:trace>
  <inkml:trace contextRef="#ctx0" brushRef="#br0" timeOffset="-144585.66">17552 10682 2675 0,'-8'1'73'0,"2"2"-56"0,-1 0-9 0,4 2-3 0,4 1-8 15,1 1 1-15,2 3-8 0,2 3 2 0,0 0 6 0,0 2-6 0,-1 0 1 16,-2-1 6-16,0 1-4 0,0 1 3 0,0 1-1 0,0 0-7 16,2 1 0-16,0 1 2 0,1-2 0 0,1 1 0 0,0-1 2 0,1 0-1 15,1-2 6-15,0-1-1 0,0 0 0 0,0 0 2 0,-1-2 4 0,1 0 0 16,-1-1-2-16,-2-2 1 0,0 1 2 0,-3-1 0 0,-2-2 5 15,-1 1-2-15,-3-1-2 0,-1 1-1 0,-2-1-3 0,-1-1-7 0,-2 0-10 16,0-1-12-16,-3 0-23 0,-1-1-26 0,-2 0-20 0,-1-1-9 16,-1 1 1-16,-3-2 17 0,0 0 22 0,0 1 19 0,0-1 20 0,0 0 13 15,2-1 7-15,0-1 2 0,3 0-4 0,1-1-12 0,5 0-14 0,0-2-3 16,3 0-1-16,2-1 9 0,2-2 7 0,2 1 5 0,2-2 5 16,2-1 7-16,3-3 7 0,2-1 6 0,3-2 2 0,3 0-2 0,3-2-6 15,2-1 1-15,-1-1-2 0,2 0 2 0,1-1 8 0,-1 0 5 0,1 0 6 16,-2-2 9-16,0 0 5 0,-1 1 5 0,-1-2 3 0,-1 1 1 15,0 2-10-15,-2-1 4 0,-1 0-1 0,-3 2-8 0,0-1 9 0,-2 0-16 16,-1 3-2-16,-1-1 0 0,-2 0 2 0,-3 2 5 0,-2 2 0 16,-1-1 1-16,-3 2-2 0,-2 0-3 0,0 1 1 0,-3 2-5 0,0 2-8 15,-1 1-4-15,0 0-8 0,-1 2-8 0,-2 2-4 0,0 1-8 0,0 2-13 16,1 1-6-16,-1 2-3 0,1 1 4 0,0 3 8 0,0 1 7 16,1 3 7-16,-2 4-4 0,2 1 4 0,0 1-6 0,1 2-3 0,2 0-7 15,3 0-18-15,1 0-13 0,2-1-30 0,2-1-36 0,3-3-37 0,1-1-37 16,4 0-17-16,1-2 10 0,2-2 24 0,3 0 34 0,0-3 41 15,2-1 36-15,2-3 33 0,1-2 24 0,2-1 17 0,1-2 12 0,0-3 15 16,0 0 27-16,-1-1 32 0,0-1 34 0,1 1 29 0,1-3 12 16,-1 0 1-16,0 0-17 0,-1-1-20 0,-2 3-21 0,1 1-18 0,-1 0-18 15,-1 2-11-15,-1 1-16 0,1 0-6 0,-1 1 3 0,-3 2-3 0,0 0 3 16,-2 1-5-16,1 2 1 0,-2-1-10 0,-1 0-2 0,0 2-5 16,-1 0-10-16,1 1 2 0,-1 0-6 0,1 0 9 0,-1 1-1 0,-1 0 2 15,2-1-7-15,0 0-5 0,0-1-3 0,1-1-1 0,-1-2 3 0,-1 0-2 16,2-1 3-16,-2-1 0 0,-1 0 0 0,-1-2 10 0,-1 0 1 15,0-1 8-15,-2 0 5 0,-1-1-1 0,0-1 8 0,-3 0-3 0,1 0-4 16,-2 1 9-16,-1-1-9 0,-1 1-2 0,-2-2-4 0,-1 0-15 16,-1-1-8-16,-2 0-7 0,-2 0-6 0,0 0-5 0,-2-1 2 0,0 2 3 15,-1-1-1-15,1 1 4 0,0 0 4 0,0 1-2 0,1 1-3 0,-1 0-6 16,1 1-10-16,1 2-6 0,2 0-8 0,-1 0-6 0,2 2-8 16,0 0-5-16,2 2 3 0,1 0-8 0,-1 0-1 0,3 1-7 0,0-1-14 15,1 1-8-15,1 0-17 0,3 0-33 0,0 0-29 0,2 0-22 16,2 0-12-16,1 0 20 0,2-1 42 0,2 0 53 0,2-1 45 0,2-1-13 15</inkml:trace>
  <inkml:trace contextRef="#ctx0" brushRef="#br0" timeOffset="-144332.66">18372 10644 312 0,'15'-4'224'0,"3"-1"14"0,4 0-16 0,-2 0-29 15,-2 1-38-15,0 0-38 0,0 1-31 0,-2 2-17 0,0 0-10 0,0 2-3 16,0 0-5-16,-2 1-1 0,1 1-3 0,0 0-11 0,-1 0 3 16,0 0-13-16,0 1-6 0,0 1-6 0,-1 0-6 0,0 0 1 0,0-1-4 15,1-1-1-15,-1 1-2 0,1 0 2 0,-3 0 2 0,2-1 9 0,-1-1 8 16,-1-1 3-16,-1 0 9 0,0-1 5 0,-1 0 13 0,0-2 10 15,0 0-2-15,-1-1 1 0,-1 0-6 0,-1-2-12 0,0 1-3 0,0-2-8 16,-3-1-5-16,0 0-1 0,0 0-6 0,-2-2-2 0,-2 0-4 16,0 0-4-16,-2-1-4 0,0 0-10 0,-3-1-7 0,-2-1-2 0,-1 0-4 15,-1 0 8-15,0 1 8 0,0 0 0 0,0 0 8 0,0 2-9 0,0-1-1 16,0 2 0-16,0 0-4 0,1 1 7 0,0 1-9 0,1 1 0 16,-1 2-14-16,0 2-9 0,0 0-8 0,0 2-14 0,0 0-1 0,1 2-11 15,-1 3 0-15,0 1 3 0,0 1 3 0,0 0-2 0,-1 1-20 0,1 1-51 16,1-1-58-16,0 2-74 0,1-1-75 0,1 1-47 0,1-1 31 15,2 0 129-15,1-2 47 0</inkml:trace>
  <inkml:trace contextRef="#ctx0" brushRef="#br0" timeOffset="-144168.66">19183 10051 2582 0,'0'-2'103'0,"1"1"-90"16,1 1-23-16,3 1 0 0,1 2 2 0,2 1-11 0,0 1-20 15,-1 2-32-15,-1 0-29 0,-2 1-31 0,-1 0-30 0,-2 1-30 0,-2-1-44 16,0 1-37-16,0 2-26 0,-1 1 6 0,1 2 38 0,0 1 62 16,0 2 62-16,1-1 43 0,1 0 28 0,0 0 18 0,1 1 13 0,0 1 8 15,2 1 4-15,-1 0-17 0</inkml:trace>
  <inkml:trace contextRef="#ctx0" brushRef="#br0" timeOffset="-144068.66">19327 10558 380 0,'6'7'292'0,"2"2"-87"15,2 2-8-15,0 0-2 0,-1 1-21 0,2 0-38 0,2 2-55 0,-1 0-36 16,1 1-21-16,-1 1-17 0,1 1-5 0,-1 1-11 0,0-2-21 15,-1 0-39-15,-3-1-90 0,0 0-141 0,-2-1-105 0,-2 2 27 0,-2-1 34 16</inkml:trace>
  <inkml:trace contextRef="#ctx0" brushRef="#br0" timeOffset="-143618.66">15199 12895 2441 0,'-16'3'462'0,"1"-1"-408"15,0 1-6-15,4 0-7 0,5-2-5 0,3 2-17 0,2 1-29 0,2 0-9 16,2 3 7-16,0 3-2 0,1 3 10 0,-1 2 1 0,1 0 1 16,0 4 6-16,0 0-4 0,2 1-2 0,-1 1 0 0,1 1 4 0,1-1 0 15,1 1-1-15,1-1-4 0,2-2-7 0,1-2-1 0,3-2-2 0,3-1-1 16,3-2-3-16,1-2-5 0,2 0 5 0,0-4-3 0,2 0 1 16,-2-2 7-16,-2-3 0 0,0-1 6 0,-2-3 4 0,0-2 5 0,-2-2 2 15,0-1 9-15,-3-2-11 0,1-2 7 0,-2-2-3 0,0-2 2 0,-1-1-4 16,0 0-2-16,0-1-1 0,-2 0 6 0,-1 0 1 0,-3-1-4 15,0-1-2-15,-2 1-5 0,-2-2 1 0,-1 0 1 0,-4 1-10 0,-1-2-2 16,-3 1 3-16,-1 1-6 0,-3 0 3 0,-2 1 4 0,-3 0-2 16,-2 1 13-16,-1 0 1 0,-1 2-1 0,-2 2-1 0,0 1-6 0,0 4-3 15,-2 0-3-15,2 4 2 0,-2 1-12 0,1 1-6 0,-1 3-3 0,-1 0-18 16,2 2-10-16,-1 1-14 0,2 0-36 0,2 2-29 0,2 1-41 16,1 1-50-16,2 0-52 0,3 1-67 0,0-1-39 0,2 1 4 0,3 0 99 15,3-1 17-15</inkml:trace>
  <inkml:trace contextRef="#ctx0" brushRef="#br0" timeOffset="-143001.66">15532 12548 1486 0,'4'3'177'0,"2"1"-64"0,2 1 10 0,1 2 4 0,1 0-17 0,1 1-43 16,0 3-29-16,1 2-15 0,2 2-8 0,-1 3 3 0,0 1 4 16,1 1-5-16,0 3 1 0,0 2-3 0,0 1-9 0,-2 1 0 0,0 1-6 15,2 1 2-15,-2-1-5 0,2 1 1 0,-1-1 2 0,0 1-3 0,0-1 2 16,-1 1-5-16,0-1 4 0,0-4-4 0,0 0 1 0,-1-4 2 15,0-1-3-15,0-2 8 0,-3-2 1 0,0-2 1 0,-1-3 4 0,-1-1 3 16,-2-3-1-16,-1-2 6 0,-1-1-1 0,-1-1-1 0,-1-3 3 16,0 0 6-16,0-2-3 0,-1-1-7 0,-1-1-13 0,-1-3-17 0,-1-1-8 15,0-2-2-15,0 0 6 0,-1-2 1 0,1-1 3 0,-1-1 6 0,1 0 4 16,1-2 7-16,-1 0 9 0,1-1 2 0,0 0-1 0,0-1 1 16,1 0 3-16,1 1 3 0,1 1 3 0,1 1-5 0,1 1-2 0,2 1 1 15,0 0-8-15,1 0 5 0,0 2-6 0,3 1-2 0,0 0 0 0,2 0 2 16,2 0-4-16,0 1-4 0,1 0 0 0,2 2-7 0,-1-1 3 15,1 0 0-15,0 0-3 0,2 1-1 0,0-1-6 0,0 1-5 0,-2 0-7 16,1 2-14-16,0-1-22 0,-1 0-36 0,-1 1-40 0,-1-1-32 16,-1 1-28-16,0 0-12 0,-1 1 9 0,-1 1 13 0,-1-1 27 0,-1 3 34 15,-1 0 24-15,-1 0 20 0,0 2 12 0,-2-1 7 16,0 3 10-16,-1-1 11 0,-1 0 6 0,1 0 8 0,1 2 5 0,-2 1 7 0,0 0 7 16,0 2 7-16,1-1 4 0,-1 1 4 0,2 0 3 0,0 0 2 0,-1 1 7 15,1 0 7-15,-1-1 10 0,0 2 12 0,0-1 7 0,-1 1 3 0,2 1-4 16,-1 1-2-16,0 0-4 0,1 0-1 0,0 0-4 0,0 1-6 15,0-1-4-15,1 1 0 0,1-2 5 0,0 0 10 0,1-3 10 0,1 1 13 16,0-1 7-16,2-1 2 0,0 0 5 0,0-1 2 0,4-1 6 0,0 1 1 16,2-2-3-16,-1 0 3 0,1 1-1 0,0-1-6 0,0-1-9 15,-1 1-10-15,2-1-8 0,0-1-3 0,0 0-10 0,-1-1-12 0,1 0-6 16,-2-1-8-16,-2-1-2 0,2 0-2 0,-1-1-6 0,0 0 1 16,-1-2 0-16,-2-1 0 0,1 0-1 0,0-1 2 0,0 1 0 0,-1-2 1 15,-1 0 1-15,0-3-1 0,-1-1 2 0,1 0-7 0,-1 1 2 0,-1 0 1 16,0-1-2-16,-1-1 1 0,0 0 1 0,-1 0 5 0,0 0 5 15,-2 0 1-15,-1 0 7 0,-2 0-2 0,-1 0 0 0,-2-1 3 0,-2 0-11 16,-2 1-9-16,-1-1-4 0,-1 0-7 0,1 1-2 0,-3 2-3 16,0 0-11-16,-1 0-2 0,-1 1-10 0,-1 2-8 0,1 1-2 0,0 2-18 15,1 3-11-15,0 0-16 0,2 2-18 0,2 2-25 0,-2 1-32 0,2-1-49 16,1 0-38-16,1 1-22 0,2 0-9 0,0 2 37 0,1 0 69 16,2 2 71-16,3-1 12 0</inkml:trace>
  <inkml:trace contextRef="#ctx0" brushRef="#br0" timeOffset="-142768.66">17048 12438 989 0,'5'0'221'0,"0"-1"-99"15,2 0 4-15,0 0 7 0,0 0-21 0,2 2-31 0,-1 1-37 0,1 0-12 16,-1 1 6-16,0 2 11 0,1 1 5 0,-1 1-5 0,-1 3-3 0,1 0-13 16,0 2 3-16,-1 4-5 0,2 3-6 0,0 2 3 0,1 3-9 15,0 2-2-15,-1 0-13 0,1 4-2 0,-1 1-4 0,0 3 1 0,1-1 5 16,1 3-5-16,-1-1-2 0,1-1 3 0,-2 2-5 0,0-4 5 15,-1 2-3-15,-2-2 2 0,0-1 5 0,-1-1 1 0,-1-3 2 0,-1-3 5 16,0-1-3-16,-2-1 0 0,1-3 2 0,-2-1 4 0,0-1-2 0,0-2 1 16,-1-3-5-16,0 0-1 0,0-2-5 0,-1-2-15 0,-1-2-35 15,1-2-45-15,0-1-40 0,-1-2-46 0,1-1-47 0,-1-1-72 0,1-2-52 16,0 0-11-16,0-1 54 0,-1-1 102 0,0 0 87 0,0-3 39 0</inkml:trace>
  <inkml:trace contextRef="#ctx0" brushRef="#br0" timeOffset="-142366.66">17044 12499 1718 0,'-9'-5'296'0,"-1"-1"-208"0,0-1-19 0,2-2-12 16,4 0-20-16,3-1-17 0,1-1-20 0,3 0 0 0,1 0 4 15,2-1 8-15,1-1 18 0,0 1 3 0,2-1 9 0,0 1-4 0,2-1 1 16,0 1-5-16,2 2-4 0,0 1 7 0,0 1 1 0,2 2 5 0,-1 0-2 15,1 1-2-15,0 1-8 0,2 2 2 0,1 1-8 0,1 2-7 16,-3 1-3-16,2 1-3 0,-1 2-3 0,0 1 1 0,1 1-5 0,0 3-5 16,1 1 5-16,-2 2-5 0,2 1 1 0,-1 1 6 0,-1 2-5 15,1-1-2-15,-2 0 2 0,0-1 3 0,-2 0 5 0,1 0 2 0,-2-1-4 16,-2-3-4-16,-1 1 1 0,-4-1 10 0,0-1 6 0,-2 0 9 0,-2-2 3 16,-1 0-3-16,-2-2 6 0,-1 1-1 0,-2 0 1 0,-2 0 1 15,0-1-2-15,-3 0 5 0,-2 1-2 0,-2-1-4 0,-2 0-5 0,0-2-1 16,-1 1-6-16,-1-1 0 0,-1 0-2 0,2 0-3 0,-2-1-2 0,1 0 0 15,1-1-4-15,-1 0 2 0,0 0-11 0,1 1-2 0,1-1 7 16,-1 0-1-16,1 0 2 0,0 0-10 0,1-1 2 0,0 1 0 0,1 0 5 16,1-1 5-16,1 1-14 0,3-1 4 0,0-1 2 0,1 1 0 15,0-1 0-15,2 0-10 0,0 1-1 0,1-1 3 0,1 0-3 0,0-1-1 16,0 1-1-16,2 0-6 0,-1-1-1 0,1 1-10 0,0-1-7 16,0 0-20-16,0-1-16 0,1 1-22 0,0-1-30 0,-1-1-33 0,1-1-74 15,0-1-112-15,0-1-140 0,1-2-170 0,0-2 29 0,0-2 66 0</inkml:trace>
  <inkml:trace contextRef="#ctx0" brushRef="#br0" timeOffset="-141784.64">14214 14864 2165 0,'-8'0'189'0,"1"-1"-52"0,-3 1-6 16,3-1-21-16,3 0-21 0,-1 0-38 0,2 0-22 0,-1 0-10 0,1 1-6 15,0-1 13-15,0 1-1 0,0 1 1 0,-1 0-7 0,0 0-12 0,-1 1 1 16,1-1-3-16,0 2-1 0,0-1 1 0,1 2-5 0,-1 0-7 16,1 0 5-16,1 2-5 0,-1 1 1 0,1 3-5 0,1 2-1 0,0 2-1 15,1 1 2-15,0 2 4 0,0 1 1 0,0-1-1 0,1 3 0 0,1 0 0 16,0-2-1-16,1 2-6 0,2-1-4 0,2 0 2 0,1-2-7 15,0 0 4-15,1-1 3 0,0-3-8 0,-1-1 21 0,0-1 6 0,0-2 2 16,-1 0 5-16,2-2-8 0,-2-2-4 0,-1 0 4 0,0-4-2 16,-1 1-18-16,-1-2-27 0,1-2-32 0,-2 1-35 0,0-2-50 0,0-1-78 15,0-3-100-15,-1-1-158 0,0-2-79 0,-1-5 148 0,-1-3 106 0</inkml:trace>
  <inkml:trace contextRef="#ctx0" brushRef="#br0" timeOffset="-141618.64">14001 14167 2095 0,'-6'-1'379'0,"0"-1"-301"15,-2 1 5-15,4 0-12 0,1 0-27 0,2 0-23 0,3 0-29 0,0 0-18 16,1 1-8-16,1 1-10 0,0 0-20 0,0 0-34 0,0 1-53 16,-1 1-72-16,1-1-78 0,1 1-71 0,1 1-48 0,0 0 20 0,2 0 91 15,1 0 130-15,2 0 38 0</inkml:trace>
  <inkml:trace contextRef="#ctx0" brushRef="#br0" timeOffset="-141135.64">14739 14574 1910 0,'0'0'320'0,"0"-1"-235"0,1-1-14 16,1-1-2-16,1-1-11 0,3 1-21 0,1-2-21 0,2-3-13 15,1-1 8-15,0-4-12 0,-1 0 6 0,-1-1-9 0,1-2-7 0,-2-2 0 16,-1-2-16-16,-1 0-2 0,-1-4-7 0,-1 0-3 0,-1-1 12 0,-1-2 2 16,-1 1 4-16,-2-5 4 0,-1 0-2 0,-1-2 2 0,-1 0 7 15,-1 0 5-15,0 1 7 0,0 1 4 0,-2 1 3 0,1 0 6 0,-1 3 0 16,-2 1 10-16,0 4 0 0,-1 1 1 0,0 1 3 0,1 4-4 16,0 0 1-16,0 4-2 0,-1 2-4 0,0 3-4 0,-1 2-4 0,1 2-8 15,1 3-11-15,-1 0-9 0,2 2-12 0,-1 2-3 0,0 2-6 0,1 4 3 16,0 3 6-16,-1 5 5 0,2 1 4 0,0 5 4 0,1 3 10 15,0 3 5-15,2 4 9 0,1 3 0 0,2 0 2 0,0 3-2 0,1 1 0 16,2 3-1-16,1 1-4 0,1 3-4 0,1 2 2 0,1 0-1 0,1 3 1 16,1 1 2-16,2 2-4 0,2 2-1 0,1-1-4 0,2 3-1 15,2 2-1-15,3 0-3 0,1 1 4 0,3 0-4 0,2-2-5 0,-1-3-11 16,3-1 4-16,1-5 7 0,1-6 3 0,0-2 7 0,1-5 2 16,0-5 2-16,1-3 8 0,-2-3 7 0,0-1-4 0,-1-5 4 0,-2-3 2 15,-1-3 8-15,-3-5 8 0,0-2 8 0,-2-4-2 0,-3-2 2 0,-2-3-8 16,-2-2-6-16,-3-1-5 0,-1-2-12 0,-2-1 4 0,-1-1-7 15,-2-3 1-15,-2-3-4 0,-3-1-9 0,-4-3-13 16,-2 1-7-16,-3-2-1 0,-5-1 2 0,-4 1 7 0,-4-2 7 0,-2 1-3 0,-3 0 11 0,-1 0 3 16,-1-1 0-16,-1 2-8 0,0 2-4 0,1 0-11 0,-1 0-12 15,1 2-12-15,0 1-36 0,1 0-35 0,0 3-41 0,1 1-41 0,1 1-47 16,1 2-59-16,0 0-88 0,2 0 10 0,3 2 1 0</inkml:trace>
  <inkml:trace contextRef="#ctx0" brushRef="#br0" timeOffset="-120876.25">14735 11136 1704 0,'-16'-8'290'0,"0"-3"-327"0,-1-4-67 0,8-2-24 0,7-2-12 0,6-3 13 16,7-2 14-16,3-2 27 0,7-1 34 0,1 0 24 0,3-2 20 0,2 2 10 15,3-3-3-15,2 3 2 0,5 0-1 0,2 0-1 0,3 0 2 16,2-1 2-16,3 0 4 0,2-2 4 0,2 2 9 0,3-2-4 0,2-1 3 15,3-1 2-15,3 0-2 0,1-2 7 0,2 2 3 0,4-1-3 0,1 1 3 16,2 1 0-16,2-1-2 0,1 0 0 0,2-1-2 0,2 1-5 16,1 0 1-16,0 2-3 0,4 0 3 0,1 0 2 0,0-2-2 0,2 1-2 15,1 1-1-15,3 1-5 0,-2 0-5 0,4 3-2 0,-1-2-3 0,2 1-1 16,0 0 3-16,2 0 6 0,1 3-4 0,-1-1 3 0,2 3-3 16,-1 1-3-16,0 2 2 0,0 1-4 0,-1 2-4 0,0 0 2 0,-1 3 1 15,0 2 0-15,0 3 0 0,-1 1-2 0,-1 2-1 0,0 2 0 16,-4 3-4-16,2 1 0 0,-4 3 0 0,0 3-1 0,-2 1 4 0,0 4-3 15,-2 3 1-15,-4 2-1 0,0 3-1 0,0 2 2 0,-3 4 1 0,-1 3 2 16,-1 4-2-16,-2 3 1 0,-1 3 0 0,-3 2 1 0,-1 2-5 16,-3 3 0-16,-3 2 1 0,-1 5-11 0,-3 2 3 0,-1 4 2 0,-2 2-6 15,-1 4 6-15,-3 5-4 0,-2-1-10 0,-2 5-2 0,-4 1-2 0,-1 0 7 16,-3 3 0-16,-4 4 3 0,-2 4 4 0,-3 3-2 0,-2 3 7 16,-4 1 2-16,-1 1-9 0,-3 1 7 0,-4 2-5 0,-2 0 7 0,-2 1 4 15,-3 1-2-15,-2 0-2 0,-2 0 4 0,-1 4 10 0,-2 4 2 16,-3 4 6-16,-2 4-8 0,-4 1-7 0,-2 0-2 0,-4-3-2 0,-5 0 0 15,-2-1 1-15,-4 0-4 0,-4 2 1 0,-4-2 5 0,-1 4-6 0,-6-1-3 16,-2 2-7-16,-4-1-4 0,-2 1 5 0,-4 0 4 0,-6 1 0 16,-1 3-3-16,-4-2-4 0,-3 3 3 0,-3-4 2 0,-2 0 4 0,-3-2 2 15,-3 0-14-15,-1-2 9 0,-5-4 7 0,-2-5 5 0,-1-3 22 0,-3-2-5 16,0-5 0-16,-4-3 8 0,-2-6 0 0,-4-2 15 0,-2-5-3 16,-2-3-6-16,-4-3-5 0,-4-3-16 0,-6-2-5 0,-6-3-139 0,-5-5 43 15,-3-3 23-15,-1-5 5 0,-1-4 127 0,1-2-26 0,1-6 2 0,1-6 15 16,0-3 8-16,1-5-4 0,-1-6-8 0,2-5-17 0,-2-6-8 15,4-8-6-15,-2-5-11 0,0-8 9 0,2-8-6 0,0-5 4 0,5-8 5 16,1-7-4-16,3-9 2 0,4-5 2 0,4-9-4 0,3-8 11 16,6-6 7-16,3-11 0 0,3-6 6 0,6-6 1 0,1-6 6 0,6 0 10 15,4-2 11-15,6-1 3 0,4-1 4 0,5 3 1 0,4 3-11 16,5 3-13-16,4 0-15 0,4-1-13 0,6 0-16 0,3-3-19 0,4-3-44 16,5-5-95-16,3-6-182 0,6-8-222 0,4-14-189 0</inkml:trace>
  <inkml:trace contextRef="#ctx0" brushRef="#br0" timeOffset="-110816.15">31307 5194 36 0,'8'-2'49'0,"0"-2"7"0,3-1-10 0,0 1-11 0,0 0-8 0,-1 1-10 15,0 0-6-15,0 0-4 0,1 0-2 0,1-1 4 0,0 1 2 0,1-1 2 16,-3-1 4-16,3 1-3 0,-1 0 10 0,-2 0 5 0,-1 1 4 15,-3-2 10-15,-1 2-4 0,2-2 3 0,-2 2 3 0,-1-2-1 0,0 1 3 16,-3 0 2-16,1 1-3 0,-2 1 4 0,0-1-5 0,0 0-1 16,-2 0-3-16,2 1-2 0,-1 0-3 0,0 1-3 0,0 0 0 0,0 1 0 15,0 0 3-15,1 1-5 0,-1-1-5 0,-1 1-7 0,0 1-3 0,0 1 0 16,0 0 0-16,0 2 0 0,0 0 1 0,-1 2-3 0,1 2-1 16,0 1-5-16,1 0 1 0,-1 2-3 0,1 0 0 0,-1 3 3 0,0 1-2 15,1 0 1-15,0 0 1 0,0 2-3 0,1 1-2 0,1-1-1 16,1 3-2-16,0 1 1 0,3 1 1 0,-1 3-3 0,2-1 2 0,2-2 0 15,2 1 1-15,1 0-1 0,1-1 2 0,1 1 3 0,0-2 6 0,2 2 9 16,0-1 3-16,3-1 6 0,-1 0 1 0,2-2-8 0,2 1 6 16,0-1-5-16,2-1 3 0,0 1 8 0,1-2-11 0,0-1-1 0,-3-3-7 15,1 1-5-15,-1 0 1 0,-2-1-1 0,1-2-2 0,0 0-2 0,-1-2-2 16,1-2-2-16,-2-2 2 0,-1-1-3 0,0-1 1 0,0-1-4 16,0-1 0-16,-3-1 6 0,0 0 5 0,-1-1-5 0,-3 1 2 0,-1-1-14 15,-1 0-7-15,-3 0-12 0,0 0-11 0,-1-1-10 0,-1 0-18 0,0 0-8 16,0 0-17-16,-2 0-19 0,0 0-20 0,1 0-25 0,-1 0-17 15,0-1-16-15,1 0 6 0,1 0 8 0,1-1 16 0,0-1-93 0</inkml:trace>
  <inkml:trace contextRef="#ctx0" brushRef="#br0" timeOffset="-110733.15">32244 5683 31 0,'1'-8'22'16,"-1"0"1"-16,0-1-3 0,-1-2-6 0,0-2-6 0,-1-3-1 16,-1 1-4-16,0 0-5 0,-1 1-5 0,0 0-8 0,-1 0-6 0,0 2-17 15,0 1-6-15</inkml:trace>
  <inkml:trace contextRef="#ctx0" brushRef="#br0" timeOffset="-110548.15">32159 5447 152 0,'0'0'126'0,"2"1"-12"0,-1-1 1 0,0 1-15 0,1 0 3 16,1-1-10-16,-1 1-8 0,1 0-12 0,0-1-18 0,0 1-14 16,1 0-8-16,1 0-12 0,0 0-5 0,1 0-5 0,1 1-8 0,0 0 3 15,1 0-1-15,0 0 0 0,1 0 2 0,1 0-5 0,0 0-2 0,1 0 0 16,1 0-5-16,-1 0 0 0,2 0-4 0,0-1-2 0,0 1 0 15,2 0-1-15,-1-1-3 0,0 1 1 0,0 0-4 0,-1-1-10 0,0 1-11 16,0-1-22-16,-1 0-29 0,-1 1-29 0,1-1-26 0,-2 0-36 0,0 0-113 16</inkml:trace>
  <inkml:trace contextRef="#ctx0" brushRef="#br0" timeOffset="-97769">17555 4142 79 0,'44'-17'64'0,"9"-1"-46"15,14-4-3-15,-1 5-1 0,-2 5-1 0,2 3 1 0,3 1-3 16,2 1-4-16,4 3-7 0,2 0 0 0,3 3-3 0,5 0 2 0,1 1 1 15,4 1-1-15,2 0 1 0,3 0-2 0,3 0 0 0,3 0 1 0,2 0 0 16,2-1 1-16,1-1-1 0,3 1-5 0,-1-1-3 0,0 1-4 16,0-1-3-16,-1 0 2 0,-2 0 1 0,-2-1 3 0,-1 0 4 0,-2-2 3 15,-1-1 2-15,-2-1 3 0,-2-1 0 0,-1-2 1 0,-1-2 1 0,-1-3-1 16,1-1 1-16,-2-2 1 0,1-2-1 0,-3-1 1 0,2-2 1 16,-3-2-2-16,0-2 3 0,-1-2 1 0,-3-1-1 0,0-1 0 0,-4-1-2 15,-2 0 0-15,-2-1 4 0,-3 3 1 0,-3-2 0 0,-5 1 1 16,-4-2-3-16,-5 1-2 0,-5 0-1 0,-5 1 1 0,-6 2-1 0,-6 1 0 15,-5 0 0-15,-4 1 2 0,-6-1-2 0,-5 1-1 0,-6 1 2 0,-5-1-1 16,-5 4 5-16,-5-2 1 0,-4 1 1 0,-6 2 0 0,-4-1-5 16,-2 4-3-16,-4 0-3 0,-1 2-5 0,-4 1 1 0,0 3-5 0,-1 0-3 15,2 2-7-15,1 2-18 0,2 1-19 0,0 2-13 0,1 2-87 0</inkml:trace>
  <inkml:trace contextRef="#ctx0" brushRef="#br0" timeOffset="-97285.11">16980 4587 354 0,'61'-17'98'0,"8"-1"-83"0,22-2-7 0,-4 3-3 0,-6 6-4 16,4 3-1-16,2 3-1 0,6 2-2 0,3 3-1 0,4 2 4 0,1 2-2 15,4 2-8-15,2 3-2 0,1 2-6 0,2 3 0 0,0 2-2 0,0 3-6 16,1 2-12-16,-3-1-7 0,0 2-1 0,-1 0-1 0,-3 0 8 15,-3 0 8-15,-2 1 5 0,-2-2 8 0,-2 0 7 0,-2-3 4 0,-4-2 3 16,-3 0 3-16,-6 1 2 0,-2 1 0 0,-6 1-1 0,-4 3 3 16,-5 2-1-16,-5 4 1 0,-6 4-2 0,-2 4-5 0,-5 4-3 0,-4 9-38 15</inkml:trace>
  <inkml:trace contextRef="#ctx0" brushRef="#br0" timeOffset="-45416.24">5916 4455 1857 0,'-31'-14'435'0,"-2"0"-427"0,-7-2-22 0,6 4-5 0,6 3-5 16,-1 1-13-16,1 0-37 0,-3 1-46 0,-1 2-38 0,-2 0-14 0,0 3 13 16,-3 1 40-16,-1 3 38 0,-1 2 41 0,-2 1 36 0,0-1 17 15,-1 3 19-15,-3 0 9 0,0 0 6 0,-2 2 4 0,0-1 0 0,-2 2-5 16,-3 0-6-16,0 3-4 0,-2 1-15 0,-1 1-5 0,-1 2 2 16,-1 0-2-16,-1 4 8 0,-2 0-2 0,1 0-4 0,0 3-7 0,-1-1-1 15,1 3 2-15,-1-1 1 0,0 1 2 0,0 1 2 0,0 1 0 0,1 3 2 16,-1-1-1-16,1 3 0 0,0-2 1 0,0 1-2 0,2 1-6 15,0 3-3-15,0 3-4 0,-1 4-8 0,-1 2 8 0,1 5-5 0,-1 2 1 16,0 0 7-16,-1 4-7 0,-1 1 3 0,0 2-2 0,0 0-4 0,2 2 0 16,-2 1 3-16,2 0-9 0,-1 4 9 0,0 1 4 0,1 0-3 15,0 3 10-15,2 0-8 0,-1-2-4 0,2 2 2 0,3-1 5 0,-1 1-1 16,1 1 18-16,2 3 9 0,0-1 4 0,2 4 3 0,3-1-7 16,0-3-9-16,3 2 0 0,-1-3-3 0,1 2 8 0,2 3-1 0,1-2 0 15,2 1 1-15,3 4-13 0,0 0 1 0,18-38 3 0,-6 12 11 0,3 2 21 16,-5 11-1-16,0 3-9 0,-3 12-14 0,0-1-27 0,-1 13 0 15,1-1-4-15,3 0 1 0,1-2 6 0,2 1 1 0,4-1-1 0,1 1-2 16,2-1 3-16,2 3-6 0,3-1 2 0,0 1 0 0,2 1-5 0,1-1 2 16,3-1 1-16,1 2-4 0,1-3 4 0,2 1 2 0,1-2-1 15,3 3 7-15,1-4-3 0,2 1-1 0,0-1-8 0,2 1 6 0,1-1-2 16,2 1 4-16,1 1 6 0,1 0 1 0,2 1 1 0,-1 2-4 16,3 0 7-16,1 1-3 0,1 3-1 0,3-2-22 0,1 2-4 0,0-3-7 15,25 84-5-15,-1-25 32 0,-6-30-1 0,-5-25 6 0,-2-13 3 0,2-2-3 16,1-1 5-16,4-4-2 0,3 1-1 0,-1 0 6 0,4-1 6 15,-1 2-1-15,0-2 7 0,3-4-7 0,0-1-11 0,3-5-2 0,2-2 15 16,-1-1 15-16,1-2 10 0,4-2 5 0,0-2-9 0,3-1-10 0,1-3 0 16,1-2 2-16,1-2-10 0,3-1-5 0,2-1-10 0,1-1 3 15,3-3 7-15,0-1 2 0,1-2 3 0,0-1-8 0,2-2-6 0,1-2-4 16,1 0-3-16,1-2-5 0,1-2 2 0,3-2 1 0,0-4-3 16,1 1 7-16,0-2-5 0,1-3 2 0,2-1-1 0,-1-5 1 0,2-1-1 15,-1-3-1-15,1-3-2 0,0-3 2 0,0-4 2 0,0-1 3 0,1-4 2 16,-1-1-6-16,0-2 5 0,0-2-3 0,0-4 4 0,0-2 0 15,-1-4 4-15,0-1-6 0,0-2 0 0,1-2 4 0,-2-2-7 0,2 0 5 16,-2-3-4-16,1-1-5 0,0-2 6 0,0-2-3 0,0-4 1 0,-3-1 7 16,2-2-9-16,-2 0 3 0,-1-2 6 0,0 0-11 0,-1-3 0 15,0 0-11-15,0-3 0 0,-2-3 13 0,0-2 2 0,0-3 7 0,0-2-8 16,-1-4 1-16,2-3 5 0,-3-4-1 0,-1-3 4 0,0 0-23 16,-2-2 8-16,-3-1-3 0,0-1-3 0,-3-1 18 0,-2-3-9 0,-1-1-2 15,-2-1 1-15,-2-4-9 0,-1-1 9 0,-3-3 2 0,-1-3 3 0,0-2 13 16,-3-1-16-16,-1 1 9 0,-3-2-5 0,-2 3-9 0,-2-2 6 15,-2 2-7-15,-2-2 1 0,-2 2 11 0,-2-2-7 0,-3 1 10 0,-1-2-7 16,-2 0 3-16,-1-1-2 0,-3-2-4 0,0 1 14 0,-3-2-4 0,0 0-10 16,-3-1 1-16,-1 1-8 0,-1-1 3 0,-3-1 12 0,0 0-5 15,-2-3 1-15,-1-3-2 0,-2 1 2 0,-1-1-2 0,-2 0 3 0,-2-4 4 16,-1 0-9-16,-1-1 0 0,-2 0 0 0,0 1-1 0,-2-1 2 16,-1 2-6-16,-2 0 7 0,-2 3 1 0,-1-1 7 0,-2 2 10 0,-1 0-10 15,-3 0-14-15,-3 0 15 0,0 4 2 0,-4 0-1 0,-1 0 14 0,-1 1-19 16,-1 1 5-16,-3 0 3 0,-1 2-4 0,-3 2 1 0,-1 0-3 15,-2 1-3-15,-3 4 2 0,-2-2-10 0,-1 4 4 0,-3-1-1 0,-2 3 1 16,-3 0 14-16,-3 1-11 0,0 3-1 0,-3 0-2 0,0 2 0 0,-3 2 2 16,-3 0 0-16,-1 1-6 0,-4 2-4 0,-1 1-5 0,-2 1-5 15,-4 1-1-15,-1 2-8 0,-3 2-1 0,-4 1 9 0,1 4 2 0,-5 2 2 16,-2 1-8-16,0 3 0 0,-6 3 1 0,-1 3 5 0,-1 3 11 16,-3 4 1-16,0 3 4 0,-1 4 5 0,-1 2-12 0,-2 3 16 0,-1 4-5 15,0 3-1-15,0 2 9 0,-1 5-17 0,2 0 6 0,-3 5 0 0,1 4-4 16,0 3 2-16,-3 6-3 0,2 3-3 0,0 5-2 0,-1 4 3 15,1 5-3-15,-1 2-14 0,1 6 9 0,0 3 10 0,1 5-8 0,3 3 5 16,0 4-18-16,2 4-42 0,0 3-19 0,0 6-23 0,2 2-35 0,1 3-43 16,1 4-56-16,2 1-98 0,0 4-122 0,2 3-141 0,-1 4-273 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08T12:18:46.1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11313 11209 649 0,'-8'0'87'0,"1"1"3"15,-2 1 1-15,4 0-20 0,1-2-12 0,0 0-7 0,2-1-1 0,-2-1 4 16,0 0-8-16,-1-2-9 0,0 0-12 0,0-2-9 0,-2-1-1 16,1-3-1-16,-1 0-2 0,1-3-4 0,0 0-3 0,0-3-9 0,0-2-2 15,2-2-4-15,0-1-2 0,1-2-3 0,2-1 0 0,0-1-1 0,3 1-2 16,0 0 5-16,3-1 0 0,2 1 2 0,1 0-3 0,3-1-3 16,2 3 4-16,2-1 3 0,3 1 5 0,2 4 4 0,1 0 3 0,4 3 3 15,3 1 1-15,0 3 4 0,3 2 1 0,0 2-2 0,2 4-2 0,1 4-1 16,0 4 3-16,2 4 0 0,-2 2 0 0,1 2-5 0,-2 1-3 15,3 4 3-15,0-1 2 0,1 1-6 0,1 3-1 0,-1-1-2 0,2 0-1 16,-1 1 4-16,0-1 3 0,0-2-3 0,-1-1-4 0,0-2 7 16,1-2 2-16,-1-3 5 0,0-1 4 0,-2-2-2 0,-3-1 0 0,2-2 0 15,-3-1-3-15,2-1 1 0,-2 0-5 0,-1-1-6 0,0-1-3 0,1 1 2 16,-1-1 0-16,0 0 1 0,-2-1 2 0,2 1-3 0,-2-1 2 16,1 0 0-16,0 2-1 0,-3 0 2 0,3 1-5 0,-1 0 1 0,0 1 2 15,0 0-2-15,-1 2 5 0,-1-1-4 0,2 3 0 0,-1 0 0 0,1-1-2 16,1 3 4-16,-2-2-2 0,1 1 2 0,-2 0 1 0,1-3-2 15,-1-1 1-15,-1 0-2 0,2-2-1 0,-1-2 2 0,2 0 0 0,-1-2 3 16,0 0-2-16,-1-2 2 0,1-1 0 0,1-3-2 0,2 0 4 16,-1 0-3-16,2 1-2 0,-2 1 2 0,2 0 0 0,0 3 1 0,1 1 4 15,0 1-3-15,-1 2 3 0,0 1-2 0,0 3-3 0,0 1 3 0,1 4-2 16,-1 3 4-16,2 1 11 0,-2 1 0 0,2-1 5 0,-2 1 1 16,1-1 7-16,1-1 7 0,3-1 1 0,0-1 1 0,0-1-10 0,1-2 1 15,1-2-3-15,1-2 3 0,2-2-2 0,0-2-3 0,2-1 6 0,2-3-8 16,-2-1 5-16,3-2-5 0,0-1-6 0,-1-2-4 0,3 0-4 15,-1-2 3-15,1 1 1 0,3-1 1 0,-2-2-3 0,2 1-3 0,1-1 1 16,-2-1-4-16,1 2 2 0,0 1-6 0,-1 2-4 0,0 2 10 16,0 3-10-16,0 0 1 0,1 2-1 0,-1 0-2 0,-1 2 1 0,-1 1-7 15,-2 1-37-15,1 1-65 0,-4 0-94 0,-2 1-107 0,-2 1-78 16,0 0-49-16,-3-1-41 0</inkml:trace>
  <inkml:trace contextRef="#ctx0" brushRef="#br0" timeOffset="617.01">19313 10965 2601 0,'-6'0'82'0,"1"-1"-33"0,2 0-18 0,1 1-31 0,3-1-23 15,3-1-29-15,0 1-28 0,4-1-12 0,2-1-4 0,3-2 9 16,1-1 9-16,-1-2 0 0,2-3-9 0,0-2-17 0,1-2-9 0,-1-3-12 16,4-3 1-16,1-1 14 0,1-3 14 0,4 0 27 0,2 1 18 0,3 1 14 15,2 2 15-15,1 3 12 0,3 1 21 0,-1 1 19 0,1 4 30 0,2 0 21 16,-1 2 13-16,-1 1 3 0,2 1-12 0,-1 1-7 0,1 3-7 16,-1 1-4-16,2 3-6 0,1 4-14 0,-1 2-5 0,1 2-6 0,1 3-8 15,-3 2-6-15,1 1-9 0,-2 3-7 0,-1 3-2 0,0 0-2 16,-2-2-7-16,0 2 2 0,-3 0 9 0,0-2 9 0,-1 1 20 0,0 0 18 15,0-4 0-15,0 1 6 0,-3 0-3 0,0-2 2 0,-2 0-7 16,0-1-5-16,-1-1-12 0,-3-2-12 0,1-1-4 0,-2 0-3 0,1-1-1 16,-1 1-6-16,0 0-1 0,-2 0-4 0,0 0 4 0,0 0-6 0,0 0 1 15,0 1-4-15,2 1-3 0,-1 2 7 0,2 1-4 0,-1 1 4 16,-1-1-5-16,1 0-1 0,0 1 8 0,-1-1-6 0,3 0 5 0,1 1-4 16,0 0-6-16,4 1 6 0,0-1-1 0,2 1 0 0,0-3 6 0,4-3-6 15,1-4 2-15,3-3 3 0,2-4-3 0,1-5 2 0,3-3 3 16,2-5 1-16,1-3 4 0,3-2-5 0,1-4 5 0,0-2-2 0,0-1 0 15,1-2 9-15,0 0-6 0,-1-1 11 0,-1 2-3 0,-1 1 5 16,-2 2-1-16,0 0-9 0,2 1-1 0,-2 2-10 0,0 0-4 0,0 1-1 16,-1 4-8-16,-3 0-32 0,-1 2-64 0,-1 1-110 0,-3 2-188 0,-3 2-261 15,-2 0-79-15,-4-1 124 0</inkml:trace>
  <inkml:trace contextRef="#ctx0" brushRef="#br0" timeOffset="23166.49">19465 9345 1 0,'-9'-11'0'0,"-3"-2"0"0,-3 1 84 0,-1-3-44 0,6 12-29 0,0-1-20 16,1 2-11-16,0 0-3 0,1 0-2 0,2 0 4 0,-1 0 5 15,1 0 1-15</inkml:trace>
  <inkml:trace contextRef="#ctx0" brushRef="#br0" timeOffset="24101.49">19272 9205 55 0,'-3'-5'50'0,"-1"-1"0"0,-2-1-5 0,1-1-4 16,1 1-6-16,-1-1-3 0,1 1-3 0,1 0-5 0,-1 1-3 0,1-1-3 15,0 1-3-15,0 1-1 0,1-1 0 0,0 0-1 0,1 0 1 16,-1 1 0-16,0 0-1 0,1-1-1 0,-1 1-1 0,1-1-2 0,-1 0 3 16,1 0-2-16,0 1 3 0,0-1 0 0,0 0-1 0,1 0 0 0,-1-1-1 15,1-1 2-15,0 0-2 0,1-1 0 0,1 0 0 0,0-2-5 16,0 0 0-16,1-1 4 0,0 1-2 0,1-1 2 0,0 0 1 0,1-2 3 15,0-1 5-15,0-1 5 0,2 1 5 0,0-1 5 0,0-1 5 16,1-1 3-16,1 1 1 0,1-2-1 0,1-1 0 0,0 1-2 0,2 0 2 16,-1-1-1-16,0 1-4 0,1 0-2 0,-1 1 4 0,2 1-5 0,1 0 1 15,-1-1-6-15,0 1-9 0,1 1-3 0,0-1-4 0,1 0-2 16,0 0-2-16,3 2-4 0,-1 0 1 0,1-1-4 0,3 1 2 0,1 1-2 16,1 0 2-16,2 0-1 0,0 0 0 0,4 0 2 0,1-2-3 0,5 0-1 15,0 0-2-15,2 1-1 0,1 0-2 0,1-1 2 0,4 1 4 16,2 0-2-16,0-2-1 0,3 3 7 0,1-1-5 0,0 1 3 0,0-1 3 15,1 0-5-15,-1 0 2 0,2 2 3 0,-1 0 3 0,0 2 4 16,0 0 7-16,0 1 4 0,3 0-3 0,0 2 4 0,2-1-5 0,1 1-6 16,2 1 4-16,2 1-8 0,1 0-2 0,0 2-2 0,2 1-6 0,0 1 0 15,0 1-1-15,2 0 6 0,2 1-4 0,-1 0 1 0,-1 1-1 16,0 0-5-16,-2 0-1 0,-2 1-2 0,-1 1 1 0,0 1 0 0,-2 1 3 16,2 1-2-16,-3 2 0 0,1 1 1 0,-1 0 1 0,0 1-1 0,0 1-1 15,-1 2 1-15,-1 0-1 0,-2 1 2 0,0 1-3 0,-1 1 2 16,0 1-1-16,-1 0-9 0,-1-1 3 0,-1 2 7 0,-1 1-4 0,0 1 9 15,-1 0 3-15,-1 0-6 0,-2-1 1 0,-1 2-4 0,-2-1-3 16,-1 1-2-16,1 0 2 0,-1 2-6 0,-2 1 2 0,0 2 0 0,-1 0-1 16,-1 2 5-16,-1-1 1 0,-2 1-1 0,-1 0-2 0,-2 0-4 0,2 2-3 15,-2 0-3-15,0 3-5 0,-1 0 3 0,-2-1-13 0,-2 1 4 16,-1 0-2-16,-1 2-3 0,0 1 8 0,-1 0-1 0,-3 0 1 0,-2 0 7 16,0-1 2-16,-3 2 5 0,-1 2 2 0,0-1 0 0,-3 0-3 0,-1 1-3 15,-2-1 3-15,-2 2-3 0,0 0 3 0,-3-2-7 0,-1 3 4 16,-2 0 2-16,-2-2-2 0,-2 3 10 0,-2-1-5 0,-1-1-2 0,-2 3 3 15,-2-1 1-15,-2-1 0 0,-1 1 2 0,-1-2-2 0,-4-1 2 0,0 2 2 16,-2-1-2-16,-1-1 4 0,-2 2 0 0,1-3 2 0,-1 0 3 16,-1 3-2-16,0-3-2 0,-2-2-1 0,0 1-3 0,-2-1 4 0,0 2-3 15,-1-2 1-15,2 0 0 0,-3 0-1 0,1-4 1 0,-2 2 0 16,-1-2-1-16,-1 1 3 0,1-2 1 0,-4 0 2 0,1-2 2 0,0 1 1 16,-3-3-3-16,2 1 6 0,-1-2 1 0,1 0 0 0,-3 0 5 0,-2-1-4 15,0 0-3-15,0-2 3 0,-3 1-3 0,0 0 2 0,-1-1 2 16,-2 1 0-16,1-3 0 0,-3 1-1 0,1-2 1 0,-1-1-6 0,0-1 1 15,-2 0-4-15,0 0 2 0,-2-1 1 0,0 0-4 0,0 0 1 0,0-2-1 16,-2 0 1-16,0-1 4 0,1 0 2 0,0-3 3 0,0-1-3 16,0 0 3-16,-1-1 3 0,1-1-2 0,2-1 1 0,0-2 3 0,2-1-1 15,0-1 5-15,0-2 2 0,1-1-4 0,1 0-1 0,1-3 1 16,3-1-4-16,0-1 1 0,2-2-7 0,0-1-4 0,0-2-4 0,0 0-7 16,1-1 2-16,0-2-4 0,-1-2-1 0,0 0-1 0,0 0-3 0,0-2 5 15,2 0 6-15,2-1 7 0,-1 1 8 0,3-2 0 0,1 0 0 16,-2-3 4-16,1-2-1 0,-2-3 0 0,1-3 3 0,0-1-7 0,-1-3 0 15,2 0 2-15,1-3-3 0,-2 0 5 0,2-3-1 0,1 0-2 0,1 0-1 16,0-2-5-16,4 0 5 0,-1 1-3 0,2 1 0 0,0 1 1 16,2 1-4-16,1-3-3 0,1 1-5 0,-1-1-7 0,2 1-2 0,0 2 2 15,0 0-4-15,2-1 2 0,0 2-2 0,1-1-5 0,2 1 13 16,0 1-3-16,0-1 7 0,1 2 7 0,0-1-3 0,2 2 1 0,3 0 3 16,2 0 1-16,1 2 0 0,2-2 2 0,0 1-6 0,1-1-2 0,2 2 0 15,1-1-4-15,1 1 1 0,1 0 1 0,1 0 1 0,1 1 6 16,2 1 1-16,-1 2 9 0,2 3-1 0,-1 1 2 0,1 2 1 0,-1 1-10 15,1 1-3-15,1 4-12 0,0 1-7 0,0 0-4 0,1 2-6 0,0 1-5 16,1 2-12-16,-1 2-17 0,-1 1-25 0,1 0-35 0,1 2-36 16,1-1-41-16,1-1-11 0,3-1-29 0</inkml:trace>
  <inkml:trace contextRef="#ctx0" brushRef="#br0" timeOffset="25434.5">12194 8255 661 0,'-9'-14'328'0,"3"-2"-240"15,0-3-35-15,8 0-39 0,5 1-13 0,6 0-2 0,3-1-1 0,4-3-1 16,5 2 2-16,2 1 0 0,2-2-1 0,4 2 1 0,1 1-2 15,3-1 2-15,3 1-3 0,0 2-3 0,1-1 4 0,3 0-5 0,-1 0 4 16,2 2 4-16,2 1-3 0,1 1 1 0,1 0 1 0,1 2 0 0,1 0 0 16,0 1 0-16,3 1 1 0,1 0 2 0,0 0 4 0,2 0 6 15,0 1-3-15,0-1-3 0,2-1-1 0,0 2-5 0,0 1 2 0,1 0 0 16,0 2 2-16,0 1-2 0,2 0 2 0,-2 3 0 0,0-1-1 0,-1 1 4 16,-1 0 1-16,1 2 5 0,-3 0-2 0,0 1 5 0,-2-1-1 15,0 2-2-15,-1 0 1 0,1 0 0 0,-2 1-2 0,1 0 3 0,0 0-5 16,-1 1-4-16,2 2 1 0,0 0-1 0,-1 2 1 0,1 0-1 15,-2-2-4-15,1 3-1 0,-1 0-2 0,1 1 3 0,0 0 0 0,0 1-3 16,1-1 4-16,-1 2-7 0,2 0 6 0,-2 1-3 0,1 0 0 0,1 2 2 16,-2 1-2-16,1-1 1 0,-1-1-2 0,-1 0 1 0,-2 0-3 15,0 1 3-15,-2-1-1 0,1 1-2 0,-2 1 6 0,-2-1-4 0,1 0 5 16,-2 2-2-16,-2 0-2 0,-1 0 3 0,0 1-4 0,-2 0 2 16,-1 2 1-16,-1-1-5 0,-2 0 3 0,0 1-1 0,-3-1-1 0,0 3 6 15,-1-1 0-15,-1 1 1 0,-1 1 0 0,0-1-1 0,0 1 1 0,1 1-3 16,-1-1 1-16,2 3 1 0,-3 0-5 0,2 3 3 0,-1 0 0 15,1 1 0-15,-1-2 0 0,1 3-3 0,-3-1 1 0,2 3-1 0,-3-1 0 16,0 4 4-16,-1-1-9 0,-2 0-1 0,-1 3 2 0,-1 0-1 0,-2 1 3 16,0 2-2-16,-1 1-1 0,-2 1-2 0,-1 2 0 0,-2 0 0 15,-1 0-2-15,-2-1 0 0,-2 2 0 0,1-1 0 0,-2-1-3 0,-1 1 3 16,-1 2 5-16,-1-1 3 0,-1 0 4 0,-1-1-1 0,0-1-2 16,-2 2 0-16,-1-1-1 0,-2 1 3 0,-1 0-1 0,-1 1 1 0,-1-1-4 15,-2 0-6-15,-1 0 7 0,0 2-3 0,-3-2 5 0,0 2 0 0,-3 0-7 16,-1 2-3-16,-2 1-9 0,-2 2-5 0,-1-2-1 0,1 0-5 15,-3-1-1-15,-2 2 2 0,0-1-6 0,-3-1 4 0,0 1 7 0,-3-2 2 16,-1 1 5-16,-3 0 3 0,0 2 3 0,-2 0 3 0,-2 0 3 0,-2 0 5 16,-2-1-1-16,-2-1-1 0,-1-1-2 0,0-1 4 0,-1-1 3 15,-2-3 5-15,0-2 4 0,0-3-3 0,-2-1 2 0,0-2 3 0,-1-2-1 16,-3-2 6-16,0-1-4 0,-2-2-3 0,-2-1-3 0,0-2 3 16,-3 0 0-16,-1-2 3 0,0 1 6 0,-3-3 10 0,2-1 7 0,-1-2 7 15,-3-1-4-15,-2-2-16 0,-2 0-4 0,-3 0-6 0,-1-1-3 0,0-1 3 16,-2 0-1-16,0-2-3 0,-1-2 1 0,-3-1-2 0,0-1-1 15,0-1-4-15,-2-3-1 0,0-1 0 0,1-2-1 0,-3-1 1 0,1-2-1 16,-1-1 0-16,0-4-4 0,0 0 0 0,-3-3 13 0,3-2 2 0,-2 0 2 16,-1-5 2-16,2-3-20 0,-1 0 19 0,2-4 0 0,-1-4 9 15,2-1 22-15,2-4-4 0,0-1 5 0,2-2-2 0,0 0-5 0,-1-3-8 16,2-1-4-16,-1-3-4 0,1 0 1 0,2-2-2 0,-1 0-4 16,2 1 1-16,0-1-5 0,1-2 7 0,3 2 2 0,0-3-1 0,3 0-6 15,2-2-9-15,2 0-9 0,2-1-8 0,2-3-1 0,2-2-7 0,3-1-6 16,3-3-2-16,2 0 3 0,2 0 1 0,2-3-1 0,1 0 7 15,5 1 0-15,3-3 5 0,2 0 5 0,4-1-5 0,3-1 3 0,1 0 4 16,2-1-6-16,3 1 12 0,2-1-4 0,3-2 5 0,4 3 9 0,2-1-5 16,3 0 3-16,3 0 0 0,3-2 2 0,3 1 2 0,3-1 2 15,5-2 2-15,2 1 3 0,4 1-3 0,3 2 2 0,5 0-2 0,5 1-4 16,3 1 5-16,4 1-6 0,3 3-8 0,2 2 0 0,4 1-5 16,4 2 0-16,3 2-1 0,3 0-4 0,4 1 1 0,4 2-5 0,1-1 1 15,5 1-16-15,2 1-28 0,2 1-45 0,5-1-54 0,1 3-67 0,2 0-57 16,5 2-38-16,1-2-27 0,1 0-74 0</inkml:trace>
  <inkml:trace contextRef="#ctx0" brushRef="#br0" timeOffset="135424.32">6067 14407 1246 0,'-24'10'481'0,"-1"5"-418"0,-3 7 12 0,6 6-27 0,7 2 3 0,3 7 13 16,0 3 4-16,0 6-12 0,2 3 3 0,3 5-33 0,1 2-5 15,3 3 0-15,2 3-12 0,1 2 0 0,4 1-15 0,3-1-9 0,2 1 9 16,2-3-5-16,1-1 7 0,-1-3-4 0,-1-3-5 0,0 0 4 0,0 0-3 16,-2 0 10-16,-1 1-3 0,-1-3-4 0,-2-1 5 0,-1-2 0 15,-1-1 8-15,-2-4 2 0,-1-2-2 0,0-1 2 0,-1-5 3 0,0-3 7 16,-1-1 6-16,-1-3 2 0,1-3 2 0,0-2 10 0,1-5 11 0,1-2 10 15,-1-2-4-15,2-4-5 0,-1 1-7 0,2-2-2 0,0-1-2 16,1-1-8-16,0-2-6 0,0-1-7 0,1 0-8 0,1 0 8 0,1 0-1 16,1-1-3-16,0 0 3 0,2 0-15 0,1-1 5 0,1 0 3 0,1-2-3 15,1 0-4-15,1-1-1 0,3 0-1 0,0-2 6 0,3 1-5 16,0-2-15-16,4 1 2 0,0-2-12 0,1 0-6 0,1-2-10 0,0 0-30 16,3-2-18-16,-2-1-35 0,4 0-36 0,0-1-33 0,1-3-44 15,2-2-25-15,1-3-28 0,-1-2-15 0,2-5-24 0,-3-5 12 0,3-3 28 16</inkml:trace>
  <inkml:trace contextRef="#ctx0" brushRef="#br0" timeOffset="136074.32">6007 14183 1668 0,'-41'-16'157'0,"-2"0"-87"0,-9-2 8 0,11 3 12 0,13 3 18 16,3 1-9-16,6 1-18 0,2 0-20 0,3 2-18 0,3 2-13 0,3 1-6 15,2 2-13-15,3 0-12 0,1 1-7 0,2 2-9 0,2-1 0 16,2 2-3-16,5 0-2 0,4 1 5 0,4 1 2 0,3 0 1 0,5 0-1 16,4 1-2-16,3 1 3 0,4 0 4 0,-1-1 4 0,3-1-3 0,1 1 4 15,1-2 2-15,1 0 3 0,1-1-1 0,1-1-2 0,-1-1 3 16,2-1 4-16,1-1 7 0,-1-1 4 0,3-2 6 0,2 2 2 0,2-3 7 15,1 0 4-15,2-1 3 0,1 0 1 0,2-1 3 0,1-1 0 16,0 1-2-16,4-1-1 0,-2-1-4 0,4 1 1 0,1-1-14 0,0 0-5 16,1 1 11-16,0 0-7 0,1 0 0 0,3 0 7 0,-2 0-17 0,1 0-5 15,-1 1 8-15,0 1-6 0,0 1-2 0,0 2-3 0,-2 2-4 16,-3 1 2-16,-2 3 0 0,-2 2 0 0,-3 3-7 0,-2 1 2 0,-4 2-3 16,-3 1 3-16,0 1-10 0,-5 2-4 0,-1 2 9 0,-3 0 0 0,-6 4 12 15,-1 2 1-15,-4 0-8 0,-1 3-2 0,-3 0 2 0,-2 1 2 16,-1 3 0-16,-4 1-7 0,-1 2 7 0,-2 3-1 0,-2 2-1 0,-2 1 5 15,-1 1-8-15,-2 3 6 0,0 2 1 0,-1 1 1 0,0 5-5 16,0 2 5-16,0 2 1 0,0 2-2 0,-1 3 12 0,0 1-9 0,0 3 5 16,0 0-6-16,-1 2-9 0,1 0 10 0,-1 1-4 0,0-1-1 0,0 1 3 15,0-1-2-15,1 0 2 0,0-2 5 0,1-1 0 0,-3-3-12 16,1-3 4-16,-1-2-2 0,0-3 3 0,1-1 2 0,-3-3-9 0,0-2 7 16,-2-1-3-16,-1-2 2 0,-1-1 14 0,-1-4-9 0,-2-1 3 0,-2-4-2 15,-1-1-5-15,-3-2 11 0,-3-1-4 0,-1-3-2 0,-3-1-5 16,-2-3-4-16,-5-2 1 0,-1-1 3 0,-5-3-1 0,-3-2 1 0,-3-3-1 15,-3-1 3-15,-3-2 6 0,-2-2-2 0,-1-2-4 0,-2-2 5 0,-1 1-5 16,0-3 1-16,0 1 11 0,-1-1-10 0,0-2 4 0,0 2-6 16,0-1-3-16,0 0 6 0,-1 2-8 0,0-1 10 0,0 1-11 0,0-1 7 15,0 1 4-15,0 1-5 0,-2 0 7 0,1 0-12 0,1 0 11 16,1 1-2-16,3 1 1 0,2 1 1 0,0-1-1 0,1 2-1 0,1 0 4 16,2 1-5-16,1 0-9 0,3 1 4 0,3 0-8 0,2 0-3 0,3 0 1 15,3 1-18-15,2-1-9 0,3 0-16 0,3 0-21 0,3 0-13 16,5-2-40-16,2-1-39 0,5 0-64 0,2 0-70 0,2 0-61 0,3 0-40 15,5 0 16-15,5-1-65 0</inkml:trace>
  <inkml:trace contextRef="#ctx0" brushRef="#br0" timeOffset="136392.32">9075 15246 1591 0,'-6'-3'661'0,"3"-1"-477"16,-1 0-55-16,3 1-51 0,1 0-1 0,1 0-9 0,1-1-20 0,1 0-8 15,3 0-27-15,1-1-13 0,4-2 0 0,2 2 4 0,2-1 7 0,6 0 5 16,5-1-1-16,5 0-22 0,6-2 4 0,3 1-6 0,3 1-4 16,1-1 6-16,2 1-6 0,1-1 1 0,0 0 5 0,1 2 4 0,2-2 1 15,-1 0 4-15,1 0-7 0,2 0 5 0,0-2 0 0,2 1-2 16,0 0-5-16,0-3-1 0,-3 1 6 0,-2 0 4 0,0 0 10 0,-1 1-1 15,1 0 3-15,-4-1 1 0,-1 1 3 0,-2 0 11 0,-3 0 3 0,-2 1 4 16,-1 1-6-16,-3 0-8 0,0 1-3 0,-2 0-14 0,-1 0-5 16,-3 1-7-16,0 0-3 0,-2 1 10 0,-1 0 0 0,-1 1-5 0,-1 1-14 15,0 1-10-15,-3 1-24 0,-1 1-25 0,-2 1-32 0,-1 0-47 0,-3 1-37 16,1 1-46-16,-2 0-36 0,0 1-41 0,-1-2-29 0,-2-1-15 16,-1 0-3-16,-1-2-72 0</inkml:trace>
  <inkml:trace contextRef="#ctx0" brushRef="#br0" timeOffset="136741.32">10830 14352 1808 0,'-9'-3'295'0,"-1"-1"-109"0,-1 0-71 0,2 2-27 0,3-1 0 16,2 1-25-16,1 0-23 0,2 1-22 0,0 1-10 0,2 0-11 16,-1 1 1-16,1-1-3 0,1 1-4 0,2 2-1 0,2 0-3 0,3 3-3 15,3 0-3-15,3 3-2 0,3 1 6 0,3 0 11 0,1 3-3 16,2 1 6-16,1 0-3 0,0 2 1 0,2-1 3 0,-1 0 2 0,4 1-4 15,-1-1-2-15,3-1-3 0,0 1 9 0,3-1-15 0,-1 0 4 0,3-2 1 16,-2 0 8-16,0 0 19 0,-1 0 4 0,0 0 5 0,1-2-9 16,-2 1 5-16,3 0-6 0,-3 1-1 0,-1-2 1 0,-1 1 0 0,-1-1 5 15,-3 1-5-15,1 2 3 0,-3-1-4 0,-1 1 3 0,-1-2-2 0,-3 1-8 16,-1 1 7-16,-2 1-9 0,-4-1 6 0,1 1 1 0,-3 2-15 16,-2 0 5-16,-3 2-2 0,-4-1-6 0,0 1 6 0,-2-1-5 0,-2-1 9 15,-2 0 3-15,-2 1-1 0,-4 0 1 0,-2 0-3 0,-2 1-4 0,-1 0 4 16,-2 0-2-16,-1 0-12 0,1 1 6 0,-2-1-6 0,1 0-8 15,-1 2 3-15,0-2-19 0,0 1 8 0,-1 0-11 0,3 1-2 0,-1 0-7 16,0 0-21-16,2-1-21 0,-1-1-29 0,2 0-35 0,1 0-45 16,3 0-49-16,1-2-65 0,1 0-43 0,1-1-20 0,2-1 4 0,3-2-68 15</inkml:trace>
  <inkml:trace contextRef="#ctx0" brushRef="#br0" timeOffset="137190.84">12395 14170 1258 0,'-3'-2'992'0,"1"0"-807"0,0-1-65 0,1 2-32 0,2 0-14 0,0 2-23 15,1 1-36-15,1 2-23 0,3 3-6 0,2 5 0 0,2 4 4 0,3 6 6 16,2 4 0-16,2 4-14 0,-1 5 0 0,3 2-5 0,0 4 1 16,-2 5 12-16,2 3-6 0,-2 5 10 0,-1 1 1 0,-4 2 5 0,1 2 13 15,-3 0-5-15,0 3 8 0,-1-1-5 0,-2 1 2 0,-2 0 9 16,-1 0 0-16,-1 0 9 0,0 1-2 0,-1-1 1 0,-1 1-2 0,0 0-1 15,1-1-2-15,-1 0-8 0,0-3-5 0,0-1-1 0,0-3-2 0,0-3-13 16,0-2 6-16,1-1-2 0,1-5-5 0,0-2 12 0,2-3 1 16,0-4-8-16,0-4-1 0,2-1-1 0,-1-4-5 0,1-1 9 0,2-3 0 15,0-4-11-15,2 0-1 0,0-3 1 0,3-2 1 0,0-2 11 0,2 1-4 16,2-3 1-16,0-1 5 0,1-1-2 0,2 0 6 0,1-1-4 16,4 0-4-16,2-1 8 0,1-1-2 0,5 1 3 0,1 0 7 0,1 0-9 15,4 0 3-15,0-1-11 0,1-1 5 0,4 0 5 0,0-1-3 16,4 0 7-16,3-1-6 0,4-1 4 0,3-2 4 0,3 0-8 0,3-2-9 15,2 0 1-15,2-2-7 0,1-2 10 0,0 0-1 0,2 0-7 0,1-2 13 16,2-1-8-16,1-1 4 0,1-3 8 0,0 1-12 16,3-2 7-16,3-2-7 0,2-1-4 0,2 0 13 0,0-2-5 0,-3 1 4 0,-2 1-2 15,-2 0-6-15,-1 1 1 0,0 0 5 0,-1 1-8 0,-5 1 5 0,-2 0-4 16,-5 3 4-16,-4-1 4 0,-4 2-12 0,-4 1 1 0,-4 2 1 16,-3 2-9-16,-6 1-6 0,-4 1-13 0,-3 0-10 0,-7 2-14 15,-2 1-11-15,-4 1-13 0,-4 1-16 0,-2-1-27 0,-4 1-40 0,-4 0-40 16,-3-2-31-16,-2 0-34 0,-2-3-25 0,-3-2-26 0,-2-2-56 0,-8-5-211 15</inkml:trace>
  <inkml:trace contextRef="#ctx0" brushRef="#br0" timeOffset="137692.84">12888 13743 1564 0,'-29'-16'1026'0,"-2"0"-931"0,-6-4-5 0,8 3-43 0,7 2-15 0,5 1-14 15,5 1-12-15,5 2-10 0,3 1-11 0,3 1-3 0,4 1 4 0,2 0 0 16,4-1 0-16,6 0-1 0,7-3 1 0,7 0-4 0,8-2 4 16,7 0 5-16,7 1-3 0,5 0-1 0,5-1-8 0,6 1 5 0,4-2 1 15,1-1 9-15,3-1 1 0,-1 1 2 0,1-2 0 0,1-2 6 16,0 0-1-16,-2 0 6 0,0-2 0 0,0-1 3 0,-1-2 8 0,0-1 2 15,0 0 2-15,1 0-5 0,0 2 5 0,-1-1-8 0,1 0-2 0,1 2 5 16,-1-2-9-16,2 3-1 0,0 0-8 0,-2 2 0 0,2 3 2 16,-1 1-2-16,-3 4 3 0,-1 3-6 0,-1 2 1 0,-3 2-1 0,1 4 1 15,-3 2-5-15,-5 5-2 0,-5 2-1 0,-2 2 0 0,-4 4 1 0,-3 2-2 16,-2 2 6-16,-2 3-2 0,-5 1 2 0,-4 2 2 0,-1 2-5 16,-4 2 1-16,-4 3-4 0,-1 1 4 0,-5 3 9 0,-1 0-13 0,-1 1 12 15,0 3-2-15,-2-1 4 0,-1 2 13 0,0-2-6 0,-3 0 0 16,0 2 3-16,-2 2 0 0,1 2 4 0,-1 2-2 0,0 2-1 0,0 0 5 15,-1 3-8-15,1 1-6 0,-1 2 9 0,2 2-1 0,2 3 14 0,-1 3 15 16,2 4-6-16,0 3 2 0,-1 0-9 0,2 3-1 0,1 0-4 16,0 1-6-16,0 0 3 0,-1-1-11 0,0-1-3 0,0-2 9 0,0-2-9 15,-2-3 7-15,2-2 2 0,-1-3-10 0,1-1-8 0,0-2 7 0,-3-3-1 16,1-3-1-16,-2-4 4 0,0-4-10 0,-1-3-1 0,-1-2-1 16,-1-2 0-16,-1 0-10 0,0-1-11 0,-3-3-7 0,1-3-32 0,-2-3-21 15,-2-3-36-15,-1-2-40 0,0-4-32 0,-1-2-41 0,-2-3-60 0,-1-4-59 16,0-5-42-16,-2-5-7 0,-1-6-7 0,-3-10 28 0</inkml:trace>
  <inkml:trace contextRef="#ctx0" brushRef="#br0" timeOffset="138024.84">16415 14383 1125 0,'-2'-2'264'15,"1"2"-101"-15,0-1-21 0,1 0-11 0,1 0-34 0,-1 0-42 0,2 1-36 16,-1-1-14-16,2 1-2 0,0 0-2 0,3 0 5 0,1 1-6 15,1 0 1-15,4 0-3 0,3 2 2 0,2 0 0 0,1 0-5 0,4 0 8 16,3 1 3-16,2 0-1 0,4 0 5 0,1 0 1 0,2 0 9 0,-1-1 13 16,3 0 15-16,3 0 11 0,3-2 12 0,2-1 4 0,3-1 11 15,1 0-4-15,2 0-17 0,2-2-1 0,2-2-13 0,4 0-5 0,3-1 8 16,1-1-2-16,2-1-2 0,2 1 2 0,1-2-18 0,2-1 6 16,2 0 3-16,-1-1-3 0,1 0 7 0,2 0-6 0,0-2-6 0,1 0 1 15,-2-2-2-15,0 1-6 0,-1 0 5 0,-1-1-4 0,-2 0 0 0,0 1 0 16,-2 1-8-16,-3 0-8 0,-2 1-2 0,-3 0-2 0,-1 1-13 15,0 2 4-15,-3-1 4 0,-2 1-10 0,-3 1 10 0,-2 1 2 0,-5 0-8 16,-2 1 5-16,-2 1-1 0,-3 1-2 0,-3 2 4 0,-4 0-8 0,-2 0-3 16,-4 1-2-16,-1 1-6 0,-2 0-2 0,-2 0-8 0,-1 2-8 15,-2-1-16-15,0 0-7 0,-1 0-10 0,-2 1-17 0,0 0-23 0,-1 0-27 16,-1 0-27-16,0 0-34 0,-2 0-42 0,-1 0-40 0,0-1-50 16,-1-1-54-16,1-1-35 0,-2-3-15 0,0-3-1 0</inkml:trace>
  <inkml:trace contextRef="#ctx0" brushRef="#br0" timeOffset="138557.84">19152 13244 1521 0,'-3'-6'628'0,"0"1"-456"16,-1-2-55-16,2 2-47 0,2 0-17 0,0-1-22 0,2 1-36 0,2-1-13 16,2 2-9-16,2-1 1 0,3 2 10 0,2 0 2 0,4 0 6 15,3 2 2-15,2 1-5 0,5 3 0 0,3 1 2 0,4 2-5 0,2 2 0 16,4 1 1-16,2 2-1 0,1 1 5 0,2 1 3 0,0-1-2 15,1-1-1-15,0-1-2 0,2 0 14 0,1 2 6 0,-1-1 2 0,1-1 4 16,-2-2-9-16,2 0 3 0,-2-2 8 0,-2 0-1 0,0-2 5 0,-2-1 1 16,-4-2 6-16,-3 0 5 0,-2-1 10 0,-4-1 6 0,-1 0-1 15,-2 0 1-15,-1 0-1 0,-2 0-1 0,-3 0-5 0,-2 1-7 0,-2-1-9 16,-2 1-8-16,-2-1-8 0,-1 1 7 0,-2 1-1 0,-2-1-9 0,-1 2 6 16,-1-1-2-16,-2 2-1 0,1-1 0 0,-1 1-5 0,0 1-3 15,0 1-7-15,1 1 8 0,0 1-4 0,0 3-1 0,0 2 4 0,-1 4-9 16,1 3 7-16,0 2-5 0,0 4-2 0,-1 4 2 0,1 5-7 15,0 5 5-15,0 5 0 0,1 3 5 0,0 4 2 0,1 5 2 0,1 3-4 16,2 4-1-16,-1 4-4 0,2 1 0 0,2 4 0 0,0 1 7 0,2 0 2 16,0 1 1-16,3 0 1 0,0-1 1 0,1 0-3 0,1-2-2 15,1-1-6-15,-1 1 3 0,2-2 1 0,0-2 4 0,0-2 1 0,0-3-3 16,1-3 7-16,-1 0-10 0,2-3 6 0,0-2-1 0,-2-1 1 0,1-4 8 16,-2 0-6-16,-1-3 3 0,-2-2 3 0,-1-2-3 0,-2-2 11 15,1-3-3-15,-2-1 1 0,0-3 4 0,-3 0-2 0,1-4-5 0,-2-1 4 16,1-1 3-16,0-2 2 0,-2-1 7 0,2 0 0 0,-1-2-11 15,0-4 3-15,0 1-6 0,1-2 0 0,-2-2 24 0,-2 0-2 0,2-1-3 16,-1 0-4-16,1-2-12 0,0-1 12 0,-1-1 1 0,2 0-10 0,-2-1-7 16,2-1-11-16,-1 1 11 0,-1-2 4 0,1 1-6 0,-1-1-11 15,1 0 5-15,-1 0-7 0,0-2 8 0,1 1 5 0,0-1-17 0,0-1-1 16,0 1-7-16,-1-1-1 0,0-1 6 0,-2 1-8 0,0 0-19 0,0-1-24 16,-2 1-10-16,-1-2-20 0,0 0-16 0,-1 0-23 0,0-1-49 15,-1 0-41-15,-1-1-56 0,-1-1-73 0,-1-4-46 0,0-2-48 0,-1-3-4 16,-2-8 4-16,-2-11 72 0</inkml:trace>
  <inkml:trace contextRef="#ctx0" brushRef="#br0" timeOffset="139226.84">20486 13288 1889 0,'-7'-12'684'0,"2"-2"-548"0,0-5-44 0,3 0-47 0,2 1-20 0,4-3-12 16,2-1-23-16,7-2 2 0,6-2-12 0,7 0 5 0,7-1 8 15,7 0-6-15,8-2 11 0,6 1 1 0,7 1-4 0,5 0 1 0,8 3-7 16,7 0-6-16,4 2 6 0,5 0-1 0,1 1 9 0,4 2 6 0,0 0 1 16,2 2-1-16,-2 1-5 0,1 1-8 0,-1 1-1 0,-2 0-2 15,-2 2 3-15,-2 1 10 0,-4 1 11 0,-4-1 4 0,-6 1 5 0,-6-1 1 16,-4 0 2-16,-4 1 5 0,-2 0 7 0,-3-1 6 0,-3 1 4 0,-4 1 1 15,-1 0-4-15,-2 2-13 0,-1 1-5 0,-1 0-3 0,-3 2-7 16,-1 0-7-16,-2 2 2 0,-3 0-7 0,-1 1 1 0,-3 3 4 0,-3 1-5 16,-3 1-7-16,-2 2-2 0,-2-2-2 0,-2 4 4 0,-2 1 1 0,-1 2 1 15,-2 1-4-15,-1 3 0 0,-1 0 3 0,1 3 4 0,-2 1-7 16,0 1 11-16,-3 4 1 0,0 1-3 0,-1 2 12 0,0 3-16 0,-1 2-5 16,1 3 3-16,-1 3-1 0,0 2 2 0,0 3 4 0,0 2-4 15,1 2-4-15,1 2 5 0,0 4-5 0,1 2-8 0,1 4 16 0,0 1-4 16,1 2 1-16,3 2 4 0,1 3-12 0,1 0-1 0,1 2-1 0,0 1 5 15,1-1-5-15,0 2 9 0,1 0-4 0,1-1-7 0,1 0-1 16,0 0-6-16,2 0 3 0,0-2 6 0,1-1 4 0,0 0-4 0,-1-3 2 16,1 1 0-16,1-1 5 0,-1-4 3 0,2 1-2 0,-2-1 3 15,1-2-3-15,-1-2 4 0,1-2-3 0,0-3 1 0,-3-1 4 0,1-1-14 16,-2-2 11-16,-3-3 6 0,-1-3 0 0,0-1 10 0,-3-4-12 0,-3-2-4 16,-1-1-3-16,-2-5 2 0,-3 1 2 0,-2-3-5 0,-1 0-1 0,-2-1-8 15,-2-2 1-15,-3 0-8 0,-1-1 1 0,-3 0 10 0,-3 1-3 16,-2-2 3-16,-2 1-3 0,-3 1-2 0,0-2 5 0,-4 1-5 0,-3 1 1 15,-2-3-19-15,-4 0 11 0,-4 0-4 0,-4-1 2 0,-5 2 21 16,-4-1-16-16,-4-2 2 0,-3 0-5 0,-1-1-6 0,-3-1 10 0,-1-1 11 16,-2-1 0-16,-3-2 4 0,0-1-3 0,-3 0 5 0,0-3 5 0,-1 0-1 15,3 0 4-15,2-1 0 0,2-1 9 0,5-1 9 0,3-2-6 16,4-1-2-16,5-1-1 0,2 0-7 0,2 0 4 0,1-1 6 0,2-2-3 16,0 1 10-16,4-1 0 0,1 0 10 0,4 0 11 0,3 0-4 0,1-1 10 15,4-1-18-15,2 1 2 0,2-1-1 0,1 1-12 0,1-1-3 16,2 1-9-16,0-1-7 0,2 1 5 0,3 0-5 0,1 0-13 15,2 0-3-15,-1 0-25 0,1-1-10 0,0 1-25 0,1-3-45 0,3 0-32 16,-1 0-77-16,2 0-71 0,1-2-65 0,2-1-78 0,1-5-60 0,4-9-127 16</inkml:trace>
  <inkml:trace contextRef="#ctx0" brushRef="#br0" timeOffset="141226.6">24023 14027 170 0,'-5'0'66'0,"-1"-1"-39"16,-1 1-25-16,-1-1-9 0,0 0-3 0,0 1-3 0,-1 1 4 0,0 0 2 15,0 0 5-15,0 2 6 0,0-1 6 0,1 0 6 0,0 1 8 16,0-1 11-16,2-1 18 0,1 1 27 0,1-1 27 0,1 0 29 0,1 0 23 16,1-1 11-16,0 0 6 0,0 0 6 0,1 0-6 0,1-1-8 0,0 1-19 15,0-1-15-15,0 1-20 0,0-1-18 0,-1 1-4 0,0 0-19 16,1-1-6-16,-1 0-5 0,0 1-16 0,0 0 0 0,0 0-13 0,1 0-4 16,-1 0-5-16,0 0-12 0,0 0-1 0,0 0 2 0,0 0-3 0,0 0-5 15,0 0-4-15,0 1-2 0,0-2-3 0,0 1 4 0,0 0 2 16,0 0-2-16,0 0 5 0,0 0-2 0,0 0-1 0,0 0 3 0,1-1 1 15,1 0 4-15,0 0 5 0,-1 1 0 0,1-1 1 0,-2 0 9 16,2 1 0-16,1-2 2 0,-1 1 1 0,1 0-6 0,0-1 0 0,0 1-3 16,0-1-3-16,0 0 2 0,0 0-4 0,0-1-4 0,1 1-4 0,-1 0 0 15,1 0 5-15,-1 1-1 0,1-2-5 0,0 0-5 0,0 0-1 16,0 0 2-16,0 1 3 0,1-2-1 0,-1 1-1 0,1 0 3 0,0 0-6 16,0 1 2-16,-1-1-1 0,0 0 0 0,1 0-1 0,1 0 2 0,0 0-4 15,0 0 5-15,-1 0-4 0,1 0-5 0,-1 0 9 0,0 1-1 16,0 0 1-16,-1 0-5 0,1-1-3 0,-1 0-1 0,1 1 4 0,0 0 3 15,0 1-5-15,0-1-9 0,0 1-7 0,-1 0 4 0,0-1 2 0,1 1 8 16,-1 0 4-16,0 0 3 0,0 0 0 0,-1 0 1 0,1 0-1 16,-2 0 4-16,2 0-8 0,0 1-1 0,-1-1 7 0,1 0 6 0,-1 0-11 15,0 0 12-15,1 1-8 0,-1-1 1 0,1 0 13 0,0-1-11 0,0 1 3 16,-1 0-6-16,1-1-2 0,0 0 2 0,0 0 3 0,1 0-9 16,-2 0 5-16,0 1 7 0,1-1-11 0,0 1 4 0,-1 0 0 0,1-1-8 15,-1 1 6-15,0 0 0 0,0 0-6 0,-1 1 1 0,0-1-2 16,1 0-1-16,-1 1 10 0,1 0 0 0,-1 0-7 0,-1 0 4 0,1 0-6 15,0 0 1-15,0 1 6 0,0-1 0 0,-1 0 2 0,1 0-1 0,-2 0 2 16,2 1 3-16,-1-1-6 0,1 1 0 0,-1-1 1 0,-1 0 1 16,2 0 6-16,-1 0-6 0,1 1 0 0,-1-1 0 0,-1 0-1 0,1 0-1 15,-1 0 4-15,1 1-7 0,-1 0 0 0,1 0-2 0,-1-1 0 0,0 1 7 16,1 0-5-16,-1 0 3 0,0 0-6 0,0 0-1 0,0 1 6 16,-1 0-2-16,1 0 2 0,-1 0-1 0,1 0-1 0,-1-1 7 0,1 1-14 15,-1 0 10-15,1-1-3 0,-1 0-10 0,1 0 20 0,-1 0-18 16,1 1 13-16,0 0 7 0,0 0-6 0,-1-1 11 0,1 0-10 0,0 0-6 15,0 0 6-15,-1 0 8 0,1 1 0 0,-1-1 9 0,1 0-8 0,-1 0-16 16,1 0 4-16,0 1-3 0,0 0 1 0,0 0 6 0,0 0-3 16,0 0-5-16,0-1 4 0,0 2-4 0,0-1 0 0,-1 0-2 0,1 1 2 15,0 0 3-15,-1 0-3 0,1 0 2 0,0 0-7 0,-1 0 3 0,0 0 5 16,1-1-1-16,-1 1 3 0,1-1 0 0,0 1-3 0,0-1 1 16,-1 0 5-16,1 0-3 0,0 0 2 0,0 0 1 0,0 0-6 0,0-1 0 15,0 0 6-15,0 1-5 0,0-1 1 0,0 1 1 0,0-1-5 16,0 0 5-16,1 0 1 0,-1 0-2 0,1-1-6 0,-1 0 4 0,0 1-2 15,0 0 3-15,1 0-3 0,-1-1 2 0,0 1 0 0,1-1-7 0,-1 1 15 16,0 0-10-16,0-1 5 0,0 0 0 0,1 1-9 0,-1-1 11 16,0 0 3-16,-1 0-5 0,1 1 2 0,0-1-1 0,0 0-2 0,0 0 2 15,0 0 4-15,0 0-11 0,1 0 6 0,-1 0 0 0,0 0-5 16,0 0 6-16,0 0-1 0,0 0 2 0,0 0-4 0,0 0 4 0,0 0-7 16,1 0 2-16,-1 0 1 0,0 1-3 0,0-1 4 0,0 0-3 0,0 0 1 15,1 1 3-15,-1 0 2 0,1 0-2 0,0 0 1 0,0 0 4 16,0-1-6-16,0 1-1 0,0 0 2 0,1 0 3 0,-1 0-3 0,0 0 3 15,-1 0-7-15,1 0 2 0,1 1 4 16,-1-1-1-16,0 1 4 0,0-1-5 0,0 1 0 0,0-1 0 0,1 1 2 0,-1-1-4 0,1 0 4 16,-1 0-4-16,1 0 2 0,0 0 3 0,-1 0 2 0,0 1-1 0,1-1 1 15,0 1-2-15,0-1-5 0,0 0 9 0,-1 0-5 0,1 0 1 0,0 0 10 16,0 0-6-16,0 0-2 0,0 1-2 0,0-1-5 0,0 0 2 16,0 0 5-16,1-1-1 0,-1 2-4 0,1-2 0 0,0 1 0 0,0-1 1 15,0 0 6-15,1 1 0 0,0-1-6 0,0 0 1 0,1 0-4 16,0-1 4-16,1 1 5 0,0 0-2 0,0-1 0 0,1 0 3 0,-1 0-1 15,1 1-2-15,0-1 5 0,1 0-8 0,1 0 3 0,0 1-2 0,2-1 2 16,-1 1 4-16,3 0-7 0,1 0 1 0,0 0 0 0,1 0-1 16,-1 1 1-16,3 1 4 0,2 0-2 0,-1 1-5 0,3 0 0 0,0 2 0 15,-1 1-1-15,3 1 1 0,-1 1 0 0,-1 1-7 0,1 1 2 0,1 2 3 16,-1-1-1-16,2 4-1 0,0 1 4 0,2 1 4 0,-1 2-3 16,0 2 1-16,0 1-2 0,-1 1-2 0,2 0 2 0,1 0 2 0,-2 3-4 15,2 2-1-15,-1-1 1 0,1 4 2 0,-1 0 2 16,1 2-17-16,-2 0 16 0,2 2-2 0,0 1-3 0,-1 0 18 0,0 3-16 0,-2-1 2 15,-1 1-3-15,0 2-1 0,-3-1 3 0,1-1 1 0,-1 2-2 0,-1-2-1 16,0 0 3-16,0 2 1 0,-3-2-1 0,0 3 9 0,-2 0-13 16,0 1 3-16,-2 0 6 0,-1 1-4 0,-1-2 3 0,-1 0-4 0,-1 0 3 15,-2 1-4-15,-1 1 7 0,-1-1-1 0,-1 1-1 0,-1-1 4 0,-2 0-8 16,-1 2 4-16,-1-3-8 0,-2-1 11 0,-2 2 7 0,-1 0-18 16,-2 0 23-16,-3 1-12 0,-3 0-10 0,-1 2 15 0,-3-1-18 0,-3 0 6 15,-2 1 9-15,-3-3 1 0,-1 1-5 0,-1-1 2 0,-1 0 2 0,-4-1 0 16,0 2 3-16,-4-1 0 0,-2-1 3 0,-1-1-4 0,-5-1 5 15,1-1-4-15,-3 0-5 0,-2 0 9 0,0 0-4 0,-4 0-3 0,-2-2 1 16,-3 0-10-16,-2 1 2 0,-1-1-2 0,-2 0-2 0,31-19 13 16,-8 4-9-16,-2 0-2 0,-9 6-2 0,-2-2-5 0,-8 4 7 0,-2 0 5 15,-11 3-8-15,0 1-1 0,-2-1-3 0,-1-1 12 0,-1-1 1 0,1-1-12 16,-2 0 17-16,0-3-24 0,0 0 17 0,-2-2-4 0,-2-2-18 16,0 0 18-16,-4-2-15 0,0-2 8 0,-2-1 17 0,-2-1-13 0,-2-3-3 15,1 0-4-15,-4-3-9 0,0 0 15 0,0-2 4 0,-5-2 7 16,-1-1-19-16,-3-1-2 0,-2-1 14 0,-1-2-9 0,-1 0 18 0,0-1-11 15,-1-2-1-15,1 0 1 0,2 0-5 0,0-1 12 0,1 1-3 0,-1-2-2 16,0 1-7-16,-1-1 4 0,-2 0-8 0,-1 0 16 0,1-2-1 16,-4 0-15-16,1 0 8 0,-2 0-9 0,2 0 17 0,1-1-2 0,3 0-8 15,-1 0 9-15,-1 1-11 0,3-2 3 0,2 1 3 0,0-1-5 0,0-1 1 16,0 0 5-16,1 1 2 0,0-2-12 0,-2 0 10 0,1 1-2 16,1 0 5-16,0 0 1 0,-1 0-8 0,2 0 8 0,1-1-9 0,1 2 3 15,-1 1 11-15,2-1-4 0,2 2-2 0,-1-2-1 0,1-1-4 0,1 2 7 16,1 0 1-16,1 0-5 0,-1-1-1 0,2 1-5 0,-3 0 12 15,3 1 0-15,1 0-5 0,-2-2-4 0,2 1 4 0,-1 0 10 0,1 0-10 16,-2 1-2-16,1 0-7 0,1 0-7 0,-3 2 10 0,2 1-1 16,-1 0 3-16,1 1 2 0,0 2 0 0,1-2-1 0,1 2-1 0,0 0 4 15,2 0-9-15,0 2-5 0,2 0 3 0,1 0 4 0,2 1 5 0,0 1 0 16,2 0 3-16,2 0-3 0,0 0 4 0,0 0 1 0,3 0-12 16,-2 0-1-16,2-1 4 0,1 0 13 0,-1 1-2 0,3 0 1 0,1 0-8 15,2 0 2-15,2-2 6 0,1 2-1 0,2-1-5 0,3-1 5 0,1 0-2 16,2-1-3-16,2 0 10 0,2-2 0 0,2 1-3 0,2-2-6 15,3-1-4-15,1-1-1 0,2-1 12 0,1 0-6 0,3-2 5 0,1-1-9 16,2-1 1-16,1 0 6 0,3 0-12 0,2-3 2 0,2 0 1 0,2 0 7 16,2-1 6-16,2-1-15 0,1 3-24 0,3-3 6 0,2 1-10 15,1 1 15-15,2 0 0 0,3 2-4 0,1 0 21 0,2 0-10 0,1 1 14 16,1 1 1-16,4 1-4 0,-1 2 3 0,2 0-6 0,0 0 6 16,2 1-4-16,1 1-2 0,0 1-2 0,1 0-4 0,0 0 3 0,0 1 10 15,1-1 0-15,0 1-12 0,1 1 4 0,-1 0-1 0,1 0 6 0,0 0 0 16,0-1-13-16,0 2 5 0,0 0-6 0,-1 1-5 0,2-1 10 15,-1 2-22-15,0 1 6 0,0 0-6 0,0 1-17 0,1 1 5 0,-1 2-28 16,1 0-10-16,-1 0-36 0,1 1-49 0,0-1-39 0,0 1-46 0,0 0-42 16,1-1-40-16,-1-1-25 0,2-2 8 0,0-1-71 0</inkml:trace>
  <inkml:trace contextRef="#ctx0" brushRef="#br0" timeOffset="141624.6">12566 16655 1101 0,'-2'-3'144'0,"0"0"-10"0,-1-1-8 0,1 0-9 16,-1 1-27-16,2 1-46 0,0-1-27 0,0 0 0 0,0 1 6 0,1 0 9 15,0 2 6-15,0-2-3 0,-1 1-5 0,0 1-12 0,1 0 0 0,-1 0-6 16,0 0-1-16,0 0 0 0,0 0 0 0,-1 1 6 0,0-1 4 15,-1 1 2-15,-1 0-7 0,1 0 7 0,-2 0-7 0,0 1-3 0,-2 0 0 16,-1 0-9-16,0 1 7 0,-1-1-3 0,0 2 9 0,0 0-6 0,-1 1 6 16,-1 1-1-16,-2 0-9 0,-1 2 8 0,0 1 8 0,-2 0-4 15,0 1 5-15,-2 2-6 0,1 1-4 0,-3 2 7 0,0 2-7 0,0 0-3 16,-3 3-8-16,0-1 3 0,0 0 4 0,-3 1 0 0,1 2-3 16,-2 0-6-16,-1 2-2 0,2 0-3 0,-1 4 9 0,2-1-13 0,-2 1 10 15,1 0-13-15,13-15 10 0,-4 4 7 0,0 1-9 0,-1 4 23 0,-1-1-19 16,-3 5 7-16,2-3-2 0,-4 6-6 0,1-3-6 0,3 2-8 15,0-3 5-15,0-1 0 0,3 0-1 0,1-2-8 0,1 0-10 0,2-1-2 16,2-3 0-16,0 0-6 0,2-1-11 0,1-3 2 0,1-2-13 0,2-2-10 16,0-1-19-16,2-2-46 0,1-1-26 0,0-3-22 0,2-1-17 15,0-1-1-15,2-3-1 0,1-3 10 0,2-3 17 0,2-3 13 0,3-4 27 16,2-5 20-16,3-5-11 0</inkml:trace>
  <inkml:trace contextRef="#ctx0" brushRef="#br0" timeOffset="142008.6">11970 16991 214 0,'8'-11'203'16,"-1"-2"-15"-16,3 0 4 0,-2 2-17 0,-3 2-14 0,1 2-29 15,0 0-32-15,0 0-14 0,0 2-26 0,1 0 0 0,-2 0-6 0,2 1-10 16,2-2-4-16,1 1-16 0,0 1-2 0,2-1 0 0,1 2-7 0,3 0-1 16,1 0-4-16,2 1-2 0,-1 0 2 0,2 2 4 0,0 0-8 15,-1 1 9-15,1 1-3 0,1 1 7 0,-2 1 6 0,3 2-7 0,0 0 8 16,-1 1-11-16,2 1 4 0,1 1-4 0,0 1-4 0,1 1-4 16,-2 2-7-16,2-1 4 0,-1 3-8 0,-1 0 7 0,0 0 1 0,-1-2-4 15,0 0 7-15,0 0 2 0,-1 0-5 0,-2 0 3 0,-1-3-8 0,-1 1 7 16,-1-1 8-16,-8-5 7 0,2 0 18 0,0 0 9 0,1 1 8 15,-2 0 3-15,3 0-2 0,-3-1 1 0,2 1-2 0,-2-1-11 0,-2-1 1 16,-1 0-12-16,-1-1 1 0,-2-1 0 0,1 0-10 0,-1 0 1 0,-1 0-2 16,0-2-7-16,-1 1-3 0,0-1 0 0,0 0-4 0,0 0 14 15,-1-1 0-15,0 1-13 0,0 0 3 0,0 0-7 0,0 0 4 0,-1 0 8 16,1 0-11-16,-1-1 1 0,0 1 3 0,1 0-7 0,-1-1 0 16,0 0 5-16,0 0-7 0,0 0 4 0,0 1-10 0,0-1-2 0,0 0 12 15,0 1 1-15,0-1-3 0,0 1-18 0,1-1 7 0,-1 0-2 0,0 1 6 16,0 1 6-16,0-2-21 0,0 1 7 0,1 0 4 0,0 0-2 15,0 1 3-15,-1-1 0 0,1 1-5 0,1-2 5 0,-1 1-7 0,0 1-2 16,0-1 11-16,0 0-10 0,0 1 13 0,0-1-5 0,0 0-9 0,0 1 13 16,0 0-11-16,1-1-4 0,-1 1 12 0,1 0-6 0,0 1-9 15,-1-1-13-15,1 0-25 0,0 0-25 0,0 1-33 0,0 0-62 0,1 0-69 16,-1 0-100-16,0 0-115 0,0 0-139 0,0 0 40 0</inkml:trace>
  <inkml:trace contextRef="#ctx0" brushRef="#br0" timeOffset="144374.6">14332 13096 338 0,'-5'-3'92'0,"0"-1"-15"0,-1 0-5 0,1 1-6 16,3 0-13-16,-1 1-21 0,1 0-14 0,1 1-7 0,0 0-2 0,0 0 0 15,1 1-3-15,0 0-5 0,0 0-1 0,0 0 0 0,0 0-3 16,0-1 3-16,0 2-5 0,0-1 0 0,0 0 4 0,1 0 2 0,0-1 6 15,0-1 0-15,0 1 3 0,-1 0 2 0,2 0 5 0,-1-1 4 0,0 0 7 16,1-1 6-16,0 0 2 0,0 0 8 0,-1 0 1 0,1-1-2 16,0 0-1-16,1 0-3 0,0 1-1 0,-1-1 3 0,2 0-3 0,-2 0-8 15,2-1-2-15,0 0-7 0,1 0-2 0,1-1 6 0,0 0 0 0,0 0 4 16,2-2-2-16,1 0-3 0,2-2 0 0,3-1 0 0,1-2 2 16,0 1-1-16,3-2 1 0,1 0-3 0,2-1-5 0,3-1 5 0,2 0-9 15,1 1 4-15,3-3-1 0,1-2-5 0,3 1 1 16,1-1 0-16,2 0-2 0,0 1 2 0,1-2-10 0,3 1 1 0,3 1 2 0,0-3-3 15,3 1 6-15,1 0 3 0,4-3-5 0,1 0-2 0,3 0 1 0,3-1-1 16,2 1-1-16,1-1 0 0,1 0 0 0,0 2-8 0,3-3 6 16,2 0 2-16,0 0 0 0,1-1 1 0,1 0-5 0,2 3 4 0,0 0 2 15,2-1-1-15,-1 1 5 0,3 0-1 0,0 0-2 0,0 1-3 0,-1 0-5 16,3 1 5-16,1-1 1 0,1 1 4 0,2 2-1 0,0-1-4 16,1-1-1-16,3 2 2 0,0-1 1 0,-1 0-3 0,3 1 4 0,2 1 0 15,1-2-2-15,-1 2 2 0,2-2 2 0,-1 0-1 0,2 1 9 16,2-2-2-16,2-1 2 0,0 2 5 0,2-1-5 0,0 1-3 0,0 3-1 15,3-1-3-15,1 1-1 0,2 2 0 0,1-1 2 0,2 0-5 0,-1 2 2 16,-1 1 0-16,0 0-6 0,1 1 7 0,-2 1-2 0,0 1-6 16,2 3 4-16,-1-1-15 0,0 1 2 0,1 1 4 0,0 0-1 0,3 1 20 15,-3 0-2-15,-2 2-4 0,-1 0 6 0,1 0-9 0,-2-1-2 0,2 2 2 16,1-2-4-16,-1 1 2 0,1-2-1 0,-1 0 0 0,2 0-1 16,1-2 1-16,0 1 1 0,3-1-2 0,-1 0 4 0,2 1-3 0,-2 0-3 15,0 0 6-15,-2 1 1 0,0 0-2 0,-1 0 2 0,2 1-2 16,1 0 4-16,-1 1 3 0,-2 1 1 0,-5 1 0 0,-4 1-10 0,0 1-2 15,-2 1 2-15,2 1 3 0,-1 0 0 0,-2 2 0 0,1 0 4 0,-4 2-12 16,2 0 5-16,-4 0 0 0,0 2-3 0,-4 1 5 0,0 0-2 16,-1 0 2-16,-2 2-1 0,-1 0 1 0,-2 1 4 0,-2-1 0 0,-2-1-6 15,-3 1-1-15,-5 0-7 0,-5 0 11 0,-4 2 10 0,-3 1 3 0,-1-1 6 16,-2 2-18-16,-1 0 1 0,-4 0-1 0,-2-1-3 0,-3 1 3 16,-2 0 1-16,-2 0-7 0,-2-2 1 0,-2 0 1 0,-2 1 3 0,-2-2 1 15,-2 1-3-15,-1-1 3 0,-2 0-9 0,-2 0 5 0,0-1-1 0,-2 1 6 16,-1-3-2-16,-2 3 1 0,-2-2 4 0,1 0-11 0,-3 0 6 15,0-1-6-15,-1-1-1 0,-2 0 2 0,0-1 4 0,-2 1-3 0,0-1 1 16,0-1-3-16,0 1-3 0,-2-2 6 0,0 1-2 0,-2-2 1 16,-1 1-5-16,0 0 0 0,0-1 4 0,-2 1-2 0,1-1-1 0,0 0 0 15,0 0-6-15,-1-1 5 0,-1-1 5 0,1 0-7 0,-1 0 3 0,0 0-2 16,0 0-4-16,0-1 6 0,-1 0 2 0,0 0-3 0,1 0 0 16,-1 0 3-16,1-1-5 0,-1 0 6 0,1 0-1 0,-1 0-8 0,0 0 7 15,0 0-1-15,0-1 1 0,0 0 2 0,1 0-1 0,-1 0 3 16,0-1-4-16,0 1-1 0,1 0 2 0,-1-1-8 0,1 1 7 0,0-1-4 15,0 0-3-15,0 0 7 0,-1 0-6 0,1 0-2 0,0 0 7 0,-1 1-4 16,1-1 7-16,0 1-2 0,0 1-5 0,0-2 1 0,0 1-3 16,1 0 5-16,-1-1-2 0,1 2-3 0,0-1 2 0,0 0 0 0,1 0 0 15,-1 0 0-15,1 0-1 0,0 0 3 0,0 1-4 0,-1-1 5 0,0 1-3 16,2 0-4-16,-1 1 1 0,0-1 1 0,1 1-2 0,-1-1 2 16,0 1 2-16,0 0-2 0,-1 0-1 0,1 0 3 0,-1 1-2 0,2-1 2 15,-1 0 3-15,0 0-4 0,-1 0 2 0,1 0 1 0,0 1 1 0,-1-1-2 16,1 1 1-16,1-1-4 0,-1 1 4 0,0-1 4 0,0 0-5 15,0 0-1-15,-1 0 2 0,0 0-4 0,0 0 4 0,0 0-5 0,0 1-3 16,-1-1-5-16,1 0-6 0,-1 1-5 0,0-1-19 0,-1 1-25 0,0 0-23 16,1-1-29-16,0 1-34 0,-1 0-25 0,0 1-33 0,0 0-29 15,0-1-5-15,0 2-6 0,0 1 12 0,-1 0-34 0</inkml:trace>
  <inkml:trace contextRef="#ctx0" brushRef="#br0" timeOffset="145175.6">26797 11862 1957 0,'-14'-24'54'15,"1"1"-12"-15,-2-1-6 0,5 6 13 0,6 6 4 0,0 2-1 0,1 2-21 0,0 1-14 16,1 3-14-16,0 1-9 0,2 2-15 0,-1 2-10 0,2 1-14 0,1 4 2 16,1 3 14-16,2 6 9 0,1 6 16 0,1 9-5 0,1 6 0 15,1 10-2-15,3 8-7 0,1 9 12 0,1 9 0 0,3 7 6 0,1 8 7 16,0 6-10-16,1 5 2 0,0 5 1 0,0 0 3 0,-1 3-6 16,1 1 0-16,0 1-14 0,0-2-9 0,2-3-1 0,-1-1-4 0,0-4 0 15,0-4-2-15,-1-2-2 0,-2-5-4 0,-4-4 6 0,1-6 4 0,-2-5 15 16,-1-6 14-16,-3-6 4 0,-3-5 10 0,-3-3 0 0,-1-4 9 15,-2-2 7-15,0-1 16 0,-2-5 8 0,0-2 13 0,-1-2 16 0,-1-3 6 16,1 0 0-16,0-4-5 0,1-2-25 0,0-3 4 0,2-1-4 0,-1-2-6 16,3-1 11-16,-1-1-23 0,2-2-4 0,2-3 4 0,0 0-1 15,3-2-6-15,1-1 1 0,0 0-12 0,4-2 3 0,3-2 2 0,3-1 1 16,3-1 0-16,7-1-7 0,5-1 1 0,6-1-6 0,6-2 0 16,7-1 0-16,6-2 1 0,5-1 1 0,10 0-3 0,6-2 3 0,4-1-3 15,10-1-2-15,1-2-9 0,5 0 7 0,3 0 2 0,0-1 4 0,3 0 0 16,3 0-6-16,3-1-3 0,4 0-3 0,4-3 1 0,1 1-23 15,4-1 0-15,1 0 12 0,1-1 4 0,2 1 16 0,-3 1-3 0,1-2-12 16,-4 0-8-16,-4 1 7 0,-2-1 4 0,-4 0 1 0,-3 1 4 0,-3 1-9 16,-7-1-2-16,-5 0-1 0,-4 1 3 0,-4 0 2 0,-3 0-2 15,-4-1-2-15,-3 0-5 0,-7 0 5 0,-5 2-11 0,-5 0 3 0,-6-2-10 16,-5 1-15-16,-6 0-11 0,-3-1-10 0,-4 1-16 0,-5 0-25 16,-3-1-29-16,-6 1-38 0,-6-2-34 0,-2-1-25 0,-5 0-28 0,-3-3-25 15,-5-4 8-15,-3-4-19 0,-3-6-25 0,-9-9-51 0,-7-13-22 0</inkml:trace>
  <inkml:trace contextRef="#ctx0" brushRef="#br0" timeOffset="145658.6">27338 11065 2544 0,'-16'-29'242'0,"3"1"-181"0,2-4-46 0,11 9-26 15,10 5-4-15,7-2 5 0,8-1 3 0,8-3 2 0,9-1-1 0,10 2 2 16,11 0-1-16,10 1-3 0,9 5-2 0,9 2-10 0,9 3 1 16,4 2-4-16,4 2-5 0,2 1 4 0,-1 1 0 0,-2 0 3 0,-2 1 5 15,-2-1 2-15,-1 2-13 0,-3 0-2 0,-1 1-5 0,-3 2-2 0,-1 1 8 16,-2 1-1-16,-4 1 6 0,-4 1 6 0,-7 1 5 0,-5 1 9 15,-7 0 1-15,-7 1 1 0,-4 2 1 0,-6 1 1 0,-4 0-11 0,0 4 5 16,-4 1 4-16,-3 3-4 0,-2 1 8 0,-5 3-3 0,-2 2 0 0,-2 0 2 16,-3 2 4-16,-2 2-3 0,-4 2 0 0,1 1 3 0,-3 4 3 15,-3 2-1-15,-2 4-5 0,-1 1 0 0,0 2 0 0,-1 3 0 0,-1 4 3 16,-1 2-9-16,-1 4 0 0,1 3 1 0,-2 3-2 0,0 5 5 16,-1 3-7-16,1 4 0 0,-1 2 0 0,0 6-3 0,1 2 3 0,1 2 0 15,1 7-5-15,0 2 7 0,2 3-1 0,1 4 2 0,1-1 5 0,1 1 1 16,2 1 3-16,2 0 1 0,2 0-4 0,0-3 2 0,2-3-11 15,0-2 6-15,0-6 0 0,1-3-5 0,0-6 11 0,-1-4-4 0,1-6-1 16,-2-4 4-16,0-6-4 0,-4-5 2 0,2-6 3 0,0-4-1 0,-2-4 10 16,-2-6 2-16,-1-3 6 0,0-5 8 0,-1-5 3 0,-2-3 0 15,-2-6-1-15,-1-1-6 0,-3-2-13 0,2-2 1 0,-2-1-9 0,1-1 2 16,-1 0 2-16,-2-2-7 0,0-2-6 0,-1-1-4 0,0 0-17 16,0-1-25-16,-1-1-40 0,-1 0-69 0,-2-1-80 0,0-2-84 0,-4-4-74 15,-4-1-66-15,-5-5-208 0</inkml:trace>
  <inkml:trace contextRef="#ctx0" brushRef="#br0" timeOffset="146891.47">27580 10325 931 0,'-5'-9'284'0,"0"0"-209"0,-1-1-67 0,3 3-27 0,1 3-1 0,1-1 11 16,0 0 1-16,0 1 2 0,1 1-5 0,0 1-14 0,0 1-14 15,1 0-13-15,0 1-11 0,0 1 5 0,0 0 14 0,0 1 18 0,0 0 18 16,0 1 10-16,0-1 8 0,-1 0 4 0,0 0 1 0,0 1 5 0,0-1 3 16,1-1 3-16,-1 0 1 0,0-1 9 0,0 1 6 0,0-1 10 15,1 0 8-15,-1-1 0 0,0 0 1 0,0-1-1 0,0 0-4 0,-1-2 1 16,-1-2-4-16,1-1 1 0,0-1-2 0,-1-2 0 0,-1-1-1 0,-1-1 0 16,-1-3 0-16,-1-2 1 0,0-3-1 0,1-1 0 0,-3-3 3 15,-1-1-9-15,-2-4 6 0,0-1-9 0,-1-4-6 0,1-1-4 0,-2-3-14 16,0-2 3-16,0-3-9 0,-1-5-1 0,1-2-1 0,-1-4-5 0,-1-4-2 15,0-2-8-15,-1-5 4 0,-2-3-7 0,0-2 2 0,1-2 5 16,-1-6-1-16,0-1-3 0,-1-5-4 0,0-3 3 0,-1-2 8 0,-1-1 2 16,0-1 13-16,-1 0-2 0,0-2-7 0,1 0 3 0,-2-3-4 15,1 0 6-15,-2-1-6 0,1-3-4 0,0-2-6 0,0-1-9 0,-1-4 7 16,2-2-7-16,-2-1 6 0,1-2 1 0,-1-1-1 0,1-1 2 0,1 0 4 16,-1 1 6-16,0 2 0 0,0-2 8 0,-2 2-5 0,2-1-11 15,-2-1 7-15,1 2-3 0,2-1 7 0,0 1 9 0,0 2-8 0,0-1 5 16,1 3 1-16,0 2-1 0,1 1 10 0,1 1-7 0,2 4-1 15,0 1-6-15,0 3-6 0,2 5 3 0,3 3-5 0,-1 4 11 0,0 4-6 16,1 3-1-16,0 3-2 0,3 4-9 0,1 5 11 0,-1 4-2 0,1 3 1 16,1 5-1-16,-1 3-5 0,1 4-2 0,0 3 2 0,1 2-1 15,0 3-7-15,0 2-2 0,0 3-4 0,0 4-1 0,-1 2 1 0,0 3-4 16,0 1 3-16,1 2-3 0,1 2-4 0,0 1 8 0,2 2-7 0,-2 2-4 16,1-1 6-16,-1 2-1 0,1 0 6 0,-1 2 11 0,0 1 3 15,1 0-1-15,-1-1 2 0,0 0-1 0,0-1 0 0,-2 0 6 0,1 1-1 16,0-2-2-16,-1 0 2 0,0 0-1 0,0 0 6 0,-1 1 5 15,-1-1-4-15,2-1-2 0,-3 1 5 0,3 1-3 0,-3 0 0 0,1 2-5 16,1 0-3-16,-1 0-1 0,2 0-5 0,-1 1 3 0,1 1-7 0,0 2 1 16,-1-1 0-16,0 3-6 0,0 0-4 0,-1 1-7 0,1 1 1 15,-1 2-4-15,1 1-1 0,-3 2 7 0,0 0 1 0,-3 3 4 0,-1 1 1 16,-1 2 1-16,-1 2-2 0,-2 1-2 0,-1 2 4 0,-3 3-5 0,-2 3 4 16,-1 2-4-16,-4 4 1 0,-2 2-2 0,-4 1-3 0,-1 2 1 15,-2 3-6-15,-4 0 0 0,-3 5 1 0,-3-2 5 0,-2 1 2 0,-3 0 3 16,0 0 8-16,-1 0 3 0,1-1 3 0,0-2 2 0,2-3 0 0,0-1 2 15,1-1 0-15,2 0 0 0,-2 0-2 0,3-2-4 0,0-1-3 16,2-4 2-16,3-1 3 0,3 0-1 0,3-2 3 0,2 0-4 0,3-3-2 16,2-2-2-16,5-1-6 0,2-1 5 0,4-2-10 0,3-2-11 15,3-4-26-15,2-1-54 0,3-1-36 0,3-2-20 0,2-2-4 0,3-1-1 16,0-2-19-16,3-3-25 0,5-4-20 0,6-7-62 0</inkml:trace>
  <inkml:trace contextRef="#ctx0" brushRef="#br0" timeOffset="147111.47">25034 3975 492 0,'9'-33'241'0,"4"-2"-182"15,4-8-28-15,3 5 0 0,-1 7 4 0,1-1-6 0,1 4-11 0,-2-1-14 16,1 4-14-16,1 1-8 0,-2 3-10 0,3 3-10 0,0 1-1 0,0 1-6 16,1 3-1-16,1-1 1 0,2 1 1 0,3 0 3 0,0 1 5 0,2 3 7 15,-1 1 5-15,0 1 7 0,-1 3 9 0,1 1 5 0,0 1 4 16,0 3 2-16,1 2 7 0,0 2 13 0,0 3 16 0,0 0 18 0,-1 3 11 16,0 3 0-16,-1 1 0 0,3 3-5 0,-2 1-6 0,3 3-4 15,1 2-6-15,3 3-11 0,6 2-3 0,2 1-5 0,3 2-10 0,1 1-2 16,2-1-4-16,4 2-3 0,2 0 0 0,1 2-1 0,2-1-4 0,1 1-2 15,1-1 0-15,-1 2-6 0,-1 1 0 0,-2-1-7 0,-1 0-11 16,-4-4-14-16,-3 0-24 0,-5-2-33 0,-4 0-26 0,-5-1-24 0,-3-3-15 16,-5-3 0-16,-3-4 7 0,-4-4-35 0</inkml:trace>
  <inkml:trace contextRef="#ctx0" brushRef="#br0" timeOffset="147627.47">23858 2805 1489 0,'-28'-11'1080'0,"0"9"-980"16,-6 10-75-16,9 21-49 0,9 13-18 0,5 11-20 0,6 6-13 0,6 5-33 16,7 5-51-16,5 7-37 0,6 5-34 0,3 6-39 0,4 5-24 0,0 3-2 15,1 5 28-15,-3-1 52 0,-3 0 60 0,-5-4 46 0,-4-7 34 16,-2-10 26-16,-3-14 22 0,-1-12 18 0,-1-14 17 0,0-8 29 0,-3-7 42 16,0-3 55-16,-1-3 42 0,-1-1 15 0,0-4-14 0,0 1-22 15,1-1-17-15,1-2-23 0,1-2-15 0,3-1-15 0,1 0-16 0,4 1-7 16,3 1-8-16,5 0-9 0,6-1-6 0,4-1-9 0,9-1-3 0,6 0-5 15,7-3-3-15,7 0-3 0,6-2-1 0,7-2-3 0,8-2 1 16,9-2-1-16,9-3-2 0,7-2-2 0,6-3-10 0,5 0 8 0,5-2 1 16,4 1-5-16,3-1 6 0,2-1-8 0,1 0 2 0,0 0 2 0,-1-1 3 15,-2 0-2-15,-1 1 9 0,0-2 3 0,-2 2 6 0,2-1 8 16,-2 2-2-16,-2-1 8 0,0 1 7 0,-3 0-3 0,-2 0 4 0,-5 1 4 16,-3 0-9-16,-5-1 5 0,-5 2-1 0,-3 0 2 0,-6 1-2 15,-3 1-4-15,-6 2-2 0,-3 1-5 0,-3 2-4 0,-5 0-5 0,-5 2 8 16,-2 2-11-16,-6 0 2 0,-3 0-7 0,-5 2-16 0,-4-1 3 0,-4 1-1 15,-4 1-4-15,-2 0 5 0,-4 0-4 0,-2 0-6 0,-5-1-1 16,-1 0-2-16,-5 0 2 0,-1-2-8 0,-1 0-3 0,-2-2-12 0,-1-2-22 16,-3-2-16-16,-1-2-26 0,-2-3-23 0,-2-3-18 0,-3-5-16 15,-3-4-21-15,-4-5-21 0,-5-6 18 0,-4-5-30 0,-4-4-18 0,-6-6 4 16,-6-5-22-16,-10-6 5 0,-9-6-48 0</inkml:trace>
  <inkml:trace contextRef="#ctx0" brushRef="#br0" timeOffset="147709.47">28142 3078 571 0,'-54'-58'290'15,"-10"-6"-211"-15,-19-17-68 0,-2 7-20 0,1 7-4 0,-5 2 9 0,-4 2 6 16,-1 2-1-16,-2 5-9 0,-2 3-27 0,-1 5-51 0,-5 3-69 0,-3 3-72 15,-4 3-111-15</inkml:trace>
  <inkml:trace contextRef="#ctx0" brushRef="#br0" timeOffset="148075.47">25336 1617 582 0,'-7'-7'92'0,"1"1"-10"0,-1-1-2 0,0 0-10 0,1-1-5 16,-1 0 7-16,3 1-3 0,2 1-10 0,3 2-13 0,4-1-21 0,3 1-7 15,5-2-12-15,5 1-5 0,7 0 2 0,7 1-6 0,7 0 5 16,7 0-3-16,9 1-2 0,6 0 1 0,7 2 0 0,4-1 0 0,5 1 0 15,3 0-2-15,2 0 3 0,2 1 1 0,-1-1 3 0,0-1 0 16,-2 2-1-16,-4-1 0 0,-2 0 6 0,-4 0 8 0,-4 0 10 0,-4 0 24 16,-5-1 20-16,-4 0 15 0,-5-1 10 0,-2-1 1 0,-4-1-8 0,-3 1-8 15,-1 0-10-15,-2 1-9 0,-3 0-11 0,0 2-14 0,-3 3-7 16,0 1-9-16,-2 3-6 0,-1 2 0 0,-1 4-3 0,1 4-1 0,-2 4-1 16,1 3 0-16,0 4-6 0,-1 5-2 0,1 4 1 0,-2 4-4 0,1 4-3 15,19 45-10-15,-7-2 0 0,-8-8-1 0,-7-9 5 0,-4-4 8 16,0 2 0-16,-1 1 3 0,-3 2-2 0,1 1-5 0,0-1-7 0,-2 5 1 15,0-1 0-15,-3 1 3 0,0 0 7 0,-1 0-4 0,-1 1-3 0,0-2 4 16,-1-5-12-16,-2-3 2 0,0-4 4 0,1-5-1 0,-2-5 12 16,1-6-2-16,0-4 7 0,-2-3-4 0,1-2 2 0,-1-5 3 0,0-4-3 15,0-6 5-15,-2-2 1 0,1-4 2 0,0-3 4 0,-2-3 4 0,2-2 0 16,-1-2 0-16,0-1 1 0,1-3-5 0,0 0 1 0,-1-1-5 16,0-1-6-16,0-1 1 0,-1 0-4 0,2-1-7 0,-1-1-3 0,1-1-8 15,1-1-6-15,0 0-8 0,1-1-16 0,0-1-15 0,0 0-11 16,1 1-10-16,-2-2-19 0,1 0-21 0,-1 0-31 0,0 0-35 0,-1 0-36 15,-1 0-41-15,-1 0-15 0,-2-3-109 0</inkml:trace>
  <inkml:trace contextRef="#ctx0" brushRef="#br0" timeOffset="148625.47">23591 3244 1 0,'16'-11'40'0,"-3"-7"515"0,-2-5 651 16,-3-6-346-16,-15 10-956 0,5 3-89 0,4 3-24 0,3 3 26 16,6 0 51-16,3 1 73 0,2 2-12 0,2 2-50 0,0 3-60 0,2 4-49 15,-1 5-22-15,-1 2 34 0,-1 4 46 0,-2 3 52 0,-4 1 54 0,-7 0 29 16,-4-2 23-16,-6-1 24 0,-5-2 25 0,-5-1 20 0,-4 1 15 16,-3 1-2-16,-5 1-23 0,-2 1-18 0,-6-1-13 0,-4 3-5 0,-6 1 3 15,-5 0 6-15,-5-2 12 0,-3 1 14 0,-4-1 14 0,-4-1 11 16,-3 1 3-16,-5 1-2 0,-1 1-3 0,-4-1 1 0,-1 2-1 0,-3-1 1 15,-1 1-6-15,-4 0-6 0,-3-1-9 0,-3 1-6 0,-5-1 1 0,-4 0 2 16,-1 1 5-16,-2-2-9 0,-1 3-1 0,-5 1-8 0,0 1-5 16,-7 2-1-16,-3 2-7 0,-4 0-10 0,-3 0-7 0,-3-1-1 0,-1 2-4 15,-4-1 7-15,-1 2-2 0,-3-1 0 0,-4 1-1 0,0-1 0 0,-3-1-1 16,0-1 2-16,1-1 3 0,-1 2 0 0,-1-1-2 0,-5-1-10 16,-5 0-3-16,-5-2-2 0,-2-1 7 0,4-2 21 0,8-4 13 0,4-2 22 15,5-1 6-15,4-1-6 0,1 0-3 0,3 0-14 0,5-1 6 0,5-1 3 16,7-1-2-16,5 0-7 0,3 0-23 0,3 2-7 0,2-1-15 15,2 2-3-15,2 1-4 0,4-1-3 0,3 0 6 0,2 0 1 0,3-1-13 16,2 1-8-16,4 1-5 0,2 0-12 0,3 1 5 0,7-1-16 16,1 0-21-16,4 0-34 0,5-1-44 0,3-1-44 0,4-1-40 0,4-2-13 15,3 2 7-15,2-1-4 0,2-1 6 0</inkml:trace>
  <inkml:trace contextRef="#ctx0" brushRef="#br0" timeOffset="149325.47">13428 4524 1477 0,'-33'-25'14'15,"3"-1"22"-15,-5-6 2 0,14 7 2 0,7 1-11 0,4 0-5 0,1 1-14 16,3-2-6-16,3 2-4 0,3-1 0 0,4-1 0 0,3 0 0 15,2-1-3-15,3-1 3 0,3-1-2 0,1 0 1 0,5 0 1 0,4 2-4 16,4-1 4-16,4 1-2 0,1 0 2 0,4 0-1 0,3 0 0 0,3 1-4 16,5 0 1-16,4 3 5 0,4-1 4 0,5 2 4 0,4 0-4 15,4 0-6-15,6 1-5 0,4 1-3 0,3 1-1 0,5 1 6 0,2 3-5 16,5 1-1-16,1 2-4 0,2 2-7 0,0 3 2 0,0 2 3 16,1 2 8-16,-1 2-1 0,0 3 4 0,-1 2 2 0,-3 3-5 0,-1 2 6 15,-2 2 5-15,-2 2 6 0,-2 1 4 0,-3 4 7 0,-2 3 0 0,-3 2 5 16,-5 5-8-16,-2 2 7 0,-3 6-2 0,-4 3 1 0,-5 5 8 15,-2 2-3-15,-6 6-1 0,-5 2-3 0,-4 2-5 0,-6 3-3 0,-6 0-8 16,-7 2-4-16,-6 2-4 0,-8 2-4 0,-8 0 5 0,-8 0 6 0,-8 0 7 16,-8 0 4-16,-6-2 2 0,-5-1 6 0,-6-2 1 0,-5-3-1 15,-6-2-8-15,-7-1-7 0,-2-4-5 0,-5-2-2 0,-2-3 12 0,-5-4 6 16,-3-2 14-16,-1-5 13 0,0-2 6 0,1-4 15 0,-2-1-6 0,0-5 2 16,2 0-3-16,3-2-18 0,2-3-1 0,4 0-11 0,2-1-14 15,1-2-1-15,3-1-16 0,3 0-4 0,0-4-11 0,3-2-4 0,3-2 1 16,3-4-19-16,2-3-40 0,1-4-78 0,0-3-127 0,2-4-120 15,-2-6-163-15,-4-5-232 0</inkml:trace>
  <inkml:trace contextRef="#ctx0" brushRef="#br0" timeOffset="149792.47">9908 4755 1 0,'10'-116'88'0,"-12"39"473"0,-7 25 484 0,-11 5-903 0,-2 6-169 0,7 4 13 16,6 5 14-16,3 4-8 0,3 6-24 0,2 0-29 0,1 2-33 15,2 3-28-15,0 0-8 0,-1 2-3 0,1 1 0 0,-1 2 1 0,0 2 2 16,0 1 16-16,-1 2 25 0,0 3 28 0,-2 1 28 0,-1 3 21 0,-1 2 14 16,-3 2 11-16,0 1 16 0,-2 3 17 0,-1 2 21 0,1 4 15 15,1 3 5-15,-1 2-8 0,2 0-10 0,0 4-10 0,1 3-10 0,2 1-1 16,2 4-4-16,2 2-3 0,1 3-5 0,3 3 4 0,1 4 1 15,3 5 0-15,2 5-1 0,2 3-9 0,2 3-7 0,3 4-7 0,1 3-4 16,0 1-7-16,4 2-6 0,0 2 0 0,1 1 2 0,2-1-5 0,0 0 2 16,0-2-4-16,1-2-5 0,-1-2 6 0,1-3 0 0,-2-2 1 15,1-5-4-15,-2-1 5 0,-2-5 2 0,-1-4-2 0,-3-3 11 0,-2-4-7 16,-1-4 1-16,-1-2-1 0,-2-4-2 0,-2 1 5 0,0-3 0 0,-4 0-3 16,0-2-2-16,-1-2-6 0,-1-1-13 0,-2-4-17 0,-1-1-60 15,-2-2-89-15,-1-1-90 0,-3-1-84 0,-1-2-81 0</inkml:trace>
  <inkml:trace contextRef="#ctx0" brushRef="#br0" timeOffset="150326.01">9537 4430 2609 0,'-15'-16'37'0,"4"1"-23"0,0-2-14 15,10 7-8-15,4 4 7 0,3 0-2 0,2-2 7 0,2 0-4 16,4 1 0-16,1 1-4 0,4 2-3 0,5 1 4 0,0 1-5 0,2-1 10 16,-1 0 15-16,-2 0 12 0,-2-2 10 0,2 2-1 0,4-2-12 0,4-1-11 15,6-1-3-15,3-3 7 0,4-2-9 0,3-1-1 0,2 0-3 16,1-2-6-16,2 0 14 0,0-1 1 0,1 1 0 0,-2-1 0 0,-2 1 0 16,-2 1-3-16,-2 2 2 0,-1 0-2 0,1 1-6 0,-2 0-6 15,1 0-3-15,0 0-4 0,0 1 0 0,0-2 6 0,-2 0-8 0,2 0-3 16,-2 0-11-16,-1 2-19 0,-1 0-36 0,-5 0-54 0,-4 2-61 0,-3 2-73 15,-4-1-81-15,-4 1-76 0,-3 0-114 0,-4 0-145 0</inkml:trace>
  <inkml:trace contextRef="#ctx0" brushRef="#br0" timeOffset="150558.54">9711 5483 3644 0,'-24'2'60'16,"6"0"-33"-16,3 2-29 0,12 1-11 0,11-1-3 0,5 1-3 0,8-1 8 16,6 0 5-16,3-1 1 0,5-2 1 0,1-2-2 0,4-1 3 0,4-1-7 15,1-1-3-15,2-1-2 0,2-2-9 0,1-1 5 0,1-2 0 16,0-1-1-16,0-2-2 0,0-2-6 0,-1-4 4 0,0-1 2 0,-1-2-2 16,-1-2-9-16,-2 1-23 0,-2-1-10 0,-2 0-21 0,-3 1-16 0,-2-2-20 15,-2 0-47-15,-3-1-56 0,-2 1-55 0,-3-1-50 0,1-1-51 16,0 0-71-16,-3-1-63 0,0-1 27 0</inkml:trace>
  <inkml:trace contextRef="#ctx0" brushRef="#br0" timeOffset="150728.74">11073 4906 3205 0,'-14'11'50'0,"1"6"-29"0,-1 8-17 0,8 4-3 0,7 3-6 0,2 3-9 15,3 4 12-15,1 1 2 0,1 1-4 0,0 3 13 0,1-3-10 16,0-1-5-16,1 1-3 0,1-1-5 0,1 0-13 0,2-1-15 0,0-3-19 15,1-3-32-15,0 0-28 0,0-5-38 0,-3 2-56 0,0-1-11 0,-2-1-12 16,-1-3-31-16,-3-5-30 0,-1-5-41 0,-3-5-32 0,-1-4 11 16,-3-5 1-16</inkml:trace>
  <inkml:trace contextRef="#ctx0" brushRef="#br0" timeOffset="150878.73">11119 4699 2247 0,'-14'-8'789'0,"2"2"-751"0,0-1-19 0,7 5-25 0,7 1-7 16,2 2-12-16,3 0-6 0,2 3-8 0,2 1-20 0,1 3-39 16,-1 1-59-16,1 2-58 0,1 1-57 0,-1 0-61 0,0 2-75 0,-1 2-54 15,1 0-16-15,-2 0 46 0</inkml:trace>
  <inkml:trace contextRef="#ctx0" brushRef="#br0" timeOffset="151259.73">11600 5200 2089 0,'-1'3'543'0,"1"2"-494"0,4 5-31 16,3 1-3-16,4 4-4 0,4 0-3 0,2 0 1 0,1 1-6 0,2 0-3 15,0 1-2-15,2-1-8 0,-1-1-9 0,0 0-12 0,0 0-11 0,-1-1-11 16,-1-2-15-16,-1 0 0 0,-2-2-6 0,0-3 8 0,-1-1 13 16,-1-2 13-16,-3-2 14 0,0-1 8 0,-1-2 10 0,-1-2 2 0,1-2-7 15,0-1-3-15,-1 0-7 0,2-2-1 0,0 0-4 0,0-1 4 16,0 2 3-16,0-2 10 0,-1 2 6 0,2 0 2 0,0 1 0 0,-1 3-4 15,1-1 11-15,-1 2-2 0,2 1 2 0,0 1 0 0,0 2-4 0,1 1 4 16,-1 2 2-16,1 2 2 0,-1 3 2 0,1 1 3 0,-2-1-1 16,0 2 3-16,-1-1-5 0,1-1-3 0,0 2 0 0,-1-1-4 0,0-1-2 15,0 1 8-15,1-1-8 0,-1 0-2 0,1-1 2 0,-2-2-4 0,1-2 0 16,0 0 1-16,-1-1-1 0,0-2 1 0,0 0-2 0,-2-2 3 16,0-1-1-16,0-1-9 0,0 0 6 0,0-2-2 0,0 0-4 0,-1-1-2 15,0-1 5-15,-1-1-6 0,1 0 3 0,-1 0 5 0,1 0-5 0,1 1 5 16,-1 0 3-16,0 2-1 0,0 0 2 0,0 2 2 0,0 2 1 15,1 0 4-15,0 2-3 0,1 1-1 0,-2 3 2 0,2 1-2 0,0 3 5 16,0 2-3-16,2 1 2 0,0 1 1 0,0 1-3 0,2 1 0 16,-1 1-3-16,-1-2 0 0,0 0-3 0,0-2 3 0,0-1-4 0,-1-2-3 15,0-2 4-15,-1 0-14 0,0-3-8 0,-1 0-23 0,-1-3-84 0,-1-1-64 16,-1-2-56-16,-2-2-41 0,-1-3 28 0,-1-3 11 0,-2-3-53 16</inkml:trace>
  <inkml:trace contextRef="#ctx0" brushRef="#br0" timeOffset="151374.73">12596 5225 2031 0,'-6'0'121'16,"0"2"-111"-16,-1 0-49 0,4 1-24 0,2-1-50 0,3 0-60 0,-1 1-80 15,1-2-103-15,0 1-79 0,0-2-140 0</inkml:trace>
  <inkml:trace contextRef="#ctx0" brushRef="#br0" timeOffset="151844.79">12706 5087 2491 0,'-5'4'104'0,"3"2"-119"0,1 1-13 0,6 4 3 0,4 0 4 0,2 4 18 15,5-1 5-15,1 1-5 0,2-1 1 0,2 1-1 0,3 0 0 16,0-1 0-16,2 1 3 0,0 0 0 0,2 1-2 0,1-3 1 0,-1 2 1 16,2 0 1-16,-1 0-1 0,0 0 2 0,-3 0-1 0,0 1 6 0,-3 2-4 15,-1-1 3-15,-3 2-1 0,-4 1-7 0,-5-1 0 0,-3 1-8 16,-2 0-6-16,-4-1-7 0,-2 0-10 0,-2 1-14 0,-3-2-20 0,-3 0-15 15,-1 0-7-15,-5-2-4 0,-2-1 5 0,-2-2 3 0,0-1 10 0,-1-3 16 16,2-3 20-16,1-3 12 0,2-3 1 0,2-2-7 0,2-5-2 16,3-5-32-16,3-2-16 0,0-4-10 0,2-6-11 0,3-3 14 0,2-5 11 15,2-3 8-15,1-2 13 0,2-2 15 0,2-2 16 0,2 1 21 0,2 2 16 16,1 2 25-16,-1 3 29 0,1 3 29 0,0 1 27 0,1 3 9 16,-2 3-2-16,2 3-5 0,-1 4-21 0,1 4-19 0,-2 4-14 0,0 0-30 15,1 3-9-15,0 3-8 0,2 2-3 0,-1 3-1 0,2 2-2 16,-1 0-7-16,-1 2 2 0,-1 4 1 0,1 0 7 0,1 4 6 0,0 1-3 15,0 0-3-15,2 1-2 0,-1 1-2 0,-1-2-1 0,0 1-1 0,-1 0-2 16,0-2-2-16,-1-2-2 0,-1-1 1 0,0-1-5 0,-1-2 1 16,-2-1-3-16,0-1 3 0,-2-3-1 0,0-1 3 0,0-2 6 0,-1 0-9 15,-1-2 2-15,1-2 4 0,-2 0-10 0,1-3 5 0,1-2-1 0,-2 0-4 16,1 0 6-16,0-1 2 0,1 1 3 0,-1 1 4 0,2-1-4 16,-1-1-1-16,2 2 0 0,0 0 3 0,-1 1 7 0,1 2 6 0,1 2 6 15,-1 0 0-15,1 4 5 0,1 2-4 0,1 3-4 0,1 2 1 16,1 3-4-16,-1 0-2 0,0 2-8 0,-1 2-5 0,0 0-9 0,1 2-6 15,-2 0-4-15,1 1-22 0,-3 0-32 0,1 0-107 0,-2 1-53 0,0 0-77 16,-3-3-82-16,-3 0-42 0,-3-2-79 0,-4-3 120 0</inkml:trace>
  <inkml:trace contextRef="#ctx0" brushRef="#br0" timeOffset="152310.91">8995 4332 3685 0,'-1'-26'8'0,"2"-10"-4"15,6-11-8-15,8-13-9 0,14 14-14 0,13-1-3 0,14 0 4 0,13-1 1 16,11 0 1-16,9-2 7 0,9 2 1 0,5 2 8 0,6 2 3 16,7 4-12-16,4 3-1 0,8 5-8 0,3 2-3 0,5 2 7 0,1 4-15 15,1 1 3-15,2 5 2 0,0 4 3 0,-2 4 11 0,2 4 4 0,-2 6 0 16,0 4-4-16,-2 7 8 0,0 7-3 0,-1 6 3 0,-1 7 3 16,-2 5-4-16,-1 4 1 0,-1 7 6 0,-3 5-6 0,-1 6-15 0,-2 6 5 15,-3 6-6-15,-3 2 10 0,-3 3 21 0,-6 0-1 0,-3-4 3 0,-8-2-4 16,-5-1 1-16,-4-3 2 0,-5 4 1 0,-6 1 7 0,-6 0 0 15,-7 1-2-15,-7-1 2 0,-8-1-10 0,-5 0 1 0,-10-1 7 0,-6 1-10 16,-11 2 2-16,-6 2 10 0,-10 0-2 0,-7 3 14 0,-10 1 17 16,-7-1 12-16,-12 1 7 0,-8-2-4 0,-8 2 1 0,-9 1-8 0,-8-1-6 15,-9 0-2-15,-8 1-20 0,-9-2-8 0,-9 0-2 0,-6-2-5 0,-7 0-4 16,-6-1-1-16,-1-1-3 0,-5-3 2 0,0-2-2 0,-2-2-4 16,-3-3-5-16,-1-2-12 0,-4-3-1 0,0-2-10 0,-2-5-21 0,2-7-8 15,3-6-30-15,4-10-43 0,2-5-56 0,4-8-99 0,3-7-199 0,4-7-274 16,3-5-337-16</inkml:trace>
  <inkml:trace contextRef="#ctx0" brushRef="#br0" timeOffset="159909.72">6947 14972 272 0,'-8'-7'141'0,"-1"-1"-2"0,0-2 4 0,0 3 4 16,1 2-5-16,1 0-5 0,0 3-15 0,1-1-13 0,-1 0-16 15,2 2-15-15,0 0-11 0,1 0-16 0,2 1-10 0,-2 0-12 0,2 1-9 16,0 0-5-16,0 0-9 0,1 2-2 0,0 1 1 0,1 1-5 16,0 1 6-16,1 3-4 0,0 0-2 0,0 3 9 0,0 1-6 0,2 1 6 15,0 0 3-15,-1 3-8 0,0 2 6 0,1-1-5 0,0 3 0 0,0 0 2 16,1-1-3-16,0 2-3 0,2 0-10 0,-1-1 4 0,0 2 6 16,2-1-6-16,-1 2 5 0,2 0-10 0,1 0-37 0,1 1-54 0,2-2-72 15,0 0-86-15,2-1-107 0,0 0-278 0</inkml:trace>
  <inkml:trace contextRef="#ctx0" brushRef="#br0" timeOffset="160580.72">13283 14391 2506 0,'-18'-16'293'0,"1"-3"-125"0,-4-5-56 16,4 4-21-16,6 2-24 0,0 0-28 0,3 1-30 0,2 3-20 0,3 0-3 15,2 1-13-15,2 2-5 0,0 1 6 0,2 2-13 0,1 1-15 16,1 1-11-16,2 1-17 0,1 2 4 0,2 1 9 0,3 1 8 0,1 2 17 16,2 0 4-16,0 2 19 0,1 0 10 0,2 0 6 0,-1 0 5 15,1 0-5-15,2 0 2 0,3 0 3 0,1 0-5 0,2 1 5 0,-1-1 0 16,2 1-1-16,-2 0 2 0,0 1-4 0,0 1 5 0,-1 1-6 0,0 0 3 15,-2 0-1-15,-1 1 1 0,0 1 1 0,-3 0-4 0,-1 2 1 16,-2 1-9-16,-3 1-3 0,-1-1 0 0,-2 1-4 0,-1 3 2 0,-3 1 1 16,-2 2 2-16,-3 0 2 0,-2 2 1 0,-4 2 1 15,-3 3 4-15,-3 1 11 0,-2-1-2 0,-2 2 6 0,-2 0 7 0,-2 2 2 0,1 0 12 16,0 0 1-16,0-3 6 0,1-1 1 0,3-3 1 0,1-3-1 0,3-1 1 16,2-2-2-16,4-4-4 0,1 0-4 0,1-3-7 0,3 1 2 0,0-2-4 15,3-1-7-15,3-1-1 0,1 0-7 0,4-1-2 0,3 0 3 16,4-1-5-16,5 0-4 0,3-1-9 0,6 0-7 0,3-2-4 0,5-1-11 15,4 0-17-15,6-2-31 0,3-1-53 0,7 0-83 0,2-1-107 16,5-2-137-16,6-1-148 0,4-4-147 0</inkml:trace>
  <inkml:trace contextRef="#ctx0" brushRef="#br0" timeOffset="161177.72">22056 14120 2729 0,'-4'-8'247'16,"1"-1"-115"-16,0-3-65 0,0 2-32 0,0 2-21 0,2 0-30 0,0 1-26 15,1 3-21-15,1 0-11 0,0 2-3 0,0 2 9 0,0 0 20 16,1 1 5-16,0 2-5 0,0 1 1 0,2 1-5 0,1 2 6 0,1-1 12 16,1 3 14-16,1 0 9 0,0-1 4 0,2 0 1 0,0 0-2 15,1 1-1-15,3-2-4 0,1-1-4 0,3 1 0 0,-1 0 2 0,4-1-2 16,3-1 7-16,2 0 1 0,2-1 3 0,1-1 3 0,1 0 1 0,-4-1 6 16,1-1-3-16,-1 0 5 0,0 1 2 0,-1 0 1 0,-2 1 0 15,-1 0-2-15,-2 0 0 0,-1 0-1 0,-1 1-1 0,-2 1 8 0,-2-1-3 16,1 1-2-16,-3 0 5 0,0 0 1 0,-1 0-2 0,-2 0 9 0,0 1-7 15,-1 0 0-15,-1 1 1 0,0-1-4 0,0 2 2 0,0 0-4 16,1 2-2-16,-3 2-1 0,2 0 0 0,0 1 1 0,-1 1-6 0,1 3-1 16,-1 2-3-16,0 2 2 0,0 4-9 0,-2 1 2 0,-1 3-14 15,-1 1 10-15,-2 5 3 0,-3 0-5 0,-3 5 9 0,-1 1-11 0,-3 0-6 16,-2 3 5-16,-2 1 4 0,-1 3 1 0,-4 0 2 0,0 1-4 0,-1 0 3 16,-1 0-4-16,0 0-8 0,0 0-5 0,1-1-26 0,-1 0-48 15,4-1-66-15,1 0-94 0,0 0-121 0,3 4-103 0,2 0-223 0</inkml:trace>
  <inkml:trace contextRef="#ctx0" brushRef="#br0" timeOffset="161692.72">28632 12235 2965 0,'1'-11'187'0,"2"2"-79"0,-1 0-99 0,0 4-52 15,-1 3-22-15,0 3-7 0,1 2-4 0,0 2 11 0,1 4-4 0,0 3-17 16,1 6-17-16,0 8-26 0,-1 6-2 0,-1 7 10 0,1 4 20 16,-1 2 26-16,1 2 24 0,0-2 18 0,1-4 13 0,1-3 19 0,2-5 4 15,-1-3-1-15,3-2-4 0,1-1-11 0,3-1-16 0,4-2-17 0,2 0-10 16,3-2-10-16,2-2 4 0,0-3 3 0,2-4 13 0,-1-3 11 15,2-4 15-15,-1-3 15 0,3-4 11 0,0-3 8 0,3-2-3 0,-1-4 10 16,2-2-4-16,-1-1 1 0,3-5 6 0,0-2 2 0,2-1 11 16,-2-3 16-16,0 0 20 0,-3 1 12 0,-1-2 18 0,-2 3-10 0,-2 0 0 15,-4 3 10-15,0 3-16 0,-2 1-1 0,-1 2-18 0,-4 3-18 0,-1 2-8 16,-4 3-13-16,-2 3-6 0,-1 2-16 16,-3 3-9-16,-1 3-1 0,0 3 0 0,-2 6-7 0,-1 4 2 0,-4 5 8 0,-3 6 5 0,-4 6 8 15,-4 6-2-15,-3 6-19 0,-6 4-7 0,-5 4-12 0,-3 4-14 16,-4 1-26-16,-5 3-74 0,0 0-114 0,-6 1-127 0,-3 2-166 0,-7 0-245 15</inkml:trace>
  <inkml:trace contextRef="#ctx0" brushRef="#br0" timeOffset="162342.72">25583 2258 1668 0,'-6'-2'15'0,"-1"2"-26"16,0 3-7-16,2 5 2 0,1 3 2 0,0 2 4 0,-1 3-5 15,1 0-5-15,1 3-11 0,0 0-10 0,1 4-7 0,0 1 0 0,0 0 8 16,0 3 9-16,0-3 7 0,0-1 11 0,1-1 6 0,-1-4 5 0,1-1 5 16,1-1 3-16,-1-2 0 0,2-2 7 0,0 1 5 0,0 1 3 15,0-1 4-15,3 0 4 0,0 2 2 0,2-2 3 0,0 1 0 0,1-1-8 16,1-1 0-16,1 0-2 0,2 1-2 0,0-2 1 0,2 1-3 15,0-2 3-15,2 0-3 0,-1 2 2 0,-1-1 0 0,3 0 1 0,-1 0 2 16,0-3-2-16,0 1-3 0,0-1-3 0,-1 0-5 0,1 0 1 0,-3 1-3 16,1 1-3-16,0-2-1 0,-1 1-2 0,-1 1-2 0,-1-1 3 15,-1 2-1-15,-1-1 0 0,0-2 0 0,-2 3-4 0,0-1 3 0,-1 0-1 16,-2 1 0-16,-1 0 2 0,-2 0 0 0,-1 0-1 0,-1 0 1 0,-2 0-4 16,-1-1 0-16,-2 1 0 0,0-1 1 0,-2 0 2 0,-2 0-2 15,1 0 5-15,-4-2-5 0,0 0-5 0,-2-2 1 0,0-1-9 0,-1-1 1 16,-1 0 0-16,1-1 0 0,0-1 2 0,-1-1-4 0,0-1-3 0,2-2-11 15,-1-2-29-15,0 0-17 0,0-3-27 0,0-1-35 0,0-5-31 16,-2-2-45-16,1-4-36 0,-2-3 0 0,-1-6-104 0</inkml:trace>
  <inkml:trace contextRef="#ctx0" brushRef="#br0" timeOffset="162459.72">25326 2255 1106 0,'-7'-46'462'0,"0"-1"-326"0,1-10-58 16,5 11-24-16,5 11-15 0,0 18 0 0,1-3-7 0,1 3-6 15,3-3 2-15,1 2-23 0,5 0 0 0,3 3-4 0,4 0-11 0,2 4 0 16,4 5-9-16,3 4-12 0,2 4-6 0,2 6-6 0,8 6-18 15,31 17-9-15,-6 3-24 0,-9 1-26 0,-15-6-27 0,1 0-42 0,-1 2-37 16,-1-1-50-16,-2 2-41 0,-2 1 6 0</inkml:trace>
  <inkml:trace contextRef="#ctx0" brushRef="#br0" timeOffset="163276.72">15203 4413 1568 0,'-14'-13'130'0,"1"1"-48"0,-1-2-26 15,5 6-15-15,4 5-24 0,1 1-9 0,1 0-6 0,1 1 3 16,1 1-3-16,0 0-2 0,1-1 4 0,-1 2-8 0,-1-1 3 0,-1 1 0 15,0 1-6-15,-1 1 1 0,-2-1 1 0,-2 2 2 0,-2 0-1 0,0 1 1 16,-3 0 2-16,-1-1 0 0,-1 0-1 0,0 0 2 0,0-2-4 16,-2 2 2-16,-1-1 2 0,1 0 1 0,-2 1 4 0,1-1-2 0,0 0 1 15,0 1 1-15,0-1-3 0,-2 0 5 0,2 1-1 0,0 0 0 0,-1 2-1 16,3-1-2-16,-2 2 1 0,0-1-6 0,-1 2-1 0,1 0 3 16,-2 1-3-16,0 1 7 0,1 3 0 0,0 0-2 0,2 1 2 0,1 1-2 15,-1 3 0-15,1 1 2 0,0 3-3 0,1-1 1 0,0 3 0 16,1 2-6-16,1 1 3 0,2 2 0 0,0 2-1 0,2-2 5 0,2 3-4 15,2-3-2-15,1-1 0 0,2 2-2 0,2-2 1 0,1 2 1 0,2-2 0 16,0 1 2-16,2-3-5 0,1 0-1 0,0-2 2 0,2 0 2 16,-1-1 5-16,2-1 4 0,2-3 0 0,2 0-2 0,1-4 3 0,0 1 6 15,2-1 0-15,1-3 5 0,2-2 1 0,0-3-2 0,3-1 4 0,2-1-1 16,-1-1-2-16,2-3-1 0,1-2-3 0,-1-1-4 0,0-2 3 16,0-2 0-16,1-2-1 0,-1 0 1 0,1-3-2 0,-2-2-2 0,0-1-2 15,0-1 5-15,-3 0-2 0,0-1 4 0,-2-1-7 0,-3 1 2 16,-1 0 1-16,-1 0-6 0,-3 1 14 0,-2 1-6 0,-2 0 3 0,-3 0 0 15,0 0-6-15,-3 0 0 0,-1 0 0 0,-3-1 5 0,-2 0-4 0,-1 1 4 16,-2 1-2-16,-2-2-3 0,-1 1 2 0,-2 1-3 0,-2 0-5 16,-1 3-5-16,-2 2-2 0,-1-1-1 0,0 2 3 0,-3 0 4 0,0 1-4 15,1 2-2-15,-2 1-4 0,1 2-4 0,-1 2-3 0,0 1-2 0,3 2-7 16,-1 2-4-16,1 1-16 0,2 0-11 0,-2 3-27 0,1 2-43 16,1-1-57-16,1 4-70 0,2 0-69 0,0 2-68 0,2 1-237 0</inkml:trace>
  <inkml:trace contextRef="#ctx0" brushRef="#br0" timeOffset="177199.24">21683 8112 377 0,'-16'-7'26'0,"-2"0"0"15,-4-1-5-15,4 2-6 0,3 2-8 0,2-1-4 0,1 2-1 0,1 0-2 16,2 1 0-16,-1-1 0 0,2 1-2 0,-1 0-2 0,0 0 0 0,-1 2-2 16,1 0-4-16,-2 2 0 0,-1-1-4 0,0 1 0 0,-2-1-1 15,0 1-7-15,-1 0-2 0,0 0 1 0,-2 0 0 0,0-1 8 0,-2 2 5 16,0-2 4-16,-1 1 6 0,-2 0 6 0,0-1 2 0,-2 0 8 0,-1-2-1 15,-1 0 2-15,-1-1 4 0,-1 0 1 0,0 0 5 0,0 0 3 16,0 2-3-16,-3 0 1 0,1 0 0 0,-2 1 1 0,2 0 1 0,0 0 2 16,1-1-1-16,0 0 1 0,0 1-3 0,0-2-3 0,1 1-2 0,0-1-6 15,2 0-4-15,-2 1-5 0,2 1-2 0,0-1-6 0,-2 2-2 16,0 1 0-16,-1 1-6 0,1 1 3 0,-1-1 0 0,1 1-1 0,-2 1 0 16,-2 0-1-16,-3 1-1 0,0 2-1 0,-1 1 1 0,2 2 2 15,-2 1-2-15,0 2 0 0,0 1 3 0,-2 2 1 0,3-2-1 0,-2 2 1 16,-1 1-4-16,2 0 4 0,-3 3 2 0,3 1 3 0,1-2 2 0,-2 2 0 15,2 0 2-15,-1-3 0 0,1 2 0 0,1-2 2 0,4 2-2 16,0 1 0-16,2 1-3 0,0 2 0 0,1 0 4 0,0 1-1 0,4 1 4 16,-1 0 5-16,0 2-1 0,2 1 6 0,0 1-2 0,1 2 1 0,1 2 2 15,0-2-5-15,0 2 5 0,2 1-2 0,-1 1 0 0,1 1 5 16,2 0 0-16,-1 1-1 0,1 0-2 0,-1 0-4 0,1 0-2 0,0-1-1 16,0-2 0-16,0 0-3 0,-1 1 3 0,0-2 0 0,0 1-3 15,3-2 0-15,-1 0-2 0,2 0 4 0,0-2-2 0,2 2 3 0,2-3-5 16,1 0-2-16,0-1 0 0,2-1-3 0,1-2 4 0,2 1-3 0,1-1 2 15,1-1 1-15,2-1-2 0,1-2 8 0,3-1 1 0,1-1-3 16,1 0 5-16,2 1-6 0,1 0-3 0,3 2 2 0,2 0-2 0,2 1-2 16,2-2-4-16,2 0 4 0,1 1 2 0,0-1 3 0,1 3 6 0,1 0-5 15,0 1-2-15,1 0-4 0,0-3-3 0,1 1 2 0,0-2-1 16,0 2-2-16,1-1 5 0,-1 2-1 0,0-1-4 0,0-1 2 0,1 0-5 16,-1-2 1-16,2 0 5 0,0-1-3 0,-1-3-2 0,1 0-2 15,0-1 0-15,3-1 6 0,1 1 0 0,3-1 4 0,0 1 2 0,0-3-5 16,0-1 5-16,-1-1-10 0,3-1-1 0,-1-1 10 0,2-1-1 0,0 1 8 15,1 1 4-15,2 1-8 0,-1 1 2 0,2-1-2 0,1 2-4 16,-1 0 1-16,1 0-3 0,0 1 2 0,1 0 2 0,-2 0-4 0,0 0 5 16,1-1-4-16,-1 2-3 0,2 0 1 0,-1 0 3 0,0 0-3 0,-1 0 4 15,1-1-2-15,1 0-5 0,0 1 1 0,0-3 2 0,1 0-2 16,0-3-2-16,0-1 0 0,0-1-1 0,0-1 4 0,2-2 0 0,0 1 0 16,2-2-3-16,-1-2 2 0,1 1-3 0,0-2 4 0,-1 1 0 15,1-1-4-15,2-1 3 0,0 1-2 0,-1 1 5 0,0 0 5 0,0-1 1 16,-1 0 3-16,1-1-1 0,0 0 5 0,-1-1 1 0,1-2 0 0,-1 0 4 15,1-2-3-15,2-1 2 0,-1 1 3 0,1-3-2 0,-2-2-5 16,1 0-2-16,0-2-3 0,2-1 2 0,-1 0-9 0,0-3 3 0,1-2-6 16,0-1-2-16,0 0 6 0,0-2-1 0,1-2-2 0,0 2-2 0,-3-1-1 15,1-1 1-15,-1 1 0 0,1-1 0 0,1-2-6 0,-2-1-4 16,2-1 4-16,-2 0 0 0,-1-1 2 0,0 1-2 0,1-1 2 0,-2 0-5 16,0 1 3-16,-2-2 3 0,-2 1 0 0,-1 0 3 0,0 2-5 15,-4-1-5-15,-1 1 9 0,-1 0-4 0,-4-2 4 0,0 2 9 0,-3-1-2 16,-3 3 2-16,-3-1 4 0,-1 1 1 0,-2 0-2 0,-3-2 8 0,1 0 0 15,-3-2-1-15,-2-1-7 0,-1-1 3 0,-3 0-11 0,-1 0 15 16,-3-2 1-16,-2 1-7 0,-1-4 8 0,-3 1-16 0,-2-1 3 0,-1 0-7 16,-3 0 3-16,-1-1-2 0,-2 0 1 0,-3 0-1 0,-3-1 4 0,0 1 1 15,-4 0 0-15,0 0 1 0,-2-1-4 0,0 0-2 0,-2-1 3 16,-3-1 2-16,-2 1-1 0,-3-2 3 0,-1 2-5 0,0 0 2 0,-3 0 4 16,-1 2-1-16,-2-2 3 0,0 2-3 0,-3-3 2 0,-1 1-5 15,0 2 1-15,-1-1 2 0,-4 1-8 0,1 0 4 0,-2 0-4 0,0 0-6 16,0 1 9-16,1 1 0 0,-1 0 6 0,0 2 2 0,0 0-6 0,0 0-3 15,1 1-8-15,1 2-4 0,-2-1-1 0,-1 3-1 0,-1-1-7 16,-1 0-2-16,-2 1-7 0,2 2-4 0,-4 2 3 0,1 1 6 0,-1 3 6 16,-3 2 0-16,0 0 6 0,-1 1-12 0,-1 1 0 0,-2 0 0 15,0 2-3-15,-2 0 1 0,0 0-1 0,0 2-2 0,-2 1 5 0,2 1 7 16,1 1-3-16,2 0 1 0,2 2-3 0,-1 1-4 0,1 2-4 0,2 1-7 16,1 1-7-16,2 1-18 0,-1-1-22 0,0 1-16 0,1 1-17 15,1 4-6-15,1 3 2 0,1 2 1 0,0 3 3 0,0 3-2 0,-1 3-10 16,0 1-20-16,1 4-14 0,2 1-14 0,-1 3-6 0,0 3-19 0,4 3 27 15</inkml:trace>
  <inkml:trace contextRef="#ctx0" brushRef="#br0" timeOffset="180326.51">12194 6488 271 0,'-4'-8'35'0,"1"-1"-21"0,2-1-18 16,2 4-11-16,1 3-4 0,4 1-2 0,0 1 0 0,1 2-3 16,1-1-4-16,0 2-6 0,0-1-8 0,0 1 4 0,0 0 7 0,-1 1 9 15,-1 0 11-15,-1 0 4 0,0 0 5 0</inkml:trace>
  <inkml:trace contextRef="#ctx0" brushRef="#br0" timeOffset="180338.52">12290 6482 2 0,'2'-1'3'15,"2"2"2"-15,0-1 1 0,1 0 1 0,0-1-2 0,0 0-2 0,2 1-1 16,1 0-2-16,1-1 0 0,1 0-4 0,3 0-3 0,1 1-1 0,3-1-5 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08T12:22:01.1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8688 5947 202 0,'-1'-3'82'0,"1"-1"-96"0,2 0-17 0,1-1 1 0,3 1 8 16,1 0 5-16,1-1-13 0,0-1-21 0,0 1-37 0</inkml:trace>
  <inkml:trace contextRef="#ctx0" brushRef="#br0" timeOffset="547.09">8528 6034 9 0,'-3'4'8'16,"0"0"-2"-16,0 1 1 0,2-1-2 0,0-1-2 0,2 1-1 15,0 0 2-15,0 1 1 0,2 0 1 0,-1 0 0 0,1 0 2 0,0 1 5 16,0 0 3-16,0 0 6 0,0 1 2 0,1-1-2 0,0 1 4 0,1 0 3 16,1 1 4-16,1-1 2 0,0 3 1 0,2-1 3 0,3 2 1 15,1 0 4-15,2 0-4 0,1 0-1 0,3 0-5 0,2 0-10 0,2 0-2 16,2-1-7-16,1 0 1 0,3 0 0 0,2 1 1 0,2-1-1 0,1 0-2 15,1 0-6-15,1-1-1 0,1-2 1 0,3 2 0 0,0 0 7 16,1 1 3-16,-1-1 1 0,-1 1 5 0,2-2 7 0,0 0 5 0,1 1 3 16,2-1 2-16,-1 0-4 0,1 0-1 0,0 0 4 15,1 0-1-15,-2-1 0 0,2 0-2 0,0 0-7 0,0-1-3 0,0-1 2 0,1-2-2 16,0-2-2-16,0-2-1 0,2-1-11 0,-2-2 1 0,2-1-4 0,0-2-5 16,0-2 7-16,-1 0-1 0,-1-4 7 0,1-2 3 0,-1-1 1 15,-2-1-2-15,0-3-2 0,-2 1 9 0,-1 0-4 0,-1-3 7 0,1 0 1 16,-2-2-12-16,-3 0 1 0,0 0-2 0,-2 2-5 0,-1-2 1 0,-2 1 3 15,0-1-4-15,-2-1 0 0,0 2 0 0,-1-3-4 0,1 2-1 16,-2-2-3-16,0 0 1 0,-2 2-4 0,-3 1 0 0,0 0 0 0,-3-2 2 16,0 2-4-16,-2-1 6 0,-1 0-2 0,-2 0-12 0,-1-1 2 0,-3 0 0 15,-2 1-8-15,-2-1-7 0,-3 0-12 0,-2-2-19 0,-2 1-4 16,-3 0 10-16,-3-1 6 0,-3 2 6 0,-2-2 11 0,-2 2 9 0,-4-2 10 16,-1-2 6-16,-1 1 6 0,-3 0-2 0,-2 0-3 0,-1 1-3 15,-5 1-1-15,-2 0-6 0,-2 1 1 0,-1 0-3 0,-1 1-4 0,-3 1 3 16,0 1-9-16,-2-1 4 0,-2 4 12 0,0-1 2 0,-2 1 5 0,0 1-2 15,-4-1-8-15,0 1 2 0,-2 2 2 0,-2 1 2 0,0 0 2 16,-2 2 1-16,0 0 2 0,-1 2 3 0,-2 1 12 0,-1 0 2 0,1 2 0 16,-1 1-1-16,0 1-6 0,-2 2-4 0,1 2-3 0,-2 1 0 0,1 1-6 15,1 2 3-15,1 1-1 0,1 0 3 0,2 2-3 0,2 1-2 16,0 1 1-16,2 2-3 0,0 0-3 0,0 2 1 0,1 1-3 0,-1 2-3 16,0 2 0-16,0 2-6 0,0 1 5 0,0 4-5 0,-1 0-4 15,-1 1 2-15,-1 3-9 0,-1 1-4 0,1 2-2 0,-1-1-30 0,2 2-31 16,1-1-40-16,3 2-32 0,3-2-29 0,1 1-22 0,1 0-18 15,5 0-19-15</inkml:trace>
  <inkml:trace contextRef="#ctx0" brushRef="#br0" timeOffset="13035.09">6923 7744 504 0,'6'-8'26'0,"2"0"2"0,5-1 6 0,2 1 1 0,1 2-2 16,0-1-10-16,3 1-9 0,1 1-2 0,1-2-9 0,3 2-3 15,0 0 1-15,2 0-10 0,0 3-6 0,-3-1-14 0,2 2-14 0,-1 0-12 16,1 1-5-16,0 0-3 0,-2 0 7 0,1 0 4 0,-2 0 6 0,-1-1 11 16,2 0 8-16,-2 0 10 0,0-1 8 0,-1 0 6 0,-1-1 10 15,0 0 12-15,0 0 15 0,1 0 15 0,0-1 12 0,1-1 8 0,-1-1 7 16,-1 1 3-16,0 1-2 0,0 2-5 0,0 1-4 0,1 1-2 0,3 2-2 15,-1 2-5-15,1 2-5 0,-1 1-8 0,0 1-2 0,1 1-7 16,0 3-5-16,3 2 3 0,1 2-6 0,3 2 0 0,1 1-6 0,3 3-9 16,0 0-7-16,4 0-5 0,0 1-3 0,3 0 2 0,2-1 0 0,1 1 1 15,3 1-2-15,2 2 1 0,4-1-1 0,-2-2 2 0,2 0-4 16,0-3-1-16,0-2 0 0,2 1-3 0,-1-3 5 0,2-1 0 0,0 0-2 16,-2-1 1-16,4 0 0 0,-2-1 3 0,1-3 2 0,2 1-3 15,-2-2 1-15,2 0-3 0,0 0 2 0,-1-1 7 0,3-1 2 0,-1-2 12 16,2-1 8-16,2 1 3 0,-1-3 2 0,1 0-4 0,1-3 1 0,0-1-1 15,1-2-3-15,1 0-3 0,0-3-8 0,1-2-4 0,2-2 2 16,0-2 0-16,-1-2-1 0,2 1-5 0,-3-4-1 0,0 0-3 0,-1 0-3 16,-1 2 3-16,-1-2 0 0,0 0 2 0,-1 0-3 0,-2-3 2 0,0 0-1 15,-2 0 0-15,-2-1-2 0,0 1 0 0,-2 0-2 0,-1 0-2 16,0 1 0-16,-4 0-5 0,0-1 0 0,1-2 0 0,-3 0 3 0,0-3 0 16,0 1 4-16,-3-1-4 0,-2-1 6 0,-1 2-1 0,-1-2-5 15,-3 1 5-15,-2-2 2 0,-1 0-6 0,-3-1 9 0,-2 0-8 0,-3-1-2 16,-1 1 4-16,-2-2-1 0,-4-3-1 0,-1-3-2 0,-1 0-3 0,-3-1 1 15,-2 4 3-15,-3 1 9 0,-3 1-1 0,-4 1-2 0,-3 0 4 16,-3 3-8-16,-2 1 7 0,-4 1 2 0,-1 1 2 0,-2 0-1 0,-2 2-9 16,0 0-4-16,-3 1-2 0,-1 3-5 0,-2 0-4 0,-1 1-7 0,-3 3-4 15,-2 0-6-15,-4 1 0 0,-1 1 1 0,-2 1 8 0,-2 2 7 16,-3-1 10-16,-1 2 11 0,-1-1 3 0,-1 1 4 0,1-1 9 0,-1 1-2 16,2 0 0-16,0 0 1 0,-1 0-7 0,2 0-2 0,2 0-3 0,-1 0-3 15,2 0 1-15,-2 0-3 0,1-1 1 0,-1 0 1 0,0 1-2 16,-1-1 3-16,-2 1 0 0,-1 1-6 0,-1-1 1 0,-1 1-2 0,-2 2-5 15,-2-1 0-15,-3 2 0 0,-3 1-2 0,-1 0 1 0,-1 1-2 16,-1 0-2-16,-3 1 3 0,0 1 2 0,-1 0 3 0,0-1 5 0,1 1-1 16,0-1-2-16,-1-1-7 0,1 1-4 0,-2 0-2 0,2 0 8 0,0-1 10 15,2 0 9-15,1 0 7 0,2-2-9 0,2 1-1 0,3-2-3 16,0 0-5-16,1 0 5 0,-1-1-4 0,1 1-1 0,-1 1 0 0,1-2-6 16,-2 1-7-16,1-1-2 0,-3 1 5 0,1-2 5 0,-1 1 4 0,0 1-3 15,-1 0-7-15,-1 1-2 0,-1-2-9 0,-2 0-9 0,-2-2-16 16,-1 1-2-16,-3 1 9 0,-1-1 18 0,-1 1 16 0,0 1 8 0,0 1 0 15,0 2 5-15,0 1-3 0,0 2-1 0,-1 2 3 0,1 1-7 16,0 3 1-16,2 3 7 0,1 1-2 0,1 3 1 0,1 1-6 0,3 0-2 16,1 5 0-16,2 2 5 0,2 2-1 0,1 4 2 0,4 2-3 0,-1 1-5 15,3 3 3-15,2-1-7 0,0 3-6 0,3 1-1 0,2-2-9 16,0 2-4-16,4-4 1 0,1 0-2 0,4-2 7 0,2 0-1 0,2-2 2 16,0 1 1-16,3-2-11 0,2 0-8 0,3-4-19 0,3 0-18 0,3-1-16 15,2-2-28-15,5 2-33 0,1-1-38 0,1-1-60 0,4 1 9 16</inkml:trace>
  <inkml:trace contextRef="#ctx0" brushRef="#br0" timeOffset="14149.1">3637 6604 333 0,'-8'-17'11'0,"1"-1"-6"0,-1-3 3 16,4 4 2-16,3 2-4 0,1 2 2 0,0 0-5 0,1-1-2 15,2 1-2-15,0 1 0 0,2 3-4 0,1 0-2 0,-1 0-3 0,3 2-1 16,1-1 1-16,0 1-2 0,1 0 1 0,0 1 4 0,-1 0 1 0,1 1 4 16,0-1 1-16,1-1 1 0,0 2 2 0,0-1 3 0,0 2 3 15,0 0 2-15,1 2 5 0,2-1 3 0,1 1 7 0,1-1 3 0,2 0 4 16,0 1 2-16,1-1 2 0,3 1 6 0,1 0-3 0,1-1-4 15,4 1-4-15,0 0-11 0,4-1-1 0,-2 1-4 0,1 0 1 0,1 0 0 16,1 1-3-16,1 1 1 0,2-1 0 0,-1 0-3 0,2 1 1 0,-1 0 4 16,0-1 0-16,1 1 5 0,0-1 1 0,0-1-2 0,3-1 6 15,2-2-1-15,1-1 1 0,2 0 0 0,1-1-4 0,0 0-3 0,1-1 3 16,1 2-1-16,1 0-9 0,0 2-2 0,-1 0-4 0,1 2-3 0,0 1 3 16,-3 2 1-16,1 1-2 0,-1 1 0 0,1 2 2 0,-3 1-2 15,0 1-3-15,-2 2-3 0,0 2-1 0,-2 1-2 0,0 0-5 0,1 1 3 16,-3 1-5-16,1 3 4 0,-2 0 9 0,-1 1-2 0,0 2 3 15,-2 0-1-15,0 2-5 0,0 0 1 0,0 1-1 0,-2-1 0 0,0 2 0 16,-2-2 0-16,-1 1-1 0,0 1 3 0,-1-1 2 0,-1 1-2 0,-2 0 1 16,0-3-1-16,-2 0-3 0,-2 1 0 0,-1-2 0 0,-2 4 0 15,-1 0 1-15,-4 1 1 0,-2 2-1 0,-1 1 3 0,-4 1-5 0,-2 2 2 16,-3 3 2-16,-4-1-3 0,-3 4 6 0,-1-1-2 0,-5 2-5 0,-2 2-5 16,-3 2-8-16,-3 1 6 0,-1 2 2 0,-5-1 7 0,-2-1 3 15,0-1-1-15,-2-1-3 0,-1 1-1 0,-3-2-5 0,-1 1 0 0,-4-2 8 16,-3 0-3-16,-1 0 7 0,-3-2 1 0,-2 1-2 0,-2-4 5 15,-3 2 3-15,-5 2 5 0,0-4 2 0,-2 0-1 0,2-6-3 0,1-3-2 16,-1-4 2-16,0-2 7 0,1-2 2 0,-1-4 0 0,1-2 0 0,0-2 1 16,-3-1 3-16,0-1-2 0,-1-2-7 0,0-2-1 0,1-2-3 15,-1-2-2-15,0-2 6 0,1-2 0 0,2-2 1 0,3-3 1 0,1-1 7 16,4-4-5-16,2-2-1 0,2-2 0 0,3-1-10 0,4-4-3 0,3-3-8 16,2-4-8-16,5-4-13 0,1-3-26 0,5-2-39 0,1-3-59 15,3-4-62-15,5-2-79 0,6-5-193 0</inkml:trace>
  <inkml:trace contextRef="#ctx0" brushRef="#br0" timeOffset="26282.1">7769 6255 226 0,'-1'-6'96'0,"0"2"-75"0,1-2-24 0,2 4-4 0,0 1 5 16,2 1 3-16,-1 0-1 0,1 0 0 0,2 0-4 0,-1 2-1 15,1 0 0-15,1 1-2 0,1 1 1 0,1 1 1 0,0 0-1 0,0 0 2 16,1 1 3-16,-2 0-3 0,1 0 5 0,0-1-1 0,-1 0 0 16,1-1 1-16,-1 0 0 0,1 0 2 0,2 0 0 0,0-1 4 0,0 0 3 15,1 1 3-15,-1-2 5 0,1 0 4 0,2 1 1 0,1-1 2 0,-1 1-2 16,2-1 3-16,2 0-2 0,-1-1 0 0,1 1 1 0,2-1-5 16,1 2 5-16,1-2 1 0,3 0 2 0,1 0 7 0,2-1-4 0,2 1 5 15,1-1-6-15,1 0 2 0,6 0-5 0,0 0-2 0,5 0-1 0,-1 0-2 16,2 0 0-16,2 0-6 0,2-1-6 0,0 1 0 0,1 0-3 15,2-1 4-15,0 1 5 0,2-2-4 0,4-1 5 0,0-1-5 0,1 0-4 16,1-1-3-16,-1 1-4 0,-1-2-1 0,0-1-1 0,0 0 4 16,-2 1-2-16,0 0-1 0,-2 0 1 0,-2 0-1 0,2 0 3 0,-3 0 3 15,0 1-1-15,-2-2 3 0,-1 2 0 0,1-1 4 0,-1 1 0 0,-1 0-3 16,0 1 0-16,0 0-5 0,-3 0-2 0,0 2 0 0,-1 0-1 16,2 1 0-16,-2 0-2 0,0 0 0 0,0 1 1 0,-3-1-1 0,1 2 3 15,0-2-4-15,-1 1 2 0,0-2-4 0,0 0 2 0,-3 0 0 0,2-2 0 16,-3 1 3-16,1-2 0 0,-1-2 5 0,-2-1-3 0,-1 1 1 15,-3-2 2-15,2-1-2 0,-1 1 0 0,0-1 0 0,-1-1 0 0,-1-1-1 16,-2 0 2-16,-1-1 0 0,0 1-4 0,0-2 5 0,-1 0 1 16,-2-2-5-16,0 1 7 0,-1-1 0 0,-1 1-6 0,-1 1 6 0,-1 0-5 15,-1 1-2-15,-1-2 7 0,1 0 0 0,-2-1-1 0,-2 0 2 0,-1-1-3 16,-1-1 0-16,-1 1-1 0,-2-2-4 0,-1-1-7 0,-3 0-10 16,-1-2-6-16,-3-1 3 0,-2 0 0 0,-2-2 3 0,-3-1 2 0,-3-1-9 15,-3-3 3-15,-3 1 3 0,-4-2 1 0,-3 1 6 0,-3-2 1 0,-5-1-2 16,-2-3-1-16,-5-2 2 0,-2 1-1 0,-3-1 6 0,-4 1 1 15,-2 1 2-15,-3-3 0 0,-3 2-5 0,-3 1 6 0,-1 0-1 0,-2 2 6 16,-3-1 4-16,-2 2-1 0,-2 0-4 0,-3 4-8 0,-4 1-6 16,-1 4-3-16,-5 1 0 0,-4 2 5 0,0 2 7 0,-4 2-2 0,-2 2 0 15,-5 3-5-15,-1 4-6 0,-2 4 3 0,-4 4 1 0,0 4 1 0,-1 5 5 16,-2 2 0-16,4 4 0 0,3 1 0 0,2 1-2 0,8 1 0 16,3 1-3-16,7 1-9 0,5 2-7 0,4 4-23 0,3 3-48 0,2 6-49 15,4 3-54-15,3 4-116 0</inkml:trace>
  <inkml:trace contextRef="#ctx0" brushRef="#br0" timeOffset="100303.05">4844 6459 526 0,'-27'-9'59'0,"-2"1"-36"0,-6-1-9 16,3 5-6-16,1 3 0 0,0 2 1 0,-1 0-1 0,2 1-3 15,-2 1-5-15,0 2-4 0,-1 1-8 0,-3 3 0 0,-1 3-2 0,1 1-2 16,-2 2 3-16,-1-1 2 0,2 3 3 0,-2 0 0 0,-1 2 4 16,2 0 2-16,-2 0 2 0,-1 2 3 0,-1-2-2 0,0 2-1 0,0 0 3 15,2 0-2-15,0 1 2 0,0 0 2 0,-1 1 1 0,3 0 1 0,2 0 3 16,1 0 2-16,1 0 1 0,2 0 1 0,2 0-3 0,3 0-1 16,2 1 3-16,4-2 0 0,4 1 1 0,1 1 0 0,3 0-3 0,4-1 1 15,3 0 3-15,3-2 5 0,4 3 2 0,2 0 5 0,3 2 0 0,4 3 1 16,3 1-7-16,3 2-1 0,1-1-7 0,5 2-2 0,2-1-3 15,2 3-3-15,4 0 0 0,-1 2-4 0,2 1-3 0,3 0-1 0,1 2 1 16,1-1 4-16,3 3 2 0,2-1 1 0,0-3-3 0,2-2 1 16,1-4 8-16,0-4 9 0,1-4 10 0,0-6 14 0,1-6 12 0,0-4 12 15,2-5 15-15,0-4 6 0,1-5 8 0,1-4-1 0,0-5-4 0,-1-3-3 16,1-2-14-16,2 0-9 0,0-3-16 0,2 1-8 0,-1-2-6 16,-1-1-11-16,1 1-2 0,0-1-17 0,0 0-6 0,0 0-2 0,1 0-6 15,-2 2 16-15,-2-2-1 0,1 2 2 0,-3-1 0 0,0 0-11 0,-2 2-5 16,-3 0-6-16,-1 0-12 0,-2 2-12 0,-2 0-31 0,-3-1-52 15,0 3-73-15,-3-3-103 0,1 0-110 0,-3-2-276 0</inkml:trace>
  <inkml:trace contextRef="#ctx0" brushRef="#br0" timeOffset="104073.58">4018 6310 1008 0,'-10'-2'78'0,"2"2"-65"0,0 1-26 0,5 0-7 16,4 1 1-16,2 1 5 0,2-1 1 0,1 0-1 0,3 1-6 0,1 0-15 16,2 0-18-16,2 0-17 0,2 0-12 0,2 1-12 0,3 0 4 0,-2-1 16 15,3 1 19-15,1-1 29 0,-1-1 14 0,3 0 12 0,-2-1 5 16,0-1 2-16,1 0 5 0,-2 0-1 0,1 0 4 0,2 0 4 0,-1 1 1 16,4-1 6-16,-1 1 2 0,4-1 2 0,0-1 1 0,2 1-2 15,1-1-2-15,3-1-10 0,1 0-1 0,3 0-6 0,1 0-6 0,1-1 0 16,2 0-1-16,3 0-3 0,3 0-2 0,1-1 5 0,2 0 1 0,2-2 0 15,1 1 2-15,4-3-5 0,1-2 0 0,2 0-1 0,2-2 2 16,0-1-3-16,2 1-1 0,0-2 1 0,1 0-1 0,-2-1 0 0,1 1 1 16,0-2-3-16,-3 1 0 0,2 0-1 0,-1 1 0 0,-1 1 2 0,0-1-1 15,-1 0-1-15,0 1 1 0,-2 1 0 0,0 1 1 0,0-1 3 16,-2 0 0-16,1-1 1 0,-1 0 1 0,-2-2 0 0,-2 0-3 0,-2 0 4 16,-2 1-1-16,-2-2 1 0,-2-1 1 0,0-1-1 0,-2 0 0 15,-2-2 0-15,-2-2 3 0,-2-1-1 0,-5-2-1 0,-1 0 1 0,-2-2 3 16,-2-1 4-16,-3 0 6 0,-1-2 2 0,-3 1 2 0,-4-2 1 0,-3 2-3 15,-3-1 3-15,-5 0-4 0,-2 0-8 0,-4-1-3 0,-5-4-5 16,-4 1-4-16,-4-1-3 0,-6-1 0 0,-4 3 2 0,-5-1 0 0,-6 3 4 16,-4-2 3-16,-4 2 1 0,-3 0 3 0,-5 2-3 0,-4-2-2 0,-3 3 3 15,-4-1-3-15,-1 1 0 0,-4 1 2 0,-3 2-3 0,-5 0-2 16,-1 1-1-16,-5 2 1 0,-2 1 1 0,-3 0 2 0,-3 2-4 0,-2 0 2 16,-3 0 0-16,-1 4-3 0,-3 1 0 0,-3 3 2 0,-1 3-2 15,-2 3 7-15,1 2 6 0,0 2 7 0,1 3 11 0,1 4 9 0,0 3 7 16,0 4 1-16,2 4 3 0,0 6-6 0,3 3-8 0,3 3-13 0,2 3-10 15,3 5-9-15,2 4-8 0,5 7-4 0,0 6-21 0,3 4-10 16,2 8-33-16,5 4-76 0,0 6-75 0,3 7-121 0,0 3-46 0</inkml:trace>
  <inkml:trace contextRef="#ctx0" brushRef="#br0" timeOffset="119925.59">14558 4344 1471 0,'-6'-12'111'16,"2"1"-49"-16,1-1-39 0,3 6-9 0,2 1 0 0,1 1-2 0,0-1 8 16,-1 0 6-16,0 2 9 0,-1 0 17 0,-2 1 8 0,0 0 11 15,0 1 8-15,-2 1-9 0,0 1-12 0,-1 0-11 0,-2 1-19 0,-1 1-2 16,-1 1-2-16,0 0-6 0,0 3 4 0,-1 1 6 0,0 2 2 0,1 2 10 15,-1 3 2-15,1 4-5 0,-1 1 3 0,0 5-4 0,0 1-2 16,1 4-5-16,1 2-10 0,-1 4-7 0,1 1-6 0,-1 3-1 0,2 0-5 16,0 1 0-16,0 3-3 0,1-1 4 0,-1 1-1 0,1-1 0 0,1 0 4 15,-1 0-8-15,0-2 9 0,-1 1-5 0,1-3 5 0,-1-2 11 16,-1-1 1-16,1-3 6 0,1-1 1 0,-1-4-10 0,2-1-3 0,0-5 6 16,2-2 1-16,0-3 2 0,0-1-1 0,0-4-1 0,1 0-3 15,1-2 2-15,1-2 0 0,-1-2-3 0,1-1-1 0,1-1-2 0,0-2 1 16,-1-1 1-16,3 0 5 0,1-2 7 0,1-1 0 0,2 0 3 0,2-1-4 15,1-1-1-15,2-1-2 0,1-2 0 0,2 0 2 0,3-1-9 16,-1-1 2-16,4 1-10 0,1-2-6 0,0-1 2 0,2 0-1 0,0 0 1 16,-1-1 11-16,2 1-12 0,-2-3-1 0,1 0 2 0,1-1-9 0,1-1 5 15,-1-1 9-15,-1-1-5 0,1-1 2 0,-2 0-8 0,1-2-5 16,0 0 9-16,-1 0 9 0,1-1 9 0,-1 0-2 0,0-3-8 0,0 0-5 16,-2 1 12-16,-1-1-1 0,-1 2 6 0,-3-1 0 0,1 1-13 15,-1 1 6-15,-4-1-4 0,1 0 0 0,-2-1 2 0,-2 0-1 0,-1 1-3 16,-1-1 2-16,-1 2-3 0,-3 2 3 0,0-3-4 0,-3 1 7 0,-3-1-3 15,-2-1 0-15,-2 1 0 0,-3-2-12 0,-2 0-3 0,-3 1 12 16,-2-1-6-16,-2 1 13 0,-3-1-2 0,-2 0-21 0,1 2 5 0,-2 2-4 16,0 2 3-16,-1 4 10 0,0 1 3 0,1 2-1 0,-2 3-6 0,2 1-2 15,-3 1-4-15,-1 4 1 0,1 0 5 0,-3 2-2 0,-1 3-6 16,-3 1 3-16,1 2-2 0,-1 3-6 0,-3 2 2 0,0 3-6 0,-4 1-9 16,1 1-5-16,0 1-12 0,0 0-3 0,2 1-4 0,2-2-3 15,1 1-7-15,4-1-19 0,1-1-26 0,5-1-39 0,2 0-63 0,2-1-78 16,4 1-110-16,2 1-94 0,1 0-44 0,2 1-169 0</inkml:trace>
  <inkml:trace contextRef="#ctx0" brushRef="#br0" timeOffset="120978.12">15206 4681 2913 0,'-8'2'32'0,"3"2"-22"0,0 2-13 0,4 1-7 0,5 2-9 0,1 1-8 16,0 1 0-16,0 1 5 0,-1 2 7 0,0 2 12 0,-2 1 1 0,-1 1-3 16,2 1 7-16,-1 2-4 0,0-2 2 0,2 2 2 0,0 1-5 15,1-1 1-15,2 1-3 0,0 0 7 0,1-3-7 0,1 1 8 0,1-1-4 16,2-2-1-16,2 0-6 0,2-3-6 0,0-2 6 0,0-2-2 0,1 1 12 15,1-3 3-15,0 0 0 0,2-3 5 0,-1-2 0 0,0 0 1 16,2-3 4-16,-1-1 5 0,-2-2-3 0,1-1 6 0,0-2 1 0,0-2-7 16,-2-2 1-16,1-1 10 0,-1-2-6 0,-1-1 2 0,-1-3-4 15,0-1-11-15,-1-2 1 0,-1 0-3 0,-3 1 0 0,0-2-1 0,-2 0-1 16,-2 1 0-16,-1-2 2 0,-2 1-2 0,-1 1 4 0,-2-1-6 0,-2-1-3 16,-2 1 6-16,-1-1-3 0,-3 1 2 0,-2 1 1 0,-1 0-3 15,-1 2-1-15,-2 1-2 0,-2 2 5 0,-1 1-1 0,-1 1-4 0,-2 4 0 16,-1 1-4-16,0 4-1 0,-2 2 3 0,-1 3-5 0,0 2 2 15,-1 3 3-15,2 3-1 0,-1 2-1 0,2 3 2 0,2 0-3 0,0 1 2 16,2 2-3-16,2 1-6 0,1 1-17 0,1-1-35 0,2 2-36 0,3-1-48 16,1-1-56-16,2-1-51 0,2-1-57 0,1-1-48 0,2-4-35 15,2-1 10-15,2-1 23 0,3-3-37 0</inkml:trace>
  <inkml:trace contextRef="#ctx0" brushRef="#br0" timeOffset="121204.12">15826 4682 2635 0,'-6'4'89'16,"1"0"-66"-16,0 4-23 0,2 0-18 0,4 1-17 0,0 0-16 15,1-1-5-15,-1 2 7 0,-1 2 14 0,-2 1 20 0,-1 0 7 0,0 1 8 16,-2 2 1-16,0 0 4 0,1 3-5 0,1 0-1 0,1 3-1 0,1 1-4 16,2-2 6-16,0 2 0 0,0 0-2 0,2-3 4 0,0 2-4 15,1-2-1-15,2-1-6 0,1-2-1 0,0-1-2 0,2-2-8 0,-2 0-5 16,3-1-34-16,1-3-38 0,0-1-38 0,1-2-33 0,0-4 3 15,2 1 3-15,0-3-1 0,1-1-2 0,0-3-21 0,-2 0-8 0,2-3 1 16,-2-2-9-16,-2-3-15 0,-1-3-39 0</inkml:trace>
  <inkml:trace contextRef="#ctx0" brushRef="#br0" timeOffset="121488.12">16231 3954 3205 0,'-2'1'84'0,"1"3"-52"15,2 4-19-15,4 5-17 0,3 4 0 0,2 2-5 0,2 5 13 0,-1 1-4 16,0 6 0-16,-3 2 2 0,-2 3-6 0,-1 2 6 0,-3 2 0 0,-1 3-2 16,-1 2 2-16,0 3-17 0,0 2 8 0,0 2 0 0,0 0-2 15,0-1 9-15,0 0-2 0,1 1 0 0,1-1-1 0,0 1 1 0,-1-2-4 16,1-2-1-16,0 0 0 0,0-3 0 0,1-1-18 0,0-5-12 0,1-3-7 15,0-4-10-15,0-5 5 0,1-3-7 0,1-5-14 0,0-4-35 16,0-3-49-16,0-1-9 0,-1-2-24 0,-2-3-24 0,-1-3-19 0,1-4-55 16,-1-3-29-16,-1-4-2 0,-2-4 3 0,0-3 12 0,-3-6 2 15</inkml:trace>
  <inkml:trace contextRef="#ctx0" brushRef="#br0" timeOffset="122087.63">16209 4708 1788 0,'-6'-5'415'16,"1"1"-267"-16,-1-1-41 0,4 2-56 0,0 2-16 0,2 1-16 15,2 0-3-15,-1 0-10 0,1 1-1 0,1-1-3 0,1 1 1 0,0 0 5 16,1 0-2-16,1 1 4 0,0-1-7 0,2 0 2 0,0 0-4 0,0-2-1 16,0-1 4-16,1 0-4 0,0 1 4 0,0-2 3 0,0 1-4 0,1-1 2 15,0 0-7-15,0 1-1 0,1-1-2 0,1 2 2 0,-1 0 5 16,1-1-2-16,-1 3-2 0,1-1-3 0,0 1 2 0,2-1 1 0,0 1-2 16,-1-1 0-16,0 1-5 0,0 0-6 0,-1-1-1 0,0 1-9 0,-1 0-2 15,1-1 2-15,-1 1 8 0,-1-1 5 0,-1 0 7 0,-1-1 5 16,-2 0-2-16,1 1 1 0,0 0-1 0,0 1-2 0,-1-1 2 0,-1 2 1 15,0 0-3-15,-2 0 3 0,0 1-4 0,-2-1 8 0,-1 1-3 16,0 0 7-16,0 1-1 0,-1 0 3 0,0 2 5 0,-1 0 3 0,0 1 4 16,0 0-4-16,1-1 0 0,-1 3 1 0,1 1 1 0,0 0 2 0,1 0-2 15,-1 0 3-15,0-1 4 0,1 3 5 0,-1-1 8 0,0 1-9 16,2 0 3-16,-1 0-5 0,1 1-8 0,1 0 4 0,-1 2-11 16,1-1-5-16,1 1 1 0,1 1-7 0,0 1 1 0,0-1-1 0,1 0-6 0,1 0 11 15,-2 1-7-15,2-2 7 0,1-2-7 0,0 0-9 0,2-3 9 16,1 0-1-16,1 0 13 0,0-3 3 0,1-1-3 0,2-1-2 0,-1-2 4 15,2-2-2-15,-1-1-2 0,2-3 2 0,0 0-5 0,0-3-2 16,-1 0 2-16,0-3 1 0,0-1 13 0,-1-1 5 0,-2-3 0 0,0-1-1 16,0-3-16-16,-2-1-6 0,-1-1 2 0,-1 1-1 0,-2-2 3 0,2 0 0 15,-3 2-2-15,-2-2 4 0,-1 0-4 0,-2 1-3 0,-3-1-4 16,-1 1-3-16,-4-1-2 0,1 0 2 0,-4-1 3 0,-1 2-5 0,-2 0-4 16,-2 2-4-16,0 2-8 0,-2 1 7 0,1 4 0 0,-1 1 4 15,2 2 5-15,-1 2-3 0,1 3-2 0,1 1 3 0,0 2 2 0,1 3 2 16,0 1-3-16,1 2 2 0,2 2-2 0,0 0 1 0,1 2 2 0,0 3-5 15,2 0 4-15,0 1 0 0,3 2-1 0,0 1-2 0,2 1 1 16,1 2-7-16,1 0-2 0,1 0-4 0,2-1-6 0,1 0-1 0,1 0 0 16,1-2 3-16,1 1 5 0,2-1 4 0,0-2 1 0,1 1 5 0,1-1-3 15,1 0 5-15,0-1 2 0,3 0 4 0,0 1-1 0,2-2 3 16,0 0-4-16,1-2 0 0,3 0-3 0,0-2 1 0,0-1 6 0,3-2 6 16,-1 1 7-16,0-1 3 0,0 0 2 0,1-3-5 0,0 2 2 15,0-2-2-15,-1 0-6 0,1 0 1 0,-2 0-3 0,0 0-2 0,0 0-1 16,-2 0-2-16,-2-1 2 0,-1 0-2 0,0 0-2 0,-1-1 2 0,0 0-3 15,0-1-1-15,-2 0-9 0,1-1-21 0,-3 0-23 0,0-1-25 16,0 1-24-16,-2 0-20 0,0-1-36 0,-2 1-58 0,0-2-66 0,0 0-59 16,0 0-36-16,-1-2-6 0,0-2-90 0</inkml:trace>
  <inkml:trace contextRef="#ctx0" brushRef="#br0" timeOffset="122321.61">17482 5073 3249 0,'2'3'47'0,"4"2"-26"0,5 3-46 0,6 1-3 0,1 0 13 16,5 0 5-16,1-2 4 0,-2 0 3 0,1 1 1 0,-2-1 6 0,0 0-3 15,0 0-2-15,1-2 1 0,-1-1-4 0,1 0 6 0,0-1 0 16,1-1-1-16,0-1 1 0,0 1-2 0,0-2-3 0,-1 1 3 0,-2-1 0 16,0-1 0-16,0 0 3 0,-1 0-12 0,-1-1-10 0,1 0-22 15,-3 0-20-15,2-2-17 0,-2 0-16 0,0 0-8 0,-2 1-10 0,1-2-11 16,-1-1-23-16,1 0-18 0,-2-1-26 0,1 1-31 0,0-1-34 0,-1 0-28 15,0 0-16-15,-1 1 10 0,0 1 20 0,0 0 34 0,-1-1 8 16</inkml:trace>
  <inkml:trace contextRef="#ctx0" brushRef="#br0" timeOffset="122542.61">17839 4773 2458 0,'-11'-2'297'0,"-1"1"-243"16,-3 0-26-16,3 1-28 0,6 2-16 0,1 0 1 0,3 2 2 0,0 1 4 16,1 2 11-16,-1 0 0 0,1 4 11 0,0 2 3 0,0 3-1 0,1 1 4 15,1 1-6-15,1 4-6 0,0 2-6 0,1 4 6 0,-1 3-5 16,2 1 3-16,-1 2-7 0,1 2 2 0,0 1-1 0,0 1-4 0,0 1 10 16,1-2-9-16,1-1-3 0,1-2-9 0,0 0-32 0,2-3-51 15,-1-1-55-15,1-4-68 0,2-1-72 0,1-3-59 0,1-1-51 0,0-1-25 16,0-3 17-16,0-4 27 0</inkml:trace>
  <inkml:trace contextRef="#ctx0" brushRef="#br0" timeOffset="123240.61">19055 4244 3541 0,'-3'5'0'0,"-1"7"-26"16,-1 8-46-16,0 10-32 0,2 5-18 0,2 5 20 0,-1 1 36 0,1 1 35 15,-3-3 23-15,-2-1 1 0,-2 1 10 0,-4 2-3 0,-1 3-3 0,-4 4-6 16,-3 1 1-16,0 1-8 0,-2-1-2 0,1-1-8 0,0-2-2 15,-1-2-4-15,1-3-3 0,1-3 23 0,1-5 4 0,1-3 11 0,2-3 10 16,0-2-9-16,2-3 2 0,1 0 1 0,1-3 1 0,2-2-6 0,1-3 0 16,0-1-2-16,1 0 0 0,1-1 3 0,1-1-1 0,2-2-2 15,0 0 0-15,1 0-4 0,2-1-1 0,2 0-1 0,2 0-3 0,1 1 3 16,2-2 2-16,2 2 4 0,0-1 4 0,2-1 7 0,2 0 3 16,1 0 2-16,1-1 5 0,3 0-1 0,0-1 0 0,1-2-11 0,0 0 1 15,2-1-2-15,-1-1 6 0,2-2 12 0,0-2 3 0,0-2 0 0,3-2-5 16,0-3 1-16,0-3-4 0,2-2-6 0,-1-3 5 0,3-4-3 15,0-2-4-15,4 0-3 0,-1-1-5 0,2-1 3 0,-2-2-3 0,1-2 7 16,0 0-1-16,0-2-2 0,0 2 12 0,0-1-3 0,-2 2-7 0,-1-1 2 16,-2 1-13-16,-2-1 1 0,-2 1 16 0,-2 1 1 0,-1 1 3 15,-4-1 5-15,-1 3-2 0,-3-3-6 0,-3 2 2 0,-2-2 2 0,-4 1-3 16,-3 1 1-16,-3 1 0 0,-4 1-8 0,-3-1-3 0,-3 1-2 0,-2-1-5 16,-4-1-4-16,-3 3-3 0,-2-1-16 0,-4 1 14 0,-1 2 1 15,-2 0 1-15,-1 1 14 0,-3-1-15 0,1 1 10 0,-2 0 4 0,0 2 5 16,0 1-2-16,-2 1-4 0,0 3-9 0,-1 0-1 0,1 1-1 15,0 3 0-15,-1 2 1 0,0 2-5 0,-2 3 2 0,0 2 6 0,-1 3 0 16,0 3 2-16,0 3-4 0,1 3-11 0,1 4-3 0,1 1-12 0,2 4-5 16,0 3-15-16,1 1-15 0,2 3-36 0,1 2-36 0,5 1-46 15,0 0-59-15,5 2-71 0,0-2-84 0,3 2-97 0,3 0-56 0,5 1-169 16</inkml:trace>
  <inkml:trace contextRef="#ctx0" brushRef="#br0" timeOffset="123605.03">20427 4592 1 0,'-20'20'257'0,"6"-6"748"0,2 1 747 0,1-9-1693 0,4-2-44 0,3 3-46 16,1 3-14-16,3 0 1 0,1 3 20 0,1 1 12 0,0 2 7 16,0 0 10-16,-1 2 9 0,-2 1 3 0,1 1 8 0,0 2 3 0,-1 2-6 15,2 0-1-15,0 4-7 0,0 0-6 0,2 4 1 0,-1 1-4 0,1 3-15 16,0 1 17-16,-1 2-2 0,2 2 0 0,-2 2 14 0,1 2-15 16,-1 3-1-16,0 1-4 0,0 3 4 0,0 1-1 0,0 0-2 0,0-1 5 15,-2 2-3-15,2-2-16 0,-1 0 10 0,2-3 1 0,0-3-1 0,1-2 20 16,0-5-14-16,0-3-2 0,0-2 2 0,0-2-6 0,1-2 4 15,0-4 0-15,-2-1 0 0,1-5-5 0,-1-3-13 0,-1-3-15 0,-1-3-24 16,0-3-36-16,-1-3-44 0,-1-3-39 0,-1-3-43 0,0-4-31 0,-2-5-37 16,0-4-9-16,-1-5-6 0,0-6-16 0,1-8-16 0,1-4-154 15</inkml:trace>
  <inkml:trace contextRef="#ctx0" brushRef="#br0" timeOffset="123943.03">20431 4583 2194 0,'-6'-6'546'0,"-1"1"-500"0,-1-1-56 0,4 1-36 0,1 2-12 0,1 1 26 16,2 0 17-16,-1 1 12 0,0 1 16 0,1 0 9 0,-2 0 11 16,2 0 6-16,-1 0-7 0,1 0-7 0,0 0-8 0,0 0-7 0,2 0 3 15,-1-1 0-15,2 1-1 0,2-1 1 0,0 0-1 0,1 0 3 0,2 1 3 16,2-1-2-16,2 0-4 0,0 0-1 0,2 1-4 0,2 0 2 15,0 2-6-15,1-1 4 0,1 2-5 0,2 1 1 0,1 0 0 0,-1 1-1 16,1 2-2-16,0 1 0 0,1 1 0 0,-1 2 2 0,1-1-2 0,-1 2 0 16,1 1 0-16,-1 1 2 0,1 1-1 0,-1-1 3 0,-2 3-1 15,0 0 1-15,-1 1 6 0,-3 0 2 0,-1 1 2 0,-3 0-1 0,-2-3-4 16,-1 2 7-16,-2-1-3 0,-3 0 0 0,-2 0 8 0,-3-2-4 16,-2 1 4-16,-3 0 0 0,-3 1-7 0,-3 0 6 0,-3-1-4 0,-5-1-2 15,-2 1-3-15,-2 0-6 0,-4-2-1 0,0-2-6 0,-2-2-18 0,1-1 8 16,-2-3-20-16,2-2-19 0,-2 0 5 0,3-3-31 0,0 0-10 15,2-2-21-15,0-1-51 0,1 0-53 0,3-1-72 0,-2-2-114 0,2-2-172 16,-2-3-311-16</inkml:trace>
  <inkml:trace contextRef="#ctx0" brushRef="#br0" timeOffset="125005.03">21080 4924 2703 0,'-3'-1'240'16,"3"0"-218"-16,0 1-45 0,3 2-30 0,2-1-5 0,2 2 11 0,2-1 29 15,1 0 12-15,2 0 12 0,-2-2 9 0,0 2 5 0,0-1 5 0,0 0 8 16,1 0-1-16,1 0-7 0,0-1 4 0,2 0-4 0,0 0 5 16,1-1-1-16,0 0-5 0,2-1 4 0,0 1-8 0,1-1-2 0,-1 0 6 15,1 0-3-15,1 0-3 0,0 1 1 0,2-1-8 0,0 1-7 16,1-1 4-16,1 1-6 0,0-1 4 0,-1-1-1 0,1 2-2 0,-1-1 1 16,1 0 3-16,0 0-5 0,1 0 3 0,0 0 2 0,0 1-7 0,-1 0 6 15,-1 0 3-15,-1 1-6 0,1-1 6 0,0 1-5 0,-1 1-2 16,2 0-1-16,-2 0 1 0,-1 0 0 0,1 0 0 0,-1 0-4 0,-2 1 2 15,2-1 13-15,-2 0-1 0,-1 0 3 0,-1 0 1 0,0 0-14 0,-1-1-6 16,-1 1 4-16,-3-1-4 0,1 0 3 0,-2-1-3 0,0 0-5 16,-3-1-13-16,-1 1-12 0,-1-1-17 0,-3-1-25 0,0-1-20 0,-1-1-29 15,-2-1-24-15,-2-1-36 0,0-1-44 0,-3 0-24 0,-2-2-20 16,-1 0-34-16,-1-3-6 0,0-2-24 0,-1 0-18 0,0-2-83 0</inkml:trace>
  <inkml:trace contextRef="#ctx0" brushRef="#br0" timeOffset="125255.03">21487 4466 2732 0,'-6'0'422'0,"1"2"-371"0,-1 2-33 16,3 3-31-16,2 2-1 0,1 3-7 0,3 2 5 0,-1 1 13 0,2-1 6 15,-1 1 9-15,0 2 13 0,0 1 7 0,1-1-9 0,-1 2 2 16,1 0-9-16,-1 1-1 0,2 0 6 0,-1 2-8 0,2 0-1 0,0 1 3 15,-1 1-8-15,1 0 6 0,-1 1 3 0,0 2-1 0,1 1 1 0,0 2 1 16,0 0-4-16,-1 0-6 0,1-1-3 0,0 1-23 0,0-4 10 16,1 2 6-16,0-3-5 0,0 1 21 0,-1-3-11 0,1 0-6 0,-2-2-7 15,1-2-23-15,-1 1-17 0,0-4-34 0,0-1-28 0,-1-2-52 0,-1 0-77 16,-2-1-115-16,0-2-126 0,-4 0-119 0,-2 0-164 0</inkml:trace>
  <inkml:trace contextRef="#ctx0" brushRef="#br0" timeOffset="126610.03">23017 4161 1080 0,'1'-13'212'0,"-1"0"-195"15,2-3-47-15,0 0-7 0,0 2 21 0,1 2 41 0,-1-1 27 0,0 3 15 16,-3-1 22-16,0 2 11 0,-2 1 14 0,-1 2 3 0,1 0-1 0,-2 2-11 15,-1 1-19-15,-1 1-13 0,0 2-13 0,-1 0-8 16,0 2-6-16,0 1 1 0,-1 3-10 0,2 0-8 0,-3 3-6 0,0 2-9 0,0 3 0 16,0 3-3-16,0 3 0 0,1 4 0 0,-1 1 2 0,1 3-1 0,1 2 3 15,-1 3 0-15,1 4-2 0,0 5 0 0,2 6-2 0,-1 2-12 16,1 3-1-16,1 0 2 0,1 2 0 0,2 4 8 0,0 3-3 0,2 2 1 16,0 1 5-16,0 2-3 0,0 0 2 0,1 0-7 0,1-1-1 15,0 0 3-15,2-4 6 0,0-1 9 0,0-1 4 0,1-4 2 0,-1-3 2 16,0-4-1-16,0-4-8 0,2-3-2 0,-2-3-4 0,0-4-13 0,-1-2-1 15,-1-5 2-15,0-2-2 0,-2-3 11 0,1-5 2 0,-2-3-11 16,-1-4 1-16,2-3-11 0,-3-4-19 0,0-3-12 0,-2-5-24 0,-3-2-16 16,1-7-12-16,-4-5-27 0,-2-4 0 0,-1-8 10 0,0-2 13 0,0-7 24 15,-2-3 8-15,0-4-4 0,0-4 3 0,1-5 7 0,0-3 4 16,0-1 10-16,1-4 7 0,1-1 8 0,-1 1 11 0,1-4 12 0,0 0 7 16,1 0 2-16,3-2 0 0,0 1 0 0,1 2 3 0,2 2 4 15,1 3 6-15,1 5 8 0,1 4 8 0,1 3 16 0,0 3 9 0,2 5 5 16,1 3 13-16,1 3 0 0,0 5 3 0,1 1 5 0,0 4-13 0,2 2 4 15,1 1-1-15,1 3-1 0,2-1-3 0,-1 1 4 0,3 3-5 16,3 1-16-16,0 2-5 0,2 1-10 0,1 2-14 0,2 1 2 0,1 1-6 16,1 2-11-16,2 2 7 0,0 2 5 0,0 2-1 0,1 2 1 0,-1 3 4 15,4 1-8-15,-1 4 4 0,-1 0-4 0,1 5-6 0,-4 1-1 16,2 3-4-16,-1 2 2 0,-1 2-3 0,1 1 1 0,-2-1-5 0,1 2 1 16,-2 1-2-16,-2 2-1 0,0 1 5 0,-1 3-3 0,-1 2 0 15,-3 1-10-15,-1 2 7 0,-2 1-3 0,0 2 1 0,-2 1 10 0,-2 2-5 16,0 2-1-16,-3 2-1 0,-1 0 0 0,0 2 0 0,-2 0 1 0,0-1 2 15,-2-1-4-15,1-1 1 0,-1 0-6 0,-1-3-3 0,0-3 6 16,0-3-3-16,1-3 1 0,-1-3-9 0,1-2-21 0,0-3-23 0,1-5-28 16,0-1-34-16,0-4-30 0,0-3-41 0,0-3-54 0,-1-3-49 0,-1-4-31 15,0-2-38-15,0-4-7 0,-1-4 28 0,-1-4-8 0</inkml:trace>
  <inkml:trace contextRef="#ctx0" brushRef="#br0" timeOffset="126791.03">22812 4854 3166 0,'-4'1'166'0,"-1"-1"-116"0,1 2-46 16,3 1-24-16,3 1-5 0,3 1 5 0,2 1 11 0,4 0 4 0,2 1 8 15,0-1 4-15,2 0 1 0,2-1 1 0,0-1 5 0,1 0-9 16,2-2 5-16,1-1-7 0,1 0-5 0,1-3 2 0,0-1-9 0,2-2-3 16,1-3-15-16,-1-1-22 0,1-2-24 0,0-3-16 0,0 0-22 15,0-3-14-15,0-2-12 0,1-2-35 0,-2-1-39 0,2-3-45 0,-2 0-52 16,2-1-43-16,-2 0-32 0,-1-1-24 0,3-2-109 0</inkml:trace>
  <inkml:trace contextRef="#ctx0" brushRef="#br0" timeOffset="127011.03">23823 3694 3184 0,'-8'-5'14'15,"1"2"-12"-15,-3 1-13 0,4 4-3 0,2 3 2 0,2 1 1 0,0 4 6 16,0 4-2-16,0 3 5 0,0 1 2 0,-1 4-2 0,1 2 1 0,-1 3 9 15,-1 3-1-15,1 3 6 0,1 7-5 0,0 1-8 0,0 5 0 0,0 4-3 16,1 3 1-16,-2 5-3 0,0 1-2 0,-1 3 2 0,0 2-11 16,-1 4 0-16,-1 4 2 0,0 0-3 0,0 1-1 0,0-1-9 0,1-4-28 15,-1-3-27-15,2-4-21 0,1-3-13 0,2-8 4 0,1-7 11 16,0-6 13-16,3-6 2 0,2-6-10 0,2-2-33 0,1-6-45 0,1 0-54 16,1-6-46-16,1-2-51 0,-1-3-12 0,4-4 17 0,0-4-41 0</inkml:trace>
  <inkml:trace contextRef="#ctx0" brushRef="#br0" timeOffset="127422.03">24082 4601 2740 0,'-1'-1'268'0,"1"3"-268"0,0 3-19 16,3 1-11-16,2 3-4 0,3 2 15 0,1 1 9 0,2 0 2 0,-2 0 6 15,2 0 5-15,-1 2 11 0,0 0 1 0,-1 1-5 0,0 0 5 16,-2 3-6-16,2-1-6 0,-1 1 1 0,1-1-4 0,-1-1 0 0,1 1 1 15,-1-1-1-15,0 0 2 0,1-1-5 0,-1 1 4 0,1-2-1 0,0 0-1 16,-1 0-1-16,1-1-3 0,0-1 3 0,0-2-5 0,0 0 2 16,2-2-3-16,0-1-1 0,-1-1 3 0,1-1-6 0,-2 0 2 0,1-1-4 15,0-1 4-15,1 0 2 0,-1-1-1 0,1-1 8 0,0 0-6 0,2-3 5 16,0 0 1-16,1-1-3 0,-2-2 4 0,2 0-5 0,1-1 0 16,1-2 0-16,0 0-4 0,0-1 2 0,1-1 0 0,-1 1 2 0,0-2 9 15,0-1-3-15,0 0 6 0,-1-1-2 0,-2 1 3 0,0-1 2 16,0 1 0-16,-1-1 0 0,0 1 0 0,-3 0 3 0,1-1 3 0,-1 1-3 15,-1-1 6-15,-2 0 1 0,-1 1 5 0,-1-2-1 0,-2 0-3 0,-3 0-4 16,-1 0-5-16,-4 0-9 0,-3-1-8 0,-3 1-10 0,-2-1-14 16,-1 2-2-16,-3-1 14 0,-1 0 10 0,-2 0 11 0,-3 2 6 0,-2-1-3 15,-1 2-4-15,-2 1 0 0,-1 2-4 0,0 1-6 0,2 2 2 16,-1 3-5-16,2 1 3 0,1 2-3 0,2 1-6 0,0 2-4 0,1 1-17 16,2 3-17-16,1 0-24 0,0 2-15 0,1 2-23 0,1 0-15 0,0 0-15 15,2 1-13-15,-1 0-22 0,2-1-23 0,2 0-39 0,3-1-45 16,2-2-32-16,2 1-25 0,1-4-69 0</inkml:trace>
  <inkml:trace contextRef="#ctx0" brushRef="#br0" timeOffset="128022.03">24672 4735 1373 0,'2'16'472'0,"2"6"-455"0,2 8-50 0,1 3-10 0,3 3 1 16,1 3 14-16,2 0 13 0,-2 0 12 0,0 1-6 0,-1-2 1 16,-1 1 4-16,0 1 2 0,0 1 4 0,0-2 2 0,0 1-2 0,0-2-2 15,0 1 3-15,-1-1-6 0,0-3 3 0,0 1 0 0,-1-5 2 0,-2-1 0 16,1-1-3-16,-1 0 1 0,-2-1-1 0,-1 1 2 0,-2-2 3 15,-1-2-3-15,-1-2-2 0,-1-2 0 0,-2-2 3 0,-3 1-1 0,0-4 6 16,-4-1-5-16,-3-1-11 0,-1-3 2 0,0-1-5 0,-1-4 5 16,0 0 9-16,1-3 12 0,1-3 12 0,0-2 5 0,0-3 4 0,0-2-1 15,3-3-9-15,-2-2-1 0,1-3-9 0,1-1-2 0,1-2 6 0,2-3-2 16,1 0 12-16,1-2-3 0,1-2-5 0,3-2-3 0,0-5-7 16,2-1-2-16,2-2-5 0,1-2 3 0,1-3-4 0,2 0 8 0,2-3 2 15,2-1-1-15,0 0-1 0,2 1 0 0,3 1 7 0,0 0 2 0,0 3 9 16,0 5 6-16,1 0-3 0,0 4 12 0,0 0 2 0,-1 4 7 15,1 1 4-15,0 2-3 0,0 5-11 0,-2 1-12 0,1 4-8 0,-1 2-4 16,-2 3 2-16,1 3-2 0,-3 1 2 0,1 3-3 0,-1 2-2 16,1 3-3-16,0 0-3 0,-1 3-4 0,0 1-3 0,0 1-1 0,0 1-4 15,0 1 1-15,0 1-3 0,0 0 1 0,0 1 2 0,0-1-4 0,0 0 3 16,0-1 4-16,1-2-6 0,-1 0 6 0,1-1 1 0,-1-1-4 16,0-1 2-16,1-1 3 0,1-2 0 0,1 0 10 0,-1-2 0 0,0-1 9 15,-1-1 7-15,0-1 5 0,0 0 4 0,-1-3-4 0,1 0-1 0,0-1-3 16,-2 0-6-16,0-1-2 0,0-1-8 0,-1 0 2 0,-1-3 4 15,-2 0 5-15,-1-2 1 0,-1-1 1 0,-2 0-4 0,-2-3-4 0,-1 0-15 16,-3-1-7-16,-1 0-5 0,-3-2-5 0,-1-1 1 0,1-1-1 0,-2-2 1 16,0 1-4-16,0 3-10 0,0 0-6 0,1 3-14 0,-2 4-3 15,0 2-2-15,1 3-2 0,1 2 15 0,1 2 3 0,0 2 3 0,0 2 0 16,0 3-25-16,0 2-9 0,0 2-19 0,0 1-29 0,2 3-31 16,-1 0-29-16,1 2-33 0,1 0-35 0,2 0-32 0,2-1-46 0,1 0-19 15,1 1 4-15,2-1-28 0</inkml:trace>
  <inkml:trace contextRef="#ctx0" brushRef="#br0" timeOffset="128338.03">25444 4735 2636 0,'0'7'140'0,"0"2"-186"0,1 5-40 0,2 4-3 0,1-1 22 0,2 3 42 16,-2 0 23-16,0-2 13 0,-1 2 9 0,-2 0 12 0,-1-1 12 15,-1 0 0-15,1 1-4 0,-1-2-7 0,1-3-11 0,0-1-2 0,-1-2-4 16,1-2 1-16,-1-3 1 0,0-2 0 0,-1-2 2 0,0-1 0 0,-1-2-2 16,-1-2-3-16,-2-1-6 0,-1-2-6 0,-1-3-5 0,1-2 1 15,-1-3-1-15,0-2-10 0,1-1-3 0,2-2 2 0,-1-2 1 0,1 1 9 16,0-2 4-16,2-2-7 0,1 1 3 0,1-1-1 0,2-1 3 16,1 0-1-16,1 0-3 0,0 0 2 0,3 0-7 0,0 1-2 0,1 2 1 15,3 0-9-15,2 1-5 0,0 1-5 0,0 2-11 0,0 0-5 0,0 3-5 16,0 3 1-16,0 0-3 0,-1 1-3 0,1 2 3 0,-2 0-14 15,1 1-16-15,-1 1-30 0,-1 1-50 0,0 0-60 0,0 0-42 0,0 0-19 16,0 0 6-16,1 0 25 0,0 0 38 0,0 0 22 0,0 1 2 0</inkml:trace>
  <inkml:trace contextRef="#ctx0" brushRef="#br0" timeOffset="128539.03">25884 4691 2632 0,'3'6'12'0,"0"2"-66"16,4 4-19-16,3 2 3 0,0-1 39 0,1 1 28 0,-1 0 14 0,-1-2 6 16,-2 0 5-16,0 1 12 0,-1-1-4 0,-1 1 0 0,0 0-8 15,0-2-9-15,-1 2-5 0,0-2-5 0,-1 1 0 0,0-1-1 0,0-1-2 16,0 0 1-16,-1-1 2 0,0-1-4 0,-1-1-17 0,0-2-25 16,1 0-36-16,-2-3-38 0,1 0-38 0,0-2-29 0,-1-1-5 0,0-1-6 15,0-2-13-15,-2-1-9 0,2-3-40 0,-2-2-28 0,-1-2 9 0,1-3-59 16</inkml:trace>
  <inkml:trace contextRef="#ctx0" brushRef="#br0" timeOffset="128690.03">25946 4317 2725 0,'0'-2'68'16,"1"2"-88"-16,0-1-39 0,0 3-14 0,2 0 1 0,1 1 12 0,2 0 12 15,-1 0 3-15,-2-1 4 0,1 0 0 0,-1-1-14 0,0 0-25 0,-1-1-22 16,0-1-18-16,0 0-13 0,0-2-6 0,0-1-23 0,0 0-25 15,0-3-17-15,0 1-14 0,0-2-15 0,0-2-15 0,1-2-123 0</inkml:trace>
  <inkml:trace contextRef="#ctx0" brushRef="#br0" timeOffset="128905.03">26213 4215 1743 0,'1'6'658'0,"2"2"-641"0,1 6-22 0,1 2-8 16,2 5 3-16,0 2 9 0,1 1 1 0,-2 2 0 0,1 0 4 15,-1 1-8-15,0 2 5 0,0 1 10 0,-2 2 1 0,1 3 13 0,-1 0-5 16,0 1-7-16,0-2-9 0,1 0-2 0,-1-1-1 0,1-2-4 0,-1-1 3 16,1-2 0-16,-1-3 0 0,0-1 2 0,0-4-7 0,0 1-10 15,0-3-15-15,1-2-23 0,-1 0-23 0,0-2-31 0,-1-1-32 0,0-2-15 16,-1-3-9-16,0-1 4 0,-1-3 21 0,-1-1 24 0,0-4 28 16,0-2 19-16,-1-2 13 0,-2-3-28 0,-1-1-37 0,-1-1-42 0,-3-4-63 15,-1-3-7-15,-2-1-37 0</inkml:trace>
  <inkml:trace contextRef="#ctx0" brushRef="#br0" timeOffset="129324.03">26106 4648 709 0,'-6'-5'92'0,"0"1"-70"0,-1-2-22 0,1 1-12 16,3 1-4-16,2-1 11 0,1 0 14 0,2 0 11 0,1-2 10 15,1-1 1-15,0-1-9 0,2 0-6 0,1-2-7 0,1 1-2 0,2 0-2 16,1-2-1-16,1 1 8 0,1-1 1 0,2 0 0 0,0 0 2 16,-1 0-4-16,3 0 0 0,0 1 3 0,1 1 1 0,-3 1 10 0,1 1 8 15,-2-1 9-15,1 2 16 0,-2 1 8 0,-1 2 8 0,-1 2 4 0,0 1 0 16,-3 2-2-16,0 1-8 0,-1 2-14 0,-1 2-7 0,0 2-5 15,0 1-2-15,-1 1-3 0,1 2 0 0,0 1 5 0,-2 2-3 0,2 0 3 16,-1 3-4-16,-1-1-11 0,-1 1 8 0,1 0-1 0,0 0 7 0,0 1 0 16,0-3-5-16,1 0 0 0,-1-1-10 0,1 0-5 0,1-1-1 15,-2 0-4-15,1-1 0 0,1-1 2 0,-1-1-1 0,0-2-1 0,1 0 2 16,-1-2-4-16,1-1-3 0,-1-1 8 0,0-3 2 0,-2 0-1 16,1-3 6-16,0 0-2 0,-1-2-2 0,2-1 0 0,-1-1-2 0,0-2-9 15,0-1-3-15,0 1-8 0,0-1-3 0,-1 0 6 0,1 0-3 0,-1-1-1 16,1 0-1-16,0-1-4 0,1 1-1 0,0 0 5 0,0 0 1 15,0 1 1-15,1 0 0 0,-1 0-5 0,0 0 2 0,1 1 1 0,0 1 2 16,0 0 2-16,1 1 4 0,-1 1 2 0,1 1 5 0,-1 1 12 0,-1 2-6 16,1 0 4-16,-1 3 4 0,1-1-11 0,-1 2 1 0,1 2 1 15,0 0-3-15,-1 1 0 0,1 2-1 0,0 0-1 0,-1 1-1 0,1 0 1 16,-1 1 1-16,0-1-4 0,-1 1 0 0,1 2-1 0,0 0 3 16,-1 1 3-16,0 0-1 0,-1 1 3 0,1-1-5 0,-1 1-5 0,0-2-2 15,-1 1 0-15,0-1 0 0,-1-1 1 0,1 0-5 0,0-2 3 0,-1-1-2 16,1 0-1-16,-1-1-2 0,1-1-8 0,-1-1-15 0,-2-1-14 15,2-1-25-15,-1 0-30 0,0-2-32 0,1-2-42 0,-1-1-43 0,0-2-45 16,1-1-51-16,0-3-64 0,0-2-19 0,1-2-10 0,1-3-105 0</inkml:trace>
  <inkml:trace contextRef="#ctx0" brushRef="#br0" timeOffset="129622.03">27282 4473 2891 0,'5'0'670'15,"1"2"-715"-15,4 2-36 0,3 2 7 0,3 0 21 0,3 1 39 0,-1 1 18 16,0 0 1-16,-1-1 15 0,-2 0 18 0,0 0 9 0,-1 0 4 16,1-1-5-16,-1-2-14 0,2 0-10 0,0 0-7 0,0-1 0 0,-1-1-4 15,0-1 4-15,1-1 4 0,0 1 2 0,-1-2 2 0,1 1-4 0,-1-1 5 16,0-1-6-16,0 2-3 0,0-1-4 0,2 0-13 0,1 1 2 15,-2-2 2-15,2 1-2 0,-1 0-2 0,-2 0 4 0,1 0-4 0,-1 0 4 16,0-1 2-16,-1 0-11 0,0 1-1 0,0-1-5 0,1 0-18 0,-1-1-7 16,-1-1-11-16,1-1-22 0,0 0-20 0,-1-1-9 0,0 0-17 15,-1-2-12-15,-1 0-24 0,-1-1-49 0,-3 0-50 0,-1-1-60 0,-2 1-51 16,-1-2-32-16,-1 1-29 0,-2-1-2 0,-1 0-54 0</inkml:trace>
  <inkml:trace contextRef="#ctx0" brushRef="#br0" timeOffset="129805.03">27454 4854 3817 0,'5'13'-9'0,"0"3"-53"16,6 5-14-16,6 2 6 0,4-2 24 0,3-1 33 0,0-2 13 0,-1-1 1 16,-1-2 5-16,1-1 7 0,0-2 0 0,0-1-9 0,1-2 0 15,-1-3-17-15,1-3-4 0,-1-2-4 0,-2-1-12 0,0-1-19 0,-2 0-6 16,-3-3-14-16,-1 0-28 0,1-1-15 0,-3-3-65 0,0 0-87 15,-1-1-117-15,-3-2-133 0,3-1-91 0,0-3-228 0</inkml:trace>
  <inkml:trace contextRef="#ctx0" brushRef="#br0" timeOffset="130207.03">29310 4422 3439 0,'-1'2'-31'0,"-1"1"-11"0,-1 1-10 0,1 3 9 0,-1 1 4 16,-1 0 14-16,-1 2 3 0,-1-1 24 0,0 2 27 0,-2 0 11 0,0 0 14 15,-2 0-11-15,0 1-6 0,1-1-12 0,-2 0-10 0,0 1-8 16,0 1 1-16,1 0-3 0,1 0 1 0,-1 0-1 0,0 1 2 0,-1 1-3 16,0 2 4-16,0 2-5 0,0 3-1 0,0 1 4 0,0 2-6 0,0 2 0 15,0-1 0-15,0 2-4 0,2-3 0 0,0 1 6 0,1 0 2 16,0-2-6-16,2 0 4 0,1-2-8 0,0 0 6 0,2-2-5 0,0-3 7 16,1-1 1-16,1-2-23 0,1-2 13 0,0-2-12 0,0-1 1 0,1-3 9 15,0-1-9-15,0-2-13 0,0-2-22 0,0-1-18 0,0-1-21 16,1-3-16-16,-2-2-11 0,0 0-21 0,0-5-26 0,0-3-43 0,-1-3-27 15,0-3-6-15,0-3-5 0,1-3 12 0,0-3-8 0,2-2-9 0,-1-2-6 16,0-3 20-16,1 0-17 0,2-3 67 0</inkml:trace>
  <inkml:trace contextRef="#ctx0" brushRef="#br0" timeOffset="130388.03">29174 4279 1278 0,'4'-1'149'0,"2"3"-56"0,3 0-16 0,1 3 1 15,1 2 2-15,0 0 5 0,1 1 5 0,-2 2 16 0,2 1 16 16,0 2 14-16,0 1 0 0,0-1-12 0,0 3-30 0,2 0-30 0,0 0-26 15,0-1-27-15,1 1-4 0,1 0 0 0,0 0 1 0,0 1 3 0,-1 0 1 16,0 0-10-16,0-1-1 0,0-1-2 0,-1 1 1 0,-1-1 0 16,-1-1 3-16,-1-3 3 0,-1 1 1 0,-1-2-5 0,-2-1-12 0,2 0-7 15,0-1-14-15,-2-1-18 0,0-1-19 0,-2 0-23 0,0-2-22 16,1-1-21-16,-1-2-27 0,1-1-32 0,0-1-37 0,0-3-34 0,1-1-27 16,0-2-5-16,2-1 3 0,2-3-72 0</inkml:trace>
  <inkml:trace contextRef="#ctx0" brushRef="#br0" timeOffset="130572.03">29856 4402 2063 0,'0'2'32'0,"0"3"-17"0,0 1-8 0,1 3-4 15,-1-1-6-15,0 1 2 0,0 3 5 0,-1 0 24 0,-1 4 33 0,-2 1 21 16,-2 1 22-16,-1 1-5 0,-2 0-11 0,-1 1-18 0,-1 2-24 16,-2-1-15-16,0 3-15 0,-1 0-3 0,-3 1-8 0,0 3 3 0,0 0-4 15,-2 2-3-15,-1-1 1 0,-1-1-9 0,0-2-3 0,-1 0-6 16,1-1-13-16,0-4-18 0,1 0-32 0,3-2-44 0,1-4-41 0,1-2-54 15,1-1-53-15,3-3-58 0,1-2-41 0,2-3-44 0,1-4-132 0</inkml:trace>
  <inkml:trace contextRef="#ctx0" brushRef="#br0" timeOffset="130789.03">29747 4475 3435 0,'2'5'-5'0,"2"3"-6"16,1 6-22-16,1 4 10 0,3 2 8 0,0 2 1 0,0 2 6 16,-2 1 3-16,-1 2 9 0,-1 1 1 0,-1-1 6 0,-1 4 5 0,-1 0-5 15,0 1 0-15,-1-1-8 0,-2 0-10 0,0-2 5 0,1 0-3 0,-1-2-8 16,-1-1-14-16,0-1-29 0,-3-1-27 0,1-1-17 0,1-4-36 16,-2 0-16-16,0-1-21 0,3-5-37 0,-1 1-15 0,0-2-38 0,2-3-41 15,0-1-36-15,2-3-3 0,2-2 17 0,0-3 46 0,2-3-15 0</inkml:trace>
  <inkml:trace contextRef="#ctx0" brushRef="#br0" timeOffset="131109.03">30338 4855 2325 0,'3'3'468'0,"2"1"-463"0,0 2-9 0,1 3-11 0,1 1 12 15,0 2 2-15,-1 2-6 0,1-1 9 0,-1 3-6 0,-2 0 21 16,1 1 16-16,-2-1 18 0,1 1 15 0,1 1-8 0,-1-1-27 0,0 0-16 15,1-1-13-15,-1 1 5 0,2-2 3 0,0 0 6 0,1 0-2 0,1-2-7 16,-1-2 3-16,2-1-5 0,1-2 4 0,-1-1 2 0,2-1-1 16,0-2-1-16,0-2 0 0,0 0-6 0,1-3 4 0,0-1-2 0,1-2-1 15,-1-1-4-15,-1-2-2 0,1-2 4 0,0-2-4 0,0-1 2 0,-1-3-5 16,1-2-11-16,-1-2-3 0,0 1 8 0,-2-3-1 0,-1-1 9 16,0 1 1-16,-2-3-9 0,-3 1-1 0,-1 0-7 0,-2-1-3 0,-2 3-9 15,-1-2-2-15,-3 0 1 0,-1 3 7 0,-1-2 3 0,-3 1 0 0,1 2 3 16,-2-1-1-16,0 1 4 0,-2 2 3 0,-2 2-2 0,0 2-2 15,0 2 2-15,-1 3-3 0,-1 2 4 0,0 2-1 0,2 2 0 0,0 3-3 16,-1 2-4-16,2 2-9 0,-1 0-7 0,1 2-13 0,2 2-17 16,0 0-19-16,3 0-23 0,-1 0-21 0,2-1-29 0,3 0-26 0,-1 0-25 15,1-1-31-15,2 0-24 0,0-2-17 0,3 0-8 0,2-2-114 0</inkml:trace>
  <inkml:trace contextRef="#ctx0" brushRef="#br0" timeOffset="131456.04">31040 4812 2620 0,'3'6'24'0,"2"2"-59"0,0 4-5 0,1 2 2 16,1-2 26-16,-1 3-2 0,0 0 0 0,0 1 3 0,-1 1 9 16,1 1 21-16,-1 1 20 0,0-1 9 0,0 0 4 0,0 1-11 0,-1-1-14 15,2-3-17-15,1 1-5 0,0-1 1 0,1-1-6 0,1-1 15 0,0 0 0 16,1-1 1-16,-1-1 9 0,1-2-2 0,0-2 4 0,1-1-1 15,1-1 1-15,-1-2 5 0,-1-1-6 0,1-2 1 0,0-1 1 0,-1-2-11 16,2-2 3-16,-1-1-4 0,0-1-6 0,0-3-3 0,-1-2-3 0,1-1-8 16,-2-1-8-16,1 0 14 0,-1-3-4 0,-2-2 4 0,1-1-4 15,-2 1-13-15,0-3 2 0,-2 1-5 0,0-1-6 0,-3-1-11 0,-1 2-19 16,-4-1-8-16,-1 1-9 0,-1 0-3 0,-4-1 0 0,-1 0 5 16,-3 1 5-16,-1 0 8 0,-2 1 10 0,0 2 3 0,-2 3 6 0,-1 1-1 15,1 3 0-15,0 2-1 0,-3 2 3 0,0 0 2 0,-2 3 0 0,-2 1-2 16,1 1-9-16,0 1-2 0,2 1-4 0,1 1 2 0,-1 2 7 15,2 0-4-15,0 1-4 0,-1 2-8 0,2-1-17 0,-1 2-10 0,1 1-16 16,2 0-7-16,-1 0-19 0,1-1-25 0,4 0-23 0,-1-2-38 0,3 0-16 16,2-3-104-16</inkml:trace>
  <inkml:trace contextRef="#ctx0" brushRef="#br0" timeOffset="131709.03">31364 4042 3138 0,'7'2'-23'0,"-2"1"4"0,3 5 0 15,0 2 2-15,1 5 5 0,2 4-4 0,-1 3 4 0,0 2 4 0,-3 3 14 16,-1 1 22-16,0 3 13 0,-3 0 7 0,0 4-5 0,-1 1-16 16,-2 4-9-16,-1 2-20 0,0 1-3 0,-2 0-3 0,0 2-4 0,-2-1 7 15,1 0 1-15,0 0-3 0,0 0 5 0,-2-2 1 0,0-1-10 0,0-1-19 16,2-5-32-16,1 0-35 0,-1-3-41 0,1-2-31 0,-1-3-35 15,2-1-34-15,0-6-25 0,0-2-15 0,2-3-4 0,0-2-1 0,1-2 11 16,2 0 23-16,0-2 32 0,1-2-33 0</inkml:trace>
  <inkml:trace contextRef="#ctx0" brushRef="#br0" timeOffset="132089.03">31756 5104 2750 0,'7'1'248'0,"1"1"-250"0,5 1-18 0,1 0-11 0,1 0-8 16,4-1-8-16,-1 0 1 0,2-2 4 0,-1 0 14 0,-1-1 28 0,0-1 32 16,-3-1 15-16,2-2 17 0,-2 0-7 0,-1-1-4 0,0-2-13 15,0-1-9-15,0-2-4 0,-3-2-16 0,0-2-2 0,0 0-2 0,-1-1-4 16,0 0 4-16,-1-2-2 0,-3 2-3 0,-1-2-2 0,-3-1-10 16,-1 2-6-16,0 8-5 0,-3-6 2 0,0-8-9 0,-1-1 1 0,-2 0-4 15,0 5-5-15,-2-2 6 0,-1 1-2 0,-2 0 3 0,-2 3 7 0,1 0 6 16,-3 2 1-16,0 3 0 0,0 0 0 0,-1 3 10 0,0 1-3 15,-2 2 6-15,0 1-4 0,3 2 1 0,-2 3 2 0,-2 1 4 0,2 3 1 16,0 2-2-16,0 1 6 0,-2 5-2 0,1 1 7 0,0 2-1 0,-1 3 0 16,4 3 3-16,2 1 0 0,-2 4 1 0,0 1 1 0,2 2 3 15,1 0-1-15,3 1 10 0,3 0-4 0,1 1 3 0,0-1 1 0,2 2-1 16,4-1-11-16,1 0 1 0,2-2-6 0,2-1 0 0,1-1 11 16,3-1-3-16,4-1 1 0,0-2-9 0,1 0 1 0,4-3-2 0,2-2 1 15,-1-1 1-15,1 0 1 0,0-2-1 0,-1-1-6 0,1-1 0 0,-1-1-8 16,0 0 1-16,-1-2-2 0,3-2-8 0,-4-1-6 0,1-3-8 15,0-1-12-15,-3-2-13 0,-8-2-7 0,2-1-8 0,0-1-13 0,3-2-19 16,-2-1-25-16,2 0-30 0,1-4-25 0,2-2-30 0,-1-2-32 0,1-2-43 16,1-1-28-16,-3-4-4 0,3-3-28 0,0-2-118 0</inkml:trace>
  <inkml:trace contextRef="#ctx0" brushRef="#br0" timeOffset="132305.03">32566 4181 3260 0,'1'1'-16'0,"-1"1"5"16,0 3 10-16,0 2-10 0,1 3 6 0,-1 3 3 0,0 4-5 15,1 3 5-15,0 5 11 0,-1 2 16 0,1 4 8 0,1 3 16 0,0 3 5 16,-1 2-8-16,1 3-2 0,-1 4-18 0,1 1-8 0,0 3-7 16,0 2-5-16,0 3 1 0,0 1-5 0,2 2-4 0,-1 2-13 0,0-1-1 15,1 0-3-15,1-1-1 0,-1 0 3 0,0-2-19 0,2 0-31 0,-2-3-37 16,0-1-49-16,0-2-55 0,-1-2-77 0,0-2-97 0,-1-2-95 15,-1-3-102-15,-3 0-251 0</inkml:trace>
  <inkml:trace contextRef="#ctx0" brushRef="#br0" timeOffset="139922.09">13256 3626 413 0,'-13'-20'-5'0,"3"-2"17"15,0-5-2-15,9 4-5 0,4 2-6 0,2 1 1 0,1 1-2 0,2 1 1 16,1 1 0-16,0 1 1 0,-2 0 0 0,0 1 1 0,-1 2 7 0,-1 1 4 16,-1 2 7-16,-2 1 10 0,0 3 10 0,-3 1 7 0,1 1 7 15,-2 2 8-15,0 0-6 0,0 2 0 0,-1 0-15 0,0 2-10 0,-1 1-8 16,0 3-5-16,-1 4 1 0,0 2-1 0,-2 5 0 0,0 2 1 15,0 4 0-15,2 4-2 0,-1 3 0 0,2 6-4 0,0 5-4 0,1 4-2 16,0 3-4-16,1 2-2 0,1 6-1 0,1 0-5 0,0 4 1 0,0 1 0 16,2 1 4-16,-1 4 2 0,1 1-2 0,0 2-1 0,-1 2-3 15,0 2 1-15,-1 1-5 0,-1 1 3 0,0 3 2 0,-1 1-1 0,-1 2 5 16,-1-1 2-16,-1 1-5 0,1-1 1 0,0-4-3 0,-1-1 3 0,0-4 8 16,1-3 6-16,-1-1 11 0,0-3 0 0,1-4 0 0,1-2-1 15,1-4-3-15,0-4 3 0,1-2-3 0,2-2-4 0,-1-4 6 0,2-2 1 16,0-3 2-16,1-2 2 0,1-2-7 0,0-2-5 0,0 0-4 15,0-1-1-15,0 0-2 0,1-1-5 0,0 0 2 0,1-1-4 0,1 0-3 16,0-1 7-16,1 0-5 0,1 0 4 0,0-1 0 0,0 0-4 0,0-1 1 16,1 0 0-16,0-2-1 0,1-2-2 0,1-1-3 0,2-2 5 15,-1-1-5-15,3 0 10 0,1-1 2 0,2-2-1 0,3 0 8 0,1-2-3 16,0-2 7-16,0 0 1 0,1-2 2 0,1 0 4 0,4 0-2 16,1-3 2-16,3 1 1 0,2-2-2 0,1 0-2 0,1-2-3 0,1 0 0 15,4-2-4-15,0 1-2 0,3-1-4 0,0 0 1 0,5-1-2 0,1 0 3 16,1 1 3-16,2-1-5 0,2 1 1 0,1 0-3 0,2-1 1 0,1 1-3 15,2 0-2-15,3-1-3 0,3 0-2 0,2-1 2 0,0-1 5 16,4-1-1-16,0 0 2 0,4-2-1 0,3-1-3 0,0-1 4 0,4-1-4 16,2-1 6-16,1 0-3 0,3-2-3 0,0-1 3 0,4 0-1 15,-1 2 1-15,2-2-2 0,2 0 1 0,0 1 3 0,4 1 6 0,-1 1 0 16,2 0-1-16,4 0-3 0,2-1-2 0,0 1-2 0,4 1 0 0,-2 2-5 16,4-1-2-16,-1 2 2 0,3 0 1 0,1 1-4 0,2 0 0 15,1 0 1-15,1 0-5 0,0 1 8 0,3-1-4 0,2 1-4 0,-1-1 6 16,2 0-2-16,0 1 0 0,0-1 1 0,2-1-5 0,-1 1 2 15,2 0 3-15,1 0 2 0,-1 1-3 0,3-1 1 0,0 1-1 0,-1 0 3 16,0 1 5-16,-1 1-3 0,0 1 2 0,3 0-2 0,0 0-1 0,2 0 2 16,-1 1-6-16,1-1 5 0,2 1-2 0,-2 0 1 0,1-1 2 15,4 1 1-15,3-2 5 0,1-1 6 0,3 0 5 0,0-1 1 0,0 2-4 16,-1 0-4-16,-2 0-4 0,-3 1-4 0,-5 0 4 0,-4 2-3 0,-5 1-1 16,0 0 2-16,0 0-6 0,-2 0 1 0,3 0 0 0,-1 1 2 15,1 0-3-15,1 0 0 0,-2-1-1 0,1 1 1 0,0 0 2 0,1 1 11 16,0 0-1-16,-2-1 0 0,-1 1 3 0,-2-1-5 0,0 1 8 0,2 0-4 15,0 0 5-15,1 0 1 0,0-1-2 0,2 1 7 0,0-2-5 16,1 1 0-16,-1-1 0 0,2 1-11 0,1 0 10 0,0-1-5 0,1 1 1 16,-2-1 4-16,2 0-4 0,1 0-2 0,-3-1-1 0,1 1-4 0,-2 0-6 15,2 0 10-15,1 0-5 0,-4 0 5 0,-1-2-1 0,-2 1-11 16,0 0 10-16,-1 0-1 0,-2 0 3 0,-1 1-1 0,-2-1-2 0,0 0 7 16,1 1 0-16,-3-1 0 0,-1 0-4 0,-2 1-8 0,0-2 5 15,-1 1-5-15,-3 0 7 0,0 0-5 0,-2 1-3 0,-1-1-1 0,-1 0-5 16,-4 0 0-16,-3 0 1 0,-1 0 5 0,-4 0-3 0,-2 0 2 0,0 0-2 15,-7 0 4-15,-2 0 7 0,-2 1 0 0,-4 0 0 0,0-2-3 16,-3 2 0-16,-4-1 1 0,-2 1 3 0,-5 0-4 0,0 0-3 0,-2 0 0 16,-1 1-4-16,-3 0 9 0,-1-1-9 0,1 1 2 0,-2 0-3 15,0 2-8-15,-3-1 8 0,-4 0-4 0,2 0 5 0,-29-2 2 0,6 0-3 16,0 1 8-16,5-1-5 0,-3 0-4 0,5 0 1 0,-2 0-10 0,3 0 9 16,-1-2-7-16,-1 1 5 0,-1-1 1 0,-4-1 2 0,1-1 8 15,-2-1-3-15,-2 0 3 0,-2-1-10 0,0-1 8 0,-2-1-1 0,0-1-5 16,0-2 10-16,-3 0-10 0,2-1-7 0,-2-3 36 0,1 0-8 0,1-3 1 15,-4 1 4-15,-9 5-41 0,1-1 2 0,0-1-4 0,1-2 2 16,-1-1 1-16,1-3 1 0,0-1 7 0,1-2-8 0,0-4 1 0,0-3-2 16,-1-2-12-16,2-4 15 0,0-2-4 0,0-4 4 0,-1-4 7 0,1-4-13 15,0-2 4-15,0-3-5 0,-1-3 0 0,-2-3 2 0,-1-2 8 16,1-2 6-16,-2-2 4 0,-1-1 4 0,-1-2-8 0,-2 0-2 0,-1-1-4 16,-1 0-1-16,-2 1-11 0,-1-1-14 0,-3 1-17 0,-1 0-13 0,-1 1-20 15,-4 1-27-15,-2 2-31 0,-3 0-48 0,-2 1-39 0,-8-2-21 16,-24-52-9-16,-7 11-5 0,-8 9-139 0</inkml:trace>
  <inkml:trace contextRef="#ctx0" brushRef="#br0" timeOffset="140605.09">17500 3094 1170 0,'35'-6'-1'15,"16"1"59"-15,18 0 27 0,15 1-20 0,8 0-5 0,8 1-17 0,9 0-22 16,4 1-7-16,9 1-8 0,5 0-4 0,6-1 4 0,5 1-4 16,3-1-4-16,5 1 0 0,3-1 1 0,2 1 1 0,4 0 0 0,-1 0 0 15,4 0-1-15,0-2 1 0,1 1 1 0,2-2 1 0,1 0-1 0,-1-1 1 16,2 0-4-16,1 1 5 0,1-2 4 0,1 0 10 0,0-1 4 16,2 0 3-16,1 0 8 0,3-1-5 0,1 0 2 0,1-1-1 0,2 1 2 15,1-1-1-15,3 0 1 0,1 1 0 0,2-1-12 0,4 2 4 0,1 0-7 16,4 1-3-16,2 3 2 0,0-1-7 0,3 1 5 0,1 0-7 15,2 1-2-15,0 1 0 0,1 1-4 0,1 0 1 0,-2 2 4 0,-2 1 1 16,2 2-2-16,-2 0 1 0,-1-1-7 0,-1 2 6 0,0 1 0 16,-3 0 3-16,0 1-1 0,-5-1-4 0,-2 1 5 0,-3-1-3 0,-2 1 1 15,0-1 2-15,-1 1-2 0,-2-1 3 0,-1 1-3 0,-4 0 7 0,-6 0-8 16,1-1-2-16,-3 1 1 0,-2-3-4 0,1 1 1 0,-4 0 0 16,-3-2-1-16,-3 2 2 0,-6-2 0 0,1 0 3 0,-3 0 1 0,-2 0 0 15,2 1 5-15,-7-1-5 0,-3 1 2 0,-3-2-5 0,-4 1-4 0,0 1 2 16,-9 0-5-16,-1 1 2 0,-6 1 1 0,-5-1-2 0,-56-2 9 15,11 0-3-15,-3 1 2 0,9 1 0 0,-4 0-9 0,10 1-5 0,-5 1 0 16,7 2 0-16,-7 0-5 0,-4 1 12 0,-6 1-13 0,-32-5-8 16,1-1-7-16,-1 3-31 0,1 1-12 0,-4 1-28 0,3 1-44 0,-4 2-43 15,1 2-59-15,-2 3-71 0,2 2-21 0,-3 2-8 0</inkml:trace>
  <inkml:trace contextRef="#ctx0" brushRef="#br0" timeOffset="154672.64">7619 9980 126 0,'0'-2'21'0,"0"0"0"0,1 0-2 0,2 1 2 16,0 0 0-16,2 1-4 0,0 2-3 0,2-1-6 0,1 2-2 15,0 0-1-15,4 0 0 0,-1 2-1 0,1 0-1 0,3 2-1 0,0 0 1 16,4 0 2-16,0 0 1 0,-1 0 4 0,1 0 2 0,-1-1 3 0,1 0 3 16,0 2 4-16,2-1 3 0,1 0 3 0,0 0-1 0,2 1 2 15,0 0 0-15,2-1-1 0,0 0-2 0,1 0-1 0,0 0 1 0,0-1-2 16,1 0-3-16,0-1-3 0,2-1-4 0,-2 1-1 0,2-2 2 0,-1 2 5 15,2-1-1-15,-1 0 4 0,3-1-1 0,-1-1-2 0,1 1 2 16,-1 0 0-16,-1 0 1 0,-1 0-5 0,0 0 9 0,-2-1-5 0,3 1 0 16,-2 1 4-16,1-1-7 0,-1 1 0 0,0 0 5 0,-1 0-1 0,0 0-1 15,0 0 0-15,0 1-6 0,-1 0-4 0,-1-2-3 0,0 2-4 16,0 1 1-16,2-1-1 0,0 0-1 0,2 0-1 0,-3 1-2 0,1 0-1 16,-1 1 0-16,0-1-4 0,1 1-10 0,-2-2-16 0,2 1-24 15,-2 0-34-15,0-1-21 0,-1-1-15 0,0 0-14 0,-3-1 4 0,-1 0 3 16,0-1 15-16,-3 0 23 0,-2 0 19 0,0-1 11 0</inkml:trace>
  <inkml:trace contextRef="#ctx0" brushRef="#br0" timeOffset="155223.16">8095 11190 77 0,'4'0'51'16,"0"0"-3"-16,2 1-4 0,-2-2 1 0,1 1-1 0,1 0-5 0,0-1-2 15,1 1 0-15,0-1-2 0,1 0 0 0,1 0 2 0,0-1-5 16,2 0 2-16,0 0-3 0,1-1-1 0,2 1-1 0,1 0 0 0,-1 0-1 16,0 0 1-16,0 0-3 0,0 0-2 0,2 0 0 0,0 1-1 15,0 0 1-15,3 0 0 0,0 1-4 0,0 0-2 0,-1-1-4 0,1 1-4 16,-2 0 0-16,1 0-5 0,0 1 2 0,-1-1-2 0,0 1-4 0,1 0 4 16,-1 0-3-16,0 0 1 0,0 0 1 0,0 1-1 0,0-1 0 15,-1 1-2-15,2-1 0 0,-2 0 2 0,1 0-2 0,-2 1 2 0,0 0-1 16,1 0-4-16,-1-1-4 0,0 0-2 0,0 1-1 0,1-1-2 0,-1 1-8 15,-2-1-17-15,3 1-20 0,-2-1-17 0,1 1-14 0,-2 1-4 16,-1-1-3-16,-2 0-3 0,1 0 1 0,0 0 5 0,-2 0 6 0,1 1 8 16,-2 1-17-16</inkml:trace>
  <inkml:trace contextRef="#ctx0" brushRef="#br0" timeOffset="155607.16">8315 12598 618 0,'-8'-5'273'0,"2"0"-216"0,-1 0-32 16,3 2-22-16,3 1 1 0,1 0-2 0,1-1-7 0,1 1-6 0,2-1-5 15,2-1-3-15,2 1-1 0,3-1 0 0,2 0-3 0,5-1 2 16,2 2 1-16,2-2 0 0,3 0 3 0,0 0-2 0,1 0 5 0,3 1 0 16,1-1 2-16,2 0 1 0,0 0-1 0,2 0-2 0,-1-1-1 15,2 1 1-15,0 1 1 0,1-2 0 0,4 1-1 0,-2-2-4 0,0 2-9 16,1 1-8-16,-1 0-1 0,0 1 7 0,2 0 8 0,-1-1 12 0,-2 1 8 15,-1 0 1-15,-3 1-1 0,0-1 4 0,-1 1 0 0,-2 0 3 16,0 0 3-16,-1 0-2 0,-1 1 7 0,-1 1 0 0,-1 0 3 0,-2 0-1 16,-1 0-6-16,-1 0-4 0,-1 0-3 0,-1 0-3 0,-2 0 0 0,1 0-4 15,1 1-7-15,0 0-37 0,0 0-57 0,2 1-39 0,-1-1-79 16</inkml:trace>
  <inkml:trace contextRef="#ctx0" brushRef="#br0" timeOffset="182710.01">8418 11458 7 0,'33'-3'12'0,"6"-1"1"0,10 0-1 16,-4-2-3-16,-2 0 0 0,-1-1 1 0,0 0-1 0,0-2-1 16,2 1-1-16,-2 0-5 0,0-1 0 0,-1-1-1 0,0-3 0 0,-2-1 1 15,1 0-2-15,-4 0 2 0,-2 0-1 0,-2-1 1 0,0-1 1 0,-2 1 5 16,0-2 1-16,-3 0 1 0,-1-1 6 0,-3 2 2 0,-1-2 3 16,-2-1 4-16,-2 2-2 0,-2-1-4 0,-1-2 4 0,-3 0 4 0,-1 0 7 15,-1-1 6-15,-1 0 6 0,-1-1 8 0,-3-2 6 0,-1 0 5 0,-2-3-2 16,-2 0-12-16,-2-2-9 0,-1 0-6 0,-2 0-5 0,-1-1-2 15,-3 0-2-15,0-3-10 0,-2-1-5 0,-3-1 1 0,-1-1-5 0,-2 0-1 16,-1-1-3-16,-1 0-6 0,-2-2-3 0,-1 0-2 0,-2 0 5 0,-1 2 0 16,1 0 2-16,-2 3 4 0,2-1-4 0,-3 1 1 0,1 3 2 15,-2 1 5-15,0 2 2 0,-1 4-1 0,-1 0 0 0,1 2-3 0,0 4-2 16,1 0 2-16,-1 2-5 0,0 3 0 0,-2 1-2 0,0 3-2 16,0 2 1-16,-1 2-6 0,-2 2 1 0,-1 2 2 0,0 1-2 0,-3 4-2 15,0 1 2-15,0 3 0 0,-2 2 3 0,0 2 2 0,-4 3-1 0,1 2 0 16,1 4 0-16,-1 0 4 0,3 4 1 0,-1 1-2 0,-1 4 1 15,0 1 7-15,1 3-1 0,0 2 6 0,0 2 2 0,4-1-13 0,2 0 3 16,4 1-4-16,3-2-1 0,3 1-1 0,2-2-4 0,3-2 0 0,1-4-4 16,3-1 3-16,1-4-1 0,4 0 0 0,4-3-1 0,0-2 0 15,2-2-1-15,2-1-1 0,1-4 3 0,2 0-1 0,0-1 1 0,2-3 3 16,0-1-2-16,1-2-1 0,1-1 1 0,0-1-2 0,2 1 4 16,1-1 0-16,2 0-2 0,3 0 3 0,1 1-2 0,1-2 1 0,-1 1-2 15,0 0-1-15,1 0-1 0,0-1-1 0,1 2 0 0,-3-1-3 16,3 0-4-16,-2 0-5 0,1 1-4 0,-1 0-9 0,1-1 0 0,-1 1-4 15,0 0-6-15,-1-1 1 0,-1-1-5 0,1 0-3 0,1 0 0 0,-1-1-2 16,0-1-3-16,-2 0-7 0,1-1 1 0,1 1 6 0,-1-2 6 16</inkml:trace>
  <inkml:trace contextRef="#ctx0" brushRef="#br0" timeOffset="183525">8202 12305 180 0,'10'1'60'0,"6"3"-44"16,7 2 1-16,1 4 1 0,5 0 6 0,0 2 0 0,7-1-5 0,1 1-3 15,2 1-6-15,1 1-7 0,1 2 1 0,2-2-7 0,2 1-2 0,0 0 1 16,0 1-3-16,1 0 3 0,0 1-5 0,0 0-2 0,0 0-3 15,1-1-2-15,-1 2 3 0,-1-1-2 0,-2-2 5 0,-1-2 5 0,-1-3 3 16,-3-3 7-16,1-2 2 0,-1-3 0 0,-2-2 4 0,2-2 6 0,-1-3 0 16,0-2 2-16,1-3-4 0,1-2-7 0,0-1 0 0,-1-3-1 15,-2-1 0-15,1 1 2 0,-2-3 0 0,0-1 2 0,-4-1 2 0,0 0 5 16,-2-1 3-16,-1 0-2 0,-1-3 1 0,0-2-5 0,-2-2-1 16,2-1-5-16,-1-1-4 0,-2-1-5 0,0 2 0 0,-2-2 1 0,-1-1 5 15,0-1 1-15,-3-2 0 0,0 1 9 0,-3-1 8 0,-3 1 4 0,-1-2 1 16,-6-2-8-16,-2-1-8 0,-2-3-1 0,-4 0-4 0,-3-1 0 15,-6-1-7-15,-4-2-4 0,-3 0-1 0,-4 2-4 0,-3-1 1 0,-3 0-7 16,-6 1 2-16,-3 1-2 0,-5 1-2 0,-5-1 1 0,-2 2-5 0,-5 1-8 16,-5-1 3-16,-3 3 6 0,-4 1 6 0,-2 2 20 0,2 5 6 15,0 5 3-15,1 6 4 0,0 7-5 0,-1 3-4 0,0 5-1 0,0 7-6 16,0 4-2-16,0 8-7 0,-1 6-10 0,-1 9-5 0,0 8-7 16,0 6-1-16,3 7-8 0,0 5-15 0,1 6-32 0,2 5-62 0,1 5-68 15</inkml:trace>
  <inkml:trace contextRef="#ctx0" brushRef="#br0" timeOffset="194880.19">5153 14589 629 0,'-3'0'21'0,"-1"0"10"0,-2 0 11 0,-1 1 6 0,2 1-18 0,-1 1-4 0,0 1 0 0,1 2-1 0,-1 1-1 0,0 1-6 15,0 0-5-15,1 2-9 0,0 1-3 0,0 2-4 0,1 0-5 0,-1 0 1 16,2 1-2-16,0 0 1 0,0-1-2 0,2-2 4 0,0-1 2 16,1 0 1-16,1 0 6 0,0 0 0 0,0-1 0 0,1 0 7 0,0-1 1 15,1 0 1-15,1 0 4 0,0-1-5 0,1 0-1 0,-1 1 0 0,1-1 0 16,-1 1-2-16,2 0 3 0,1-1-4 0,1 0-4 0,2 0 3 15,0 1-4-15,1 0 4 0,0 0-3 0,2 1 0 0,1-1-3 0,2 1 0 16,-1-1 6-16,3 1-3 0,0 0 3 0,2 0-2 0,-2-1 0 16,3 0 2-16,1-1 1 0,1 0 0 0,2 0 3 0,1 0-2 0,3-1 5 15,0-1 4-15,1 0 0 0,2-2 5 0,1 0-3 0,0 0-1 0,3-1-2 16,0-1 0-16,2 0-4 0,-1 0-1 0,3-1-2 0,2 0-3 16,0 0-1-16,2-1 0 0,0 1-1 0,1 0-4 0,1 0 3 0,1 1 2 15,0 0-7-15,4 1 2 0,-1 0-4 0,1 1 3 0,2 1 2 0,0 0-2 16,3 1 1-16,0 0-4 0,1 0 4 0,2 0 2 0,0 1-3 15,2 0 0-15,1-1 0 0,2-1-5 0,0 0 5 0,1 0-2 0,3-2-5 16,0 0 4-16,1-1 0 0,2 0 4 0,-1-1 1 0,0 0-1 0,0-1 2 16,-1 1-2-16,0 0 1 0,1-1 3 0,-1 0-3 0,1 1 2 15,-2-1 2-15,0 2 5 0,0-1 5 0,-1 0 3 0,-1 1 15 0,-4-2 35 16,0 0 4-16,-4 1 2 0,-2-1-15 0,4 2-45 0,1-1-9 16,2-1-10-16,4 0 0 0,0 0 3 0,1-1-3 0,0-2 12 0,1 1-2 15,-1-1-4-15,-1 2 7 0,0-1-7 0,-1 1 1 0,-2 1-2 0,0-1-1 16,0 2 2-16,-1-1 3 0,-2 2 6 0,1-1 24 0,-3 2 7 15,-2 1 5-15,0 0-9 0,-3 1-25 0,2 1-8 0,1 0-12 0,0 0 1 16,-1 1 2-16,-2 0-2 0,-2 0 5 0,0 0 2 0,-3 0-2 0,0-1 2 16,-1 0 3-16,-3-1-4 0,-2-1 1 0,0 0-7 0,0-1 4 15,-2-2-6-15,-4-1 1 0,1-2 4 0,-4-2-4 0,0-1 16 0,-2-2 0 16,-2-3 8-16,-2 0 7 0,-2-2 2 0,-2-1 9 0,-1-1-7 16,0-2 1-16,-3 0-4 0,-1-3-2 0,-3-2 3 0,-3 1 5 0,-2-4 5 15,-1-1-1-15,-1-1-4 0,-4-4-4 0,-2 0-11 0,-2-2-3 0,-4 1-4 16,-3-1-3-16,-2 0-5 0,-3-1-7 0,-3-3-2 0,-4 1-6 15,-4-1-2-15,-3 0-3 0,-3 0 1 0,-3-3-3 0,-3 2 8 0,-2 0 0 16,-4 0 3-16,-2 0 2 0,-4-1 3 0,-4 0-5 0,-4 0-3 0,-2 0-1 16,-4 1-5-16,-3 2 1 0,-3-2-3 0,-3 2-11 0,-3 0 0 15,-2 2 11-15,-4 0-12 0,-3 3 1 0,-3-1-19 0,-2 3-13 0,-2 2-9 16,-3 5-35-16,-2 2-20 0,-4 4-58 0,-6 6-37 0,-3 5-20 16,-2 8-222-16</inkml:trace>
  <inkml:trace contextRef="#ctx0" brushRef="#br0" timeOffset="-208416.5">11782 15703 1241 0,'-4'3'7'0,"0"0"-6"0,0 1-7 0,-1-1-13 16,6-2-19-16,1-2 4 0,2 0 6 0,2 0 7 0,1-2 12 0,2 0-8 0,-1-1 0 15,2-1-6-15,2-2-3 0,1-1-1 0,2-2 4 0,2-1 6 0,3 0 8 16,1 0 5-16,0-1-1 0,3 2 5 0,2-1 1 0,1 3 4 0,3-2 5 16,1 2 4-16,4 0 0 0,2 2 6 0,3 2 0 0,3 0-2 15,1 3 1-15,2 2-4 0,4 0-9 0,2 3 0 0,3 2 0 0,4 1-2 16,1 2 4-16,4 0-3 0,1 0-1 0,3 0 0 0,3 0-1 15,3 1-2-15,0-1-1 0,3 1-3 0,4-1 0 0,2 1 5 0,4 0 4 16,2 1 5-16,3 1 9 0,1-1-5 0,-1-1 7 0,1-2 0 0,-1 1-3 16,1-1 3-16,-1 1-2 0,-1-2-3 0,-3-1-4 0,-1-1 5 15,0 0-4-15,-3 0 7 0,2 1 3 0,-1 1-3 0,-1-2 0 0,0 0-6 16,-4-2 2-16,0-1-2 0,-2-1-5 0,-4-1-8 0,1-2-1 0,-1-2 2 16,-1-2 8-16,2-2 2 0,-3-3-5 0,1-1-2 0,0-3-6 15,-3-2 6-15,0-2-2 0,1-4 2 0,-3-3 5 0,2-1-2 0,-1-4 1 16,-2-2 3-16,0-3 0 0,-3-1-1 0,-3 0 2 0,-2-1-5 0,-2 2 3 15,-3-3-2-15,-2 2-5 0,-4-1 2 0,-2-1-15 0,-3 1 16 16,-4-1 5-16,1 0-6 0,-5-1 15 0,0-1-12 0,-3-1-3 0,-2-1 3 16,-2-2-1-16,-3-3-5 0,-3 0 3 0,-2-1-10 0,-2 1-6 0,-5-1 6 15,-3-1-10-15,-2-1 13 0,-3-2 6 0,-2-3 1 0,-3-3 12 16,-3-2-10-16,-3-3-4 0,-3-1-6 0,-2 0 2 0,-5-2-6 0,-2 2-2 16,-3 0-1-16,-1 1-6 0,-4 1 2 0,-3 1 1 0,-4 2-1 15,-2 0 3-15,-4 3 0 0,-2 2 8 0,-3 4 1 0,-3 2 4 0,-5 1 10 16,-2 3-1-16,-3 1 6 0,-4 4 5 0,0 2-1 0,-4 1 6 15,-3 4-3-15,-2 1-6 0,-3 1-2 0,-4 1-7 0,-1 1-5 0,0-1-5 16,-4 4 0-16,-2 0-3 0,-2 2-1 0,-3 3-4 0,0 0-1 0,-4 3 1 16,2 1 1-16,-3 1 7 0,0 0-4 0,-2 1-3 0,0 3-2 15,-2-1-6-15,-1 3 5 0,-1 0-2 0,-3 1-5 0,-1 1-13 0,-3 1-1 16,-2 1 10-16,0 3 7 0,2 3 24 0,2 2 11 0,4 3 5 0,0 0 0 16,3 3 0-16,2 0-7 0,0 0-8 0,3 2-3 0,-1 0-2 15,3 3 3-15,1 1 3 0,0 4-1 0,0 2 5 0,2 2 0 0,1 2-1 16,2 4 4-16,1 2-1 0,1 2-9 0,3 3 4 0,1-2-13 0,1 3-6 15,2-1 0-15,3 3-7 0,4 0 4 0,0 3-8 0,3 2-19 16,1 2-37-16,1 6-56 0,2 3-56 0,0 10-114 0,1 8-259 0,-1 11-10 16</inkml:trace>
  <inkml:trace contextRef="#ctx0" brushRef="#br0" timeOffset="-171134.25">11290 3141 1070 0,'17'-4'-9'0,"7"0"-13"0,9-1-7 0,6-1-7 0,-11 3 10 0,0 1 10 0,-1 0 8 0,0-1 9 0,0 0 6 0,-1 0 7 16,1-2 8-16,-3 1 1 0,-1-1 3 0,1-1-4 0,-1 3 3 15,3-3-2-15,1 2-1 0,2-1 0 0,1 0 1 0,1 0 3 0,2 0 8 16,3 0-1-16,0 0-2 0,5-1 0 0,1-1-3 0,3 1 0 0,5 0-1 15,3 0-5-15,6-1 0 0,4 0-3 0,2 0-4 0,5-1-2 16,3 1-4-16,4 0-3 0,3 2-4 0,1 1-1 0,3 2-1 0,-1 0 0 16,1 2 0-16,-1 0 4 0,0 2 0 0,0 1-4 0,0-1 1 15,-2 3-5-15,-1-1-3 0,-1 1 1 0,-2 0-4 0,-2-1 4 0,1-1 5 16,-3-1 1-16,0-3-3 0,0-1-8 0,-1-3-12 0,-1-1 1 0,-4-2-1 16,-3-2 5-16,-3-2 11 0,-2-2 3 0,-2-1 3 0,-3-1 0 15,-3-3-4-15,-2-2 0 0,1-2 0 0,-4-1 3 0,-2-2-2 0,-1 0 6 16,-2-3-2-16,-3 0-5 0,0-3 4 0,-3-1-1 0,-1 1 6 0,-2 0 10 15,-3-2 5-15,-1 2 8 0,-3-3-2 0,-2 0 3 0,-3 2 5 16,-3-2 3-16,-4 2 5 0,-2-1 0 0,-2-1-5 0,-4 0 1 0,-3 0-9 16,-4 0-6-16,-4 2-10 0,-3 1-12 0,-5-1-9 0,-1 1-1 0,4 15 13 15,-2-5-3-15,-3 2 12 0,-4-7-11 0,-4 1-11 0,-5-4 0 16,-3-1-3-16,-6-3 5 0,-4 0-2 0,-3-1 3 0,-4 1-3 0,-1-1 0 16,-5 1-5-16,-2-2 0 0,-4 1-8 0,-2-1 10 0,-2 0 5 15,-2-1 5-15,-1-1 7 0,-4 2-2 0,37 18 20 0,-7-1 4 0,1-1 2 16,-5-1 3-16,-2 2-17 0,-4-2-4 0,-1 0 7 0,-5 0 0 0,-1 1-2 15,-6-1 4-15,-1 3-5 0,-6-2-4 0,0 4 1 0,-6-1-11 16,-2 5-1-16,-4-1 2 0,-3 4-4 0,-1 4 10 0,1 4-2 0,-2 3-6 16,0 4-6-16,-7 6-50 0,-76 18-8 0,11 10-15 0,12 8-12 0,15 6 8 15,13 5-36-15,17 2-28 0,17-1-39 0,20-5-32 0,3 3-41 16,4 2-143-16</inkml:trace>
  <inkml:trace contextRef="#ctx0" brushRef="#br0" timeOffset="-170084.25">5282 10205 1891 0,'-5'-5'33'0,"3"-1"-59"0,1-1-32 16,5 0 0-16,6 2 23 0,1-1 24 0,2 1 9 0,5 0 6 0,1-1-8 16,7 2-1-16,5 2-8 0,7-1-16 0,3 2-15 0,4 1-13 15,4 1 0-15,3 2 7 0,2 1 23 0,2 0 11 0,3 1 6 0,1 1 7 16,0 2 4-16,2 1-4 0,1 0 1 0,2 2-6 0,3 0-4 0,3 2-1 15,-2 0-1-15,4 2-2 0,2 0-3 0,-1 0 2 0,3-1 0 16,-2 0 4-16,3-1 2 0,1-1 5 0,-2-2 4 0,4-2 7 0,-1-1 2 16,-1-2 5-16,1-1 1 0,-1-1 8 0,-1-3 6 0,-1 0 2 15,1-2 6-15,0-1-2 0,-1 0-5 0,-2-1 0 0,1-1-9 0,-1 1-2 16,-2 0-3-16,-2 2-9 0,-1-1-4 0,-3 0-2 0,1 2-4 0,-2 0 0 16,-3 1-16-16,-2 1-36 0,-3 1-59 0,-2 2-75 0,-3 1-66 15,-1 2-47-15,-1 3-184 0</inkml:trace>
  <inkml:trace contextRef="#ctx0" brushRef="#br0" timeOffset="-169617.93">4694 11762 638 0,'13'0'55'0,"5"-1"-38"16,7 1-18-16,6-1 2 0,1 1 6 0,3-1 0 0,4-2 1 0,2 1 1 16,3-3-3-16,5 0 5 0,2 0-2 0,4-2 2 0,4 0-2 0,2 0-3 15,3-1 0-15,3 0-2 0,1 0-4 0,1 1 5 0,2-2 5 16,1 0 5-16,2-1 7 0,2 1 0 0,-1 0-5 0,0 1-4 0,3 2 0 15,0 0-1-15,0 0 2 0,2 1 3 0,0 0-8 0,2 1 4 0,0 0-3 16,2 2 1-16,1 0-2 0,0 0-2 0,1 2-5 0,0 0-1 16,2 1 2-16,0 1-4 0,2 1 5 0,0 1-5 0,0 2-4 0,1 0-1 15,-1 2-2-15,2 1 4 0,-1-1 1 0,0 2-5 0,2 0-13 16,-4 1-30-16,3 0-28 0,-3 0-45 0,2 1-42 0,-1 2-31 0,1 0-112 16</inkml:trace>
  <inkml:trace contextRef="#ctx0" brushRef="#br0" timeOffset="-169200.93">5729 12580 2333 0,'-7'3'260'0,"4"-2"-199"0,1 0-103 0,5-1-23 0,8 0 6 0,7 2 23 16,5 0 20-16,11 1 9 0,8-1-9 0,9-1-26 0,9 0-28 16,9-3-56-16,11-1-65 0,10-2-50 0,12-3-47 0,10-2-26 0,13-3-18 15,11-3-14-15,10-5-49 0</inkml:trace>
  <inkml:trace contextRef="#ctx0" brushRef="#br0" timeOffset="-157166.2">6786 8888 609 0,'-40'0'54'0,"-1"-1"-64"0,-8 0-14 0,6-1 3 15,6 2 9-15,1-1 8 0,-4 1-7 0,2 0-9 0,-1 1-17 16,-2-1-16-16,2 1-7 0,-1 2-2 0,-3-1 7 0,1 1 14 0,-1 2 12 15,-2 1 12-15,0 2 9 0,0 3 4 0,0 1 3 0,-1 0-1 16,0 2-2-16,-4 1-12 0,1 1-17 0,-2 0-17 0,0 3-30 0</inkml:trace>
  <inkml:trace contextRef="#ctx0" brushRef="#br0" timeOffset="-133593.47">4575 15167 500 0,'-6'-10'179'16,"2"-1"-57"-16,-1-3-28 0,3 2-27 0,3 2-11 0,1 0-10 0,1 0-5 15,1 1-4-15,1 2-7 0,-1 1-7 0,1 2-5 0,-1 0-2 0,2 1-5 16,2 2-4-16,-3 0-6 0,3 1-1 0,0 1 1 0,0 1 1 16,1 1 2-16,-1 1-6 0,1-1 2 0,1 1 0 0,-2 0-1 0,3 0 2 15,-1 0-4-15,1 0-1 0,2 0 1 0,-2-1 0 0,2 1 5 16,1-1-3-16,0-1-1 0,0 0 0 0,0-3-1 0,3 0 5 0,1-1-2 15,0-1 0-15,0-1 1 0,0-1-1 0,2 1 1 0,-1-2 1 0,1 2-4 16,-1 0 6-16,-1 0 2 0,3 0 2 0,1 2 9 0,0 0-3 16,2 1 4-16,-1 1 7 0,1 1-6 0,3 1 11 0,0 1-1 0,1 2-7 15,0-1 1-15,0 3-8 0,-2 0-1 0,2 0-1 0,-1 3-7 0,3-2 0 16,0 2-8-16,3-1 4 0,-1 0 2 0,1 0-4 0,1 0 3 16,0 0-3-16,2-2-2 0,2 1 5 0,-1-1-3 0,3-2-3 0,-1 0 0 15,2-2 1-15,1 0 1 0,2-1 4 0,-1-1-2 0,0-2-2 16,1 1-2-16,3-2 2 0,-1 0 0 0,1-2 0 0,0 1 2 0,2-1-7 15,-2-1 8-15,2 0-1 0,2 0 2 0,0 0 0 0,1 2 1 0,2-1-4 16,-2 1 1-16,-1 1 4 0,1 2-5 0,1 0 12 0,-1 2-1 16,0 0 2-16,1 2 13 0,-1 0-8 0,1 3 14 0,1 2 1 0,-1 0 0 15,0 0-5-15,0 1-3 0,1 1 4 0,0-1-13 0,1 3 11 0,-2 0-1 16,2 0-1-16,0 0 3 0,1-1-10 0,2 2 0 0,0-1-3 16,0 0-1-16,1 0 2 0,0-2-6 0,2-2 0 0,1-2-5 0,1-1 0 15,-1 0-3-15,0 3-4 0,0 1 6 0,-1 0-3 0,0 1 2 16,1 1-4-16,0 0-5 0,1-1 2 0,1-2 1 0,0 0 4 0,-1-2 1 15,1 0-1-15,1 0-2 0,0-1 2 0,1 1 2 0,0 1-2 0,-1-1 2 16,2-1-4-16,-2 1-8 0,3-2 9 0,0 0-5 0,0 2 1 16,2-1 4-16,-3 1-5 0,2-1 4 0,-1-3 2 0,0 0-8 0,1 0 2 15,2 0-2-15,1-1 3 0,2-3 7 0,2-2-1 0,-1-2-2 0,3-1 2 16,0 1-15-16,0-3 8 0,2 0-2 0,0-2 0 0,1 1 10 16,-1 1-9-16,1 0 9 0,1 0 2 0,-1-1-6 0,1 0 7 0,1 1-9 15,-1 0 3-15,0 2 7 0,0 3 1 0,1 0-1 0,-1 2-3 16,-2 1-8-16,0 0 1 0,0 1 3 0,-1 2-7 0,1-1 14 0,3 0-4 15,0 1 4-15,0-1-3 0,0 0-7 0,-1 1 2 0,-1 1-9 0,0 1 9 16,-2 0 1-16,-1 0-3 0,2 0 3 0,-2-2-1 0,-3-1-4 16,2 0 1-16,-1-2 3 0,-1 2 0 0,-2 0 2 0,1-2 3 0,-1 0-1 15,-1-1-2-15,0-1-2 0,0-2-2 0,-1 0 0 0,2-2-2 0,1 0 6 16,-1-1-2-16,0-1 1 0,0 2 5 0,-1 2-7 0,2-1 4 16,1 1-6-16,1-2-1 0,3 2 2 0,1 1-5 0,2 1-10 0,1 3-19 15,4 1-71-15,0 1-99 0,5 2-127 0,2 1-159 0,5 1-104 16</inkml:trace>
  <inkml:trace contextRef="#ctx0" brushRef="#br0" timeOffset="-128681.47">3201 15486 367 0,'-6'1'79'0,"0"0"-19"16,0 0-13-16,3 1-4 0,1-3 1 0,1 0 6 0,0-1-6 0,-1-2-5 15,1-1-9-15,-1 1-8 0,1-3-4 0,1 0-8 0,0-1 1 16,0 0 3-16,-1 0 0 0,-1 0 4 0,1 0-2 0,0 2 5 0,0-2 6 16,0 2 4-16,-1 0 8 0,-1-1 9 0,-1 2 4 0,-1-1 5 0,0 0 8 15,-2 1 5-15,0-1 4 0,-2 2 3 0,-1-1-5 0,-1 1-9 16,0 0-7-16,-1 1 1 0,-2 0-12 0,0-2-4 0,-1 1-1 0,0 1-10 15,0-2 5-15,-2 2-7 0,-2 0-5 0,-1-1 1 0,-1 0-7 16,-1 0 1-16,-1 1-4 0,-2 0 1 0,-1 3-3 0,-1 0 4 0,-1 1 6 16,1 2-1-16,-4 2 2 0,0 0-4 0,-1 3-7 0,1 3 4 0,1 1-3 15,1 2-4-15,-1 0 3 0,2 2-5 0,-1 3 2 0,4 0 3 16,-2 5-1-16,2 1 8 0,-2 1 4 0,1 4-5 0,0 0 0 0,2 1-11 16,2 1-3-16,0 2 0 0,0 3 1 0,1 1 2 0,1 3-4 0,2-2 5 15,2 0-2-15,0 0-1 0,3-3 4 0,3-1-1 0,1-5-2 16,4-1-2-16,4-2-8 0,1-1 4 0,4-1 1 0,2 1-2 0,4-1 1 15,3-3-6-15,3 0 4 0,1-2 7 0,3-1-1 0,4 0-7 16,1-2 8-16,2 0-8 0,1-1 3 0,1 0 6 0,1-1-20 0,3-2 8 16,0 1-3-16,1 0 4 0,0 0 19 0,2-1-3 0,-2 1 6 0,2 0-7 15,1-1-11-15,-1-2 12 0,0 0 6 0,-1 0 5 0,-2 0 7 16,-2 2 1-16,0-2 2 0,-4-1-3 0,1 2-7 0,-4-1 3 0,2 1-4 16,-3-1-2-16,-1 2-3 0,-1-2-14 0,-4 3 1 0,0 0 0 0,-2 0 6 15,-2-1 7-15,-1 1-9 0,-3 1 6 0,-2 2-3 0,-2 1-5 16,-2 2 11-16,-2 2-8 0,-3 0 7 0,-3 1-3 0,-2 3-7 0,-1-4 10 15,-5 3-3-15,-2-1 11 0,-3 0-2 0,-1 2 2 0,-3-2 13 0,-1 2 0 16,-2-2-2-16,-1 1-2 0,1-1-12 0,12-14 12 0,-3 4 1 16,-1 1-1-16,-2 2 7 0,-1-2-7 0,-4 4 0 0,2 0 2 0,-5 2-12 15,2 0 0-15,-1 0 2 0,1-1-15 0,2 0 11 0,0 0-9 16,2-1-2-16,1 0-5 0,0 1-10 0,2-2 12 0,3 0-8 0,-1 1 9 16,2-2-7-16,2-2-13 0,1 1 2 0,1-2 4 0,1 0-4 0,2-2-15 15,2 0-6-15,0-2-21 0,1 2-7 0,3-1-15 0,0 1-24 16,2-2-22-16,2 1-39 0,2 0-37 0,1 0-27 0,2 0-48 0,2-2-42 15,2 1-73-15,1-2-107 0,4 0-193 0</inkml:trace>
  <inkml:trace contextRef="#ctx0" brushRef="#br0" timeOffset="-128382.47">3462 16158 3200 0,'-30'2'215'0,"3"0"-97"15,-2 2-60-15,10 1-43 0,10-2-13 0,4 1 9 0,2 1-7 16,4 2 0-16,1 1 1 0,3 4-10 0,3 2 12 0,1 4-7 0,3 6-9 16,0 2 11-16,4 6-14 0,1 3 7 0,1 2-6 0,-1 3 7 0,3 1 11 15,1 2-12-15,-1 3 10 0,1-3-12 0,-1-1-4 0,-1-1 7 16,0-1-9-16,-1-1 5 0,-2-1-9 0,1-2 4 0,0-3-7 0,1-4-8 15,-2 0-10-15,2-5-4 0,-2 0-16 0,0-2-14 0,-3-2-5 0,2-2-19 16,0-2-13-16,-2-5-28 0,-3-2-45 0,0-4-19 0,-1-2-21 16,-2-3-15-16,-1-1-25 0,-1-4-41 0,-2-5-42 0,-1-4-25 0,-4-9-194 15</inkml:trace>
  <inkml:trace contextRef="#ctx0" brushRef="#br0" timeOffset="-128210.47">3600 16201 1774 0,'-13'-8'328'0,"-1"0"-109"0,0-1-59 0,4 2-30 0,4 2-6 15,2 0-18-15,1 0-16 0,2 1-33 0,1 1-18 0,1-1-5 0,2 0-13 16,2 1-5-16,0-1-11 0,3 1-3 0,1 1 7 0,3 0-8 16,4 1-2-16,1 1 4 0,2 1-8 0,2 0 5 0,1 1 0 0,1 2-19 15,2 1 5-15,1 1-14 0,-2 1-8 0,2-1-5 0,-2 4-22 0,0 0-1 16,-1 1-18-16,-3 1-14 0,1 0-7 0,0 3-22 0,-2 0-13 16,-1 1-27-16,-2 0-30 0,-3 1-31 0,1 1-40 0,0-2-60 0,0-4-55 15,-2-3-193-15</inkml:trace>
  <inkml:trace contextRef="#ctx0" brushRef="#br0" timeOffset="-128060.47">4160 15840 2017 0,'-11'0'265'0,"-1"1"-92"0,-1 0-49 0,5 1-25 0,2 0-4 0,1 3-16 0,1 0-13 16,1 2-24-16,0 1-25 0,0 3-3 0,0 2-12 0,-1 2 1 16,2 4 9-16,-2 2-14 0,1 3 8 0,0 2-17 0,-1 2 3 0,1 0 1 15,0 3-10-15,0-1-7 0,0 2-20 0,1-3-20 0,0 0-15 16,-1-4-23-16,1-1-29 0,0-4-23 0,0 1-39 0,1-4-41 0,0-1-41 15,1-5-48-15,0-2-38 0,0-2-12 0,0-4-119 0</inkml:trace>
  <inkml:trace contextRef="#ctx0" brushRef="#br0" timeOffset="-127881.47">4116 15847 1350 0,'1'-6'278'0,"0"-1"-66"0,0-1-30 16,1 4-10-16,1 2-8 0,0 1-28 0,1 1-32 0,0 0-32 0,1 2-5 15,1 2-15-15,1 1 6 0,2 4-4 0,2 1-12 0,0 5-1 16,2 3-19-16,2 2 6 0,1 0-9 0,0 5-9 0,0-1-6 0,2 4-6 15,-1 1 4-15,0 2 3 0,2 2-7 0,-1 2-3 0,-1 0-2 0,1 1-7 16,1-2-1-16,0 2-25 0,1-3-33 0,1 0-54 0,-3 0-58 16,-1-4-45-16,1-1-67 0,-1-1-40 0,1-4-54 0,-1-2-64 0,0-2-217 15</inkml:trace>
  <inkml:trace contextRef="#ctx0" brushRef="#br0" timeOffset="-127631.2">4844 15891 2368 0,'-5'2'254'16,"3"0"-124"-16,1 1-56 0,3 2-29 0,3-1 4 0,2 3-14 0,3 2-2 15,3 0-1-15,0 3 4 0,3 1 4 0,-1 1-8 0,5 3 1 16,1 1-19-16,-1 3-2 0,3 0-3 0,2 4 2 0,-1 3-1 0,3 3-10 16,-3 3 4-16,0 3-4 0,-1-2 5 0,0 1-7 0,0 0-5 0,-2 2-2 15,-2 1 11-15,-1-1 9 0,-1 1-9 0,-2-3 1 0,-2-3-8 16,-1-2 0-16,-2-6 8 0,-1-1-5 0,-1-6 1 0,-1-3 6 0,0-3-3 15,1-4 1-15,-1-1 4 0,1-3 0 0,0-2 6 0,2-3-2 16,0-2 6-16,3-3 7 0,2-2-3 0,2-2-4 0,1-3-16 0,3-2-1 16,1-3 6-16,2-3-8 0,2-2 0 0,0-2-10 0,3 0-23 0,-1-3-9 15,-1 0-48-15,2 0-54 0,-1-2-72 0,1-1-92 0,1-2-100 16,4-1-148-16,1-4-76 0,2-4-71 0</inkml:trace>
  <inkml:trace contextRef="#ctx0" brushRef="#br0" timeOffset="-126981.65">1569 16155 2691 0,'-57'-7'49'0,"15"0"-5"15,-7-3 4-15,-6-2-19 0,-6-3 4 0,28 6 71 0,-1 0-21 16,3-2-3-16,-1-1-8 0,5-1-77 0,0-1 10 0,4 1-8 0,-1-3-1 15,4 0-5-15,0-1-12 0,3 0 16 0,3-2-6 0,2-1 1 0,0-1 8 16,6-1-10-16,1-2 5 0,4 0 0 0,7-3-77 0,12-23 7 16,11 1 2-16,11 0 6 0,7 0 81 0,7 1-2 0,6 2 0 0,4 2 0 15,-2 5-8-15,4 1 10 0,2-1-34 0,70-30-7 0,-10 11 11 16,-15 9-13-16,-12 11 32 0,-10 4 6 0,3-1-5 0,2 4 8 0,2 0-19 16,1 2 4-16,3 0-3 0,3 1-2 0,1-2 17 0,3 1-9 0,1 1 10 15,1 3-3-15,4 2 4 0,-2 3 4 0,1 3-8 0,2 5 8 0,-2 4 4 16,1 4-6-16,0 6 8 0,-1 4 8 0,1 5-5 0,-2 3-4 15,-4 7-1-15,-2 4-15 0,-2 5 3 0,0 5 2 0,1 4 0 0,-1 4 2 16,1 5-3-16,-1 5-2 0,-3 4-14 0,0 5 11 0,-3 4 1 16,-3 1-5-16,-3 5 6 0,-5 0-22 0,-3 0-3 0,-6 0 2 0,-5 0-2 15,-3-3 1-15,-1 1 5 0,-5 1 4 0,-4-3 2 0,-5 1 3 0,-5 1-6 16,-4 0 4-16,-4 1 1 0,-5 2 1 0,-5-2 4 0,-7 0-10 16,-5-3 11-16,-6-4 2 0,-8-3 4 0,-4-4 7 0,-6-1-1 0,-3-4 10 15,-7-3 7-15,-4-2 1 0,-7-2 16 0,-4-3 2 0,-7 1-6 0,15-23-8 16,-8 5-2-16,-3-2 12 0,-10 5 7 0,-4-2 6 0,-11 4-7 15,-8-2-16-15,-12 4 1 0,-7-3-6 0,-8 1-12 0,-7-1-4 0,-6-1 1 16,-7-2-3-16,-5 1 8 0,-2 0-4 0,-4-1-10 0,-2 3 12 16,-3-2-6-16,0 1 8 0,1 0 13 0,2 0-4 0,1-1 20 0,1 0-10 15,4-1 19-15,61-16-23 0,-6 3-34 0,4-1 25 0,-6 1-34 0,4-2 7 16,-4 0 8-16,3 0-46 0,-4-2 8 0,4 0-47 0,-4-2-30 16,5-1-40-16,-3-1-84 0,4-3-112 0,-5-3-185 0,-50-6-381 0,11-11-57 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08T12:28:18.6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2248 13377 1313 0,'-18'3'1017'16,"1"0"-904"-16,-2 1-54 0,6 0-44 0,5-1-8 0,4 0-1 0,0 0 11 16,3-1-4-16,-2 1 3 0,1 1-5 0,0 2-10 0,0 0-2 0,0 3 2 15,-1 3-2-15,1 4-6 0,0 3 4 0,1 3 0 0,-1 3-5 16,-1 2 2-16,1 6-4 0,1 2-2 0,0 4 5 0,2 5 1 0,-1 3 0 16,2 7 4-16,0 4-2 0,0 7-1 0,1 4 5 0,1 4-2 0,0 2-2 15,1 5 4-15,0 3-5 0,-1 3-4 0,2 3 1 0,1 0-6 16,0 5-16-16,1-1 4 0,3 0-1 0,-1-7 7 0,0-5 18 0,0-10 4 15,-1-6 18-15,-1-6-2 0,1-4 2 0,-2-5 3 0,0-2-12 0,0-1 5 16,-3-4 2-16,0-1 1 0,-1-1 0 0,-1-2-2 0,-1-1 2 16,-1-1 2-16,-1-1 4 0,-2-1 10 0,0-1 4 0,0-3 10 0,0 0-10 15,-1-4-6-15,0 0-5 0,2-1-9 0,-1-3-1 0,2 1-6 16,0-3-5-16,1 0-6 0,2-2 1 0,0-1 0 0,0-2-4 0,2 0-1 16,0-1 1-16,0 0-8 0,2-3 5 0,1 0 1 0,2 0-6 0,0-1 10 15,2 0-8-15,1-2 3 0,1-1 3 0,1 0-14 0,3-1 7 16,1-1-4-16,0-1 5 0,3-1 20 0,1 0-4 0,2-1 0 0,3 0 2 15,1-2-2-15,2 0 12 0,2-1 2 0,4 0-3 0,2-2 6 0,2 1-6 16,5-2 3-16,-1 0 9 0,3 0-14 0,2-2 3 0,3 1-13 16,2-1-2-16,0 0 14 0,2 0-6 0,2-1 4 0,2 0-3 0,3 0 0 15,0-1 3-15,3-1 4 0,2 0-3 0,2-1 5 0,5 1 7 0,2 1 0 16,1-1 4-16,3 1-14 0,3-1-5 0,3-1 3 0,1 2-2 16,3 0 4-16,1-1-4 0,1 2-1 0,3-1 9 0,0 1 3 0,2 2-1 15,1 0-2-15,0-1-7 0,-1 2-4 0,1-1-4 0,1 1 6 16,-1 0 6-16,0 1-12 0,0 0 1 0,-2 1-7 0,-1 0-1 0,-1 0 4 15,0 1-1-15,-3-1-3 0,-1 1-2 0,-4 0 6 0,-1 1-4 0,-5 0 5 16,2 1-8-16,-3 0 8 0,-4 1-1 0,-2-1-1 0,-5-1-5 16,-4 1-13-16,-4-1 8 0,-3 0-9 0,-5 0 9 0,-4-1-3 0,-2 0-12 15,-6-2-18-15,-3 1-49 0,-2-1-19 0,-7-1-36 0,-2 0-38 0,-5-3-24 16,-5-2-50-16,-2-1-34 0,-4-4-19 0,-3-2-47 0,-3-3-69 16,-4-5-129-16,-6-3 0 0</inkml:trace>
  <inkml:trace contextRef="#ctx0" brushRef="#br0" timeOffset="583.51">2060 12944 2923 0,'-16'-14'99'0,"7"-2"-46"16,1-2-44-16,13-2-9 0,8 0-2 0,8 0 6 0,5-4 3 0,5 2-4 15,2-3 2-15,3-1-19 0,4 2 1 0,6 0 9 0,5 1-11 0,5 0 21 16,6 1-6-16,2 0-12 0,7 0 9 0,3 1-6 0,5 1 4 15,4 1-2-15,2 2 0 0,3 1-6 0,3 3 2 0,3-1 5 0,2-1 2 16,2 1 6-16,3 0-2 0,3-1-2 0,0 1 6 0,3-2-3 16,1 2 3-16,1-3-4 0,3 1 5 0,-2-1 2 0,0 1 1 0,2 0 4 15,-1 1-5-15,-1-1 2 0,1 3-9 0,-4-2 3 0,-1 0 4 0,0 1-2 16,-3 1 4-16,-4 1-4 0,-2 1-7 0,-5 1 6 0,-2 1-1 16,-4 1-1-16,-2 2 0 0,-7 2-2 0,-1 2-5 0,-3 3 10 0,-4 2 2 15,-3 2-11-15,-3 3 4 0,-3 1-7 0,-6 5 2 0,-3 0 10 16,-4 3 1-16,-2 3-3 0,-5 1-5 0,-4 3 2 0,-4 2 4 0,-5 3-1 15,-4 1 2-15,-3 1 1 0,-4 3-5 0,-2 1 8 0,-3 2 3 0,-1 0-8 16,-4 3 5-16,-2 3-6 0,-2 1 1 0,-1 3 3 0,-1 2-6 16,-1 1 5-16,0 3-1 0,-1 3-3 0,0 4 6 0,1 3-6 0,-1 3 3 15,1 2-5-15,-2 2-12 0,1 4 17 0,0 5-5 0,-1 5 4 16,2 4 6-16,0 5-6 0,-1 2 1 0,1 5 4 0,0 0 5 0,1 3-3 16,1 1 10-16,-1 4 10 0,1 2 10 0,-1 3 15 0,0 2 4 0,-1-2 14 15,0-2-7-15,-1-7-5 0,-1-4-22 0,0-1-8 0,-1-6 2 16,2-4-13-16,-1-7 10 0,0-5-12 0,-1-6-7 0,0-3 2 0,1-3-13 15,-1-5 1-15,-2-4 12 0,-1-2-26 0,-1-6-28 0,-2-3-41 0,0-3-64 16,-2-5-56-16,-1-4-77 0,-4-2-144 0,-2-4-183 0,-4-1-421 16,-6-3 180-16</inkml:trace>
  <inkml:trace contextRef="#ctx0" brushRef="#br0" timeOffset="3534.03">2772 13509 1976 0,'-11'-1'143'0,"2"0"-18"0,0 2-41 0,5 1-25 16,3 1 0-16,0 0 4 0,-1 1 5 0,1 2-7 0,0 2-11 0,-2 3-3 16,1 3-6-16,-1 2-1 0,1 2-5 0,0 5-3 0,-1 0 0 15,2 0-5-15,2 3 7 0,0 1-12 0,0 4 0 0,0 1 7 0,2 5-1 16,1 1 3-16,-1 2 10 0,2 5 8 0,-4-1-8 0,1 3 10 15,1 1-9-15,-3 1-15 0,3 1 0 0,-1 0-14 0,0 1-2 0,1 0 2 16,1-1-6-16,0 1 2 0,2 0-16 0,-1 1 5 0,0-2 2 0,1 0 2 16,0-3 11-16,-1-3-12 0,1-3 5 0,0 0-2 0,0-3-3 15,0-2-2-15,0-2-3 0,-1-6 2 0,0-1-2 0,-1-4-1 0,0-1 9 16,0-3-4-16,1-2-2 0,-1-4-4 0,-1-3-10 0,1-2-8 0,-2-3-18 16,0-2-26-16,0-2-25 0,-1-2-20 0,-1-2-18 0,-1-3-31 15,0-5-46-15,-1-5-45 0,-1-4-59 0,-1-7-78 0,-1-4-77 0,1-7-363 16</inkml:trace>
  <inkml:trace contextRef="#ctx0" brushRef="#br0" timeOffset="4057.9">2740 13758 1525 0,'-15'-14'143'0,"2"0"-10"0,-3-5-40 16,5 4-18-16,4 1-11 0,1 0-14 0,0 0-8 0,2 1-9 15,1-1-7-15,0 1-5 0,2 0 2 0,0 2-10 0,2 1 8 0,0 0 2 16,0 1-5-16,3 0 7 0,0 1-4 0,2-1 2 0,2 0 0 15,1 2 0-15,3-2 2 0,0 2-2 0,1-1 3 0,2 1 2 0,0 1 4 16,1 1-2-16,1 1 2 0,1 0-3 0,1 2-10 0,0 0 7 0,3 2-8 16,0 0-2-16,0 1 0 0,2 0-14 0,0 2 6 0,0 1 0 15,1 0-4-15,-1 0 1 0,0 2-5 0,1-1 1 0,-3 2 3 0,2 1 1 16,-1 0-5-16,1 0 3 0,-1 0-5 0,-3 1 2 0,-1 1 0 0,0 1-3 16,-3 2 6-16,-1 1-6 0,0 3 3 0,-4 1 0 0,0 1 0 15,-5 0 2-15,-1 2-2 0,-3 2 1 0,-4 1 1 0,-2 2-1 0,-3 1 1 16,-4 2-7-16,-3 0 0 0,-3 2-5 0,-2-1 2 0,-2 2 5 15,-2 0-2-15,-1 0 5 0,-2-2-2 0,0 1 4 0,-1-3-4 0,-1 0 1 16,1-2 2-16,0 1 3 0,1 0 1 0,-1-2-1 0,2 0 1 0,0-4-1 16,1-2 2-16,3-2 4 0,1-2 2 0,1-4 3 0,2-1-4 15,0-3-1-15,1-1 2 0,1-1-1 0,2-1 3 0,1-1-6 0,1-3 6 16,2 0-3-16,0-1 1 0,0 0-2 0,3-1-3 0,0-1 3 0,1 0-1 16,2 1 3-16,2-1-11 0,0 0-1 0,3 0 0 0,0-1 0 15,3 1 5-15,3-1-5 0,-1 1 0 0,3 0 2 0,0 2-2 0,1 1 7 16,2 1-2-16,1 0-2 0,2 3 6 0,1 0-4 0,0 2 14 0,0 1 2 15,0 0 6-15,2 2 1 0,0 0-2 0,1 0 7 0,0 2 1 16,0 1-1-16,1-1 1 0,0 1-5 0,-2 0 5 0,-1-2 7 0,0 3-1 16,0-1-3-16,-2 0-6 0,1 2 0 0,-3-3-1 0,-1 2 0 15,-2-1-17-15,-1 0 5 0,1-1 7 0,-1-1-3 0,0 2 16 0,-2-2-17 16,-1 2-8-16,-1-2-11 0,-1 0-2 0,1-2 2 0,-1-1-4 0,-2 1 2 16,1-1-6-16,0 0 8 0,-2-1-4 0,0-1-3 0,-1 0-14 15,-1-1-19-15,1 0-22 0,-2-2-18 0,0-1-30 0,0 1-35 0,0-2-32 16,-1 0-38-16,1-2-40 0,0-1-40 0,0-1-65 0,0-4-77 0,0-3-63 15,2-2-264-15</inkml:trace>
  <inkml:trace contextRef="#ctx0" brushRef="#br0" timeOffset="4450.12">3382 14177 2349 0,'-15'7'554'0,"0"0"-427"0,-1 2-42 0,6 0-48 16,7-1-9-16,1 1-1 0,2 1 3 0,1 2 2 0,1 0-11 0,1 3 3 16,0 1-13-16,0 1-10 0,1 0 3 0,1 2-6 0,0 0 2 15,3 1 2-15,0 1-6 0,1 0 4 0,2 0 0 0,-1 0-3 0,2 0-1 16,1-2-1-16,-1 1 10 0,0-3-12 0,0-1-4 0,2-3 11 0,1 0-3 16,1-1 15-16,0-2 10 0,1 0-19 0,2-4 6 0,0 0-3 15,1-3 1-15,0-1 0 0,-1 0-3 0,0-3 1 0,0 1-3 0,-2-1 4 16,-1-1-5-16,1-1 7 0,-3-2 5 0,0 0-8 0,-2-2 2 0,-1-2-7 15,-1 0-3-15,-2-2 4 0,1 0 10 0,-2-1 2 0,-1-3 7 16,-1 0 4-16,-2-3-14 0,-1 1-5 0,0-2-7 0,-2 0-1 0,0 0 6 16,-2 0-1-16,-1 0-4 0,-2 0 0 0,-3 3 1 0,-1-1-9 15,-3 0 12-15,-1 2 0 0,-1-1 0 0,0 1 2 0,-2 1-17 0,-2 1 9 16,0 1 0-16,-3 1 1 0,1 0 1 0,0 2-6 0,-1 1 1 0,-1 2-2 16,1 0 5-16,0 2-5 0,1 0-6 0,3 2 3 0,0 1-3 15,1 1-1-15,3 1 7 0,0 1-17 0,4 2 1 0,-1 1-7 0,2 2-14 16,0 3-6-16,2 1-9 0,0 4-3 0,2 1-7 0,1 0 7 0,2 3-4 15,1 0-9-15,2-1-15 0,2 1-17 0,1 0-16 0,1-2-20 16,2 0-13-16,1-1-22 0,1-2-31 0,1-4-35 0,2-1-52 0,3-2-44 16,2-3-262-16</inkml:trace>
  <inkml:trace contextRef="#ctx0" brushRef="#br0" timeOffset="4669.12">3839 14220 2196 0,'-10'3'259'0,"2"2"-63"0,-2 1-92 0,4 1-30 16,3-1-2-16,0 0-6 0,2 1-1 0,-1 2-11 0,1 1-16 0,0 1-6 16,-1 1-6-16,0 1-3 0,1 0-7 0,0 1-4 0,1 0-10 15,1 1-2-15,2-1 2 0,0 3-6 0,1 1 4 0,3 0-1 0,-1 0-7 16,1 1 3-16,1-1-7 0,-2 0 3 0,2 0 0 0,-1-1-17 0,1-1 6 16,1 0-13-16,-1-1-10 0,2-1-2 0,1 0-27 0,1-3-12 15,0-1-24-15,2-1-14 0,-1-2-28 0,2-1-21 0,-1-2-22 0,1-1-20 16,-1-3-16-16,1 0-32 0,0-3-41 0,0-1-50 0,0-2-232 15</inkml:trace>
  <inkml:trace contextRef="#ctx0" brushRef="#br0" timeOffset="5071.63">4259 14264 2555 0,'-11'-1'316'0,"1"-1"-187"0,0 0-55 0,6 1-50 16,4 2-7-16,0 1-1 0,3 1 2 0,1 2 6 0,1 1-3 0,2 3-3 16,1 1-4-16,1 4-1 0,1 0 1 0,0 4 4 0,1 2-9 0,0 1-4 15,1 2-7-15,2 2 4 0,-1-1 3 0,-1 2 3 0,0 0-5 16,1-1-8-16,-1 0 16 0,-1-3-8 0,0 0 8 0,-1-1 7 0,0-5-18 15,0-2 4-15,-2-3-1 0,-1-4 6 0,-1-2 13 0,-1-4 7 16,0 0 11-16,-1-3 5 0,-1-2 6 0,1-2 0 0,1-2-10 0,0-3-7 16,0-2-11-16,1-2-8 0,1-3-7 0,1-1 7 0,-1 0-3 15,2-1-3-15,-1-1 6 0,2 1-7 0,1-2-4 0,0 1-2 0,3 1-2 16,-1 0-6-16,0 0 0 0,3 3 4 0,-1 0-1 0,3 2 1 0,-1 0-14 16,1 2 11-16,0 2-5 0,-1 0-7 0,1 2-6 0,0 1-19 0,-1 1-12 15,2 1-11-15,0 2-11 0,-2 1-23 0,-1 1-21 0,1 1-27 16,-1 0-31-16,-2 0-32 0,-1 0-35 0,1-1-18 0,-1-1-25 0,0 0-39 15,-2-1-41-15,-1-3-39 0,-1 0-211 0</inkml:trace>
  <inkml:trace contextRef="#ctx0" brushRef="#br0" timeOffset="5334.63">4483 14240 2699 0,'-17'6'239'0,"-2"0"-96"0,-1 1-53 0,7 0-37 0,6-2-15 0,3-1-1 16,2 0-8-16,3 0-7 0,1 1-6 0,1 0-1 0,3 2-8 0,1 0-5 15,1 2 3-15,3-1-3 0,2 1 2 0,2 0-1 0,0 1-6 16,1-2 1-16,3 1 4 0,3 0-4 0,-1-2 0 0,3 2-3 0,0-1-1 16,-1-1-1-16,0 0 0 0,-2 0-6 0,1-1-2 0,-1 0 8 0,-3-3-2 15,3-1 7-15,-1 0 1 0,-3-2-7 0,2 0 7 0,-3-2-3 16,1 0 2-16,-2-3 4 0,1 0-7 0,-2-1-1 0,0-2-1 0,-2 0-2 15,2-1 2-15,-1-1-15 0,1 2-15 0,-1-1-16 0,0 0-20 16,1 0-19-16,0 0-23 0,-1 1-34 0,0 0-38 0,3 2-45 0,0 1-51 16,2-1-88-16,-2 2-136 0,2 1-332 0</inkml:trace>
  <inkml:trace contextRef="#ctx0" brushRef="#br0" timeOffset="5933.63">3824 15239 2981 0,'-18'-2'120'16,"3"0"-25"-16,0 1-54 0,8 0-22 0,5 1-6 0,2 0 3 0,0 0-5 16,2 1-2-16,-1 1-2 0,2 2-5 0,0 3 3 0,1 2-1 0,1 4-4 15,0 2-4-15,1 1 2 0,1 3 1 0,1 2 8 0,-1-2 0 16,2 3-5-16,-1 0 3 0,-1 0-5 0,0 2 0 0,0-1 7 0,-1 0-7 16,1 0 9-16,-3-2-1 0,1 1-3 0,0-2-1 0,-1-3-2 0,0-1-2 15,-1-1-6-15,-1-1 8 0,-1-1-4 0,0-3 4 0,-1 1-2 16,-1-3-4-16,-1 0 3 0,-1-1 2 0,-1-1 1 0,0 0-2 0,1-4-2 15,-1 1 1-15,1-2 1 0,0-2-4 0,0 0 2 0,-1-2-3 16,1 0 1-16,0-2 0 0,0-1 4 0,2-2-1 0,0-1 2 0,1-1-1 16,0-1 0-16,0 1 4 0,1-1 0 0,1 0 1 0,0 1-3 0,2 1 0 15,0 1 0-15,1 1 3 0,-1 0-3 0,2 1 3 0,2 1 1 16,0 2-5-16,2-1 12 0,1 2-15 0,2 0 2 0,0 1 4 0,2 1-8 16,2 0 6-16,0 0 0 0,-2-1 0 0,2 0 0 0,0 0 1 0,-2-1 3 15,3 0-12-15,-2-1 10 0,0-1-4 0,-1 0-4 0,-1 0 10 16,0 0-3-16,-1-3-1 0,-1 0-2 0,-3-2-5 0,1 0 1 0,-1-2 4 15,-2 0 2-15,-1 0 0 0,-1 0 0 0,-1-1-1 0,-2-1 7 0,0 1-3 16,-3-1 6-16,-1-1 0 0,-2 0 0 0,-2-2 6 0,-3 0-4 16,-2-2-11-16,-3-2 5 0,-1 1-3 0,-4 1 3 0,-1-1-3 0,0-1-4 15,-3 2-13-15,0 0 7 0,-1 2 10 0,-2 2 3 0,0 0 14 16,-1 2-16-16,1 1-7 0,0 2-3 0,2 2-3 0,2 1 7 0,-1 4-1 16,-1 0-2-16,2 2 0 0,0 2-7 0,0 0 2 0,1 4-8 0,0 2-1 15,1 2-2-15,0 2 3 0,1 2-10 0,1-2-31 0,0 3 13 16,0-1-28-16,2 1-15 0,2 0-5 0,1-1-48 0,3 1-31 0,1-2-45 15,3 0-49-15,2-1-50 0,3-1-72 0,2 1-57 0,4-1-339 0</inkml:trace>
  <inkml:trace contextRef="#ctx0" brushRef="#br0" timeOffset="6572.63">4316 15168 2423 0,'-6'2'527'0,"2"1"-391"0,0-1-45 16,3 4-49-16,2-2-21 0,1 1 8 0,2 1 19 0,1 2-1 16,1 2 1-16,0 3-17 0,1 0-18 0,0 1-2 0,0 1 0 0,0 0-4 15,0-2-3-15,-1 1-8 0,1 1 8 0,2-2-2 0,-1 1-4 0,1-3 4 16,0 1-4-16,1-1 5 0,0-2 5 0,0 0-10 0,0-2 4 16,0-2 2-16,-2 1-6 0,1-1 5 0,-2-2 3 0,-2-1 1 0,2-1 1 15,-1-1-3-15,0 0-3 0,0-2-2 0,-1 0 6 0,0-1-4 16,-1-3-1-16,0 2-2 0,1-3 1 0,-2-1-8 0,0-2 1 0,-1-2 5 15,-2-1-7-15,2-2 7 0,-1-2-9 0,-1-3-2 0,0 1-4 16,0 0 2-16,0-3 3 0,0 1-3 0,-1 2-2 0,1-1 3 0,-2 3 1 16,1 0 4-16,-2 0 2 0,0 1 0 0,-1 1-1 0,-1 3 1 0,-2 1 11 15,1 0-3-15,-1 2-1 0,-1 1 2 0,0 1 0 0,-1 3 0 16,1-1-2-16,-1 2-4 0,-2 1-7 0,-1 0 4 0,0 1 4 0,2 1 1 16,0 0 0-16,0 2-7 0,1 1-4 0,1 0 1 0,0 1-6 0,1-1 5 15,-1 2 3-15,2 1-3 0,-1 1-1 0,1 0 2 0,0 1-3 16,0 1 1-16,1 0 2 0,0 0-9 0,1 3-2 0,1 0 0 0,0 1-3 15,1 1-3-15,1-3-16 0,0 2 18 0,1 0-2 0,1 1-3 0,1 1 10 16,0-1-19-16,2 1-8 0,1 0-4 0,1-1-16 0,2-1-16 16,1 1-5-16,1 1-11 0,0 0 3 0,3-1-1 0,0 0 6 0,2-1 18 15,1-1 10-15,0 0 9 0,2-2 3 0,-1 0 2 0,-1-2-2 0,0 0 4 16,1-2 0-16,1 1 13 0,0-2 9 0,0 1 11 0,0-2 10 16,-1-2 2-16,0 0 9 0,-2-2 9 0,-2 0 8 0,-1 0 11 0,-3 0 8 15,1 0 6-15,0-1 11 0,-2 0 3 0,-1 0 7 0,0-2 7 16,-2 2 0-16,-1-1 2 0,-1 0-5 0,0 0-6 0,-1 0 1 0,-1 2 7 15,-1-2-4-15,1 2 2 0,-1 0-3 0,0-1-12 0,-1 1 1 0,1 1 2 16,-1-1 2-16,0 0-3 0,0 0-13 0,0 1-5 0,0 0-14 16,2 0-2-16,-1-1-8 0,0 1-3 0,0-1-11 0,0 0 3 0,1 0 1 15,1 0-11-15,0-1 2 0,1 1 1 0,1 0-3 0,1-2 2 16,2 0-3-16,1-1-5 0,2-1 1 0,0 0-3 0,-1 1 3 0,2-1 4 16,-1 0-2-16,1 0 2 0,1 0-11 0,0 0 8 0,-1 1-1 0,0-1-3 15,1 2 4-15,-1-1-22 0,0 1 0 0,0 0-11 0,1 0-11 16,-1 1-11-16,2-2-28 0,0 1-20 0,-1-1-22 0,3 1-15 0,-2-1-5 15,0-2-5-15,0 2-7 0,-1-2-26 0,2-1-32 0,-1 0-38 16,1-3-36-16,-2 1-51 0,0-5-73 0</inkml:trace>
  <inkml:trace contextRef="#ctx0" brushRef="#br0" timeOffset="6838.63">5234 14744 2022 0,'-9'-2'378'0,"-1"-1"-183"15,0 0-43-15,2 0-50 0,2 1-9 0,2-1-11 0,-1 1-12 0,2 0-17 16,-1 1-18-16,-1 1-16 0,2 1-1 0,0 0-2 0,-1 1-2 16,2 1 2-16,-2 1-7 0,2 1-3 0,-1 1-5 0,-1 2 1 0,1 2 4 15,0 3 3-15,-1 1 3 0,2 2-6 0,-1 1-1 0,1 2 6 0,0 3-6 16,0 2 2-16,2 1-1 0,-1 2-4 0,2 0-1 0,1 1 1 16,0 2-5-16,2-1 6 0,1 2-1 0,0-1 2 0,1-2-15 0,0 1 9 15,1-3 2-15,2-1-5 0,0 1 10 0,1-2-23 0,-1-2-13 0,2-1-3 16,-2-2-8-16,2-2-13 0,1-4 2 0,-2-1-4 0,0-3-1 15,-2-2 1-15,-2-2-7 0,1-1-9 0,-1-2-19 0,-2-1-24 0,-1-1-32 16,-3-2-35-16,0-1-46 0,-2-3-61 0,-2-1-105 0,-6-4-147 16,-4-4-100-16</inkml:trace>
  <inkml:trace contextRef="#ctx0" brushRef="#br0" timeOffset="7339.63">4807 15060 1792 0,'-7'3'1399'0,"2"1"-1227"15,0 0-63-15,4 0-57 0,2-2-17 0,3-1-3 0,3 1-2 0,4-2-7 16,3 1-6-16,2 0-8 0,1-2-11 0,3 1 8 0,1-1-6 16,-1-1-4-16,1 1 2 0,1 0-9 0,0-1 0 0,3 1-3 0,-2 0-3 15,1 0-3-15,-2 1 3 0,-2 0-15 0,0 0 6 0,-2 0-2 0,-2 1-14 16,2 0 20-16,-1 0-5 0,-1 1 1 0,0-1 14 0,0 0-8 16,-1 0-4-16,-1 0 1 0,-4-1-20 0,1 0-9 0,0-2-6 0,0 0-11 15,-1-1-5-15,-1 0-6 0,0-1-3 0,-1 0-14 0,0-1-10 0,-1-1-4 16,0 2-7-16,-1-2 9 0,0 1 5 0,-2 1 10 0,0-1 16 15,-1 1 23-15,-1 0 23 0,0 1 20 0,-1 1 9 0,0 1 4 0,1-1 6 16,-3 2 7-16,1 0 9 0,-1 1 6 0,0-1 8 0,1 1 1 0,-1 0 6 16,0 1 23-16,0 0 8 0,0 2 12 0,0-1 0 0,1 1-11 15,0-1 2-15,1 2-7 0,-1 1-8 0,2 0-1 0,1 0-11 0,-1 2-2 16,3-1 1-16,0 1 1 0,2-1-10 0,0 0-6 0,1 1-7 16,0 0-13-16,1-1 1 0,2 1 0 0,0 0-8 0,2 0-4 0,1 0-4 15,0-1 2-15,1 0 1 0,-1-1 4 0,1-2 4 0,0 0-4 0,-1-1-13 16,0-1-2-16,1 0-1 0,-1-1 0 0,-1-1 25 0,0 0-7 15,1-1 8-15,0 0-10 0,1-2 2 0,-2-1 12 0,1 0-6 0,-1-3 1 16,-1-1-15-16,-1-1 3 0,-1-1-8 0,2-1 6 0,-2-2-7 0,0 1-11 16,-1-2 0-16,-1 0-16 0,0 0-1 0,-3 0-2 0,0-2 0 15,-1 1-3-15,-1 1-2 0,-2 2-1 0,-2 0 1 0,-3 0 4 0,-1 0-1 16,-3 1 4-16,0 1-6 0,-5 2 6 0,-2 2 7 0,-2 2-5 16,1 2 15-16,-3 1 9 0,0 2 4 0,1 1 8 0,-1 2-4 0,1 2-4 15,0 2 1-15,2 3-1 0,-1 1 3 0,1 2-1 0,3 0 4 0,3 0 11 16,1 3 9-16,3 1 11 0,2 1 4 0,3-1-5 0,1 2-8 15,4 1-7-15,2-1-3 0,4 1-8 0,2-1 3 0,4-1-5 0,5 1-8 16,3 1 3-16,4-3-11 0,3 1-12 0,4-2-12 0,2-2-21 16,5-1-54-16,2-3-83 0,3-3-105 0,3-3-158 0,3-2-197 0,7-3-144 15</inkml:trace>
  <inkml:trace contextRef="#ctx0" brushRef="#br0" timeOffset="63861.4">6626 14235 341 0,'-9'0'286'0,"0"1"-138"0,-1 0-22 0,3 0-26 0,4 0-4 16,-1 0-7-16,2-1-17 0,-1 1-15 0,1-1-19 0,0 0-18 0,1 0-8 15,0 1-6-15,0 0-1 0,1 0-2 0,0 1-3 0,1 1 2 16,1 0-4-16,0 0-1 0,2 0 6 0,1 0 3 0,0 2 7 0,1-2 10 15,0 0 17-15,0 1 19 0,1 0 27 0,0-1 19 0,1 0 10 16,2 1 8-16,1-1-2 0,1 0 0 0,3 1-14 0,1-1-7 0,3 0-16 16,1-1-7-16,1 1-10 0,5 0-12 0,-1 0 0 0,4 0-10 0,0 1-5 15,1 0 3-15,1 0-7 0,1 1-6 0,0-1 1 0,2 1 3 16,0-1-3-16,2 1 4 0,-1-1-6 0,1 2-10 0,0-1 1 0,-3 0 1 16,2 0-2-16,-3 0 0 0,2 1-1 0,-1 0-2 0,-1 0 2 0,-2 0 3 15,0-1-3-15,-1 0 0 0,0 1 0 0,-3 1-5 0,0-1-2 16,-2-2-2-16,-3 2-7 0,0-2 3 0,-3 1 1 0,-1 0-5 0,-1-1 1 15,0 0 2-15,-2-1-8 0,2 1 1 0,0-1 1 0,-1 0-11 16,-2 0-1-16,0-1-13 0,-2 0-17 0,-1-1-18 0,0 1-26 0,-2 0-25 16,-1 0-31-16,-3-1-34 0,1-1-43 0,-3 1-68 0,-1-1-64 0,-1 0-53 15,-4 0-24-15,-2 0 40 0,-2 2-64 0</inkml:trace>
  <inkml:trace contextRef="#ctx0" brushRef="#br0" timeOffset="64181.39">6857 14905 1814 0,'-3'-2'245'0,"1"0"-85"15,0-1-63-15,5 1-6 0,2 1 5 0,2 0-7 0,3 0-14 0,3 1-12 16,2 0-17-16,2 1-8 0,2-1-13 0,3 1-7 0,0 0 3 0,3 0-8 15,1-1-6-15,1 1-4 0,4-1-1 0,1 0 1 0,3-1 4 0,-1 1 0 16,-2-1-2-16,0 0 1 0,-1 0 8 0,0-1 6 0,-1 1 8 16,-2 0 9-16,0-1 7 0,-2 0 13 0,0 0 1 0,-2 0 1 0,1 0-6 15,-1-1-10-15,-2 1 3 0,1 0-10 0,0-1-3 0,0 1-7 0,0 1-6 16,-2-1-5-16,1-1-9 0,1 0 3 0,0 1-15 0,0 1 3 16,-1-1 3-16,0 2-8 0,-1-1-5 0,-2 1-7 0,1 0-19 0,-2 0-26 15,0 0-35-15,-2 0-41 0,0 0-39 0,0 0-32 0,-1-1-72 16,-1 0-73-16,0 0-60 0,-1-2-35 0,-2-1 22 0,-2 0 61 0,1-3-13 15</inkml:trace>
  <inkml:trace contextRef="#ctx0" brushRef="#br0" timeOffset="64510.39">8301 14318 980 0,'-13'-2'343'0,"0"1"-121"0,-2-1-75 0,2 1-43 16,3 1-6-16,1-1-19 0,1 1-24 0,2 0-20 0,0 1-12 0,2 0-10 15,2 1 5-15,-2 0 13 0,2-1 4 0,-1 2 10 0,2 1 1 16,0 1-1-16,1 1 4 0,1 1 7 0,1 1 9 0,2 1 3 0,0 1-3 16,2 0-7-16,3 3-6 0,2 0 0 0,0 0 1 0,1 1-11 0,0-1-5 15,1 1-5-15,1 2-10 0,2-1 6 0,2 1-9 0,-1-1-11 0,4 1-3 16,1-1 4-16,-1 0 1 0,2 0 2 0,-1 1 4 0,1-1-11 16,-1-2-5-16,-1 1 9 0,2-1-6 0,0 0 3 0,-1-2-5 0,1-1 10 15,-2 1 3-15,-1-2 7 0,0 1 5 0,-2-2-8 0,-3 0 7 16,0 0-2-16,-3-2 3 0,0 1 3 0,-3 1-2 0,-2-1 2 0,-1 0-2 15,-2 0 6-15,-1 1-6 0,-2 0-5 0,-1-1 0 0,-2 2-5 0,-2 1 0 16,-2 1-3-16,-1 2-1 0,-4 1-3 0,-2 0-6 0,-2 0 7 16,-2-1-2-16,-1 1-5 0,-2-2 0 0,-2 1-1 0,1-1-5 0,0 0 2 15,0 1-9-15,2-2-19 0,1 0-9 0,2 1-26 0,1-1-12 16,1-1-18-16,1-1-33 0,1-1-27 0,1-1-54 0,2-1-82 0,1-1-127 16,1-2-103-16,2-3-79 0,2-3-126 0</inkml:trace>
  <inkml:trace contextRef="#ctx0" brushRef="#br0" timeOffset="65107.81">9152 12802 3003 0,'-8'-12'156'0,"2"3"-5"16,2 0-93-16,4 7-29 0,4 4-5 0,4 2-13 0,5 4-8 0,6 6-1 15,4 6-4-15,3 6-5 0,-1 3-4 0,1 7-3 0,-4 4-1 0,-1 5-3 16,-2 4-6-16,0 5-1 0,-2 4-4 0,0 4-5 0,-1 6 25 16,-3 7-1-16,1 4 3 0,-2 9 19 0,1 8-16 0,0 6 12 0,-1 6-5 15,0 2-1-15,-2 0-2 0,0 1-9 0,-2-1 7 0,0-2 0 0,0 0 1 16,-3-8 1-16,2-5-7 0,0-3-1 0,0-5 1 0,2-4 6 16,-1 0 1-16,1-6-4 0,0-3 4 0,-1-3-2 0,0-5 2 0,1-3 0 15,0-3-2-15,-1-3 6 0,1-3 0 0,-1-4-1 0,-2-3 2 16,0-4 1-16,0-1-4 0,-1-3 1 0,0-3 2 0,-1-1-6 0,0-4 4 15,0-1-1-15,0-2-6 0,-1-2 15 0,-1-4-9 0,1 0 1 0,0-1-3 16,-1-2-7-16,1 0 9 0,0-1 2 0,-1-1-8 0,1 1 8 16,1-2-4-16,0 0 5 0,1-3 4 0,0-1-16 0,0 0 5 0,2-2 0 15,-1 0-1-15,2-2 6 0,0 0-12 0,1-1-1 0,3 0-3 16,0-2 6-16,3 0 0 0,1-1-2 0,1-1 4 0,3 0-8 0,3-2 6 16,1 0-3-16,4-2 1 0,1 0 2 0,4-2-2 0,1-1 8 0,5 0 9 15,0-1 3-15,2 0-6 0,4-1 2 0,3-1-7 0,3 0 11 16,1 0 10-16,2-1-9 0,3 0 1 0,1-1-15 0,2 0-2 0,3-1 13 15,3 1-5-15,2 1 12 0,4-3 2 0,1 0-9 0,2 1 7 0,1-1-2 16,1 2-8-16,1 0 12 0,0 0-8 0,2 0 9 0,1-1 19 16,0-1-2-16,4 0 7 0,2 1-19 0,1 0 1 0,2 0 7 0,-3 0-17 15,0-1 9-15,0 0-5 0,3 1-8 0,2-2 8 0,2 1 0 16,0 0-9-16,-2 0 1 0,-3 3-3 0,-1 1 3 0,-1 1 4 0,0 0-13 16,-1 1 6-16,-2 0-2 0,0 2-3 0,0 0 13 0,1 1-11 0,0 0 13 15,0 0-12-15,-2 0-10 0,-2 0 15 0,-5-1-9 0,-2 1 6 16,-2-1-10-16,-3 0 0 0,-3 1-2 0,-1-1 6 0,-2 0-6 0,-2 0-3 15,0-1 7-15,-3 0 3 0,-2-1-12 0,-3 1-12 0,-3-2 2 16,-1 1 5-16,-2 0 24 0,-1 0-5 0,-5-1-18 0,-5 0-16 16,-1-2-12-16,-6 2-12 0,-1 0-14 0,-3-1-26 0,-6 0-23 0,-1-2-34 0,-4 0-39 15,-4 0-54-15,-5-2-79 0,-3-1-82 0,-4-4-86 0,-4-4-89 16,-8-7-171-16</inkml:trace>
  <inkml:trace contextRef="#ctx0" brushRef="#br0" timeOffset="65636.81">9154 12667 2824 0,'-26'-18'96'0,"6"3"-4"0,0-3-68 0,13 8-12 0,10 0-11 0,7 0-4 15,10-2-7-15,10-1-1 0,11 0 1 0,10 0-2 0,6 0 3 0,6 1-1 16,4 0 5-16,7 1-7 0,8 2-2 0,3 0-4 0,5-1-1 16,5 1-4-16,0 0 2 0,3-1 10 0,5 1-4 0,0-1 16 0,4-2 6 15,2 0-10-15,2 0 6 0,1 0-1 0,0-2 4 0,0 1 20 16,1-1 2-16,3 0-9 0,2 2 5 0,2-1-7 0,0 0 3 0,1 0 9 15,2 0-12-15,-2 2 6 0,0 0-9 0,-1 0-7 0,-3 2 10 0,-1 1-13 16,-3 1-3-16,-2 2 1 0,-3 3-9 0,-3 1 11 0,-4 2-4 16,-5 2-2-16,-3 2 5 0,-3 2-4 0,-2 1-1 0,-5 2 4 0,-4 2-6 15,-7 1 8-15,-2 1 1 0,-5 3-7 0,-4 1 2 0,-4 2-5 0,-4 2 3 16,-5 1 4-16,-4 0 3 0,-5 0 0 0,-3-1-1 0,-3-1 5 16,-3 2-4-16,1-1 5 0,-3 3-1 0,-1 1-5 0,-3-1 4 0,-2 1-6 15,-2 0 2-15,-4 0-3 0,0 2 8 0,-2-1 2 0,-2 3-2 16,0 1 12-16,-3 4-10 0,-1-1 6 0,-2 2-6 0,-1 2-4 0,-2 1 4 15,-2 4-4-15,0 2 7 0,-2 3-5 0,0 1-3 0,0 6-1 0,-2 3-5 16,1 6 6-16,-1 6-5 0,0 5 1 0,0 6 0 0,1 8 2 16,-1 6-3-16,0 8-2 0,1 7 2 0,1 7-6 0,1 3-4 0,0 4 14 15,1-2-6-15,0-2-1 0,2-4 2 0,1-5-13 0,1-5 2 0,0-9 8 16,2-3-24-16,-1-6-12 0,1-1-48 0,0-5-68 0,0-1-113 16,-3 1-285-16,-2 3-181 0,-4 8-34 0,-6 5 172 0</inkml:trace>
  <inkml:trace contextRef="#ctx0" brushRef="#br0" timeOffset="70903.78">10434 13186 1553 0,'-2'-3'313'0,"1"-1"-89"0,0-1-44 0,1 2-52 0,0 1-27 0,1 0-39 16,0 1-20-16,1 1-12 0,-1 0-15 0,1 1 1 0,0 1-3 15,0 1-2-15,0 3 2 0,0 1-5 0,0 2-3 0,1 3 1 0,0 1-2 16,0 1 4-16,0 2-7 0,-2 2 3 0,2 1 15 0,0 3-7 0,0 3 9 15,2 1-4-15,1 3-14 0,1 0 5 0,0 1-1 0,2 1-4 16,-1 0-4-16,1 0 1 0,-1 2-4 0,1-2 1 0,0 1 5 0,1-4-4 16,1-1 4-16,0-3 1 0,-1 0-13 0,0-3 5 0,0-1 0 0,0-1-1 15,1-2 9-15,-2-3-6 0,-1 0-1 0,0-3 8 0,-1-1-1 16,0-1-1-16,-2-3-4 0,-2-2-5 0,0-1-4 0,-2-2-12 0,0-2-39 16,-2-1-78-16,-2-3-90 0,-1-2-107 0,-4-2-70 0,-2-5-33 15,-3-3-100-15,-2-2 25 0</inkml:trace>
  <inkml:trace contextRef="#ctx0" brushRef="#br0" timeOffset="71220.78">10107 13267 2522 0,'-5'-2'151'0,"1"0"-2"0,-1-2-40 0,5 1-28 0,0 0-25 16,3 0-26-16,1-2-16 0,1 1 2 0,3-1-9 0,0 1 0 0,0 0 0 15,2-1-7-15,-1 1 3 0,-1-1-6 0,2 0-1 0,0 0 1 16,2 0-1-16,2-1 2 0,-1 0-5 0,2 0 7 0,2 0 0 0,0 0 0 16,0 0 4-16,2 1-6 0,0 1 0 0,-1-1 4 0,-1 0 3 0,1 1-5 15,1 2-3-15,-1 0 1 0,0 0 0 0,1 2 6 0,-2 0-6 16,2 1 2-16,1 0 2 0,-2 0 1 0,0 0 1 0,0 1-2 0,0 0-2 16,-3 1-11-16,0 0 2 0,0 1 2 0,0 1-7 0,-1-1 14 0,0 2-1 15,-1 1-3-15,-1 1 6 0,-1 2-6 0,-2 0 4 0,0 2 2 16,0 0 2-16,-1 1-3 0,-1 1-6 0,-1 0-4 0,-1-1-4 0,-2 3 16 15,0 0 2-15,-2 2-5 0,-1-1 0 0,-2 0-17 0,-1 1-6 16,-1-1-4-16,-1 1-18 0,-1 0-19 0,1-2-20 0,-1-1-19 0,1-2-31 16,0 0-36-16,1-2-65 0,0-1-89 0,2-2-79 0,0-2-38 0,2-2 10 15,1-2-60-15</inkml:trace>
  <inkml:trace contextRef="#ctx0" brushRef="#br0" timeOffset="71553.78">10920 13520 2488 0,'1'5'172'0,"0"3"-3"0,2 2-63 15,3 0-31-15,2 1-32 0,0 0-24 0,2 0-14 0,1 1-5 0,0 0-3 16,0 0 1-16,-1-2 4 0,-1 0-2 0,0-3 5 0,-1 0-10 0,-1-1-4 15,0-1-3-15,-2-1-5 0,-1-1-1 0,-1 0 1 0,-1-1-5 0,-3-2 0 16,1 1 5-16,-3-1 2 0,-1-2 1 0,-1-1 11 0,-2-2-2 16,-2-1 5-16,0-3 1 0,-1 0-4 0,-1-2 3 0,2-3-5 0,-1-1 2 15,1-3 1-15,2 0 0 0,0 0 7 0,2-2 0 0,1 1 4 16,0-1-2-16,2-2-2 0,1 2 0 0,2-2-5 0,1 0 1 0,2 1-4 16,-1 0-4-16,3 1-18 0,1 3-14 0,2 1 11 0,0 1-8 15,1 3 9-15,2 1-2 0,-1 1-13 0,1 1 0 0,1 1-10 0,-1 1-6 16,1 2-20-16,0 1-25 0,1 1-26 0,0 2-36 0,0 1-45 0,-1 0-75 15,0 0-88-15,0 2-10 0,1 0 32 0,-1 1-50 0</inkml:trace>
  <inkml:trace contextRef="#ctx0" brushRef="#br0" timeOffset="71870.78">11460 13382 1069 0,'-2'14'908'0,"-1"1"-721"0,2 6-18 16,1-1-50-16,4-5-24 0,0 1-28 0,3-1-32 0,-1 1-24 0,1-1-2 15,2 2-5-15,-2 0 4 0,2 0 1 0,0-2-6 0,0 0 3 16,2-1 4-16,0-2-5 0,-1-2 1 0,2-1-4 0,-1-1 0 0,1-1 3 16,0-1 3-16,0-2 8 0,-1 0 2 0,2-2 2 0,0-2 10 0,0-1 0 15,-1-3 7-15,1-1-2 0,1-1-3 0,0-3-5 0,0-2-3 16,-2-1-8-16,1-3-9 0,-2-3-4 0,2-1-1 0,-2-2-6 0,-2-1 3 16,1 1-4-16,-1-2 3 0,-2 2 2 0,-1 1-2 0,-1 0 6 0,-2 0 1 15,-3 1 2-15,0-1 6 0,-4 2-7 0,-1 0 4 0,-2 3-10 16,-3-1-16-16,-3 2 13 0,-1 2-7 0,-3 1 4 0,-1 2 5 0,0 1-11 15,-2 1 7-15,0 3 11 0,1 0 6 0,-1 2 6 0,0 2-11 16,1 1-9-16,0 2-3 0,-1 1-6 0,1 2-1 0,1 1-3 0,-1 1-9 16,1 0-2-16,3 1-4 0,-1 2 4 0,1 3-7 0,1 0-17 0,2 0-26 15,0 0-45-15,0 0-45 0,1 0-65 0,1-1-90 0,1-1-102 16,3 0-43-16,1-1 2 0,1-1-16 0</inkml:trace>
  <inkml:trace contextRef="#ctx0" brushRef="#br0" timeOffset="72355.7">11872 12845 2595 0,'-4'1'130'0,"1"1"-23"0,0 1-28 0,0 0-14 0,3 0-16 15,0 2-23-15,1 1-21 0,1 2-12 0,-1 3-3 0,2 2 0 16,-1 1 3-16,0 1 3 0,1 3-1 0,-1 2 2 0,1 0-13 0,0 1 6 15,0 1-2-15,1-1-3 0,0 1 10 0,0 1-4 0,0-1 4 0,0 2 2 16,0-2 1-16,1-1 4 0,-1 0 0 0,0-3 3 0,0 1-5 16,1-3-9-16,1-1 6 0,0-2-6 0,-1 0 18 0,0 0 6 0,-1-2-1 15,-1 0 1-15,1-2-13 0,-1 0-1 0,0-2 1 0,1 1 3 0,-2-3-1 16,1 0 2-16,-1-1-2 0,0-2 3 0,-1-1 1 0,0 0-1 16,1-2 5-16,-1-1 0 0,0 0 0 0,0-1-1 0,-1-2-8 0,1-1 6 15,0-1-9-15,0-2-4 0,0-1-1 0,0-1-7 0,1-1-7 0,0-1 0 16,0 0 9-16,1 0 0 0,1-1 11 0,1 2 6 0,0-2-9 15,0 1 1-15,1 2 1 0,1 0 1 0,-1 1 3 0,0 0-1 0,0 2 4 16,0-1-5-16,1 2 5 0,0 1-2 0,1 0-3 0,0 2 6 0,0 0-4 16,0 2-3-16,0 1-1 0,1 0 0 0,0 2 2 0,0 1 3 15,0 2-5-15,1 1 0 0,-1 2 0 0,1 0-1 0,0 1 7 0,-1 1-6 16,-1 1-1-16,-1 1 6 0,-1 1-5 0,-2-1 3 0,-1 2 3 16,-1 0-1-16,-2 0-7 0,-1 1 2 0,-1 0 5 0,-3 1-5 0,-1 2 11 15,-2 0-6-15,-2-1-5 0,-2 1 3 0,-1 0-1 0,1-1 5 16,-1 0-7-16,0 0 0 0,1-2 9 0,-1-2 0 0,3-2-6 0,-1-1-3 15,2-1-5-15,1-3-4 0,1-1 2 0,1-2-12 0,1-1-12 0,0-1-19 16,2-2-17-16,-1-1-15 0,1-1-29 0,0-3-19 0,2 0-13 16,0-3-30-16,0 0-45 0,2-4-58 0,1-1-77 0,1-4-40 0,2 1-23 15,-1-4-121-15</inkml:trace>
  <inkml:trace contextRef="#ctx0" brushRef="#br0" timeOffset="72553.7">12382 12503 1581 0,'-1'5'842'0,"-1"4"-691"16,1 3-9-16,1 2-49 0,2 1-30 0,3 3-36 0,1 3-20 16,2 2-15-16,0 4 1 0,0 2 4 0,0 5 3 0,0 4-2 0,-1 1-10 15,-1 2-3-15,-1 1-3 0,0 2-1 0,0 2-17 0,0-2-20 16,0-2-26-16,-2-1-35 0,2-2-37 0,1-2-61 0,0 0-85 0,1-5-141 15,0 0-48-15,2-4 14 0,0-1 58 0</inkml:trace>
  <inkml:trace contextRef="#ctx0" brushRef="#br0" timeOffset="73189.2">12739 13367 2403 0,'2'2'205'0,"1"1"-91"16,2 0-23-16,1 0-32 0,1-1-13 0,2-1-22 0,1-2-29 0,1-1-14 15,2-1-21-15,1-1-9 0,0-2-5 0,-2-1-9 0,-1 0-6 0,0-2-9 16,-1 1 2-16,1-3 5 0,-1-1 5 0,-1-1 24 0,1 1 21 0,0 0 20 16,-2 0 20-16,0 1 7 0,-3-2 1 0,-1 2 3 0,-1 1 3 15,-1-1 2-15,-2 1-4 0,-1 0 2 0,-1 2-5 0,0 0-4 0,-2 1-8 16,-1 2 2-16,-2 0-2 0,0 0-2 0,0 2-4 0,-1 1-2 16,0 0-2-16,0 2 5 0,0 1 6 0,0 1-8 0,-1 0 3 0,1 2-6 15,-1 0-3-15,2 0 7 0,0 4 0 0,1 0 2 0,0 3 4 0,0 1-1 16,2 1 10-16,2 1-9 0,2 2 4 0,0 0-12 0,1 1 4 15,3 0 7-15,1 3-6 0,1 1 11 0,1 0-13 0,-1 0-2 0,2 1-2 16,1-1-4-16,0 0 4 0,1 0-2 0,0-3 3 0,0 0-1 16,1-1-10-16,1-3-1 0,0-1-7 0,0-2-5 0,-1-1 1 0,2-3-10 15,1-1-2-15,0-1-10 0,1-2-4 0,-1-2-12 0,0-1-4 0,1-1 9 16,-2-1 0-16,-1-2 6 0,1-2-5 0,0-4-3 0,0-2-3 16,-1-2 2-16,1-2 17 0,0-2 5 0,0-1 13 0,0 0 7 0,-1-1 9 15,-2-2 1-15,0 1 4 0,0-1 10 0,-1 0 6 0,-2 2 12 0,0-1-3 16,-1 3 10-16,-1 1-5 0,-1 1 2 0,0 3 2 0,-1-1-7 15,1 3 3-15,0 3-3 0,-1 2 4 0,1 3 6 0,-1 3-7 0,0 2-8 16,-1 1-4-16,1 0-4 0,1 2-1 0,-2 2-7 0,1 1-1 16,0 3-10-16,-1 0-11 0,1 1 1 0,-1 0 5 0,1 1 0 0,-1 1 7 15,0 0 1-15,0-1-8 0,1-1 3 0,0 0 1 0,1-1-3 0,-1-2 1 16,2 0 0-16,-1-2-4 0,1-1 9 0,0-2-6 0,0-1 4 16,0 0 0-16,1-1 2 0,-1 0 5 0,-1-1-2 0,1-1 1 0,0-1-6 15,0-1-5-15,0-2 2 0,0 1-5 0,1-1-2 0,0-2-5 0,0 0 7 16,0-1-2-16,0-1 2 0,0 1 3 0,1-2-3 0,0 1-5 15,1 0 5-15,-1 2-7 0,-1 0 4 0,1 1 4 0,-2 0-3 0,1 2 4 16,-1 1-4-16,-2 0 4 0,2 1 3 0,-1 1 0 0,1 0-1 16,-1 1 4-16,0 1 0 0,1 0-1 0,0 0 1 15,-1 1 0-15,1 0 1 0,-1-1-1 0,0 0 4 0,1 1-6 0,0-1 2 0,-1 0 6 0,1-1 1 16,1 0 6-16,0-1 0 0,0-1 1 0,2 0 4 0,0-2-3 16,1-1-6-16,1-1 3 0,-2 0-4 0,2-1 8 0,0 0-6 0,-1-1 2 15,1 1-1-15,0 0-1 0,-2 0 5 0,1 3 0 0,0 0 7 0,-1 1-9 16,-1 2-4-16,1 0-8 0,-2 2-9 0,0 1-2 0,-1 0-12 15,-1 3-9-15,0 0-32 0,-1 2-63 0,-1 0-92 0,-2 2-200 0,-1 0-202 16,-4 0-103-16,-2-1 152 0</inkml:trace>
  <inkml:trace contextRef="#ctx0" brushRef="#br0" timeOffset="73732.2">10897 14475 1 0,'-10'-13'171'0,"7"8"693"0,5 8 749 0,-2 0-1446 16,-3 0-43-16,1 0-25 0,1 2-40 0,1 1-19 0,3 3-19 16,0 2-16-16,3 2-3 0,1 4-4 0,1 3-12 0,-1 1 13 0,0 3 1 15,-1 3-2-15,-1 1 7 0,-1 2-14 0,-1 0-3 0,0 2 2 0,-1 1-3 16,-1 0-6-16,-1 5 2 0,-1-1-7 0,-2 3-6 0,0-3 8 16,-2 0-7-16,0 1 2 0,0-3 2 0,0 1 1 0,1-4 9 0,0-3 6 15,1-3 8-15,1-2 2 0,0-4 1 0,2-2 13 0,0-4-3 0,2-4 8 16,1-2 11-16,1-4-2 0,1-2 10 0,1-1-3 0,1-3-5 15,3 0-12-15,-1-2-3 0,3-1-7 0,2-2-4 0,0 0 2 0,2-2-3 16,0-1 3-16,2 0-7 0,1 1-7 0,0-3 7 0,2 0-9 16,0 0 7-16,1 0-7 0,0 0 8 0,1-2-10 0,-3-1-1 0,0 0 8 15,-1 1-4-15,0-2 18 0,-1-1-6 0,0-1 6 0,-3 0-5 0,0-1 8 16,0-1 6-16,-2 1-2 0,0-2 6 0,-3-1 4 0,0-1-2 16,-2-2-2-16,-2-1 2 0,-2-2-7 0,-1 0 5 0,-3 2 2 0,-1-2-1 15,-3 0-2-15,-2-1-8 0,-3 1 3 0,-5 0-6 0,-1 1-11 0,-4 2 13 16,-3 1-2-16,0 2-6 0,-3 2 6 0,1 1 4 0,-4 3-9 15,-1 2 5-15,0 1-8 0,-3 2-23 0,1 2 0 0,0 4-8 0,1 1 3 16,0 3-10-16,3 2-7 0,0 3 10 0,1 0 1 0,-1 4 3 16,2 2 5-16,0 1-13 0,1 3-11 0,3 0-20 0,1-1-34 0,0 2-48 15,1-2-67-15,1 0-81 0,1 0-93 0,3 1-87 0,1 1-35 0,3 0 21 16,2-1 84-16</inkml:trace>
  <inkml:trace contextRef="#ctx0" brushRef="#br0" timeOffset="74074.2">11387 14686 1818 0,'16'3'1263'0,"0"0"-1171"15,6 0 4-15,4-2-35 0,1-1-7 0,3-2-14 0,1 0-14 0,-1-1-17 16,0-1-7-16,-3 1-6 0,1-1-3 0,-4 0-2 0,0-1 0 16,-2 0-2-16,-3 0-17 0,0-1-8 0,0-1-11 0,-3-1-3 0,1 0 7 15,-3 0 13-15,0-1 13 0,-3-1 3 0,0-1 7 0,-1 1-6 0,-2-1 17 16,-1 1 5-16,-1-2 3 0,-2-2 5 0,-1 0-11 0,-1-2 6 15,-3 1-7-15,-1-1 4 0,-2-1-9 0,-2 1-9 0,-2 1-5 0,-1-1 0 16,-3 1 0-16,0 2 2 0,0 1 7 0,-2 2-6 0,0 2 2 16,0 2 2-16,1 2-5 0,-2 2 5 0,0 1 0 0,0 2 9 0,1 2-9 15,-1 2 2-15,0 1-4 0,1 2-1 0,0 1 15 0,2 2 4 0,1 2 6 16,0 2 4-16,0 1 6 0,2 0 1 0,0 1 2 0,3 1 1 16,0 1-6-16,2 0-2 0,2-1-19 0,1 1 17 0,3-1-4 0,1 2 1 15,3 0 13-15,1-2-20 0,0 1-6 0,3-2 5 0,1 0-3 0,1-2 2 16,2 0 6-16,0-2-7 0,2-2-5 0,1-2-12 0,2-2-7 15,-2-1-3-15,3-2-15 0,-1-1-11 0,0-1-31 0,0-2-43 0,-1-1-34 16,-1-2-60-16,1-1-70 0,-1 0-156 0,-1-2-156 0,0 2-13 16,0 0-30-16</inkml:trace>
  <inkml:trace contextRef="#ctx0" brushRef="#br0" timeOffset="74431.2">12293 14447 2244 0,'2'-13'169'0,"0"-3"-49"0,1-7-20 16,0 0-16-16,0-4-23 0,0 0-28 0,1-5-23 0,-1-1-10 16,-1-1-7-16,-2-1-1 0,-2 2-2 0,0 2-2 0,-1 0 6 0,-1 4-11 15,0 0-1-15,0 5-9 0,-1 3-6 0,1 3 6 0,1 4-10 16,-1 2 8-16,-1 5 7 0,1 2 4 0,-1 2 23 0,0 3 6 0,0 1 13 16,1 1 2-16,1 2-4 0,-1 3 2 0,1 3-9 0,1 5-9 0,1 1-4 15,1 6 1-15,1 2-1 0,1 1 6 0,2 5 3 0,2 0-1 0,0 3 4 16,1 2 3-16,2 2 3 0,2 1 1 0,1 1-3 0,4-1-3 15,3 2-5-15,0 1 0 0,3-1 0 0,1 1-5 0,0 0-3 0,1-1-4 16,1 1-3-16,-2 1-2 0,1-2 4 0,-1 1-7 0,0 0 2 16,-1-5 3-16,-1-3-7 0,0-3 7 0,0-5-6 0,-3-1 1 0,-1-4 8 15,-3-3 0-15,0-2 16 0,-4-5 7 0,0-2 16 0,-2-3 8 0,-2-3 14 16,-2-2 11-16,-1-5 1 0,-1-2-17 0,-3-2-24 0,-2-3-19 16,-3-2-13-16,-4-4-2 0,-1-2 4 0,-2-5-3 0,-2-2-4 0,-1-2 3 15,-2-3-6-15,-1-1-18 0,-2-2-24 0,-3 2-38 0,1 1-39 0,-2 3-35 16,0 1-73-16,-2 3-75 0,0 2-85 0,0 2-84 0,-1 6-44 15,1 2-87-15</inkml:trace>
  <inkml:trace contextRef="#ctx0" brushRef="#br0" timeOffset="74970.71">14095 14416 2517 0,'-4'0'190'0,"1"1"-53"0,1-1-5 0,2 0-40 16,2-1-29-16,2-1-21 0,3 1-21 0,2-1-7 0,1 1-10 0,3-1-6 16,1 1 2-16,2 0 6 0,0 0 1 0,1 1-2 0,2-1-3 0,1 1-4 15,1-1 2-15,2 1 2 0,1 0 1 0,-1 1 3 0,2-1-1 16,-2 1 0-16,1-1 8 0,0 1 3 0,-1 0 0 0,0 0 4 0,-2 0-9 16,2 0-2-16,-2-1 9 0,-3 1-7 0,0 0-4 0,-1 0-7 15,-1 0-2-15,-2-1 2 0,0 1 5 0,-1 0-3 0,0 0-9 0,-2 1-4 16,0-1-3-16,0 1-6 0,0-1-11 0,-2-1-21 0,-1 0-24 0,-1 0-27 15,-1-1-33-15,-1-1-44 0,-1 0-63 0,0 0-113 0,-1 0-109 16,-1 0-50-16,0 0 9 0,-2-2-53 0</inkml:trace>
  <inkml:trace contextRef="#ctx0" brushRef="#br0" timeOffset="75153.71">14373 14729 1634 0,'-3'8'921'0,"-1"0"-731"0,1 2-7 15,3-2-43-15,2-2-35 0,1-1-30 0,2-2-40 0,2 0-28 0,1 0 1 16,2 0-7-16,2 0-2 0,0 0 11 0,1-1-10 0,1 0 2 16,0 0-2-16,1 0-12 0,-1 0-1 0,2-1 0 0,2 0 1 0,-1-1-4 15,-2 1-4-15,1-1-1 0,-3 1-7 0,1-1 0 0,-2 1 0 0,1 0-14 16,0 0-6-16,-1-2-16 0,0 0-17 0,-1 0-4 0,1 1-18 16,0-3-14-16,0-1-18 0,-1 0-20 15,0-2-4-15,2-1-34 0,0 0-54 0,0-2-42 0,0 0-20 0,-1-1 1 0,3-2 17 0,0-2 31 16,0-2 35-16</inkml:trace>
  <inkml:trace contextRef="#ctx0" brushRef="#br0" timeOffset="75409.71">14972 14149 1321 0,'-4'0'768'0,"0"0"-592"0,-1-1 2 15,2 1-21-15,1 0-30 0,1 0-40 0,1 0-47 0,1-1-33 0,0 1-11 16,2 0-1-16,0 2 5 0,1 0 5 0,2 1-3 0,1 0-2 15,2 2-5-15,1 0 7 0,2 2-2 0,0 0 5 0,1 1 0 0,2-1-4 16,1 2 8-16,0 1 4 0,-1 1 7 0,1 1 1 0,0 0 6 16,1 0 10-16,-2 0 6 0,1 1 6 0,-2 0-2 0,0 1 4 0,-2-2-9 15,-2 2-3-15,0-1-3 0,-2 2-7 0,-2-1-2 0,-3 2 2 0,0 1-11 16,-4 1-1-16,-1-1 1 0,-3 2-11 0,-2 1-3 0,-3 0-9 16,-1 0-25-16,-3-1 1 0,-2 0-4 0,-2 0-8 0,-1-1 1 0,-2 0-15 15,0-3-22-15,1-1-31 0,0-2-40 0,1-3-53 0,1-2-79 16,3-2-134-16,-1-2-131 0,0-2-120 0,1-2 8 0</inkml:trace>
  <inkml:trace contextRef="#ctx0" brushRef="#br0" timeOffset="82072.19">15952 12220 843 0,'-4'2'356'0,"2"2"-341"16,-2 3-21-16,2 4-8 0,1 4-11 0,2 7-6 0,3 3-11 0,1 6 1 15,3 3 3-15,2 3 3 0,1 2 15 0,1 2 7 0,0 3 6 0,-2 2-2 16,1 1 5-16,-1 2 0 0,0 3 2 0,0 1 6 0,-1 2-6 15,-1 2 1-15,1 1-3 0,-2 0 2 0,-1 1-2 0,-1 0-5 0,-1-1-4 16,-2 1 0-16,-1-1 0 0,-1 0 2 0,-2 0 8 0,-1-1 1 0,-2 2-1 16,0 0 4-16,-1-2 3 0,-1 0-3 0,1-3 2 0,1-1 1 15,-1 0 7-15,1 1 7 0,0 0 8 0,1 0 2 0,0-2 0 0,1 2 2 16,1-4-3-16,1 0-1 0,0-3 0 0,1 0-4 0,2 0 1 16,0 0-2-16,2-2-7 0,-1-1 1 0,2 0-3 0,1-1 3 0,0 0 3 15,0 0 1-15,0-2 5 0,1-1 2 0,-1 1-1 0,1-2 6 0,1 0 1 16,-1-2 5-16,2-4-2 0,1 1-7 0,-1-3-1 0,2 0-8 15,1-1 5-15,-1-2-7 0,0-3-1 0,0 0 8 0,1-3 1 0,2 1 4 16,0-2-4-16,3-3-8 0,-3-1 1 0,2-1-1 0,0-1 1 0,-1-3 3 16,1 1-3-16,2-3 2 0,0-1-4 0,-1-2 2 0,2 0 1 15,1-2-3-15,1 0-1 0,1-1 2 0,2-1-5 0,0-1 6 0,2-2-3 16,1 0-2-16,3 0-1 0,0-2-1 0,3 1 2 0,-2-2-5 16,3 1-5-16,2 0 0 0,2 0-3 0,1-1 1 0,1 0 3 0,2 1 1 15,1-1 0-15,1 0-2 0,1 0 3 0,2 0 1 0,0-1-2 0,3 1 3 16,0-1 3-16,1 1 0 0,4-1 5 0,-1-1 10 0,1-1-6 15,2-1 5-15,1 1-2 0,3-2-2 0,1-1 2 0,3 1-2 0,2-2 6 16,2 0-3-16,1-1 6 0,2-1-1 0,2-1-3 0,1 0 8 0,1-1-3 16,1 1 8-16,2 1 14 0,0-1 4 0,-1 1 6 0,2-1 0 15,0 1-10-15,1-1-3 0,3-1-2 0,0 1-4 16,0-1-3-16,0 2-5 0,0-1-5 0,0 0 2 0,-1-1-4 0,2 1-1 0,1 0-7 16,1-1 0-16,-2-1-1 0,1 0-6 0,-1 1 0 0,-1-1-2 0,-1 1-1 15,-3-1 1-15,-1 2-3 0,-1-3-7 0,-3 0 0 0,-3 1-2 0,-2 0-4 16,-4-1 10-16,-3 1-1 0,-2-2-5 0,-2 3-11 0,-2-1-15 15,-4 0-28-15,-3 0-21 0,-4 1-35 0,-5-2-43 0,-4 0-43 0,-4 1-63 16,-7 0-104-16,-1-3-124 0,-4-2-65 0,-4-5 9 0,-2-6 133 0</inkml:trace>
  <inkml:trace contextRef="#ctx0" brushRef="#br0" timeOffset="82592.19">16626 11525 3131 0,'-4'-6'129'0,"1"0"-81"0,2 1-42 0,1 1-22 16,4 1-24-16,6 0-10 0,8 0-27 0,9 1 4 0,10 1 15 0,8 1 15 16,5 0 28-16,4 1 16 0,4-1 4 0,3 0-1 0,3 1-4 15,7-2-2-15,6 0-6 0,4-1 4 0,4-2 4 0,3-1-5 0,2-1 2 16,3-1-2-16,1-1 0 0,3-2 6 0,-1 1-1 0,4-1 0 16,0 0-10-16,0 0-2 0,1 1 7 0,-1 0 5 0,-1 2 21 0,0 1-6 15,0 0 8-15,0 1 5 0,0 0-20 0,-1 1 13 0,-1 1-7 0,-5 1-4 16,0 1 4-16,-5 0-4 0,-1 1-3 0,-3 0 3 0,-1 3-1 15,1 0-6-15,-5 2-3 0,1 1-3 0,-4 1-6 0,-5 3 1 0,-1 0 11 16,-4 3 9-16,-5 4-1 0,-4 1-1 0,-3 1-15 0,-4 2 1 16,-4 2 3-16,-3 1 1 0,-5 3 3 0,-4 1-10 0,-2 2 0 0,-4 2-1 15,-1 4 1-15,-3-1 3 0,-3 3-3 0,-2 0 4 0,-3 1-1 0,-1 2-3 16,-4 4 6-16,-1 0-15 0,-2 4 11 0,-2 2 12 0,0 3-9 16,-3 4 18-16,1 4-11 0,0 1-3 0,-2 3 5 0,2 3 3 0,-1 3 2 15,0 3 2-15,-1 5-5 0,1 1-4 0,0 2-2 0,0 2-3 0,1 1 4 16,1 2-2-16,-1 2 5 0,3 4 3 0,0 2 1 0,1 2 3 15,0 1-6-15,1 0 3 0,0 0-13 0,1-3 6 0,-2-2-3 0,2-2-4 16,-1-3 8-16,-1-4-5 0,0-4-5 0,-1-3-13 0,-1-7-39 16,-1-2-66-16,-3 1-116 0,-1-4-125 0,-3-2-131 0,-4-5-93 0,-4-4-41 15,-5-1 63-15</inkml:trace>
  <inkml:trace contextRef="#ctx0" brushRef="#br0" timeOffset="83374.2">17404 12899 2506 0,'-5'0'142'16,"2"1"-71"-16,-1 1-7 0,2 2-16 0,2 1-25 0,1 1-18 0,2 6-12 15,2 3-6-15,2 6-2 0,1 3 7 0,2 3-2 0,1 3 10 16,-2 3-5-16,0 2-2 0,-2 3 4 0,0 2-22 0,-2 2 14 0,0 1-1 15,-1 0-7-15,-1 0 6 0,-2-1-17 0,-2-1-10 0,-2-2-5 0,-2 0-10 16,0 0-3-16,-3-3 1 0,-1 1 2 0,-1-6 14 0,-1-1 18 16,-1-4 17-16,2-4 18 0,-1-2 20 0,1-4 6 0,0-3 14 0,2-2 13 15,0-4 8-15,0-1 0 0,2-1-5 0,0-3-16 0,0 0-9 0,0-1-13 16,2-2 0-16,1 0-5 0,1 0-3 0,2-1 0 0,0 0-1 16,2 1-1-16,1-1-3 0,-1 1-3 0,2 0-7 0,1 0 0 0,1 2-2 15,2-1 2-15,2 1 3 0,2 1-1 0,2 1 1 0,3 0-10 16,0 0 9-16,3 0-2 0,2 0-6 0,-1-1 6 0,1 0-14 0,1-1 12 15,-1-1 4-15,1-2 0 0,0-2 3 0,1 0-3 0,0-3-2 0,-2-1 7 16,1-2 7-16,-1-2 2 0,-2-2-4 0,0 0 6 0,0-3-4 16,-2-1 6-16,1 0 6 0,-1 0-5 0,-2-1 5 0,1-2-7 0,-2 1-3 15,-1-2 1-15,-2-1-2 0,0-1-7 0,0-1 5 0,-3 1-11 0,0 0 4 16,-2 0-1-16,-2 0-9 0,-2 0 5 0,-2 0-4 0,-2-1 7 16,0 0-6-16,-5 0 1 0,-2-1-15 0,-3 0 9 0,-3-2 0 0,-3 0-10 15,-3-3 18-15,-3 1-18 0,-2-2 10 0,-1 2 4 0,-1-1-4 0,-1 2 4 16,-2 0-6-16,-1 2 0 0,-1 0 0 0,0 1 2 0,-1 2-5 15,0 1-3-15,-1 3-1 0,0 2 0 0,0 1-8 0,-1 4-2 0,3 1 3 16,0 4-8-16,1 2-4 0,1 4 5 0,-1 3-23 0,1 5-1 16,1 2 3-16,1 4-6 0,3 5 4 0,1 3-3 0,1 4-15 0,3 6-27 15,1 3-31-15,2 3-45 0,4 3-51 0,1 1-67 0,3 2-67 0,3 2-65 16,2 2-28-16,3 1 7 0,4 1-16 0</inkml:trace>
  <inkml:trace contextRef="#ctx0" brushRef="#br0" timeOffset="83609.19">18109 13158 2211 0,'0'5'122'0,"1"1"-40"0,1 2-16 16,0 1-16-16,2 0-12 0,0 4-19 0,2 0-15 0,2 6-4 0,-1 2-15 15,2 2 17-15,0 4-2 0,1 2 1 0,-1 3 15 0,2 3-19 16,0 2 2-16,-1 3 2 0,2 2-2 0,0 3 2 0,-1 2 4 0,1 0-8 15,-2 1 4-15,1 1 7 0,1 2-4 0,1-1-1 0,-1 0-5 0,0-2-1 16,0 0 3-16,0-4 3 0,-1-3-1 0,1-2-5 0,-1-6-15 0,1-2-11 16,0-1-18-16,-1-3-26 0,1-5-28 0,-2-3-27 0,0-3-21 15,1-5-31-15,1-2-46 0,-1-3-71 0,-1-5-52 0,-1-4-10 0,-2-5 44 16,-1-7 5-16</inkml:trace>
  <inkml:trace contextRef="#ctx0" brushRef="#br0" timeOffset="83922.2">17976 12832 1899 0,'2'-3'111'0,"3"-2"-62"0,3-2-23 0,3 1-24 0,3 1-12 15,3 1-14-15,5 2-5 0,5 2 8 0,1 1 2 0,4 2 14 0,0 2 10 16,2 2 1-16,1 2-2 0,1 1 0 0,1 1-11 0,-1-1 5 15,0 3-1-15,0 0 3 0,-1-1 11 0,0 2 6 0,-3-1 18 0,0 0 16 16,-6 2 17-16,-1 0 16 0,-2-1 1 0,-2 0 2 0,-3 0-8 16,-3-1-5-16,-4 1-8 0,-2-1-8 0,-2 1-11 0,-3 1-7 0,-2 0-2 15,-3-1-2-15,-1 3-5 0,-4 1-8 0,-4 0 4 0,-1-1-8 0,-6 3 3 16,-4 0-5-16,-1 1-10 0,-5 1-10 0,-2-2-8 0,-2-1 17 16,-3 1-1-16,-1 0 5 0,1-1 2 0,-1 1-10 0,1-1-6 0,1-2 6 15,0 1-5-15,0-1-15 0,3-1-11 0,0-2-13 0,4-2-27 0,1 0-24 16,4-2-37-16,0-3-56 0,3 0-78 0,1-3-101 0,3-1-134 15,0-2-95-15,0-5-24 0</inkml:trace>
  <inkml:trace contextRef="#ctx0" brushRef="#br0" timeOffset="84589.2">20913 12834 2608 0,'0'-1'259'0,"1"1"-149"0,1 0-65 0,1 0-18 0,1 0-9 16,2 0-11-16,2 1-11 0,3 0-1 0,1 1 0 0,2 1 6 0,2 0 5 15,0 0 4-15,0 0 6 0,0 1-6 0,1-2-5 0,-1 2 4 16,2-1-11-16,0 0 9 0,2 0-7 0,-1 0 6 0,3-1 9 0,2 0 5 16,-1-1 1-16,2-1-4 0,0 1-2 0,2-1 1 0,-1 0 3 0,2-1-3 15,1-1-3-15,-2 1-10 0,2 0-1 0,-2-1 2 0,0 1-4 16,-1 0 1-16,0 0-1 0,-3 0 4 0,0 1 5 0,0 1-7 0,-1 0 0 15,0-1-6-15,0 1-3 0,-2 0 1 0,-1 0-1 0,-1 1-7 16,-1-1-7-16,-1 1-22 0,0-1-27 0,-1 0-33 0,-2 0-48 0,1 0-55 16,-1 1-82-16,-1 0-116 0,-2 1-108 0,-2-1-31 0,-1 2 63 0,-3 1 74 15</inkml:trace>
  <inkml:trace contextRef="#ctx0" brushRef="#br0" timeOffset="84871.2">21112 13497 2273 0,'-3'1'235'0,"-1"-1"-91"0,2 1-36 0,2 0-11 16,1-2-26-16,1 1-25 0,0-1-20 0,1 1-13 0,2-1-1 0,1 1 0 16,2 0 0-16,-1-1 2 0,1 2 9 0,2-2-9 0,2 2-6 0,1-1-2 15,1 0-12-15,2 1 8 0,2-1 0 0,1 0 1 0,0 1-3 16,1-1 2-16,0 0 5 0,-1 1 2 0,2-1-2 0,0 0-2 0,0 1-12 15,1 0 5-15,-1-1 8 0,-1 1-8 0,1-1 4 0,-1 0-4 0,-2 0-5 16,0-1 3-16,-1 0 4 0,-2 0-3 0,2 0-1 0,-2-1-17 16,0 0-17-16,-1-1-17 0,0-1-16 0,-1-1-15 0,-1 0-17 0,-3 1-20 15,1-2-27-15,-3 0-48 0,0-1-81 0,0-2-108 0,-2-2-74 16,-1-2-18-16,1-4-81 0</inkml:trace>
  <inkml:trace contextRef="#ctx0" brushRef="#br0" timeOffset="85238.2">21968 12360 3126 0,'0'0'81'0,"2"2"-58"0,1 0-21 0,2 1-11 0,2 1-16 0,4 2-19 15,5 2-14-15,3 3-6 0,1 2 18 0,3 1 17 0,0-1 15 0,-1 0 13 16,0 1-3-16,-1 0-4 0,-3 0-13 0,1 1-4 0,0 0-12 16,0 0 11-16,2 0 8 0,-1 1 9 0,-2-1 11 0,1 0-2 0,-1-2-8 15,0-1 3-15,-2 0 1 0,0 0 11 0,0 1 13 0,-3-1-5 0,1 1 0 16,-1 0-9-16,-1-1-6 0,-2-1 2 0,-2 0-7 0,-4 2-2 16,1 1-3-16,-3 2-8 0,-2 0 2 0,-2-1-6 0,-2 2 6 0,0 0 4 15,-5-1-2-15,-2 2 4 0,-1 0 2 0,-1 1 1 0,0-1 7 16,1 0 0-16,-2 1 0 0,-1-3 2 0,-1 0-2 0,2 0-3 0,-2-1 3 15,0-2-5-15,0 1 0 0,0-1 0 0,-1 0 2 0,2 0-5 0,0 0-10 16,3 0-12-16,-2-1-10 0,0 2-16 0,2-2-6 0,1 0-9 16,1 1-15-16,-1-1-17 0,1 0-30 0,0-1-33 0,1-2-34 0,1 1-48 15,2-2-41-15,0-2-41 0,1-2-12 0,2-1-82 0</inkml:trace>
  <inkml:trace contextRef="#ctx0" brushRef="#br0" timeOffset="85921.2">22952 11706 1685 0,'-3'-2'834'0,"1"1"-788"0,0 2-59 15,1 2-30-15,2 3 5 0,2 4-4 0,0 2-15 0,2 5 0 0,0 4 3 16,1 4 17-16,1 3 9 0,-1 3 12 0,0 3 10 0,-1 4-10 16,-1 2-7-16,1 5 5 0,-1 2-2 0,2 6 9 0,-1 3 4 0,1 2 0 15,-2 3 1-15,1 1 2 0,1 3-1 0,-1 0-2 0,0 0-8 16,-1 0 8-16,-1 1-3 0,0 0-3 0,-1 2 5 0,0 0-18 0,0 0-8 16,-1 0-11-16,0-2-7 0,-1 1 0 0,1-3 12 0,0 0 14 0,0 0 15 15,0-2 9-15,-1-1 7 0,1 0-1 0,0-2 1 0,0-2-2 0,1-2-3 16,0-1 4-16,0-2 4 0,1-1-3 0,-1 0 12 0,0-2 4 15,0-1 8-15,0-3 13 0,1-2 9 0,0-1 8 0,0-1 1 0,0-2-6 16,0-1-13-16,1-4-3 0,0 0-12 0,0-2 6 0,1-1-5 16,-1-1-8-16,0-1 2 0,0-2-4 0,1-3-14 0,0-2 15 0,-2 0-2 15,2-2-7-15,0 0 12 0,0-2-14 0,1-1 2 0,1-2 4 0,-1-2 4 16,1 1 0-16,1 0 5 0,0-2 1 0,-1-2 0 0,2-1 4 16,1 0-7-16,-1 0-4 0,2-2-1 0,1 0-1 0,-1-1-1 0,3-1 3 15,0 0 1-15,0-2-2 0,0 1 4 0,2-2-1 0,1 0 3 0,0-2-2 16,0 0-7-16,0-1 1 0,2-1-5 0,-1-1-1 0,2 0-4 15,0 1 0-15,2-2 2 0,1 0-5 0,2-2 12 0,2 0-6 0,1-1-4 16,-2 0 5-16,2-1-7 0,1 0 1 0,3 0 4 0,0 1-1 16,2-1 4-16,1 0-2 0,2 0 1 0,0 1 1 0,1-1 4 0,2 1-7 15,1 0-2-15,1 2 6 0,4-1-6 0,-1 0 4 0,2 2-2 16,0-2-3-16,3 1-2 0,1-1-2 0,2 0 7 0,3 1-3 0,0-1 1 16,3 0 2-16,2 2 3 0,6-2 3 0,4 1-8 0,0-1-6 0,-2-1-1 15,0 0-6-15,-1 1 12 0,4-1 10 0,1 1-4 0,1 1 4 0,2-1 0 16,2 0-4-16,1 0 8 0,2 0 1 0,0 1 2 0,2 0 3 15,-1 2 9-15,2-1-5 0,1 2 2 0,-1 0 0 0,2 1-2 0,-1 1 13 16,-1 1 0-16,1 1 2 0,-2 0-7 0,0 0-5 0,0 0-2 0,-3-1-5 16,1 0 2-16,-1 0 9 0,-2 2-3 0,0-1-1 0,-2 2 5 15,-1-1-10-15,-4 0 0 0,-1 1-3 0,-2 0-4 0,-3 0-2 0,0-1 6 16,-2 1-10-16,-3 0-13 0,-1 0 2 0,-4-1-13 0,-4 0 7 16,-3 0 3-16,-4-1-11 0,-3-1-3 0,-1 1-15 0,-6-2-14 0,-1 1-21 15,-3-3-32-15,-4-1-20 0,-4 0-35 0,-3-2-36 0,-4-1-70 0,-3-2-122 16,-4-4-127-16,-2-5-60 0,-4-5-6 0,-4-6 41 0</inkml:trace>
  <inkml:trace contextRef="#ctx0" brushRef="#br0" timeOffset="86538.2">22566 11421 2427 0,'-11'-6'192'0,"2"0"-107"0,-1-2-49 0,6 2-36 15,2 1-24-15,3-1-28 0,2-1-9 0,2-1 5 0,4 0 14 0,2 0 9 16,4 0 21-16,4 0 7 0,3 0 2 0,4 2 8 0,4-1-7 16,6 1 2-16,2 0-5 0,6 1-4 0,6 1 8 0,3-1-7 0,4 2 6 15,2 0 4-15,3 1-5 0,4 1 1 0,3 1-7 0,3 0-2 16,2 0 4-16,3 1 0 0,1-1 6 0,0 0 2 0,2 1 2 0,0 0-9 16,0 0 3-16,3 0 0 0,0 1-1 0,0 0 8 0,2 1-1 0,0 0 6 15,2 0-1-15,1 0 4 0,2 1 10 0,3-1-5 0,2 1 5 16,-1 0-4-16,0 1-7 0,-3-1 13 0,-3-1-5 0,-2 2-5 0,-3 0-3 15,1 1-8-15,0 0 2 0,-2 1 5 0,3 0 2 0,-5 1 1 0,1 0 0 16,-1-1-5-16,-2 1-10 0,0-1 1 0,-1 2 2 0,0 0-2 16,-2 2 7-16,-1 0 9 0,-2 0-9 0,-3 2 9 0,-3 0-4 0,-2 0-14 15,-1 2 4-15,-2-2-4 0,-2 3 6 0,-1-1 2 0,-3 1-2 0,-1-1 7 16,-2 1-3-16,-3 0 1 0,-2 0 0 0,-2-1-5 0,-4 3 5 16,-1 0-4-16,-2 0 6 0,-2 2-4 0,1 1-1 0,-3-2-2 0,0 1-3 15,-5 1 4-15,-1-1 1 0,-3 1-1 0,0 1-2 0,-2 0-2 0,-2 2-3 16,-1 2 0-16,-3 0 4 0,-2 1-9 0,-1-1-5 0,-1 2 11 15,-1 0 5-15,-3 1 4 0,-3 2 6 0,0 1-6 0,-1-2-12 0,-2 4 2 16,0-1-1-16,-1 4-1 0,-1-1 4 0,-2 1-3 0,0 2 6 16,-1 0-2-16,0 3-2 0,0 3 6 0,0 3-6 0,0 1 4 0,0 3 1 15,2 2 0-15,-1 1-3 0,1 4-1 0,0 1 4 0,0 2-3 16,1-1 5-16,1 1-5 0,0-1 3 0,1 0-6 0,1 0 18 0,-1 0 3 16,2-2 0-16,0-2 12 0,0-2-22 0,1-2-4 0,1-2-4 0,0-2-10 15,-2-3-37-15,2 0-68 0,-1-4-109 0,0 1-144 0,-1-1-138 0,-2 0-90 16,-2 2-174-16</inkml:trace>
  <inkml:trace contextRef="#ctx0" brushRef="#br0" timeOffset="94505.32">17953 15374 64 0,'-4'5'39'0,"-1"1"-24"0,0 0-6 16,1 2-6-16,2-2-4 0,0 0-5 0,0 1-4 0,0 1-2 0,1 0-3 16,0 1-12-16,0-1-5 0</inkml:trace>
  <inkml:trace contextRef="#ctx0" brushRef="#br0" timeOffset="94639.32">17960 15446 19 0,'4'-7'26'0,"1"1"3"0,1-3 1 0,0 1 4 16,0 0 6-16,-1 0 5 0,0-1 10 0,0 1 8 0,-1 0 6 0,0-1 3 15,0 2-5-15,0-1-8 0,-1 0-15 0,-2 1-15 0,0-1-16 16,0 1-10-16,0 0-10 0,-1 0-8 0,0 2-12 0,0-2-14 0,-1 2-18 16,1 0-15-16,-1 1-9 0,0 0-5 0,0 0 4 0,1 1 3 15,0 1 15-15,-1 0 15 0</inkml:trace>
  <inkml:trace contextRef="#ctx0" brushRef="#br0" timeOffset="99256.33">17783 15349 19 0,'0'-4'5'0,"0"1"-1"0,1-1-2 0,-1 0 0 15,0 1 2-15,-1 0 2 0,1 0 3 0,-2 0 9 0,0 1 14 0,0-1 14 16,-1 0 18-16,-1 0 11 0,-1 1 9 0,0-1 13 0,0 1 9 15,0 0 10-15,0 0 7 0,-1 1 5 0,1 0 0 0,0-1-4 0,0 1-3 16,0-1-10-16,2 0-7 0,-2 1-3 0,2 0-7 0,-1 0-8 16,2 0-10-16,-1 0-10 0,1 0-7 0,0 1-6 0,0 0-7 0,1 0-10 15,-1 0-7-15,1 1-3 0,-1 1-1 0,0 0-1 0,-1 1-3 0,0 1 0 16,-1 2 3-16,0 1 3 0,-1 3-6 0,-2 0 11 0,2 3-3 16,-3 0-3-16,-1 0 9 0,-1 2-14 0,0 2 1 0,-2 2-3 0,0 4-6 15,-2 3 4-15,-3 1 4 0,1 3-3 0,0-1 4 0,-3 2-4 0,-1 2-1 16,1 3 11-16,-2 2 1 0,0 2 1 0,2 3-2 0,-1 1 6 15,1 1 10-15,1 2-6 0,2 0 10 0,1 1-6 0,-1 2-6 0,2-1 8 16,2 1-15-16,-1 1 4 0,3-3-6 0,1 0-13 0,2 0 12 0,0 0-19 16,2 0 22-16,2-1-4 0,0 0-17 0,2-1 16 0,1 1-21 15,2-2 8-15,0 1-5 0,2 0-10 0,2-1 4 0,2-2 7 0,1-1 2 16,2-2 2-16,3-2-7 0,0-2-1 0,-5-19 8 0,3 5-4 16,2-2-5-16,3 4 5 0,1 0 2 0,6 1 6 0,0 0-6 0,6 2-9 15,1-1 13-15,3-2-6 0,0-1 19 0,1-2 9 0,1-1-18 0,0-1 23 16,0-1-25-16,0-2-2 0,1-1 14 0,-2-1-16 0,1-1 2 15,-3-1 2-15,1-2-13 0,-3-1 7 0,0-1 3 0,-3 0-14 0,0-1 6 16,-3-1-4-16,0 0 15 0,-3-1-6 0,-1 0-11 0,-1-1 2 0,-2-1 4 16,-2-1 6-16,-1 1 1 0,-2 0-21 0,-1 0-9 0,-3-1-9 15,0-1-10-15,-2 1-3 0,-2-1-18 0,-1 0-10 0,-1 0-25 0,-1-1-16 16,-2 0-6-16,0 0-33 0,-2-1-49 0,-1-1-56 0,-1 0-107 16,-1-2-53-16,-1-1-101 0,-3-2-35 0,1-3-19 15</inkml:trace>
  <inkml:trace contextRef="#ctx0" brushRef="#br0" timeOffset="99608.33">17925 17134 1098 0,'-1'-1'452'0,"1"1"-180"0,0-1-19 0,1-1-49 0,0 0-62 0,0 0-54 16,2-2-34-16,3-2-21 0,5-4-13 0,2 1-12 0,0 0 1 15,-1 4 9-15,1-1 1 0,1 0-4 0,-1 1-17 0,3 1-1 0,0 0-4 16,1 0-2-16,-1 1 4 0,2 0-2 0,2 0 1 0,-2 1 0 0,3 0-2 16,-1-1 4-16,-1 2-2 0,2 1-2 0,-1-1 5 0,-1 2-4 15,1-2 7-15,1 2 7 0,-2 2-10 0,-1 1 3 0,1 1 4 0,-2 1 11 16,0 1 20-16,0-1-1 0,1 1 5 0,-2 0 5 0,-8-3 9 0,1 1 18 16,0 1 0-16,0 1 3 0,-2 1-10 0,2 1-20 0,-3 0 3 15,0 3-11-15,-1 1-1 0,-1 0 3 0,-2 1-15 0,-1 0 10 0,-2 1-11 16,-1 0-6-16,-1 1 6 0,-2 0-9 0,-1 0-9 0,-2 2 14 15,-2 0-18-15,-2 0-7 0,-1 1 12 0,-2 1-9 0,0 0 8 0,-2 0 0 16,-1 1-15-16,1-3 11 0,-2 1-19 0,1-1-8 0,0-1 1 0,0 0-37 16,0-2-1-16,0 0-28 0,2-3-44 0,-1 1-24 0,1-1-40 15,1-1-66-15,2-1-99 0,0-2-134 0,1-1-112 0,1 0-126 0</inkml:trace>
  <inkml:trace contextRef="#ctx0" brushRef="#br0" timeOffset="103122.64">18785 16420 1580 0,'-1'0'150'0,"1"1"12"0,-1 0 9 0,1 1-60 0,0-1-36 0,1 1-42 16,0 1-24-16,0 0-2 0,1 0-2 0,1 1 2 0,0 0-2 0,0 1 1 15,0 1 0-15,0 0 0 0,0 2 19 0,1 2 1 0,0 1 10 16,-1 1 7-16,2 2-14 0,1 2 1 0,0 3 0 0,0 1 2 0,1 4 1 16,0 1-1-16,1 3-11 0,1 2 5 0,-1 2-5 0,1 4 7 0,0 1 3 15,-1 1-8-15,0 0 5 0,0-1-6 0,0 1 0 0,0-3 10 16,0 1-9-16,1-1-14 0,-4-19 6 0,1 3-10 0,0 1 9 0,1 2 5 15,1-1-16-15,2 3-5 0,-2-2-13 0,4 2 5 0,0-1-1 16,1-3-11-16,0 0-11 0,0-3-16 0,0-1-22 0,1-3-19 0,-2-1-25 16,0-2-42-16,-2-2-62 0,-1-3-99 0,-2-2-109 0,0-2-68 0,-3-2 21 15,-1-5 45-15</inkml:trace>
  <inkml:trace contextRef="#ctx0" brushRef="#br0" timeOffset="103589.63">18872 16201 1764 0,'-8'-3'533'0,"-1"0"-380"0,-3-2 33 0,3 0-8 0,0-1-55 15,2 1-31-15,2-1-44 0,0 1-13 0,0 0-12 0,2 1-13 16,0 1 4-16,1 1-9 0,0 1-6 0,0 0-12 0,1 1-6 0,0 0 0 16,1 0 5-16,1 0-2 0,0 0-1 0,1 0 3 0,2 0-1 0,1 1 8 15,3-1-9-15,0 0 1 0,4 0 6 0,3 1 6 0,1-1 1 16,1 1-1-16,3-1-13 0,2 1 6 0,0 0 7 0,1 0 3 0,1 1 0 15,-1 0 0-15,2 1 1 0,0 1-7 0,1 1 6 0,0 1-4 16,-3 1 6-16,0 1 5 0,-3-1-9 0,-2 2 7 0,0-1-3 0,-4 2-7 16,-1 0 3-16,-2 1-13 0,-2 0 3 0,-2 0 7 0,-3 0-14 0,-3 2-9 15,-2 2-12-15,-3 1-23 0,-2-1-6 0,-2 2-16 0,-4-1-9 16,0 1 10-16,-3-2-3 0,-2 1 2 0,-2 0-17 0,1-1-10 0,-2-2 17 16,-1 0 2-16,-1-1 15 0,0 0 12 0,2-1 0 0,0-2 15 0,1 0 20 15,2-1 22-15,2-1 18 0,0-1 11 0,1-1 15 0,1-1 17 16,2-1 24-16,1-1 29 0,3-1 13 0,1 0 5 0,3-2-6 0,0 0-5 15,2-1 1-15,-1-1-5 0,1 1-5 0,2-1-10 0,-1 1-17 16,2 0-13-16,0 0-19 0,1 0-8 0,1 0-7 0,2-1-10 0,0 0 1 16,2 1 8-16,0 0-4 0,2 1-7 0,1 1-8 0,1 0-9 0,0 1 5 15,0 2 1-15,2 0 4 0,1 2-8 0,0 0 3 0,1 1 6 16,0 2-6-16,1 1 2 0,0 1-11 0,-1 2 6 0,0 1 3 0,0 0 2 16,-1 1-3-16,-1-2-11 0,1 2 10 0,-1 1-10 0,-1 0 11 0,0-1 3 15,0 2-7-15,-1-1 3 0,0 1-11 0,0-2 1 0,-1 1 1 16,-3 0 5-16,2-2 4 0,-2 0-13 0,0 0-1 0,-1-2 8 0,0 1-11 15,-1-2 3-15,-1 0-13 0,-1-2-13 0,0-1 0 0,-1 0-28 16,-1-1-20-16,0-1-21 0,-2-1-31 0,1-1-32 0,-1-2-44 0,0-1-66 16,0-2-68-16,0-1-61 0,1-2-13 0,0-3 44 0,0-3 13 0</inkml:trace>
  <inkml:trace contextRef="#ctx0" brushRef="#br0" timeOffset="104006.64">19531 16768 1534 0,'0'6'592'0,"2"0"-409"0,2 1 30 16,0-2-21-16,1-1-52 0,1-1-56 0,2 1-43 0,1-1-19 0,1-1-1 15,0 0-2-15,0 0-9 0,-1-1-1 0,1 1-6 0,1-2 1 16,-1 1-1-16,0-1 6 0,0-2-9 0,-1 1-5 0,-1-1 10 0,0-1-12 16,2-1 0-16,-1-1-2 0,0 0-13 0,1-2 10 0,-1-2 7 0,1-1-2 15,-1 0 0-15,-1-2 4 0,0 0-6 0,0 0 12 0,-1-1 3 16,-2 1-6-16,-1-1 13 0,-2 0 1 0,0 2 14 0,0-1 4 0,-2 2-2 15,-1 0 7-15,-1 0-13 0,-1-1 6 0,-1 0-3 0,-2 2-6 0,0 0-1 16,-2 2-15-16,0 0-6 0,-1-1-1 0,-1 2-4 0,0 0-1 16,0 2-5-16,0 1-4 0,-1 1-4 0,0 1-1 0,1 1-9 0,1 1 7 15,1 3-5-15,-2-1 11 0,1 2-9 0,0 1-12 0,0 1 14 16,0 2-2-16,1 1 19 0,2 2 11 0,-1-1-1 0,0 2 9 0,0 0-2 16,1-1 4-16,1 1 10 0,2 1 0 0,0 1 4 0,2-1-7 0,0 0 2 15,2 0 7-15,2 0-2 0,1 1 0 0,1-2-3 0,3 2-4 16,1-1 3-16,1 0-1 0,1-2-10 0,3 1-2 0,1-1-1 0,2-1-2 15,0 0 3-15,2 0-15 0,3-2 0 0,-1 1 4 0,0 2-12 0,1-2 6 16,-2 1-6-16,2 0-1 0,-1-2 6 0,-1 1-6 0,0-2 8 16,0 0-15-16,-3-2-1 0,0 0-8 0,-1-2-20 0,-1 0 8 0,-2-2-4 15,0-1-9-15,-2-1-1 0,0-1-26 0,-3-1-4 0,0-1-14 16,-2 0-31-16,-2-1-27 0,0 0-48 0,-2-1-55 0,-1-2-74 0,-2-1-49 16,0-1-7-16,-1-2 25 0,-2 0 6 0</inkml:trace>
  <inkml:trace contextRef="#ctx0" brushRef="#br0" timeOffset="104356.64">19938 16748 1512 0,'-2'8'226'0,"-1"-1"19"0,1 4-17 0,0-1-58 16,2-2-52-16,1 0-48 0,1 1-30 0,2 0-8 0,0 0 0 0,1 2-6 15,2 0 4-15,-1 0-4 0,2 1-5 0,1-1 9 0,1 0-5 16,1-1 3-16,1 0 6 0,1-2-7 0,0-1 5 0,2-1-7 0,1-2 8 15,1-1 10-15,0-2-9 0,1 1 1 0,1-1-17 0,0 0-6 16,-2 0 11-16,2 0 3 0,-1 0 10 0,-1-1-2 0,1-2 11 0,-1 1-8 16,-1-2 5-16,0 1-11 0,-2-1-5 0,1-2 2 0,0-1-12 0,0 1 3 15,-1-2-5-15,0 0 9 0,-2 0-12 0,-1-2-4 0,0-1-7 16,0 1-13-16,-1-2 17 0,0-1-6 0,-2-1 0 0,-1-1-3 0,-2 2-5 16,-1-2-3-16,-2-1-1 0,-2 0 3 0,-1 1-2 0,-1-1-4 0,-3 2-3 15,-1 0-6-15,-2 0-3 0,-3 3 20 0,0-2-4 0,-1 2-9 16,-2 1 4-16,0 0-11 0,-5 3 4 0,-1 0 2 0,-1 3-5 0,0 1-6 15,-1 0 0-15,1 2-2 0,-2-1 6 0,0 1-8 0,1 2 7 0,-1 1-10 16,2 0-17-16,0 1 6 0,2 1-18 0,2 1-13 0,1 0-10 16,2 1-37-16,1 0-39 0,2 0-47 0,3 2-57 0,0-1-56 0,2 1-29 15,2 0-14-15,2 2 20 0,2 0-26 0</inkml:trace>
  <inkml:trace contextRef="#ctx0" brushRef="#br0" timeOffset="104593.64">20438 16685 1430 0,'0'9'465'0,"1"0"-253"16,2 4 23-16,-1-1-49 0,2 0-45 0,1 1-49 0,1 0-49 16,-2 1-18-16,2 2-8 0,1-1-6 0,0-1 1 0,0 3-10 0,1-1 5 15,1 0-6-15,-1-2-4 0,-1-1 13 0,2 0-22 0,-1-2 7 0,1 0-10 16,1-2-18-16,-1-1 5 0,1 2-30 0,-2-2-15 0,2-1-9 15,-1 0-27-15,0-3 2 0,0 0-8 0,-1-1-27 0,0-2-22 0,-2 1-32 16,1-3-40-16,0 1-17 0,0-1 0 0,-1 0 7 0,1-2 22 16,0 0 20-16,2-3-12 0</inkml:trace>
  <inkml:trace contextRef="#ctx0" brushRef="#br0" timeOffset="104874.64">20903 16837 1138 0,'2'4'242'0,"0"1"-15"15,1 2-20-15,1-2-20 0,0 0-40 0,0 0-45 0,1-1-39 0,1 1-22 16,0 0-12-16,1-2-17 0,-1 2 0 0,1-1 1 16,1 0-12-16,0 1-2 0,0-1-10 0,0 0 2 0,0-1 4 0,1 1-4 0,-2-1-3 15,2-1-1-15,0 0-6 0,-1-1 4 0,1-1 1 0,-1 0-4 0,-1 0 11 16,0-1-1-16,1 0 1 0,-2 0 4 0,1-1 3 0,-1 0 7 16,1-1 7-16,0-1 2 0,-1-1 7 0,1-1 2 0,-2-1-3 0,0-1-1 15,0 1-4-15,-1-3 0 0,1 0-2 0,-2 0 4 0,-1-1-4 0,0 0-4 16,-1 1 3-16,-1-2-3 0,0 0-8 0,-2-1-1 0,-2 1 0 15,0 3-4-15,-3-1 2 0,0 2-3 0,-1 0-3 0,-1 1-7 0,-1 0-6 16,-1 1 5-16,-1 1-1 0,-1 0-1 0,1 1 3 0,-2 1-15 16,-1 0 5-16,-2 1-6 0,1 0-8 0,-3 0-8 0,-1 1-23 0,1 0-15 15,-1 1-19-15,-2 1-25 0,2 1-23 0,-3 0-27 0,0 1-22 0,2 0-11 16,-1 2-10-16,2 1 9 0,3 2 8 0,2-1 14 0,2 1 22 16,3-1 15-16</inkml:trace>
  <inkml:trace contextRef="#ctx0" brushRef="#br0" timeOffset="105155.64">20945 15971 2560 0,'-5'8'131'0,"0"1"17"0,-1 3-13 0,2 1-49 15,1-1-29-15,1 0-24 0,0 3-22 0,1 1-6 0,1 4-5 0,-1 3-9 16,2 3 8-16,-1 3-1 0,1 3-12 0,0 0 9 0,1 5-6 0,0 1 1 16,1 2-6-16,1 2-15 0,1 1 19 0,1 2-18 0,1 1 5 15,1 1 11-15,2-2-34 0,2-1 13 0,0-1-12 0,2 2-16 0,-1-3-10 16,1-2-9-16,0-1-15 0,0-6-9 0,1-1-11 0,0-4-15 16,1 0-9-16,0-1-10 0,-1-2-14 0,0-2-26 0,-7-14-27 0,1 3-34 15,-1-2-22-15,2 2 3 0,-1-1 25 0,2 0-11 0</inkml:trace>
  <inkml:trace contextRef="#ctx0" brushRef="#br0" timeOffset="105588.64">21206 16522 2557 0,'1'9'123'0,"0"2"-32"0,0 4 12 0,2 0-35 0,2-1-29 16,2 2-22-16,1 2-21 0,1-1-8 0,2 3-15 0,-1 1 2 0,2 1-7 16,1 1-17-16,-1 0-17 0,0-1-34 0,-2-1-31 0,0-2-21 15,0-4-29-15,2-1-6 0,0-2 4 0,0-2 20 0,1-3 31 0,0-2 31 16,1-3 38-16,0-1 43 0,-2-1 41 0,1-2 37 0,-1-1 26 0,-1-2 12 16,0-2 4-16,-3-2-9 0,1 0-8 0,-1-2-4 0,-1 0-16 15,1-2-3-15,-2-2-4 0,0-1-17 0,0 2 4 0,-2-1-16 0,0 1-15 16,-1 2-11-16,0 1-13 0,-1 2 5 0,1 0-14 0,-1 1-17 15,1 3-21-15,0 0-20 0,-1 3-11 0,1 1-8 0,0 2-16 0,-1 1-1 16,1 3 17-16,1 2 23 0,1 1 25 0,1 2 13 0,1 1-1 0,1 4-2 16,0 2 5-16,2 1 9 0,1 3 6 0,-1 0 8 0,2 0 9 15,-2 1 5-15,1 1 11 0,0-1 5 0,0 2-6 0,0 2 17 0,-2 0 23 16,0 2 31-16,-1 0 39 0,1-1 16 0,-5-13 11 0,0 2 6 16,0 1-1-16,-1 4 4 0,0-1-29 0,-2 5-13 0,-1-1-14 0,-1 2-26 15,-2 0-1-15,-2 0-20 0,-2-1-20 0,-1-2 1 0,-3 0-24 0,0-2-7 16,-4-3-9-16,0-1-21 0,-2-1 3 0,0-3-15 0,-2-3-6 15,0-2 0-15,1-2-3 0,0-4-6 0,0-2-4 0,1-2-4 0,1-4-11 16,0-2-25-16,1-3-50 0,1-2-85 0,0-2-157 0,1-2-137 0,0-1-41 16,0-2 93-16</inkml:trace>
  <inkml:trace contextRef="#ctx0" brushRef="#br0" timeOffset="106272.64">19236 17814 972 0,'-1'1'203'0,"1"0"14"0,-1-1 19 0,0 1-14 16,-1 0-51-16,1 0-72 0,0 0-30 0,0 0-15 0,-1 1-15 0,1-1 3 15,0 1-15-15,0-1-10 0,-1 1 5 0,1 1-12 0,0-1 0 16,0 1 6-16,1 0-9 0,0 1 10 0,0 0-6 0,0 0 3 0,0 1 0 16,1-1 0-16,0 2 3 0,-1 1-6 0,1 0 7 0,0 1-6 0,1 1 0 15,-1 0-6-15,1 1-6 0,0-1 11 0,0 4-3 0,1 0-2 16,0 1 6-16,0 1-4 0,0 0 0 0,2 4-7 0,1 1-1 0,0 0 2 15,1 3 30-15,1 1 10 0,1 1-19 0,1 2-3 0,0 0-35 0,1 3-6 16,1-1 9-16,0 1-11 0,1 0 11 0,0 0-11 0,0-1-4 16,2 0-13-16,-1-2-8 0,0 0-2 0,-1-1-19 0,1-2-12 0,-1-1-34 15,0-3-25-15,-2-1-26 0,1-2-59 0,-1-2-46 0,-1-4-57 0,0 0-16 16,-2-2 39-16,-1-3 63 0,-1-3 53 0</inkml:trace>
  <inkml:trace contextRef="#ctx0" brushRef="#br0" timeOffset="107694.64">19394 18424 1269 0,'0'4'661'0,"-1"-2"-411"0,0 1 10 0,0 1-36 0,1 0-37 0,-1 1-73 15,0 0-47-15,0 0-18 0,0 1-23 0,1 0 9 0,-1-2-25 0,0 3 1 16,1 0-4-16,-1 0-6 0,0 0-1 0,0-1-21 0,0 0 0 16,0-1-12-16,0 1-14 0,-1 0 3 0,0-2-9 0,0 1 5 0,-1 0 8 15,0 1-3-15,-1 0 13 0,0 0 20 0,-1 1-1 0,-1 0 4 0,1 0 7 16,-1 1 0-16,-1-2 5 0,1 1 8 0,0 1-1 0,0-1 3 15,0-1 16-15,1 1 8 0,0-1-4 0,1 0 2 0,0 0 7 0,1-2-6 16,1 0 70-16,0 0-6 0,2-1-27 0,1-1 11 0,1 0-101 16,2-1 8-16,1-1 5 0,2-2-4 0,1 0 34 0,2-1-34 0,2-2 4 15,1-1-68-15,2-1-23 0,0-2 26 0,2-1-5 0,2-2 65 0,-1-2 21 16,3 1-2-16,0-2-8 0,-1-3 20 0,2 0-22 0,-1 0 17 16,0-3-3-16,0-2 2 0,0 1 19 0,-1-2-73 0,0 0 19 0,-1-1-11 15,-2-2-6-15,0 1 50 0,-1-1 5 0,-1 0-23 0,-2 0 9 0,0-1 6 16,-2 0-5-16,-1 1 3 0,-2-2-6 0,-2 1-12 0,-2 1 5 15,-2 0 6-15,-2 2 3 0,-3-1 7 0,-2 2-12 0,-2 0 7 0,-2 0-7 16,-2 3 14-16,-17-21 10 0,-4 6-10 0,-3 6-1 0,-3 3-33 16,0 4 4-16,0 6-1 0,0 2-6 0,2 4 5 0,-1 2-7 0,0 2 7 15,0 2 2-15,-2 2 4 0,0 2-3 0,1 3-4 0,-1 1 1 0,1 3 14 16,1 3-5-16,19-4 6 0,-1 2-6 0,0 1-31 0,0 2 3 0,-1 0-8 16,0 3 23-16,3 1-10 0,-2 2-11 0,1 1 9 0,1 2-9 15,3 2 13-15,-1 2 28 0,2 0-26 0,1 3-2 0,3-2 5 0,2 3-29 16,2 0-1-16,2 0-10 0,4-2-15 0,4 1-5 0,1-2-4 15,5-1-21-15,3-2-23 0,3-1-32 0,2-4-8 0,4 0-42 0,3-3-27 16,2-2-13-16,3-2 28 0,1-3 52 0,2 0 58 0,1-3 55 0,1-1 25 16,1-2 29-16,-1-2 21 0,2-1 14 0,-3-1 35 0,1 0 36 15,-2-1 45-15,-2-1 39 0,1 0 4 0,-4-1 7 0,0 1-28 0,-3 0-22 16,0 0-13-16,-1-1-31 0,-3 2-7 0,-1 0-23 0,0 2 10 16,-3-1-4-16,0 2-5 0,-1 0 3 0,-1 1-36 0,-1 1 1 0,0 2-11 15,0 0 2-15,-2 1-2 0,-1 1-10 0,1-1 0 0,-1 3-5 0,-1 1-9 16,1 0 14-16,-2 0 19 0,0 1-1 0,2 1-10 0,-1 0-25 15,0-2-4-15,-1 2-6 0,1 1 8 0,1-1 18 0,0-1-26 0,0 1 29 16,1 0-16-16,-1-3-13 0,1 2 31 0,0-2-19 0,0 0 41 0,-1-1-24 16,1-1 30-16,-1-1 20 0,0-2-19 0,0 1 34 0,-1-2-53 15,0-1-5-15,0-2 14 0,-1-1-7 0,-1 0-44 0,1-3-2 0,-2 0-11 16,-1-1-12-16,0-1 38 0,-1-1-15 0,-2-3 8 0,0 0-14 16,-1-1 3-16,-1-1-4 0,-1-1 5 0,-2-1 1 0,-1 0-16 0,-1-1-18 15,-2 0-10-15,-1 0 29 0,-1 1-27 0,-2 0 4 0,0-1-15 0,-3 1-38 16,0 2 39-16,-2 1-10 0,0 1 10 0,-2 1 14 0,-1 3 2 15,0 0 23-15,1 3-6 0,-1 1-2 0,-1 2 7 0,1 2-8 0,2 1 7 16,-1 1-2-16,1 2-2 0,0 1 4 0,3 2-15 0,0 0-11 0,2 0 1 16,1 2-4-16,1 0 16 0,2 1 10 0,2 0-3 0,1 1 12 15,2-1 6-15,2-1 6 0,1 2 13 0,1-2 3 0,2 1-10 0,1 0 3 16,1 0 1-16,2 0-2 0,0-1 12 0,2 0 7 0,0 1-5 0,1 0-1 16,2 0 13-16,0 0-3 0,1 1 9 0,0-3-12 0,1 2 12 15,1 1 22-15,-1-1-2 0,1 1 17 0,1 0-21 0,0 0-30 0,-1-1-2 16,2 1-12-16,0 0-12 0,-1-1-2 0,1 0-5 0,1-1-11 0,-1 0-16 15,1-3-21-15,0 1-20 0,0 0-39 0,0-2-38 0,0-1-56 16,0-2-78-16,-2-1-11 0,0-3 11 0,0-2 40 0,-1-1 46 0</inkml:trace>
  <inkml:trace contextRef="#ctx0" brushRef="#br0" timeOffset="108256.64">20471 17515 1384 0,'-1'6'863'0,"0"-2"-655"0,-1 2 28 0,0 2-24 0,-1 2-47 0,1 2-37 15,1 0-55-15,-1 3-25 0,1 1-15 0,1 2-22 0,1 3 0 16,0 2 14-16,1 1 1 0,-2-11-4 0,1 2-2 0,1 2-28 0,0 2-6 16,0 1-5-16,1 3-1 0,0 1 0 0,0 3-5 0,1-1 5 0,0 3-34 15,0 0-5-15,1 3 1 0,1-2-21 16,0 4 24-16,1-2-26 0,1 3-23 0,-1-3-31 0,2 1-44 0,0-4-13 0,0-1-5 0,1-2 10 16,-1-1 6-16,0-3 5 0,1-2 11 0,-1-2 16 0,0-2 4 15,0-3 12-15,-2-2 10 0,0-2 4 0,-2-2 11 0,-1-2 12 0,-1-2 20 16,-2-3 23-16,0-1 23 0,-2-2 13 0,-1-2 3 0,0-1 1 0,-2-2 4 15,-1-1-3-15,-2-1 8 0,0 0-6 0,-2-2 0 0,0 0 11 16,-1-1 1-16,0 0 12 0,-2 1 9 0,1-2 8 0,-2 1 16 0,1 0 16 16,0 1 13-16,2 1 18 0,-2-1 4 0,1 2 9 0,0 0 0 15,1 1 1-15,2 0 2 0,0 1-4 0,1-1-1 0,1 0-13 0,1 1-8 16,2-1-13-16,1 1 7 0,2 0-1 0,1 1-4 0,1-1-2 0,2 0-18 16,1 0-5-16,1 0-4 0,1-1-4 0,1 1 2 0,1 0-11 15,2 2-6-15,0-1-3 0,2 1-2 0,1 1-1 0,-1 0-5 0,2 2-7 16,2 0 5-16,-1 2 12 0,0 1 2 0,2 1 3 0,0 1-1 15,-1 1-14-15,1 2-8 0,1 2 3 0,-1 0-4 0,1 2 1 0,0-2 5 16,0 3-12-16,-2 0 2 0,2 0-5 0,-1 1 4 0,-1-2 1 0,1-1-4 16,-1 0 8-16,1 0-5 0,-2-2-8 0,0 0 9 0,0-1-5 0,-1-2-4 15,0-1 16-15,0-2-4 0,-2-1 14 0,1-2 5 0,-3 0-12 16,1-2 10-16,0-1-14 0,-2-1 3 0,0 0 17 0,-2 0-17 0,-2-2 4 16,0-1-9-16,-1-1-8 0,-2 0 7 0,-1-1 1 0,-2 1 0 15,-2-2-11-15,-1 1-10 0,-2 0-13 0,-1-1-3 0,-2 2 2 0,-1-1 7 16,-3 1-1-16,-1 0-19 0,-1 2 8 0,-1 1-10 0,-2 1-9 0,-1 3 23 15,0 0-14-15,1 2 3 0,-1 2 10 0,0 1-4 0,2 2 23 16,0 2 7-16,1 0 20 0,1 3 12 0,3 1 6 0,1 2 25 0,2 3 15 16,2 0 11-16,2 0 14 0,3 3-8 0,3 0 7 0,3 0-2 15,2 1-13-15,3 0-2 0,3-1-11 0,3-2 1 0,2 3-29 0,3-2-19 16,3-2-23-16,3-2-57 0,1-1-13 0,4-2-55 0,1-3-49 0,4-2-59 16,0-3-152-16,2-4-262 0,3-3-53 0,0-4 96 0</inkml:trace>
  <inkml:trace contextRef="#ctx0" brushRef="#br0" timeOffset="135241.54">23866 12439 951 0,'-5'-3'162'0,"2"1"-5"0,-1 0-14 0,3 2-23 0,1 1-32 16,0-1-24-16,0 1-13 0,1 0-2 0,0 1 6 0,0 1 4 16,1 0 4-16,0 2 3 0,0 0 2 0,0 1-5 0,1 1 8 0,-1 1-6 15,1 0-3-15,-1 1 4 0,1 1-4 0,1 2-6 0,1 2 7 0,0 2-10 16,1 0-3-16,1 4-4 0,0 1-8 0,1 0-10 0,-1 4 14 16,1 1 3-16,-1 3-3 0,0 2 10 0,0 3-22 0,1-1-2 0,-2 3 0 15,0 0-7-15,0 2 1 0,-2 0-1 0,0-1-3 0,-1 1 1 16,0-2-1-16,-1-1-4 0,-1-2-1 0,0 0 3 0,1-1-2 0,0-3-2 15,1-1-17-15,0-2 17 0,0-3-3 0,0-2-1 0,1-1 11 0,-1-3-17 16,1-1-7-16,0-1 1 0,0-2-7 0,0-3 1 0,-1-1-3 0,0-1 2 16,0-2-12-16,-2-2-14 0,1-1-16 0,-2-2-18 0,0-1-21 15,-1-2-41-15,-1-1-59 0,-1-1-56 0,0-3-89 0,-2-1-50 0,0-2 5 16,0 1 20-16,-2-3 30 0,1-2 37 0,0-2 2 0</inkml:trace>
  <inkml:trace contextRef="#ctx0" brushRef="#br0" timeOffset="135447.54">23904 12632 1152 0,'-3'-5'341'0,"1"0"-328"0,0-1-26 0,2 2-37 0,2 1-38 15,1 0-40-15,-1-1-57 0,1 1-41 0,1-1-17 0,-1 1 18 0,1 0-32 16</inkml:trace>
  <inkml:trace contextRef="#ctx0" brushRef="#br0" timeOffset="135792.54">24004 12440 2522 0,'-4'-1'114'0,"2"1"-59"0,1 1-24 0,3 1-21 15,3 0-7-15,1 1-3 0,2 0-5 0,1 1 7 0,0 0 3 16,1 1 5-16,-1 0 4 0,0 1-5 0,2 0-1 0,-1 0-2 0,1 1 1 15,0 1-4-15,1 2-1 0,-1-1 1 0,1 0-3 0,1 1 4 0,-1-1-3 16,0 1 4-16,-1 2 2 0,0 0 4 0,1-1 4 0,0 1-1 0,0-3 4 16,-1 2-9-16,0-2-9 0,-2 0 3 0,1 0-6 0,-1 0 24 15,0-1 5-15,0 1-3 0,0 1 3 0,-1-1-19 0,-1-1 0 0,0 0-6 16,0 0 1-16,-1-1-4 0,-1 0 2 0,1 0 0 0,-2-1 2 16,1 0-4-16,-1 0 4 0,2-2 0 0,-1 0-9 0,0-1 2 0,0 0-7 15,-1-1-9-15,1-1-12 0,-1 0-31 0,-1-2-34 0,-1 0-52 0,-1-1-66 16,0-2-77-16,0 0-79 0,-2-2-45 0,-2-2-1 0,-1-1 48 15,0-2-46-15</inkml:trace>
  <inkml:trace contextRef="#ctx0" brushRef="#br0" timeOffset="136042.04">24510 12421 846 0,'2'-4'285'0,"0"0"-112"0,2-1-15 0,0 1-41 15,1 0-23-15,0 1-15 0,-1-1-19 0,2 1-8 0,-1 2 1 0,1 0-4 16,0 1 2-16,0 0-5 0,-1 1-7 0,0 0-11 0,0 1-3 15,-1 1 0-15,-1 1 0 0,0-1 4 0,-1 2 2 0,-1 0-4 0,0 1 2 16,-2 1-5-16,0 1-8 0,-2 1 0 0,0 0-9 0,-1 3-4 0,-1 0 5 16,0 0-8-16,-2 3 0 0,-1 0-6 0,0 0-6 0,-1 0 4 15,-2 2-1-15,-1 0 1 0,0 0 5 0,-1-1-12 0,1-1 5 0,0 0 4 16,0 0 13-16,1-2 14 0,0 2-4 0,1-2 0 0,2 0-20 0,0-2-5 16,1 0-6-16,2-1-11 0,1-1-13 0,0 0-18 0,1-2-26 15,1 1-29-15,0-2-44 0,1-1-74 0,0-1-60 0,0-2-26 0,0 0 7 16,1-1 41-16,1-1 49 0,0 0 4 0</inkml:trace>
  <inkml:trace contextRef="#ctx0" brushRef="#br0" timeOffset="136248.04">24574 12372 764 0,'0'1'407'0,"-1"1"-210"15,1 1-23-15,1 0-67 0,1 2-17 0,0 1-9 0,0 2-12 0,1 2-3 16,1 1 4-16,0 0-5 0,0 3 6 0,1 0-7 0,0 3-10 15,0-1-8-15,2 3-14 0,-1 2-6 0,0-1-9 0,1 2-11 0,-1 1 1 16,0-1-13-16,1 1-1 0,-1 1 17 0,1-1-7 0,1 4 10 0,2-1-4 16,1 1-20-16,0-2 0 0,0 0-9 0,-1-2-12 0,-1-3-10 15,1 0-18-15,1-1-10 0,0-1-14 0,0 1-21 0,-2-1-33 0,0-1-38 16,-1-3-54-16,0-1-49 0,-1-2-5 0,0 0 17 0,0-1 34 0,1-3 38 16,-1 1 5-16</inkml:trace>
  <inkml:trace contextRef="#ctx0" brushRef="#br0" timeOffset="136581.04">24999 12729 984 0,'0'0'406'0,"0"2"-207"0,1 0-40 0,1 2-63 16,1 1-18-16,0 0-10 0,2 3-6 0,1 1-11 0,0 1-8 0,1 2-11 16,0 0-5-16,3 1-5 0,0 0-9 0,1 0-1 0,0 1-8 15,1-1-2-15,0 1 2 0,2 0-1 0,-1-1 3 0,1-4 5 0,-1 2-2 16,2-1 4-16,1-2 7 0,1 1-1 0,-1-3 1 0,2-1 9 15,-1-1 3-15,1-3 2 0,-3-1 11 0,0-1-7 0,0-2 3 0,-1-1-4 16,-1 0-7-16,-1-3 4 0,0 1-5 0,-1-2-3 0,-1 0-3 0,-3-1-1 16,0 1-11-16,-1-2 9 0,0 1-10 0,-2-2-3 0,-2 0 3 15,-2 0 0-15,-3 1 0 0,0-1-4 0,-2 1-6 0,-2-2-5 0,0-1-1 16,-1 2 1-16,-3-2-4 0,-1 1 4 0,-2 0 5 0,0 2 0 0,0 0-1 16,-1 1-3-16,1 1-4 0,-1 0-3 0,1 3-3 0,-4 0 3 15,1 2-4-15,0 1-3 0,2 2-7 0,-2 2-4 0,1 2 0 0,1 1-2 16,0 2-4-16,0 0-8 0,1 1-18 0,2 0-18 0,0 2-31 15,1 0-41-15,1 2-54 0,1 0-84 0,1 0-72 0,1-1-25 0,1 1 15 16,3-1 57-16,0 0 87 0</inkml:trace>
  <inkml:trace contextRef="#ctx0" brushRef="#br0" timeOffset="136908.04">25483 12833 2276 0,'1'-1'120'0,"2"1"-49"0,1-1-47 16,4 1-10-16,1 1 3 0,1 1 3 0,-1 0-7 0,3 2 1 0,-2 1-1 16,1 1 0-16,0 0 1 0,1 1-1 0,-2 1-7 0,1 1-4 15,-1-1 4-15,0 2-4 0,-1-1 8 0,1 0-2 0,-2 0 0 0,2 0 3 16,0 1 0-16,0 0 1 0,-1-1-1 0,2 0-3 0,-1-3 5 0,0 0 4 16,0 0 1-16,0-3-2 0,-1 1 4 0,0-3 3 0,-1 0 2 15,1 0 7-15,-1-1 0 0,0-1 2 0,0 0 0 0,0-2 0 0,-2 0-7 16,1-2-4-16,-1 0-2 0,-1-1-6 0,0-1-4 0,-1-2 8 15,0-1-10-15,-2 0 3 0,0 1 0 0,-1-1-8 0,-1 0 3 0,-1-1-5 16,-2 0 3-16,-1-1-3 0,-2 0-2 0,-2 0-4 0,0 1-3 0,-3 0 5 16,-2-1 1-16,-1 2 4 0,-1 0-3 0,1 1-3 0,-2 1-3 15,-1 1 1-15,1 1-4 0,-2 2-5 0,-1 1 6 0,0 2-12 0,2 1 6 16,-1 2-1-16,-1 1-6 0,3 2-3 0,-1 0-9 0,3 2-15 0,0 0-22 16,3 0-30-16,1 0-40 0,0-1-51 0,3 0-62 0,1 0-73 15,1-2-60-15,2 0-20 0,1-1 14 0,1-1 48 0,1 0 29 0</inkml:trace>
  <inkml:trace contextRef="#ctx0" brushRef="#br0" timeOffset="137091.04">25786 12436 1501 0,'-1'-7'738'0,"2"-1"-539"0,-1-3-36 0,2 1-65 0,1 1-14 16,0 1-13-16,0 1-12 0,0 2-10 0,0 1-3 0,-1 2-5 15,0 1-3-15,1 2-10 0,0 2-3 0,0 1-8 0,0 2-3 0,0 2-1 16,1 3-10-16,-2 2 3 0,1 2-1 0,-1 3-9 0,1 3 8 0,-1 2-8 15,0 5-5-15,0 1 6 0,0 0-4 0,-1 1-19 0,0-1 6 16,0 2-20-16,0-3-36 0,0 2-16 0,1-3-64 0,0 1-62 0,0-2-65 16,1-1-108-16,1 0-127 0,1-3-25 0,0 2-35 0</inkml:trace>
  <inkml:trace contextRef="#ctx0" brushRef="#br0" timeOffset="137463.04">25866 12948 1566 0,'2'-1'254'0,"1"1"-73"0,2-1-77 0,2 2-25 16,-1 0-19-16,5 1-12 0,0 1-12 0,2 1 2 0,0-1-4 0,-1-1-2 16,2 0-1-16,0 0-8 0,1-1-3 0,1 0-7 0,-1-1-1 0,2-1-7 15,1-1 3-15,-2-1-5 0,2-1 8 0,-2-2-3 0,0 0 0 16,-2-1 5-16,1-1-8 0,0 0 3 0,-1-1 4 0,-2 0-2 0,2-1 3 16,0 0-4-16,-1-1-2 0,-2 1 2 0,-1-1 6 0,-1 2 3 15,-1-1-2-15,0 1 2 0,-2 1 2 0,0-1 1 0,-1 0 2 0,-1 2-5 16,0-1-3-16,-1 1 0 0,0 0 3 0,-1 2-4 0,-1 1 9 0,-1 0-1 15,1 2 2-15,-1 1 5 0,-1 0 0 0,1 2 3 0,-1 0-4 16,0 1-4-16,-1 0-3 0,-1 1-3 0,0-1-3 0,-1 2-4 0,0 0-2 16,-1 1-8-16,1 1 3 0,0 1-1 0,-1 0-6 0,1 1 5 0,0 0-1 15,1 1-1-15,0-1 0 0,1 0 0 0,2 1-8 0,0-1 1 16,1 2 1-16,2 0-4 0,1 1-2 0,1 0-6 0,3 0-1 0,0 0-2 16,2 0 4-16,3 2-2 0,-1 0-2 0,3 0 3 0,0-1-5 15,2-2-2-15,-1 0-4 0,3 1-11 0,1-2-10 0,-1 1 0 0,1-2 1 16,-1-1 10-16,-2 0 0 0,2 0-12 0,-1-3-11 0,0 0-17 15,-1-1-21-15,0-3-11 0,0 0-8 0,-2-3 4 0,1 0-1 0,-2-2-20 16,0-1-18-16,0-2-22 0,-1-2-6 0,0 0 11 0,0-2 7 0,-1-2 5 16,-1-1 3-16,0-1 1 0,0-1 5 0,-1-1 5 0,0-1 4 0</inkml:trace>
  <inkml:trace contextRef="#ctx0" brushRef="#br0" timeOffset="137675.04">26637 12183 2511 0,'-3'-1'245'16,"1"1"-145"-16,0 1-31 0,3 2-30 0,0 1-5 0,2 2-7 15,0 2-4-15,0 2-10 0,2 3 0 0,0 1 2 0,1 3 1 0,1 2-6 16,0 3-6-16,-1 3-6 0,1 2 4 0,0 3-6 0,1 1-1 0,-1 0-4 16,-1 2-1-16,-1-1-7 0,-1 3-6 0,1 1-4 0,-1 0-33 0,0 2-3 15,0 0-34-15,0 0-51 0,1 0-42 0,-1-2-89 0,-1 0-82 16,1-1-90-16,0 0-26 0,-2 1 52 0,2 1 7 0</inkml:trace>
  <inkml:trace contextRef="#ctx0" brushRef="#br0" timeOffset="137993.04">24790 13858 2799 0,'-4'3'100'16,"0"1"-30"-16,1 2-45 0,2 1-18 0,3-1 0 0,1 1-3 0,1 0-6 16,1 2-3-16,1 2-6 0,1 0 15 0,-1 2 4 0,1 0 8 0,0 2-1 15,0 1-13-15,0 0-14 0,0 0 2 0,-2 2 1 0,1 0-1 16,0 2 5-16,0 0-6 0,0 1-1 0,-1 1 1 0,1 0-5 0,0 2 6 15,-1-1-5-15,1 0 1 0,-1 0 6 0,0-3-2 0,0-1 2 0,1-1-8 16,0-3 0-16,0 0-4 0,1-2-3 0,0-1 3 0,0-1-7 16,-1-1-2-16,-1-1-10 0,0-2-5 0,-2-1-15 0,-1-2-49 0,0-2-39 15,-1-1-81-15,-2-2-60 0,-1-3-27 0,-3-3-32 0,-2-3 5 16,-4-2 20-16,-2-3 32 0</inkml:trace>
  <inkml:trace contextRef="#ctx0" brushRef="#br0" timeOffset="138178.04">24421 13949 1349 0,'-10'-8'236'0,"1"0"-4"16,-2-5-55-16,3 1-30 0,4 0-41 0,2 0-34 0,2 0-16 16,1 1-5-16,3-1 3 0,2 2 5 0,2 0 0 0,3 0-8 0,2 1-6 15,1-1-12-15,3 1-10 0,1 0-7 0,2 1-6 0,2 2-5 16,1-1-2-16,1 2-3 0,0 0-3 0,1 0-7 0,0 1-6 0,1 1-4 16,-2 0-6-16,1 0-13 0,-2 1-15 0,2-1-16 0,0 1-26 0,-1 0-26 15,-1 0-34-15,-1 0-47 0,-3 0-54 0,0 1-43 0,-1-1-28 16,-1 2 3-16,0 0 43 0,1 1 66 0,-2 0 59 0,0 1 54 0</inkml:trace>
  <inkml:trace contextRef="#ctx0" brushRef="#br0" timeOffset="138429.04">25165 13830 102 0,'4'6'87'15,"0"2"-5"-15,0 2 9 0,-1 1 5 0,-1-1-1 0,0 1-4 0,-1 1 0 16,-1 0-5-16,1 1 8 0,-1 0 5 0,1 1 5 0,0 1 12 16,-1 1-3-16,2 0 1 0,0 0-1 0,1-2-7 0,1 1-12 0,0-1-4 15,0-2-4-15,1-2-10 0,0 1 8 0,-1-2-7 0,1-1 0 16,-1-2-8-16,0 0-9 0,-2-1-9 0,1-1-9 0,-2-1 5 0,-1 0-7 15,0-2-5-15,-1 0-7 0,-1-1-5 0,0-1-4 0,-2 0-6 0,0-2-11 16,-3-1-18-16,1 0-5 0,-2-2-10 0,-2-1-1 0,1 0 0 16,-1-2-2-16,-1-1-2 0,1 0 3 0,1-1 2 0,-1-1 8 0,1-1 14 15,0-1-2-15,1 0 10 0,1-2-4 0,2-1-2 0,2 0-3 16,2 2-5-16,0 0-6 0,2 0-9 0,0 1-12 0,2 0-12 0,1-1-13 16,2 0-19-16,0 1-10 0,2 1-9 0,2 0-2 0,-1 0-9 0,2 0-8 15,-1 0-16-15,2 3-14 0,0-1-10 0,0 2 1 0,-1 1 0 16,1-1 3-16,0 1 10 0,1 1 17 0,0 1 22 0,-1 2 26 0,-2 0 11 15</inkml:trace>
  <inkml:trace contextRef="#ctx0" brushRef="#br0" timeOffset="138958.04">25395 13772 178 0,'1'7'141'0,"1"1"13"0,0 2 11 0,0-1 7 16,1-2 8-16,0 1-7 0,1 1-24 0,1-1-21 0,0 2-29 16,1 0-9-16,0-1-8 0,1 3-9 0,0-1-5 0,1-1 0 0,-1 1-11 15,2-1 2-15,0 0 8 0,0 0-16 0,2 1 8 0,0 1-8 16,0-1-18-16,1 0 1 0,0-1-7 0,2 0-5 0,-1-1 4 0,0-1-5 15,1-1-1-15,-2 0 5 0,0-1-6 0,1-1-1 0,-1-1 4 0,2 0-4 16,-2-2-1-16,1 0-6 0,-1-1 5 0,0-2 0 0,-1 0 2 16,-1 0 7-16,0-2-5 0,-1-1 1 0,1 0 0 0,-2-1 0 0,0-1 0 15,-1 0-2-15,-1 0-3 0,0-2-6 0,-2 1-3 0,-1-1-1 0,-1-2-4 16,-1-1-4-16,-2 0-4 0,-1-1-11 0,-1 2-8 0,-2-2 2 16,-1 1-6-16,-1-2-2 0,-2 1 0 0,-1 0 1 0,-1-2-2 0,-2 0 0 15,0 1 4-15,0 0-11 0,-1 3 1 0,-2 0-2 0,0 1-1 16,0 2 8-16,1 1 0 0,0 1 0 0,-1 2 1 0,0 2 4 0,0 2-1 15,1 1 6-15,0 2 3 0,3 2-2 0,1 1-1 0,0 1-8 0,1 1-8 16,2 2-11-16,1 2-1 0,1 2-3 0,2 0-4 0,1 2 2 16,2-3-6-16,1 1 12 0,2-1 6 0,1 0 2 0,2 0 5 0,1 0-5 15,1-1 3-15,2-1 13 0,1-2 12 0,1 0 5 0,2-1 6 0,2 1 3 16,1-1 4-16,0-1 14 0,1 0 15 0,0-1 6 0,-1-3 7 16,0 1 7-16,-1 0 3 0,1-2-3 0,-1 1 4 0,-1-2-3 0,0-1-3 15,-2 0-5-15,0-2-4 0,0 0-14 0,-3-1-6 0,2 0-2 0,-1-1-9 16,-1-1 3-16,1 0-12 0,-1 0-1 0,-1 0 8 0,-2-1-7 15,1-1 8-15,0 0-5 0,0 0-3 0,0 0 4 0,1 0 1 0,-1 1 3 16,0 1-3-16,1 1 5 0,0 0 4 0,0 1 7 0,1 1 12 16,-3 0 4-16,0 0-5 0,1 1-2 0,-1 0-5 0,1 0-6 0,-2 2-3 15,1-1-3-15,-1 1-10 0,0 1-5 0,1 0 0 0,-2 0-3 0,1 0 1 16,1 1-4-16,0 0 0 0,1 1 0 0,-1 0 0 0,0 1-2 16,2 0 1-16,0 0-4 0,2-1 1 0,1 2 1 0,0-1 1 0,0 1 1 15,-1-1-10-15,1 0-4 0,-1 0 2 0,-1 0 9 0,1 0 3 0,-2-1 2 16,2 1 1-16,-2 0-2 0,1 0-3 0,-1-1-4 0,-2 1-12 15,0-1-14-15,-1-1-18 0,0 0-24 0,-2-1-38 0,-2-1-49 0,0-1-65 16,-2 0-56-16,1-4-28 0,-3-2 3 0,-2-2 24 0,-2-2 59 16</inkml:trace>
  <inkml:trace contextRef="#ctx0" brushRef="#br0" timeOffset="139124.04">25926 13662 1858 0,'0'2'793'16,"0"0"-696"-16,2 1-42 0,3 0-49 0,1 2-2 0,2 0 5 0,0 1-4 16,2 1-1-16,0 1-3 0,1 0-9 0,-1 1-7 0,-1 0-13 15,-1-1-24-15,-1 0-39 0,-1 0-45 0,-1 1-47 0,-2-1-44 0,-2 1-60 16,0 0-62-16,-1 1-32 0,-1-1-3 0,-1 0 51 0,0 1 10 16</inkml:trace>
  <inkml:trace contextRef="#ctx0" brushRef="#br0" timeOffset="139742.04">26112 13954 735 0,'3'0'300'0,"1"2"-128"0,0 1-43 0,4 0-28 16,-3 0-9-16,2 1-4 0,1 0-18 0,0 1-19 0,0 1-13 0,0 0-8 15,0 0-2-15,0 1-2 0,-2 1-5 0,1-2 0 0,1 2 9 0,-1 1 3 16,0 0 14-16,1 1 11 0,-2 0 11 0,1 1 5 0,-1 1 4 16,-1 0 0-16,1 1-4 0,1 0-11 0,-1-2-9 0,1-2-13 0,0 2-12 15,1-2-7-15,-1 0-7 0,0-2-12 0,-1-2-1 0,1-1-4 0,0-1-4 16,0-2-10-16,0 0-13 0,-1-3-11 0,0-1 0 0,0-1 3 15,0-2 4-15,-1-1 4 0,0-1 10 0,0-1 5 0,1-2 7 0,0 1 11 16,0-1-7-16,1 0 9 0,0 0 2 0,0 0 10 0,0 0 10 0,-2 2 5 16,1 0 6-16,0 1-3 0,-2 1 3 0,0 1-3 0,0 2 3 15,0 0-10-15,0 2 1 0,-1 1-1 0,1 1-4 0,-1 1 5 0,0 0-12 16,0 2 0-16,1 0-9 0,-2 2-6 0,1 0-3 0,0 0-3 0,-2 1-4 16,2 0-5-16,-1 0-9 0,0-1-2 0,1 1-7 0,1 0-11 15,-1-1-2-15,0 0-10 0,-1-1-4 0,1-1 3 0,0 0-4 0,0-2 9 16,2 0 9-16,-1-2 6 0,2 1 10 0,-1-2 3 0,0 1 8 15,0-2 4-15,1 0 4 0,-1-1 2 0,1 1 0 0,-1-1 2 0,1 1 4 16,0-1 0-16,0 1 0 0,0 1 1 0,0 0-4 0,-1 0 2 0,0 1 1 16,1 0 1-16,-1 1 1 0,0 0-1 0,0 1-7 0,0 1 2 15,0-1-4-15,1 2 2 0,-2 1-3 0,2 1-7 0,-1 0-2 0,2 1 0 16,0 0 2-16,1 0 4 0,1 0 2 0,0-1-2 0,2 0 1 0,-2 0 0 16,0-1 6-16,2-2 1 0,-1 0-1 0,2-1 11 0,-1-1-3 15,0 0 3-15,-2-2 5 0,1 0 4 0,1-2 1 0,0-1 10 0,-1 0-2 16,0-2-2-16,0-1 4 0,0-1-8 0,-1 0 5 0,1-2-3 15,-2 1-6-15,0-1-3 0,0-1-6 0,-1 0 3 0,0 0 3 0,-2 1-3 16,-1-1 3-16,-2 1-4 0,0-1-1 0,-2 0 4 0,-1 2-15 0,-2 0 4 16,0 0-10-16,-2 1 3 0,-2 0 5 0,2 1-2 0,-5 1 2 15,2 1 5-15,-2 1-2 0,0 1-1 0,-1 2 3 0,0 0-10 0,-1 1 0 16,-1 1 0-16,1 0 4 0,1 1 2 0,0 1 3 0,2 1 0 0,-1 0-4 16,3 0-1-16,0 1-1 0,3 1-10 0,2-1-15 0,1 1-14 15,3 0-11-15,1 0-2 0,0 1 9 16,3 0 5-16,1 0 11 0,3 1 26 0,0 1 11 0,2-1 14 0,2 2 14 0,1 1-7 0,1 0 3 15,1 1 4-15,0 0 3 0,3 0 3 0,-2 1-3 0,2 1 0 0,1 0 1 16,-4 1 6-16,0 0 13 0,-2 1 8 0,-1 1-1 0,-2-1-2 16,-2-1 0-16,-4 2-14 0,-3 0-11 0,-3 0-16 0,-5 0-21 0,-1 2-13 15,-4 1-18-15,-3-1-36 0,-3 0-45 0,-5-1-78 0,-5-1-146 0,-6 0-258 16,-6 0-218-16,-10 0 38 0</inkml:trace>
  <inkml:trace contextRef="#ctx0" brushRef="#br0" timeOffset="172509.07">10380 16279 1617 0,'-2'5'241'0,"0"2"-60"16,0 2-20-16,1-1-36 0,0-1-40 0,0 0-24 0,1 1-37 16,-1-2-10-16,1 2 8 0,0 0-4 0,-1 2-1 0,0-1-3 0,0 2-2 15,-1 1 0-15,-1-2-5 0,1 3-12 0,-1 1-1 0,2 0-6 16,0 0 16-16,-1 3 0 0,1 2-7 0,-2 2 10 0,2 1-11 0,-1 2 4 15,1 0 7-15,-1 2-10 0,0 1 11 0,1 1 0 0,-1 2 0 16,1 0 12-16,0 2-5 0,-1-1 7 0,0 1 1 0,1 0-3 0,-1-2 8 16,1 0-5-16,1 0-10 0,-1 1 0 0,0-2-11 0,0 0 4 0,0-15-1 15,0 2-6-15,0-2-4 0,1 3-14 0,-1-1-17 0,1 1-39 16,1-1-56-16,-1 1-61 0,0-1-73 0,1-4-47 0,0-1-67 0,-1-2-84 16,1-2-248-16</inkml:trace>
  <inkml:trace contextRef="#ctx0" brushRef="#br0" timeOffset="172759.94">9952 16995 1493 0,'-7'9'1099'0,"0"1"-910"16,0 3-28-16,2-1-55 0,3-1-32 0,2 0-21 0,0-6-30 16,2 3-4-16,0 1-1 0,2 3-29 0,1 1 15 0,1 3-6 0,1 0-5 15,1 6 21-15,1 0-10 0,1 0-11 0,1 1-7 0,0 0-11 16,2 2 4-16,0-1 3 0,-1-1-3 0,2 1-5 0,0-1-14 0,1-2 14 15,-2 0 14-15,0-2 5 0,0-1 4 0,-1-2 1 0,-1-2 11 0,-1-1 4 16,-2-4 15-16,0 0 7 0,0-3 7 0,-1-1 14 0,0-1-14 16,0-1 1-16,-1-1-18 0,1-2 6 0,-2 0-2 0,3-1-13 0,0 0 6 15,1-2-18-15,1-1-2 0,1-1-15 0,2 0-13 0,0-1-10 0,3-2-39 16,2-1-38-16,1-2-91 0,3-2-103 0,2-1-129 0,3-3-207 16,3-2-455-16</inkml:trace>
  <inkml:trace contextRef="#ctx0" brushRef="#br0" timeOffset="174410.29">10874 17068 981 0,'-10'3'188'0,"-2"1"-15"0,-3-1-6 0,3 1-1 16,2-3-13-16,1 1-27 0,1 0-34 0,0-1-15 0,1 2-3 0,0-2 0 15,0 1 1-15,4 0 9 0,1-1-17 0,-1 1-10 0,-1 0-3 16,1 1-22-16,0 0-10 0,1 1-9 0,-1 0-3 0,1 1 4 0,1 1 6 15,1-1-14-15,1 3-4 0,0 1 1 0,2 1-3 0,1 2 12 16,2 2-7-16,0 0-9 0,0 3 3 0,2 1-9 0,0 0 11 0,2 3 1 16,0 0-2-16,1 0 5 0,-1 3-18 0,1-1 8 0,0 0 3 0,0 1-6 15,1-1 3-15,-1-1-11 0,-1-1 5 0,0-1-2 0,1 0-10 16,-2-2-15-16,0 0-38 0,0-3-38 0,-2 0-47 0,1-1-65 0,-1-2-61 16,0-3-62-16,0-2-82 0,-1-2-291 0</inkml:trace>
  <inkml:trace contextRef="#ctx0" brushRef="#br0" timeOffset="174544.3">10773 16720 2046 0,'-13'1'828'16,"-1"0"-721"-16,0 0-16 0,3-1-34 0,5-1-30 0,3 0-10 0,1-1-27 15,4 0-32-15,1 0-28 0,4-2-29 0,2 0-34 0,2-1-38 16,1 1-74-16,0-1-92 0,4-1-99 0,2 1-127 0,3-2-244 0</inkml:trace>
  <inkml:trace contextRef="#ctx0" brushRef="#br0" timeOffset="174927.29">11169 17108 2349 0,'-4'5'205'0,"1"-1"-45"16,0 1-38-16,-1 0-23 0,1 2-17 0,-1 1-39 0,2 0-35 16,2 0 10-16,0-1-22 0,3 1 3 0,0 0 11 0,1-1-24 0,1 1 12 15,1-1-3-15,2 1-26 0,-1-1-12 0,2-2-6 0,-1 0-4 16,2 0-4-16,1-2 4 0,0-1 1 0,0-1 5 0,-1-2 14 0,0 0 6 16,0-1 0-16,-1-1 11 0,-1-1 2 0,-1-1-2 0,0-1 14 0,-2 0 1 15,0-1 4-15,-1-1 8 0,1 0-16 0,-1-2 20 0,1-1-6 16,-2-1 5-16,4-12 2 0,-1 3-4 0,-1 3 13 0,0 4 4 0,-1 2 7 15,0 1-10-15,0 0 2 0,0 1-5 0,-1 2 8 0,1 2-1 0,0 1-3 16,-1 2 5-16,1 2-12 0,0 1 1 0,1 1-9 0,0 2-11 16,1 2 11-16,1 2-7 0,0 2-5 0,0 2 9 0,-1 2-9 0,1-1-10 15,-4-4 10-15,2 1 7 0,-1 1-4 0,1 3 14 0,1-1-13 16,0 1-11-16,0 1 10 0,0 2 4 0,1 0-4 0,-2-3-3 0,1 1-1 16,1-2 1-16,-1-2 1 0,0 0-4 0,0-3-9 0,1-1-19 0,-1-1-15 15,1-1-18-15,0-2-28 0,0-1-29 0,2-1-25 0,-1-2-26 16,2-2-23-16,0-2-17 0,2 0-29 0,-1-4-15 0,2-2-22 0,0-1-25 15,2-2-6-15,-1 0-136 0</inkml:trace>
  <inkml:trace contextRef="#ctx0" brushRef="#br0" timeOffset="175147.83">11997 16794 2090 0,'-7'2'271'0,"1"2"-34"0,-1 1-52 0,0 0-33 15,2 0-29-15,0 0-46 0,2 1-39 0,0 2-18 0,0 1-12 0,2 2 3 16,1 1-7-16,0 3 8 0,1 1 6 0,0 5-9 0,2 2 0 16,0 3-13-16,1 5-1 0,0 0 14 0,-1-14-11 0,0 3-2 0,2 3 2 15,0 5-3-15,1 1 7 0,1 4 0 0,1-1-24 0,2 5-6 0,-1-2-32 16,2 0-30-16,-1-1-23 0,1-3-54 0,0-1-35 0,2-3-65 16,0-2-49-16,0 0-33 0,1-4-7 0,0-2 8 0,0-2 3 0,-1-4-140 15</inkml:trace>
  <inkml:trace contextRef="#ctx0" brushRef="#br0" timeOffset="175381.83">11896 16887 1624 0,'-9'-10'324'15,"0"-1"-104"-15,-3-5-27 0,4 0-18 0,1 3-31 0,2-2-35 16,2 0-46-16,1 0-32 0,2-1-10 0,1 2-22 0,2-2 6 0,2 2 2 16,0 2-13-16,2 0 13 0,0 1-14 0,4 1-6 0,1 0 10 0,2 2-7 15,1 1-4-15,0 1 1 0,2 3-7 0,1 0 8 0,-1 1 4 16,1 2 0-16,-1 0-2 0,-1 2 8 0,-2 1 0 0,0 0 6 0,0 3-1 15,-2 1-10-15,-1 1 9 0,-3 2-5 0,0 1-4 0,-1 2-3 0,-1 2-8 16,-4 2 2-16,0 1-7 0,-3 2-10 0,-2 1-10 0,-1 1-10 16,-2 0-13-16,-1 1-3 0,0 0 0 0,-1 0-5 0,0 2-2 0,0 0-6 15,0 1-16-15,1 0-3 0,0-1-14 0,2-1-5 0,1-4-19 16,2-10-10-16,1 2 0 0,1-2-25 0,0 1-2 0,1-2-27 0,2-2-18 16,0-1 1-16,3 0-44 0</inkml:trace>
  <inkml:trace contextRef="#ctx0" brushRef="#br0" timeOffset="175645.83">12245 16898 618 0,'2'-3'340'0,"1"1"-100"0,1 0 7 0,-1 0 3 0,-2 2-15 16,0-1-24-16,1 1-60 0,-1 2-34 0,1 1-26 0,1 1-17 16,0 0-5-16,1 1-13 0,-1 1-12 0,1 2-17 0,2 1-13 0,-2 1-10 15,2 1 2-15,1 0-2 0,-1 1-6 0,2 0-1 0,0-1-2 0,0-1 0 16,1 1-8-16,-1 0-2 0,0-3-5 0,1 1-8 0,0-2 1 16,1 0-15-16,1-1-14 0,-1-3 5 0,-1 0 5 0,-1 0-4 0,0-2 5 15,-2 0 0-15,1-1 4 0,-2-1 19 0,0-1-5 0,-1-1 5 16,0-1 1-16,0-2-2 0,-1-1 14 0,2-2 1 0,-1-1 4 0,1 0 3 15,0-2-2-15,1 3-3 0,-1-2 13 0,0 3 2 0,-1 1 8 0,-1 0 10 16,1 1 1-16,1-1 18 0,-1 3 4 0,0 1 9 0,0 2-2 16,-1 2-2-16,1-1 1 0,-1 2-13 0,1 3-14 0,-1 1-10 0,2 3-9 15,-1 0-3-15,1 0 2 0,0 2-9 0,0 1 0 0,1 1-1 16,0 2-6-16,-1-1-1 0,1-1-14 0,0 1-17 0,-3-7-16 0,1 1-46 16,0-1-39-16,1 2-54 0,1-1-50 0,0-1-45 0,0 0-48 0,2 0-34 15,0-2-20-15,1-2-33 0</inkml:trace>
  <inkml:trace contextRef="#ctx0" brushRef="#br0" timeOffset="175828.83">12870 16421 2162 0,'-2'-1'210'0,"-1"1"2"16,0 0-40-16,1 0-37 0,1 1-28 0,0 1-40 0,0 1-38 16,2 2-15-16,0 1-5 0,0 2-11 0,1 2 16 0,0 4-1 0,2 3 1 15,0 5 0-15,2 3-18 0,0 4 13 0,2 4-14 0,0 4 1 0,2 3 2 16,0 2-5-16,1 3 2 0,0-1 3 0,0-1-15 0,0-3-6 15,1-1-12-15,0-1-15 0,1 0-15 0,1-3-39 0,-7-17-22 0,2 2-22 16,1 1-38-16,3 3-29 0,-1-2-42 0,3 4-56 0,0-2-130 16,3 6-75-16,0 0-30 0</inkml:trace>
  <inkml:trace contextRef="#ctx0" brushRef="#br0" timeOffset="175978.35">12832 16905 2105 0,'-6'1'204'15,"2"0"-19"-15,-1-1-20 0,2-1-15 0,2 0-39 0,1-1-49 0,2 0-46 16,2-2-30-16,2-1-5 0,4-2-1 0,0 0-4 0,5-2-1 16,2-1-24-16,3 0-37 0,2-1-47 0,2-1-69 0,1 2-65 0,2-2-63 15,2 1-44-15,0-1-56 0,0 3-60 0,0 0 26 0</inkml:trace>
  <inkml:trace contextRef="#ctx0" brushRef="#br0" timeOffset="176376.35">11662 18112 2590 0,'-2'6'183'0,"0"-2"-30"16,0 2-28-16,1 1-26 0,0 1-32 0,2 0 1 0,0 2-12 0,1 1-29 15,3 3 11-15,0 0-23 0,3 1-23 0,0 0 10 0,3 2-22 0,1 1-11 16,3-2-34-16,3-1 30 0,0 1-19 0,4-3 12 0,0 0 35 16,2-2-25-16,0 0 55 0,0-1-42 0,1-3 12 0,-2-1 12 0,0-3-33 15,-1-1 39-15,-2-2-17 0,0-1 8 0,-2-2-11 0,0-2 2 0,-4-1 11 16,0-3-16-16,-1-2-25 0,-3 1 5 0,-1-4-23 0,-2-1-3 16,-1-2 37-16,-1-1-16 0,-1-2 10 0,-1-1-3 0,-2-1 1 0,-1-1 1 15,-1-1-11-15,-2 0 8 0,-1-1-20 0,-1 0 28 0,-1 0 17 16,-1 0 0-16,-2 2 34 0,-2-1-13 0,0 1 14 0,-2 1 14 0,-2 1-5 15,1 3 6-15,-3 1 2 0,-1 1 1 0,1 2 0 0,-3 3 7 0,-1-1-9 16,0 3-13-16,-1 1-9 0,-1 3-16 0,1 1-7 0,-2 2-6 16,0 3 1-16,1 1-5 0,-1 3-7 0,1 1 1 0,0 2-18 0,0 2-10 15,2 1-19-15,-1 2-33 0,2 2-39 0,2 1-55 0,1 1-69 0,1 1-46 16,2 0-60-16,4 0-65 0,1-2-36 0,2 1-59 0</inkml:trace>
  <inkml:trace contextRef="#ctx0" brushRef="#br0" timeOffset="176727.35">12382 17777 2312 0,'0'1'275'16,"-1"0"-87"-16,1-1-26 0,0 1-8 0,-1 0-24 0,1 0-41 16,0 0-51-16,0 1-9 0,0-1-16 0,0 2-10 0,1 0-1 0,0 1-13 15,0 0 11-15,0 1 15 0,1 2-11 0,0 1-3 0,1 1 1 0,1 0-18 16,0 2 10-16,0-1-8 0,2 2-6 0,-2 1 7 0,3 0-8 15,0 2-8-15,1-2 0 0,1 2-6 0,0-1 8 0,1 0-1 0,0-1 0 16,1-1 5-16,2 0-5 0,-1-1 9 0,2-1-2 0,-2-1 4 16,2-2 5-16,0-2-7 0,0 0 14 0,0-2-12 0,-1-2 7 0,1-2 11 15,0-1-6-15,0-2-5 0,-2-1 5 0,0-1-5 0,1-2 5 0,-2-1 5 16,0-2-12-16,-1-1 19 0,-1-1-6 0,1 0 10 0,-2-2 9 16,0-2 0-16,-1 1 13 0,0 0 1 0,-2 0-15 0,0-1 14 0,2-12 8 15,-2 3-3-15,-2 4 14 0,-1 3-20 0,-2 5 12 0,-1 6-2 16,0 3-8-16,-1 4 3 0,0 1-15 0,0 1 0 0,1 0-6 0,0 1-21 15,0 2-10-15,-1 0-1 0,1 1-5 0,0 2 9 0,0 0-14 0,0 3-3 16,0-1 2-16,1 4-14 0,0 2 3 0,1 2-3 0,0 1-1 16,0 2-14-16,1 2-31 0,1 1-32 0,0 2-32 0,2 0-54 0,0-1-59 15,1 2-68-15,2-1-86 0,1-1-30 0,1 0-44 0,0-3-8 0</inkml:trace>
  <inkml:trace contextRef="#ctx0" brushRef="#br0" timeOffset="176993.35">13220 17320 2791 0,'-4'3'157'0,"1"1"0"16,0 0-16-16,-1 0-17 0,1 1-22 0,-1 1-45 0,1 2-32 0,1-1-25 15,1 2-10-15,0 0 12 0,1 3-6 0,1 2 4 0,0 3 0 16,1 1-9-16,0 3-2 0,2 4-13 0,-1 0-6 0,2 6-1 0,0 0-7 15,2 3 16-15,-4-17-3 0,1 4-2 0,0 0 1 0,1 2-29 0,0 1-12 16,0 2-12-16,1-1-7 0,0 3-3 0,-1-1-20 0,2 3 2 16,1-3-7-16,0 2 4 0,0-1 4 0,2 1-6 0,-1-2 5 0,1 2 1 15,1-3 1-15,1-1-12 0,-1-2-26 0,1-4-43 0,1-1-65 0,-1-1-66 16,1-3-221-16</inkml:trace>
  <inkml:trace contextRef="#ctx0" brushRef="#br0" timeOffset="177180.35">13025 17830 2234 0,'-1'2'557'0,"0"-1"-379"0,0 1-11 0,0 0-13 16,0 0-29-16,0 0-38 0,0 0-73 0,1 0-8 0,-1 1-6 0,1-1-13 16,0 1 15-16,0-1-26 0,1 1-15 0,0-1-25 0,1 0-21 15,1 1-32-15,1-1-47 0,1 0-17 0,1-1-24 0,1 1-27 0,0 0-9 16,0 1-5-16,2-1-5 0,0 1 10 0,-1 0-15 0,1-1-7 15,2 1-6-15,-1 0-3 0,2 0-47 0</inkml:trace>
  <inkml:trace contextRef="#ctx0" brushRef="#br0" timeOffset="177526.35">13526 17527 2270 0,'-1'4'229'0,"-1"-1"-24"16,1 2-37-16,-1 1-16 0,0 1-22 0,0 1-56 0,1 0-42 15,1 2-12-15,-1 0-31 0,1 2 14 0,1 1 3 0,0 0-10 0,0 4-5 16,1 0 24-16,0 1-3 0,-1-8-3 0,1 3-2 0,0 0-41 0,0 2 2 16,1 0 2-16,1 3 9 0,-1 0-7 0,2 2 3 0,-1 2-1 15,2 1-14-15,-1 1 12 0,1 2-20 0,0 0 7 0,1 3-5 0,1-1-24 16,0 1 9-16,1 1-3 0,0-3-1 0,0 1-10 0,1-2-27 16,-1 0-30-16,0-2-34 0,1-1-42 0,0-2-35 0,-1-3-47 0,1-1-43 15,-2-3-13-15,2-2-31 0,-1-5 38 0</inkml:trace>
  <inkml:trace contextRef="#ctx0" brushRef="#br0" timeOffset="177810.35">13501 17434 2289 0,'-2'0'147'0,"0"-1"7"0,0 0-22 0,0-1-23 0,0 0-22 0,0-1-53 16,1 0-33-16,1-1 11 0,0 1-10 0,2 0-9 0,1 1 11 15,0 0-9-15,2 0 8 0,2 1-3 0,0 0-17 0,2 2 2 0,2 0-2 16,1 1 8-16,1 1 9 0,1 2-1 0,1 1 1 0,1 0-2 0,0 0-5 16,-1 1 4-16,2 2 0 0,-1 0 6 0,-1 0-5 0,-1 1-4 15,-1-1 14-15,0 0-3 0,-2 1-2 0,-1 0 1 0,-3 0-6 0,0 0 10 16,-1 2 1-16,-3-2-7 0,0 2-7 0,-2-1-4 0,-1 1 2 0,-2 0 2 16,0-1-11-16,-3 2-6 0,-1-3 5 0,0 2-6 0,-2-1 0 15,-1 2-2-15,-2-2 12 0,0 1-12 0,-1-1-7 0,0 0-7 0,0 0-20 16,0-1-3-16,6-5-19 0,-1 1-34 0,1-2-25 0,-1 2-41 0,0-1-24 15,1 0-17-15,0 0-35 0,-1 0-22 0,2-1-13 0,-1 0-17 16,1-2-83-16</inkml:trace>
  <inkml:trace contextRef="#ctx0" brushRef="#br0" timeOffset="178130.35">13866 17394 1494 0,'-1'1'217'0,"1"-1"-26"0,0 1-4 0,-1 1-14 0,1-1-40 0,0 1-70 15,-1 1-33-15,1 0-16 0,0 2-5 0,0 1 7 0,0 0-12 16,0 2 6-16,0 1-4 0,2 2-7 0,-1 2-7 0,1 1-8 0,2 0 8 16,-1 3-1-16,2 1-8 0,1 1 4 0,1 0-4 0,1 0 5 0,0 1 4 15,1 0-12-15,1 0 0 0,-1-3 12 0,2-1-21 16,0-1 26-16,-1 0-13 0,2-2-28 0,0 0 16 0,-7-9-30 0,2 2 11 0,0-1 11 16,1 0 16-16,0 0 10 0,1 1 4 0,-1-2 6 0,1 0-6 15,-1-1 5-15,1 0 5 0,0-1-5 0,0-2 21 0,9 1 7 0,-2-1-2 16,-2-3 5-16,-2-3 1 0,-2-1-3 0,-2 0-8 0,-1-1 13 0,-2 1-24 15,-2 0 4-15,2-2 4 0,-2 0-13 0,0-1 11 0,0 1-12 16,-1-1 10-16,1 0-13 0,-2 0-3 0,1 0 6 0,0 1-12 0,0 0-5 16,-1 2-4-16,1 0-14 0,0 1-1 0,-1 2-10 0,1 1-13 15,-1 3-21-15,1-1-20 0,-1 0-3 0,2 2-22 0,-1 1-21 0,1 0-16 16,1 2-30-16,1 0-23 0,0 1-21 0,2 2-25 0,2 0-33 0,2 1 20 16</inkml:trace>
  <inkml:trace contextRef="#ctx0" brushRef="#br0" timeOffset="178360.35">14469 17074 2803 0,'-2'9'142'0,"1"-5"9"0,0 1-15 15,0 2-25-15,1 2-24 0,1 0-67 0,1 3-27 0,1 0-1 0,2 5 5 16,1 2 5-16,0 2-8 0,2 4-1 0,2 2-8 0,1 3-14 0,1 2-20 15,0 4-24-15,0 0-18 0,2 3-1 0,-1 0 4 0,1 1 10 16,-1 0-2-16,1-1 6 0,0-1 21 0,0 0-18 0,-7-20-10 0,0 0-20 16,0 0-38-16,2 2-13 0,-1-3-20 0,1 1-17 0,0-1-8 0,0 0-8 15,1-2-23-15,-2 1-16 0,1-2-25 0,0-1-22 0,-1-2-30 16</inkml:trace>
  <inkml:trace contextRef="#ctx0" brushRef="#br0" timeOffset="178493.35">14446 17495 1830 0,'0'2'664'0,"-1"-1"-444"0,1 1-6 0,0-1-41 0,0 0-23 0,0 1-60 16,1-1-68-16,2 0-15 0,1-1-9 0,2 0-13 0,2 0 12 0,2 0-26 15,2 0-23-15,4-2-33 0,2-1-70 0,4-1-96 0,1-1-140 16,5-4-186-16,4-4-236 0,3-3 9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08T12:28:07.2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2066 1566 100 0,'-5'-7'30'0,"2"2"-19"16,-1-3-4-16,-1-1 0 0,0-1 1 0,2-2-1 0,-1 0-1 0,1 0-4 16,2 0-2-16,-1 0-4 0,2 0-5 0,0 1-2 0,1 1-1 0,-1 0 9 15,1 0 4-15,-1 1 4 0,1-2 4 0,-1 1-8 0,1 1-1 16,1-1-1-16,1-1-1 0,0 0 2 0,-1 6 3 0,1-2 1 0,2 1 2 15,0-2 5-15,0 3 3 0,2-3 0 0,1 0 0 0,1 0-1 0,0-1-1 16,0-1 8-16,3-1 1 0,0 1 3 0,2-1-1 0,1-2-4 16,0 1 0-16,3-2-2 0,1 1-5 0,0-2-5 0,3 1-8 0,2-1-2 15,-1 0-1-15,3 0-1 0,0-1 7 0,2 0-1 0,1 2 4 16,1-1 2-16,2 0 5 0,0 1 2 0,2 1 0 0,1 0 2 0,1 1 4 16,2 0-4-16,0 0 1 0,0 1-1 0,3 2-6 0,0-1 0 0,1 1-3 15,3 0-4-15,0 1-1 0,1 0 2 0,1 1-2 0,3 1 2 16,0-1-3-16,1 1-1 0,2 0 4 0,1 1 8 0,2 0-1 0,1 0 0 15,0 1-6-15,2 0-5 0,1 1 0 0,1 1 0 0,0 0 1 0,1 0 0 16,1 2 1-16,0 0 8 0,1 1 2 0,-1 1 4 0,1 0 2 16,-1 2-2-16,0 1 4 0,0 1 0 0,-2 2 2 0,1 0-7 0,-1 2 4 15,-1 0-2-15,-1 2 0 0,-1 2 4 0,0 1-7 0,-1 1 4 16,-1 0-9-16,-2 3-4 0,2 1 4 0,-3 0-6 0,0 2 1 0,-1 1-8 16,-1-1 2-16,1 4-11 0,44 22 1 0,-9-1 8 0,-8-2-1 0,-7-2 14 15,-9-3-3-15,-7-4 2 0,-8-4-3 0,-10-4-2 0,0-2 2 16,-2 2-1-16,1-2 4 0,-3 3-3 0,0-2 0 0,-3 1-1 0,0 0 0 15,0 1-1-15,-1-1 0 0,-2 2 0 0,0-1-1 0,-2 1 3 16,0 0-3-16,-2 0 4 0,0 1 1 0,17 28-3 0,-7-7 3 0,-8-7-2 16,-7-9 3-16,-4-4 5 0,-2 0 0 0,-2 1 0 0,-2 0-4 0,0 2 1 15,-2-1-1-15,0 1-2 0,-3-2 0 0,0-1-1 0,-2 3-3 16,-2-1 0-16,-1 2-2 0,-2 0 0 0,-1 0-4 0,-3-1-2 0,-1-1 3 16,-2 1-3-16,-1-1 5 0,-1 1 2 0,-2-2 0 0,-2 1 1 0,-1-2-1 15,-1 3 3-15,-2-2-2 0,-3 0 0 0,0 0 3 0,-2-4-1 16,-2 1 2-16,-2-1 1 0,-1 0-2 0,-2-1-1 0,0-1 4 0,-3 0-3 15,-2-3-3-15,-2 0 1 0,-1 0-3 0,-1-1 3 0,-2 1 4 0,-1-3-2 16,-1 2 3-16,-3-1 0 0,-2-2-3 0,0 0 2 0,-3-2 0 16,0-2 1-16,-1 0 1 0,-3-1-3 0,0 0 1 0,-2-1 0 0,0 1 0 15,-1-1 1-15,0-2 1 0,-2-1 0 0,-1-4 0 0,2-2 2 16,-1-1-5-16,0-2 1 0,1-1-6 0,0-2 2 0,1-2-2 0,0-2-3 16,1-2 1-16,-2-3-1 0,0-1 1 0,0-3 2 0,-1 1 1 0,1-1 0 15,0-3 0-15,1-1 4 0,0 0-3 0,2-1 2 0,1-2 0 16,1-2-4-16,0 0 2 0,3-2-7 0,1-1 0 0,2-1 5 0,2-1 2 15,2-2 7-15,-1 1 0 0,2-3-1 0,4 0 0 0,0 0-3 0,4 0 4 16,0 1 2-16,1 0-1 0,2 0 3 0,1 0-1 0,1 0 1 16,1 1 2-16,2 1-5 0,0 4-2 0,3 0-4 0,-1 2-5 0,1 2 1 15,0 0-8-15,2 1-5 0,0 4-14 0,-1-1-40 0,0 3-43 0,-2 0-69 16,0 1-111-16,0 1-321 0</inkml:trace>
  <inkml:trace contextRef="#ctx0" brushRef="#br0" timeOffset="162178.35">3978 5091 133 0,'-26'-14'3'0,"2"-2"24"0,-7-2 6 16,7 4 2-16,4 2-3 0,0 1-7 0,2 1-3 0,4 1-8 0,0 0 0 16,2 1-7-16,1 1-1 0,2-1-3 0,1 1-2 0,1 1 2 15,0-1-3-15,2 0 0 0,-1 1 1 0,2-1 1 0,0 1 0 0,0-2-1 16,0 1 1-16,0 1-1 0,-1 0 0 0,0 1 2 0,1 0-1 16,-2 0 3-16,0 0 6 0,-1 0 3 0,0 2 3 0,1-2 6 0,-1 1-1 15,1 0 1-15,1 0 1 0,-1 0-2 0,3 0-6 0,0 1 0 0,0 0-7 16,3 1-2-16,0 0-3 0,1 0-2 0,1 0 0 0,2-2-2 15,2 0 2-15,4-1 1 0,3-1 2 0,2 0 2 0,2-1 1 0,5-2 4 16,3-1 3-16,1 0 1 0,6-1 0 0,1 0 2 0,3 1-1 16,0 2 4-16,0 1-1 0,4 1-2 0,-1 2 0 0,1 2 0 0,2 1-3 15,-3 2-1-15,2 1-2 0,1 1-4 0,1 0 3 0,0 1-2 0,2 0-3 16,0 1-1-16,-1 0 0 0,1 0-4 0,0 1 3 0,0 2-1 16,-1 0-2-16,1 1 1 0,-3 0 0 0,-1 0 1 0,-1 2-1 0,-1-1 0 15,-1 2 0-15,1 1 1 0,-2 2-2 0,-2 0 2 0,0 0 3 0,-2 3 3 16,0 1 1-16,-2 1 3 0,0 1-3 0,-3 1-2 0,-2-1 4 15,-2 3-1-15,0-1 1 0,0 0 2 0,-5 1 5 0,0 0 8 0,-4 3 5 16,-3-1-2-16,-4 0 1 0,-3 0-6 0,-1 0 0 0,-3 2-2 16,-3-1 0-16,-3 4 0 0,-2 0-4 0,-5 1-3 0,-5-1-4 0,-3 1-6 15,-3-1 2-15,-5 4-2 0,-2 0-2 0,-4 3-1 0,-4 0-6 0,-3 1-1 16,-4 1 5-16,0-1 5 0,-2 0 6 0,0 0 0 0,-2-1-2 16,1-2-7-16,1 0-2 0,-1 0 2 0,-1-1-5 0,1-3 2 0,0-1 6 15,2-3-3-15,0-2 0 0,0-1 1 0,1-1-2 0,2-1 4 0,-1-3 0 16,0-2 2-16,1-1-1 0,1-3 1 0,1-1 2 0,1-2-5 15,-1-1 0-15,-3-3-2 0,1-2-2 0,1-1 9 0,0-2-3 0,2-2 4 16,0-1 8-16,-1-3 0 0,2 0 15 0,1-3 12 0,-2-2 3 16,2 0 12-16,0-2-3 0,2 1-11 0,1-2 1 0,1-1-3 0,2 0-5 15,-3-1-7-15,4 0-6 0,-1-2-9 0,4 1-1 0,2 0-4 0,2 0-4 16,1 2-6-16,2 0-3 0,4 0 2 0,3 2-2 0,2 0-1 16,3 1-3-16,2 1-5 0,3 0-7 0,2 1-9 0,2 1-20 0,3 1-33 15,3 0-45-15,4 1-28 0,4-1-25 0,6 0-17 0,5 0-2 0,4 1-18 16,5 0-16-16,5 0 11 0,3-2-28 0</inkml:trace>
  <inkml:trace contextRef="#ctx0" brushRef="#br0" timeOffset="162977.35">7565 5379 328 0,'-35'-22'121'15,"-2"1"-115"-15,-7-5 49 0,8 8 1 0,9 5 7 0,2 1-12 16,3 1-14-16,2 1-12 0,3 1-8 0,3 2-3 0,3 0-4 0,1 1-1 15,2 0-6-15,1 0-1 0,1 1 0 0,1 0-2 0,2 1-1 0,0 0 0 16,0 1-1-16,2 0 1 0,-1-1 3 0,1 2-1 0,1-1 0 16,-1 1 1-16,1 0-2 0,0 0 4 0,1 1 0 0,-1 1-2 0,0 0 2 15,1 0-2-15,1 0 3 0,1 0-2 0,1 0-2 0,2 0 0 0,3 0 1 16,3 0 1-16,4-1-1 0,2 0 3 0,6-1-2 0,4 0-1 16,6-2 1-16,2-1-3 0,4-1 2 0,2 0-2 0,2 1-2 0,2-1 4 15,-1 0 1-15,1 1 0 0,0-1-1 0,0 2-2 0,0 0 0 16,-3 1-2-16,-3 2 4 0,0-2 1 0,-1 2-1 0,0 1 2 0,1 0 5 15,-1 0 2-15,1 1 4 0,1 1 3 0,0-1-3 0,1 1 0 0,0 1-7 16,0 0-1-16,1 1-2 0,1 0-2 0,-1 0 2 0,0 1-3 16,1-1 4-16,1 0-5 0,-1 1 0 0,0 1 3 0,1 0-4 0,-4 1 0 15,1-1 2-15,1 1-2 0,-3 1-2 0,1 0 3 0,0 0 0 0,0 1 2 16,1 0 5-16,-1 0-4 0,-2-1-4 0,-2 1-1 0,-1 1-4 16,0-1 3-16,-1 1 2 0,-2 0 0 0,-1 0 0 0,-1 2 1 0,-4 0 0 15,-1 1 0-15,-2 1 1 0,-3-1 0 0,-2 3 3 0,-2 0 2 16,-3 0 1-16,-3 0-1 0,-3 1 2 0,-3 0 1 0,-3 1-1 0,-3-1 2 15,-2 1 0-15,-3 1 1 0,-5 1 2 0,-2 1 0 0,-7 2-2 0,-4-2 1 16,-3 2-5-16,-5 0 0 0,-3 1-3 0,-4 0-2 0,-5-1 1 16,-3 2 4-16,-3-1 0 0,-1 1 0 0,-4 0 3 0,-2-2-3 0,-2 1 7 15,-1-1-1-15,0-2 5 0,2 1 4 0,-1 0 4 0,1 0 3 0,2 1 0 16,1-1-6-16,2 0 1 0,-1 0-7 0,1-2-3 0,2 0 3 16,1-1-2-16,5-4 7 0,5 0-1 0,2-2-1 0,1 0-3 0,3 0-5 15,0-3-2-15,2 1-2 0,2-2 0 0,2-1-2 0,2-1-3 16,1-1-3-16,5 0-1 0,1 0-1 0,1-2 2 0,3 0-1 0,0-1 2 15,2-1-4-15,2 0-3 0,2-2 0 0,3 2-6 0,1-2-5 0,2 1-19 16,2 0-24-16,1-1-21 0,1 0-17 0,2-1-9 0,3 0-6 16,2 0-11-16,4-1-13 0,4-1-9 0,3-1-9 0,3-1 4 0,5 0 4 15,3-2-26-15</inkml:trace>
  <inkml:trace contextRef="#ctx0" brushRef="#br0" timeOffset="163705.35">11191 6342 874 0,'-9'-7'2'16,"2"2"10"-16,0-1-15 0,6 4-10 0,2 1-3 0,3-1-7 0,3 2 1 15,3-2 3-15,3 0 8 0,3-2 4 0,1 0 1 0,0-1 3 16,0 1 3-16,-1-1 0 0,2 1 5 0,-2-1-4 0,1 1 2 0,0 0 0 15,-1-1 0-15,0 1 3 0,2 0 2 0,-1 0 2 0,0 0 4 0,-1 1-1 16,1 0 4-16,1 0-1 0,0 2-1 0,2 0 2 0,1 0-3 16,2 2 1-16,0 0 1 0,2 2-1 0,-2 0-2 0,2 0-3 0,1 1-1 15,3 1-3-15,1 0-3 0,3 0 1 0,2 0-2 0,2 0 0 0,2-1 1 16,1-1 3-16,2 0 1 0,2 0 5 0,1-1 5 0,1 0 3 16,3-2 10-16,-2 1 10 0,0-1 8 0,-1 0 13 0,1 0 8 0,-1 0 2 15,-1 0-1-15,-1 0-6 0,0 1-5 0,-2 0-3 0,-1 1-8 0,1 0-7 16,-2 2-9-16,0 0-9 0,1 0-11 0,0 0-1 0,0 2-3 15,1 0-7-15,-3 1 5 0,1 0-1 0,0 1-1 0,1-1 9 0,0-1-3 16,1-2-2-16,-1 0 1 0,-1-1-1 0,0 0 3 0,-2-2 7 16,-2-3 1-16,1-1 4 0,0-2 5 0,1-3 0 0,2-2 3 0,0-1-4 15,0-2 1-15,0-1-3 0,1 0-1 0,1-4-5 0,-1-3-3 0,1 1 0 16,-2-3-4-16,-1 0-1 0,-1 1 3 0,-2-2-2 0,-3 2 5 16,-2 0 3-16,-4-1-2 0,0 2 1 0,-2-3-1 0,0-2 0 0,-3 2 1 15,-3-1 2-15,-2 1 3 0,0 1-1 0,-3 0-1 0,0 2-6 0,-2-2-2 16,-1 1 0-16,-1-1-10 0,0-1 1 0,-3 1-16 0,1-1-1 15,-2 1 10-15,0 1-3 0,-1-2 13 0,-4 1-3 0,0-3-8 0,-3 1 1 16,-2 1 1-16,-2-1-4 0,-2 1-6 0,-4-1-3 0,0 0-1 0,-3 2-7 16,-4-2 1-16,-1 1-8 0,-6-1-8 0,-4-1 9 0,-3 1 2 15,-4 0 13-15,-4 3 1 0,-3-1-3 0,-3 1 0 0,-5 2-4 0,-3-1 0 16,-4 0-3-16,-2 2 2 0,0-1 0 0,-3 0 7 0,-2 3 18 16,2-1 0-16,-1 0 9 0,4 2 2 0,2 2-13 0,1 2-2 0,2 2-1 15,-1 2 0-15,0 3 0 0,1 2 3 0,-1 2-3 0,-1 2-1 0,0 1 1 16,-1 2-2-16,0 0 4 0,2 2-2 0,-1 2-4 0,2 3 1 15,1 2-9-15,3 0-8 0,3 5 0 0,1 2-10 0,4 2 9 0,2 4-12 16,0 2-54-16,4 2-68 0,2 2-82 0,2 3-56 0,4 1-37 0,2 4-31 16,1 0-91-16</inkml:trace>
  <inkml:trace contextRef="#ctx0" brushRef="#br0" timeOffset="166956.42">4236 7669 99 0,'-11'-7'9'0,"1"-1"2"0,-2-1-1 15,4 3 2-15,1 1-1 0,1 2 2 0,1 0-3 0,0 2-5 16,1 0-4-16,1 1-3 0,0 2-1 0,1 0-2 0,0 2 0 0,0 0 1 15,2 0 0-15,-1 2 1 0,2 0 2 0,-1 2 0 0,1-1 0 0,1 0 1 16,0 0 1-16,1 0 2 0,0-1 1 0,2 1 2 0,0 0-1 16,2-1-2-16,1 1-1 0,1-2 2 0,1 0 2 0,1 0 0 0,1 0 3 15,0-1 2-15,2 0 1 0,1 0 2 0,2-1 3 0,0-1 1 0,4 0 5 16,0-2 0-16,2 1 0 0,2 0 0 0,2-2-4 0,2 1 1 16,2-1-1-16,2 0-1 0,1-1 1 0,4 0 1 0,1 0 0 0,2 0 4 15,2 0 0-15,0-1 0 0,2 1-1 0,1-1-2 0,4 1-7 16,0 0 2-16,-1 1-6 0,2 0-1 0,0 1 2 0,1 0-4 0,3 1 2 15,0 1-2-15,1 0-2 0,2-1 4 0,1 1 6 0,3-1-1 0,2-1 1 16,1 1-5-16,-2 0-8 0,-4 2-3 0,1 0 1 0,-3 1-1 16,0 0 1-16,0-1 3 0,-4 1-2 0,1 0 1 0,-1 0-4 0,-1 0-2 15,0 0 2-15,-3-1-2 0,1 2 4 0,-2 0 2 0,0-1 0 16,2 0-2-16,-3-1 5 0,1-1 2 0,1-2 5 0,1-1 8 0,4-3 8 16,1-3 4-16,1-1-1 0,1 1-2 0,-3-3-6 0,-1 0-7 0,-2 0-2 15,-3-1-2-15,0 0 1 0,-4 1 5 0,-2-3 1 0,-1-1 1 16,-3-1 3-16,-1 0 1 0,0 0-1 0,-3-1 0 0,-1-2 0 0,-3 3 9 15,-2-3 6-15,-2 0 4 0,-1-1 5 0,-3 0-9 0,1-2-2 0,-4-1-2 16,-1 1-2-16,-3-1-5 0,-2-1-4 0,0 1-4 0,-1-1-4 16,-2 1-1-16,-1-3 3 0,-2-1-4 0,-1-1 2 0,-2-1 1 0,-1 1-5 15,-2 0 0-15,-2 0-4 0,-2-2 1 0,-2 0-5 0,-2 0 5 0,-2 1-4 16,-2-2-8-16,-2 2 3 0,-4 0-7 0,-2 0 0 0,-4 1-1 16,-3-3-3-16,-3 2 2 0,-3-1-4 0,-2 2 0 0,-5-1 1 0,-3 3-2 15,-3 0-1-15,-5 1 3 0,-4 1-1 0,-3-1 2 0,-2 1 2 16,-4 1-2-16,-3 2 0 0,-3 2 2 0,-2 2 2 0,-4 1 3 0,0 1 0 15,-2 0 1-15,-3 3-2 0,0 0 1 0,-1 0-1 0,-1 2 3 0,1 1 3 16,-1 2-1-16,-1 1 1 0,2 2-6 0,-1 0-1 0,0 2 0 16,-2 1-1-16,1 2 3 0,0 2 1 0,0 0-1 0,2 4 0 0,0 1 3 15,0 1-4-15,2 3-2 0,-2 1 4 0,3-1 3 0,1 2 6 0,4 0 2 16,2 1-2-16,2 1-5 0,2 2-2 0,2 2 2 0,4 0 0 16,3 2 0-16,4 0-1 0,5-2 2 0,1 3-2 0,4-2-1 0,4 2 1 15,2 2-4-15,3 0 0 0,2 3 3 0,4-1-4 0,3 1-1 0,3-2-1 16,4 1-2-16,3-1 3 0,2 0-4 0,3 2 2 0,3-2-5 15,3 0-17-15,4-1-19 0,3 1-29 0,4-1-27 0,3 3-11 0,3 0-8 16,4 0-9-16,3-1-1 0,5-1-1 0,5-2 0 0,3-4 21 16,5-1-15-16</inkml:trace>
  <inkml:trace contextRef="#ctx0" brushRef="#br0" timeOffset="168188.96">13139 7531 606 0,'3'-11'93'0,"1"0"-47"0,3-2-29 16,0 3-6-16,0 2-11 0,1 0-2 0,2 1-9 0,1 0-10 15,1 1-7-15,3 1-6 0,0 1 5 0,2 1 4 0,1 1 3 0,4 1 6 16,0 1 3-16,1 0 3 0,2 1 4 0,-1 1 2 0,2-1 2 0,3 2 0 16,-1 0 2-16,2 1 2 0,-1-1-1 0,0 0 4 0,-1 0 0 15,3 0 4-15,-2 0-2 0,3 0 1 0,0 0 0 0,1 0 0 0,0 0 3 16,1 0 2-16,0 1-1 0,1 0-1 0,2 0-5 0,-2 2 2 0,3-2-3 15,-1 2 2-15,2-1-2 0,3 0-2 0,-1 1 3 0,-1-2-1 16,2 1 6-16,-2 0 2 0,2-1 0 0,1-1-1 0,-2 0-1 0,2 1 3 16,-1-1 4-16,1 1 5 0,-1-1 3 0,0 1 0 0,0-1-3 15,1 0 1-15,-1-2-3 0,3 2 2 0,-3-2 1 0,-1 1 0 0,2 0 5 16,-2-1-8-16,0 2-3 0,1 0-2 0,0 0-4 0,-1 1-3 0,1 1 3 16,-1-1-3-16,-2 1-3 0,1 0-1 0,2 1-2 0,0-1-3 15,0 1 3-15,1 0-1 0,-3 0-1 0,1-1-1 0,2 1 2 0,0-1 1 16,0 0 2-16,1-2-2 0,-2 1-1 0,1 0 0 0,-1-1 0 15,0-1 2-15,0 1 4 0,-2-1 7 0,2-2 0 0,-3 1 4 0,-1-2-3 16,0 0-5-16,-1 0-1 0,0-1-1 0,-1 0-2 0,-1 0 0 0,0 0-2 16,0 0 2-16,0-1-3 0,-1 0-1 0,2 0-4 0,-3 0 1 15,0 1-3-15,-1-2 2 0,-2 2 1 0,0-1-3 0,1 0 4 0,-2 1-2 16,0-1 0-16,-3 1 1 0,0-1-1 0,-2 0-2 0,1 1 6 0,-1-1-3 16,-1 0 1-16,0 0 1 0,-1 0-7 0,0 0 2 0,0 0 0 15,0-2 2-15,-1 1 3 0,-1 0 1 0,-1-1 1 0,0-1 1 0,-1 1 2 16,-1 0 3-16,0 0 4 0,0 0 1 0,-2-2-2 0,-1 0 0 0,-1-1-2 15,-2 1-3-15,0-2 3 0,-2 1 0 0,0-3-3 0,-2 1-3 16,0-1-7-16,-1 0-7 0,-1 1-4 0,-1-2 2 0,-2 0-1 0,0-1 4 16,-1-1 1-16,0 1 0 0,-2-1-1 0,1-1 0 0,-2 0 1 15,0 1 0-15,-1-2 5 0,0 1 2 0,-1-1 7 0,0 0 3 0,-1-1 2 16,0-1 3-16,0 2 6 0,-1-1 4 0,-1 0 0 0,-1 1 1 0,0 0-6 16,-1 0-8-16,-2-1-4 0,1 0-2 0,-3 0-1 0,-1-1 2 15,-2 1-5-15,0 0-1 0,0-1-4 0,-3 0-3 0,-1-1-1 0,-1 1-2 16,-3-1 8-16,-1 0 2 0,-2 0 3 0,-1-1-3 0,0-1-3 15,-3 0-1-15,0-1 3 0,-2 0 4 0,1 0-2 0,0 0 6 0,1 0-2 16,0 1 1-16,-2 0 1 0,3 0-7 0,1-1 1 0,-1 0-3 0,1 2-1 16,-1-1 2-16,0 1 0 0,0 4 0 0,2-2-2 0,-2 2-3 15,2 0 4-15,-3 2-5 0,1-1-2 0,-3 0-2 0,-2 0-5 16,-1 3 1-16,-5-1 2 0,-2 1 2 0,-3 1 0 0,-3 0-2 0,-5 0 4 0,-1 1-3 16,-4 0-1-16,-2-1-1 0,0 1-2 0,0 0 7 0,4 2 14 15,5 2 4-15,3 1 2 0,6 3-5 0,1 1-15 0,4 3-11 0,0 3-6 16,1 3-6-16,0 6-5 0,-1 5-6 0,2 4-26 0,1 5-32 15,1 4-14-15,1 2-15 0,-1 4-15 0,1 4-13 0,-2 4-18 0,0 5-43 16</inkml:trace>
  <inkml:trace contextRef="#ctx0" brushRef="#br0" timeOffset="171478.33">14292 5535 694 0,'-2'2'403'16,"0"2"-382"-16,1 0-24 0,3-1-10 0,3-1 0 0,0-1-1 0,0-1 5 15,0-1 1-15,0-1 6 0,-2 0 2 0,0-1 5 0,-1 1 5 0,0 0 11 16,0-1 10-16,-1 0 16 0,0 0 11 0,0 1 5 0,0 0 2 16,0-1-3-16,1-1-1 0,0 0-1 0,0 0 2 0,0 0-3 0,1-1-2 15,0-1 2-15,1 1-2 0,1-2-5 0,1 0 6 0,0-1-5 0,3 1 0 16,1-2 1-16,3-2-5 0,1 0 2 0,2-1-1 15,1 0 0-15,3-1-7 0,0 0-2 0,3-1 1 0,3-2 1 0,0 2 4 0,1-1-1 16,0-1 3-16,3 1-4 0,1 0-5 0,1-1 1 0,-1 0-8 16,0-2 2-16,0 3 3 0,1-2-1 0,0 0-7 0,2 0-8 0,0-1 0 15,1 0 19-15,-1-1 0 0,1 0 4 0,1 0-3 0,0-1-28 0,0 0 2 16,0-1-6-16,0-1 2 0,-1 2 4 0,1-1-5 0,-1 1-2 16,-1 2 0-16,-2-1-2 0,-2 1-2 0,-1 1 6 0,-1 0-4 0,-1 1-2 15,-1 1-1-15,0 2-1 0,-2-1 3 0,-3 2 4 0,-2 2-4 0,-1 0 1 16,-3 3-5-16,0 1 1 0,-2 1-3 0,-3 1-3 0,0 1 1 15,-3 1 2-15,-1 1 0 0,-2 1-9 0,-1 0 0 0,-1 1-12 0,-1 0-11 16,-1 0-18-16,0 0-25 0,0 1-23 0,-1 0-38 0,0-1-56 16,-1 1-73-16,-1-1-79 0,0-1-73 0,-1 1-56 0,0-2-19 0,2-1-55 15</inkml:trace>
  <inkml:trace contextRef="#ctx0" brushRef="#br0" timeOffset="171862.33">15763 4368 1294 0,'-5'-6'693'0,"1"1"-662"15,1-2-25-15,4 2-16 0,2-1 0 0,3 1 11 0,-1-2-1 0,2 1 6 16,0 1 2-16,0 0 1 0,-1 0 18 0,-1 3 18 0,1-1 14 15,-1 1 10-15,2 0-3 0,0 2-5 0,0 0-3 0,2 0-4 0,0 1-7 16,1 1-1-16,0 1-10 0,1 0 0 0,0 2-6 0,2 1-2 16,1 1-2-16,2 0-4 0,-1 2 0 0,2-1-9 0,-1 2 5 0,0-1-1 15,1 2-1-15,0-1-1 0,1 0-3 0,1 1-1 0,-2-1 3 0,2-1 1 16,1 0 3-16,-2 1 3 0,0-1-3 0,0 0 11 0,-2 0-3 16,1 1 7-16,0-2 8 0,-1 2-4 0,-3 1-2 0,0 1-7 0,0 1-5 15,-1-1-6-15,-1 2-2 0,-3 0 2 0,0 1-2 0,-1 1-1 0,-2 0 4 16,-2 1-7-16,-1 0 7 0,-2 0-4 0,-2 3-3 0,-2 2 3 15,-2 0-10-15,-3 4 0 0,0 0 5 0,-3 1-4 0,-2 0 1 0,-1-1-8 16,-1 1-4-16,0-1-5 0,-1 0-5 0,-1-1-9 0,0 0-31 16,0 0-38-16,1 0-66 0,-1-1-83 0,1 0-115 0,0 1-172 0,-1 0-187 15,0 1-166-15</inkml:trace>
  <inkml:trace contextRef="#ctx0" brushRef="#br0" timeOffset="197606.55">16770 3642 617 0,'-6'0'65'0,"0"0"-83"0,0 0-24 0,1 1-9 15,2-1 4-15,2 1 7 0,-1-2 0 0,1 1 1 0,0 0 4 16,-1-1 8-16,1 0 13 0,0 0 19 0,-1 0 19 0,1 0 16 0,0 0 19 15,-1 1 10-15,1 0 12 0,-1 0 9 0,1 0 5 0,1 0 4 0,-1 0 0 16,2 0-7-16,0-1-3 0,1 2-2 0,0 0 3 0,0 0 0 16,1 2 3-16,2 1 0 0,-1 2-9 0,3 1 0 0,0 2-4 0,2 2-8 15,1 2 5-15,1 2-9 0,2 3-1 0,0 0-8 0,2 0-10 16,0 2-9-16,1 2-11 0,-1-1-11 0,2 2 2 0,1 1-4 0,-1 0 1 16,1 2 5-16,-1 0-7 0,0 1-1 0,-3-1-5 0,2-1-1 0,-2-1-2 15,-1-2-4-15,-1 0-7 0,0-3 4 0,-1-2-4 0,-1-1 2 16,0-1-3-16,-1-2-18 0,-2-3-19 0,0-1-23 0,0-3-9 0,-2-1-12 15,-1-3-5-15,0-2-27 0,-2-2-30 0,0-3-37 0,-1-2-49 0,-3-3-58 16,0-4-103-16,-3-4-142 0</inkml:trace>
  <inkml:trace contextRef="#ctx0" brushRef="#br0" timeOffset="197807.54">16374 3783 2884 0,'-18'1'102'0,"2"1"-87"16,0 0-15-16,10 0-12 0,6-1-8 0,4 0 3 0,3-2 7 16,0 0 1-16,2-1 9 0,2-2 0 0,2 0-5 0,1-1 3 0,3 0 2 15,1-1-1-15,2-2 1 0,3 0-4 0,2-3 3 0,2-1-6 16,2-1-2-16,-1 0 3 0,2 0-4 0,-3-1 3 0,2-2-2 0,0 0-4 16,0 0 0-16,-2-1-6 0,1 0-5 0,-2-1-9 0,-1 1-26 0,0-1-28 15,-4 1-24-15,-2 2-24 0,-1 1-7 0,-1 0-12 0,-2 1-8 16,-1 0-5-16,-1 3-7 0,0 0-11 0,-2 0-18 0,1 1-29 0,-2 1-49 15,-1 1-229-15</inkml:trace>
  <inkml:trace contextRef="#ctx0" brushRef="#br0" timeOffset="198013.54">16751 4387 2911 0,'3'4'32'15,"5"2"-28"-15,7 0-11 0,7-1 0 0,5-3-8 0,4-2 3 0,3-3 4 16,0-3 3-16,1-2 5 0,-1-2 1 0,0-2 1 0,-1 0-2 16,2-2-3-16,-2-1-1 0,2-1-1 0,-3 0 2 0,0-2-2 0,-3 0-7 15,-1 0-5-15,-2-2-22 0,-1-2-31 0,-2 1-30 0,-1-2-52 0,-4 1-46 16,-2 1-33-16,-2-1-34 0,0 1-2 0,-3 0-12 0,-2-1-16 16,-2 0-34-16,-2 0-157 0</inkml:trace>
  <inkml:trace contextRef="#ctx0" brushRef="#br0" timeOffset="198374.54">17392 3674 2878 0,'-3'3'86'0,"2"1"-69"0,3 4-14 0,5 0-10 0,5 4 4 16,3 1-1-16,3 0 1 0,1 0 6 0,-2-1-11 0,1 1-1 0,1 0 6 15,-1 0 3-15,2 0 2 0,-1-2 1 0,1 1-3 0,-2-2-12 0,2-2 4 16,-1-1-2-16,-1-1 0 0,0-1 6 0,0-2 1 0,-2 0 3 16,0-3 0-16,-1 0-2 0,-2 0 5 0,0 0-4 0,-4 0 1 0,1-2 1 15,-1-1 1-15,-1-1-2 0,0-2 9 0,-1 0 2 0,-2-1-2 0,0-2 1 16,-1-1-8-16,0-2-4 0,1 0 0 0,-1-2-1 0,0 0 3 16,0-1-3-16,-1 2 4 0,0-2 1 0,0 1 0 0,-1 0-2 0,0 1 1 15,1 2 3-15,0 1-4 0,0 1 0 0,0 1 0 0,1 2-2 16,0 2 0-16,0 1 1 0,-1 2 1 0,1 1 3 0,1 1-1 0,0 2 3 15,-1 2-3-15,2 0-1 0,0 2 3 0,1 2-4 0,1 2 3 0,0 1-3 16,0 2 0-16,1 1-2 0,2 0-1 0,0 1-2 0,0-2 1 16,0 3-4-16,0 0-6 0,2-2-1 0,-1 2-20 0,2-3-12 0,-2-1-27 15,0-2-40-15,1-4-33 0,-1 1-43 0,1-2-16 0,-2-2-9 0,0 0-11 16,1-3-12-16,0-2-11 0,0-1-14 0,0-4-32 0,-1-3-183 16</inkml:trace>
  <inkml:trace contextRef="#ctx0" brushRef="#br0" timeOffset="198560.55">18423 3435 2522 0,'1'11'60'0,"3"3"-34"0,4 7-20 0,4 5-4 0,2 1-2 0,1 3 1 16,1 1 4-16,-1 0-3 0,-2 1 1 0,1 3 2 0,0 0 1 16,-1 3 5-16,-2 3-8 0,2-1 4 0,-1 1-2 0,1 0-2 15,-1-2 3-15,0-2-6 0,0-3 0 0,0-4-4 0,-1-1-9 0,0-4-48 0,0 1-42 16,-2-2-41-16,1-3-40 0,-2 0 0 0,-1-4-19 0,-1-3-24 15,-1-1-17-15,-1-2-23 0,-2-2-26 0,-1-2-60 0,-2-2 10 0</inkml:trace>
  <inkml:trace contextRef="#ctx0" brushRef="#br0" timeOffset="198792.54">18536 3820 1700 0,'-5'-10'199'0,"0"-1"-87"0,0-4-34 0,2 3-48 15,3 1 0-15,1 1 11 0,0 0 15 0,2 0 5 0,2 0 1 0,0 0-11 16,1-1-14-16,1 2-9 0,1 0-14 0,2 0 0 0,-1 0-3 15,3 1 3-15,2 1 9 0,0 0-2 0,1 1 11 0,0 1 2 0,2 1-4 16,0 1-1-16,-1 0-6 0,2 3-3 0,0 0-4 0,-2 2-3 0,-3 2-4 16,1-1-8-16,-3 1 8 0,0 2-6 0,-2 1 2 0,-2 2-5 15,-3 1-13-15,-1 2 6 0,-3 1-4 0,-2 0-4 0,-1 3-3 0,-3 0 1 16,-1 1-2-16,-2-1-1 0,-1 1 1 0,0 0-2 0,-2-2-8 16,0 0-9-16,-1-3-14 0,-1 1-17 0,0-2-2 0,1-2-7 0,2 1-4 15,0-2-12-15,1-1-21 0,1-2-19 0,1 0-32 0,0-1-31 0,3-1-38 16,-1-2-31-16,1 0-25 0,1-2-30 0,1-1-30 0</inkml:trace>
  <inkml:trace contextRef="#ctx0" brushRef="#br0" timeOffset="199128.55">18872 3421 2164 0,'4'0'88'0,"4"0"-49"0,3 2-21 0,4 2-17 15,0 2-2-15,-2 1 2 0,2 2 4 0,-1 0 2 0,0 4 2 0,-1 0 2 16,-2 2 1-16,0 0-3 0,0 2-1 0,-1 0 1 0,0 1-8 15,0-3 5-15,-1-2-3 0,1 1-3 0,-1-1 3 0,0-2-4 0,-1-2-5 16,1-1 4-16,-1-2 1 0,2-2-2 0,0 0 3 0,0-1-5 0,1-2 1 16,-2-1 2-16,0-1-1 0,-2-2 0 0,0-2 6 0,0 0-1 15,-1-2 2-15,0-2-1 0,-1 1-1 0,0-3-4 0,0 0 2 0,-1 0 2 16,0-1 1-16,-1 0 3 0,-1 1-2 0,0-1 2 0,-2 1-4 16,2 0-4-16,0 2 6 0,-1 2-4 0,0-1 3 0,0 3 3 0,1 1-2 15,0 2-4-15,-1 1 8 0,2 1-5 0,-1 2 2 0,2 0 2 0,1 2-2 16,-1 0 3-16,2 1 1 0,0 1 0 0,-1 2-2 0,1 2-3 15,0 1-1-15,0 1-1 0,1-1-5 0,0-1 4 0,-1 1-1 0,0 0 0 16,0-1 2-16,0 1-10 0,0-3-4 0,0-1-10 0,0-1-19 0,-1-1-22 16,1-1-21-16,0-2-15 0,0-1-16 0,0-3-14 0,1 0-20 15,-1-3-22-15,0-3-23 0,0 0-27 0,0-5-21 0,-1-1-21 0,0-3-43 16,0-4-13-16</inkml:trace>
  <inkml:trace contextRef="#ctx0" brushRef="#br0" timeOffset="199291.54">19666 2810 2271 0,'-1'3'290'0,"2"4"-243"0,1 2-31 16,4 2-24-16,2 3-7 0,3 2 12 0,-1 2 3 0,1 1 6 15,-1 3 4-15,-2 2-2 0,1 1 3 0,-1 2-4 0,2 3 2 0,-1 3 4 16,0 2-6-16,0 3 2 0,0-2-17 0,-1 1-2 0,1-1 1 0,0-2-4 16,-1 0 8-16,2-2 0 0,0-1-3 0,-1-4-12 0,1-1-20 15,0-4-37-15,0 0-38 0,0-3-29 0,-1-2-23 0,-1 0-17 0,-1-3-26 16,0-1-25-16,-2-2-36 0,-2-3-53 0,-1-1-243 0</inkml:trace>
  <inkml:trace contextRef="#ctx0" brushRef="#br0" timeOffset="199473.54">19489 3287 2321 0,'-5'5'330'0,"1"2"-277"0,1 2-46 15,5 0-33-15,3-1-2 0,2 0 9 0,3 0 13 0,2-2-1 0,1 0 2 16,3-2-6-16,1-1-6 0,2-3-6 0,3-2 0 0,0-1-7 0,3-3-1 15,2 0-1-15,1-2-8 0,1-1-2 0,1-2-20 0,-1-2-23 16,-2-1-4-16,1-1 2 0,-2 1 0 0,2-1-2 0,-1 1-33 0,1-2-44 16,-1 2-33-16,1-2-25 0,-1-1-1 0,0 1-2 0,0 0-19 15,-2-1-129-15</inkml:trace>
  <inkml:trace contextRef="#ctx0" brushRef="#br0" timeOffset="199691.54">20424 3413 2974 0,'1'0'-21'0,"5"1"-86"0,5 1-33 0,4 1 2 0,2-1 44 16,3 0 63-16,0-2 24 0,-2-1 11 0,0 0-6 0,1 0-3 15,-2-1 2-15,3 0-4 0,1 0-4 0,-2-1 2 0,1-1-4 0,1 0-3 16,-2-1-6-16,2 0-17 0,-1-1-27 0,-1-1-27 0,-1-1-39 0,-1 0-42 15,0-1-53-15,-4 1-50 0,-1 0-45 0,-2 0-42 0,-2 1-155 16</inkml:trace>
  <inkml:trace contextRef="#ctx0" brushRef="#br0" timeOffset="199877.55">20552 3656 1966 0,'-1'3'1006'0,"2"1"-1082"0,4 1-91 0,6-1-42 0,4 0 19 0,6-2 68 16,2-1 66-16,-2-3 37 0,0-2 5 0,0-1-3 0,0-2-10 0,2 0-16 16,1-1-18-16,0-2-16 0,1 1-19 0,0-2-16 0,0 0-11 0,-1-1-22 15,-1 0-15-15,2 0-10 0,1-3-5 0,0-2-1 0,0-1-5 16,-2 0-47-16,0-2-57 0</inkml:trace>
  <inkml:trace contextRef="#ctx0" brushRef="#br0" timeOffset="200407.55">20974 2885 2640 0,'0'0'-13'16,"1"1"-76"-16,3 1-28 0,5 2 6 0,3 1 41 0,0 0 55 0,0 0 23 15,0 1 5-15,0 0 0 0,-1 0-2 0,2 1-5 0,0-1-2 16,2 0-2-16,1 0-1 0,0 0 1 0,1-1-1 0,1-2 4 0,0 1-2 16,0-1 3-16,1 1-2 0,-1 1 7 0,0 0 1 0,1 1 3 0,-2 1 1 15,0 1 1-15,-1 1 3 0,1 0-3 0,-1 1 0 0,-2 2-3 16,-2 1 0-16,-2 2-5 0,-1 1-4 0,-3 3-2 0,-2 1-5 0,-2 2 2 15,-2 1-1-15,-2 1-9 0,-2-1 6 0,-1 2-4 0,-1-1 2 0,-1 2 9 16,-1 0-2-16,1-1 1 0,0 0-1 0,-1-4-8 0,0-1-21 16,2-1-30-16,0-3-37 0,1-1-32 0,0-1-19 0,0-1-11 0,1-1-7 15,-1-3 5-15,1-2-12 0,1-1-38 0,-2-2-56 0,1-1-134 16,-1-2 3-16</inkml:trace>
  <inkml:trace contextRef="#ctx0" brushRef="#br0" timeOffset="200640.54">22335 2056 3710 0,'-3'2'-89'0,"1"1"-95"16,1 5-9-16,3 6 47 0,1 3 72 0,-1 3 80 0,-1 3 17 0,-3 2-2 15,-2 5-8-15,-3 6-2 0,-2 6-4 0,0 4 0 0,-3 5-4 0,-1 1-3 16,-3 5 0-16,-1 0-3 0,-2 1-1 0,0 1-3 0,-1-3 0 16,0-2 2-16,2-2 0 0,-1-3-4 0,0-3 1 0,2-3-6 0,0-6-5 15,1-3-12-15,2-3-17 0,1-4-21 0,1-1-24 0,-1-3-25 16,0-3-32-16,0-1-11 0,1-1-13 0,0-4-13 0,0-4-20 0,0 0-34 16,1-3-42-16,0-2-48 0,-2-3-60 0,1-4-61 0</inkml:trace>
  <inkml:trace contextRef="#ctx0" brushRef="#br0" timeOffset="200790.55">21598 2301 3216 0,'1'-2'8'0,"4"0"-22"0,5 3-14 0,7 3 0 16,4 3 9-16,5 4 12 0,-1 2 3 0,3 3 6 0,2 4-7 0,4 3 1 16,3 2 1-16,4 4-1 0,3 3 8 0,4 2-3 0,1 0-11 0,0 1-20 15,2-1-64-15,0 0-79 0,0-1-97 0,0 1-166 0,0-3-177 16,2 2-318-16</inkml:trace>
  <inkml:trace contextRef="#ctx0" brushRef="#br0" timeOffset="201490.54">17467 4636 1 0,'2'46'336'16,"-8"-13"824"-16,-6-4 799 0,-4-14-1878 0,1-5-79 0,6 2-19 0,4 5-24 15,6 4-16-15,3 5 1 0,6 1 11 0,1 2 21 0,0-2 10 16,0 1 12-16,0-2 2 0,-1 0-5 0,1 0-4 0,0-3-2 0,0-1 2 15,1-2 2-15,-1 0 7 0,0-2-10 0,1-2-5 0,0-4-4 0,1-2-4 16,1-3-2-16,0-1-4 0,1-2-1 0,1-2-5 0,-1-1 3 16,0-3-1-16,0-1-5 0,1-3 1 0,-1-1 5 0,-1-3 4 0,-1-2 9 15,-1-3 6-15,-1-3-2 0,-1-2 2 0,-1 0 13 0,1-5 0 16,-1 0 7-16,0-3-1 0,-1 0-9 0,-1 0 3 0,0 0-2 0,-2 2 4 16,-2 0 0-16,-1 1 3 0,-2 0 1 0,-2 0 2 0,-1 0 7 0,-3 0-6 15,-1 1 2-15,-3-1 1 0,-1 2 0 0,-2 1 1 0,-1 1 6 16,1 3-4-16,-2 0 4 0,-1 1-2 0,-1 2-10 0,0 4-4 0,-2 1-3 15,1 5-2-15,0 2 2 0,-2 2 2 0,0 4-5 0,1 2 4 0,-2 3-2 16,-1 3 1-16,3 4-2 0,-2 3-7 0,2 2-1 0,2 3-10 16,0 3-9-16,3 2-21 0,1 4-30 0,2 1-27 0,4 2-40 0,-1 0-27 15,3-1-33-15,2 1-42 0,2-2-49 0,2 0-67 0,1-2-55 16,3-2-195-16</inkml:trace>
  <inkml:trace contextRef="#ctx0" brushRef="#br0" timeOffset="201840.54">17992 4778 2765 0,'0'-1'61'16,"2"2"-46"-16,3 1-17 0,4 4-10 0,2 1 9 0,1 4-7 0,1 2 5 16,-1 2 7-16,1 1-5 0,-1 0 3 0,-1 3-2 0,1 1 2 0,0 1-3 15,1 0 1-15,-1 0-3 0,0-3-10 0,1-1 2 0,0-1-2 16,0-2 4-16,-1-4-1 0,1 1 1 0,0-4-12 0,0-2 8 0,-1-1-6 15,-1-2 10-15,-1-1 2 0,0-2 4 0,-1 0 0 0,0-2 0 0,-2 0 8 16,0-2-11-16,0-2 4 0,-3-1-9 0,1-1-8 0,0-2-3 16,-1-1-7-16,1-2-5 0,-1 0 3 0,-1 0 8 0,1-2 12 0,-1-1 6 15,-1-1 9-15,0 1-2 0,-2 0 3 0,1 0 2 0,-1 2 2 16,1-1 3-16,-1 1 5 0,0 0 1 0,1 2 2 0,1 1 7 0,0 1 0 16,1 1 2-16,0 4 0 0,0 1 0 0,1 3 4 0,-2 5-4 0,2 0 4 15,0 4-3-15,0 2-9 0,0 1-2 0,0 3-7 0,1 2-5 16,-1 3 0-16,1 2-2 0,-1 0-1 0,0 2-1 0,0-1-4 0,-1 0 1 15,1 0-9-15,-1-2-17 0,1-2-20 0,-2-2-39 0,3-2-38 0,-2-3-39 16,2-3-26-16,1-2-8 0,1-4-3 0,1-1-1 0,0-3-8 16,0-5-35-16,1-3-39 0,-1-4-82 0,0-5-9 0</inkml:trace>
  <inkml:trace contextRef="#ctx0" brushRef="#br0" timeOffset="202025.55">18817 4348 1915 0,'0'-3'607'0,"1"1"-528"15,1-1-42-15,2 3-32 0,0 2-8 0,2 0 6 0,0 4 5 0,0 1 5 16,1 2 1-16,-1 2 2 0,-1 4 1 0,0 2-1 0,0 1-10 16,-2 3 4-16,2 2-3 0,-1 1-5 0,0 5 9 0,0 0-3 0,-1 3-3 15,1-1 0-15,0 2 0 0,-1-1-7 0,1 1 2 0,0-1-1 16,0-1-7-16,2-3-2 0,0-2-20 0,0-3-27 0,2-5-34 0,0 0-46 16,0-2-33-16,0-3-23 0,-1 0-32 0,0-1-160 0,-1 1-48 0,-2 1 3 15,0 2-87-15</inkml:trace>
  <inkml:trace contextRef="#ctx0" brushRef="#br0" timeOffset="202223.55">18589 4698 3000 0,'-5'0'65'0,"1"1"-55"0,2 0-36 0,4 1-15 0,4 0 3 0,4-1 16 15,2 0 14-15,2 0 6 0,1-1 2 0,2-1-3 0,2 0-1 16,0-1-6-16,2-2 0 0,2 0-5 0,0-1-9 0,2 0 4 0,-1 0-5 15,-1 0-8-15,1 0-8 0,-2 0-9 0,0 0-13 0,-1-1-4 0,-1 0-12 16,0 0-26-16,-1-2-29 0,-1 1-35 0,0-1-38 0,0-1-50 16,-1 1-44-16,-1-2-25 0,2 0-17 0,-1 0-170 0</inkml:trace>
  <inkml:trace contextRef="#ctx0" brushRef="#br0" timeOffset="202423.54">19264 4444 1752 0,'-2'5'125'16,"-1"2"-72"-16,1 4-33 0,1 2-11 0,2 0 4 0,2 4 5 0,-1 0 10 15,0 2 6-15,0 1 13 0,-1 1 9 0,1 2 1 0,-1-1-1 0,0 1-6 16,1-2-11-16,1 3-6 0,0 0-10 0,1 0-10 0,0 1-6 16,1-2-5-16,0 1-1 0,1-3-4 0,0-2 5 0,0-1-2 0,2-2 3 15,-1 0-1-15,1-4-4 0,0 1-7 0,0-1-4 0,0-2-3 16,-2-1-4-16,1 0-2 0,0-2-9 0,-1 0-2 0,0 0-8 0,0-1-1 16,-1 0 5-16,1-1 2 0,0 0-11 0,-1 0-8 0,1 0-13 0,0 0-16 15,1-1-6-15,0 0-13 0,0 0-20 0,-1 1-18 0,-1-1-23 16,0 0-26-16,0 0-41 0,-1 1-10 0,0 2-7 0,0-3-72 0</inkml:trace>
  <inkml:trace contextRef="#ctx0" brushRef="#br0" timeOffset="202708.55">19300 4401 3067 0,'2'-5'120'0,"3"-1"-123"0,5-1-39 0,4 0-16 16,5 1 6-16,2 1 23 0,1 0 17 0,1 1 9 0,-4 1 1 0,-1 2-3 15,-1 1 0-15,-3 1 8 0,1 2-3 0,0 1 2 0,-2 0-4 16,-1-1 4-16,-2 3-4 0,0-1-3 0,-2 0-2 0,-1 1-10 0,-2-1 7 16,-3 0-5-16,0 0-4 0,-3 0-4 0,-1 0-14 0,-2 0-5 0,-1 1-6 15,-2-2-4-15,-2 2 0 0,0-1-8 0,-2 0-1 0,-1-1 2 16,-1 1-3-16,-1-1 12 0,2 1 3 0,-1 0 2 0,1 0 2 0,2-1-4 15,1 1-12-15,1-1-20 0,2 0-20 0,2 1-28 0,0-1-19 0,1 2-21 16,1-2-21-16,1 1-27 0,1-1-6 0,1 1-11 0,2 0-18 16,1 0-85-16</inkml:trace>
  <inkml:trace contextRef="#ctx0" brushRef="#br0" timeOffset="203013.55">19774 4575 2464 0,'3'5'44'0,"1"3"-72"16,4 3-28-16,3 0 0 0,2 1 16 0,1-1 25 0,-1-2 9 16,-1-1 6-16,0-1-1 0,-1-1-7 0,0-1-5 0,0-2-10 0,-1 0-12 15,-2-2 4-15,0-1 10 0,0-1 7 0,-1-1 11 0,0 0 1 0,0-2 1 16,-1-2 2-16,0-1 2 0,-1-2-1 0,-2-2-2 0,2-1-7 16,0 0-9-16,-2-2-9 0,1 0-9 0,-1-1-3 0,-1 0 0 0,0 1 5 15,-1-1 16-15,-1 0 6 0,0 1 13 0,-1 3 8 0,-1-1 8 16,1 2 5-16,-1 0 3 0,1 2 2 0,0 0 1 0,-1 3 0 0,2 3-1 15,-2 0-6-15,1 1-4 0,1 3 2 0,-2-1-3 0,2 3 1 0,-1 2-6 16,0 1-2-16,2 1-1 0,-1 2-11 0,1 0 2 0,1 2-4 16,0 0-1-16,0 3 8 0,0 0-2 0,0 2-1 0,1-1 2 0,0 2-3 15,0-1-1-15,0-1-1 0,1 1-5 0,1-2-2 0,1-3-6 16,0-1-29-16,0-4-36 0,-1 0-43 0,2-1-42 0,0-2-21 0,1-1-19 16,1-2-19-16,-1-1-9 0,0-1-7 0,1-1-12 0,-1-3-153 0</inkml:trace>
  <inkml:trace contextRef="#ctx0" brushRef="#br0" timeOffset="203240.55">20539 4082 2102 0,'-2'-3'648'0,"2"0"-645"16,0 0-42-16,3 1-16 0,0 0 7 0,2 2 27 0,1 2 15 0,-1 1 17 15,0 1 3-15,0 2 2 0,-1 3 7 0,2 1-7 0,-3 3-2 0,2 2-4 16,0 3 1-16,0 2-1 0,1 0-3 0,0 2-1 0,0 2-6 15,1 0-2-15,-1 2 2 0,0-1-4 0,0 2 2 0,0 0-5 0,1-2-4 16,1 1-10-16,-1-3-34 0,1 0-30 0,0-1-40 0,-1-2-33 0,-1 1-19 16,1-1-23-16,-2-3-21 0,1-2-27 0,0-1-21 0,0-2-13 15,-1-4-5-15,1-1-167 0</inkml:trace>
  <inkml:trace contextRef="#ctx0" brushRef="#br0" timeOffset="203408.55">20502 4366 1287 0,'-2'0'943'0,"2"0"-894"0,1 0-78 0,1 0-41 0,3-1-7 16,3 1 16-16,0-1 24 0,2-1 15 0,2 0-7 0,-1-2-5 0,1-1-17 15,1-1-16-15,3-1-8 0,0-1-2 0,2-2 9 0,0-1 12 16,1 1 9-16,1-2 12 0,-1 1 10 0,1 0-3 0,0 1-5 0,-1 1-5 16,0 1-12-16,0 0-12 0,1 1-16 0,-1 1-34 0,1 0-30 0,-2 2-20 15,-1 0-31-15,1 1-45 0,-1 1-17 0</inkml:trace>
  <inkml:trace contextRef="#ctx0" brushRef="#br0" timeOffset="203607.55">21258 4144 2831 0,'4'1'-17'0,"4"0"-78"16,6 1-20-16,4 2 13 0,0-1 50 0,3 0 43 0,-2-2 12 15,-2 1 5-15,2-1-7 0,-1 1-4 0,-2-1 2 0,1 1 1 0,0-1-6 16,0-1-8-16,0 0-17 0,-2-1-22 0,0 1-22 0,-1-2-14 0,-1 1-15 16,-2-1-12-16,1-1-11 0,-2 0-17 0,-1-1-25 0,-1 0-22 15,-2 1-30-15,-1-1-23 0,-1 0-29 0,-2 0-192 0</inkml:trace>
  <inkml:trace contextRef="#ctx0" brushRef="#br0" timeOffset="203777.55">21289 4411 2404 0,'2'-2'-125'0,"2"2"-122"0,4-1-35 0,2 2 49 0,3-1 105 15,1-1 79-15,1-2 37 0,0-1 5 0,-2-2-2 0,2-1-8 0,1-1-9 16,1 0-9-16,-1-1-10 0,3-3-6 0,-1-1-22 0,0-1-36 16,1-2-29-16,-2-1-26 0,1-1-15 0,-2-2-13 0,0 1-59 0</inkml:trace>
  <inkml:trace contextRef="#ctx0" brushRef="#br0" timeOffset="203979.55">21620 3961 1491 0,'-1'2'199'15,"1"4"-142"-15,1 1-49 0,4 2-12 0,0-1 6 0,0 0 10 0,2 0 12 16,0-1 11-16,0 0 3 0,0 1-2 0,1 0-2 0,0 0-1 0,-1 1-2 16,3-2 1-16,2 0-3 0,0 1-3 0,1-2-9 0,0 0-4 15,1 0 2-15,3 0-11 0,0-1 7 0,0 0 1 0,2-1-5 0,-1-1 6 16,-1 0-1-16,2 1-5 0,-1-1-1 0,1 0-4 0,-4 1-4 0,0-1 14 15,-2 0-2-15,-2 0 2 0,-1 0-5 0,-3 0-20 0,-1-1-7 16,-2 1-17-16,-1-1-11 0,-2 0-10 0,-2 0-16 0,-1 0 0 0,-2 1-6 16,-1 0-5-16,-3-1-15 0,1 1-35 0,-2-1-46 0,-1 0-37 15,0 1-25-15,0-1-24 0,0 1-69 0</inkml:trace>
  <inkml:trace contextRef="#ctx0" brushRef="#br0" timeOffset="204224.55">22285 3437 3108 0,'2'2'150'0,"2"4"-194"0,5 5-23 0,7 7-10 16,2 5 22-16,2 0 34 0,0 1 20 0,0 0 1 0,-2-2-2 15,2 1-3-15,-1 1-2 0,1 1 0 0,-3 0-3 0,1-1-10 0,0 0-19 16,-3-3-20-16,1 0-14 0,-2-3-12 0,-1-1 7 0,-1-4 0 0,-3-2 5 15,0-1 2-15,1-2-9 0,-2-2-14 0,0-3-1 0,0-1 0 16,0-4 1-16,-3-1-8 0,3-3-21 0,-1-3-11 0,-1-1 1 0,0-3-13 16,-2-2-26-16,0-4-42 0,-1-3-49 0,-1-2-212 0</inkml:trace>
  <inkml:trace contextRef="#ctx0" brushRef="#br0" timeOffset="204440.55">22714 3460 383 0,'0'2'242'0,"1"0"-137"0,1 3-35 0,-1 1-6 0,3 2 11 0,0 3 11 16,1 1 10-16,0 0-1 0,0 3-15 0,2 1-13 0,1 2-18 15,0 1-10-15,1 4-3 0,-1 1 6 0,1 2 9 0,2 4 10 0,1 1 12 16,0 2 2-16,2 0-6 0,-1 2 2 0,3 1-4 0,2 1-15 0,-1 4-5 16,2-1-16-16,0 3 1 0,-1 1 10 0,-2 3 4 0,-1-2 11 15,-1-1-9-15,-3-2 5 0,-4-4 9 0,-2-1-3 0,-3-1 0 0,-2-4-10 16,-3-1-20-16,-3-3-5 0,-2-2 1 0,-3-2-6 0,-1-2 12 0,-1-4-8 16,-1-3-4-16,-1-5-6 0,-2-2-5 0,0-4-1 0,1-4-4 15,0-3 0-15,1-5-3 0,2-4 2 0,0-6-4 0,3-6-14 0,2-4-7 16,3-7-12-16,3-5-11 0,2-7-12 0,2-5-33 0,3-6-50 0,3-4-59 15,1-1-94-15,4-4-105 0,4-1-144 0,3 0-203 0</inkml:trace>
  <inkml:trace contextRef="#ctx0" brushRef="#br0" timeOffset="208825.55">17827 7037 963 0,'-10'-12'325'0,"2"2"-261"0,0 0-12 0,5 6-23 0,4 3-9 0,2 2-15 15,3-1-2-15,2 2 1 0,2 0 1 0,1 0 5 0,1 1 3 16,1 1 4-16,1 1 1 0,-1 0 2 0,-1 2 6 0,1 0 4 0,0 1 5 15,-1 0 9-15,0 0 6 0,0 0-1 0,0 0 7 0,1 1-6 0,1-1-8 16,0 0 0-16,1 0-6 0,2-2-6 0,0 2-5 0,0-1-6 16,0-1-8-16,3 1 1 0,0-1-7 0,-1 0-3 0,2 0-7 0,0-1 1 15,0-1 3-15,1-2 1 0,0 1 0 0,-1-1-2 0,2-1-3 0,-2-1 2 16,0 0-2-16,0 0 0 0,-4 0-4 0,0-1-5 0,-1-1-5 16,-2 0-7-16,-2 1-1 0,0-1-7 0,-2 0-10 0,-1 0-13 0,-2-1-26 15,-2 0-32-15,-1-1-38 0,-2 0-44 0,-1 1-36 0,-3-1-25 0,-1-1-28 16,-4 1-142-16</inkml:trace>
  <inkml:trace contextRef="#ctx0" brushRef="#br0" timeOffset="209014.55">17759 7201 314 0,'-15'3'138'0,"1"1"-46"0,-2 1-1 0,5 1-2 0,4 0 0 0,3 0-8 16,1-2-6-16,3 1-9 0,1 1-8 0,3-1-6 0,0 1-5 0,3 1-1 15,1 0-2-15,0-1-5 0,4 0 1 0,1-1-2 0,2 1 4 0,1-3 5 16,2 1 1-16,2 0 2 0,2-1-1 0,-1 1-8 0,2-1-4 15,0 1-6-15,1 0-8 0,0 0 0 0,1 0-7 0,1 0-4 0,0 1-2 16,2 0-4-16,-1 0-2 0,1 0-1 0,0-1-4 0,-2 0-3 16,2 1-2-16,-3-1 0 0,1 0-5 0,-3-1-8 0,1-1-18 0,0 0-30 15,-2-1-47-15,0-2-52 0,-2 0-65 0,0-2-58 0,0-1-50 16,1-3-115-16</inkml:trace>
  <inkml:trace contextRef="#ctx0" brushRef="#br0" timeOffset="209275.81">18631 6769 2215 0,'-5'-4'62'15,"1"3"-27"-15,1 3-44 0,5 9-8 0,6 5 8 0,3 5-1 0,6 3-1 16,5 1-1-16,2 1 5 0,3 0-6 0,1 0 0 0,2 0-1 15,1-2-5-15,3 2 8 0,0 0-5 0,4-1-3 0,-2 0 3 0,0-2-3 16,-1-1 4-16,-4-1 6 0,0-2 5 0,-4 0 4 0,-1-2 1 0,-3-2 2 16,-5-1-6-16,-2-1 3 0,-3-1 3 0,-3-3-4 0,-3 0 8 15,-2-1 1-15,-4-1 0 0,-3 1 0 0,-3 2-1 0,-5 1-2 0,-2 3-3 16,-6-1 3-16,-5 2-4 0,-6 1 2 0,-5 1-3 0,-3 0-7 0,-1 1-6 16,-1 1-16-16,-1-1-23 0,0-1-45 0,1 2-71 0,0 2-92 15,1-2-125-15,-1 2-222 0</inkml:trace>
  <inkml:trace contextRef="#ctx0" brushRef="#br0" timeOffset="-204271.91">19843 6162 1723 0,'-7'-4'62'0,"1"1"-42"0,2 0-33 0,3 3-10 0,3 2 2 16,1 1 11-16,0 0 6 0,0 1 5 0,0 1 3 0,0 2-4 15,0 1 5-15,0 1 3 0,-1 0-8 0,1 2 8 0,1-1-5 0,1 2 2 16,0 0 4-16,1 0-2 0,1 1 10 0,-1 0 3 0,2 1 1 0,-1 2 6 16,0-2-2-16,-1 2-1 0,0 1 9 0,0 1 3 0,0 1 5 15,0 2-2-15,0 0-7 0,0-1-12 0,1 2-6 0,-2-1-4 0,0 2-4 16,0-1-1-16,-2 1-7 0,2 0-1 0,-1 1 0 0,-1-2-1 0,1 1 3 16,-1-3-4-16,1-2-1 0,-1-1 1 0,0-1-4 0,0-3 0 15,0 0-1-15,0-1 0 0,0-1-5 0,1-1-7 0,0 0-4 0,0-3-12 16,-1 0-7-16,-1 0-13 0,1-2-15 0,-1 0-16 0,0 0-40 15,0-1 5-15,-1-1-11 0,0-1-13 0,-2-1-12 0,0-3-65 0,-2 0-59 16,0-1-140-16</inkml:trace>
  <inkml:trace contextRef="#ctx0" brushRef="#br0" timeOffset="-204054.91">19598 6410 882 0,'-19'-14'159'0,"0"-1"-91"16,-3-2-21-16,5 2-11 0,4 2 1 0,3 1 9 0,1 0 3 15,2 0 10-15,0 0 7 0,1 1 8 0,1 1 7 0,2 2-3 0,0 1-7 16,2 1-3-16,0 1-6 0,1 1 3 0,1 1-1 0,-1 0-3 0,3 2-4 16,-1-1-7-16,3 1 0 0,2 0-7 0,1 1-3 0,2-1-2 15,3 0-11-15,1 1 1 0,3-1-7 0,1 1-10 0,4 0 0 0,0 0-13 16,0-1 7-16,1 0-2 0,2 1-3 0,0 0 2 0,1-1-1 0,-2-1-6 16,0 1 1-16,-2-1-4 0,-2 0-10 0,1 0 1 0,-1-1 0 15,-1 0-6-15,1-1-3 0,0 0-5 0,-1 0-22 0,1-2-14 0,-1 1-23 16,-1-1-27-16,2 1-21 0,-2 0-26 0,-2 0-29 0,2-1-31 0,-1 1-37 15,1-1-44-15,-2 0-208 0</inkml:trace>
  <inkml:trace contextRef="#ctx0" brushRef="#br0" timeOffset="-203754.91">20410 6229 1507 0,'-7'-1'856'0,"2"5"-786"0,-1 4-42 0,6 6-32 15,4 3-3-15,2 5 4 0,2 2 0 0,3 0-1 0,0 2 7 16,-1 0-3-16,1 2 12 0,-3 0-3 0,2 1-7 0,-1-1-2 0,1 0-2 16,-1-1 1-16,0-3 1 0,-1 0 1 0,-2-2-1 0,-1-1 0 0,-1-3 2 15,-2-3 3-15,-1-4-2 0,-2-3 6 0,-1 0 2 0,0-3 1 16,-2-1 6-16,0-1 4 0,0-1-7 0,-2-2 4 0,-1-1-3 0,-1-2-6 16,0-2 1-16,-1-2-6 0,0-2-2 0,-1-2-3 0,1-2 0 15,-2-3-3-15,2-3 5 0,0 0-1 0,1-1-1 0,2-1 8 0,0 1-1 16,3-2-1-16,0 0 4 0,2-1-4 0,1-2 2 0,2 0-1 0,0 0-11 15,0 0-2-15,3 2-1 0,0-1 4 0,3 1 3 0,0 4 3 16,0-1-11-16,1 3-6 0,0 3-8 0,-2 2-12 0,1 1-9 0,-1 2-13 16,1 1-29-16,1 2-31 0,-1 1-28 0,1 0-32 0,-1 3-22 0,-1-1-34 15,1 0-53-15,0 1-49 0,-1 0-41 0,1-1-75 0</inkml:trace>
  <inkml:trace contextRef="#ctx0" brushRef="#br0" timeOffset="-203236.91">20821 6182 2336 0,'-1'1'91'15,"2"1"-57"-15,3 3-37 0,2 2 0 0,4 3 8 0,0 2 7 0,0 1 7 16,0 1-1-16,0 0-2 0,0 4 0 0,1-1-2 0,1 1-15 0,0-1-4 16,2 2 0-16,-2 0 0 0,3-1 15 0,0 2-2 0,0-1-5 15,-1-2-2-15,1-2-2 0,0-1-2 0,0-2 6 0,-1-1-2 0,3-2 6 16,-2-2-2-16,2-1-2 0,-2-2-2 0,0-1 10 0,0-1-1 0,-1-2 4 15,-2 0 2-15,-1-2-1 0,0-1 2 0,0-1 4 0,-1-1-6 16,-1-1-2-16,-1-1-2 0,-1-1-6 0,0 0 3 0,-2-2-4 0,1 0 1 16,-2-1-4-16,-1 0-1 0,-1-1 2 0,-2-1-5 0,-1 0-9 15,-3-2-1-15,0 2-3 0,-3 0 13 0,-1-2 8 0,0 1-2 0,-3 1 5 16,0-2-13-16,-1 1 0 0,-1 0 2 0,0 1 0 0,0 2-1 0,-1 1 1 16,0 0-5-16,0 3 2 0,1 2-6 0,-1 1-2 0,0 2-4 15,-1 2-7-15,0 2-15 0,-2 2-17 0,0 2-19 0,-1 1-29 0,1 1-20 16,0 2-13-16,1-2-5 0,4 0 0 0,4 0 1 0,2-1-8 0,3-1-6 15,3 0-8-15,4 1-5 0,2 0 4 0,2 0 10 0,4 0 20 16,3-2 23-16,1 1 30 0,0-1 24 0,1-1 21 0,0-1 18 0,0-3 19 16,-1 0 24-16,2-1 25 0,-2-1 28 0,1-1 15 0,-1 0 2 0,1-1-4 15,0-1-11-15,0 0-1 0,1 0 1 0,1 0-6 0,0 0 0 16,-1 1-10-16,2 0-8 0,-1 0-1 0,-2 2-6 0,2 1-1 0,-1 1 1 16,-1 1-4-16,0 0-2 0,0 1 4 0,0 0-6 0,0 2 2 15,-1 0-1-15,0 2-10 0,-2 0 4 0,-2-1-7 0,0 1-10 0,1 1 2 16,0-1-10-16,-2 1 0 0,0 1 0 0,-1 2-5 0,1-1 7 0,-1 1-1 15,1 0 0-15,-1 0-2 0,-3 1-4 0,1-2 1 0,-1 1-2 16,-2-2 0-16,1 0-2 0,0 1 0 0,-1-2-2 0,1 1-4 0,0-2 0 16,-1 0 0-16,1 0 0 0,0-2 2 0,-1-1 4 0,0 0-9 0,-1-1 2 15,0 0-7-15,0 0-8 0,-1-2-3 0,0 0-9 0,1-2-15 16,-1 0-15-16,1-2-30 0,-1-1-29 0,0 0-74 0,1-2-4 0,-2 0-12 16,3-1-39-16,1-4-103 0</inkml:trace>
  <inkml:trace contextRef="#ctx0" brushRef="#br0" timeOffset="-203003.91">21719 6176 384 0,'0'-1'109'0,"2"0"-100"0,1 1-16 0,1 1 5 0,1-1 16 16,0 1 15-16,-1 1 8 0,1 0 15 0,-2 1 8 0,1 1 8 15,-1 2 12-15,0 0-2 0,0 2-1 0,0 1-5 0,-1 2-8 0,0 1-2 16,1 2-5-16,0 0-6 0,0 1-8 0,0 0-5 0,1 0-13 0,-1-2-4 15,1 2-5-15,0 0-4 0,0 0 1 0,1-1-4 0,1 0 2 16,0-1-7-16,0-1-2 0,0 0-5 0,0-4-3 0,0 1-3 0,0-1-5 16,1-2-3-16,0-1-28 0,-3-1-13 0,2 0-1 0,-3-2 0 0,0-1 18 15,0-4-21-15,-2-3-65 0,1-3-69 0,-2-3-68 0,0-1-151 16</inkml:trace>
  <inkml:trace contextRef="#ctx0" brushRef="#br0" timeOffset="-202851.91">21656 5887 886 0,'-8'-3'117'16,"1"0"-46"-16,-2 0-21 0,4 3-8 0,4 1-2 0,0 2 4 0,1-1-4 16,1 3-9-16,1 0-7 0,2 2-8 0,0 2-8 0,2-1-2 0,1 1-6 15,0 0-7-15,0 0-6 0,1-1-18 0,0 0-18 0,-1 0-21 16,1 0-26-16,0 0-29 0,-1-2-28 0,1 0-31 0,-2 0-14 0,1-2-45 16,0-1 46-16</inkml:trace>
  <inkml:trace contextRef="#ctx0" brushRef="#br0" timeOffset="-202420.91">21878 5984 488 0,'2'0'171'0,"1"1"-112"0,2 1-24 0,0 1-1 16,2 2 13-16,-1 1 12 0,1 0 6 0,0 0 1 0,-1 1-3 0,1 1-6 15,0 0-4-15,-1 1-7 0,0 1 0 0,-1 1-5 0,-1-1-3 16,1 3-6-16,-1-1-7 0,0 0-4 0,1 1-3 0,-1-1-3 0,-1 2-5 16,1 0 1-16,0 0-4 0,0 1 3 0,1-3-1 0,-1-1 1 15,1 0 1-15,-1-2-2 0,1 0 4 0,0-1-6 0,0-1 7 0,1 0-4 16,-1-1 2-16,0-2 2 0,0 0 1 0,0-2 7 0,-1-1-3 0,1 0 2 15,-1-2-2-15,2 0-3 0,-1-1 2 0,1 0-1 0,0-1-8 16,0 0 3-16,0 0-8 0,1-2 2 0,0 1 2 0,1-1-6 0,0 0 4 16,-1 0-6-16,1-1 1 0,-1 1 0 0,0-1 1 0,0 1 0 0,0 0 1 15,0 1 1-15,1 0-1 0,-1 2 6 0,1 0 2 0,-1 1 2 16,1 1 5-16,-2 1-1 0,1 1 7 0,-1 1 2 0,1 1-3 0,-2 2 3 16,1 0-7-16,1 1-1 0,0 1-2 0,0 1-3 0,-1-1-3 15,-2 1-2-15,1 1 0 0,0-1 0 0,0-1 2 0,0 1-1 0,0-1-8 16,0-2-7-16,1 1 2 0,-1-1 1 0,0-1 3 0,1 1 5 0,-1 0-3 15,-1-1-4-15,2-1 9 0,0 1-4 0,-1-2 2 0,1 0-2 16,0 0 0-16,-1-1 0 0,0 0-3 0,0 0 2 0,-1-2-5 0,0 1 6 16,-1 1-3-16,0-2 7 0,-1 2-4 0,0 0-6 0,1-1 6 0,0 1-6 15,0-1 6-15,0 0 0 0,1 1-6 0,-1-1 6 0,0 0-8 16,1 0 1-16,0-1-3 0,1-1-1 0,-1 0 6 0,1 0-3 0,-1-1 2 16,1 0-2-16,1 1-1 0,-3-2 0 0,2 0-4 0,-1 1 0 15,1 0 0-15,0 0-4 0,-1 0 3 0,-1 0-1 0,1 2 0 0,-1-1 2 16,-1 0-6-16,1 1 1 0,-1-1-2 0,0 1-6 0,0 0-3 0,0 0-22 15,1-1-28-15,0 0-42 0,0-1-50 0,-1 0-68 0,-1-2-90 16,1 0-366-16</inkml:trace>
  <inkml:trace contextRef="#ctx0" brushRef="#br0" timeOffset="-201854.91">22396 6023 1576 0,'-7'-4'501'0,"1"3"-448"0,1 2-44 0,3 6-26 0,4 1-2 0,1 2 12 15,1-1 4-15,0 1-4 0,1 0 3 0,1-1-12 0,-1 0-11 16,1 1-11-16,-1-2-22 0,2 0-10 0,0-1-19 0,1-1-16 0,0-2-12 16,0-2-5-16,-1 0 0 0,0-1 6 0,-2-1 6 0,2-1 9 0,0-1 12 15,-1-1 18-15,0-1 20 0,1-1 18 0,-1-1 16 0,1 0 9 16,1-1 8-16,-1 0 4 0,0 0 1 0,1 0-3 0,0 0 2 0,-1 2 1 16,1-2 1-16,-2 1 5 0,0-1 1 0,0 1-2 0,0 1 1 15,0 0-4-15,1 1-1 0,1-1 2 0,0 1-2 0,0 1 3 0,1 1 2 16,1 1 5-16,-1 0 6 0,1 1 5 0,0 1 7 0,-1 1 3 0,1 0 14 15,-1 1 8-15,-1 0 11 0,2 1 5 0,-1 1 0 0,0-2-7 16,1 1-9-16,-2 2-7 0,1-2-6 0,-2 2-5 0,1 1 1 0,1 0-4 16,0 0-2-16,0 1 0 0,0 1-7 0,-1 0 2 0,0 0-2 0,0 0-3 15,1 0-4-15,1-1-1 0,0 0-9 0,0 1 4 0,0-1-2 16,-2 0-2-16,1 1 2 0,0-2-2 0,0 0 1 0,-1-1-2 0,0-1 3 16,-1-1 4-16,0-1 3 0,1-1 5 0,0-1-3 0,1-1 1 15,0-1-1-15,0-2-1 0,1-1 4 0,-1-1-6 0,2 0 1 0,0-1-3 16,1-3-7-16,0 1-2 0,-1-2 0 0,0 1-1 0,0-1-2 0,0-1 3 15,0 0-2-15,-1-1 4 0,0 0-5 0,-1 0 7 0,-1-1 1 16,0 2-4-16,-1-1 6 0,-2 1-1 0,-2 0 8 0,-1-1 7 0,-3 3 6 16,-1-1-2-16,-3 2-1 0,-1 2-11 0,-3 0-3 0,-1 0-3 0,-2 2-3 15,-2 1 3-15,-2 1-5 0,-1 2 4 0,-1 3-4 0,0 0-8 16,-2 2 4-16,2 1-4 0,-1 1-1 0,-1 1 1 0,2 3-5 0,2-1-1 16,0 1-2-16,3 1 4 0,1-2-4 0,3-1 6 0,2 1-6 15,2-2-1-15,4 2-4 0,2 0-4 0,3 2 8 0,3 0-2 0,1 0 4 16,4 0 3-16,2 1 1 0,2 0 1 0,1 2 1 0,4 0 1 0,2 2-8 15,0 0 1-15,2 1 10 0,1 1-9 0,0 2 6 0,-1 1-8 16,0 1-11-16,-1 1 15 0,-3-2 1 0,-3 1 12 0,-2-2 14 0,-2-1 0 16,-4 0 1-16,-3 0-1 0,-3-2-5 0,-3 0-6 0,-2 1-2 0,-3-1-3 15,-1-1-3-15,-4 1-1 0,-2 0-6 0,-3-3-2 0,-3 0-21 16,-2-1-35-16,-4-3-48 0,-2-1-65 0,-2-5-60 0,-4-1-68 0,0-3-72 16,-2-3-100-16,-1-2-308 0</inkml:trace>
  <inkml:trace contextRef="#ctx0" brushRef="#br0" timeOffset="-201354.91">20096 7361 1 0,'-29'73'270'0,"12"-43"807"0,12-22 792 0,-5-12-1822 0,4 2-56 16,5 5-45-16,5 2-9 0,5 3 9 0,5 3 26 0,2 1 20 0,2 0 8 15,-3-2 0-15,0 1 1 0,-2 0 6 0,-1 1-3 0,-1 2 3 16,-2 1-13-16,2-1-6 0,0 2 4 0,-1 1 4 0,-1 2 13 0,-1-1 0 16,-3 2 1-16,-1 1-12 0,0 0-1 0,-1 3 4 0,-1 0 1 0,-2 0-4 15,0 0 4-15,-1 0-7 0,-1 0 2 0,1 0 4 0,-1-1 1 16,1-2-5-16,0-2-3 0,0-3 1 0,1-1-2 0,-1-1 0 0,1-2-8 15,1-3-6-15,0-1-8 0,1-1-6 0,0-2 3 0,-1-1-7 16,0-1-9-16,0-2-10 0,-1 0-22 0,0-2-27 0,-1-1-33 0,-1-2-40 16,-1-2-31-16,-3-3-22 0,-1-3-1 0,-2-3 6 0,-3-4 11 0,-1-2 16 15,-1-1 25-15,1-2 32 0,-3 0 40 0,-2-1 41 0,-1 1 32 16,-1 1 24-16,-1 0 23 0,-1 0 16 0,0-1 20 0,-1 1 20 0,0-1 16 16,0-1 17-16,2 1 7 0,0 1 6 0,1-2 3 0,1 0-12 15,2-1-9-15,1 0-19 0,0-1-13 0,2 1-7 0,3 3-2 0,-1 1 2 16,1 1-5-16,2 3 0 0,1 0 5 0,2 1-2 0,1 2 11 0,3 2 2 15,1 1 4-15,3 2-1 0,3 1-5 0,2 0-8 0,2 2-13 0,3-1-3 16,2 1-15-16,3 1 0 0,3 1-11 0,2 1-4 0,1 1 2 16,3 1-7-16,1 1 0 0,1 2-6 0,0 0 2 0,2 2 0 0,-2 0-8 15,0 1 1-15,0 1-8 0,-2-1-9 0,0 1-4 0,-3 0-24 0,0 0-32 16,-1-1-48-16,-3 0-40 0,-1 0-34 0,-2-1-21 0,-1 0-4 16,-2-1-18-16,0 0-35 0,-1 0-23 0,-1 1-148 0</inkml:trace>
  <inkml:trace contextRef="#ctx0" brushRef="#br0" timeOffset="-200737.91">20370 7574 2243 0,'0'-1'138'0,"2"0"-107"0,5 2-48 16,5 1-6-16,4 0 6 0,5 1 8 0,2-1 8 0,-1 0 1 0,2 1 1 15,0 0 5-15,-1 0-3 0,0 0-1 0,-1-1 2 0,0 1-2 16,-1-2-2-16,-1 1-5 0,-1-2 2 0,0 1 2 0,-4-2 2 0,1 0-1 15,-1-1 0-15,-2-1-1 0,-1-2-4 0,-2-1-1 0,0 0 2 0,-1-2-5 16,-1-2 0-16,-2 0 1 0,0-2-2 0,-3 1 8 0,-2-1-1 16,-2-1-3-16,-2-2 5 0,-2 2-1 0,-2-2 2 0,-2 1 2 0,-2 1 2 15,0 1 2-15,-1 1 2 0,-1 1 7 0,-1 2-6 0,0 0-5 16,2 2-1-16,-2 2-7 0,1 1 4 0,1 2 1 0,-1 2 1 0,1 0 1 16,-1 3-2-16,-1 0 2 0,2 2 3 0,-1 1 2 0,2 2 1 0,0 0 6 15,0 1-3-15,3 0-2 0,0 3 2 0,2 0-7 0,2 2-1 16,1 1-1-16,1 2-1 0,2 1 7 0,1-1 0 0,1 2 8 0,3 0 5 15,0-3-11-15,3 1-2 0,3-1 6 0,1 0-9 0,4 0 10 0,1-1-1 16,4 0-13-16,2-1-2 0,0-3-3 0,3 0-7 0,0 1 4 16,2-2 0-16,-1 0-5 0,1-3-3 0,-3-2-4 0,0-1-6 0,-2-1-14 15,-3-3-17-15,0-1-28 0,0-3-25 0,-2-1-12 0,2-3-15 16,-1-2-9-16,-1-3-14 0,-1-2-22 0,0-1-30 0,0-1-20 0,-1-2 4 16,0-1 18-16,1 0 37 0,0 0 37 0,-2-2 30 0,0 0 33 15,-1 0 32-15,-1-1 21 0,-3 1 20 0,1 1 17 0,-1 0 18 0,-1 0 18 0,-1 3 11 16,-2-1 4-16,0 1-7 0,0 3-6 0,-1-2-8 0,0 2-9 15,0 1-5-15,-2 1 2 0,0 4 11 0,-1 0 13 0,-1 3 18 0,-2 1 10 16,0 1-1-16,-2 2-6 0,0 0-10 0,-2 2-6 0,-1 0 7 16,0 2 9-16,-1 0 6 0,-2 2 3 0,0 0-9 0,-1 2-11 0,0-1-4 15,0 3-2-15,0 0-2 0,-1 1-5 0,1 1-4 0,0-1 2 0,1 0-3 16,2 0-4-16,2 1-9 0,1 0-9 0,1 2-14 0,3 2-5 16,1-1-2-16,3 1-2 0,2 1-2 0,2-1-2 0,2 1-1 0,2 0-7 15,0 0 5-15,3-2-5 0,0-1-10 0,2 1 10 16,1 0 4-16,0 0 3 0,2-1 10 0,0 2 0 0,0 0-5 0,1-1 2 0,1-1-2 15,-3 1 1-15,1 0-2 0,-3 0-4 0,0-1-1 0,-2 0-4 16,-2 2-1-16,-2-1 6 0,-3 0 3 0,-4-2-1 0,-1 0 1 0,-2 0-3 16,-3-2-2-16,-2 0 2 0,-2-1-3 0,-3-2-1 0,-3 0-13 0,-3-1-5 15,-2-2-8-15,-1-2-7 0,-1-1 3 0,0-1-8 0,-1-2-13 0,0-1-30 16,3-2-37-16,0-1-34 0,2-1-34 0,2-2-45 0,2-2-32 16,2-2-70-16,0-3-232 0</inkml:trace>
  <inkml:trace contextRef="#ctx0" brushRef="#br0" timeOffset="-200237.91">21615 7038 2486 0,'-4'-1'77'0,"2"2"-64"0,0 2-34 0,2 4 7 0,4 1 4 16,0 3 12-16,1 2 4 0,1 2-1 0,-1 2-2 0,-1 2 8 0,0 1-4 15,-1 2-4-15,0 0 2 0,-1 2-9 0,1 2 3 0,-2 4 1 0,1 0-2 16,-1 2 4-16,1-1-2 0,-1 1-3 0,0 0 1 0,0 0-1 15,-1 0-2-15,1 0 4 0,1-2-4 0,0-1-6 0,0-3 0 0,1 1 3 16,2-3 0-16,1 0 3 0,-1-1 1 0,3-3-12 0,1-1-9 0,1-2-9 16,1-1-21-16,0-4-20 0,-1-2-32 0,1 0-106 0,0 0-4 15,0 0 12-15,-2-1 27 0,-2-3 92 0,-2-2 10 0,-3-2-16 0,-3-4-8 16,-4-1-2-16,-2-3 19 0,-3-3 23 0,-1-2 13 0,-2-2 13 16,1-2 8-16,-2-1 14 0,-2-1 17 0,-1 0 7 0,-1 1 7 0,-1 2 10 15,-2 0 12-15,0 2 5 0,0 0 19 0,-1 1 2 0,3 1 5 16,2-1 11-16,1 1-8 0,1 1-2 0,4 0-6 0,0 0-10 0,2 1-10 15,1 0-3-15,2-1-11 0,2 0-4 0,2 0 0 0,3 1-11 0,3-1 4 16,1 1 5-16,3 0 4 0,2-1 6 0,2 1-6 0,0 1-5 0,4 0-6 16,0 1-7-16,3 0-1 0,0 1 0 0,2 0 0 0,1 2 3 15,-2 1 3-15,0-1 7 0,0 1-1 0,-1 2 2 0,1 1-3 0,0 1-2 16,-1 0-3-16,1 2-7 0,0 1 0 0,0 1-6 0,-1 1-3 0,0-1 5 16,-2 1-4-16,1 0-1 0,-2-1-5 0,-1 1 1 0,-1-1-3 15,1 0 5-15,-1 0 3 0,1 0-8 0,-2 0 4 0,0-1 2 0,1 1-3 16,-1-1 2-16,0 1 1 0,-1 0-4 0,3 0 5 0,0 0-2 15,-1 0 0-15,-2 1-12 0,0 0 3 0,-1 1-4 0,-1-1 1 0,0 3 14 16,-2-1-3-16,-1 0 4 0,-1 2 2 0,0 1-3 0,-2 0 3 0,1-1-1 16,-2 1-6-16,0-2-7 0,-1 1-5 0,0 1-1 0,-1-1-5 15,-1-1-12-15,0-1-7 0,-1-3-14 0,0 1-11 0,-1-3-13 0,0-1-12 16,0-2-14-16,-1-1-26 0,-1-2-36 0,1-2-43 0,-2-4-37 0,0-3-68 16,1-5-45-16</inkml:trace>
  <inkml:trace contextRef="#ctx0" brushRef="#br0" timeOffset="-199554">22031 7235 1671 0,'-2'0'115'0,"0"3"-91"0,1 0-46 0,3 4-7 16,4 0 9-16,2 2 10 0,0 0-3 0,2 2-3 0,1 0-6 0,1-2-7 16,0 2-9-16,0-3-24 0,-2 0-29 0,0-1-22 0,-2-1-24 15,0 0-3-15,-1 0 11 0,-1-2 10 0,-1 1 20 0,0-1 16 0,-1-1 15 16,0-1 13-16,1 0 13 0,0-2 11 0,1 1 8 0,0-1 11 15,2-1 5-15,0 0 5 0,0 0 2 0,1-1 2 0,-1 1 1 0,3-2 4 16,0-1 5-16,0 1 11 0,0-1 9 0,-1 0 7 0,-1 0 4 0,1-1-8 16,0 1-8-16,0 0-6 0,0 0-5 0,1 1 0 0,-3 1 5 15,2 0 7-15,0 1 11 0,-1 1 13 0,1 1 10 0,-1 1 8 0,0 0 6 16,0 1 3-16,0 1 5 0,0-1-4 0,-1 2 0 0,0 0-11 0,0 1-7 16,-1 0-10-16,0 1-4 0,1 2-5 0,0 0-7 0,0 0-1 15,1 1-11-15,-2 0-3 0,1 1-6 0,-2 1-10 0,2 1 1 0,-2 1-4 16,1-1-2-16,-1-2 1 0,-1 0-5 0,0-1-1 0,0 0 1 15,-1-1 1-15,1 0 1 0,0-2 0 0,-1-1 1 0,0 0 1 0,0-1 7 16,0-2-4-16,0-1 4 0,0 0 0 0,-1-2 0 0,1 0 3 0,0-2-5 16,1 0 0-16,2-1-6 0,-1-1 2 0,2-1-1 0,-1 0-4 15,1-1 3-15,0 1-7 0,-1 0 3 0,0 0 2 0,0 1-2 0,0 0 6 16,-1 2 1-16,1-1-2 0,-2 2 2 0,1-1 1 0,1 1-3 0,0 0 1 16,0 0-5-16,0 1 4 0,0 1 1 0,0-1-3 0,0 2 4 15,0-1-2-15,2 1 0 0,0-1 3 0,1 1-3 0,0 1 1 0,1 0 1 16,-2 0-1-16,2 0 3 0,1 0-1 0,1-1 1 0,1 1-4 15,-1-2 1-15,1-1-1 0,-1 1 0 0,0-3 4 0,0 1 1 0,-3-2 6 16,2 0 2-16,-1-2 1 0,-2 0 2 0,1-2 5 0,-2 0-2 0,-1-1 6 16,0-1 2-16,-1 0-4 0,1-1 2 0,-1-1-3 0,-1 0-7 15,-1 0 1-15,-2 0 2 0,0 1 1 0,-2 0 4 0,-1-1-2 0,0 1 3 16,-2 0-1-16,1 1 8 0,-2 1-2 0,0 2-7 0,-1 0 2 0,-1 1-9 16,0 1-1-16,0 0-2 0,0 1-3 0,-2 1-5 0,1 1 1 15,-2 1-2-15,0 0-2 0,-2 0 4 0,0 1-4 0,1 0 1 0,0 1-5 16,-1 1 0-16,1-1-5 0,1 1 2 0,0 2-6 0,2-2-7 0,0 1-10 15,3 0-8-15,3-1-4 0,2 2-3 0,4 1 9 0,3 2 5 16,3 0 3-16,3 3 0 0,3 0-3 0,2 0-1 0,4 2 2 0,4 2-1 16,2 1 6-16,2 2 6 0,2 2-13 0,3 3 0 0,-2 3-2 15,2 1-4-15,0 0 24 0,0 1 7 0,0 0 9 0,-2-1 8 0,-1 2 1 16,-3-2 10-16,-3 0 14 0,-3-3 22 0,-4-2 19 0,-4-1 8 0,-5-4-3 16,-4 0-8-16,-4-1-11 0,-4 0-2 0,-6-2-4 0,-2 1-11 15,-7-1-13-15,-5-1-16 0,-4-3-17 0,-7 0-13 0,-5-2-4 0,-5-2-9 16,-3-2-3-16,-3-3 2 0,-1-2-24 0,0-3-24 0,-1-1-39 0,1-3-58 15,2-2-52-15,-1-1-46 0,0-5-51 0,3-2-51 0,3-1-216 16</inkml:trace>
  <inkml:trace contextRef="#ctx0" brushRef="#br0" timeOffset="-198037.44">24375 5587 1501 0,'-3'0'30'0,"0"1"-45"0,2 4-1 0,1 4 14 0,2 2 8 15,1 3 13-15,0 2 5 0,-1 3 11 16,1 3 4-16,-1 3 8 0,0 0 2 0,1 3-1 0,0 0 1 0,2 2-6 0,1-1-4 0,1-2-10 15,2-1-4-15,1 0-7 0,4-1-2 0,2-2 4 0,2 0-7 0,1-4 1 16,4-2-5-16,-1-2 0 0,1-3 4 0,0-3 0 0,-1-4 7 16,1-2 7-16,-2-3 9 0,-2-3 11 0,0-2 3 0,0-4-1 0,0-3-11 15,-1-2-8-15,1-1-2 0,1-1-12 0,-3-3 4 0,0-1-10 0,-1 1-4 16,-2-4 5-16,-2 0-2 0,0-1 7 0,-1-1-5 0,-2 0-5 16,-3-1 6-16,0-1-7 0,-3 1 11 0,-1-2 0 0,-2 3-5 0,-2 0 6 15,0 3-6-15,-2 2 5 0,-1 3 3 0,-1 3 1 0,-1 4-6 0,-3 2-3 16,-1 2-11-16,-1 2-3 0,-4 4-2 0,-1 2-9 0,-2 3-2 15,-2 3-8-15,-3 3-7 0,-1 4-11 0,1 1-13 0,-1 3-22 0,1 1-25 16,-2 0-31-16,1 1-31 0,1-2-25 0,1 0-25 0,4-1-29 16,2-2-51-16,3-2-63 0,3-2-199 0</inkml:trace>
  <inkml:trace contextRef="#ctx0" brushRef="#br0" timeOffset="-197487.43">25191 4670 2866 0,'-9'2'13'0,"0"6"-46"0,-2 10-7 0,5 11 7 16,1 4 15-16,0 5 8 0,1 1-3 0,-1 1 5 0,0 1-5 16,0 1 5-16,0 1 4 0,1-3-15 0,2 2-7 0,1-2-8 0,2-1-10 15,2 0-10-15,1-1-10 0,3-1-5 0,1-1 7 0,2 0 9 0,0-1 15 16,2-2 8-16,1-2 1 0,0-5 10 0,1-3 3 0,-1-1 3 15,2-3 1-15,0 0 2 0,-1-2-5 0,-2-3-5 0,-1-2-3 0,-1-2-2 16,-2-1 1-16,-1-2 3 0,-1-3 6 0,1-1 8 0,-2-3 3 16,1-1 1-16,0-1-6 0,1-3-7 0,1 0-3 0,1-2-6 0,2-2 1 15,0 1 1-15,1-2 6 0,0 1 8 0,1-2 2 0,-1 1 4 0,-2 1 3 16,0 2-1-16,-2 1 8 0,0 2 2 0,-2 1-1 0,0 2 3 16,-2 2-1-16,-1 1 5 0,0 1 0 0,-1 2 4 0,0 2-3 0,-1 2-1 15,0 2 2-15,0 2-6 0,-2 0-4 0,1 3 4 0,0 0-4 16,2 0 0-16,0-2 2 0,1 0-2 0,0-1-5 0,2-2 1 0,0-1-1 15,1-2 1-15,2-1 8 0,-1-1 2 0,1 0 3 0,0-2-1 0,0-2 2 16,0-2-4-16,-2-2-1 0,0-1 0 0,1-2 0 0,-2 0-3 16,0-1-5-16,-1-2 6 0,-1-1 8 0,-2-1-4 0,0-2 5 0,-2-1-16 15,-1-1-16-15,-3-2-8 0,-1-2-12 0,-2 0 0 0,-2 0 4 0,-1-2 8 16,-2 0 14-16,0 0 8 0,-1 0 5 0,2-1 1 0,0 1-3 16,1 1-5-16,1 2 0 0,2 3 1 0,1 4-5 0,1 2 1 0,1 2-6 15,0 3-5-15,0 2-1 0,0 2 5 0,-1 2 10 0,1 2 8 0,0 2 4 16,1 0-1-16,0 1-1 0,2 2 0 0,1 1-2 0,1 2 0 15,3 1 0-15,0 0-4 0,3 1 1 0,1-1-4 0,0 0-1 0,3 0 2 16,-1 0-2-16,3-1 1 0,1 0 0 0,1-2-3 0,0-1 2 16,1 0-4-16,1-3 3 0,2 0-4 0,-1-2-3 0,1-1-2 0,0-2-6 15,-1 0-1-15,0-2 0 0,0-1-3 0,1-1-4 16,-1-1-6-16,2-1-30 0,-1 0-48 0,-1-1-62 0,0-1-73 0,1 0-64 0,-1 0-54 16,0 0-156-16</inkml:trace>
  <inkml:trace contextRef="#ctx0" brushRef="#br0" timeOffset="-197318.43">26246 4905 2092 0,'-7'-19'95'0,"0"-1"-67"0,-1 0 3 0,3 5 5 15,4 5 4-15,0 3 1 0,1 3-6 0,1 1-7 0,-2 3-10 0,1 3 5 16,-1 1 2-16,0 2 8 0,-1 3 3 0,-1 2-2 0,-1 4 1 16,0 5-11-16,-1 4-9 0,1 5-9 0,-2 4-1 0,-1 4-13 0,2 2-5 15,0 1-3-15,1 1-5 0,0 0 0 0,1 1-6 0,0-3-45 0,0 1-64 16,0-1-71-16,-1-2-68 0,0 2-49 0,-1-3-14 0,0-2-22 15,-2-2-31-15,0-3-11 0</inkml:trace>
  <inkml:trace contextRef="#ctx0" brushRef="#br0" timeOffset="-196904.52">25906 5375 1120 0,'-7'-10'438'16,"0"1"-382"-16,2-1-30 0,2 5-3 0,4 2 9 0,1 0 4 0,1 1 1 15,3 0 13-15,1 1-3 0,2 0 5 0,1 1-4 0,-1 0-12 0,1 0-9 16,0 1-7-16,3 1-8 0,1 0-6 0,1 1-5 0,0-1 1 15,2 1 1-15,2-2-2 0,2 1 2 0,-2-1-7 0,1 1 1 0,-2-2-1 16,-3 1 2-16,2-1 1 0,-1 0 2 0,0 0-1 0,-2-1 2 0,1 0 2 16,-1 0-6-16,1 0 4 0,-2-1-4 0,2 1 4 0,-1-1-1 15,1-1 2-15,-1 1-1 0,1 0-7 0,2 1 4 0,-1-1-1 0,-1 0 4 16,2 1-5-16,0 1 0 0,1 1-5 0,-1 0-5 0,1 1 3 16,1 0-5-16,-2 1-1 0,2 2 5 0,0-3-2 0,1 2 7 0,-2-1-4 15,2 1-1-15,-1-1 7 0,0 0-1 0,1 1 5 0,0-1 2 0,-2-1-1 16,0 0 3-16,-1-2 6 0,-3-1 1 0,0-1 4 0,-2 0 6 15,-1-1 2-15,-1 0-5 0,0 0-1 0,-2-1-4 0,-1 0-2 0,-1 0 4 16,-2-1 3-16,-2-1 0 0,-1-2 0 0,-3 0 3 0,-3-1-8 16,-1-1-4-16,-3 0-6 0,0 0-5 0,-4 0 1 0,-1 0-4 0,-1 0 2 15,1 2 2-15,-3 0-3 0,-1 1-1 0,-1 2-2 0,2 2 1 0,0 0-1 16,0 2 2-16,2 2 0 0,2 0 2 0,0 0-3 0,1 2 2 16,2 0 1-16,2 1 0 0,2 1 1 0,1-1 5 0,1 1 0 0,2 0 6 15,1 1 4-15,3 0 1 0,3 0 4 0,1 1-2 0,2 2-3 0,2-2 1 16,3 2-8-16,2 0 1 0,1-1-1 0,3 0-11 0,1-1 2 15,1 0-1-15,-1 0-3 0,1-1 2 0,-1 0-4 0,-2-1-4 0,0-1-7 16,-1 1-12-16,-2-1-13 0,1 0-19 0,-1-2-27 0,0 0-45 0,0-1-44 16,-1 0-41-16,1-2-43 0,0-1-32 0,-1-1-41 0,3-4-91 15</inkml:trace>
  <inkml:trace contextRef="#ctx0" brushRef="#br0" timeOffset="-196204.52">27975 4808 2021 0,'-15'-9'104'0,"0"3"-132"16,-4-1-6-16,6 4-3 0,3 4 7 0,1 2 2 0,0 2 10 0,0 1 11 16,-1 3 7-16,1 0 16 0,-1 2 18 0,2 0 8 0,0 0 2 15,-1-1-11-15,1 3-7 0,0 0-12 0,-1 2-8 0,2 0-6 0,0 2 0 16,2-1-3-16,1 1 0 0,0-2 5 0,2 2-5 0,0 0-2 15,1 1 4-15,0-4-8 0,1 1-5 0,1 1 5 0,0-1-2 0,1 2 6 16,-1 0 1-16,-1-1-2 0,1 1 2 0,-1-3-3 0,-1 1 0 0,0-1-2 16,0 0-1-16,-2-2 6 0,-1-2 0 0,-1 0 1 0,-1-1 0 15,0 0-1-15,-2-1 3 0,-1-1-11 0,1-1-9 0,-3 0-15 0,0 0-15 16,0-1 0-16,0 0 1 0,1-2 13 0,1-2 14 0,2-1 2 16,3-2 6-16,1-1-7 0,2-2-8 0,2-1 1 0,1-1-3 0,1-2 12 15,3 1 10-15,0-2 7 0,3-2 0 0,1 0 2 0,2-2-3 0,2 2 3 16,1-1 3-16,-1 2 0 0,1 1 0 0,-1 0-1 0,1 3 3 15,-1 1 1-15,0 1 1 0,0 2 3 0,-1 0-2 0,-1 1 5 0,1 0 0 16,0 1-2-16,0 1 0 0,-1 0 1 0,0 0-1 0,1 0 1 16,0 0 2-16,1 0-4 0,1 1 0 0,0-1 1 0,1-1-2 0,0-1-4 15,-1 0 3-15,3-1-2 0,0 0 0 0,0-1 4 0,-1-1-6 0,1 0 2 16,0-1 2-16,-2 1-3 0,0-1 6 0,-1 0-1 0,-1 0 3 0,-3-1 3 16,-2 0 2-16,0 0 13 0,-2 0 1 0,-2-1 4 0,-1 1 4 15,-1-1-11-15,-2-1 1 0,-2 1 2 0,-1 0-3 0,-2 1-4 0,-1-1 2 16,-2 0-9-16,-2 0 1 0,0 2-1 0,-1 1-7 0,-2 0 2 15,0 0 0-15,0 2-2 0,-1 0 0 0,-1 2 4 0,0 0-1 0,1 3-1 16,0 0 2-16,3 1-11 0,-2 1 0 0,1 1-2 0,0 1 1 16,1 0 1-16,0 2-5 0,3 2-2 0,0 1-1 0,2 1-5 0,0 2-1 15,1 0-5-15,2 3 4 0,1 0 3 0,1 0-1 0,1 1 14 0,2-1-5 16,2 0-1-16,1-1 4 0,1 1-7 0,2-1-1 0,1 0-4 0,3-3-6 16,0 0-10-16,3-1-11 0,0-1-16 0,4-2-23 0,1-2-21 15,1-1-30-15,3-3-24 0,-1-2-26 0,3-4-27 0,0-2-27 0,0-3-21 16,1-4-17-16,-1-3-131 0</inkml:trace>
  <inkml:trace contextRef="#ctx0" brushRef="#br0" timeOffset="-196054.25">28678 4885 482 0,'8'-25'162'0,"1"-2"-108"0,2-8-3 0,-1 1 12 15,-1 3 13-15,-1 3 16 0,-1-1 19 0,0 6 12 0,-1 2 2 0,-2 5-8 16,0 3-13-16,-1 4-2 0,-2 2 4 0,-1 4-5 0,0 2-11 0,0 1-25 16,-1 2-24-16,1 3-6 0,-2 2 1 0,0 3 2 0,-1 2-1 15,0 3-12-15,1 5-8 0,-1 1-12 0,0 8-5 0,0 2-2 0,-1 3-4 16,2 1 2-16,1 0-2 0,0-2-12 0,3 1-4 0,1-2-11 0,1 2-24 15,3-3-41-15,0-1-73 0,2-3-71 0,2 0-54 0,-1-3-46 16,1 0-48-16,0-3-74 0</inkml:trace>
  <inkml:trace contextRef="#ctx0" brushRef="#br0" timeOffset="-195901.25">28518 4960 2378 0,'8'-2'3'0,"4"2"-66"16,7 2 9-16,2 4 9 0,5 1-6 0,2 0-27 0,1 1-54 0,2 0-40 16,-1-2-20-16,2 0-5 0,-1-1 3 0,0-1-22 0,-1-2-41 0,0-1-173 15</inkml:trace>
  <inkml:trace contextRef="#ctx0" brushRef="#br0" timeOffset="-195120.8">24829 7050 1340 0,'-10'8'696'15,"-1"7"-652"-15,-3 9-61 0,2 6-11 0,3 7-3 0,3 2 7 0,3 2 8 16,4 1 3-16,2-3 8 0,2-4 2 0,4-1 0 0,-1-5-1 16,4 0-2-16,2-3 1 0,-1-3 2 0,3-2 3 0,1-3 2 0,2-3 0 15,1-3 8-15,0-2 5 0,2-5 7 0,1-2 10 0,-2-4 8 16,1-2 2-16,0-3 1 0,-1-3 2 0,2-2-5 0,-3-3-9 0,2 0-4 16,-1-2-8-16,-3-3-10 0,1 1 3 0,-2-3-3 0,-2 0 0 0,-2 0 0 15,0-3-1-15,-1-1-4 0,-3-1-2 0,-1-4-1 0,-4 2-1 16,-1-3 6-16,-4 2-1 0,-2 2-3 0,-2 1 10 0,-3 1-3 0,-1 2 6 15,-2 4 8-15,0 1-3 0,-1 4 2 0,-2 2-5 0,-1 3-14 16,-3 2-9-16,0 2-8 0,-2 2-11 0,-1 2-1 0,1 3-5 0,-4 2-7 16,0 3-2-16,1 2-7 0,-2 0-13 0,2 4-17 0,-2 0-26 0,1 2-27 15,2 1-23-15,0 1-22 0,3-1-18 0,2-2-31 0,1-1-32 16,4-2-29-16,2-2-189 0</inkml:trace>
  <inkml:trace contextRef="#ctx0" brushRef="#br0" timeOffset="-194052.27">25250 6403 2199 0,'-2'-6'90'15,"0"2"-90"-15,3 1-10 0,4 4 4 0,2 4 9 0,2 2 12 16,0 3 7-16,0 3-1 0,0 3 2 0,1 2 1 0,-1 6-1 0,0 3-3 16,1 4-3-16,-2 4-6 0,0 5-8 0,0 3-1 0,-2 1-4 0,-1 1 2 15,1 0 0-15,-2-2-2 0,2-1-5 0,-1 0-16 0,1-3-8 16,1-1-13-16,0-1-22 0,1-2-26 0,2-1-32 0,-1-3-14 0,1-2 3 15,1-4 13-15,0-3 21 0,1-3 28 0,1-5 23 0,0-2 29 0,1-3 18 16,-1-3 13-16,1-3 6 0,-1-3 8 0,0-3 2 0,-2-1 1 16,1-2-3-16,0-2-6 0,-1-2-6 0,0 1-10 0,2-3 0 0,-2-1-1 15,1-1 3-15,2 1 4 0,-1-1 5 0,-1-2 2 0,0 1 3 16,-1-1-4-16,0 2 1 0,0 1-1 0,1 1-4 0,-2 3 3 0,1 2 4 16,1 1 1-16,-1 2 5 0,0 1 2 0,-1 2 0 0,-1 0-2 0,1 1-1 15,0 1-4-15,1 0-4 0,1 1-4 0,-2 1-5 0,2-1-3 16,0 0 2-16,-2 0-2 0,1-1-1 0,0 0 5 0,-1 0-6 0,0-1 8 15,1 0-3-15,-1-2 1 0,-1 0 4 0,1-1-4 0,-1-1 7 0,1-1-3 16,-1-1-5-16,-1-2 2 0,-1 0-7 0,-2 0 0 0,0-1-7 16,-3-1-5-16,0 0 8 0,-2 0-16 0,-2-2-5 0,-1-1-10 0,-2-3-16 15,-3 1-1-15,-2-2 3 0,0 0 4 0,-2 0 3 0,1 1 6 16,-2 0 2-16,-1 2 6 0,-1 3 8 0,1 3 7 0,-2 3 7 0,0 2-2 16,0 2 1-16,0 3 1 0,-1 2 6 0,1 2 9 0,1 3 10 0,2 4 2 15,-1 2 2-15,2 1-7 0,0 1-6 0,2 2-6 0,3 2-4 16,0-2-1-16,3 1-4 0,3-2 9 0,2-2 4 0,3-1 10 0,3 0 3 15,1-1 0-15,4-2-2 0,2-2-10 0,1 0 1 0,2-2-5 0,2-1 1 16,2-2-1-16,-1-1-4 0,2-2-4 0,-1-1 3 0,-1-1 2 16,1-1-2-16,0 0 4 0,0-1-4 0,1-2-4 0,0 1 1 0,-2-1-7 15,0 0-1-15,0 0 1 0,-1-1-5 0,1-1-6 0,1 0-14 16,0-1-22-16,0-2-24 0,1 0-15 0,-1-1-9 0,2-1-12 0,1 0-19 16,0 0-1-16,0-2-1 0,-1 0 14 0,2-1 28 0,0-1 17 0,-2 0 19 15,1-1 20-15,-2 0 16 0,1-1 15 0,-2 2 13 0,0-3 14 16,-2 0 19-16,1 1 27 0,-3-2 21 0,0-1 17 0,0 0 6 0,0-3-6 15,-3-1-11-15,-1-1-4 0,-2-3-8 0,-1 2-6 0,-1-1-7 0,-2 0-6 16,-2 3-4-16,1-1 3 0,-2 2 0 0,0-1 4 0,-1 2-2 16,0 4-4-16,0 1-1 0,-1 4-8 0,0 3 5 0,-2 3 1 0,1 5 5 15,0 2 0-15,-1 0-6 0,0 3 4 0,-1 1-9 0,-1 3-1 16,0 1-9-16,-1 5-16 0,0 4-7 0,-1 3-8 0,-1 6-2 0,0 1-5 16,-1 5 1-16,2 0 1 0,0 3-1 0,0 1-2 0,2 1-4 0,1-2-4 15,1 0-5-15,1-1-4 0,1-1-7 0,1 0-13 0,-2-3-34 16,3-1-38-16,-1-4-29 0,0-1-29 0,2-3-3 0,0-4 7 0,1-3 14 15,0-2 12-15,-1-2 3 0,0-3 3 0,-1-3 5 0,-2-2 15 0,-1-2 27 16,-2-2 29-16,-4-3 19 0,-1-3-2 0,-2-2-13 0,-3-1-19 16,1-1-12-16,-3 1 27 0,-2 0 31 0,0-1 22 0,-2 1 24 0,0 0 23 15,1 1 15-15,-1 0 6 0,2 0-4 0,-2 0-6 0,1 2-1 16,0 0 3-16,3 1 8 0,0 0 13 0,2 0 12 0,1 0 13 0,2 0 11 16,2 0-4-16,2 1-7 0,2-1-18 0,2 1-26 0,1 1-18 0,1 1-14 15,2 0-7-15,3 2-3 0,0-1 0 0,2 1 1 0,1-1 0 16,0 1 4-16,0 0-1 0,2 1-3 0,2-1 0 0,0 1-6 0,1 0 0 15,-1 0 2-15,1 0-9 0,2 1 2 0,-1-1-3 0,-1 1-1 0,0 0 0 16,-1 0-2-16,0 1 0 0,-2 1-3 0,1 0 2 0,-1 1-3 16,1-1-3-16,1 0 2 0,0 1 0 0,2-1-1 0,0 0 3 0,0 0-1 15,0-1 0-15,1-1 0 0,0 1-1 0,0 0 3 0,2-1 0 16,-2 0 5-16,2 1 3 0,-2-1-5 0,1 1 0 0,0 1 0 0,-2-1-2 16,1 1 3-16,0 0-1 0,-2 0-2 0,-1 0 3 0,0-1-3 0,-1 0 5 15,0 0 5-15,-3-1-3 0,-1-1 9 0,-1-1-1 0,-2-1-1 16,0 0 2-16,-1 0 7 0,-1-1 4 0,-1 1 5 0,-2-2-2 0,-2-1-13 15,-2-2-16-15,-2-2-11 0,0-2-9 0,-3-2 4 0,-1 2 11 0,0-3 8 16,-4 1 10-16,-1 0 6 0,-2 1 2 0,1-2 0 0,1 1-4 16,-1 0 0-16,0 4 6 0,1 2 5 0,1 2 5 0,0 3 1 0,1 2 0 15,1 2-6-15,2 2-11 0,2 3-5 0,1 1-2 0,1 4 2 16,1 2 7-16,1 2 0 0,2 2-3 0,1 0 5 0,3 3-3 0,2 1-2 16,2 0 5-16,3 1-4 0,3-1-5 0,2 0-3 0,4 0-14 0,1-1-9 15,4-1-8-15,1-3-12 0,1 0-20 0,1-4-21 0,0-2-15 16,0-1-16-16,0-4-4 0,5-3-10 0,-2-3-16 0,1-3-25 0,0-4-46 15,-1-3-49-15,0-2-23 0,3-5-64 0</inkml:trace>
  <inkml:trace contextRef="#ctx0" brushRef="#br0" timeOffset="-193452.41">28866 6178 2491 0,'-13'-4'11'0,"-3"1"-53"0,-2 1 2 0,1 3 4 0,1 1 15 0,-1 1 0 15,-3 2-6-15,-2 2 7 0,-2 0 7 0,0 1 13 0,-2 0 9 16,0 1 7-16,-1 0 2 0,0-1-3 0,2 2-4 0,1 2-4 0,4 0-10 16,2 2-9-16,3 1-6 0,3-1-7 0,2-1-1 0,2 1 1 0,2 0 1 15,1 0 4-15,2 1 2 0,1 1 6 0,2 0 2 0,2 0 0 16,1-1 3-16,2 2-2 0,2 1 0 0,1 0-4 0,3 0-2 0,1 0-1 15,2-1 6-15,2 0 0 0,0 1 4 0,2 0-1 0,1-1 2 0,-1-1 0 16,2 1 5-16,0-2 0 0,-2 1 2 0,-1-4-8 0,-2 1 5 16,-1-2-1-16,-3 0-1 0,-2-2 9 0,-3-2-6 0,-2-1 0 0,-2-1-6 15,-4-1-13-15,-1-1-20 0,-3-1-23 0,-1 0-22 0,-4-2-16 16,-2 0 10-16,-3-1 16 0,-2-2 16 0,-2 0 28 0,-2-1 9 0,-1-1 6 16,-1 0 15-16,1 1 0 0,3-1 6 0,1 0 3 0,3 0-6 0,1 1-4 15,3-1-5-15,0 1-10 0,3 1-15 0,2-1-11 0,3 0-9 16,2 0 2-16,3 0 9 0,1 0 3 0,3 0 9 0,1 0 9 0,4 0 7 15,1 0 11-15,2-2 9 0,3 0-5 0,4 0 2 0,0-1-2 0,5 0-1 16,1 0 0-16,1 0 2 0,2 0 2 0,-1 1 9 0,1-1 5 16,-1 0 8-16,3 0 2 0,-1-1 0 0,2 0 2 0,0-1-8 0,0 0 1 15,-1 2-4-15,0-3-4 0,-1 1-1 0,-1-1-1 0,-1 1-1 0,-1-2 8 16,-2 1 3-16,-2-1 5 0,-3-1 10 0,-3 0-1 0,-1 0 3 16,-3 1-3-16,-1-2 1 0,-3 1 1 0,-1-1 3 0,-4 1 0 0,-1 0 0 15,-2 0-1-15,-1 1-2 0,-2 1-7 0,-2 1-10 0,-3 1-2 0,-2 0-3 16,-2 1 5-16,-1-1 5 0,-1 1-2 0,0 1 1 0,-1 2-9 15,1 1-7-15,-2 1-2 0,1 2-11 0,0 2-5 0,-1 0-2 0,1 2-8 16,2 1-3-16,1 1 8 0,0 3-4 0,0 0-1 0,0 1 0 16,1 3-5-16,1 2 8 0,3 3 3 0,0 2 7 0,0 1 3 0,2 2 3 15,1-1 1-15,1 0 6 0,2 0 0 0,0 0-7 0,3 1 1 0,0-3-9 16,2 2-4-16,2-2-2 0,0 0-6 0,2 0-3 0,1-1-10 16,1-3-10-16,2-1-24 0,0-1-17 0,1-2-20 0,1-2-12 0,2-3 7 15,0-2 6-15,0-3 12 0,2-2 1 0,0-3-18 0,0-2-23 0,2-4-12 16,3-3-8-16,0-2-13 0,1-3-16 0,1-3-136 0</inkml:trace>
  <inkml:trace contextRef="#ctx0" brushRef="#br0" timeOffset="-193271.07">29680 5910 1561 0,'-2'-4'46'0,"0"2"-18"0,1-1-5 0,1 3-4 0,0 3 2 15,2 1-5-15,-2 3 4 0,1 3 1 0,0 3 5 0,-1 2 11 0,0 5 13 16,-2 4 0-16,0 1 0 0,-1 4-8 0,0 2-17 0,1 4-5 15,-1 2-12-15,0 3-2 0,1 1 1 0,0 1-11 0,1 0-5 0,0 3 1 16,2-3-4-16,0 0 5 0,1-1 7 0,1-1-14 0,0-2-5 16,1 0-11-16,2-1-17 0,1-3-15 0,1-2-42 0,-1-2-57 0,1-4-69 15,-1-1-64-15,-1-2-260 0</inkml:trace>
  <inkml:trace contextRef="#ctx0" brushRef="#br0" timeOffset="-193151.07">29430 6632 1522 0,'-1'-3'144'0,"1"2"-118"0,1-1-7 0,4 2-13 0,2 2-1 16,3 0 3-16,4 1-8 0,4 0-5 0,2 0-8 0,4-1-10 0,3-1-17 16,4-1-28-16,2-3-67 0,6-3-106 0,2-3-153 0,6-6-223 15</inkml:trace>
  <inkml:trace contextRef="#ctx0" brushRef="#br0" timeOffset="-191203.09">26425 681 1239 0,'-7'-1'29'0,"1"0"-54"0,-1 0-2 0,-2-1 17 0,-1 1 15 15,-1-1-6-15,-2 1 2 0,-1 0-4 0,-3 0 6 0,1 0 11 16,-3 1 9-16,-2-1 8 0,0 1 5 0,-3 0-6 0,0 0-2 0,1 1-3 16,-2 1-53-16,-1 0 4 0,1 1-1 0,-2 0 4 0,1 1 47 0,-3 0 3 15,1 1 8-15,-3 1-8 0,1 0 6 0,-3 3 0 0,0 1-6 16,-2 1-2-16,0 2-6 0,-1 1 1 0,-2 1-6 0,-1 3 3 0,-2 1-4 15,1 1-1-15,-2 2-5 0,-1 3 5 0,-1 0 0 0,0 2-7 16,-1 0 8-16,-1 3-7 0,-42 28-44 0,5-1 5 0,6-2-1 0,5-2 6 16,8-2 44-16,5-2 2 0,7-5 1 0,6-4 0 0,4 1 2 0,1 1-8 15,-1 0 2-15,2 1 2 0,1 0-1 0,1 1 0 0,3 1-4 16,0 0-2-16,2 1-12 0,-27 38-6 0,13-11-3 0,9-11 4 0,12-14 6 16,4-4 14-16,2-1 5 0,2-1-4 0,1 2 2 0,2-1 4 0,2-1-2 15,1 0 0-15,1-2 0 0,0 0-6 0,3-1 1 0,1 1-8 16,3-2-3-16,2 0-2 0,2-2-1 0,1 1 6 0,2 1 0 0,1-2 4 15,3 2-2-15,0-1-5 0,1 1 2 0,1 1-4 0,1-2 3 16,0 0-3-16,1-2 3 0,2 0-1 0,1 0-4 0,1-1 3 0,1 1-5 16,2-3-2-16,1 0 1 0,2-1 2 0,1 0-1 0,2-1 5 0,0 0 0 15,3-3-6-15,-1 1 8 0,3-3-1 0,0 0 0 0,1-1 2 16,2 1-3-16,2-1 2 0,-1-2 2 0,4 0 3 0,0-2-1 0,3-1 2 16,3-2-5-16,0-1 4 0,2-2 5 0,1-2-7 0,2 0 7 0,1-1-5 15,2-1-1-15,0-1 0 0,1 0-2 0,2-3-1 0,-1-1 1 16,1-1 0-16,0-1-1 0,1-1 2 0,0 0 2 0,-1 0-6 0,1-2 7 15,-1 1-7-15,1-2 4 0,1 1 1 0,-1-1-3 0,0 0 1 0,-1 0-1 16,3 0-1-16,-1-1 2 0,0 0-1 0,1-2-1 0,-3 0 4 16,3 0-6-16,1 0 3 0,-1-1-2 0,3-1-1 0,-2 0 0 0,-1-1-1 15,2-1 5-15,-2-1-1 0,0 1 5 0,0-1-2 0,-2 0-4 16,-1-1 1-16,2-1 0 0,-3-2 2 0,0 1-1 0,1-1 3 0,-2 0-9 16,-1-1 2-16,2-1 3 0,-3 1 1 0,0-3-1 0,-1 1-3 0,-2-2 3 15,1 1-3-15,1-1 6 0,-1-1-1 0,1 0-2 0,-1-3 2 16,0-1-3-16,-1 0 0 0,1-3-2 0,1-1-5 0,-2-2 8 0,0-1 5 15,-2-1 3-15,1-1 2 0,-2-2-6 0,-1 0-2 0,-1-1 6 16,0 1 0-16,-2 0 4 0,-2 1-1 0,-1-3-7 0,-2 0 0 0,1 1-1 16,-4-1-1-16,0 4 4 0,-1-2-4 0,-1 4 0 0,-2-3 2 0,-1 2-4 15,-2-1 5-15,-1 1 4 0,0-1 0 0,-2 1 1 0,-1-3-6 16,0 2 3-16,-3-1-3 0,0 1 7 0,-1 0-7 0,-2-2 0 0,0-3-4 16,0-1-2-16,-1-2 2 0,-2 1 3 0,1-1-4 0,-1 0 1 0,-1 0 1 15,-6 19-2-15,1-5 7 0,-1 1 0 0,0-6-4 0,-2 1 1 16,2-6-1-16,-2 2 1 0,-1-5 1 0,-1 1 2 0,-1 1-4 0,-2 0-1 15,-1 2-2-15,-1 1 0 0,0 1 2 0,-3 1 0 0,-1 1-2 16,-1 2-5-16,0-1-7 0,-2 2-1 0,0 0 1 0,0 0-5 0,-1 2 0 16,5 12 27-16,0-2 1 0,-1 1 6 0,-1-2-5 0,-1-1-25 0,0-2 1 15,-1 1-5-15,-1-2-4 0,-1 0-1 0,-1-2 10 0,1 0-5 0,-2-1 2 16,-1-1 10-16,-2-2-20 0,1 0 8 0,-2-2 0 0,-2 0-11 16,2 0 11-16,-2 1-20 0,0 0 8 0,0 1 33 0,-2-1-4 0,1 2 15 15,-2-1-6-15,0 1-31 0,0 1 15 0,-2 0 1 0,1 2-4 16,-2 0-2-16,-1 1-6 0,1 1-7 0,-2 0 7 0,1 1-4 0,-2 2-1 15,0 0 2-15,-1 1-2 0,0 0-5 0,-1 0-9 0,0 1 11 16,-1 1-4-16,0 0 4 0,-1 0 8 0,0 1-19 0,-1-1 12 0,-1 2 9 16,0 0 68-16,-2 0 13 0,1 1-7 0,-1 0-14 0,-2 3-66 0,0-1 1 15,-1 1-2-15,-2 2 0 0,0 1-11 0,-2 2 4 0,-1 1 12 16,-2 2 34-16,0 2 4 0,-1 1-7 0,-2 2-16 0,-1 3-34 0,-2 2 0 16,-1 1 8-16,-1 2-7 0,-1 3 9 0,0 2-25 0,-1 2-33 0,0 1-93 15,0 2-63-15,1 2-69 0,1 0-147 0,0 4-75 0,0 1-41 0</inkml:trace>
  <inkml:trace contextRef="#ctx0" brushRef="#br0" timeOffset="-189632.3">27801 469 237 0,'0'-1'15'0,"1"0"-20"16,-1-1-4-16,2 1 1 0,-1-2 2 0,1 1 0 0,0 0-4 0,1-2 4 15,1 1-2-15,0-1 2 0,0-1 4 0,1 0-2 0,1 0 5 0,-1-1 0 16,2 0 1-16,0 0 2 0,0-1 3 0,0 1 2 0,1 0 20 15,0 0-1-15,-1-1-1 0,0 1 3 0,0 0-25 0,0 0 3 0,-1 1 0 16,0 0 4-16,0 0 4 0,0 0-3 0,-1 1 0 0,0 1-1 16,-1 1-1-16,0-1 6 0,0 1 4 0,-1 1-2 0,-1 0 6 0,1 0-1 15,-1 0 0-15,0 1 7 0,0 0 1 0,0 0-3 0,-1 0 0 0,1 0-2 16,-1 0-4-16,1 1-2 0,-1-1-2 0,1 0 2 0,0 1 0 16,0 0 4-16,0-1 3 0,0 1 1 0,1-1 0 0,-1 1 2 0,1 0-3 15,0 0 5-15,1 0 1 0,-1 0-4 0,0 1 2 0,1-2-7 0,-1 2-1 16,0 0 2-16,1 0-4 0,-1 1 3 0,1-1-1 0,-1 1 0 15,1 0 4-15,-1-1-2 0,0 1 2 0,0 0 3 0,0 0 1 0,0-1 5 16,0 1 6-16,-1-1 1 0,1 0-2 0,0 0-6 0,-1-1-4 16,1 1-1-16,0-1-2 0,-1 0 2 0,1-1-3 0,-1 1-7 0,0-1 2 15,0 0-5-15,0 0 0 0,1 0-1 0,-1-1-1 0,0 1 2 0,1 0 0 16,-1 0-3-16,0 1 3 0,0-1 0 0,0 0-4 0,0 1 9 16,0 0-4-16,-1-1 3 0,1 1 5 0,-1 0-4 0,0 1-2 0,0-1 3 15,0 1-10-15,0 0 3 0,0 1-61 0,-1-1-2 0,0 0 0 0,0 0-1 16,0 1 58-16,0 1 4 0,0 0-1 0,0 0 0 0,-1 0 0 15,1 1 1-15,-1 0 2 0,0 1-3 0,1 0 5 0,-2 2-5 0,1 0 8 16,0 0-8-16,0 2 7 0,-1 1-2 0,1 0-3 0,-1 2 3 16,0 0-5-16,0 3 4 0,-1 1-42 0,1 0 8 0,-1 0-2 0,1 3-4 15,-1 1 36-15,0 0 1 0,1 2-6 0,0 1-2 0,-1-1 7 0,0 3-2 16,1-1-2-16,-1 1-1 0,0 0-1 0,1 1-5 0,-1 1 6 16,1-2 3-16,-1 2-6 0,1-1 3 0,0 2-2 0,-1-1-2 0,1 0 5 15,-1 1-34-15,-2 26 0 0,0-3 0 0,0-3-1 0,1-4 29 0,0-2 2 16,-1-3 2-16,1-4-2 0,0-4 1 0,0-1-1 0,0 1 2 15,0 0 5-15,1 0-7 0,0 0-4 0,-1-1 4 0,1 2-6 0,1-2 6 16,-1 2 1-16,0-2-5 0,1 2 1 0,-1-2-6 0,1 2-2 16,-3 27-1-16,2-7-3 0,-1-9 12 0,1-7 0 0,1-6 5 0,-1-1 4 15,0-1-9-15,1 2 4 0,-1-2 0 0,1 1-1 0,0-2 1 0,1 0-1 16,0-3 5-16,1 0-5 0,-1 0 2 0,0-3 1 0,0 1-4 16,1-2 6-16,0 2-1 0,1-1-5 0,0-1 0 0,-1 2-2 0,1-2-8 15,1-1-3-15,0 1 2 0,0-1-2 0,0-1 4 0,0 2 2 16,0 1 1-16,-1-3-2 0,1 2 0 0,-2-1 1 0,1-1-1 0,1 0 3 15,-2 0-3-15,1-2 1 0,-2 0 5 0,1 0-9 0,-1 0 3 0,0-3-1 16,0 1-9-16,-1-1 0 0,0 0-10 0,-1-3-10 0,1 0-6 16,0 0-9-16,0-1-12 0,0-1-17 0,-1-1-17 0,0-1-25 0,0-2-27 15,1-1-33-15,0-1-47 0,1-1-61 0,0-3-110 0,-1-3-112 0</inkml:trace>
  <inkml:trace contextRef="#ctx0" brushRef="#br0" timeOffset="-188770.3">25347 2459 2622 0,'-16'5'-70'0,"1"0"-32"0,-2 1 15 0,7 1 40 0,5-1 40 16,1 0 14-16,2-1 5 0,0 1 2 0,1 2 2 0,2 1 9 16,1 1-1-16,0 0 1 0,2 2-5 0,2 1-6 0,1 2-11 0,2 0-8 15,1 3 2-15,1 1-3 0,1 2 8 0,-1-2 2 0,2 2 1 0,0-1-2 16,2 0 0-16,-2 0-4 0,0 0 1 0,-1-1 1 0,-1 0-6 16,0 0 7-16,-1-1-5 0,-1 0-2 0,1-2 7 0,-1 0-5 0,-1-1-2 15,0-1-3-15,0 0-3 0,-2-3-2 0,-1-1-3 0,1 1-7 16,-2-2-3-16,1-1-5 0,-1-1-11 0,-2-2-10 0,1 0-16 0,-2-3-22 15,-1-1-13-15,-1-2-21 0,-1-1-17 0,-2-1-17 0,-1-3-26 0,-1-2-16 16,-2-3-29-16,-2-3-22 0,-3-6-18 0,-4-7-80 0</inkml:trace>
  <inkml:trace contextRef="#ctx0" brushRef="#br0" timeOffset="-188601.75">24860 2343 1391 0,'-11'-1'136'0,"-1"1"-110"0,-1-2-15 16,5 0 10-16,4 1 19 0,2 0 20 0,2 0 3 0,1 0-5 0,3-1 2 15,0 1 0-15,3-1 5 0,0-1 1 0,3 1-3 0,3-2 3 0,1 0-9 16,4-1-2-16,1-1-11 0,2 0-14 0,2-3-4 0,1-1-14 0,3-1-4 16,1-1 0-16,-1 1-2 0,2-1-3 0,-1 0 0 0,1-1-8 15,-2 0-2-15,0 0 2 0,-2 1-3 0,0 1-2 0,-1 0-7 0,-4-1-14 16,0 1-12-16,0-2-20 0,-2 2-18 0,0-2-17 0,-1-1-10 0,-1 1-14 16,-5 0-22-16,2-1-18 0,-2 1-28 0,1-1-37 0,-1-2-30 15,-7 8-9-15,3 0-192 0</inkml:trace>
  <inkml:trace contextRef="#ctx0" brushRef="#br0" timeOffset="-188303.75">25828 2485 2839 0,'-1'8'-97'0,"1"2"-79"0,2 4 14 0,2 1 62 0,1-3 55 0,0 0 39 16,-1 0 12-16,-3-1-6 0,0-1 9 0,-1-1 11 0,-2 0 5 15,-2-1 13-15,-1-1-5 0,-1 0-8 0,0-2-5 0,-3-1 3 0,0-2 8 16,0-1 8-16,-1-3 7 0,1-2-5 0,-1-2-15 0,1 0-12 0,-1-2-14 16,0 0 2-16,1-2-1 0,0-2-5 0,0-4 0 0,1-2-10 15,2-1 0-15,0-4 6 0,0-2-5 0,1-1 3 0,2-1 1 0,1 2 1 16,3-1 5-16,2 2-1 0,2 1 0 0,1-1-3 0,0 2 3 0,0-1-9 16,2 1-1-16,1 3-3 0,2 0-13 0,-1 2-1 0,1 1-10 15,-1 2-16-15,0 1-10 0,0 1-22 0,-1 0-22 0,0 2-24 0,-1 2-18 16,-1 0-21-16,1-1-17 0,-2 3-14 0,1-1 0 0,-2 1 6 15,1 1 9-15,-1-1 11 0,-1 0-38 0,1 0 8 0</inkml:trace>
  <inkml:trace contextRef="#ctx0" brushRef="#br0" timeOffset="-187820.18">25977 2133 1145 0,'0'4'162'0,"3"1"-155"0,2 2-7 0,2 0 14 0,1 0 22 0,1-1 13 16,0 3 7-16,2 1 2 0,0 1 4 0,1 1 7 0,1 0 2 15,-1 0-7-15,2 1-7 0,0 1-9 0,2 0-10 0,-2-1-9 0,3-1-5 16,1-2-10-16,0-1-5 0,0-1 5 0,0-2-2 0,-1-1 3 0,0-1 4 16,0-2 1-16,0-1 3 0,-1-2-2 0,-2-2-3 0,1-1-1 15,-3-1-7-15,0-1-1 0,-2-2 0 0,-2-1 1 0,0-2-3 0,-2 0-4 16,0-2-3-16,-1-1-6 0,-2 0-4 0,0-1 0 0,-2 1 0 0,0-1-2 16,-2-1 2-16,-1 0-6 0,0 2-1 0,-3 0-6 0,1-1-5 15,-3-1 0-15,0 2 3 0,0-1-3 0,-1 0 4 0,0 3 3 0,-1 0 0 16,0 0 6-16,-1 2 2 0,1 1 5 0,0 1 2 0,-1 2 3 15,1 3 5-15,-1 2-4 0,-1 2 2 0,1 3-5 0,-1 1-2 0,2 0 2 16,-1 1-1-16,0 1 4 0,0 1-1 0,0 1 3 0,1 1 4 0,3 1-1 16,0 1 2-16,2 0-8 0,1-2-5 0,3-1-10 0,1-1-17 15,3 0-7-15,1-2-10 0,1 0-2 0,0-1 3 0,3-1 3 0,0-1 6 16,0-1 6-16,2 0 2 0,0 0 8 0,0-2-1 0,2 1 6 0,1-2 3 16,0-1 1-16,0 1 5 0,0-2 1 0,0 2 4 0,0-1 1 15,0 0 2-15,-1 0 2 0,2-1-3 0,-2 0 3 0,1 0 0 0,-2 1-2 16,0 0 3-16,0 0 2 0,1 0 0 0,-1 0-2 0,0 1 4 15,1-1-2-15,-1 1-1 0,0 0 5 0,0 0-1 0,0 0 1 0,1 1 2 16,0 0 1-16,1 0 5 0,1 0 3 0,-1 1 1 0,2 0 7 0,0 0 3 16,-1 2 5-16,-1 0 6 0,0 1 3 0,0 0 4 0,1 1-6 15,-2 0 6-15,0 1-7 0,0 0-3 0,-2 0-5 0,1 1-8 0,-1-1-5 16,1 0-3-16,-1 1-2 0,-2 0-4 0,-1-2-6 0,0 0 1 0,-2-1-8 16,-1-1 2-16,0-1-5 0,0-1-7 0,-2-1-5 0,0-2-16 15,-1 0-7-15,-2-2-19 0,1-1-16 0,-2 0-20 0,-1-2-31 0,-1-1-31 16,-2-1-24-16,-2-4-18 0,-1-2-2 0,-2-5-9 0,-2 0-99 15</inkml:trace>
  <inkml:trace contextRef="#ctx0" brushRef="#br0" timeOffset="-187051.18">26631 1668 1439 0,'-1'2'140'16,"1"-1"-165"-16,-1 1-12 0,1 0 19 0,1 1 20 0,1 0 4 15,0 2 1-15,2-1-7 0,1 2 1 0,0 0-1 0,1 1 3 0,1 0-1 16,-1-1 0-16,0 1-1 0,1-1-2 0,-2-1-1 0,1 1-8 0,0-1-6 15,-1 0-3-15,0 0-12 0,0 0-3 0,0-1-12 0,0 0-18 16,-1-1-6-16,0 0-18 0,0 0-3 0,0-2 6 0,0 0 8 0,-1-1 17 16,1 0 13-16,1-1 12 0,-1 0 11 0,0-2 6 0,0 1 9 15,1-1 4-15,0 0 2 0,-1-1 5 0,0 1-2 0,1-1 4 0,-1 0 1 16,1 1-4-16,0-1 9 0,-2 2 3 0,2 0 6 0,0 1 5 0,0 1 2 16,1 1 5-16,0 1 9 0,1 0 1 0,0 2 7 0,0 0-4 15,1 2-7-15,0-1-4 0,1 2-7 0,-1 0-7 0,2 1-3 0,0 1-5 16,0-1-4-16,-1 1-3 0,1 0-3 0,1-1 1 0,-1 1-4 0,1-1 6 15,0-1-1-15,-2-2 5 0,2 0 2 0,-1 0-1 0,1-1 9 16,-1-2 0-16,0 0 3 0,-2-2 6 0,1 0-5 0,-1-1-2 0,0-2 2 16,0 0-9-16,-2 0 0 0,0-1-4 0,0 1-5 0,1 0 2 15,-2-2-1-15,0 1-2 0,1 0-1 0,-1-1-6 0,1 1 0 0,0-1 7 16,0 0-1-16,-1 0 1 0,1 0-3 0,-1 1 0 0,1 0-2 0,-2 0 2 16,2 0-1-16,-1 2-1 0,0-1 2 0,0 1 1 0,0 0-1 15,1 0-1-15,-1-1 2 0,0 1-4 0,0-1 5 0,0 1-2 0,0-1 0 16,-1 1 0-16,1-2 0 0,1 1 0 0,-1 0 1 0,-1-1 0 15,1 0 1-15,0 0 1 0,0 0-2 0,0-1-2 0,0 1 2 0,0 1-2 16,0-2-1-16,-1 1 4 0,2-1-5 0,-1 1 2 0,1 0 0 0,0 0 1 16,-1 0 2-16,0-1-3 0,1 2 0 0,-1-1 1 0,0 1 3 15,0 0 0-15,-1 0 3 0,-1 1-1 0,1 1-1 0,-1 1 3 0,0 0 0 16,-1 1-1-16,0 1 3 0,-1 0 1 0,1 0 3 0,-2 0 3 0,1 0-6 16,-1 0 2-16,0 0 0 0,1 0-8 0,-1-1 5 0,0 0-4 15,0 0-7-15,0 0 7 0,0-1 0 0,0 0 2 0,0 0 3 0,0 0 5 16,0-1-5-16,-1 1 5 0,1-1 1 0,-1 0-2 0,1 0 5 0,-1 0-1 15,0-1 3-15,0 1 2 0,1-1 1 0,-1 0-3 0,1 0-7 16,0 0-5-16,1-1 3 0,0 1-4 0,0 0 5 0,2-1 2 0,-1 2-2 16,1-2 7-16,0 1-2 0,1-1-2 0,1 1-2 0,0 0-3 15,1-1-3-15,0 1 3 0,0-1-2 0,1 1-5 0,1 0 3 0,1-1-1 16,0 1-2-16,-1 0 3 0,1-1-3 0,0 0 9 0,-1 1 2 0,0-2 5 16,0 1 1-16,0-2 3 0,-2 0 3 0,1 0 1 0,0 1 3 15,-2-1-2-15,1-1-1 0,-3-1 1 0,1 1-4 0,0 0-5 0,-2 0-1 16,-1 0-2-16,0-1-1 0,-1 0 4 0,-1 2-3 0,-1-2 4 0,-1 0 6 15,-1 0 4-15,0 0 5 0,-1 0-5 0,-1 1-3 0,0 1-7 16,-1-1-8-16,-1 2-10 0,1 1 3 0,-1 0-6 0,0 2-1 0,1 0-7 16,-1 0-2-16,0 2-2 0,-1 0-12 0,1 1 3 0,-1 2-10 0,0-2 5 15,0 2 9-15,1 1 2 0,-1 0 2 0,-1 1 4 0,1 1-2 16,0 1-1-16,1 0 5 0,1 2 2 0,-1-1 2 0,1 1 6 0,2 2-5 16,1 1-4-16,1 0-3 0,1 0-7 0,2 1-1 0,2 2 1 15,2 0-7-15,3 0 2 0,1 1-10 0,0-1-2 0,4 1-10 0,2-1-6 16,2 1 5-16,1-1 5 0,0-1 0 0,3-1-4 0,0 0-8 0,0 0-16 15,1-2-13-15,0 0-23 0,-3 0-23 0,0-1-35 0,-1 0-39 16,-2 0-26-16,-2-1-56 0,-1 0-201 0</inkml:trace>
  <inkml:trace contextRef="#ctx0" brushRef="#br0" timeOffset="-186020.33">28125 1995 661 0,'-2'0'6'0,"2"2"-44"0,-1 0 9 16,1 0 25-16,1 1 13 0,-1-1 1 0,1 2-1 0,0 0 7 16,0 1 11-16,-1 0 14 0,0 0 10 0,1-1-2 0,-1 1-3 0,-1 0-3 15,1-2-2-15,-1 1 1 0,0-1 6 0,1 0 4 0,0 1 7 0,0 1 2 16,1-2 0-16,0-1-2 0,0 0-11 0,1-1-3 0,0 0-8 16,0 0-2-16,1 1-4 0,1-1-7 0,0 2-3 0,0-1-3 0,1 0-5 15,0 1 7-15,1 2 2 0,0 1 3 0,0 0 6 0,0 0-3 16,0 2 2-16,1 0-4 0,1 2-3 0,0 2 5 0,0 1-1 0,0-1-2 15,0 3-2-15,0-1-12 0,0 0-1 0,0 0-7 0,-1 0 1 0,0 0-3 16,-1 0-2-16,-1 0 2 0,0-2-2 0,-2 1-3 0,0-2 4 16,-1-1 0-16,-1 0 6 0,-1-3 8 0,-1-2-3 0,0 1 3 0,-1-2-4 15,0 0-2-15,-1 0-1 0,1-2-3 0,-1-1-5 0,1 0-5 0,-1-2 2 16,1-1-1-16,-1-1 2 0,1 0 0 0,0 0 0 0,0 1-1 16,1-1-3-16,0 0 4 0,-1 0 1 0,0 0-4 0,1-1 8 0,1 0-2 15,0 0 1-15,1 2 3 0,0-1-1 0,2 2 0 0,-2-1 1 16,1 1-4-16,1 1-2 0,0 0 2 0,1 1-2 0,0 0-3 0,0 0 3 15,1 0-1-15,0 0 2 0,1 0 2 0,0 1 0 0,0-1 1 0,-1 1-6 16,1-1-1-16,-2-1 3 0,0 1-1 0,2-2-4 0,-2-1 3 16,1 1-3-16,0-2 0 0,-1 0 4 0,-1 0 5 0,1-1-8 0,0-1-1 15,0-1-2-15,0-1-7 0,0 0-2 0,0-3-2 0,-1 1 1 0,2-2 2 16,-1 0 1-16,1 0 1 0,-1 0 4 0,1 1 0 0,-1-1 3 16,1 1 3-16,0 0 5 0,0 0-3 0,0 0 3 0,0 1 3 0,-1 2-3 15,0 0 0-15,-1 1 3 0,1-1-3 0,0 2 0 0,-1 0 0 0,0 0 2 16,1 1 4-16,-2 0-3 0,1 0 1 0,-1 0-5 0,-1 0 1 15,0 0 3-15,1-1-3 0,-1 0 4 0,0 0-8 0,-1-1-3 0,-1-1 2 16,0 0-3-16,-1 0 5 0,0-1 2 0,-1 1 2 0,0-1 2 16,-1 0 1-16,0-1-3 0,-1 1 3 0,1-1 0 0,0 1 0 0,1-1 3 15,-1 3-2-15,2 2 8 0,-1 0 2 0,1 1-2 0,-1-1 3 0,0 2-1 16,-1-1-6-16,1 1 6 0,-1 0-13 0,-1 2-7 0,0 0 0 16,0 1-2-16,-1 1 4 0,-5 3 1 0,1 0 4 0,2 0-3 0,1-1 1 15,0 1-1-15,1-1-3 0,-1 2 0 0,0 0-3 0,1 0 0 0,0 0-1 16,0-1 0-16,-1 1 3 0,0 0-4 0,1-1 2 0,-1 0-5 15,1-1-1-15,-1-1-4 0,1 0-3 0,1 0 2 0,-1 0-5 0,0-1-1 16,0 0-13-16,0 1-9 0,0 0-11 0,0-1-8 0,0 1-6 16,1-3-21-16,0 1-12 0,0-1-18 0,1 0-12 0,0 0-3 0,-1 0-10 15,1 0-17-15,1 0-40 0,-1 0-41 0</inkml:trace>
  <inkml:trace contextRef="#ctx0" brushRef="#br0" timeOffset="-185619.33">28130 1867 2042 0,'-1'1'-88'0,"2"-1"-17"0,-1 1 30 0,2 1 53 0,0 0 26 0,1 0 12 15,1 1-8-15,0 0 12 0,2 2 20 0,0 0 20 0,0 2 16 0,0 1-3 16,-1 0-16-16,1 1-17 0,4 11-16 0,-2 1-11 0,-1-1 4 16,-2-2-4-16,1 0 10 0,0 2-1 0,0 0 0 0,0 3 5 0,-1 1-3 15,1 1 0-15,0 1-7 0,0 0-8 0,0 1-3 0,-1-1-4 0,1 3 4 16,-1-3-6-16,2 1 0 0,-2-1 0 0,1-4-3 0,0-2-2 15,-1 0-1-15,0-2-6 0,-1-1-5 0,0 0 1 0,-1-2-2 0,-1-2-2 16,-1-1-8-16,1-2-8 0,-1-1-8 0,-1-1-13 0,0-2-10 0,0-3-22 16,-2 0-24-16,1-2-31 0,-3-3-26 0,-2-1-49 0,-1-4-19 15,-1-3-12-15,-3-4-16 0,-3-7-87 0</inkml:trace>
  <inkml:trace contextRef="#ctx0" brushRef="#br0" timeOffset="-185453.85">27988 1911 1631 0,'3'-1'370'0,"0"-1"-394"0,1 0-13 0,2-1 14 0,2-1 19 0,1-1 1 16,2-1 0-16,2 0-2 0,2-1 2 0,1 1 4 0,0-1 3 15,2 2-1-15,-1-2 1 0,0 0-1 0,0 1-6 0,0-1 5 0,0 2 0 16,-2-2-3-16,1 1 4 0,0-1-2 0,-1 2-5 0,-1-2-4 0,0 0-26 16,-1 1-28-16,0-1-34 0,-1 0-28 0,-2 1-30 0,-1-1-22 15,0 0-15-15,-2 1-7 0,-1 0 3 0,-1-1-2 0,-1 0-56 0,-2 0 45 16</inkml:trace>
  <inkml:trace contextRef="#ctx0" brushRef="#br0" timeOffset="-184985.85">28475 1856 1773 0,'1'1'320'16,"1"-1"-420"-16,1 1-1 0,2-1 38 0,2 1 54 0,3-1 2 15,0 0-5-15,2 0-12 0,3-1 3 0,0-2 13 0,0 0 12 0,-1 0 8 16,1-1-2-16,-1-1 2 0,-1 0-5 0,-2-1 0 0,0 0-1 0,-2-1-2 15,0 0 0-15,-1 0 3 0,-1 0-2 0,-2-1 5 0,0 0-6 16,-3 0-2-16,0-1-4 0,-1 1-8 0,-1-1 8 0,-1 2-9 0,-1-1 6 16,0 0-3-16,-2 1 1 0,-1 0 7 0,-1 1-4 0,0 1 7 15,0 1-7-15,-1 1 2 0,0 1-2 0,0 2 3 0,0 0 4 0,2 2 2 16,-1 1-2-16,0 1 2 0,2 1-1 0,-1 0-1 0,2 1 5 0,0 0-4 16,1 1-3-16,1 0 3 0,0 0-3 0,0 2 2 0,1-1 2 15,2 1-1-15,-1 1-4 0,2 0 0 0,1-1-6 0,0 0-1 0,1 0 2 16,1 0-6-16,1-1 2 0,-1-1-3 0,1-1-2 0,1-1 0 0,1-1 4 15,-1-2-4-15,1-1 1 0,0-2-1 0,0-1-1 0,0-1-1 16,1-2 4-16,0-1-4 0,-1-2-1 0,1-2 0 0,0-1-4 0,-1 0 3 16,0-2 0-16,1-2 1 0,-1-1 1 0,1-1 1 0,-1 0 5 15,0-2 1-15,-1-1 5 0,0 2 1 0,-1-2-1 0,0 0 2 0,-1 2-2 16,0 0 2-16,-1 0 4 0,0 3 2 0,-1 0 0 0,-1 1-2 0,0 2 5 16,0 1 2-16,-1 3 7 0,0 0 15 0,0 2-2 0,-2 2 11 15,1 2-3-15,-2 1-4 0,1 1 0 0,-1 2-6 0,-1 1-1 0,1 0-1 16,-1 2-3-16,0 1-2 0,0-1-8 0,0 1-10 0,1 2 9 0,0 1-12 15,1 0 3-15,0 2 1 0,1 0-7 0,1 0 7 0,1 2-5 16,0 2 1-16,1 0 4 0,1-1 0 0,0 2 2 0,0 0 4 0,1 0-5 16,0 0 3-16,0-1 0 0,1 1-4 0,-1-1 1 0,-2 0-1 15,2 1-5-15,-1 0 2 0,-1 1 0 0,-1-2-7 0,-2 2-5 0,0 0-1 16,-2 1-13-16,-1-1 1 0,-2 1-15 0,-4 1-27 0,-6 12-21 0,-2-3-45 16,-3-8-68-16,4-7-97 0,-1-1-122 0,-1-1-52 0</inkml:trace>
  <inkml:trace contextRef="#ctx0" brushRef="#br0" timeOffset="-173847.11">5283 8023 765 0,'-16'-6'12'16,"1"1"2"-16,0 0-6 0,7 4-5 0,6 1-4 0,1 1-1 0,2 0-2 15,2 1 1-15,1 0 1 0,2 1-2 0,4 1 0 0,3 0 0 16,2 0 1-16,3 0-1 0,2 1-1 0,0-1 3 0,3-1-3 0,0 1 5 16,1 0 1-16,1-1 0 0,2 0 0 0,0 0-1 0,1 0 2 0,-1 0-2 15,2 1-1-15,0-2 1 0,3 1-1 0,-2-1 4 0,4-1 3 16,1 0 1-16,0-1 3 0,3-2 2 0,3 0 3 0,1-3 3 0,5-1 2 16,0-2 4-16,2-2 5 0,3-1 2 0,4 0-1 0,3-2 2 0,2-1 4 15,1-1-2-15,2 0 3 0,2-2-2 0,2 0-1 0,0-1-1 16,2 0 0-16,0-1-3 0,2 2-4 0,0 1-5 0,2 1 0 0,0 2-3 15,3 0 5-15,-1 1-3 0,3 2-1 0,1 0-4 0,-1 0-8 16,0 1 1-16,3 0-5 0,2 0 3 0,2 0 0 0,5 1-1 0,1-1 3 16,2 1-9-16,-1 0-4 0,1 0-1 0,1 1 0 0,1 0 4 0,1 0 1 15,2 2-2-15,-2-2 1 0,0 0-5 0,2-1 3 0,3-2 1 16,0 0-2-16,2-2 6 0,1 2 5 0,-1-2-1 0,-1 0 2 0,0-2-1 16,2-1-5-16,-2-1 2 0,-1 0 1 0,0 0 1 0,-3 1 0 0,0 0 1 15,-2 0-1-15,0 0 1 0,2 0 0 0,0 2 1 0,0 0 3 16,2 1-2-16,0 0 6 0,-1 2-2 0,2 1-5 0,-2 0 0 0,1 1-1 15,-1 1-2-15,0 1 2 0,1 2-1 0,-1 1-4 0,0 2-1 0,2 1 0 16,-2 0-1-16,3 2-1 0,2 0 2 0,1 1-1 0,3 1 0 16,-2 1-2-16,-3 1 1 0,-4 1-4 0,-7 2-3 0,-2-1 2 15,-3 3-1-15,-4 0 0 0,1 0 4 0,-4 0-1 0,-1 1 0 0,-1-1 3 16,-5 1-3-16,-2 1 0 0,-1-1 4 0,-3 0-2 0,-1-1 3 0,-2 3-1 16,-3 1-2-16,-3 0-1 0,-2 0-4 0,-5 2-6 0,-1-1 4 0,-5 1-4 15,-3-1 1-15,-4 2 6 0,-1 2-3 0,-4-2 1 0,-4 3-1 16,-3 0-4-16,-4-1 2 0,-3 2-1 0,-3 0 0 0,-4 0-1 0,-3 1-2 15,-3 2-2-15,-4 2 4 0,-4 1-4 0,-3-1 3 0,-3 2 0 0,-4-2 1 16,-4 1 3-16,-1 1 1 0,-4 2 4 0,-4-1-3 0,-2 2 3 16,-4-1-2-16,-4 1-8 0,-4-1 3 0,-2 1-2 0,-3-1-3 0,-5 1 5 15,-2-1 2-15,-1-1 5 0,-4-2 1 0,0-1 1 0,-2-1 4 16,-3 0 1-16,0-1 4 0,-1-2 5 0,-3 0-2 0,-3-2 4 0,-3-1-2 16,-3 0-3-16,-1 1 1 0,-1-1-3 0,-2 0-3 0,-2 1 3 0,-1-1 0 15,-3 0 3-15,1 0 4 0,1-3-3 0,0 1 0 0,3-2-2 16,-1-3-6-16,1 0 0 0,0-1 1 0,0-1-2 0,3 0 6 0,2-2 1 15,1-1 0-15,1-2 1 0,3-2 5 0,0 1 2 0,1-2 1 0,4 0 3 16,0-2-1-16,1 0-2 0,3-1-1 0,1-1-1 0,0 1-1 16,5-1-1-16,1 0-1 0,2 1 3 0,3 0-2 0,1 0 0 0,2 0-4 15,3 1-9-15,1 0-2 0,1 1-3 0,3 0-4 0,-2 1-2 16,5 1-9-16,1 0-13 0,5 1-12 0,3 1-19 0,2-1-37 0,1 0-33 16,1 1-41-16,3 1-38 0,2 0-17 0,1 1-101 0</inkml:trace>
  <inkml:trace contextRef="#ctx0" brushRef="#br0" timeOffset="-173369.11">13869 8311 1725 0,'11'-24'63'0,"5"0"-31"0,7-5-22 16,4 10-7-16,4 7-8 0,6 1-2 0,7 2-1 0,6 0-11 0,2 2 6 15,2 3-4-15,-2 1-4 0,0 2-2 0,0 2-6 0,-1 2-2 16,-1 1 2-16,0 2 4 0,-1 0 6 0,-1 0 6 0,0 0 2 0,-2-1 1 15,-1 0 2-15,-2-1 5 0,1 0 4 0,-2 0 3 0,-1 0 1 0,3-1 2 16,-2 1-1-16,0-1 5 0,-1 0-1 0,2 0 1 0,-2 0 4 16,0-1-3-16,1-1-1 0,0-1 4 0,1 0-1 0,2 0 0 0,-2-3 2 15,-1 1-5-15,1-1 0 0,0-1 3 0,2 0 0 0,-1-1 5 0,1 0-2 16,-1 1-3-16,-2-2 10 0,0 0-4 0,0 0 6 0,-1-2-7 16,0 0-7-16,1 0-1 0,-2 0-2 0,-1 0 5 0,-2 1-7 0,-1 0 3 15,-1 0-2-15,-1 0-3 0,-1 2 5 0,-2-1 0 0,0 0 0 0,-2 1-2 16,-1-1-2-16,-1 1-2 0,-1 1-1 0,-1-1 2 0,-1 2-5 15,-2-1-3-15,-2 2-4 0,0-1-2 0,-1 1-7 0,-1 1-6 0,1 0-11 16,-2 0-17-16,0 0-23 0,0 0-39 0,-2 0-50 0,0-1-53 16,-2-1-37-16,0-2-27 0,2-1-20 0,0-2-105 0</inkml:trace>
  <inkml:trace contextRef="#ctx0" brushRef="#br0" timeOffset="-173136.59">16934 7611 790 0,'16'-6'48'0,"6"3"-10"15,8 1-22-15,7 4-5 0,3 2-4 0,5 2-2 0,5 2-1 0,3 0-1 16,-1 1 1-16,1 2 4 0,-3 0 1 0,-1-1 2 0,1 1 6 16,-1 0 5-16,0-1 5 0,0 1 8 0,-1 0 7 0,-1-2 6 0,1 1 6 15,0-1 8-15,0 1 2 0,0-1 2 0,1 1-1 0,0 0-9 0,-3 0 1 16,-2 1-5-16,-2-2-2 0,-2 1-7 0,-4 0-5 0,-3 0-6 15,-4 3-6-15,-2 0-2 0,-3 1-6 0,-2 2-4 0,-2-2 0 0,-4 5-5 16,-1 1-6-16,-3 1 0 0,-2 4-6 0,-4 2-2 0,-3 4-3 0,-5 3-6 16,-4 5-10-16,-7 3-5 0,-5 6-10 0,-7 4-20 0,-8 5-30 15,-8 5-44-15,-10 7-65 0,-10 4-53 0,-11 7-66 0,-14 6-249 0</inkml:trace>
  <inkml:trace contextRef="#ctx0" brushRef="#br0" timeOffset="13540.76">22996 4652 1462 0,'0'-16'-16'16,"0"-1"-27"-16,2-1-24 0,1 5-18 0,2 2-21 0,1 2 7 15,1-1 5-15,-1 1 2 0,2 2 3 0,0 0-3 0,0 1-5 0,0 1 1 16,-1 1 17-16,-1 2 28 0,-1 0 31 0,-3 1 25 0,-2-1 23 0,-3 0 15 16,-1-1 7-16,-1 0 7 0,-2 0-9 0,0 0-10 0,-4 0-8 15,-1 0-13-15,-1 1-10 0,-4 1-6 0,-2 0-6 0,0 0-10 0,-3 1-8 16,-1-1-13-16,0 0-11 0,-1 0-5 0,2-1 1 0,2 0 6 0,-1-1 14 15,3-1 14-15,1-1 12 0,1-2 10 0,2-2 8 0,0-1 3 16,4 0 5-16,0 1 6 0,1-2 3 0,0-1 7 0,1 0 4 16,-1 0 3-16,1 1 6 0,1 1 4 0,-1 0 2 0,1 1 2 0,1 1-8 15,1 1-7-15,0 2-9 0,1 1-13 0,2 1-10 0,0 1-9 0,1 2-9 16,1 0-7-16,0 2-7 0,2 1-2 0,1 2-1 0,1 2 3 0,1 1 5 16,1 1-1-16,1 1 4 0,2 0-1 0,1 0 2 0,4 0 10 15,1 1 8-15,3-2 4 0,0 0 9 0,4-1 2 0,3 0 0 0,1 0 4 16,4 3 2-16,1-1-1 0,5 0-1 0,0-2 0 0,1-1-6 0,2 0 4 15,0-2-1-15,2-1 3 0,4 0 7 0,-1-2-1 0,2 0-1 16,2-1 2-16,2-1-1 0,-1-2-2 0,1 0 0 0,-1-2 4 0,0 0 4 16,2-1 7-16,-4 1 4 0,-1-2-1 0,-2-2-3 0,0-1-2 15,-2-1-6-15,-3-2-3 0,-1-1 0 0,-4 1-8 0,-2-4 1 0,-3-1-2 16,-1-2-7-16,-5-3 1 0,-3-1-3 0,-2-1-6 0,-5-4-9 0,-2-2-8 16,-3-5 0-16,-3-1 4 0,-3-7 8 0,-4-2 9 0,-2-3 7 15,-4-3 6-15,-2 0 2 0,-2-2 4 0,-3-4 3 0,-4 2-5 0,-2-1-5 16,-2 1-5-16,-5 2-8 0,0 0 0 0,-3 2-2 0,-2 1-1 0,-3 2-1 15,-2 3-3-15,-4 4 5 0,-2 1-7 0,-3 2 0 0,-5 4 4 16,-3 2 2-16,-2 4-1 0,-4 3-2 0,-1 2-7 0,-3 4-7 0,-2 2 6 16,-3 3-3-16,-1 3 5 0,-2 3 3 0,-3 3-3 0,-1 2 2 0,-1 3-4 15,0 2-5-15,-2 2 1 0,0 1 1 0,3 3 0 0,3 2 7 16,1 2-2-16,4 2 1 0,0 1 1 0,5 3-1 0,3 3 0 16,2 1-8-16,4 3-4 0,2 2 4 0,2 3-5 0,2 4 11 0,1 2 0 15,1 1-1-15,2 3-1 0,0 4 0 0,2 1 3 0,4 3-2 0,3-1 0 16,4 0-1-16,5 2 1 0,5 0 2 0,5 3 0 0,6-4-2 0,5-2-2 15,7-2 1-15,6-2 2 0,7-2 4 0,6-2 4 0,6 1-2 16,7-1 8-16,3-1 0 0,5 0 1 0,3-4 2 0,3 1-5 0,2-1-2 16,1 0-4-16,3-2 0 0,1 2-1 0,2-4 8 0,4 1-5 15,2-2 0-15,1-2 3 0,1 0-11 0,3-1 4 0,0-1 0 0,2-3-5 16,-1-2 5-16,-1-2-1 0,-2-4 0 0,-2-2 3 0,-2-1-1 0,-3-3 2 16,-5-3-4-16,-1-2 2 0,-4-2 0 0,-4-2-4 0,-5-2 8 15,-4-2-2-15,-5 0-1 0,-1-2 3 0,-3 1-4 0,-1-1 4 0,-4 1-3 16,-1-2 6-16,-1 1-5 0,-2-1 4 0,-3 0 2 0,1 2-4 0,-2-1 4 15,-1 2-6-15,-1 0-2 0,0-1-1 0,-1 2 3 0,-1-1-3 16,1 2 2-16,-1 0-2 0,-1 1-6 0,-2 1 9 0,0 0-5 0,-2 1-1 16,0 0 5-16,-1 1-2 0,-1 0-5 0,-1 0 4 0,1 0-4 15,-2 0-5-15,-1 0 2 0,1 0-1 0,-1 1 5 0,0-1-1 0,0 0 5 16,0 1-3-16,0 0-3 0,0-1 5 0,-1 1 1 0,1 0-2 0,-1 0 2 16,1 0 0-16,1 0-3 0,-1 1 3 0,1-1 0 0,0 1 0 15,0 0 3-15,0 1-3 0,1-1 3 0,0 0-6 0,0 0 0 0,0 1-1 16,0-1-2-16,1 0 3 0,0 1 3 0,0-1 3 0,0-1 0 0,0 1-4 15,1-1-1-15,-1 1-1 0,0-1-3 0,0 0 3 0,1 1 0 16,-1 0 2-16,0 0-1 0,1-1 1 0,-1 0-4 0,0 0 2 0,0 0 0 16,1 0 0-16,-1-1 2 0,1 1-5 0,-1-1 4 0,-1 1-6 0,1 0 5 15,0-1 2-15,0 1-4 0,1-2 6 0,0 1-8 0,0-1-6 16,1 0-8-16,-1 0-11 0,1-1-11 0,0 1-8 0,0-1-6 0,0-1-9 16,0 0-8-16,-1 0-7 0,1-1-15 0,-1-1-19 0,0 0-25 15,0-2-30-15,-1 0-50 0,-1-3-76 0,1-4-343 0</inkml:trace>
  <inkml:trace contextRef="#ctx0" brushRef="#br0" timeOffset="14707.76">21177 3102 364 0,'-2'6'75'0,"0"3"-65"15,2 5 4-15,2 4 3 0,2 0-7 0,4 3 0 0,3 0-3 0,3 2-2 16,4 1 2-16,3 0-4 0,2 1 2 0,4-1-3 0,1 0-3 0,4-1 0 15,1-2-1-15,2 0-2 0,1-1 3 0,1-3 0 0,2 0 4 16,1-1 4-16,2-4 8 0,2-2 10 0,-1-3 8 0,2-2 13 0,2-1 1 16,1-3 4-16,3-1 6 0,2-3-9 0,1-1-4 0,3-2-4 0,1-2-10 15,0-3 5-15,2-2 2 0,-2-2 0 0,-1 0-2 0,-1-1 0 16,-2-3 0-16,-2 0 5 0,0-2 2 0,-1-1 1 0,-1-3-1 0,-2 1-5 16,0-3-5-16,-3 1 2 0,0-2-2 0,-1 1 3 0,-1-2-1 15,-2 0-5-15,-3-1-4 0,-1-1-9 0,-2-1-1 0,-1 2-2 0,-2-1-6 16,-2 3 4-16,-3-1-5 0,-1-1 0 0,-4-2 1 0,-1 0-2 15,-3-1 3-15,-3 2-5 0,-5-1-1 0,-3 1-4 0,-4-1-10 0,-3 0-6 16,-5-1-7-16,-5 3 3 0,-4-2-5 0,-5 2 0 0,-3-1 5 0,-1 0 11 16,-4-1 17-16,-2 2 11 0,-2 0 7 0,-1 2-2 0,-2 0-2 0,3 2 3 15,-2-1 0-15,3 0-4 0,0 0-1 0,0 1-5 0,0 4-6 16,1-1 0-16,-1 3-3 0,2 2-2 0,-2 0 2 0,0 1-6 0,-2 3 2 16,-2 0 0-16,-3 3-4 0,-2 2-2 0,-5 1-7 0,20 4 15 15,-6 1-5-15,-3-1 4 0,-7 0 0 0,-3 1-20 0,-8 1 5 0,-3 0 2 16,-7 0 4-16,-2 0-2 0,-2 0 5 0,0 1 3 0,0 0-2 0,1 1 10 15,-1-1-5-15,2 1 2 0,0 1-4 0,2-1-1 0,1 2 7 16,1 0-1-16,0 1-2 0,-50 5-13 0,18 2-3 0,16 1 2 0,17 0 2 16,9-2 13-16,2 4 3 0,0-1 0 0,4 4 1 0,4 2 2 0,2 1 1 15,5 2-3-15,2 4 3 0,3 3-5 0,2 4-2 0,3 2-2 16,1 3 0-16,3-2 1 0,2 1-2 0,2 3 1 0,3-1-6 0,1 2-2 16,2-2-4-16,3-1 1 0,1 0-3 0,2-3 3 0,2 3 6 15,1-3 0-15,2-2 0 0,2 0 1 0,2-5-5 0,2 0 2 0,2 0 1 16,1-3-3-16,1 0-2 0,4-5 2 0,1 0-3 0,3-3 3 0,3 0 2 15,3-3-3-15,2-1 1 0,2-1-4 0,1-1-13 0,3 0-42 16,2-2-81-16,3 0-87 0,3-1-142 0,2-1-140 0</inkml:trace>
  <inkml:trace contextRef="#ctx0" brushRef="#br0" timeOffset="-188374.85">1636 5491 1 0,'17'5'105'0,"-21"-5"487"0,-2-1 526 0,0 0-837 0,-1 0-200 0,1 0-31 0,1-1-19 0,-1-1-1 0,3 1 5 15,2 2 2-15,3 1-8 0,2 1-10 0,0 1-4 0,1 1-7 16,2 1 0-16,1 3-5 0,1 1 1 0,2 1-1 0,-1 4-1 0,0 3 4 16,1 2-3-16,0 3-3 0,0 4-14 0,0 2 0 0,0 4 8 0,-2 2 11 15,2 4 20-15,-2 2 6 0,2 1-8 0,-1 3-3 0,7 37 4 16,2-13-2-16,-2-18 9 0,-3-19 18 0,0-15 21 0,3-8 27 0,2-5 21 15,2-6 17-15,3-6-2 0,5-9-8 0,4-8-10 0,3-9-17 16,6-7-14-16,0-9-16 0,2-4-12 0,4-7-25 0,3-4-1 0,2-4-10 16,3-3-7-16,2-2 9 0,3-2-15 0,1 0-1 0,6-4-2 0,0-1-17 15,1 3 7-15,1-2-16 0,-2 1-41 0,1 3-48 0,-2 0-85 16,-2 3-97-16,-4 3-145 0,-3 4-333 0,-1 2-531 0</inkml:trace>
  <inkml:trace contextRef="#ctx0" brushRef="#br0" timeOffset="-182189.01">22898 10861 2407 0,'-46'-15'-112'0,"-3"0"-214"16,-14-4-13-16,2 3 76 0,6 4 128 0,-1 2 52 0,0-1-8 0,-2 1 0 15,-1 0 11-15,-4-1 39 0,-3 2 29 0,-1 0 7 0,-3 0-14 0,-4 1-6 16,2 1 9-16,-4 1 27 0,0 1 54 0,1 1 48 0,-2 1 30 16,-1 1 7-16,-5 2-29 0,-2 1-34 0,-3 3-31 0,-4 3-21 0,-1 2-6 15,-3 4-6-15,-2 1-4 0,-2 3-4 0,-4 1-7 0,0-1-9 0,0 2 4 16,-1 2 3-16,2 2 1 0,2 1 10 0,2 2-11 0,1 0 2 16,2 3-9-16,0 2-3 0,2 3-1 0,0 3-6 0,1 5 8 0,2 0 0 15,0 2 3-15,3 1 3 0,2 2 0 0,-1 2 3 0,2 3-3 16,1 3 5-16,1 2 0 0,4 2-2 0,1 4 2 0,3 2-8 0,2 4-1 15,3 3-3-15,3 2-7 0,1 0 6 0,2 4-2 0,2 2-2 0,2 1-2 16,3 4 0-16,1 0 1 0,4-1 1 0,2 2 4 0,5-1 9 16,3 2-2-16,2 0 6 0,5-1 2 0,3 2-4 0,5-1-1 0,5 2-3 15,3-1 3-15,3 3 1 0,3 0 6 0,4 2-1 0,3 1 0 0,2 3 0 16,3 1-6-16,3 1 8 0,2 2 3 0,3 3 3 0,2 2 2 16,2 3-5-16,2-1-7 0,1-1-6 0,3 1 2 0,2 1-2 0,3-2 10 15,4 0 3-15,4-1 3 0,2 0 4 0,3-2 3 0,5 1 3 16,2-2-4-16,3-1 6 0,7-4-2 0,1-1-3 0,3-4-2 0,4-2-4 15,1-1 7-15,4-2 7 0,3-2-4 0,0 3 4 0,5-6-7 0,2 1-5 16,2-3 7-16,2-3-8 0,4-2-11 0,2-2 5 0,2-1-4 16,5-3 0-16,-46-37 7 0,13 8-3 0,1-2-2 0,12 5-3 0,3-3-11 15,12 5 4-15,4-5-8 0,13 5 10 0,2-4-5 0,4-5 6 0,2-4 7 16,3-1-7-16,2-6 3 0,1-3-7 0,3-4 5 0,1-3 0 16,1-4-6-16,1-3 2 0,1-1 2 0,1-5 1 0,1-2 10 0,2-2-8 15,0-4 11-15,1-2-4 0,1-4 4 0,0-2 7 0,0-5-15 16,-1-4 10-16,-1-2 1 0,-1-6-2 0,-3-2-4 0,2-4 0 0,-3-3-4 15,14-12-3-15,90-37 0 0,-35 3-9 0,-35 7 10 0,-49 18 4 0,-1-4 13 16,-2-2-3-16,2-2 3 0,-4-2 13 0,-2-2-8 0,-2 2-5 16,-5-3 4-16,-3-2-7 0,-4 1 0 0,-2-3 9 0,-5 1-20 0,-2-2-2 15,-2-3 4-15,-4 1-11 0,-3-4 13 0,-2-2 3 0,-4-2-12 0,-5-1 10 16,-5 2-15-16,-2-2 6 0,-4-1 0 0,-4-1-2 0,-3-1-2 16,-2-5-3-16,-5 1 0 0,-3-2 1 0,-4-1 8 0,-2 3-9 0,-4-3-4 15,-1 1-2-15,-4-4-1 0,-1 1 7 0,-6 1-4 0,-1-1 0 16,-2 3-3-16,-3 0-2 0,-2-1 7 0,-2 2-5 0,-3 1 5 0,-2 2-16 15,-2 1 2-15,-3-1 3 0,-3 2-1 0,-4-2 16 0,-2 3-3 0,-1-1-4 16,-4 1-6-16,0 1-5 0,-4 1 0 0,-1 4 2 0,-2-1 9 16,-2 2 4-16,-4-1 1 0,0 1-2 0,-2 2-2 0,-3 0-1 0,-1 0 3 15,-3 3-4-15,-3 0 1 0,-3 1-2 0,-1 3 1 0,-3 2 2 0,-2 2 1 16,-4 2-1-16,-4 0-3 0,-2 1 0 0,-7 0-6 0,-2 3-1 16,-2 3 2-16,1 6 10 0,-2 4-3 0,-3 3-6 0,-3 2 2 0,-6 1-8 15,-5 2-6-15,-4 5-14 0,-6 4-23 0,-5 3-23 0,-4 5-30 0,-5 5-26 16,-4 5-17-16,-2 6-30 0,-4 6-51 0,-2 6-121 0,-7 7-288 15,-10 7-112-15</inkml:trace>
  <inkml:trace contextRef="#ctx0" brushRef="#br0" timeOffset="-180524.31">22656 10425 1540 0,'-10'-6'582'0,"1"1"-504"16,-1 1-44-16,3 4-34 0,3 3-7 0,2 1-1 0,0 3 4 15,2 2 0-15,-1 4 4 0,0 2-6 0,-1 0 6 0,0 3 6 0,1 2-5 16,-1 0 0-16,0 3-1 0,0 2-2 0,0 0 4 0,1 4 4 0,0 1-4 16,1 2-10-16,-2 0 0 0,0 4 3 0,1-1 5 0,-2 2 13 15,0 3 11-15,0-1 0 0,-1 4 3 0,0 2 6 0,-2 3-5 0,1 3 6 16,-2 2-1-16,0 3 1 0,-1 5 1 0,0 3-1 0,-2 6 5 0,-1 4 4 16,0 2 0-16,0 4 4 0,-1 3-1 0,1 1-4 0,-2-1-17 15,1 3 8-15,1 1-13 0,1 1 1 0,2 3 4 0,3-2-13 0,-1 2-1 16,1 0-12-16,1 1 11 0,1 3-3 0,1 1 1 0,0 3 9 15,0-1-14-15,-1 1 9 0,1-2 4 0,-1 0 3 0,-1 1 5 0,0 0 5 16,0 2 11-16,0-1 0 0,0 2-6 0,2 0-6 0,0 1-8 0,-1-1-1 16,1 2 8-16,-1-3-7 0,1 0-15 0,0 0 15 0,0-3 0 15,0 1 1-15,0-2 7 0,0-1-17 0,1-2 1 0,-1-3 3 0,0-1 9 16,1-2-2-16,0-5-7 0,0 1-4 0,1-2-6 0,0-3 6 16,0-1 0-16,-1-4-16 0,2-1 20 0,-1-3-12 0,0-1 11 0,0-2 10 15,1-2-20-15,-1-1-1 0,2-2-12 0,-1-1 20 0,0-1-5 0,1-2 7 16,-1 0 4-16,2 0-15 0,-1-2 5 0,1-2 3 0,0 1-8 15,1 0-6-15,-1-1-2 0,-1-1-9 0,2 0-4 0,-1-3-9 0,1 0-28 16,-1-2-23-16,0-23-5 0,-1 4-18 0,1 1-20 0,1 4-16 0,0 0-28 16,0 5-44-16,1-1-33 0,1 6-81 0,-1 0-149 0,1-2-383 15</inkml:trace>
  <inkml:trace contextRef="#ctx0" brushRef="#br0" timeOffset="-179358.01">18980 13743 2441 0,'-4'5'100'0,"0"2"-33"0,1 3-8 0,2-2-27 0,2 2-17 16,3 1-15-16,2 2-8 0,2 2 3 0,2 3 10 0,2 3 3 0,0 2 2 16,2 0 1-16,0 3 2 0,0 0-1 0,1 3-4 0,2 0-8 15,-1 4 2-15,-1-1-1 0,0-1 1 0,0-1 0 0,0-1-2 0,-1-2-2 16,0 2 0-16,0-1 2 0,0-2-6 0,0-1 1 0,-2-3 3 15,0-1-6-15,-1 0 3 0,-2-1-7 0,0 0 1 0,-3-1 1 0,-1-3 2 16,-1-1 0-16,-2-2-3 0,-1-1-10 0,-2-1-19 0,-2-3-29 0,-2 0-43 16,-1-1-45-16,-3-3-33 0,-4 0-41 0,-4-4-52 0,-2-3-36 15,-5-4-82-15,-3-5-265 0</inkml:trace>
  <inkml:trace contextRef="#ctx0" brushRef="#br0" timeOffset="-179225.01">18745 14119 1645 0,'-12'-6'159'0,"-2"-1"3"0,-3-4-11 0,2 0-34 0,3 0-23 0,1-2-33 15,2-1-21-15,1-1-2 0,2 0-2 0,2 0 8 0,1-1 1 16,4 0-2-16,1-1-8 0,2 2 1 0,2-1-5 0,3-1-10 0,1 2-3 16,4-1-8-16,-1 0-2 0,3 1 6 0,1 1-8 0,1-1-7 15,1 0-11-15,2 1-6 0,2 0-7 0,0 1-9 0,1 0-12 0,-1 2-28 16,1 0-25-16,-1 1-32 0,-2 2-30 0,-1-1-30 0,-1 1-31 0,-2 0-40 16,2 0-54-16,0-1-71 0,0-1-259 0</inkml:trace>
  <inkml:trace contextRef="#ctx0" brushRef="#br0" timeOffset="-178975.01">19241 13646 1503 0,'-1'12'509'0,"0"3"-392"0,3 6-7 0,1-1-9 0,4 0-20 0,2 1-21 16,1 1-11-16,3 2-18 0,1 1 0 0,-1 0 10 0,3 2 6 0,0-3-7 16,-1 1-4-16,-1-2-9 0,1-3-14 0,0 0 2 0,0-1-7 15,-2-3-3-15,1-2-7 0,-1-2 7 0,0-1-3 0,-3-1 0 0,-2-4 4 16,-2 0-6-16,-1-3-1 0,-3-1 1 0,-1-1 3 0,0-2-1 0,-2 0-4 15,-1-3-11-15,-2-2-12 0,-3-1-10 0,-2-4-9 0,-4-2 3 16,-3-1 3-16,0-4 14 0,-1-1 11 0,0-3 13 0,0 0 3 0,1-4-1 16,2-2 4-16,0-1-1 0,1-3-2 0,3-1-1 0,3-2-9 15,5 1-7-15,3 0-10 0,5 1-6 0,4 1-6 0,2 0 3 0,2 4-1 16,1 2-3-16,2 3 2 0,0 4-8 0,2 1-5 0,-2 1-8 0,2 2-23 16,1 1-36-16,-2 2-52 0,1 0-71 0,0 3-77 0,1 0-106 15,1 1-269-15</inkml:trace>
  <inkml:trace contextRef="#ctx0" brushRef="#br0" timeOffset="-178391.98">19721 13514 1772 0,'-4'2'124'0,"1"1"-30"0,0 1-22 15,1-2-15-15,2 0-14 0,2 0-18 0,1 2-10 0,2 2-4 0,2 3 3 16,1 0 8-16,2 1 3 0,0 0 10 0,1 0-5 0,-1 1-5 0,2 1-11 15,-1-2-8-15,2-1 2 0,0-2-5 0,0-3 2 0,0 0 4 16,-1-3 0-16,1-1 2 0,1-3 4 0,0-1 1 0,-2-3 9 0,0 0 7 16,0-2 3-16,-3-1 3 0,1-1-4 0,-3 1-7 0,-1-2-6 0,-2 0-7 15,-1-1-2-15,0-1-6 0,-2 0 1 0,-1-3-4 0,-1-1-5 16,-2-1-3-16,-1 0-4 0,-1-2 2 0,-3 1-1 0,0 2 5 0,-2-2 6 16,0 1-3-16,-2 2-8 0,0 2 10 0,-1 1-7 0,0 3 3 0,0 1 12 15,1 3-10-15,2 2 8 0,-1 2 3 0,0 4 2 0,-1 2-6 16,-2 2-14-16,1 2-4 0,-3 2-15 0,3 2 10 0,-2 2 5 0,2 3-12 15,1 2 7-15,-1 3-19 0,3 0-19 0,0 0-14 0,1 1-29 16,3-2-39-16,1-2-47 0,1 0-63 0,1-3-69 0,1-3-77 0,2-3-160 16,1-1 85-16</inkml:trace>
  <inkml:trace contextRef="#ctx0" brushRef="#br0" timeOffset="-178072.98">19844 13355 1765 0,'6'2'167'0,"2"0"-63"0,4 0-20 0,2 1-1 15,0-2-10-15,1 0-16 0,2 0-27 0,2 0-9 0,1 2 5 0,0-1 0 16,1 0 7-16,-1 0-11 0,0 0-4 0,0 1-2 0,0-2-11 16,-1 0-2-16,2-1-5 0,-2 1-4 0,-1-2-2 0,1 0-7 0,0 0-1 15,-3-2-7-15,0 1-10 0,-1-2-5 0,0 0-11 0,-1 0-6 16,1-2-8-16,-1 0-3 0,-1-1-1 0,-1 1 11 0,-1-2 7 0,1 0 5 16,-3 1 3-16,0-1 0 0,-1-1 8 0,-1 0 3 0,0-2-4 0,-2 1-9 15,0-1-15-15,0-2-13 0,-1 1-6 0,0 0-5 0,-1 0 9 16,0 0 14-16,-1 1 21 0,0-2 21 0,1 2 16 0,-2 1 9 0,0 0 10 15,0 2 9-15,0 1 7 0,0 1 12 0,0 2 13 0,1 2 7 16,-1 0 8-16,1 2 6 0,0 1 6 0,-1 1 12 0,1 1 0 0,0 0-5 16,1 1-12-16,-1 1-11 0,1 2-13 0,1 1-9 0,1 1-9 0,2-1-12 15,0 3-6-15,-1-1-4 0,1 1-2 0,1-2-12 0,0 1 3 16,1-1-2-16,-1-1-8 0,-1 0 4 0,2-1-7 0,-1-2-7 0,-1-1-9 16,1-1-7-16,-2-2-12 0,2 0-12 0,-3-3-18 0,2-1-17 0,-1-1-20 15,-2-3-13-15,0 0-15 0,-2-2-22 0,-1-1-42 0,-2-4-81 16,-3-4-132-16,-3-5-127 0</inkml:trace>
  <inkml:trace contextRef="#ctx0" brushRef="#br0" timeOffset="-177936.98">20326 12643 2444 0,'-6'0'199'0,"1"1"-28"0,0-1-42 16,2 1-31-16,2-1-24 0,1 0-28 0,0 0-32 0,1 1-7 0,1 1 2 16,1 1-9-16,2 1 9 0,0 1-11 0,1 0-16 0,1-1-3 0,1 0-31 15,1-1-9-15,1-1-23 0,0-1-37 0,-1 0-29 0,0-1-39 16,0 0-31-16,0-1-23 0,-1 0-10 0,0-2-11 0,1-2-7 0,-1 0-5 15,1-3 13-15,0 0 18 0,-2-3-114 0</inkml:trace>
  <inkml:trace contextRef="#ctx0" brushRef="#br0" timeOffset="-177674.98">20673 12481 1114 0,'3'1'216'0,"0"2"-51"0,2 1-19 0,-1 3-15 0,1 0-18 16,0 2-21-16,1 1-26 0,-1 2-13 0,2 1-7 0,0 1-2 0,0 1 3 15,1 0 3-15,-1 1-14 0,1 0-7 0,-1 0-9 0,-2 1-14 16,2-2 12-16,0 1-6 0,0 1 0 0,0 0 1 0,0 0-13 0,0-1 7 15,0-1 1-15,0-2-5 0,-1-3 3 0,2 1-6 0,-1-2-1 0,0 0 1 16,0-3-8-16,-1 0-6 0,-1-3 0 0,0-1-2 0,0 0-4 16,-1-3-2-16,0-1-3 0,-2-1 4 0,1-2 1 0,0-1 5 0,-1-1 12 15,1-1 6-15,0-1 6 0,-1 1 5 0,1-2 1 0,0 0 9 16,-1 0-3-16,2-1 5 0,0 0-5 0,-1 2-4 0,2 0 9 0,-1 2 1 16,1 0 4-16,2 1 11 0,-1 2 0 0,2 1 9 0,1 1-1 0,2 1-10 15,1 2 0-15,1 0-7 0,0 2-10 0,1 1-8 0,2 1-8 16,0 0-4-16,1 1-13 0,1 0-3 0,-1 0-22 0,1-1-47 0,0 0-47 15,0 0-72-15,0-1-81 0,-2-1-106 0,1-2-127 0,2-1-369 0</inkml:trace>
  <inkml:trace contextRef="#ctx0" brushRef="#br0" timeOffset="-177307.98">23150 13846 1792 0,'-6'7'594'0,"-1"2"-466"0,-2 3-36 16,3 1-54-16,2 0-5 0,4 1-19 0,1 3-6 0,2 3 0 0,3 3-4 15,1 5 10-15,2 2-2 0,0 5 3 0,3 0 6 0,2 3 4 16,0 3-4-16,0 1-9 0,3 3-2 0,1 2-5 0,0-1 0 0,1 1 3 16,1-1-6-16,-1 0-12 0,0-2 11 0,0-1-2 0,-2-3-4 0,0-1-2 15,1-5-16-15,-1-3-17 0,0-5-7 0,-2-2-26 0,-1-4-23 16,1-4-17-16,-1-2-13 0,-3-3-9 0,-2-4-15 0,-2-4-17 0,-3-3-40 15,-2-4-23-15,-2-3-32 0,-4-5-49 0,-5-8-297 0</inkml:trace>
  <inkml:trace contextRef="#ctx0" brushRef="#br0" timeOffset="-177141.98">22745 14011 2533 0,'-13'0'215'15,"0"-1"-62"-15,-1-2-51 0,2-1-40 0,4-1-19 0,2-1-30 16,2-1-22-16,2 1-2 0,1-1-8 0,1 0 16 0,2-1 3 0,3 0-12 15,1-3 8-15,3 0-11 0,4-3-6 0,2 0 6 0,2-1-27 0,3-2-8 16,1-1-14-16,2 1-17 0,3 0-8 0,0 0-17 0,2 0-24 16,-2 2-20-16,3-1-33 0,-3 0-24 0,2 2-35 0,2 1-51 0,-2 0-74 15,3 3-210-15</inkml:trace>
  <inkml:trace contextRef="#ctx0" brushRef="#br0" timeOffset="-176554.98">23391 14253 1752 0,'-3'6'933'0,"2"1"-829"0,0 2-46 0,0-3-36 0,2-2-3 15,0-2-6-15,1 0-8 0,3 0-8 0,1-1-1 0,2 0 8 16,2 0 2-16,0-3 6 0,1 1-7 0,-1-2-13 0,1-1-7 0,1-1-12 16,0-2-2-16,1-1-4 0,0 1 2 0,-2-2 0 0,-1 0 6 15,-2 0 1-15,-2 0-4 0,-1 0-1 0,-3 0 2 0,-2 2 3 0,0-1 3 16,-2 0 8-16,-1 0 7 0,-2 1 3 0,-1-1 12 0,-2 1-2 0,-1 0-1 15,0 1 2-15,-2 1-6 0,1-1 9 0,0 3 3 0,1-1 2 0,-1 2 5 16,1 1-2-16,2 1 4 0,-1 0-4 0,1 2-1 0,1 0-8 16,0 0 0-16,-1 1-5 0,1 1 11 0,-1-1-4 0,2 1-1 0,1 2 3 15,2 0-9-15,-1 1 3 0,0 1-2 0,1 1-12 0,0 1-1 16,2 0-6-16,1 0-2 0,1 2 9 0,1 1-6 0,1 1 1 0,0 0 1 16,2-1-2-16,1 1-1 0,1-1 8 0,2-1-4 0,1-1 0 0,1-1 3 15,0 0-2-15,2-2-2 0,3 0 0 0,1-1 2 0,0-1-1 16,2-2 4-16,0-1-1 0,0-1-1 0,1-1 7 0,0-2 2 0,-1-1-2 15,1-1-7-15,0-2-4 0,-3-1-3 0,2-1 3 0,-2-2 0 0,-2-1-8 16,1-1-2-16,-3-1-7 0,1-2-2 0,-3-3 5 0,1-1 1 16,-1-1-4-16,-1-1 4 0,0-1-4 0,-1 0 1 0,-2-2 14 0,1 0-4 15,-1-1 4-15,0 0 2 0,-3 0-1 0,0-2 5 0,-2 2 4 16,-1 0 0-16,-1 1-4 0,0 3 8 0,-1-1-1 0,-2 0 6 0,0 2 1 16,0-1-4-16,-2 2 6 0,1 2-6 0,0 2 8 0,-1 1 1 0,0 2 0 15,-1 0 4-15,1 3 1 0,0 2 8 0,-1 2 1 0,0 1 9 16,-1 2 7-16,-1 1-6 0,0 2 1 0,-1 1-2 0,0 1-3 0,1 0 0 15,1 2 0-15,-1-1-8 0,1 1-7 0,2 1-8 0,-3 0-12 0,3 1 0 16,0 1-5-16,1 0-4 0,1 0 1 0,1 2-2 0,1 1 2 16,1 1 0-16,0 0 1 0,2-1 5 0,1 2 4 0,0-1 1 0,2 0-2 15,-1-1 0-15,1 0-1 0,2 3-3 0,1 0 3 0,1 1 1 16,1-2 5-16,2 1 2 0,-2 1 1 0,2 0-1 0,-1-1-2 0,0 2 7 16,0-1 0-16,-2 0-2 0,1-1 3 0,0 1-6 0,-1 0 0 0,-1-1 1 15,-2 1-6-15,-1 0 0 0,-4-1-5 0,0-1-3 0,0 1-3 16,-3-2-15-16,-1-2-23 0,0-1-35 0,-2-1-35 0,-1-3-31 0,-2-1-19 15,0-2-24-15,-1-2-33 0,-1-2-48 0,1-4-53 0,-3-3-81 0,1-6-109 16</inkml:trace>
  <inkml:trace contextRef="#ctx0" brushRef="#br0" timeOffset="-176323.98">24176 13251 2199 0,'1'2'331'0,"0"3"-210"0,1 0-58 0,1 3-40 15,0-1-7-15,3 2 2 0,0 1-1 0,2 3-6 0,1 3 3 0,0 2-3 16,1 5 4-16,0 2 5 0,1 0-3 0,1 3-5 0,-1-2-16 16,2 2 1-16,-2-1-6 0,2 2 1 0,1 1-4 0,1-1-8 0,1 0 2 15,-1-3-3-15,0 0-11 0,-1-3 0 0,1-1-12 0,-2-1-3 0,1-2-3 16,0 0-7-16,-2-2-5 0,-1-3-6 0,-3-1-5 0,0 0 1 16,-1-1-10-16,-2-1-6 0,-1-1-12 0,-1-2-25 0,-2 2-55 0,-2 0 13 15,-2 0 23-15,-4-2 34 0,0-1 41 0,-1-2-19 0,-3 0-38 16,-2-3-41-16,-4 0-15 0,-2-2-14 0,-1-2 6 0,0-1-33 0</inkml:trace>
  <inkml:trace contextRef="#ctx0" brushRef="#br0" timeOffset="-176157.98">24259 13888 438 0,'-4'-6'292'0,"1"-2"-26"16,-3-1-30-16,3-1-25 0,1 2-33 0,0 0-28 0,1 0-33 0,1 1-28 15,0-1-24-15,1 0-17 0,1-1-2 0,1 0-5 0,2 0-5 0,1 1 1 16,1 0-7-16,1 1-1 0,1-1 2 0,2 0-5 16,0 1-6-16,0-1-5 0,3 0-9 0,0 0-3 0,1 0-3 0,-1 0-4 0,2 1 2 15,0 0-9-15,2 1 1 0,0 1 5 0,1 0-2 0,1 2 7 0,-3 1-3 16,2 1-4-16,-1 1 1 0,-1 2-4 0,-1-1-1 0,-1 2-11 15,-1 0-13-15,-2 0-15 0,-2 1-23 0,0 0-32 0,-1-1-27 0,-3 0-34 16,-2 1-37-16,-2-1-45 0,-2 0-51 0,-2 0-73 0,-2-2-137 16</inkml:trace>
  <inkml:trace contextRef="#ctx0" brushRef="#br0" timeOffset="-175741.98">24600 13504 1873 0,'4'5'391'0,"1"1"-265"15,3 2-67-15,2-2-37 0,0 0-12 0,1 0 6 0,1 1-4 0,-1 0-12 16,2-1 2-16,-1 0-11 0,1-1-8 0,1 0-4 0,-2-1-19 16,1-1-32-16,0-2-27 0,0 1-26 0,1-2-12 0,-1 1 10 0,0-1 15 15,1 0 26-15,-3-1 19 0,0 1 16 0,-3-1 9 0,2 0 3 0,-1 1 6 16,0-2 10-16,0 0 10 0,0 0 8 0,-1 0 6 0,0-1 4 16,1 0 2-16,-1 1 4 0,2-1 4 0,-1 1-2 0,0-1 5 0,0 0-2 15,-1 0-3-15,1 0-1 0,0 1-7 0,0 0-3 0,1 0-8 0,0 2 1 16,-1 1 5-16,2 2-2 0,1 0-1 0,0 1 5 0,0 1 2 15,-1 0 4-15,0 1 3 0,-1 0 0 0,1 0-2 0,-1-1 5 0,0 0 2 16,-2-1 8-16,1-2-3 0,-1 0 3 0,0-1-3 0,0 0 4 0,-2-2 3 16,0-2 3-16,-2 0 3 0,-1-3-6 0,0 0-4 0,-2-1-5 15,0-2-8-15,-1-2-2 0,-2-1-1 0,-1-1-4 0,-1-1 6 0,-1 0 3 16,0-2-2-16,-1 0 2 0,0 1 2 0,-1-2 0 0,1 2 9 16,-1 0 6-16,1 3 6 0,-2-1 5 0,1 1-1 0,-1 1 2 0,2 0 3 15,0 3 1-15,1 2 13 0,1 1 7 0,2 2 13 0,1 1 2 0,0 2 0 16,2 1-2-16,0 2-15 0,1 1-8 0,0 0-9 0,1 1-17 15,2 3 4-15,1 1 0 0,2 4-6 0,1 2 6 0,2 1 0 0,0 3-2 16,3 3 11-16,0 0 5 0,0 4 10 0,-2 2 10 0,1 3 1 16,0 3 4-16,-1 4-10 0,-2 1-13 0,-3 3-10 0,-4 3-14 0,-4 4-9 15,-5 3-30-15,-6 6-2 0,-7 1-34 0,-6 4-48 0,-9 1-50 0,-7 0-134 16,-10 1-215-16,-12-1-390 0,-14 3-311 0</inkml:trace>
  <inkml:trace contextRef="#ctx0" brushRef="#br0" timeOffset="-139871.2">14755 8165 788 0,'-3'-10'425'16,"1"2"-360"-16,0-1-11 0,2 3-24 0,2 1-22 0,3 2-14 0,0 0-12 15,1 0-6-15,1 0-4 0,0 0 3 0,-1 0 8 0,-1 0 6 0,0 0 8 16,-1 0 0-16,0 1 0 0,1-1 2 0,-1 0-3 0,0 1 3 16,1-1 3-16,0-1-1 0,0 0 4 0,0 1 0 0,0-2-1 0,0 2 4 15,-1-1 1-15,1 0 2 0,0 0-2 0,-1 0 3 0,1 0 0 0,0 0-3 16,0 0 4-16,1 0 1 0,0-1 1 0,1 1 7 0,0-2 0 15,0 0 3-15,1-1 6 0,0-1 2 0,0-1 0 0,2 1 1 0,-1-2-2 16,1 2-4-16,0-1 3 0,0 0 1 0,1 1 1 0,0 0 0 16,0 0-1-16,0 1-2 0,-1-1 0 0,1 2-5 0,1 0-1 0,0-1-5 15,0 1-2-15,0 1-5 0,3 1-4 0,-1 0 1 0,2 1-1 0,0 0-1 16,3 0-3-16,1 2 0 0,-1-2-5 0,3 2 2 0,-1 1 2 16,2-1-2-16,2 2 5 0,3-1-3 0,0 1 1 0,3-1 0 0,0 2-4 15,1-1 2-15,2 2-2 0,2 0 1 0,4 0 3 0,1 0 5 0,-1 1 5 16,4 0 7-16,0 0 4 0,2 1 2 0,1-1-5 0,2 2 2 15,3-2-3-15,1 0 2 0,1-1 2 0,2 1-3 0,0-2-1 0,2 1 3 16,2-3 4-16,2 0 7 0,2-2 0 0,-1-2 0 0,2-1-6 16,1-2-3-16,-2-1 6 0,0 0-1 0,-1-4 0 0,-1 1 0 0,0-1 1 15,0-2-4-15,-1-1 1 0,-3-2 2 0,-3 0-1 0,1 0 3 0,-3-2-2 16,-1-1-6-16,-1 0-2 0,-3-3-5 0,-2 0 4 0,-1-1 4 16,-3-2-8-16,-2 1 11 0,-4-3-5 0,-1 0-3 0,-4-4-1 0,-2 0-6 15,-4-3-2-15,-3 1 2 0,-4-3-4 0,-4 0-3 0,-2-4 2 0,-3-3-2 16,-2-1 0-16,-2-2 0 0,-4 0-9 0,-2-3-8 0,-5 0 3 15,-3-2-9-15,-5-1-5 0,-4-1-1 0,-7-1-13 0,-5 0 5 0,-9-4-4 16,-6 0 8-16,-7-1-2 0,-8 1-1 0,-7 1-1 0,-8 1 2 16,-8 2-3-16,-6 1-10 0,-7 2-3 0,-5 3-13 0,-6 4-10 0,-5 3-5 15,-7 5-19-15,-7 5-16 0,-8 7-36 0,-6 7-61 0,-8 7-67 0,-7 8-111 16,-5 10-448-16</inkml:trace>
  <inkml:trace contextRef="#ctx0" brushRef="#br0" timeOffset="-96237.01">15644 16379 1687 0,'-52'-3'169'0,"-6"-1"-118"0,-13-3-1 0,7-1 0 0,7 0-22 16,3 0-52-16,0 1-41 0,3 1-25 0,0-2 1 0,2 1 0 0,-1 0-23 15,1 1-33-15,0-1-37 0,0 3-30 0,2 0-15 0,-1 1 4 16,1 2 11-16,1 1 10 0,0 2 42 0</inkml:trace>
  <inkml:trace contextRef="#ctx0" brushRef="#br0" timeOffset="-96017.01">14339 16345 171 0,'-32'15'134'0,"0"2"2"0,-7 2 5 0,8-1-3 0,7-6-5 0,4-3 1 16,3-2-23-16,4-3 7 0,3 0 8 0,4-1-7 0,2-1 9 0,3-2-10 15,1 0-16-15,3 0-8 0,2-2-10 0,3 0-12 0,5-2 15 0,6 0 1 16,3-1 5-16,7-1 13 0,4-2-8 0,4-1 12 0,4-2-9 16,3-1 3-16,5-2-7 0,2-1-16 0,2-1-5 0,2 1-15 0,5-2-8 15,1-2 4-15,3 0-21 0,1 0-8 0,1-1-6 0,2-1-4 16,1 0 8-16,1-6-12 0,1-1 1 0,3-4 1 0,0-1-8 0,0-1 8 16,0 0-5-16,0-5-5 0,1 1 12 0,-1-1-19 0,0 0 8 0,-3 1-2 15,0 1-8-15,-2-1 16 0,1-1-6 0,-2-1-9 0,-2 3 6 16,-1 0-2-16,-3 1-4 0,-2 2 8 0,-4 1-8 0,-4 4 0 0,-4 2 4 15,-5 7-15-15,-2 1 11 0,-7 4-6 0,-6 4-1 0,-5 4 4 0,-3 1-21 16,-4 2-5-16,-2 1-13 0,-5 3-13 0,-2 0-13 0,-1 0-29 16,-3-1-27-16,-1 0-32 0,-1 0-27 0,-1-1-41 0,-2-1-54 0,0-4-80 15,-3-5-94-15,-1-6-186 0,-3-7 18 0</inkml:trace>
  <inkml:trace contextRef="#ctx0" brushRef="#br0" timeOffset="-95719">16342 14531 1977 0,'-5'-2'285'0,"0"-1"-161"0,1-1-24 0,2 0 6 16,2 0-15-16,3 1-39 0,2-1-37 0,4-1-10 0,6-1-5 16,4-2 6-16,7-1 6 0,3 1-6 0,3-2 6 0,4 1-9 0,6 0-3 15,2 1 7-15,4-2-7 0,2 1 3 0,2 1-1 0,2 0-5 0,0 3 4 16,1 0 4-16,0 2 3 0,-1 2-4 0,-2 1-3 0,0 2-4 16,0 2 3-16,-2 0 2 0,-1 2-2 0,-1 0 0 0,-2 1 5 0,-1 1 0 15,-1 0 1-15,-2 1 4 0,1-1 7 0,-2 0 10 0,-1 1 17 16,0 0 7-16,-3-1-1 0,-2-1 12 0,-1 0-6 0,-4-1 4 0,1 0 6 15,-5 1-16-15,-3-1 1 0,-3 2-15 0,-6-1-7 0,-3 1-7 0,-3 0 2 16,-4 2 2-16,-4 1 0 0,-4 6 19 0,-6 4-9 0,-3 4-14 16,-11 6-8-16,-7 4-14 0,-6 6 0 0,-7 5 3 0,-6 3-6 0,-7 3-7 15,-2 2 3-15,-5 1-5 0,-2 2-1 0,0 0-19 0,0 3 1 0,-1-2-5 16,1-1-4-16,0 1 5 0,0 0-28 0,1-1-20 0,1 0-23 16,0-3-39-16,2 0-39 0,3-3-60 0,2 0-78 0,-1-2-97 0,4-3-128 15,0-2-418-15</inkml:trace>
  <inkml:trace contextRef="#ctx0" brushRef="#br0" timeOffset="-94936.99">25768 10127 1 0,'118'-119'241'15,"-22"14"784"-15,3-13 799 0,-57 42-1683 0,-33 22-97 0,-7-2-88 16,-6-1-17-16,-7-2 16 0,-6 2 6 0,-6 1 10 0,-7-1-11 0,-9 2-8 16,-7-2-21-16,-11 3-13 0,-10 3-30 0,-10 4-15 0,-11 6 8 0,-8 4 16 15,-7 4 34-15,-7 3 36 0,-7 3 20 0,-4 2 11 0,-8 2 10 16,-5 2-7-16,-7 2 7 0,-7 4-1 0,-4 5 1 0,-7 5-1 0,-3 5-2 15,-5 6 1-15,-4 4 1 0,-4 6-1 0,-5 5 3 0,-5 4-10 16,-5 7 2-16,-5 5 7 0,0 6-5 0,-4 6 12 0,0 3-12 0,-1 7 3 16,-1 2 7-16,0 4 1 0,1 5 7 0,3 0-10 0,2 6 5 0,2 7-1 15,3 0 2-15,2 7 8 0,1 3-8 0,2 3-1 0,1 5-15 16,1 4 2-16,1 6 4 0,1 6-6 0,2 4 7 0,1 7-17 0,4 6 2 16,2 5 4-16,3 3 2 0,4 3 2 0,7 1-4 0,6 2 0 0,8 0-2 15,8 0 10-15,6-3-5 0,11 0 3 0,7 1-1 0,7-2-4 16,7 3-1-16,9 2-3 0,8 3 3 0,6 1-4 0,7 2-7 0,9 1 14 15,8 1 2-15,8-3 4 0,9-1 2 0,10-3 0 0,7-5 4 0,9 0 4 16,9-3 4-16,9-2-9 0,8-3-6 0,7-3-5 0,7-4 8 16,7-1-2-16,8-2-6 0,9-3 4 0,9-2-3 0,8-2 1 0,6-6 4 15,7-4 4-15,8-6 4 0,7-7-1 0,8-3 3 0,8-6 7 16,7-7-1-16,6-5 16 0,10-6 24 0,9-6-17 0,7-4 22 0,8-6-3 16,3-8-14-16,2-7 14 0,7-7-21 0,4-8-3 0,5-6 1 0,6-5-6 15,2-5 8-15,5-5-9 0,6-5 1 0,4-4-1 0,3-5-17 16,4-5 1-16,0-4-5 0,6-8-10 0,2-3-3 0,2-5-11 0,5-2 6 15,4-6 10-15,1-2-1 0,-1-4 18 0,2-4-6 0,-3-3-3 0,0-5 8 16,0-3-16-16,1-5-21 0,0-5-16 0,1-2 8 0,-4-5 1 16,-5-4-1-16,-6-1 4 0,-6-5-14 0,-1-2-4 0,-5-4 6 0,-9-1 7 15,-4-2 7-15,-9-1 13 0,-8-2 6 0,-7 0 5 0,-7-4 6 16,-7-2 2-16,-5-2 2 0,-8-5 0 0,-7-2 6 0,-9-2 9 0,-7 0-8 16,-7-2 2-16,-8-4-10 0,-6-1-6 0,-8-4-12 0,-5-1-3 15,-9-3-3-15,-6-4 2 0,-8-1 12 0,-8 1-10 0,-8-3-3 0,-7 0-10 16,-10 2 4-16,-6-1-11 0,-11 2-1 0,-10 3 3 0,-8 1-9 0,-12 0 7 15,-8 3-7-15,-9 1 1 0,-9 4 1 0,-9 1 2 0,-6 3 4 16,-6 2 7-16,-8 2 3 0,-5 6 0 0,-8 2 6 0,-5 4-11 0,-6 4 8 16,-4 1 8-16,-6 6 6 0,-6 2 11 0,-3 6 7 0,-7 1-9 0,-3 7 7 15,-7 3 3-15,-5 3 1 0,-5 6 5 0,-8 2-4 0,-4 8 2 16,-7 7 4-16,-6 6-3 0,-6 9 1 0,-6 6-1 0,-6 10-12 0,-5 11-1 16,-6 9-5-16,-4 10 0 0,-8 13-5 0,-4 14 5 0,-6 13-6 0,-3 15-5 15,-4 15-1-15,-3 16 3 0,0 14-16 0,-2 12-26 0,4 12-50 16,3 12-87-16,1 10-119 0,4 12-201 0,-1 15-355 0,-2 15-166 0</inkml:trace>
  <inkml:trace contextRef="#ctx0" brushRef="#br0" timeOffset="-31066.77">22922 10994 614 0,'-2'-2'184'0,"1"1"-94"0,0 1-45 0,0 0-34 0,1 2-11 0,0 1-11 16,-1 1-3-16,2 3 1 0,-1 3-1 0,0 2 10 0,0 5 3 0,0 2-1 15,-1 2 0-15,-2 4-7 0,0 1-2 0,-3 4-3 0,1 5 4 16,-4 3 0-16,-1 6-3 0,-2 5-1 0,-1 5-3 0,-1 7 1 0,0 8-3 16,-3 8-6-16,-1 9-12 0,0 7-11 0,-3 11-5 0,-2 13-4 0,-1 12-8 15,-2 16-47-15,0 19-52 0,-2 18-17 0</inkml:trace>
  <inkml:trace contextRef="#ctx0" brushRef="#br0" timeOffset="-12849.45">19088 12112 1107 0,'-13'-1'352'0,"1"2"-331"0,-1 0-10 0,4 0-8 15,2-1-6-15,2-1-14 0,0 0-26 0,1 0-19 0,0-1-19 0,-1 0-4 16,0 0 2-16,0-1-3 0,0 1-2 0,-1-1 2 0,1 0 8 15,0 0 19-15,1-1 21 0,-1 0 13 0,1-1 16 0,0 0 2 0,1-1 6 16,0 0 5-16,-1 0-2 0,2-1 6 0,-1 3 8 0,0-1 6 0,0 1 17 16,0 0 15-16,0-1 11 0,-1 1 16 0,-2-1 6 0,0 1 4 15,-1-2 5-15,0 2-4 0,-1 1-1 0,1 0-5 0,-1 1-4 0,0 0 2 16,1 0-1-16,-1 2-3 0,0 1-7 0,0 1-11 0,0 1-7 0,0 0-9 16,0 1-2-16,1 2-5 0,-1 0-9 0,2 2-7 0,0-1-12 15,2 0-11-15,2 0-2 0,1 1-1 0,2 0 6 0,2 1 10 0,2 1-1 16,3 2-2-16,2 0-1 0,1 1-4 0,3-1-7 0,3 3 2 15,3-1-3-15,1 2-1 0,4-1-1 0,1 1 4 0,2 0-1 0,0 0-4 16,3-1 1-16,2 3 3 0,2-1-4 0,-1 0 3 0,1 1-1 16,-1 0 0-16,2 2 4 0,-1-3 2 0,0 2 0 0,-1-2 2 0,-3-2-1 15,0 0 5-15,-4 0 0 0,-1-1 4 0,-2 0 10 16,-5-1 4-16,0 1 5 0,-3 1 2 0,-4 1 1 0,-2-1-4 0,-3 2 1 0,-4 1-6 0,-3 0-11 16,-3 2-7-16,-3-2-5 0,-3 1-7 0,-2 0 5 0,-4 0-6 15,-3 1-3-15,-2-1-14 0,-2 0-11 0,-3 0 0 0,-2-2 8 0,-2 1 19 16,-2-2 10-16,-1-1 4 0,0-4 2 0,0-2 5 0,3-1 1 15,0-2 5-15,3-1-1 0,1-2-2 0,1-2 1 0,3-2-4 0,1-1-4 16,1-2-4-16,5-1-8 0,0-1 2 0,4 0-4 0,2-1-7 0,2-2 3 16,2 0 2-16,1-2 4 0,3-3-1 0,2-2 6 0,3-1-3 15,4-3-1-15,2-2 1 0,3-1-14 0,2-1 6 0,3-2 3 0,2 0-2 16,1-2 5-16,2-2-3 0,1-2 2 0,-1 1 3 0,1-2-3 0,-1 0 2 16,1 0-1-16,-1-1 2 0,-3-1 9 0,-1-1 1 0,-2 0 4 15,-3 2-1-15,-3 2 5 0,-3-1-3 0,-3 0 1 0,-3 0-18 0,-2 0 1 16,-3 0-4-16,-2-1 0 0,-3 1 15 0,-3 0-10 0,-3 2-2 15,-1 2-1-15,-5 2 0 0,-2 1 4 0,-1 3 6 0,-4 2-4 0,0 3 4 16,-1 1 1-16,-2 5 10 0,2 0 10 0,-1 3 4 0,0 1 9 0,2 4-8 16,1 1-4-16,0 3-8 0,2 2-11 0,2 2 1 0,-1 2-11 15,2 3-3-15,0 3-9 0,0 1 1 0,1 3 1 0,3 3-3 16,1 1 3-16,0 1-6 0,3 2-3 0,2 1-10 0,1 1-8 0,2 0-24 0,3-3-42 16,2 0-46-16,4-2-61 0,2-3-67 0,3-2-76 0,2-3-105 15,1-5-279-15</inkml:trace>
  <inkml:trace contextRef="#ctx0" brushRef="#br0" timeOffset="-12545.45">19939 11821 1821 0,'7'11'148'16,"3"5"-102"-16,6 6-16 0,3 1-10 0,3 2-10 0,1-2-13 15,1 1-4-15,2 0-2 0,-3-4-4 0,0 0 8 0,-1-2 2 0,-4-2-1 16,1-1-13-16,-1-1-28 0,-2-3-7 0,0-3-9 0,-2-2 10 0,-1-3 23 16,-3-2 22-16,0-1 20 0,-2-1 14 0,-1-3 7 0,-1-3 1 15,-2-2 6-15,0-4 5 0,-2-2-6 0,-2-2 1 0,0-3 8 0,-2-2-4 16,-1-2 10-16,-1-2 3 0,-2 0-8 0,-2-1 2 0,-1-1 3 0,-2 2 0 16,-4-2-4-16,-3 2-2 0,-4-1-7 0,0 0-6 0,-3 1-11 15,1 2-11-15,-2 4-5 0,2 3-10 0,1 5-7 0,0 4-4 0,2 4-12 16,1 5-1-16,-1 3-8 0,1 4-11 0,2 4-6 0,0 4-29 15,1 2-44-15,2 3-46 0,0 3-66 0,1-1-71 0,2 2-91 0,2 1-152 16,2-2-17-16</inkml:trace>
  <inkml:trace contextRef="#ctx0" brushRef="#br0" timeOffset="-12099.02">21072 11089 2209 0,'-1'1'171'0,"0"0"-57"0,1 2-53 0,0 2-32 16,1 2-23-16,2 1-4 0,1 2-7 0,0 1 0 0,0 1 2 0,1 3 1 15,-1 2 1-15,0 2-1 0,0 3-6 0,-2 3 5 0,0 2-5 0,-1 2 0 16,0 0-14-16,0 2 3 0,-1 0 7 0,-2 2-7 0,0 1 18 16,-1 0-7-16,0-1 2 0,-2 1 4 0,1-3-3 0,-1 1-10 0,0-1-3 15,-1-3-4-15,1-4 2 0,-1-3 5 0,0-4-5 0,-1-4-4 0,0-3-10 16,-1-3-15-16,0-3-22 0,-1-3-42 0,-1-3-43 0,1-3-53 16,-2-6-65-16,-1-4-44 0,-1-5-214 0,0-6 51 0</inkml:trace>
  <inkml:trace contextRef="#ctx0" brushRef="#br0" timeOffset="-11829.03">20438 11066 2130 0,'-4'-1'134'0,"1"2"-44"0,1-1-31 0,3 3-28 0,2 2-18 0,4 1-9 16,4 1-8-16,1 4 5 0,4 1-1 0,1 2-3 0,2 0 1 0,0 0-4 15,2 2 0-15,1 1-6 0,0 0-5 0,1 0-11 0,-1 1-1 0,1 0-1 16,-1-3 0-16,0 0 9 0,-2-2 3 0,0-2 11 0,-4-2 2 15,-1-1 2-15,-2-3 8 0,-1-2 1 0,-2-1 10 0,-2-3 2 0,-3-1 3 16,1-3 5-16,-1-1-1 0,-2-5 3 0,1-2-2 0,-1-3-6 16,-2-2-6-16,0-2 1 0,-1-1-1 0,0 0-6 0,-1 0 1 0,-1 0-12 15,0 0 2-15,-2-1-1 0,0 0 2 0,-2 0-1 0,0-1 1 0,-1 0 3 16,-1 1-3-16,-1 1 3 0,-1 1-2 0,1 4-5 0,0 1-4 16,-1 2-5-16,2 3-2 0,-3 1-7 0,1 4 2 0,0 1-6 0,-1 2-12 15,1 1-8-15,0 1-20 0,1 0-22 0,-1 3-36 0,0 0-58 16,0 1-66-16,1 3-75 0,2 2-88 0,-1 1-248 0</inkml:trace>
  <inkml:trace contextRef="#ctx0" brushRef="#br0" timeOffset="-11582.03">21502 11805 3150 0,'7'4'76'0,"4"2"-35"0,5 1-23 0,3 3-13 0,1-3-8 16,3-1-8-16,0-2-1 0,0-3-3 0,-2 0 5 0,-4-4 3 0,-2-1 7 16,-2-3-2-16,-4-2-4 0,-3-2-13 0,-2-2-9 0,-5-4-7 15,-2-3 3-15,-3-2 8 0,-4-3 6 0,-4 0-1 0,-2 2 6 0,-6-1-5 16,-3 3 1-16,-3 2 9 0,-3 1-4 0,2 4 7 0,-3 3 5 16,2 1-4-16,-1 4 9 0,2 2-8 0,1 3-6 0,2 2-8 0,1 3-18 15,1 1-17-15,1 3-48 0,2 0-71 0,0 3-110 0,4 2-125 0,0 3-188 16,1 2-365-16</inkml:trace>
  <inkml:trace contextRef="#ctx0" brushRef="#br0" timeOffset="-8682.08">22864 12230 1470 0,'-8'-1'156'0,"1"0"-68"0,-1 0-33 16,3 2-14-16,1-1-11 0,1 0-22 0,0 1 1 0,2 0-6 0,0-1 2 15,0 0 13-15,0-1-3 0,-1 0 5 0,0 0-1 0,1-1-6 0,-1 0-2 16,0-1 1-16,-1-1-1 0,1-1 8 0,-1 1 0 0,2-2 4 0,-1 0 11 15,0-1 2-15,0-1-2 0,1-1 6 0,1-2-8 0,-1-2 5 16,2 0-3-16,1-1-5 0,0 0-2 0,1-1-9 0,2 0 0 0,-1 0-12 16,2 1-1-16,1 0 6 0,1 1-1 0,0 2 10 0,2 1 2 15,1 2-5-15,3 1-4 0,0 0 2 0,1 3-2 0,0 2-2 0,0 3 0 16,1 3-3-16,-1 4-4 0,1 2-12 0,0 4-1 0,-1 4 11 0,-2 4 2 16,0 3 9-16,-1 4-7 0,-1 2-14 0,-2 3-1 0,-2 1 1 15,-3 2 5-15,-1 2-3 0,-2 2-2 0,0 1-3 0,-1-1 0 0,-1-1 5 16,0 0 1-16,-2-1-1 0,0 0 0 0,-2 0-4 0,-1-4 13 0,-2 0 7 15,-1-3 5-15,-1-3 9 0,-2 0-12 0,2-4 4 0,-2-2 6 16,0-1 8-16,1-3 4 0,0-3 6 0,2-1 5 0,0-3 3 0,2 0 5 16,2-3-7-16,0-4-4 0,4-1-8 0,0-3-2 0,2-1 1 15,1-1-15-15,1-2 5 0,2-1-8 0,3-4 1 0,1-3 3 0,4-4-3 16,1-1 1-16,3-3-3 0,0-2-2 0,3-1 6 0,2 2-9 0,-1-1 5 16,2 3-2-16,-2 3-5 0,-1 1 11 0,1 1-4 0,-3 3-26 15,-1 2 3-15,0 2-2 0,-1 2-3 0,0 3 26 0,-2 0-1 0,1 2-6 16,-2 2 19-16,1 0-3 0,-1 3 0 0,-1 0-1 0,0 2-13 0,0 1-3 15,0 1-2-15,-1 0-2 0,-2-1 2 0,1 1-2 0,-1 0 0 16,0-1 1-16,-1 0 3 0,0-1 0 0,0-1-3 0,-2-2 5 0,2 1-4 16,-2 0-2-16,0-2 1 0,-1 0-1 0,1-1-1 0,-2-1 2 0,1-1 5 15,-1 0-3-15,-1 0-1 0,0-1-2 0,-1 0-2 0,1 0 6 16,-2-1 2-16,0 0-1 0,1-1-3 0,0-1 0 0,1-1 3 0,0-1 2 16,0-1-5-16,2-2 0 0,-1 1-2 0,1-2-6 0,0-1 10 15,0-1 0-15,1 0-2 0,0-1-1 0,0 0-6 0,-1-1 3 0,3 1-16 16,0-1-2-16,2 0 0 0,-1 1 11 0,1 0 9 0,0 1 13 0,-2 2-10 15,0-1-12-15,0 1 8 0,-1 2-14 0,-2 0 3 0,0 3 4 16,-1 0-8-16,-1 2 9 0,-1 0-2 0,-1 1-1 0,-1 1 2 0,0 0-4 16,-1 0 7-16,1 0-6 0,-2 1-1 0,1-1 3 0,-1 0-9 0,-1 0 2 15,-1-1 4-15,-1 1-2 0,-1-2 0 0,-1 0 5 0,-1-1-5 16,0-1 7-16,-1-1 2 0,-2 0-2 0,0-2-1 0,-1 0-4 0,0-1 1 16,0-1-3-16,0 0 1 0,-1-2-4 0,0 0-11 0,2 0 4 15,2-1-11-15,0 1-9 0,3 2-4 0,2 1-17 0,0 1-10 0,2 2-13 16,1 1-17-16,1 2-14 0,0 1-9 0,2 2-14 0,2 1-14 0,1 2-19 15,2 3-35-15,1 3-58 0,2 5-104 0,1 2-314 0</inkml:trace>
  <inkml:trace contextRef="#ctx0" brushRef="#br0" timeOffset="-8399.14">24465 12141 2530 0,'-1'-5'222'16,"1"0"-107"-16,1-1-49 0,1 4-49 0,-1 2-14 0,1 1-4 0,0 1-8 15,0 2 4-15,2 0 2 0,-1 2 5 0,0 1-6 0,-1 2 2 16,0 1 1-16,0 1-3 0,-2 0 3 0,0 2-4 0,-2 1-6 0,0 0 3 15,-1 1-2-15,0 1 3 0,-2 1-5 0,-1 1-3 0,0-1-8 0,-2 1-13 16,-1-1-20-16,1-1-29 0,-1-3-25 16,1-1-41-16,0-1-23 0,-1-3-30 0,1-3-42 0,0-2-40 0,1-5-66 0,0-2-97 0,-1-6-107 15</inkml:trace>
  <inkml:trace contextRef="#ctx0" brushRef="#br0" timeOffset="-8246.85">24165 11729 1527 0,'-6'-3'128'0,"0"0"-57"0,0 0-46 16,2 2-25-16,3 2-17 0,1 0-12 0,2 2-8 0,1 0 0 16,2 2 3-16,1 1-2 0,2 0-3 0,0 1-15 0,-1 0-30 0,2 3-44 15,0 0-67-15,2 1-73 0,-1 1-99 0,0 0-8 0</inkml:trace>
  <inkml:trace contextRef="#ctx0" brushRef="#br0" timeOffset="-8080.85">24741 12202 2103 0,'0'2'320'0,"1"1"-207"16,3 2-43-16,1 0-36 0,1 0-9 0,3 0-10 0,2-1 1 0,2 0-3 15,1-3-8-15,1-1 5 0,-1-2-5 0,-2-1-2 0,-1-2 8 16,0-3-9-16,-1-2-2 0,0-3-5 0,-3-1-2 0,-1-3 6 0,-3-1 4 16,-1-1 2-16,-3 1-3 0,-2-1 1 0,-2 2-6 0,-1 2-7 0,-3 1-28 15,0 2-28-15,-3 3-40 0,-3 2-68 0,-3 4-82 0,-5 4-123 16,-5 5-217-16,-7 7-245 0</inkml:trace>
  <inkml:trace contextRef="#ctx0" brushRef="#br0" timeOffset="5669.32">2677 9013 1977 0,'13'3'44'0,"6"-1"-54"16,7 2-4-16,5-1 3 0,0-2 4 0,4-1 5 0,2-1 0 0,2 0-16 16,3-1-29-16,2 0-42 0,3 1-46 0,0 0-24 0,5 1-3 0,0 2 14 15,2 1 22-15,3 0 16 0,-1 1 24 0,1 1 22 0,-2 1 21 16,0 2 22-16,-1 2 12 0,1-1 9 0,0 2 7 0,-1 2 7 0,0 0 7 16,0 3 12-16,3-1 13 0,0 1 18 0,2 0 17 0,3 0 15 15,1-1 2-15,2 1-6 0,3-2-11 0,3 0-16 0,-1-3-9 0,6 0-8 16,3-3-2-16,2 0-7 0,2-2-4 0,2-1-7 0,0-1-7 0,3 0-2 15,3 0-2-15,0-2 6 0,1 1-1 0,1-1 5 0,-1-1-8 16,1 1 2-16,2 0-2 0,1 0-4 0,1 1 10 0,1-1-3 0,0 2-4 16,-1-1-1-16,3 1-5 0,0-1-6 0,1 0 1 0,3-1 1 0,0 0-3 15,-1 0-10-15,3 0 3 0,0 0-5 0,0 1 1 0,1 0 9 16,0 1-10-16,-2-1 1 0,1 1-1 0,1 0-4 0,1-1 12 0,-1 2 4 16,-1 0-7-16,0-1 2 0,1 1 2 0,1 0-2 0,0-1 7 15,0-1 4-15,3-1 6 0,-3 1 8 0,0-1 2 0,2 0 4 0,-2 0 0 16,2 0 5-16,0-1 2 0,-2 1-1 0,0 0-1 0,0 0-8 0,-2 1-1 15,-1 1-4-15,0-1-9 0,-1 2 1 0,-4 2-6 0,1-2-3 16,0 3 5-16,-3-1-3 0,3 1-2 0,-2 1 5 0,-2-1-5 0,1-2 0 16,-2 1 2-16,0-2-10 0,2 0 5 0,-2-1-3 0,1-1 5 0,-1 0 12 15,2-1 3-15,-2 0 5 0,0-2 4 0,1 0-12 0,-2 0 1 16,0-1-2-16,-2 0-2 0,1 0 9 0,-3 0-2 0,1-1-4 0,0 0 3 16,-3 1 7-16,0 0 6 0,0-2 4 0,-1 1-8 0,2-2-7 15,-2-1-14-15,0 1-6 0,-3 0-2 0,0 1-5 0,-2-1 2 0,-1 0 6 16,1 0 2-16,1-1 3 0,-1 0 3 0,-1-1-5 0,0 1-1 0,-3 0-1 15,-2 0-1-15,0 0 4 0,-1 0-2 0,-2 1 2 0,-1 0 1 16,-2-1-1-16,0 0 5 0,-2 0-2 0,-3-1-2 0,-1 2-1 0,-3-1 3 16,0 0-1-16,-1 0 3 0,-1 0-3 0,-4 0-3 0,-2 1 5 0,-1-1 1 15,-3 1 2-15,-2 0-2 0,-2-1 3 0,-2 1 1 0,-4 0-4 16,-1-1 0-16,-1 0-3 0,-3 1 0 0,-1 0-6 0,-3 0 6 0,-3 0-9 16,-4-1 5-16,-1 0-1 0,-2 1-8 0,-3 1 10 0,-2 0-6 15,-1-2 1-15,-1 1-1 0,-4-1-14 0,1 1-21 0,-2-2-50 0,-2-1-93 16,0-2-119-16,-3-3-236 0,-1-4-791 0</inkml:trace>
  <inkml:trace contextRef="#ctx0" brushRef="#br0" timeOffset="11552.35">21185 6538 672 0,'-5'-9'29'0,"1"2"-13"0,1-1-10 0,3 3-9 0,3 3-11 16,1 1-2-16,3 1 2 0,0 1 4 0,4 0-1 0,0 2 3 16,1 0 0-16,0 1-1 0,0 2 2 0,-1 0 2 0,1 1-2 0,-1 1 4 15,0 0 0-15,0 1 1 0,-2-2 5 0,2 1-1 0,0 0 4 0,-2 0 1 16,1-1 1-16,0 1 4 0,0 0 6 0,3-1 4 0,0-2 6 15,1 2 5-15,2-2 2 0,0-1 5 0,4 0 3 0,2-2 0 0,1 0 1 16,6-1 0-16,2-1-5 0,7-1 1 0,4-1-2 0,4-2-4 16,5 0-2-16,5 0-1 0,4-1-6 0,6 0 6 0,4 1-1 0,6 0-4 15,3 0 3-15,4 2-7 0,4 2-4 0,1 0-3 0,2 2-1 0,1 2-3 16,3 0 3-16,1 0 1 0,3 2-3 0,0-1 0 0,2 1 0 16,3-1-3-16,2 0 1 0,3 0-2 0,3-2 1 0,0 0 2 0,2-2 0 15,-1 0 4-15,2-2 1 0,0 0 3 0,1-1 4 0,0-1-1 0,3 0 2 16,-1-2-2-16,3-3 0 0,0 0 2 0,1-1-4 0,1-1 8 15,0-1 1-15,1 0 2 0,0-1 4 0,-2-1 1 0,0 0 7 0,0-1-3 16,-2-1-2-16,1 0-4 0,0 1-11 0,-1-1 9 0,1 0-2 0,-1 0-5 16,1-1-9-16,-1 1-6 0,1-1-4 0,-1 1 1 0,-2 0 7 15,0-1-16-15,-2-2-1 0,0 2 3 0,-1-1 3 0,-4-1 7 0,-2-1 4 16,-1-1-7-16,-2-2 2 0,-1 0 0 0,-3 1 6 0,-2-1 0 16,-6 0 0-16,-6 2 2 0,-2 0-5 0,-3 1 0 0,-3 0 0 0,-2-2 8 15,-3 0 3-15,-3 0 9 0,-2 0-11 0,-3 0-1 0,-3 1-11 0,-2 0-3 16,-3 2 2-16,-3 1-5 0,-3 0 7 0,-5 0-7 0,-3-1 5 15,-4 1 6-15,-4-1 4 0,-5-1 2 0,-3 2-2 0,-4-2-2 0,-3-2-5 16,-4 2 8-16,-2-3 4 0,-3-1-5 0,-1 0-5 0,-4-3-21 16,-3-1-7-16,-4-2-14 0,-2 0-11 0,-3-1 0 0,-4-2 2 0,-3-1 13 15,-3-1 12-15,-3-2 1 0,-4 0 2 0,-5-2-8 0,-4 0 4 0,-5-1 1 16,-4-1 3-16,-3 0 4 0,-5-2 7 0,-4-1 11 0,-3 0 2 16,-2-1 3-16,-5 0-3 0,-1-1-1 0,-4 1-12 0,-3 0 6 0,-5-1-7 15,-1 3-2-15,-3 1 11 0,-1 2 1 0,-2 3-6 0,-1 1-2 0,0 1-13 16,-5 2-5-16,-1 4 13 0,-6 3 0 0,-3 1 6 0,-2 3 5 15,-6 2-14-15,0 2 3 0,-1 1 3 0,-4 2-5 0,2 3-3 0,-1-1 7 16,-2 2-9-16,-2 1 1 0,-4 1 1 0,-1 1-2 0,-2 1 2 0,-3 2 3 16,-2 2-2-16,-1 2-1 0,-3 0 3 0,0 2-1 0,-1 0 6 15,1 2-3-15,-1 1-2 0,3 2 4 0,1 3-1 0,3 1 2 0,2 2-1 16,3 1-5-16,0 2 0 0,1 2-5 0,0 1-12 0,2 1-1 16,2 1-13-16,2 1 5 0,0 0 7 0,2 2 0 0,1-2 11 0,2 2-1 15,2 1 8-15,1-3 5 0,2 2-1 0,2-2 3 0,-1 3-3 0,-1 1-1 16,-3 3-2-16,-3 2 1 0,-2 0 2 0,-4 3-3 0,-6-2-1 15,-2 2 2-15,-3 2 1 0,-3-1 1 0,-1 2 6 0,-1-1-22 0,2 1 2 16,0 2 12-16,3 0-5 0,1 4 22 0,2 0-6 0,6-1-7 16,6-2 1-16,9 1-2 0,10-3 8 0,7 1-6 0,7-1 0 0,6 0 0 15,5 2-1-15,5 1-1 0,5 2-2 0,3 1-5 0,4 0 9 0,2 1-3 16,2 0 3-16,0 1 3 0,2-3-8 0,4-1 3 0,4 0 2 0,2-3-3 16,3-1 2-16,1-1-8 0,2-3 5 0,1 0-3 0,2-1-6 15,3-1-3-15,1 1-22 0,1-1-43 0,4 2-58 0,0 1-60 0,2 1-82 16,2 2-112-16,1 2-261 0</inkml:trace>
  <inkml:trace contextRef="#ctx0" brushRef="#br0" timeOffset="17604.15">26013 10890 989 0,'-29'-4'192'0,"-8"-2"-77"16,-12-2-75-16,1 3-23 0,1-1-10 0,-1 4-5 0,-2 1 0 0,0 2-4 16,1 3-2-16,0 0-6 0,1 2-5 0,0 1-9 0,-3 2-9 0,3 1-4 15,-3 2-1-15,1 1 8 0,-1 3 11 0,-3 2 5 0,-2 0 7 16,-1 4 5-16,-2 1-1 0,-3 1 4 0,-2 3 0 0,-3 0 1 0,-2 3 4 16,-3 1-1-16,-2 4 0 0,-1 1-1 0,-2 4 1 0,-1 1-4 0,-3 3 3 15,-1 1-1-15,2 3 2 0,-3 4 7 0,2 1 6 0,1 2 2 16,1 1 4-16,2 0-3 0,2 0-9 0,1 0-2 0,1 2-3 0,3 2 6 15,1 1-3-15,2 1-1 0,1 1 1 0,1 2-4 0,3 2 6 16,0-1-7-16,1 2-4 0,1 0 5 0,1 1-10 0,1 0 11 0,3 4 2 16,2 0-2-16,3 4 7 0,4 2-12 0,2 0-1 0,3 5-2 0,2 0-4 15,2 2 1-15,3 3-2 0,2 3 0 0,-2 4-2 0,3 1-4 16,0 2 0-16,4 2-5 0,2 2 6 0,2 2 3 0,5 3 1 0,0 0-1 16,2 0-10-16,3-1 6 0,4 1 2 0,2 1 2 0,3-2 3 0,4-1 2 15,2-1-6-15,5-1 6 0,3-2 5 0,3 0-5 0,4 0 6 16,4-2-5-16,2-1 0 0,3-3 4 0,6-3 2 0,4-2 8 0,4-3 7 15,3-1 0-15,4-4 12 0,5-2 5 0,2-5 6 0,5-2 14 16,5-3 7-16,3-5 2 0,4-1 6 0,6-3-2 0,3 0 3 0,3-3-1 16,3-4-6-16,4-3-16 0,0-3-10 0,1-4-3 0,-44-24 0 0,11 5 5 15,2-3-6-15,12 5-10 0,3-4-5 0,12 4 2 0,4-5 0 16,12 2 5-16,2-3-4 0,1-5-4 0,3-4-1 0,0-4-4 0,0-6 1 16,1-4-1-16,1-5-10 0,1-5-1 0,-1-4-3 0,2-8 0 0,100-31 0 15,-28-5-4-15,-27 0-2 0,-30 2 0 0,-17 2 6 0,0-4 3 16,-3-6-2-16,0-2-1 0,-2-5 11 0,-3-1 1 0,-1-1-3 0,-3-3 2 15,-5-3-8-15,-4-1 2 0,-4 0 4 0,-6-1 16 0,-2 1 6 16,-5-1 5-16,-5 1 17 0,-4-1-6 0,-3 0 17 0,-4-2 8 0,-2-3-5 16,-5 1 5-16,-4-4-9 0,-3 1-5 0,-3-2-10 0,-5 1-6 0,-2-3-14 15,-5-1-2-15,-2-2-3 0,-5-2-21 0,-3-3 0 0,-4-3-11 16,-3-4 0-16,-4-2 6 0,-5-1-6 0,-3 0-7 0,-4 0-8 0,-3 1-6 16,-5-2-8-16,-3 0 7 0,-3 0 5 0,-4-2-5 0,-4 2-4 0,-2-2 1 15,-4 0-3-15,-2 0 7 0,-4 1 0 0,-3-1 1 0,-3 3 1 16,-3 0-3-16,-3 1 6 0,-4 2 1 0,-3 2-3 0,-2 1 1 0,-4 4 5 15,-3 2-2-15,-3 2 10 0,-3 4-1 0,-4 3-2 0,-2 5 11 16,-4 2-7-16,-4 2-2 0,-2 5-20 0,-5 3-22 0,-2 3-18 0,-5 5-29 16,-4 4-26-16,-3 5-41 0,-4 5-57 0,-3 4-67 0,-5 7-80 0,-6 5-114 15,-7 5 22-15</inkml:trace>
  <inkml:trace contextRef="#ctx0" brushRef="#br0" timeOffset="28303.57">23252 11937 1315 0,'-5'1'267'0,"-1"1"-185"0,-2-1-60 0,0 1-19 16,2-1-15-16,0 1-13 0,0 0-21 0,2 0-10 0,1 0-1 16,2-1 0-16,0 0-11 0,2-1-18 0,0-1-30 0,0 0-37 15,2-1-32-15,-1 0-31 0,2-1-27 0,1 0-55 0</inkml:trace>
  <inkml:trace contextRef="#ctx0" brushRef="#br0" timeOffset="171578.99">19814 13690 99 0,'5'-8'52'0,"2"0"-23"0,2-4-12 0,0 2-7 16,-1 2-6-16,1 0-4 0,0-1-2 0,0 1 0 0,0 0 0 16,0 1 0-16,-1-1-5 0,-1 0-3 0,0 1-9 0,0-1-4 0,-2 1-3 15,-1 1 4-15,0 0 5 0,-2 2 3 0,0 0 5 0,-2 1-2 16,1 0 3-16,0-1 4 0,0 1 2 0,2-1 1 0,-1 0-4 0,2-1-8 15</inkml:trace>
  <inkml:trace contextRef="#ctx0" brushRef="#br0" timeOffset="172144.99">20322 12348 1430 0,'-11'-4'112'0,"1"-1"-68"0,-3 1-39 0,3 1-19 0,2 2-27 16,1 1-32-16,0 0-22 0,0 1-4 0,0 1 11 0,-3-1 22 0,-1 1 10 15,-1-2-4-15,-3 1-7 0,-1-2 3 0,-3-1 12 0,-2-1 25 0,-3-2 24 16,-2-1 25-16,-4-3 22 0,-1-1 14 0,-3-3 12 0,-2-1 6 16,-2-2-3-16,0 0-1 0,0-1-3 0,-3 0-5 0,0-2 2 0,0 0 1 15,0 0-7-15,0-1-2 0,0 2-5 0,-1 1-10 0,-1-1-2 16,1 1-21-16,-1 0-9 0,1 1-3 0,0 1 3 0,0 1 7 0,-1 0-2 15,0 0-1-15,-1 0-12 0,-4 0-2 0,0 3 0 0,-4-1 1 0,-2 2-2 16,-2 1-2-16,-2 0 1 0,-2 2-6 0,-2 0 7 0,0 1-1 16,-1 1-2-16,-3 1 5 0,1 1-5 0,-3 2 2 0,0 2 1 0,0 1-3 15,-1 1 7-15,1 2-1 0,-1 0 1 0,1 2 4 0,1 0-2 0,1 2 2 16,1 1 3-16,-1 0-4 0,3 1-7 0,-1 1 5 0,0 2-1 16,0 3-1-16,0-1 1 0,0 2-5 0,0 1 5 0,0 3 4 0,-2 0 0 15,-1 2 1-15,1 2-4 0,-3 2-4 0,-3 3 2 0,0 0-6 16,0 1 6-16,-1 2-1 0,2-1 0 0,-1 1 3 0,0-1-2 0,1 0 2 15,1-1 0-15,0 2-1 0,3-2 0 0,2 1 0 0,1 0 3 0,2 1-3 16,2-2 0-16,0 0 3 0,3 1 4 0,3-1 0 0,0 1-1 16,2-2-4-16,3 0-3 0,2 0 1 0,2 2 3 0,2-3 0 0,4 0 0 15,2-2-2-15,0-2-6 0,3 0-2 0,0-1-1 0,5 0-2 0,-1-1 5 16,3 2-5-16,2-3-13 0,2 1-22 0,2-1-38 0,3-2-48 16,3-2-67-16,1-2-69 0,2 0-78 0,3-4-50 0,2 0-83 0</inkml:trace>
  <inkml:trace contextRef="#ctx0" brushRef="#br0" timeOffset="172710.99">15764 11793 678 0,'-12'-1'350'0,"1"2"-303"0,-1 1-10 0,2 6-23 16,2 2-9-16,1 3-1 0,-1 4-2 0,-1 5-2 16,-2 2 2-16,-2 4 0 0,-3 1-4 0,-2 4 0 0,-5 1 3 0,-1 3 0 0,-4 2 2 15,-1 1 0-15,-1 3 0 0,0-2 3 0,-1 0-6 0,-3 2 3 0,-1-3-5 16,-1 0 2-16,-2-2 1 0,0-1 0 0,0 0 4 0,-3 1-5 0,-1 0-2 16,-1 1 2-16,-3-1 5 0,2-1 6 0,-1 1 5 0,1-1-3 15,-1 0-3-15,3-2-1 0,0-1 5 0,0 1 0 0,1-1-1 0,0 1-2 16,2-3-8-16,4-1 5 0,2-4-6 0,4-1 1 0,2-2 1 15,3 0-4-15,1 0 2 0,2-4 0 0,4 1-2 0,1 0 4 0,3-2-5 16,1 0 1-16,2 0 7 0,1-3 3 0,3 1 8 0,1-1 4 0,3-1-5 16,2 1 5-16,2 2-6 0,3 0-4 0,1-1 2 0,2 1-9 15,1-1-1-15,1 1 1 0,2-1-7 0,1 0 6 0,0-1-4 0,2 0 2 16,1-1 6-16,1 1-8 0,1-1 4 0,0-2-2 0,3-2-2 0,1-2 2 16,0-1 0-16,1-2 2 0,-1-2 0 0,3 0 0 0,2-3 5 15,0 0 4-15,0-1 4 0,0-2 14 0,-1-2 14 0,-1 0 17 0,2-1 19 16,-2 0 5-16,0-1-2 0,1 0 0 0,-3-1-6 0,1 1-3 15,0-2-5-15,-3-1-11 0,2 1-15 0,-1-1-5 0,-2 2-13 0,1 1-6 16,-2-1-2-16,-1 1-7 0,-1 0 6 0,-2 1-3 0,-1-1-5 0,-1 1 1 16,-2 1-9-16,-2-1 9 0,-1 2 1 0,-2-1 0 0,-1 1 0 15,-1 0-2-15,-1 0-4 0,0 2 6 0,-1-2-2 0,0 2-2 0,-1-1-3 16,0 0-2-16,0 1 0 0,0 0 4 0,0 1 4 0,-1 0-10 16,0-1 0-16,0 0 1 0,-1 0-2 0,-1-1 9 0,2 1-4 0,-2 0-5 15,1-1 1-15,0 1-3 0,-1 0-7 0,0 0 4 0,0 0-1 0,0-1-4 16,0 1-2-16,0-1-10 0,0 1-6 0,1-1 1 0,-1 1-10 15,1 0-2-15,-1-1-6 0,1 1-11 0,0-1-13 0,1 0-19 0,-1 1-33 16,1 0-31-16,0-1-42 0,0 1-43 0,1 0-39 0,0 0-37 0,1-1-10 16,2 0-111-16</inkml:trace>
  <inkml:trace contextRef="#ctx0" brushRef="#br0" timeOffset="173311.99">23796 11679 601 0,'-22'-3'58'16,"-3"0"2"-16,-5 0-9 0,4 2-1 0,6 1-15 0,2 0-16 16,2 2-6-16,4-1-11 0,1 1-11 0,2-1-16 0,2 1-31 0,1 1-46 15,2 0-53-15,2 0-34 0,1 1-81 0</inkml:trace>
  <inkml:trace contextRef="#ctx0" brushRef="#br0" timeOffset="-205315.18">18013 13341 2711 0,'15'13'-2'0,"8"8"-4"0,8 8-9 0,6 10-11 0,-8-2 2 0,2 5 0 0,-1 3 5 0,3 3 8 0,-2 2 0 16,2 3 3-16,0 1 4 0,2 4-10 0,1 3 8 0,2 4-2 0,3 2-3 0,0 2 19 0,0 4-8 0,2 1-3 15,1 1-2-15,2 3-6 0,0-1-1 0,1 2 7 0,1-2-1 0,0-3 4 16,-1-1 4-16,1-4-5 0,-1-5 6 0,1-2 8 0,0-4-1 0,1 0 11 16,-1-2 6-16,0 1 1 0,1-1 9 0,-1-2-7 0,1 0-1 15,-3 1-3-15,-1 0-14 0,-2 0 2 0,-1-2 0 0,-2-1-8 0,-1-1 2 16,0-2-1-16,-3 0 1 0,-2-3-5 0,-4-5-3 0,0-2 4 0,-3-3-12 16,-2-5-2-16,-3-2-25 0,-2-5-62 0,-3-4-86 0,-2-3-128 15,-3-4-129-15,-2-3-89 0,-3-6 21 0,-4-4-45 0</inkml:trace>
  <inkml:trace contextRef="#ctx0" brushRef="#br0" timeOffset="-205049.17">19089 12071 1902 0,'-5'-9'848'0,"0"3"-729"0,-2-3-35 0,2 3-25 16,1 2-32-16,2 2-30 0,1 1-15 0,3 2-21 0,2 3-9 15,4 4 5-15,5 4 11 0,3 4 23 0,2 7 1 0,4 5 0 0,1 6-12 16,1 4 0-16,4 6 5 0,0 7 9 0,3 4-1 0,3 6 2 0,3 5 0 16,1 4 0-16,2 4 7 0,2 7 0 0,1 3-6 0,2 4 4 15,3 3-3-15,2 2 3 0,1 2 0 0,3 0 2 0,2 0-2 0,0 1 5 16,2 0 4-16,0-2-2 0,2-3 6 0,0-2-8 0,0-4 8 0,-1-1-1 16,2-2-6-16,0-1 6 0,-2-1-10 0,0-4 1 0,-2-3 0 15,0-5 1-15,-2-6 2 0,-1-3-1 0,-4-4-5 0,-2-6-3 0,-4-4-15 16,-4-5-27-16,-4-4-25 0,-4-5-48 0,-5-4-37 0,-2-5-55 15,-5-6-93-15,-3-4-113 0,-5-7-61 0,-3-5 31 0,-5-8 103 0,-4-10 104 16</inkml:trace>
  <inkml:trace contextRef="#ctx0" brushRef="#br0" timeOffset="-204791.18">20346 11761 3143 0,'14'10'167'0,"3"3"-74"0,5 6-29 0,0 3-20 0,4 4-33 16,1 4-5-16,6 7-8 0,3 6-4 0,4 8-5 0,4 7 2 15,3 9 0-15,2 8 5 0,1 9-2 0,0 5-14 0,-3 4-9 0,-1 1-24 16,-2 1-14-16,-1 0-10 0,-2 2-9 0,-1-1-3 0,-1-3-6 0,-1 0-9 16,0-6 14-16,2 0 12 0,-3-4 25 0,0-6 25 0,-1-2 12 15,-2-7 15-15,2-5-1 0,-2-5 4 0,0-5-2 0,-2-3 1 0,2-2-2 16,0-2-1-16,-1-4 2 0,1-1-3 0,-3-3 0 0,-1-4-30 15,-2-2-47-15,0-5-67 0,1-2-93 0,-2-4-112 0,0-2-120 0,-3-3-32 16,1-6-112-16</inkml:trace>
  <inkml:trace contextRef="#ctx0" brushRef="#br0" timeOffset="-204265.61">20252 11680 1154 0,'3'-1'577'16,"0"1"-516"-16,0 0-76 0,0-1-104 0,0 0-157 0,0 0-122 0,2 0-40 15,0 0-35-15</inkml:trace>
  <inkml:trace contextRef="#ctx0" brushRef="#br0" timeOffset="-204082.6">20405 11760 404 0,'5'18'195'0,"2"5"-34"0,3 8-4 0,-1 1-14 16,2 1-32-16,-1 3-32 0,1 1-15 0,2 3-8 0,0 2 0 0,2 1-1 15,0 1 0-15,4-1-5 0,1 4-10 0,1-2-9 0,2 0-10 16,1 0-7-16,1-2-2 0,1-4-2 0,0-1 1 0,2-4 0 0,-1-3 5 16,-1-1 3-16,-1-4-2 0,-2-4-1 0,1-1 1 0,-1-2-8 0,-3-1 3 15,1-1-8-15,-3-1-22 0,-2-2-41 0,-1-1-75 0,-1-3-117 16,-3-2-114-16,-2-2-41 0,-3-2-107 0</inkml:trace>
  <inkml:trace contextRef="#ctx0" brushRef="#br0" timeOffset="-203898.6">18962 11397 2826 0,'39'-23'62'15,"7"-3"-29"-15,15-6-14 0,3-1-28 0,3 4-31 0,5 0-47 16,8 2-60-16,8 2-47 0,4 4-26 0,6 5-2 0,1 4-2 0,-1 5-18 15,0 6-18-15,-3 6-24 0,0 8 7 0,-3 5 46 0,0 12 64 16,-2 8 66-16,-2 8 43 0,-3 11 23 0,-4 7 6 0,-3 7 2 0,-5 9 0 16,-5 10 3-16,-3 6-6 0</inkml:trace>
  <inkml:trace contextRef="#ctx0" brushRef="#br0" timeOffset="-203759.6">21233 12349 181 0,'8'62'215'0,"-2"5"78"16,-1 12 74-16,-8-9 9 0,-8-11-35 0,-6-2-52 0,-9 0-65 0,-6-2-44 16,-10 0-35-16,-10-3-34 0,-9-3-32 0,-11-4-19 0,-12-2-25 0,-11-4-23 15,-12-4-9-15,-12-2-15 0,-8-9-16 0,-6-4-17 0,-9-8-10 16,1-8 4-16,1-6 21 0,7-8 30 0,10-10 24 0,10-9 23 0,11-10 16 15,13-8-18-15,7-7-26 0,10-7-35 0,12-3-40 0,9-1-15 16,14 2-1-16,9 6 7 0,12 4 25 0,10 5 19 0,7 2 18 0,8 0 20 16,6 1 9-16,5-1-2 0,3 0-13 0,5 0-22 0,2 1-34 0,6 0-66 15,1 1-136-15,3 1-270 0,0 1-239 0,-1 0-9 0</inkml:trace>
  <inkml:trace contextRef="#ctx0" brushRef="#br0" timeOffset="-185704.6">12524 10243 1237 0,'-4'-26'149'0,"-1"-3"-14"0,-1-6-67 0,1 2-26 16,1 6-28-16,0-1-23 0,0 3-12 0,1 1-23 0,0 1-12 0,1 3-10 16,0-1 0-16,1 2-3 0,0 1 3 0,0 2 4 0,0 0 5 15,0 1 11-15,0 0 7 0,1-1 13 0,-1 0 9 0,1 0 10 0,-1-1 9 16,0-1 0-16,-1-1 1 0,0 0-3 0,0 0-1 0,0 0-2 0,-2 1-1 16,0-1 3-16,-2 0-4 0,0-1 4 0,-1 0 0 0,0 0 0 15,0-1 5-15,-2 2-1 0,1-3 1 0,-2 2 3 0,-1 1 7 0,-1 0 5 16,-1 0 4-16,1 0 6 0,-1-1-1 0,1 0 2 0,0 1 5 15,0 1 0-15,0-1-1 0,0 1-3 0,-1 0-7 0,0 1-11 16,1 1-2-16,0 2-6 0,-1-1-2 0,1 1-2 0,-1 0-5 0,0 3-5 0,1-1-3 16,-2 2-6-16,-1 0-4 0,0-1-4 0,1 2-6 0,-3 0-1 15,0 2-1-15,-3 0 3 0,0 3 4 0,-1 0 1 0,0 2 2 0,1 2 3 16,-2 0-1-16,0 2 7 0,0 0 3 0,-2 1 1 0,2 1 2 16,-3 1 0-16,1 0 1 0,2 0 0 0,-1 1 3 0,1 1-1 0,3 1 4 15,-1 0 3-15,1 0 3 0,2 0 0 0,-1 0-1 0,2 1 5 0,2 0 1 16,0 0 4-16,1 0 2 0,0 0 0 0,3-1-3 0,0 1 2 15,4 0-2-15,-1 0-2 0,3 0 0 0,1 0-2 0,1 1 0 0,2 0-1 16,0 1-1-16,2-1-1 0,2 1 0 0,0 0 0 0,2 0 0 0,1 2 0 16,2-1 0-16,2 1 2 0,2 1 0 0,1 0-2 0,-1 0-4 15,3-1-4-15,0 1 1 0,3 0-1 0,-1 1 11 0,1-1 0 0,3 0 4 16,-1 0-4-16,3 1-6 0,-1-4 4 0,0 1-1 0,1-2 6 0,1 0-2 16,2-1 3-16,1-2 0 0,2-2 2 0,0-1 5 0,3-1-1 15,-1-2 1-15,2-1-4 0,1 0 1 0,2-2 0 0,1-1-4 0,2-2-1 16,2-1-4-16,0-1-4 0,1-1 3 0,2-2-2 0,2 0 1 15,-2 0-4-15,0-1-3 0,0-1 2 0,-2-1-4 0,0-2 6 0,0 1-1 16,2-1 2-16,-2-3 8 0,-1 0-2 0,0-1 7 0,-3-3 0 0,-3 0 0 16,-2 0 8-16,-3-3-1 0,1 2 1 0,-4-3 0 0,1 0-2 15,-3 0 3-15,-1-1 3 0,-1-1-9 0,-3-2-3 0,-1 2-3 0,-2-3-6 16,-4 4 1-16,0-2-3 0,-3 0-9 0,0-1-6 0,-3-1 0 0,-2 1-2 16,-3-1 2-16,-2 1 10 0,-2 0 5 0,-2-2-1 0,-1 2 5 15,-2-2-4-15,-2 1-2 0,-2 0-1 0,-2 0 2 0,0 0 0 0,-3 1 1 16,-2-3 0-16,-1 1-1 0,0-1 1 0,-3 1-1 0,-2 1 1 15,0 2-5-15,-4-2-1 0,-1 1-3 0,-3-1 0 0,-1 2-1 0,-3 1 4 16,-1 1 3-16,-3 0-1 0,-2 1 5 0,-4 0-8 0,0 2 0 0,-3 1 2 16,0 0-3-16,-2 2 2 0,-3 1 5 0,-2 2 1 0,-2 1 1 15,-1 3 2-15,0 0 2 0,0 2-2 0,0 2 4 0,1 1 1 0,0 2 0 16,3 2 0-16,1 1 0 0,0 2 2 0,2 2 0 0,2 2-2 0,-1 2-1 16,3 3-4-16,1 1 0 0,2 3 0 0,-1 2-2 0,1 3 2 15,1 2-7-15,1 3-1 0,1 1 5 0,2 3-2 0,0 2 3 0,-1 3 4 16,3 1-4-16,0 0-2 0,2 2-3 0,3-2 1 0,2 1 2 15,2 0 3-15,5-1 2 0,0-1-3 0,4 0-2 0,2-2 2 0,2-1-5 16,1 1 0-16,2 0 1 0,3-2-4 0,-1 0 4 0,3-2-4 0,0-2 0 16,2 0 2-16,0-1-2 0,1 0 6 0,1-1-1 0,0-1-2 15,3-3 2-15,0 0 0 0,1 0-2 0,1-2-1 0,0-1 0 0,1 0-1 16,0-1-2-16,2-1-8 0,0-1-1 0,1-2-5 0,-1 1-2 0,1 0-12 16,1 1-29-16,-1 0-38 0,3-1-32 0,0-1-40 0,1-1-51 15,0 1-43-15,1 0-50 0,0 0-176 0</inkml:trace>
  <inkml:trace contextRef="#ctx0" brushRef="#br0" timeOffset="-184653.59">7271 9977 416 0,'-3'-12'49'0,"-1"0"23"0,-1-3 12 0,0 3 3 0,0 2-10 0,0 0 4 15,-1 0-5-15,-1 0-6 0,1-1-11 0,-1 1-9 0,0 1-6 16,-1 0-6-16,-1 0-3 0,0 0-3 0,-1 1-6 0,1-1 2 0,-2 1-6 16,-2 0-1-16,-1 0 1 0,-1 0-8 0,-1 0-2 0,-2 0-1 0,-1 0-4 15,0 0-2-15,-2 0 0 0,-1 1-4 0,-1-2 0 0,-1 0 1 16,-3-1-5-16,2 0 0 0,-3 0-1 0,0 1 0 0,-1-2-1 0,-2 0-2 16,-3-2 1-16,-1 1-3 0,-1 0 0 0,-3-1 1 0,0 1 2 15,-4-1-4-15,-1 0-3 0,0 0-3 0,-1 0 2 0,-2 0 1 0,2-2 10 16,-2 2 4-16,-1 1 8 0,-1-1-1 0,-3 1 1 0,1-2-1 15,0 1-8-15,-1 1 4 0,-2 1-3 0,0 0 0 0,-2 1-2 0,0 1 1 16,0 1 0-16,-1 1 0 0,0 0 6 0,0 1 2 0,-1 0-3 0,2 2 0 16,0 0-4-16,-2 0-1 0,1 1 0 0,-1 1-2 0,-2 2 3 15,0 3-3-15,-2 1 4 0,-2 2-1 0,0 2 0 0,-2 2-1 0,0 0-3 16,-3 3 3-16,-1 1 0 0,1 2 3 0,-1 2 1 0,1-1 1 0,0 1-1 16,1 2 1-16,0-1 1 0,2 2 7 0,2 2 4 0,2-2 2 15,2 2 1-15,2-1-7 0,2 1-1 0,1 1-3 0,2 0 1 0,1 2-2 16,2 0-1-16,1 3 1 0,4 1-1 0,2-1-2 0,2 0-1 0,1-2 1 15,3-1-1-15,2-1 0 0,5-1 0 0,3 0-6 0,5-2 7 16,2-1-4-16,5-2-1 0,3 0 2 0,3-2-2 0,2-1-4 0,2-3 3 16,4 0-3-16,2 0 3 0,3 0 3 0,1 1 1 0,3-2 4 0,0-1 3 15,4 1-2-15,2-1 2 0,2 0-5 0,1-1-4 0,6 1 5 16,2 0-2-16,3 1 0 0,2 0 1 0,2 0-1 0,1 1-2 0,1 0-1 16,1 2 2-16,2 1-4 0,0 1 1 0,3 2 1 0,-1 2-1 15,2 1-1-15,2 1-1 0,-1 0 0 0,0-2-3 0,2 2 4 0,2-2-2 16,1 2 4-16,2-1-1 0,-1 0 2 0,2 2-4 0,-1-1 0 0,1-1 3 15,2 1-2-15,-1-1-3 0,2-1 1 0,0 1 0 0,1-1 1 16,3 0 9-16,-2 0-1 0,3 0-1 0,0-1 0 0,0 0-6 0,0-1-3 16,0-1-2-16,0-1 2 0,3-1 0 0,-1-1 0 0,1 0 6 15,2-2-4-15,-2-1 2 0,0-1 3 0,0-2-2 0,-3 1-3 0,0-2-1 16,1-2 1-16,-1-1 0 0,0-2 7 0,-2-2 2 0,1-1-1 0,-1-3-1 16,1-2-1-16,-2-2 5 0,-2-1 5 0,1-2-4 0,-1-1 4 0,-1-1-5 15,-2-3 1-15,-1 0 5 0,-1-1-2 0,-2-2 6 0,0-1 2 16,0-2-4-16,-2 0 7 0,1-4-8 0,-1 0 0 0,-2-2 7 0,-2 1 0 15,-3-2 7-15,-2-1 3 0,-4 2-2 0,-1-4-10 0,-3 1-6 16,0-3-2-16,-1 0-5 0,-1-1 2 0,-1-3-3 0,-2-2-1 0,-2-1 3 16,-2-1-1-16,-3 0 4 0,-1-1-5 0,-3 0-10 0,-1-1-3 0,-1-2 8 15,-2-1-2-15,-1 1 5 0,-3-2 4 0,1-1-6 0,-1-1 0 16,-2 0 2-16,-1-1 3 0,0-2-6 0,-2 1 6 0,-2-1-7 0,1 0-10 16,-3 1 4-16,0 0 2 0,-2 2-2 0,-1 1 13 0,-2 1-10 15,-2 2-4-15,-2 2 4 0,-3 4-7 0,-2-1 0 0,-2 3-1 0,-2 2-7 16,-3 3-3-16,-1 5 3 0,-6 3-11 0,-1 4-11 0,-4 3-9 0,-4 4-22 15,-2 4-26-15,-5 4-27 0,-5 5-67 0,-2 5-65 0,-3 4-99 16,-3 3-263-16</inkml:trace>
  <inkml:trace contextRef="#ctx0" brushRef="#br0" timeOffset="-148473.04">24736 13118 1282 0,'-4'-4'200'0,"-1"-1"-91"0,-2-1-62 0,0 0-13 0,0 0-6 0,0 0-10 15,-1 1-9-15,-1 0-5 0,0-1-6 0,-2 1-1 0,-2 0-2 0,-1 0-2 16,-2-1-8-16,1 0-13 0,-2 0-8 0,0 1-2 0,0-1 12 16,0 0 13-16,-1 0 16 0,0-1 2 0,0 0 2 0,-1 1 2 0,0-2 3 15,0 2 3-15,0 0 6 0,-1-1 1 0,-2 1-1 0,0 0 4 16,-1 0 0-16,1 0 8 0,-2 0 0 0,0 0-4 0,0 0-1 0,-2 1-2 16,0 1-10-16,-2 2 0 0,1-2-5 0,1 2-6 0,-1 0-3 0,2 2 0 15,-2 0-2-15,0 2-2 0,-1 1 0 0,1 1 2 0,-1 0 0 16,0 3 2-16,1 1 4 0,-3 2-6 0,2 1 4 0,-3 1-1 0,1 0 2 15,0 1 3-15,0 2-1 0,-1 1 7 0,2 0-1 0,-4 1-2 0,2 0 0 16,-2 2-7-16,1 0 0 0,0 3-2 0,1 1-4 0,-2 1 5 16,0 1-7-16,1-1-3 0,-2 2 1 0,3-1 9 0,-2 1 6 0,2 0 0 15,0 1-2-15,1 1-7 0,0-1-7 0,2 2 2 0,0-2 2 0,2 2-3 16,1 0 4-16,2 2-4 0,0-2 2 0,1 3-2 0,-1-1 1 16,2 2 3-16,0 0-2 0,2 2 1 0,2 0 5 0,2 1 0 0,1-2-8 15,2 1 6-15,1 0-2 0,1-1 1 0,2 1 9 0,0-2-2 16,4 0-1-16,1-1-5 0,2 1 2 0,-1 0-4 0,3 2-1 0,-1-3 5 15,2 0-4-15,0-1-3 0,0-2 3 0,0 1 1 0,2 0-2 16,0-1 7-16,2 1-5 0,1-2 1 0,1-1-1 0,-2 0 5 0,2-1 4 16,0-1 1-16,1 1 9 0,0 0-10 0,2-2 1 0,-1 0-1 0,1-2-1 15,2 2 4-15,0-1-1 0,1-2 2 0,1 3-6 0,1-2 1 0,0 2-2 16,1 0 3-16,-1-2 3 0,0 0-4 0,2 0 0 0,0-2-2 16,1 0 2-16,2 0 2 0,1-1-2 0,0 1-3 0,1-2-7 0,0 0 5 15,2 1 4-15,1-1 1 0,0 0 6 0,3-3-7 0,-1 1-3 0,3 0 7 16,-1 0 0-16,1-1 2 0,-1 1 6 0,1-1-9 0,-1 0 0 15,3 0 3-15,0 0 1 0,0 0-1 0,0-1-4 0,-1 0 4 0,-2-1-2 16,2-1 2-16,0 0 3 0,1-1-7 0,1-1 4 0,-1 0 3 16,2-1-1-16,-2 0 6 0,1-1-9 0,-1-1 1 0,1-1 4 0,-1-2-4 15,1 2 5-15,0-2 2 0,0 0-3 0,2-1 1 0,0-2-1 0,1 0 3 16,-2-1 0-16,2-1-8 0,1 0 4 0,-1 0-9 0,3-2 1 16,-2-1 4-16,1 0-6 0,0-1-2 0,-1 2 5 0,0-2-5 0,1-1 7 15,-3 0 1-15,1-1-3 0,-1-1 7 0,-1 0-4 0,2-1 7 0,-2-1 2 16,0 1 1-16,-1-1 4 0,1-1-3 0,-1-2-9 0,2-1 10 15,1 0 1-15,-1-3 5 0,3-1-1 0,-2 0-7 0,2-4-2 0,0-1-13 16,-1 2 10-16,0-3-9 0,0 0-7 0,1 1 13 0,-1-3-7 16,-1 2-3-16,-4-1 9 0,1 1 0 0,-3 2-7 0,1-2 2 0,-2 2-1 15,0 0-5-15,-4 0 17 0,-1 2-1 0,-1-2-1 0,-4 0 1 0,1 1-3 16,-2-1 4-16,-3 1-2 0,1 1 2 0,-2-1-6 0,-1-1-1 16,1 0 6-16,-2-2-2 0,0 0-3 0,0-2 1 0,-3-1-26 0,1 3 13 15,0-3 4-15,0 1-10 0,-1-2 24 0,0 0-18 0,-2-1 8 0,-2 1 6 16,1 1-10-16,0 0 3 0,-3 1-5 0,-1-1 10 0,0 1 3 15,-4-2 3-15,1 0 0 0,-3-1-3 0,-2 2 10 0,0 1-1 0,-3 0 4 16,0 2-4-16,-2-1 2 0,-4 1 0 0,0-3 0 0,-1 1-3 16,0 1-27-16,-3-1 15 0,-2 2-7 0,1-2-4 0,-3 1 19 0,1 1-19 15,0 0 3-15,-3 1-3 0,0 0 0 0,0 1 2 0,-2 1-7 0,1-1 7 16,-2 2-6-16,0 1-4 0,-1-1 6 0,-1 1 2 0,1-1-2 16,-2 2-1-16,0 0-1 0,-4 2-4 0,0 0 7 0,-2 0 1 0,-1 1-4 15,0 3 6-15,-2-1-4 0,1 0-2 0,-3 1 2 0,-1-1 0 0,0 2-3 16,-1 0 8-16,1 0-4 0,0 1-1 0,1 2 7 0,1 0-7 15,-1 0 10-15,0 1-4 0,0 0-4 0,0 0-4 0,3 0-4 0,1 1 7 16,3-1 8-16,0 2-7 0,0-1-26 0,1 1-4 0,1 0-13 16,1 2 14-16,1-1 23 0,0 0-5 0,0 1 0 0,1 0-13 0,-1 1-5 15,2-1-16-15,-3 0-24 0,2 1-25 0,-2 1-21 0,-1 0-24 0,0-1-36 16,0 1-47-16,1-2-70 0,0 0-69 0,-2-1-87 0,0 1-86 16,-5-2-167-16</inkml:trace>
  <inkml:trace contextRef="#ctx0" brushRef="#br0" timeOffset="-111782.52">9336 10908 2288 0,'-16'-8'195'0,"-2"0"-200"0,-3-4-61 0,-1 1-4 0,4 2 17 16,0-1 11-16,-3 0 3 0,-1 2-28 0,-3-4-17 0,-3 1-4 0,-4 0 4 15,-4 1 11-15,0 1 0 0,-3 3 9 0,-2-1 6 0,0 2 21 0,-2 0 31 16,-3 0 18-16,0 2 18 0,-2 0 18 0,0 0-3 0,-2 0 6 16,-2 1-3-16,1 0-10 0,-3 1 8 0,-1 2-3 0,0 0-6 0,-2 1 5 15,2 0-7-15,-1-1-1 0,-3 2 3 0,2-1-14 0,-4 0 5 16,1 2-8-16,1-1 0 0,-3 1 2 0,1-1-5 0,-2 0 3 0,-1 0-1 15,1 0-1-15,0 0 11 0,-1 0-5 0,0-2 5 0,0 2 2 0,-1 0-13 16,-3 1-3-16,1 1 1 0,-4 1 0 0,0 0 1 0,-4 1 5 0,-4 1-2 16,0-1 1-16,1 0-2 0,1-1 0 0,1 0 0 0,0 1 0 15,2 0-1-15,1-1 4 0,2 0-4 0,2 0-3 0,2 0 0 0,1 0-11 16,1 0 1-16,0-1-3 0,0 0 0 0,-1 1-1 0,0 0-1 16,0 0 10-16,0 1 2 0,1-1-4 0,0 2 2 0,0-1-5 0,0 1-4 15,2 1 14-15,-1 0 0 0,1 3 2 0,2-1 9 0,-2 1-2 0,2 0-6 16,0 3 6-16,1 1-14 0,1 2 0 0,-2-1 2 0,1 1-8 15,-2 1-1-15,1 1 0 0,0 2-3 0,-1 1 2 0,1 2-2 0,-1 1-5 16,3 0 7-16,2 0-1 0,1 0 6 0,0-2-14 0,1 2 2 0,1-2 0 16,3 2-3-16,0 0 15 0,2-1-11 0,2 2 2 0,0-2 4 15,1 3 0-15,-1-2 0 0,4 2-8 0,0 0 5 0,0 3-3 0,2-2 4 16,0 2 4-16,0-3-8 0,4 1 4 0,1-1 2 0,1 0 0 16,3 2-1-16,-1-2-1 0,2 3-3 0,1-2-5 0,4 2 3 0,0-2 5 15,2 2 0-15,2-1 3 0,2 1-1 0,1-1-6 0,4 2 4 0,0-1 2 16,2 2 3-16,2 0-3 0,4 2-1 0,0-2-2 0,2 1 1 15,3-1-4-15,1 0 3 0,2 0 1 0,1-1-2 0,1 3 0 0,3-2-1 16,0 0-7-16,4-1 11 0,2 1 3 0,1-2-1 0,3 0 6 0,1-2-13 16,2-1 3-16,4-2-1 0,1 0-2 0,2-3-6 0,1 1 4 15,2 0-3-15,1-1 7 0,3-1 6 0,0-2-3 0,3-1 1 0,1-1-5 16,4-1 3-16,2-2 0 0,0 0 0 0,2-1 3 0,0 0-3 16,1-2 0-16,2 2 0 0,3-1 5 0,1 0-1 0,3-1-3 0,1-2 1 15,2 0-2-15,2 1 2 0,1-2-6 0,2 0 6 0,0 0-2 0,1-1 2 16,3-2 1-16,3-1-1 0,1-1-1 0,0-1-4 0,4-1-2 15,-1 0 2-15,2-2 6 0,3 0-5 0,-1-1 7 0,0 0 2 0,4-1-7 16,0 0 4-16,0 0-4 0,2-1-4 0,0-1 2 0,1 1-1 0,0 0 0 16,1 0 1-16,3-1 2 0,-1 0-2 0,4 1 1 0,-3 1 4 15,1 1-1-15,1 0-6 0,-2-1 4 0,3 1-1 0,1 0-3 0,0-1 8 16,0 0 6-16,1 0-5 0,2-1-3 0,1 1 1 0,-1-2-6 16,1 0 1-16,0 0 4 0,-1-1-1 0,2 0 9 0,1-1 4 0,2 0 3 15,1-2-7-15,1 0 2 0,-1-1-3 0,-1-2-1 0,1 1 8 0,0 0-11 16,0-1 5-16,0 0-3 0,-2 0 2 0,0-2 1 0,-1 1-3 15,-1-1 2-15,1 0-2 0,-4-1-5 0,-1-2-1 0,0 1 3 0,0-3-6 16,0-1 6-16,0 2-1 0,0-2 2 0,-3 0 6 0,-1 2-4 16,-2 0 2-16,0 0-9 0,-2-1-2 0,1 1 4 0,-1-3-8 0,-3 1 12 15,1 0 1-15,-2 0-2 0,-3-2-5 0,0-1-16 0,-2 0 7 0,-3-1 1 16,-1 1 11-16,-2-2 9 0,-2-2-1 0,-3 0-8 0,-2-1-1 16,-2 0 3-16,-2-2-5 0,-3 1 2 0,-1-3-2 0,-2-2 0 0,-3-2 16 15,-2-1 3-15,-2-1 6 0,-4-1 0 0,-2 0-11 0,-1-2 8 0,-5 0-15 16,-3 1 14-16,-4-1 3 0,-3 1-10 0,-4 1 13 0,-2-2-12 15,-3 1 3-15,-3 0 6 0,-4 0-4 0,-3-1 2 0,-2 0-9 0,-4-1-2 16,-4 2 2-16,-2-1-6 0,-4 1 1 0,-3 0-3 0,-4-3-23 0,-4 3-1 16,-1-2-16-16,-5-3-10 0,-1 2 23 0,-4-2 2 0,-3 2 14 15,-4-1 6-15,-1 0-5 0,-2-1 3 0,-3-1-5 0,-4 2 5 0,-1 1 7 16,-3 0-1-16,-3-1 5 0,-2 0-12 0,-4 2-5 0,-2-1 6 16,-3 1-1-16,-2 2 10 0,-4-2-9 0,-1 2-1 0,-4 2 10 0,-4-1-2 15,0 2 3-15,-4 0-3 0,-3 2-14 0,-2 1-7 0,-6 6-6 0,-4 1 0 16,-2 4 6-16,-4 1 4 0,-3 3 3 0,0 4-13 0,-2 4-11 15,-3 3-10-15,0 4-13 0,-2 2-19 0,-1 5-17 0,0 2-39 0,-1 4-37 16,1 4-37-16,-2 4-89 0,0 6-132 0,-2 3-187 0,-3 6-226 0</inkml:trace>
  <inkml:trace contextRef="#ctx0" brushRef="#br0" timeOffset="71876.52">1708 7293 26 0,'-5'2'14'0,"-1"-1"-6"16,1 1-2-16,-2 0-1 0,-1 2-2 0,0-1-2 0,1 1-6 15,0 0-12-15,1-1-12 0</inkml:trace>
  <inkml:trace contextRef="#ctx0" brushRef="#br0" timeOffset="72424.52">1598 7371 53 0,'0'-2'54'0,"-1"0"-6"0,1 0-2 0,-1-1-5 16,0-1 0-16,0 2-7 0,1-2-5 0,0 1-2 0,-1 0-5 0,1 0-2 16,0 1-5-16,0-1 0 0,1 1-3 0,0 1-2 0,0-1-2 15,0 1-2-15,1 0-1 0,0 1 2 0,0-1-2 0,1 1 1 0,0 0 4 16,1 0-5-16,-1 1 4 0,2-1-1 0,0 1-1 0,0 0 5 16,1 0-1-16,1 1 2 0,-1 0 3 0,2 0 2 0,-1 0 1 0,1 0 1 15,0 0 0-15,1 0-1 0,0-1 2 0,0 1-3 0,1 0 0 0,-1-1-13 16,0-1-1-16,-1 2 0 0,1-1-2 0,-1-1 13 0,0 2-3 15,-1-1 4-15,0 1 2 0,0 0 1 0,-1 0 5 0,-1 1-2 0,1 0 3 16,-1 0 1-16,0 1-1 0,-1 0 0 0,5 4 0 0,-1 1-3 0,-1 0 0 16,-2-1 1-16,-1-2 1 0,1 3 0 0,-1 0 2 0,1 1-2 15,0 0-5-15,-1 2 1 0,1 1-1 0,0 1 2 0,0 1 1 0,0 0-2 16,0-1 0-16,-1 2-2 0,1 1-2 0,-1 0 0 0,1-2-12 16,-1 1-2-16,2 0-1 0,-1 0-3 0,1-2 15 0,0 2-4 0,1 0 7 15,-1-2 4-15,1-1-7 0,1 2 2 0,-1 0-8 0,1 2-1 0,0-1-1 16,1 0 3-16,0-1-2 0,0 0 0 0,1-1-1 0,-2 0-1 15,3 1-1-15,-1 0 6 0,1-1-3 0,1 1 1 0,0 0 3 0,-1-1-5 16,-1-1 4-16,1-2-1 0,1-2-1 0,0-1 1 0,-2-2 5 0,1-1 2 16,0-2 10-16,0 0 9 0,0-2 9 0,1-1 7 0,-1-2 5 15,3-2 1-15,0-2 1 0,1-2-7 0,1-2-7 0,3-4-9 0,1-2-3 16,2-4-8-16,1-1-11 0,1 0-2 0,-1-1-3 0,1 0-1 0,-1 1 7 16,0 0-1-16,0 0-5 0,0-1 0 0,0 1 2 0,0 1-12 15,-3 0 2-15,0 1-1 0,-2 0-2 0,0 3 21 0,1-2 5 0,-1 0 3 16,-1 2-2-16,0-2-7 0,0 1-7 0,-1-1-3 0,-2 0 6 15,2-1-3-15,0-2 3 0,1 1-1 0,-1-3-5 0,2-1 1 0,0 0 1 16,0-2 0-16,-1-1-1 0,1-1 2 0,0 0-3 0,-2-1-1 0,0 4 4 16,-1 0-1-16,-1 0 0 0,-2 1 2 0,-1-1-2 0,-1 2-11 15,-2 0 2-15,-2 1 2 0,0 1 10 0,0 0 22 0,-2 2-1 0,-2 1-5 16,-1 0-8-16,-3-2-9 0,0 3-1 0,-2 0-1 0,1 2 0 0,-1 1 2 16,0 2-4-16,0 3 4 0,1 0-6 0,0 1-2 0,1 2-12 15,1 2-31-15,2 2-74 0,0 0-90 0,4 0-104 0,3 0-109 0,6 0-127 16,3-4-177-16</inkml:trace>
  <inkml:trace contextRef="#ctx0" brushRef="#br0" timeOffset="74591.89">1286 8683 408 0,'-13'0'3'0,"0"1"28"0,0 0 11 15,-5 0-10-15,-2 1-2 0,-1-1-1 0,0 1-9 0,12-1-1 0,-2 0-6 16,2 0 30-16,-1 1-4 0,2-1-2 0,-1 0 0 0,2 1-41 0,-1-1-3 16,2-1-2-16,-1 2-2 0,3 0 2 0,-1 0 1 0,2-1-33 15,0 1 3-15,2 1 4 0,1-1 4 0,2 2 35 0,5 0 0 0,2 1 2 16,2-1 2-16,2 0 1 0,1 0 2 0,-1-1 2 0,1 0 1 15,0 0 1-15,0 0 0 0,1 0 2 0,0 0-2 0,-1 1 3 0,0 1 3 16,0 0 2-16,0 2 6 0,1 2 2 0,-2 0 0 0,-1 2-2 0,0 0 0 16,1 2-4-16,1 1-4 0,-2 2-4 0,1 1-2 0,0-1 1 15,0 2 1-15,0 0 4 0,1-1-1 0,-1 0-2 0,0 0 0 0,1 0-3 16,-1-3 0-16,1 1-2 0,0-1 4 0,1-1 0 0,0-1 4 0,0-2 2 16,-1 2 0-16,1-1 1 0,0 0-1 0,1-1 0 0,-1 0 2 15,1 1 1-15,-1 1-4 0,1 0-17 0,-1 1-1 0,1-2-1 0,0 3 2 16,1-1 14-16,13 11 0 0,-2-4-2 0,-5-4 0 0,-3-4 2 0,-1-2-1 15,-1 0-1-15,2-2-1 0,-1 1 0 0,0-2 1 0,2-1 1 16,0-1 4-16,2-1-1 0,3-1 1 0,-1-1-4 0,2-1 0 0,0-2-6 16,-2-1 0-16,0-1-2 0,0-2-2 0,1 0-1 0,0-2-2 0,1 0 3 15,0-2-4-15,-2 0 3 0,2-1 1 0,0-1-11 0,-1-1 0 16,-1 0 0-16,0 0 1 0,-2-4 8 0,1-2 1 0,1-2-2 0,-1 0 5 16,0-2-2-16,1-1-1 0,0-1 5 0,1-2-2 0,1-2 2 15,0-3 2-15,-1-2-9 0,-1-1 6 0,0 0-1 0,0-2 2 0,0 1 4 16,0-2-5-16,-3 2 3 0,0 4-4 0,-2 2 9 0,-1 3 4 0,-2 2 7 15,-2 1 6-15,-3 4 6 0,0 2-2 0,-3 1 4 0,-2 3 2 16,-1 3-6-16,-2 2-1 0,-1 1-8 0,0 2-7 0,-1 0 0 0,-1 1-3 16,0 0-3-16,-1 0-4 0,1 2-8 0,-1 0 8 0,1 0-2 15,-1 0-4-15,0 1 6 0,0 0-9 0,-1 0-1 0,1 1 6 0,0 0-8 16,-1 0 4-16,1 0-2 0,-1 0-5 0,0 0 4 0,1 0 0 0,0 0-1 16,-1 0 0-16,0 0 0 0,-1 0 4 0,-1 0-1 0,1 1-1 15,0 0 2-15,-1-1-9 0,1 2-1 0,-1-1-4 0,0 1 1 0,-1 0-2 16,0 1-5-16,1 1-7 0,0 0-18 0,0 1-18 0,0 2-17 0,0 0-25 15,1 2-21-15,0 1-20 0,1 2-19 0,0 4-13 0,1 2-19 16,1 1-23-16,-1 6-27 0,0 2-20 0,0 4-44 0,0 5-154 0</inkml:trace>
  <inkml:trace contextRef="#ctx0" brushRef="#br0" timeOffset="75722.89">1669 10308 1308 0,'-19'-4'48'0,"3"0"-20"0,-2-1 6 0,-2 0 11 0,-2-1-7 15,-2-3 1-15,3 1-4 0,3-1-10 0,2-1-3 0,3 0-13 0,2 0-1 16,0 2-9-16,2-2-7 0,4 1 3 0,1 1-1 0,3 0 6 16,0 2-5-16,3-1 3 0,2 2 1 0,0 1-4 0,2-1 4 0,0 1-2 15,1 0 2-15,0 0-3 0,1 1 3 0,0 1-1 0,0 0 2 16,1 0-4-16,0 1 1 0,1-1 1 0,1 1 1 0,1-1 4 0,-1 1-3 15,2-1 3-15,0 0 1 0,1 0-7 0,0-1 8 0,-1 1-4 0,1-1 1 16,0 1 3-16,0 1-27 0,-2 0 10 0,1 1 0 0,0 1 8 16,-1 1 30-16,1 2 6 0,-1 1 8 0,0 2 2 0,12 8-2 0,-7 0-6 15,-1-2 2-15,-3-2-7 0,0 1 2 0,2-1 1 0,1 0-3 0,1-3 1 16,0 2-2-16,-1-2 0 0,3 0-1 0,1-1-2 0,0-1 4 16,2-1-5-16,0-1-2 0,1 1 1 0,1-1-7 0,-1 0 1 0,0 0-3 15,-1 0-6-15,1 1 3 0,-1 0-5 0,1 0 5 0,0-1 3 16,3 1-2-16,-1 0-5 0,0 0 1 0,1 0-13 0,-1 1 1 0,1-2-1 15,-1 0 4-15,0 0 5 0,-1 0 1 0,0-1 2 0,1-1-5 0,-1 0 5 16,1-2-1-16,-1-1 2 0,0-1 7 0,3-2-5 0,0-1 5 16,1-3-4-16,0-3-2 0,0-4 6 0,-1-3-1 0,1-2-2 0,1-4 2 15,0-5-11-15,3 0 10 0,0-4 0 0,1-5-3 0,-1 0 4 0,1-4-3 16,-2 0-4-16,-1-1 6 0,0-3-4 0,2-4-4 0,-3-2 4 16,2 0-1-16,-2 0 3 0,-1 1-3 0,-1 3-9 0,0 0 2 0,-2 1 1 15,-1 2 4-15,-3 3 16 0,-3 0 6 0,-1 5 5 0,-2 2 9 16,-3 4-1-16,-3 1 3 0,0 2-3 0,-2 3-2 0,-3 4-2 0,0 2-2 15,-3 4 2-15,-2 2 1 0,-1 4-4 0,-1 1-4 0,-1 2-1 0,0 2-10 16,-1 1 1-16,0 1-12 0,0 1-2 0,1 1-1 0,1 0-3 16,-1 1-1-16,2 0 1 0,0 0-2 0,-1 1-2 0,2 0 1 0,0 1-3 15,-1 0 1-15,0 0 1 0,1-1 4 0,1 1-4 0,-1 0 2 0,0 0 0 16,1-2 0-16,-2 2-2 0,1 0 4 0,0 0 0 0,0 0 1 16,-1-1-1-16,0 0-2 0,1 1-2 0,-1-1 4 0,0 1 0 0,1-1-2 15,-2-1 1-15,2 0-1 0,0 0-3 0,0-1-6 0,1 1-8 0,0-2-13 16,0 1-10-16,-1-1-17 0,1-1-9 0,0-1-7 0,0-1-11 15,1 0-9-15,-1-1-19 0,2-1-26 0,-1-1-24 0,2-1-38 0,0-2-25 16,0-1-24-16,-1-1-17 0,0-1-9 0,-1 0-24 0,-1-2-189 0</inkml:trace>
  <inkml:trace contextRef="#ctx0" brushRef="#br0" timeOffset="76272.89">1389 11382 1283 0,'-16'5'-28'0,"5"-2"30"0,-2 1 18 0,0 1 0 0,-1 0-7 0,1 0-2 16,5 0-8-16,2-2-12 0,3 0-2 0,2-1-4 0,3 0-1 0,1 1 8 16,3 0 1-16,2 1 6 0,1 1 0 0,5 1 0 0,1 0-3 15,1 2 2-15,0 1 3 0,3 1 0 0,-1 1-2 0,-1 0 3 0,1 1-1 16,-2 1 5-16,-1 2 4 0,-2 1 1 0,-1 1 8 0,-1 2 4 0,-1 2 10 15,-2 1 2-15,-1 4 6 0,0 2 3 0,-3-1-5 0,-1 4 5 16,0-1-5-16,-1 2-1 0,0-1 3 0,-1 1-3 0,0-2 1 0,-1 1 5 16,0-3-7-16,1 1 10 0,-1-2 4 0,-1-1 1 0,1-2 7 15,0 0-6-15,1-2 0 0,-1-3 1 0,2 0 4 0,-1-2 0 0,1-4 0 16,0 0-2-16,2-4 2 0,-1 0-7 0,0-3-5 0,1-3-6 0,0 0-6 16,1-3 3-16,1-1 7 0,0-2 4 0,0-1 2 0,1-2-8 15,3-2 1-15,0-2-2 0,2-1-2 0,1-3-33 0,0-3-5 0,4-2-8 16,2-2 1-16,2-9 33 0,21-23-5 0,-1-1 3 0,-2 2-10 0,-6 8-6 15,1-1-2-15,5-5-7 0,3-4 0 0,2-3 3 0,5-3-3 16,1-3-5-16,2-3 10 0,4-5 2 0,4-4-12 0,3-1 2 0,2-5-6 16,2 1-7-16,1 2 6 0,1 0-13 0,-3 6-9 0,-1 4-8 0,-3 5-11 15,-2 7-3-15,-4 6-15 0,-4 7-17 0,-5 5-7 0,-4 7-22 16,-4 4-8-16,-2 4-22 0,-4 6-47 0,-2 5-71 0,1 4-91 0,1 5-96 16,-2 4-269-16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08T13:06:01.9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6145 5888 589 0,'-2'-2'109'0,"0"1"-112"0,1 1-7 0,1 2-10 15,2 1 5-15,1 1 9 0,1 2 6 0,1 2-1 0,1 3-6 16,2 2-12-16,0 2-25 0,2 0-16 0,0 3-8 0,0 1 5 0,2-2 18 16,0 1 17-16,0-4 13 0,-1 0 15 0,1-2 9 0,-1-3 12 0,2 0 10 15,-2-1 10-15,1 0 8 0,1-1 3 0,-1 0 4 0,1-1 1 16,0 0 0-16,0-1-3 0,2 1 0 0,0 0-5 0,1 1-1 0,-1 1-1 16,3-1-8-16,2 2-5 0,1 0 0 0,3 0-5 0,3 2 6 0,0 0 2 15,3 0 0-15,0 1 3 0,5 0-7 0,2-1 0 0,3 2-4 16,4-1-6-16,3 0 1 0,2-1-6 0,3-1-5 0,1 0-1 0,2 1-3 15,4 1 6-15,2 1-1 0,0-2 2 0,2 1-3 0,-1 0-8 16,0-3 1-16,1 0-4 0,2-2-1 0,-1-1 11 0,0-2-3 0,0-3 5 16,-1-2 4-16,0 0-4 0,1-3 7 0,-1-2-4 0,1-1 0 0,0-3-3 15,0-2 2-15,-2-2 6 0,0-1 0 0,1-3 6 0,-2-1 8 16,-1-1-1-16,0-2 2 0,-3-1 7 0,1-2-6 0,0-3 2 0,-2-1 7 16,0-1-6-16,-4 0 3 0,-2-1-7 0,-3 0-8 0,-1-4-5 0,-1 0-6 15,-1-3-1-15,-5 1 7 0,-3 2-1 0,-3-2 2 0,-3 1-2 16,-2-2-4-16,-4 0 5 0,-1-1 9 0,-4-2 2 0,-4 1 2 0,-3-3-14 15,-4 0-9-15,-3 0-12 0,-5-1-16 0,-4-3-9 0,-4-3-16 0,-5 0-6 16,-4-3 7-16,-7 1 4 0,-3 0 5 0,-5-1 7 0,-5 1-3 16,-5-3 2-16,-4 1 1 0,-6 0 6 0,-4-1 2 0,-5 2 5 0,-4 0 5 15,-2 1 0-15,-5 2-1 0,-2 0-2 0,-3 2-4 0,-3 2 5 16,-3 1 3-16,-1 2 3 0,-4 2 0 0,1 2-10 0,-4 2-1 0,0 3-2 16,-5 2-2-16,0 1 5 0,-5 1 0 0,1 2-4 0,-2 2 7 15,-1 4 0-15,2 2 6 0,-2 4 5 0,1 1 3 0,0 4 1 0,1 1-2 16,0 3 7-16,3 1-9 0,-2 3 1 0,-1 3 0 0,0 3-5 0,-1 3 2 15,1 4-3-15,1 2 2 0,-2 5 4 0,-1 3-1 0,1 4 3 0,-1 5 1 16,1 2 5-16,2 5 1 0,0 1 4 0,2 2-1 0,4 2-1 16,2 2-2-16,5 3-5 0,2 2-2 0,4 3 7 0,6 1-3 0,3 3-1 15,5 0-3-15,5 3-7 0,3 0-1 0,7 2 1 0,3 0 1 16,4-1-5-16,6 1-9 0,3 1 10 0,3 1 3 0,5 0 0 0,3 0 9 16,4 1-11-16,5-2 1 0,1-1 1 0,4 0-2 15,3-3-1-15,3 0 3 0,3-3-10 0,2-1 9 0,3-3-1 0,4-2 1 0,1-1 8 16,4-3-3-16,3-2-2 0,3-2 4 0,3 1-3 0,3-3-2 0,3-2 5 15,4-2-9-15,2-2 4 0,2-1-6 0,4-2-3 0,4 0-11 0,2-3-18 16,4-2-52-16,4-2-62 0,3-3-81 0,5-3-88 0,4-3-88 16,4-4-266-16</inkml:trace>
  <inkml:trace contextRef="#ctx0" brushRef="#br0" timeOffset="982.24">5427 7617 879 0,'-12'1'187'0,"1"1"-124"0,-1 0-13 0,3 2-19 15,4-1-4-15,0 0-2 0,1-1 2 0,1 0-4 0,1 0-4 0,1-1-3 16,0 0-1-16,0-1-4 0,1 0 7 0,0 0 3 0,-2 0 6 0,1-1 5 15,1-1 6-15,-1-1 3 0,1-1 1 0,-1-2 0 0,1-1-7 16,0-2 3-16,0 2 3 0,1-3 5 0,-1-1 6 0,1-1-3 0,1-2-4 16,1-1-5-16,1-2-5 0,0 0-5 0,1 0-2 0,1 1-2 0,1-1-6 15,0 2 2-15,1 0-7 0,0 2-4 0,3 0 0 0,1 1-3 16,-1 1 0-16,2 1-6 0,2 1 2 0,0 1-1 0,4-1-4 0,0 2 4 16,1 2-8-16,2 1 2 0,0 2-1 0,2 0 4 0,2 2 4 15,-1 1 1-15,4 1 1 0,0 1-3 0,3 2 1 0,-1 1 0 0,1 2 4 16,2 1-5-16,-1-1 4 0,1 2-4 0,-2-1 0 0,0 1 4 0,-3 0-1 15,2 1 2-15,-2-1 1 0,0 1 3 0,0 0 1 0,1-1 4 16,-1 0-7-16,-2 1-1 0,2-2-4 0,-3 1-2 0,1 0 9 0,0-1 3 16,1 0-3-16,1-1 0 0,1 0-2 0,-1-1-1 0,3-1 2 0,1 1-4 15,0-2-1-15,0-1-1 0,1 0-3 0,-2 0-2 0,2-1 4 16,1 0-2-16,0 1-7 0,2-1-3 0,-2-1-1 0,1 1-2 0,-3 0 10 16,2 0-1-16,-1 0 1 0,0-2 2 0,0 2 1 0,1 0 3 15,0-1-2-15,2 0 0 0,0-1 0 0,0-2 1 0,0 0 4 0,2-2 1 16,1 0 2-16,0 0 3 0,3 0-3 0,-1 0-2 0,0 0 1 0,2 0 2 15,-2-1 2-15,1 0 5 0,1-2-3 0,2-1-6 0,1-1-4 16,1-1-4-16,0 0 1 0,1 0-2 0,-2-2 3 0,0 0-1 0,-2-1-5 16,0-1 2-16,-1 2-1 0,-3 0 1 0,-3 0 4 0,-1 1 0 0,-4 0 0 15,1 1 3-15,-2 1-1 0,3-2 2 0,-2 1-1 0,1 0 1 16,-2 0-2-16,-1 2 0 0,-2 2-1 0,0 0-2 0,-2 2 1 0,2 1-1 16,0 2-1-16,-1 1 4 0,-2 1 2 0,1 2-1 0,-1 2 1 15,1 3 5-15,0 2 1 0,-2 4 1 0,1 1 0 0,-2 4-7 0,1 2 0 16,0 0-4-16,-1 2-3 0,4 1-2 0,0-1-11 0,3 2 1 0,2 1 2 15,0 1-4-15,0 1-14 0,1 1-44 0,-1 0-87 0,1 1-122 16,2-1-172-16,-1 2-191 0,3 0-189 0</inkml:trace>
  <inkml:trace contextRef="#ctx0" brushRef="#br0" timeOffset="1949.24">10712 7507 748 0,'-14'-13'77'0,"0"0"5"0,-2-3 24 0,6 3 0 0,3 2-17 15,1 1-17-15,3 1-16 0,-1 3-13 0,3 0-8 0,0 1-9 0,1 1 1 16,2 1-11-16,-1 1-4 0,2 1-2 0,-1 0-3 0,1 2 7 0,1 0 0 16,1 0 7-16,0 2 3 0,1 0 2 0,2 1-2 0,0 0 1 15,3 0 0-15,-1 0-3 0,3 2 0 0,2-1-1 0,2 1-6 0,1 0 0 16,3 0 1-16,2-1-6 0,-1 0 4 0,4 0-1 0,3-1-5 0,3 0 1 15,1-1-3-15,2 0 2 0,-1-1-1 0,3-1-1 0,0-1 2 16,1 1-5-16,2-1 4 0,0 0 0 0,0 0-6 0,1 0 5 0,1 0 2 16,1 1 5-16,1 0 8 0,0 2 0 0,0 1 3 0,1 0-6 15,-1 1-1-15,0 1-5 0,-1 1-3 0,2 1 1 0,-1 1-3 0,3 1-6 16,0 0 1-16,1 1-1 0,1 0-9 0,0 0 2 0,-2 1-1 16,1-1 0-16,2 2 12 0,-2 0 0 0,1 0 5 0,0-1-2 0,1-2-5 15,2 0 4-15,-1-3-11 0,-2-2 7 0,-4-2 0 0,-1-2-5 0,1-3 12 16,-3-4-4-16,0-3 5 0,2-3 11 0,-1-5-3 0,1-1 5 0,0-1 6 15,0-1-2-15,-1-1 0 0,0-2-1 0,1 1-9 0,-2-2-5 16,0 1-1-16,0 0-7 0,-1-1 4 0,0 2-6 0,-1 0 4 0,3 3-4 16,-1 2 0-16,0 2 2 0,1 2-2 0,-1 2 6 0,-1 3-4 15,1 2 4-15,0 2-1 0,-1 3-2 0,1 1 6 0,0 3-1 0,-1 0 3 16,3 3 1-16,-1 3-7 0,0 2 4 0,3 2-7 0,1 1 0 0,-1 1-1 16,0 2-4-16,0 1 0 0,1 1-1 0,0 2-2 0,1 2 0 15,0-2 1-15,-1 2 0 0,2 1 1 0,-2-3-7 0,1 1-6 0,-1-2 5 16,3-4 1-16,-3 0 5 0,-1-2 8 0,-2-3-7 0,-3-4 2 0,-1-2 6 15,-2-3-3-15,1-1 5 0,-2-3 1 0,-2-1 1 0,1-3 8 16,-2-1 1-16,3-1 5 0,0-2-1 0,1 0-5 0,1-1-4 0,2 0 1 16,1 0-1-16,1-1-3 0,-2 0 0 0,0 0-6 0,3 2-2 0,-2-1 1 15,2-1 5-15,2 2 1 0,-1-1 0 0,3 1 4 0,2 1 1 16,2-1 3-16,6 1 2 0,1 2 1 0,2 2 0 0,2 3-7 0,-1 2-1 16,-1 1-3-16,2 3-2 0,0 1 0 0,2 1-6 0,-1 3-5 15,1 0-7-15,-1 2-7 0,-3 3-31 0,0 1-77 0,-2 4-112 0,2 0-188 16,6 4-256-16,6 3-272 0</inkml:trace>
  <inkml:trace contextRef="#ctx0" brushRef="#br0" timeOffset="3935.06">4077 8338 868 0,'-1'0'122'0,"0"1"-67"0,1 1-27 0,4 2-3 0,1 1 8 15,2 1 7-15,3 2-8 0,1 0-5 0,2 0-8 0,3 2-5 16,1-2 2-16,2 2-3 0,3 1 1 0,3 0-2 0,1 1 1 0,2-2 5 16,0-1 10-16,3 0 9 0,1-1 16 0,2 0 8 0,2 0 8 15,3-1 7-15,0 0 1 0,3-1-6 0,3-2-1 0,3 0-13 0,2-1-4 16,1 0-5-16,4-1-2 0,3-1-2 0,4 0-6 0,2-1-3 0,3-1-8 15,1 0 2-15,4 0 0 0,2 1-10 0,0 0 2 0,3 0-4 16,0 2-13-16,1-1 1 0,0 1-5 0,-1 0-5 0,2 0 10 0,-1 1-2 16,2-1 2-16,3-1-4 0,-2-1 1 0,1-1-2 0,2 0-5 0,-1-1 5 15,2 0 0-15,0-2 2 0,0-1 1 0,1-1-5 0,-1-1 4 16,1-2 2-16,-2-1-2 0,-1 0 5 0,0-2 1 0,-5 0-3 0,-2 1 5 16,-5-1-4-16,-3 1 2 0,-3 0 0 0,-3 1 0 0,-4 0 5 15,-2 0 5-15,-2-1 6 0,-3-2-2 0,0 0 2 0,-4 0 0 0,-4 1-5 16,-3-1 1-16,-2 0-4 0,-4-1 0 0,-3 1-11 0,-5-1 6 0,-3-1-6 15,-4 1 11-15,-4-2 10 0,-2 0-3 0,-4-3 0 0,-4-3-12 16,-5-2-2-16,-5-4-4 0,-4-1-9 0,-6-4-1 0,-3-1-1 0,-7-1-6 16,-5-2 1-16,-7-1-1 0,-6-2-7 0,-7 1 1 0,-6 1 4 0,-8-1-6 15,-4 1 7-15,-5 0-4 0,-5 3 15 0,1 1 7 0,-5-1 9 16,2 3 6-16,1-2-9 0,-1 2-1 0,2 1-2 0,0 1 6 0,1 0-7 16,2 3 3-16,0-1-1 0,1 0-5 0,3 1 2 0,-1 0-4 15,-2 2-2-15,-1 2-4 0,-2 3 1 0,0 2 3 0,-5 3 0 0,0 2 2 16,-2 3 1-16,-2 5-3 0,-1 1 3 0,-1 3-1 0,-3 3 8 0,0 3 0 15,-3 2 1-15,2 3 4 0,-2 3-3 0,-1 3 4 0,2 2 4 16,0 2 5-16,2 4 2 0,0 2 0 0,3 1 0 0,1 1-5 0,4 1-3 16,5 0-2-16,4 3-2 0,5 0-3 0,5 2 0 0,5 0-3 0,7 2-2 15,5-2-14-15,5 2-7 0,7 0 11 0,3-1-9 0,5 4 1 16,3-2-11-16,5 3-34 0,5 0-36 0,4 1-48 0,6 3-51 0,5-1-49 16,4 0-67-16,5 0-70 0,5 4-118 0,4 0-285 0</inkml:trace>
  <inkml:trace contextRef="#ctx0" brushRef="#br0" timeOffset="4802.06">4722 10286 1208 0,'-22'-2'134'0,"-1"0"-26"0,-2 0-11 0,5-1-11 16,5 0-14-16,2-1-12 0,1 0-9 0,0-1-13 0,3 0-8 0,1-2-15 15,3-1-10-15,1-2-5 0,3-2-5 0,0-2-6 0,3-3 2 16,2-2-2-16,3-2 5 0,4-3 10 0,1-2 1 0,3-3-4 0,0 1-4 16,1-1 2-16,3 1-3 0,-2 1 4 0,1 1 1 0,1 3 2 15,0-1-2-15,-1 3 3 0,1 3 0 0,0 0-4 0,0 5 6 0,-1 1 2 16,0 6 1-16,-1 2 4 0,0 3 2 0,1 1-2 0,-1 3 0 0,1 3 2 15,1 3-1-15,0 5 3 0,1 4 2 0,1 3 0 0,0 4 0 16,-1 3-1-16,2 4-1 0,1 4-6 0,-1 3-1 0,1 2 0 0,1 0-13 16,4-1 11-16,0-2-6 0,4-1 3 0,-1-3 3 0,0-2-2 0,1-6 1 15,1-2-4-15,-1-4 5 0,3-1-5 0,-2-3 2 0,0-3-3 16,-2-3-1-16,-1-1 5 0,-1-2 3 0,1-3 11 0,-2-1 3 0,1-3-3 16,-3-2 0-16,1-1 4 0,-1-2 4 0,-1-1 4 0,3-3 0 15,0 1 0-15,1-3-1 0,0-2 0 0,1-1 2 0,-3-1-2 0,2-1-1 16,-1-1 1-16,2-4-6 0,1 2-5 0,1-2-7 0,-1 0-12 0,2 3 1 15,-2 2-4-15,0 2-8 0,-3 4 7 0,1 2-2 0,-2 4 5 16,0 1 7-16,-2 1 1 0,-2 3 0 0,-1 2-3 0,1 2 11 0,1 2 2 16,0 1-3-16,-1 3 3 0,0 1-12 0,0 2-4 0,-2-1 3 0,2 1-4 15,-1 0 1-15,1 0 1 0,1-2 1 0,1 0-1 0,2-1-5 16,0-3 6-16,3-1-11 0,-1-2 0 0,1-2 2 0,0-2-3 0,1-2 8 16,-1-1 2-16,0-3 3 0,-1-2 0 0,0-3 1 0,-1-1 3 15,-2-1-5-15,1-3 5 0,-1 0-3 0,1 0 3 0,-3-1 5 0,-1 0 6 16,0-2-11-16,-2 1-1 0,0 1 7 0,0 0-5 0,-3 0 14 0,2 0 1 15,-1 2-8-15,-3-1-2 0,1 3 2 0,-1 1-5 0,-1 3-1 16,-2 1-8-16,-1 3-3 0,0 2-3 0,-2 1 1 0,-1 2 2 0,1 0 7 16,-3 2-2-16,-1 1-7 0,1 2 2 0,-1 2-5 0,0 0 2 0,1 2-4 15,0 0-12-15,-1 2-10 0,1-1-23 0,-1 1-50 0,1-2-49 16,1 0-48-16,2-1-48 0,-1 0-29 0,3-2-38 0,1-1-41 0,2-2-47 16,3-4-20-16,1-4 45 0</inkml:trace>
  <inkml:trace contextRef="#ctx0" brushRef="#br0" timeOffset="5399.07">8254 10404 1852 0,'-23'0'121'0,"2"-1"-61"0,-2 1-33 0,8-2-4 15,6-1-1-15,1 1-7 0,1-2-10 0,2-1-14 0,2-1-8 16,1-2-5-16,0-2 4 0,2-2 5 0,0 0 3 0,1-3 0 0,1-2 2 15,0-2 0-15,1-1 3 0,3-2 1 0,0 0 3 0,2-1-3 16,0 1-10-16,1 3 0 0,2 2 5 0,-1 4 4 0,1 3 15 0,2 2-5 16,-1 1 1-16,0 2-2 0,0 1-4 0,0 2 1 0,0 1-1 0,2 2 0 15,0 2-1-15,0 3 2 0,3 2-10 0,2 3 4 0,1 4-2 16,0 3 10-16,1 2 10 0,0 4-5 0,-1 0 0 0,1 0-10 0,-1 2-4 16,2-3 3-16,0 1 0 0,1-2 2 0,2-2-4 0,0 0 2 0,0-1-1 15,1-3 2-15,-2-2 2 0,1-2 6 16,-1-3-2-16,-2-3 6 0,-1-2 5 0,0-2 6 0,-2-3 11 0,1-2 8 0,0-2 9 0,-1-3 1 15,1-1 4-15,-1-3 0 0,0-1-11 0,2-1-6 0,3-3-7 16,0-1-4-16,2 0-4 0,-1-3-5 0,1-1 2 0,-2 0-4 0,1-2 6 16,0-1-1-16,-2 1-4 0,1-1-3 0,-1 2 7 0,-1 0 6 0,0 2-2 15,-2 3 5-15,-1 2-6 0,-1 2-4 0,-2 3-3 0,-2 4-1 16,0 2 3-16,-1 4-3 0,-2 1 2 0,-1 3-1 0,-1 3-6 0,-1 3 3 16,1 3-1-16,-1 3 0 0,-1 1-14 0,0 4-1 0,-1 1 18 0,-1 1-5 15,0 3 12-15,-1 0-2 0,1-1-22 0,1 1 6 0,-1-2-8 16,2 0 4-16,-1-3-5 0,2-3-3 0,-1 0-2 0,2-2-12 0,-1-2-2 15,1-1-11-15,2-3-7 0,-1-1-19 0,2-2-15 0,-1-4-10 16,1-2-9-16,2-3 4 0,1-3-4 0,2-4-6 0,-1-2-7 0,3-5-21 16,0-2-26-16,0-2-27 0,3-5-30 0,1-2-43 0,1-3-21 0,2-1-18 15,3-4-69-15</inkml:trace>
  <inkml:trace contextRef="#ctx0" brushRef="#br0" timeOffset="6051.06">10254 10184 1165 0,'-14'-7'153'16,"-1"0"-80"-16,-2-2-41 0,3-2-11 0,4 2 3 0,2-2-1 0,1 0-8 15,2-3-1-15,1-1-7 0,0-1-1 0,2-3 3 0,0 1-1 16,2-3 2-16,0 0 1 0,2 3 3 0,-1 1 0 0,2 3-1 0,1 3 6 16,0 2 0-16,0 4 3 0,-1 1 1 0,1 1-4 0,-1 2-4 0,2 0-5 15,0 2-5-15,0 2 1 0,2 1-4 0,2 3-2 0,0 3 3 16,4 4-5-16,2 4 2 0,0 2 2 0,1 4-1 0,3 1-1 0,0-1-1 16,1 1-4-16,-2-3-3 0,2 0 1 0,0-2 6 0,1-3 6 0,3 0 3 15,0-2 2-15,3-3-4 0,1-2-2 0,-1-4 2 0,1-1-11 16,-2-2 6-16,1-3 2 0,-2-1 7 0,0-1 18 0,-2-2 7 0,-2 0 14 15,1-2 1-15,-1-2-1 0,-2 0-7 0,0-1-7 0,-1 0 2 16,-2-1-3-16,3 0-14 0,0-1-3 0,0 0 2 0,1 0-3 0,1-1 11 16,-1 0-3-16,0-2-8 0,0-1 1 0,0 0-1 0,1 1-4 0,0 0 2 15,0 1-7-15,1 0-2 0,1 3-1 0,-2 2 1 0,-1 4 3 16,-1 1-1-16,-2 4 1 0,-1 2-5 0,0 2 3 0,-2 2 3 0,0 2 3 16,-1 0 8-16,0 0-4 0,-1 3-4 0,-1-2-1 0,-1 1-6 0,0 1 1 15,1-2-1-15,1 1-4 0,-1 0 5 0,1-2-2 0,1-1-11 16,1-1 6-16,-1-2-7 0,1 0 2 0,0-2 12 0,1 0-4 0,2-2 7 15,-1-1-4-15,-1-1-2 0,1-1 8 0,1-1-7 0,1 0 12 16,-2-1-5-16,1-1-5 0,-2 0 4 0,-1-2-10 0,1 0-2 0,-1 0-6 16,0-1-9-16,-1 2-14 0,-2-1-19 0,1 1-19 0,0 0-19 0,0 1-20 15,1-1-24-15,-1 1-19 0,0 0-32 0,1 1-28 0,2 0-21 16,0-1-26-16,2 1 0 0,3-2 7 0,2 0 16 0,3-1-19 0</inkml:trace>
  <inkml:trace contextRef="#ctx0" brushRef="#br0" timeOffset="6366.06">12632 9859 1082 0,'-1'-2'762'0,"-1"1"-637"0,1 0-70 0,2 0-34 15,0 1-13-15,1-1-9 0,0 1-6 0,1 1-5 0,2 0 3 16,2 2 4-16,1 0 1 0,1-1 7 0,2 3 0 0,0 0-5 0,0 1 4 16,2 2-1-16,0-1-2 0,3 1 1 0,1 1-2 0,1 1 1 0,1-1-3 15,3 2 7-15,0-1 1 0,2 0-4 0,1-1 4 0,0-1-1 16,1-2 4-16,2-1 7 0,2-2 2 0,0-2 2 0,5-1 6 0,-1-2 2 16,4-3 5-16,1-2-4 0,1-3-5 0,2-2-2 0,-1 0-9 0,0-1 0 15,0 1-2-15,-1-1-3 0,-2-1 1 0,0 0-1 0,-3 1-4 16,-3 1-7-16,-2 0-5 0,-1 2-10 0,-3 0-17 0,-1 1-15 0,-4 1-23 15,-2 2-34-15,-1 0-46 0,-3 0-83 0,-4 0-111 0,-1-1-182 16,-2-3-52-16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08T13:06:32.7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3638 6377 1 0,'-41'-2'0'0,"17"-2"134"0,18-2 225 0,-2 0-331 0,3 1-19 0,2 1-3 16,2 0 9-16,-1 1 8 0,1 0 3 0,0 0-2 0,0 1-5 0,0 0-11 15,0 0-1-15,1 1-4 0,0 1-6 0,0 0-1 0,0 1-3 16,1 1-1-16,-1 0 7 0,0 2-3 0,0 0 3 0,0 1 0 0,1 1 0 16,1 1 2-16,-1-1-1 0,1 1-1 0,1-1 1 0,1-1-2 15,0 0 1-15,0 0 1 0,1-1 0 0,0 1 3 0,1-1 8 0,0-1 6 16,0 0 11-16,2-2 13 0,0 0 10 0,1-1 9 0,-1-1 2 0,0 0 2 15,1-1-6-15,1-2-1 0,2-1-5 0,1 0 0 0,0 0 3 16,2-1-5-16,0 0 4 0,0 0-6 0,0 0-4 0,2 1-1 0,1 0-7 16,0 1-3-16,-1 2-5 0,1 0-3 0,0 1-4 0,-1 2-3 0,2 0-4 15,2 0-2-15,0 2-1 0,2 0-5 0,-1 0 1 0,0 2-5 16,1-1-4-16,0 1 4 0,1-2-2 0,2 0 3 0,1 0 2 16,1-2-2-16,0 1-2 0,3-2-4 0,0-1 1 0,1-1-6 0,1-1 6 15,1 0 0-15,0-2 5 0,1-1 2 0,0-2-4 0,1 1 6 0,1-1-3 16,1 0 9-16,2-1 6 0,-1 0 1 0,0 2 2 0,0-2 2 15,-1 3 0-15,0 0 1 0,3 1 5 0,-2 1-8 0,1 0 1 0,-1 2-1 16,1 1-7-16,0 1 9 0,0 3 0 0,-1 1-2 0,1 3 1 0,0 1-5 16,0 2 2-16,2 0 3 0,-3 2-1 0,0 1-5 0,1 0-5 15,-1 1-8-15,1-3-7 0,1 1 2 0,-1 0-3 0,1 0 8 0,1 0 8 16,-1-2-1-16,1-1 1 0,0-1-10 0,1-1 1 0,0-1-1 0,1-1 6 16,1-2-4-16,-3-2 4 0,-1-1-1 0,2-1 0 0,-1-1 2 15,-2-1-1-15,1-1 2 0,-3 0 4 0,0-1 4 0,2-1 3 0,-3 0-6 16,1 0-6-16,-1-2-6 0,0 0-3 0,1 0-3 0,0 0 7 15,-2 1 7-15,1-1 0 0,-1 1 4 0,0 1-3 0,2-4-4 0,-2 1-7 16,2 0-1-16,-2 0 3 0,0 0-3 0,-1 0 7 0,1 0-4 0,-1 1 0 16,-2-1-3-16,2 1 1 0,-2 0 1 0,2 1 1 0,-2 0-3 15,2 0 3-15,-3 0 0 0,2 0-4 0,-2 0 5 0,0 0-2 0,0 2-2 16,-1 0 7-16,1 1-2 0,-2 2-2 0,0-1 5 0,-3 2-8 0,1-1 3 16,1 0 2-16,-2 1-5 0,1 0 4 0,-1 1-2 0,-1 0-4 15,-2 1 7-15,3-1-2 0,0 1 2 0,1-1 0 0,-1 1-4 0,-1-1 1 16,0 1 2-16,-1 0 3 0,1-1-1 0,-1 1 0 0,-1 0-7 15,3-1 4-15,-2 1-2 0,1 0 2 0,-1 0-3 0,1-1-1 0,1 1 2 16,-1 0 1-16,3 0 9 0,-1 1-5 0,2 0 4 0,-1 0-2 0,2 1-2 16,-1 1 2-16,2-1 2 0,0 0 2 0,2-1 4 0,0 1 4 15,0 0-1-15,1 0 3 0,0 0 1 0,2 0-2 0,-1-2 2 0,1 2 4 16,0 0-6-16,0-1 7 0,1 0-3 0,1-1-3 0,0 1 1 0,-1-1-1 16,0 0-5-16,2 1-2 0,1 0-1 0,0 0-6 0,2 0 4 15,-2 1-6-15,0-1-3 0,0 1 0 0,2 1 1 0,-2-1-4 0,1 1 0 16,1 0 2-16,-2 0-4 0,1 1 0 0,0 1 4 0,-2-1-7 15,1 1-4-15,1 0 7 0,-1 1-8 0,-1-1-10 0,0 0-17 0,-2-1-41 16,-2 1-35-16,1-1-50 0,-1 0-58 0,1-1-63 0,-2-2-69 0,1 0-47 16,1-2-22-16,3-4-138 0</inkml:trace>
  <inkml:trace contextRef="#ctx0" brushRef="#br0" timeOffset="1217">17272 6018 635 0,'4'1'305'0,"2"2"-259"0,2 0-54 0,2 1-14 0,1 1 0 15,0-1 8-15,1 1 10 0,0 1 2 0,-2-1 6 0,2 0 1 0,-2 0 4 16,0 0 3-16,0 0 4 0,-1-1 0 0,-2 0 0 0,0 1 1 0,0 0 0 16,0 0 6-16,0 0 3 0,0 0 3 0,0 0 6 0,0-1-1 15,1 1-1-15,0 0-4 0,2 0-6 0,1-1-1 0,1 0 5 0,0 1-1 16,0-1-4-16,3 1-2 0,0-1-8 0,1 1-3 0,1-1 5 0,1 0 0 16,1 0 2-16,0 0 5 0,2 0-3 0,1-1 2 0,-1 0 2 15,0-1 2-15,2 0 4 0,-2 0 0 0,3-1 1 0,1-1 1 0,1 0-4 16,2-1-1-16,-1-1-7 0,1 0-1 0,-2-2 0 0,3 0-6 15,0-2 5-15,0 0-4 0,0-1-2 0,1 0 3 0,-2-2-12 0,0 0 6 16,1-1 1-16,-1-2-1 0,0-1 11 0,-2-1-4 0,1 0 2 0,-3-3 3 16,2-1-2-16,-2-2 1 0,-2 0 0 0,0-2 0 0,-1 0 3 15,-1 1 0-15,0-1-1 0,-1-1-6 0,-4-1-3 0,-1-1-2 0,-2-1 2 16,-1-1-1-16,-3 1-7 0,-3-2 7 0,-1 0-3 0,-3-1-1 0,0 0 8 16,-3-2-2-16,-2 1 5 0,-1 1 1 0,-3 0 4 0,-1 1-3 15,-2-1 0-15,-3-1-2 0,-1-2-5 0,-4 1-6 0,-2-3-3 0,-2 2 0 16,-1 0-3-16,-3-2-3 0,-2 1 0 0,-4-3-3 0,-3 1-8 15,-5 0 5-15,-4 0 12 0,-3 0 0 0,-3 2 6 0,-4 0-7 0,-5 2-19 16,-6 3 5-16,-3 1 4 0,-2 4 11 0,-2 5 10 0,4 2 11 0,-4 5 6 16,0 2-6-16,0 3-2 0,-1 4-13 0,2 3-4 0,0 6 0 15,0 3 1-15,2 4-2 0,2 3 11 0,1 2-4 0,3 3-3 0,4 2 3 16,4 2-8-16,5 3 1 0,1 2 3 0,3 1-15 0,0 2-1 0,6 1-1 16,2 0 0-16,3 2 7 0,5 2 4 0,0-1 1 0,4 0-1 15,2 1 2-15,5-2-3 0,2 0 6 0,4-4-1 0,3 0 6 0,3-2 0 16,3-1-5-16,3 0-2 0,2 0 6 0,3 1 1 0,3-2 3 15,3 0-7-15,1-1 4 0,4 0 8 0,1 0-6 0,2 0 13 0,4 1-10 16,1-2-5-16,2 0 5 0,2-2-11 0,-1 0 3 0,1-1-1 0,0-2-7 16,0 1 4-16,-1-1 3 0,1-2-1 0,0 0 4 15,-3-3-4-15,1-2 2 0,-2 1-3 0,-2-3 8 0,0 0-6 0,-2-3-1 0,-1 0 1 16,-1-1-6-16,0-1 6 0,0-1 1 0,-3 0-5 0,0-1 0 0,-1-1 2 16,0-1-3-16,-1-1 1 0,-1 0-1 0,0-1-9 0,0 0-6 15,-1-1-10-15,-1-1-9 0,-1-1-6 0,-1 0-9 0,0 0-11 0,-1-2-15 16,0 0-27-16,1-3-46 0,-1-2-26 0,0-3-46 0,-1-3-58 15,1-4-66-15,2-5-97 0,3-10-149 0</inkml:trace>
  <inkml:trace contextRef="#ctx0" brushRef="#br0" timeOffset="2050.13">22063 6243 1542 0,'0'0'45'0,"2"0"-139"0,3 2-51 15,3 1 14-15,3 1 49 0,4 1 47 0,1-1 33 0,0-1 15 0,2 0 2 16,-2-1 3-16,2 0 2 0,1 0-1 0,2-1-3 0,1 1 3 15,2 0 2-15,1-2-3 0,2 1 2 0,0 0-2 0,2-1-6 0,1 1 3 16,2 0-5-16,2-1-6 0,3 1 2 0,1-1-4 0,4 2-2 16,1-1 1-16,3 2 1 0,3 0-3 0,0-1 5 0,6 2-2 0,-1-1-5 15,4 1 3-15,2 0 0 0,1 1 3 0,3 0 0 0,3 1 2 0,0 1 3 16,3 1 6-16,0 0 3 0,0-1 2 0,0 1 6 0,1 0 0 0,-2 0 5 16,-2 0 5-16,2 2-3 0,-2-1-3 0,0 1-9 0,-1-1 1 15,0-1-1-15,-1-1 2 0,-1-1 1 0,1-1-3 0,-3-1-1 0,0-1-6 16,0-1 0-16,-1-1 0 0,0-2-1 0,-1-1 6 0,-1-1-2 15,1-2-3-15,-2-2 0 0,-2 0-5 0,-1-2 5 0,-1-2-5 0,0 0 13 16,-1-2-6-16,0 1 2 0,-3 0 6 0,-3-2-9 0,-2 0 8 0,-1-3-3 16,0 1-3-16,-2-2-3 0,-2 1 3 0,-2 0-1 0,-1-2 1 15,-3-1 1-15,-3 0 0 0,-1 0 1 0,-5 0 2 0,-2 1 6 0,-4-2 1 16,-4 0 12-16,-3-3 2 0,-3-1-2 0,-3-2-5 0,-2 0-12 0,-4-3 2 16,-2-1-1-16,-4-3-7 0,-5-3-5 0,-2-4-4 0,-3-4 1 15,-5-1 9-15,-2-3 4 0,-2-1-7 0,-3-1-3 0,-1 0 3 0,-1 0 5 16,-1 2 14-16,0 2 11 0,0 3 9 0,0 4 2 0,1 5-3 0,0 2-11 15,3 5-11-15,-3 1-8 0,1 5-7 0,-2 2-8 0,-1 5 8 16,-3 3-3-16,-2 4-9 0,-4 1 6 0,-2 1-12 0,-4 3-4 0,-3 3 2 16,-4 3 1-16,-4 2-2 0,-4 2-5 0,-4 0 3 0,-2 2-7 15,-2 0 3-15,0 2-3 0,0-1-10 0,1-1-17 0,2 0-20 0,1-3-25 16,0 1-46-16,2-1-58 0,-2 0-68 0,-2-1-89 0,-2-1-96 0,-5 1-127 16,-3 1-12-16</inkml:trace>
  <inkml:trace contextRef="#ctx0" brushRef="#br0" timeOffset="3000.08">4120 6707 573 0,'-3'-12'57'15,"2"0"-26"-15,1-4 11 0,3 1 2 0,1 1-1 0,2 2-6 0,2-1-15 16,1 0-7-16,1 0-4 0,1-1-5 0,0 2 1 0,2-1-6 0,2-1 2 16,0 1-2-16,2-1-2 0,1 2 1 0,1-2 1 0,2 0-2 0,-1 0 3 15,2 2-6-15,0-1-4 0,0 1 1 0,3 1-1 0,0 1 3 16,2 0 6-16,-1 2 4 0,2 0 6 0,2 1 5 0,3 1 9 0,1 0 1 15,3 0 1-15,0-1 5 0,3 0-2 0,1-1 1 0,2 1 6 16,2-1 1-16,3-1 6 0,0 1 5 0,1-1 0 0,0 1 4 0,0 0 4 16,2 1 1-16,-1-1 1 0,1 1-1 0,-1 1-12 0,0 0-6 0,0 1-4 15,1 1-8-15,1 0 1 0,0 0-3 0,1 2-3 0,0-1-1 16,0 0-3-16,0 1-6 0,2 0-3 0,-2 2-2 0,-1 0-5 0,-2 2 3 16,-1 1-6-16,-1 0 2 0,0 3-2 0,-2 0 0 0,-2 3 2 0,-1 1-3 15,0 3 2-15,-5 0-1 0,-1 6 2 0,-4 2-1 0,-2 0-4 16,0 6 3-16,-4 2 8 0,-4 2-5 0,-2 4 8 0,-5 2-3 0,-3 1-8 15,-3 2 6-15,-1 3-5 0,-3-1 6 0,-3-1-2 0,-1-1-3 0,-2-3 3 16,-3 1-3-16,-2-2 2 0,-2 2 6 0,-3 1-10 0,-3 0 0 16,-2 0 9-16,-4 0-2 0,-4 0 7 0,-2-1 3 0,-4 1-10 0,-3 1 1 15,-5 0-1-15,-1 0-1 0,-4 1-2 0,-3-2-3 0,-3-4 5 16,-2-1 3-16,-2 0-1 0,-2-2 1 0,-1 3 1 0,-2-4-5 0,-1-2-8 16,-1-2 2-16,-1-2 4 0,0-2 4 0,0-1 9 0,-3-2 2 0,-1-1-5 15,-1-2-1-15,0-2-1 0,-2-1 3 0,-1-1-10 0,0-3 6 16,-3-1-4-16,0-2-5 0,1 0 16 0,-1-3-6 0,0-1 0 0,0-1-4 15,0-1-19-15,1-1 2 0,4 0 0 0,1-1-15 0,7-2-32 16,2 0-54-16,3-2-65 0,6 0-92 0,3-2-154 0,3-2-184 0</inkml:trace>
  <inkml:trace contextRef="#ctx0" brushRef="#br0" timeOffset="29918.62">7384 7268 499 0,'-8'4'40'0,"0"1"-15"0,-3 3-19 16,3 0-7-16,2 0-1 0,-1 2 0 0,2 0-2 0,0 2-7 0,1 0-11 15,0-1-13-15,0 0-9 0,1 0 0 0,1 0 4 0,0-1 9 16,1-1 10-16,-1-2 9 0,0-3 9 0,1 0 9 0,-1-1 12 0,0-1 12 15,0-2 14-15,0 1 12 0,-1-3 2 0,1 0 3 0,-1 0-1 16,1-1 1-16,-1 0 6 0,0 0 2 0,0-1 2 0,1 0 1 0,-1-1-3 16,1 1-8-16,0-1-6 0,1 0-9 0,1 1-9 0,0-1-9 0,2 1-9 15,0-1 1-15,3-1-3 0,0 1-2 0,3 0 0 0,2-2-7 16,4 1 1-16,3 0 1 0,2 2 0 0,2 1 1 0,3 1-2 0,1 1-1 16,3 3-2-16,0 1-3 0,2 3 7 0,0 1 0 0,2 3 10 15,1 0 4-15,1 2-1 0,1 2 2 0,0 1 0 0,1 0-4 0,1 1-1 16,-2 2-5-16,1 0-4 0,0-1 2 0,-1 1-2 0,2 0 5 0,-1-1 0 15,1-1 0-15,2-2-10 0,-1-1 1 0,1-2 2 0,0-1 2 16,0 0 9-16,0-1 2 0,0-1 5 0,1-1 1 0,0-2 1 0,0-2-6 16,0 0-1-16,-2-2-4 0,-2 1-2 0,0-2 1 0,-3 1-4 0,1-1 2 15,0-1 3-15,-1 0 2 0,1-1 4 0,-2 0 3 0,2 0-5 16,-2 0-4-16,0 0-1 0,0 1-7 0,1 1 6 0,1 1 0 0,1 0 3 16,3 1 3-16,-2 2-4 0,1 2 4 0,-2 0-6 0,0 0 7 0,0 1-8 15,0 0 3-15,-1 0-8 0,-1 0-4 0,0 1 2 0,-2-1-7 16,2 1 2-16,-1-1-1 0,2-2-1 0,-1 0 5 0,-2-1-2 0,2 0-6 15,-2-3 0-15,2-1-4 0,-2-1 5 0,0-2 2 0,-2-2-1 16,-1-1 3-16,-1-1 2 0,0-2 1 0,-1 0 0 0,0-2 0 0,0-1-3 16,-1-1 2-16,1 0-4 0,0-2 2 0,-2 0 2 0,2 1 3 0,-2 1 6 15,1-1-5-15,-1 1 0 0,2-1-4 0,1 2-1 0,0 1-1 16,3 1 2-16,-2 1-5 0,4 2 2 0,0 2-1 0,0 1-1 0,0 2 2 16,-2 2-2-16,0 2 0 0,1 2 3 0,-2 0 0 0,3 1-1 0,-2 1 2 15,2 0-7-15,-1 1-2 0,1 0 2 0,-1-1-1 0,2 1 5 16,0-1-2-16,-1 1 2 0,2-1-2 0,-3 0 2 0,2-2 4 0,0 0-7 15,0-2-7-15,-1 0 6 0,1-2-8 0,-3 0 11 0,1-1 12 16,-2-1-2-16,1-1 2 0,0-2-10 0,0 0 2 0,-1-2-7 0,0-1 3 16,-2 1 5-16,1-1-5 0,-1-1 3 0,1 0 0 0,-2-1 2 0,0 1-2 15,1-1 2-15,-2 1 1 0,1 0-3 0,0 1-3 0,2 1 5 16,2 1-5-16,-2 1 1 0,1 0 4 0,-1 2-5 0,0 1 5 0,-1 0-1 16,2 3 3-16,0 1-1 0,1 1 2 0,0 1 3 0,0 1-9 0,-1 1-2 15,3 0 0-15,-2 2-4 0,1-1 8 0,0 2-1 0,0-1-3 16,-1 1 0-16,0-1 3 0,0-1 0 0,3 0 2 0,0-1-4 0,2-1 1 15,-1-1 0-15,-1-2-2 0,0 0 6 0,-1-1-1 0,1-1 3 16,-1-1-5-16,1-1-1 0,-2-1-2 0,1 1-2 0,-1-1 5 0,0-1-3 16,0 0 5-16,1 0-2 0,-2 0 2 0,0 0-2 0,0-1 55 0,-2-3 27 15,-2-1 6-15,2 0 5 0,0 2-60 0,5 1-33 0,7 1-13 16,6 1-2-16,4 1 2 0,-1-1-4 0,-2 0 6 0,-4 2 3 0,-3 0 1 16,-3 1 8-16,0 0-6 0,-3-1 2 0,0 1 2 0,1 0-2 15,0 1 3-15,2 0-6 0,0 1 3 0,0 0-2 0,-2 0-3 0,0 0 8 16,1 1-3-16,0 0-1 0,3 0 1 0,-3 1 0 0,2 0 0 0,1 0 1 15,-1 1-6-15,1 1 4 0,1-1-3 0,-1 1-1 0,1 1 9 16,1-1-9-16,0 1 3 0,1 0 2 0,-1 0-4 0,-1-1 3 0,1 0-1 16,1-1 0-16,2-1 2 0,-2 0 5 0,3 0-1 0,-2 0-1 0,1-1 1 15,0 0-9-15,1-1 1 0,0 0 4 0,1-1 0 0,0 1 2 16,1 0 0-16,-2 1-1 0,-1 0-2 0,1 0-1 0,1 0 4 0,-2 0-2 16,1 0 3-16,-1 1-3 0,-1 0 0 0,-1 1-2 0,-1 1-1 0,2-1 3 15,0 2 3-15,1 0-10 0,1-1 2 0,-2 1 2 0,-1-1-5 16,2 1 6-16,0 1 4 0,0 0 3 0,0-1 0 0,1 0 3 0,-1 0 1 15,0-1-8-15,-1 0 1 0,1-1 0 0,1 0-4 0,0-1 5 16,1-1 1-16,-1 0-4 0,-1 0-2 0,0-2 4 0,3 1-4 0,-1-1 9 16,1 0-2-16,1 0-3 0,-1 0 4 0,2 0-4 0,-1 0 1 0,0-1 4 15,1 0-5-15,-1 0-2 0,1 0 3 0,-2 0-3 0,-2 1 5 16,1 0-1-16,0 0-2 0,-2-1 1 0,1 0-3 0,-1 1 3 0,0-1 1 16,-1 1 1-16,-1 0-3 0,3 0-1 0,-1 0-1 0,0 0 4 0,0 0-2 15,0-1-2-15,-1 1 0 0,0 0 0 0,2-1 0 0,0 0 3 16,2-1 0-16,0 0-1 0,1-1 3 0,-1 1-3 0,0-1 1 0,2 0 1 15,0 0-4-15,3-2 2 0,-2 1 1 0,0 1-3 0,1-1-2 16,-1-1-6-16,1 1-3 0,0-1 3 0,-3 0 1 0,-1 2 10 0,-2-1-1 16,1 0 3-16,1 1 9 0,0 0-11 0,1 1 15 0,-1 0 1 0,0-1-9 15,-2 2 9-15,2-1-5 0,-1 0-5 0,1 1 3 0,0-1-5 16,-1 1-2-16,1 1 0 0,1 0 1 0,-2-1-5 0,2 0 5 0,-1 1-1 16,0 0-3-16,2 1 3 0,-3 0-5 0,1-1 3 0,0 1-3 0,1 0 0 15,-2 0 2-15,0 0-2 0,0-1 2 0,1 0-2 0,-2 0 5 16,1 0-1-16,-1 0 3 0,3 0 5 0,-2 0-8 0,1-1 3 0,-1 1-4 15,1-1 3-15,2 1 1 0,-1-1 2 0,0 0 1 0,1 0-6 16,0 0-1-16,1 0 1 0,0 1 1 0,0-2 1 0,0 1 1 0,1 0-4 16,-1-1 3-16,-1 1-3 0,0-1-3 0,0 1 4 0,0-2-2 0,0 1 3 15,-1 0-1-15,-1 0-1 0,0 0 1 0,1-1 5 0,1 1-4 16,0 1 4-16,0-2-3 0,-1 0-6 0,3 1 3 0,1-1 4 0,1 0 1 16,-2-1-1-16,1 1 2 0,-1-1-7 0,0 1-4 0,1-1 4 0,2 0 0 15,-1 0 1-15,-1 1 4 0,0 0-3 0,-1-1 0 0,0 2 1 16,0-1-1-16,1 1 1 0,-2 0-1 0,-1 2 0 0,-2-1 1 0,-1 1-1 15,1 0-1-15,-1 1 3 0,0 0 1 0,-1 1-3 0,-1 0 3 16,-1 1-7-16,1-1-2 0,1 1-1 0,-2 1-1 0,1 0 10 0,-1 1-6 16,1-1 5-16,-2 0-1 0,0 0-6 0,0 0 6 0,0 0-1 0,0 0 3 15,0 0-1-15,-2-2-3 0,-1 1-2 0,1 0-2 0,0-1 4 16,-1 1-2-16,1-1 0 0,1 1 2 0,-1-1-4 0,0-1 0 0,-1 1 6 16,-2-1-2-16,1 0-2 0,-2 1 5 0,1-1-8 0,-1 0 6 0,-1-1 1 15,1 0-4-15,-4 0 4 0,2 0-2 0,-1 0-2 0,1 0 3 16,-1-2 3-16,-1 1-2 0,-1-2-4 0,1 1 1 0,-3-2-4 0,2 0-3 15,-4 0 6-15,1 0 2 0,-3-2 2 0,0-1-1 0,-1-1 5 16,-3-1-3-16,1 1-3 0,-2-2 4 0,0-1-3 0,-1 1-4 0,0-3 6 16,-2 0-5-16,0-1 4 0,-1 0 1 0,-1-2-1 0,1-1 2 0,-2-1-2 15,1 0-6-15,-2-3-2 0,2-1 0 0,-2-2-1 0,1-2-5 16,-2-1 3-16,-2-1-6 0,1 1 6 0,-2-3 1 0,0 0-1 0,-1-1 1 16,-2-2-14-16,-1-2-2 0,-1 1 18 0,-2-2-5 0,-2 0 18 0,-2-1-9 15,-2-1-18-15,-2 0 5 0,-2-2-2 0,-3-1 8 0,-2-2 5 16,-2-2-7-16,-4 1 0 0,-3-1-5 0,-2 0 3 0,-5-1-9 0,-2-1 0 15,-6 1 18-15,-3-1-3 0,-1 0 10 0,-3 2-3 0,-1 2-18 0,-4 0 5 16,-3 0-8-16,-5 0 10 0,-3 1 0 0,-1 0-2 0,0 4 4 16,-1 1-7-16,-1 2 5 0,-1 1-3 0,-2-1-4 0,-2 3-3 0,0 0 5 15,-1 2-6-15,-1 1 5 0,-1 2-4 0,0 2-13 0,-3 2 0 16,0 0-4-16,-2 2 7 0,0 3 3 0,1 2 4 0,0 3 12 0,4 3-1 16,4 2 2-16,1 3 1 0,1 4-2 0,2 3 0 0,2 3 3 0,4 4-3 15,4 2-5-15,4 5 5 0,1 5-3 0,-1 6 6 0,-1 4 4 16,4 7 1-16,5 2-11 0,4 6 0 0,7 3 3 0,3 1-3 0,4 3 8 15,3 1-4-15,5 2-8 0,5 1 4 0,1 2-4 0,4-1 0 0,1 0-5 16,3-2-16-16,3 0 6 0,2-6-1 0,2-4 8 0,1-4 11 16,3-3 0-16,2-4 7 0,3-2 4 0,3-2 8 0,-2-1 9 0,2-1 3 15,1-2 2-15,-1-2 3 0,2-2-5 0,2-2-2 0,-1 0-1 16,1-1 0-16,2-2-6 0,-2 1 7 0,2 0-7 0,0-2 3 0,-1-2-5 16,-1-1-6-16,-2 0 7 0,1-1-9 0,-2-3 4 0,0 1-7 0,-1-2-6 15,-1-1 4-15,-1 0-1 0,-1 0 10 0,-1-1-1 0,0 0 1 16,-2-2 0-16,0 0 6 0,-3-1 3 0,1 0-5 0,-2-2 4 0,-1 1-4 15,0-2-1-15,-1 0 2 0,-1-1-1 0,0 0-4 0,-2-1 4 16,0 0 1-16,0 0 1 0,-1 0 5 0,2-1-10 0,-1 0-3 0,0-1-1 16,1 0-6-16,0-1 2 0,0 0 4 0,1 2 2 0,-2-2-4 0,1 0 3 15,-1 1-7-15,-2-1-15 0,0 1-7 0,-1 0-29 0,-1 1-27 16,-1 0-36-16,0-1-58 0,-2 1-63 0,-2-1-99 0,-2 1-120 0,-6-1-67 16,-7-2-9-16</inkml:trace>
  <inkml:trace contextRef="#ctx0" brushRef="#br0" timeOffset="31619.13">3872 8512 958 0,'-26'-13'8'0,"0"-1"55"16,-2-2-18-16,7 3 0 0,9 2-10 0,4-1-8 0,0 0-8 0,3 1-7 15,1 0-6-15,2 2-2 0,3-1 0 0,2 0-3 0,2 1-2 16,2 0 2-16,1-1-3 0,3 2 0 0,1 0 2 0,3-2 2 0,0 1 1 16,1 0-1-16,1 0-2 0,-1 0 0 0,0 1 1 0,1-2 4 0,0 0 1 15,3-1 2-15,1 1 10 0,3 0 0 0,1 0 5 0,1-2 0 0,1-1-8 16,0-1 2-16,1-2-2 0,2 3 0 0,3-2-1 0,0-2 1 15,3 0-1-15,3 0 0 0,2-3-1 0,3 0-2 0,5 0-3 0,1-1 4 16,1 0-2-16,4-1 0 0,2-1 2 0,0 0-3 0,3-2 2 16,0 0 1-16,1 2-7 0,2 0 2 0,2 0 1 0,0 0-3 0,1-1 13 15,3 1-3-15,0-2 4 0,1 0 2 0,2 0-2 0,2 0 1 0,3 0-4 16,3-1 3-16,-2 0-4 0,5 0-4 0,2 1 1 0,-2 1-8 16,4 2 3-16,-2 1-10 0,2 3 2 0,0 1-1 0,-1 2-1 0,0 1 4 15,0 2 1-15,4-1 1 0,-1 2-2 0,4 0 2 0,1 1-6 16,1 3 5-16,0 0-2 0,1 2-2 0,-1 1 5 0,2 2-7 0,-1 0 0 15,1 3-1-15,2 0 0 0,-1 1 3 0,1 2 2 0,1-1-1 0,-1 1-3 16,2 0 4-16,-2 0-3 0,0 1 3 0,-2 1 2 0,-2 0-5 16,-1 1 1-16,0 1 2 0,0 1-3 0,1 0 0 0,-1 0 7 0,1 2-5 15,-1 0 1-15,1 1 4 0,-1 0-4 0,2 1 0 0,-3 0 2 0,-2 2-2 16,-2 0-1-16,-1 1 1 0,-2-2 0 0,1 3 0 0,-1 1 4 16,-1 0-3-16,-1 2-11 0,-3 0 5 0,1 1-1 0,-3 1 1 0,-1 3 13 15,-2 0-7-15,-3 2-1 0,0 1 3 0,-3 2-2 0,-2-1 3 0,-1 2 0 16,-2 2 0-16,-2 2 0 0,-2 0-1 0,-3 0-6 0,-4-2 3 15,-4 2-4-15,-2 0 1 0,-2 1 2 0,-3 1 1 0,-1-1-10 0,-5 1 2 16,-4-1 3-16,-3 0 1 0,-2 2 8 0,-4-1-3 0,-1 0 0 16,-3-1 2-16,-4 1-2 0,-2 2 3 0,-4-2-1 0,-1 2-2 0,-4-2-1 15,-3 0-1-15,-3 2-1 0,-3-1 4 0,-3 1-1 0,-4 0-1 16,-2-1 5-16,-2 1 3 0,-4 1-1 0,-4-1 6 0,-1 0-11 0,-3-1-4 16,-1-2 2-16,-4 1-2 0,-1 0 5 0,-7 0 2 0,-3-2 5 0,-4-1-2 15,-6 0 0-15,-2-1 0 0,-2-1-6 0,-2-3 6 0,-3 0-1 0,-3-3-6 16,-2-2 2-16,-6 1-3 0,-1-4 9 0,-6 1 2 0,-2-1 3 15,-3-2 3-15,-4 0-10 0,1-1 7 0,-4-2-5 0,0 1-1 0,-2-3-1 16,0 0 3-16,1-1 2 0,-2-1 1 0,1 2 1 0,-2-1-2 0,-1 0-1 16,-2 0-5-16,0-1 0 0,-1 1-1 0,-2 0-1 0,1 0 3 15,2-1 5-15,0-1-2 0,1-2-5 0,-2-1 5 0,-2-1-5 0,-3 1-1 16,0-1 6-16,0-2-6 0,0 1 6 0,-1-1-3 0,1 0 3 16,-4-1-5-16,0 0-2 0,0-1 1 0,-2 0 0 0,-1 1 5 0,-3-2 0 15,1 1-1-15,1-3-3 0,-1 0-1 0,0-2 2 0,1-3 7 16,5 0 0-16,4-3 9 0,7-3-8 0,2 0-3 0,3 0 7 0,1-1-7 15,0 1 2-15,1-1 2 0,1-3-4 0,2 0-1 0,2-1-2 0,-1-1 4 16,2 2 1-16,3 2-3 0,1-2 3 0,2 0-5 0,5 1-5 16,4 2 6-16,2 1-7 0,2 1 1 0,1-1 3 0,-2 0-5 0,1 0 6 15,1-2-9-15,3 1 4 0,3 0-1 0,3-1 1 0,5 2-12 0,4-1 3 16,5 0-1-16,3-1-1 0,3 0 12 0,3 2 2 0,1 0-4 16,5 0 5-16,1 0 0 0,2 0-6 0,1 1 5 0,4 1-3 0,2-1 1 15,2 0-6-15,3 1-2 0,0 2 3 0,3 1-1 0,1 2 3 0,1 0 0 16,2 1-1-16,-1 1-2 0,2-1 4 0,0 2-2 0,1-1-1 15,0 2-1-15,2-1 0 0,0 1-2 0,0 0 4 0,0 0 1 0,-1 1 0 16,1-1 1-16,0 1-1 0,-1 0-1 0,1 1-2 0,-1 1 3 16,0 0-2-16,0 0 2 0,1 1 2 0,-1-1-5 0,0 1 1 0,0 0 2 15,0 0 0-15,1 1 2 0,0-1 2 0,-1 1-4 0,1-1 0 0,0 1 0 16,0-1 0-16,0 0-3 0,0 0 3 0,-1 1-1 0,1 0 2 16,1 0-1-16,-1-1 2 0,1 0 1 0,-2 1-3 0,1-1-2 0,-1 0-2 15,0-1 2-15,0-1 1 0,-1 2 2 0,2-1 1 0,-1 1-4 0,0-1 2 16,0-1 3-16,1 1-3 0,0 0 2 0,-1 0-5 0,1 0-3 15,0 0 12-15,0 1-6 0,1-1-2 0,-1 0 11 0,2 0-10 0,-1 1 4 16,0-2 2-16,0 0-7 0,1 0 0 0,-1 0 1 0,0 0 4 0,0-1-3 16,1 1 2-16,-2-1-1 0,1 0 1 0,-1 0-2 0,1 0-3 15,-1-1 3-15,0 1-2 0,1-1 0 0,-2 0 6 0,1 0-3 0,-1 0 1 16,0 0-4-16,0 0-1 0,0 0 5 0,-1-1-6 0,0 1 6 16,0 0 0-16,-1-1-2 0,0 1 0 0,-1 1-5 0,1-1 3 0,-1 0-7 15,-1 1 0-15,0-1-2 0,0 1-5 0,-1-1 11 0,0 0-8 0,0 1-4 16,-1 0-8-16,-1 1-23 0,-1 2-20 0,-2 0-25 0,1 2-31 15,-2 3-26-15,-1 0-15 0,-1 1-2 0,0 2 2 0,1 0-34 0,0-1-40 16,3 1-38-16,3-2-178 0</inkml:trace>
  <inkml:trace contextRef="#ctx0" brushRef="#br0" timeOffset="32741.53">13882 8983 716 0,'-15'-15'453'15,"-4"1"-347"-15,-3-1-23 0,4 3-26 0,5 4-27 0,2 2-20 16,2 0-18-16,2 3-15 0,1 0-19 0,1 2-15 0,0 0-9 0,2 0 2 15,-2 1 5-15,0 1 8 0,-1 1 10 0,-1 1 12 0,0 1 11 0,-2 0 10 16,1 1 7-16,0-1 6 0,1 1 3 0,-1-1 7 0,-1 0 6 16,1 0 6-16,0 0 4 0,0 0 2 0,0 0 1 0,1 1-7 0,2-2 1 15,0 1-4-15,1-1-6 0,2-1 1 0,1-1-8 0,1 0-1 0,2-1 0 16,1-1-2-16,2 0 4 0,2-2-2 0,4-3-2 0,3-1 6 16,3-4-2-16,1-3 4 0,5-4-1 0,2-3-4 0,2-1 11 0,4-4-1 15,1-2 1-15,4-2 8 0,2-2-4 0,0-1 6 0,1 1 2 16,1 0 4-16,-1 3 2 0,2 0-2 0,-1 1 3 0,-1 1-2 0,1 3 1 15,-1 0-1-15,1 4-6 0,-1 5-10 0,0 1-3 0,2 4-8 0,-1 3-6 16,2 2-1-16,1 4-5 0,0 3 1 0,0 3-1 0,1 3-2 16,1 4 2-16,-1 1-4 0,0 4-1 0,-1 3-3 0,-2 1-3 0,-1 1 3 15,-1 2-3-15,-2-1 0 0,-1 1 0 0,0 0 1 0,-3-1 2 16,1 0 4-16,-3 0 0 0,1 0 1 0,-3 0 2 0,1-2-2 0,-1 0 3 16,3-1 0-16,-2-4-2 0,2-1-3 0,-3-1 3 0,1-1-4 0,-1-1 9 15,2-2 4-15,1-2-3 0,0-1 3 0,2-1-7 0,0-1 1 16,0-2 2-16,1-1 2 0,2-2-1 0,0-2 3 0,1-1-3 0,0-1-3 15,-1-1 4-15,3-1-7 0,-1 0 5 0,0-1-7 0,3 1 0 0,-2-1 0 16,1 0-2-16,2 1 8 0,0 1-5 0,1 0 4 0,2 1 5 16,1 2-1-16,1 0 5 0,0 3-3 0,-1 1-3 15,3 2 0-15,-2 2 0 0,1 1-4 0,0 2 5 0,-1 1-1 0,1 1-2 0,0 2 1 16,1 0-2-16,2 1 5 0,1-1-2 0,1 2 1 0,-1-1-6 0,1 0 1 16,-2-1-3-16,0-2 0 0,3-2 3 0,2 0 0 0,4-3 6 0,5-1 1 15,3-2-3-15,-2-2-4 0,-5-1 0 0,-6-1 0 0,0-1 3 16,0-2-2-16,3-1-2 0,2-2-2 0,-1 0 3 0,1-2 3 0,0-1 2 15,-1-1 5-15,0-2-4 0,0 0-1 0,1 0 2 0,0 1-1 0,1-2 5 16,1-1 0-16,1 0-5 0,0-1 0 0,2 0 2 0,-2 2 9 16,0 2 6-16,-3 1-2 0,0 4-3 0,-1-2-5 0,-1 2-3 0,2 3 0 15,0 1 0-15,0 2 1 0,0 1-1 0,-1 3 0 0,-1 1-1 16,-2 2-2-16,-1 2 1 0,2 0-11 0,-2 1 1 0,0 0 1 0,0 0-4 16,-2 1 8-16,0 0 2 0,1-2 1 0,-1-1 1 0,0 0 2 0,-2-2-5 15,-2 0-4-15,-1-1 0 0,2-3 5 0,-1 0-4 0,1-2 4 16,0-1-1-16,-3-1-5 0,1 0 4 0,1-2-5 0,0 0-4 0,0 0 2 15,0 0-1-15,-2-2 5 0,2 0 3 0,-1 0 3 0,1-1-1 0,2 2 2 16,0 0 7-16,0-1-4 0,0 1 2 0,1-1-9 0,1-2 6 16,1 1-3-16,2 0 2 0,-2 0-4 0,2 0-8 0,2 0-4 0,1 1 8 15,1 1 0-15,3-1 6 0,0 1 5 0,3-1-2 0,5 0 6 16,0 0 2-16,0-1 3 0,5-1 6 0,-1 1 5 0,3-2 2 0,0 0 6 16,2 1-1-16,5-1 0 0,2 0-1 0,4 1-2 0,4 2-2 0,2 0-7 15,1 1 0-15,0 2-11 0,-1 2-5 0,-3 2-3 0,1 2-4 16,-1 2-1-16,-3 1 4 0,0 2-4 0,-5 1-4 0,-3 2-1 0,-6 2-9 15,-3 2-9-15,-2 4-7 0,-3 1-18 0,0 5-23 0,-4 0-30 0,-3 4-44 16,-3 1-69-16,-3 2-84 0,-2 2-96 0,-3 3-122 0,-1 4-232 16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7538C-F212-1F04-534D-2E7012B5A5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92FBA-9A9E-C9B9-FE79-18CBB505DA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B8D694-E67C-DC60-D6DE-5FDCC8F61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D0506-C6C5-475E-9F92-D5628C36E4C3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4802F0-1C00-6D89-B866-D36DBF098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75E264-77E1-1150-5059-DB5950988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D62CC-3086-42F5-8A07-E3235F774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622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C9741-1E72-9D55-223B-79954E929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1A1C8-0B55-2BB2-3719-476599D6A5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FBC419-BBA2-E040-6F8C-BA8B27EFF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D0506-C6C5-475E-9F92-D5628C36E4C3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A02EB0-A99D-78F1-8A6C-7605D953A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E94E9D-8315-5931-2173-044BAC8D4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D62CC-3086-42F5-8A07-E3235F774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543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F59BA-5BE4-26F2-B555-F39832550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471D23-9E86-E2C2-8415-0878214095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F28CD1-3530-A1CB-B0D1-0A76E6530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D0506-C6C5-475E-9F92-D5628C36E4C3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CF2AB0-0D83-C8D6-E691-C636C5B96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3B1FB-A70F-392C-4F76-8AAAE74D1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D62CC-3086-42F5-8A07-E3235F774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526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DFC1F-CAFF-781F-4DAF-9F73793B4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B6563-B6D5-AEC5-ACE9-563DD19C66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253572-E27A-115C-EF06-C492F7D3F3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02615D-2550-D5F0-E492-42CC705EA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D0506-C6C5-475E-9F92-D5628C36E4C3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EF909B-2EA1-6343-7658-4FFB297FA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999A4D-704D-3AF2-AFE2-64098EDEA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D62CC-3086-42F5-8A07-E3235F774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025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5ECB4-07F7-F24A-40D8-978766E8D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F7BAA8-E7DE-6BD9-3B95-3BCC79EDD4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81CC39-DA28-8D0A-E38A-1EC0C82F74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699570-DF47-B8AE-8CD4-CD57295BDA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1AC96D-91C3-C912-B4AA-C1A29C4887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F02F9B-7C04-29D9-B097-45866B723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D0506-C6C5-475E-9F92-D5628C36E4C3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AD0DAF-6C82-8838-0316-B73EF8354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353D34-7ABF-68FE-DE11-5D45A4898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D62CC-3086-42F5-8A07-E3235F774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028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E27C6-6B0D-8BA5-3F38-D704B25CA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DE95AC-C8DE-DFF2-800A-B4F946424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D0506-C6C5-475E-9F92-D5628C36E4C3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ECFDBE-D004-8AD3-E23F-073B06B30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497BA1-D18A-3CD2-0EFB-6E8E0C3A0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D62CC-3086-42F5-8A07-E3235F774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594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78610A-CD7C-DD97-05DB-703E055DC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D0506-C6C5-475E-9F92-D5628C36E4C3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128374-2E14-6312-92B4-7F50925AC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516B91-1D01-2733-6BB8-708C7D4C7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D62CC-3086-42F5-8A07-E3235F774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564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9185A-39BD-2E3A-AFAF-C47DECE5C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285CD-FA5F-1491-18FF-994341B6E1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73C67D-C5A3-9C47-0D7A-63F15EB921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D41855-69B4-2FF1-D370-8038651F6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D0506-C6C5-475E-9F92-D5628C36E4C3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8C6242-8A2F-05E5-54C0-291727272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CC66DF-923D-C8DE-8363-3C6B11102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D62CC-3086-42F5-8A07-E3235F774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171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B7F30-5D19-0A3E-8A77-73B44B079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002157-0871-2493-2C89-E8A49B03F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F41C09-EAC1-2830-34A5-24B5B6B1D3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E8D51D-6321-809C-1E30-81E080F84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D0506-C6C5-475E-9F92-D5628C36E4C3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82F497-42E8-96C7-9076-3ACF66656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3F7471-0610-037B-44DA-EEE60C441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D62CC-3086-42F5-8A07-E3235F774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54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284B5-B580-5DD6-18CF-8FF80CCB0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A62D39-D8E6-EB3B-A328-247F9327FD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384718-1B1D-A485-AC55-9E55CCED8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D0506-C6C5-475E-9F92-D5628C36E4C3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8121D3-BA59-1262-44FE-021BB1C88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4FBC9-5BE4-C84F-E65D-E363488A2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D62CC-3086-42F5-8A07-E3235F774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90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AA124A-D138-1B74-5A71-F14BB60053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D2E384-D424-725E-9CD9-75B23477E6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776B0-5937-10A5-24AC-96399C59D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D0506-C6C5-475E-9F92-D5628C36E4C3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20DE5-6D11-BF9E-A42D-C3020C009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A061D-821B-BEBD-BC7C-6563A1C18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D62CC-3086-42F5-8A07-E3235F774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301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EA3652-BEB6-6D36-F73C-F54651CFF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DC367-73DF-688A-9B03-AE29F5EC2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F92A3F-617C-565B-71A0-D3647CE43C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7D0506-C6C5-475E-9F92-D5628C36E4C3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6DEE5B-3B72-26B9-116E-82C1748DFF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87B236-DF49-4918-D0C6-2CAF94983E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D62CC-3086-42F5-8A07-E3235F774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851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51D54-36CB-D5AD-2432-4E2187DE68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11-dars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9DFE9A-A373-2F25-66DF-3A38159090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13634"/>
            <a:ext cx="9144000" cy="744166"/>
          </a:xfrm>
        </p:spPr>
        <p:txBody>
          <a:bodyPr/>
          <a:lstStyle/>
          <a:p>
            <a:r>
              <a:rPr lang="en-US" dirty="0"/>
              <a:t>Davronbek Malikov</a:t>
            </a:r>
          </a:p>
        </p:txBody>
      </p:sp>
    </p:spTree>
    <p:extLst>
      <p:ext uri="{BB962C8B-B14F-4D97-AF65-F5344CB8AC3E}">
        <p14:creationId xmlns:p14="http://schemas.microsoft.com/office/powerpoint/2010/main" val="3728787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B533A-00D2-7F0C-776F-76E664757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Bugun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FF594-8FB3-34A9-4DDE-71ACB9045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Savol </a:t>
            </a:r>
            <a:r>
              <a:rPr lang="en-US" dirty="0" err="1"/>
              <a:t>Javob</a:t>
            </a:r>
            <a:endParaRPr lang="en-US" dirty="0"/>
          </a:p>
          <a:p>
            <a:r>
              <a:rPr lang="en-US" dirty="0" err="1"/>
              <a:t>Takrorlash</a:t>
            </a:r>
            <a:endParaRPr lang="en-US" dirty="0"/>
          </a:p>
          <a:p>
            <a:r>
              <a:rPr lang="en-US" dirty="0"/>
              <a:t>Algorithm vs Model</a:t>
            </a:r>
          </a:p>
          <a:p>
            <a:r>
              <a:rPr lang="en-US" dirty="0"/>
              <a:t>Model training </a:t>
            </a:r>
            <a:r>
              <a:rPr lang="en-US" dirty="0" err="1"/>
              <a:t>bosqichi</a:t>
            </a:r>
            <a:endParaRPr lang="en-US" dirty="0"/>
          </a:p>
          <a:p>
            <a:r>
              <a:rPr lang="en-US" dirty="0" err="1"/>
              <a:t>Metriklar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79C9E2B-A65A-A9CE-EC78-1B86AD8607E8}"/>
                  </a:ext>
                </a:extLst>
              </p14:cNvPr>
              <p14:cNvContentPartPr/>
              <p14:nvPr/>
            </p14:nvContentPartPr>
            <p14:xfrm>
              <a:off x="780120" y="2297880"/>
              <a:ext cx="4019040" cy="2158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79C9E2B-A65A-A9CE-EC78-1B86AD8607E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70760" y="2288520"/>
                <a:ext cx="4037760" cy="2177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39178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AC1FD-B1DF-5EFB-CFEB-5D48429EB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E6206-4EF3-EB52-78EB-8626B8C9C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9411"/>
          </a:xfrm>
        </p:spPr>
        <p:txBody>
          <a:bodyPr/>
          <a:lstStyle/>
          <a:p>
            <a:pPr algn="ctr"/>
            <a:r>
              <a:rPr lang="en-US" b="1" dirty="0"/>
              <a:t>Savol </a:t>
            </a:r>
            <a:r>
              <a:rPr lang="en-US" b="1" dirty="0" err="1"/>
              <a:t>Javob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76952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B3AB8-9F76-F2CA-C445-471C3ACC0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92791-0122-F9BC-B208-4F0CFED7D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9411"/>
          </a:xfrm>
        </p:spPr>
        <p:txBody>
          <a:bodyPr/>
          <a:lstStyle/>
          <a:p>
            <a:pPr algn="ctr"/>
            <a:r>
              <a:rPr lang="en-US" b="1" dirty="0" err="1"/>
              <a:t>Takrorlash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15026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7EF76-11E7-189A-849E-7F7B9FA4A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Takrorlash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17367-25BF-FBD1-5C59-B1F8AB242C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Savol </a:t>
            </a:r>
            <a:r>
              <a:rPr lang="en-US" dirty="0" err="1"/>
              <a:t>Javob</a:t>
            </a:r>
            <a:endParaRPr lang="en-US" dirty="0"/>
          </a:p>
          <a:p>
            <a:r>
              <a:rPr lang="en-US" dirty="0" err="1"/>
              <a:t>Takrorlash</a:t>
            </a:r>
            <a:endParaRPr lang="en-US" dirty="0"/>
          </a:p>
          <a:p>
            <a:r>
              <a:rPr lang="en-US" dirty="0"/>
              <a:t>For </a:t>
            </a:r>
            <a:r>
              <a:rPr lang="en-US" dirty="0" err="1"/>
              <a:t>loop+Encoding</a:t>
            </a:r>
            <a:endParaRPr lang="en-US" dirty="0"/>
          </a:p>
          <a:p>
            <a:r>
              <a:rPr lang="en-US" dirty="0"/>
              <a:t>Scaling</a:t>
            </a:r>
          </a:p>
          <a:p>
            <a:r>
              <a:rPr lang="en-US" dirty="0" err="1"/>
              <a:t>Vazifa+Final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6787553-B77E-16AF-D7DE-90ACA9C4E300}"/>
                  </a:ext>
                </a:extLst>
              </p14:cNvPr>
              <p14:cNvContentPartPr/>
              <p14:nvPr/>
            </p14:nvContentPartPr>
            <p14:xfrm>
              <a:off x="524160" y="612360"/>
              <a:ext cx="11229840" cy="5417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6787553-B77E-16AF-D7DE-90ACA9C4E30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4800" y="603000"/>
                <a:ext cx="11248560" cy="5436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71676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60D4A-2D77-1AFA-412F-290100DE1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4C385-4188-6429-EA09-094720888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9411"/>
          </a:xfrm>
        </p:spPr>
        <p:txBody>
          <a:bodyPr/>
          <a:lstStyle/>
          <a:p>
            <a:pPr algn="ctr"/>
            <a:r>
              <a:rPr lang="en-US" b="1" dirty="0"/>
              <a:t>Algorithm vs Model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59EACE4-0B0B-5EE8-39AA-14AF697FF67A}"/>
                  </a:ext>
                </a:extLst>
              </p14:cNvPr>
              <p14:cNvContentPartPr/>
              <p14:nvPr/>
            </p14:nvContentPartPr>
            <p14:xfrm>
              <a:off x="2050920" y="528840"/>
              <a:ext cx="9301320" cy="5840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59EACE4-0B0B-5EE8-39AA-14AF697FF67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41560" y="519480"/>
                <a:ext cx="9320040" cy="585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58427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56E7D-D231-046B-6AF2-47FD0E3F8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vs Model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3C84D-EA1B-459F-D44A-B50031851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Algorithm: </a:t>
            </a:r>
            <a:r>
              <a:rPr lang="en-US" dirty="0" err="1"/>
              <a:t>Retsept</a:t>
            </a:r>
            <a:endParaRPr lang="en-US" dirty="0"/>
          </a:p>
          <a:p>
            <a:r>
              <a:rPr lang="en-US" dirty="0"/>
              <a:t>Model: </a:t>
            </a:r>
            <a:r>
              <a:rPr lang="en-US" dirty="0" err="1"/>
              <a:t>Tayyor</a:t>
            </a:r>
            <a:r>
              <a:rPr lang="en-US" dirty="0"/>
              <a:t> </a:t>
            </a:r>
            <a:r>
              <a:rPr lang="en-US" dirty="0" err="1"/>
              <a:t>ovqat</a:t>
            </a:r>
            <a:endParaRPr lang="en-US" dirty="0"/>
          </a:p>
          <a:p>
            <a:r>
              <a:rPr lang="en-US" dirty="0"/>
              <a:t>Algorithms:</a:t>
            </a:r>
          </a:p>
          <a:p>
            <a:pPr lvl="1"/>
            <a:r>
              <a:rPr lang="en-US" dirty="0"/>
              <a:t>Linear Regression</a:t>
            </a:r>
          </a:p>
          <a:p>
            <a:pPr lvl="1"/>
            <a:r>
              <a:rPr lang="en-US" dirty="0"/>
              <a:t>Decision Tree</a:t>
            </a:r>
          </a:p>
          <a:p>
            <a:pPr lvl="1"/>
            <a:r>
              <a:rPr lang="en-US" dirty="0"/>
              <a:t>Random Forest</a:t>
            </a:r>
          </a:p>
          <a:p>
            <a:r>
              <a:rPr lang="en-US" dirty="0"/>
              <a:t>Models:</a:t>
            </a:r>
          </a:p>
          <a:p>
            <a:pPr lvl="1"/>
            <a:r>
              <a:rPr lang="en-US" dirty="0"/>
              <a:t>House Prediction, Injury detection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D5ABD3A-CAA2-425C-4DE8-12DF846CDF0E}"/>
                  </a:ext>
                </a:extLst>
              </p14:cNvPr>
              <p14:cNvContentPartPr/>
              <p14:nvPr/>
            </p14:nvContentPartPr>
            <p14:xfrm>
              <a:off x="348120" y="392400"/>
              <a:ext cx="11521440" cy="60127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D5ABD3A-CAA2-425C-4DE8-12DF846CDF0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8760" y="383040"/>
                <a:ext cx="11540160" cy="6031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084624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63456-C604-47D7-97D3-63092E71A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F3CE6-757B-F2AE-E815-85AC9D66B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9411"/>
          </a:xfrm>
        </p:spPr>
        <p:txBody>
          <a:bodyPr/>
          <a:lstStyle/>
          <a:p>
            <a:pPr algn="ctr"/>
            <a:r>
              <a:rPr lang="en-US" b="1" dirty="0"/>
              <a:t>Model training </a:t>
            </a:r>
            <a:r>
              <a:rPr lang="en-US" b="1" dirty="0" err="1"/>
              <a:t>bosqichi</a:t>
            </a:r>
            <a:endParaRPr lang="en-US" b="1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6E935C1-6AE5-FB4C-AE45-ADDC101AEC2D}"/>
                  </a:ext>
                </a:extLst>
              </p14:cNvPr>
              <p14:cNvContentPartPr/>
              <p14:nvPr/>
            </p14:nvContentPartPr>
            <p14:xfrm>
              <a:off x="729720" y="4061160"/>
              <a:ext cx="9432000" cy="26600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6E935C1-6AE5-FB4C-AE45-ADDC101AEC2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0360" y="4051800"/>
                <a:ext cx="9450720" cy="2678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293839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91FE1-B3D3-04F9-954C-729665920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training </a:t>
            </a:r>
            <a:r>
              <a:rPr lang="en-US" dirty="0" err="1"/>
              <a:t>bosqichi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32879-6A2F-931D-A7AD-6B2D907E66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Input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outputni</a:t>
            </a:r>
            <a:r>
              <a:rPr lang="en-US" dirty="0"/>
              <a:t> </a:t>
            </a:r>
            <a:r>
              <a:rPr lang="en-US" dirty="0" err="1"/>
              <a:t>aniqlang</a:t>
            </a:r>
            <a:endParaRPr lang="en-US" dirty="0"/>
          </a:p>
          <a:p>
            <a:r>
              <a:rPr lang="en-US" dirty="0" err="1"/>
              <a:t>Datasetni</a:t>
            </a:r>
            <a:r>
              <a:rPr lang="en-US" dirty="0"/>
              <a:t> </a:t>
            </a:r>
            <a:r>
              <a:rPr lang="en-US" dirty="0" err="1"/>
              <a:t>kerakli</a:t>
            </a:r>
            <a:r>
              <a:rPr lang="en-US" dirty="0"/>
              <a:t> </a:t>
            </a:r>
            <a:r>
              <a:rPr lang="en-US" dirty="0" err="1"/>
              <a:t>qismlarga</a:t>
            </a:r>
            <a:r>
              <a:rPr lang="en-US" dirty="0"/>
              <a:t> </a:t>
            </a:r>
            <a:r>
              <a:rPr lang="en-US" dirty="0" err="1"/>
              <a:t>ajrating</a:t>
            </a:r>
            <a:endParaRPr lang="en-US" dirty="0"/>
          </a:p>
          <a:p>
            <a:r>
              <a:rPr lang="en-US" dirty="0" err="1"/>
              <a:t>Traing</a:t>
            </a:r>
            <a:r>
              <a:rPr lang="en-US" dirty="0"/>
              <a:t>/testing/validating</a:t>
            </a:r>
          </a:p>
          <a:p>
            <a:r>
              <a:rPr lang="en-US" dirty="0"/>
              <a:t>Prediction</a:t>
            </a:r>
          </a:p>
          <a:p>
            <a:r>
              <a:rPr lang="en-US" dirty="0" err="1"/>
              <a:t>Aniqligini</a:t>
            </a:r>
            <a:r>
              <a:rPr lang="en-US" dirty="0"/>
              <a:t> </a:t>
            </a:r>
            <a:r>
              <a:rPr lang="en-US" dirty="0" err="1"/>
              <a:t>tekshiring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2779465-7AB0-C248-71A5-63921D3DE5EE}"/>
                  </a:ext>
                </a:extLst>
              </p14:cNvPr>
              <p14:cNvContentPartPr/>
              <p14:nvPr/>
            </p14:nvContentPartPr>
            <p14:xfrm>
              <a:off x="384120" y="106560"/>
              <a:ext cx="10324800" cy="62020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2779465-7AB0-C248-71A5-63921D3DE5E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4760" y="97200"/>
                <a:ext cx="10343520" cy="6220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705645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C5F29-5B04-0885-93D0-FC1C50376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2C224-6884-9224-3507-C7D6DD7CD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9411"/>
          </a:xfrm>
        </p:spPr>
        <p:txBody>
          <a:bodyPr/>
          <a:lstStyle/>
          <a:p>
            <a:pPr algn="ctr"/>
            <a:r>
              <a:rPr lang="en-US" b="1" dirty="0" err="1"/>
              <a:t>Metriklar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37496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FC3E3-2DC9-7BCC-9F47-5A4B629E8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DB854-6107-5685-B214-6613AED1F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Metriklar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ABD47-A592-6783-5A93-EBE963F518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Classification:</a:t>
            </a:r>
          </a:p>
          <a:p>
            <a:pPr lvl="1"/>
            <a:r>
              <a:rPr lang="en-US" dirty="0"/>
              <a:t>Accuracy score, classification report</a:t>
            </a:r>
          </a:p>
          <a:p>
            <a:r>
              <a:rPr lang="en-US" dirty="0"/>
              <a:t>Regression:</a:t>
            </a:r>
          </a:p>
          <a:p>
            <a:pPr lvl="1"/>
            <a:r>
              <a:rPr lang="en-US" dirty="0"/>
              <a:t>R2_score, </a:t>
            </a:r>
            <a:r>
              <a:rPr lang="en-US" dirty="0" err="1"/>
              <a:t>mse</a:t>
            </a:r>
            <a:r>
              <a:rPr lang="en-US" dirty="0"/>
              <a:t>, </a:t>
            </a:r>
            <a:r>
              <a:rPr lang="en-US" dirty="0" err="1"/>
              <a:t>mae</a:t>
            </a:r>
            <a:r>
              <a:rPr lang="en-US" dirty="0"/>
              <a:t>, </a:t>
            </a:r>
            <a:r>
              <a:rPr lang="en-US" dirty="0" err="1"/>
              <a:t>rmse</a:t>
            </a:r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6147226-402F-5E99-7BEA-99D21AB5A881}"/>
                  </a:ext>
                </a:extLst>
              </p14:cNvPr>
              <p14:cNvContentPartPr/>
              <p14:nvPr/>
            </p14:nvContentPartPr>
            <p14:xfrm>
              <a:off x="1427400" y="1429200"/>
              <a:ext cx="4680000" cy="23382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6147226-402F-5E99-7BEA-99D21AB5A88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18040" y="1419840"/>
                <a:ext cx="4698720" cy="2356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953978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627E2-819A-4394-28B4-386F24B01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58728-C81E-119E-9A16-28047C4F6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9411"/>
          </a:xfrm>
        </p:spPr>
        <p:txBody>
          <a:bodyPr/>
          <a:lstStyle/>
          <a:p>
            <a:pPr algn="ctr"/>
            <a:r>
              <a:rPr lang="en-US" b="1" dirty="0" err="1"/>
              <a:t>Vazifa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812332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97DBA-8E98-1F38-A4B8-7E7CBFC83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Vazifa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F3E35-CF1A-5CBF-369A-084D4767F3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Kaggle/</a:t>
            </a:r>
            <a:r>
              <a:rPr lang="en-US" dirty="0" err="1"/>
              <a:t>Githubdan</a:t>
            </a:r>
            <a:r>
              <a:rPr lang="en-US" dirty="0"/>
              <a:t> </a:t>
            </a:r>
            <a:r>
              <a:rPr lang="en-US" dirty="0" err="1"/>
              <a:t>yangi</a:t>
            </a:r>
            <a:r>
              <a:rPr lang="en-US" dirty="0"/>
              <a:t> dataset toping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to’liq</a:t>
            </a:r>
            <a:r>
              <a:rPr lang="en-US" dirty="0"/>
              <a:t> model </a:t>
            </a:r>
            <a:r>
              <a:rPr lang="en-US" dirty="0" err="1"/>
              <a:t>yarating</a:t>
            </a:r>
            <a:r>
              <a:rPr lang="en-US" dirty="0"/>
              <a:t>(</a:t>
            </a:r>
            <a:r>
              <a:rPr lang="en-US" dirty="0" err="1"/>
              <a:t>o’tilgan</a:t>
            </a:r>
            <a:r>
              <a:rPr lang="en-US" dirty="0"/>
              <a:t> </a:t>
            </a:r>
            <a:r>
              <a:rPr lang="en-US" dirty="0" err="1"/>
              <a:t>barcha</a:t>
            </a:r>
            <a:r>
              <a:rPr lang="en-US" dirty="0"/>
              <a:t> </a:t>
            </a:r>
            <a:r>
              <a:rPr lang="en-US" dirty="0" err="1"/>
              <a:t>mavzularni</a:t>
            </a:r>
            <a:r>
              <a:rPr lang="en-US" dirty="0"/>
              <a:t> </a:t>
            </a:r>
            <a:r>
              <a:rPr lang="en-US" dirty="0" err="1"/>
              <a:t>qo’llagan</a:t>
            </a:r>
            <a:r>
              <a:rPr lang="en-US" dirty="0"/>
              <a:t> </a:t>
            </a:r>
            <a:r>
              <a:rPr lang="en-US" dirty="0" err="1"/>
              <a:t>xolda</a:t>
            </a:r>
            <a:r>
              <a:rPr lang="en-US" dirty="0"/>
              <a:t>)</a:t>
            </a:r>
          </a:p>
          <a:p>
            <a:r>
              <a:rPr lang="en-US" dirty="0" err="1"/>
              <a:t>Vazifalarni</a:t>
            </a:r>
            <a:r>
              <a:rPr lang="en-US" dirty="0"/>
              <a:t> </a:t>
            </a:r>
            <a:r>
              <a:rPr lang="en-US" dirty="0" err="1"/>
              <a:t>topshiring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finalga</a:t>
            </a:r>
            <a:r>
              <a:rPr lang="en-US" dirty="0"/>
              <a:t> </a:t>
            </a:r>
            <a:r>
              <a:rPr lang="en-US" dirty="0" err="1"/>
              <a:t>tayyorgarlik</a:t>
            </a:r>
            <a:r>
              <a:rPr lang="en-US" dirty="0"/>
              <a:t> </a:t>
            </a:r>
            <a:r>
              <a:rPr lang="en-US" dirty="0" err="1"/>
              <a:t>ko’ring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29E4692-B08A-D62A-C643-90F23DFA5893}"/>
                  </a:ext>
                </a:extLst>
              </p14:cNvPr>
              <p14:cNvContentPartPr/>
              <p14:nvPr/>
            </p14:nvContentPartPr>
            <p14:xfrm>
              <a:off x="1275480" y="1728360"/>
              <a:ext cx="7994520" cy="18378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29E4692-B08A-D62A-C643-90F23DFA589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66120" y="1719000"/>
                <a:ext cx="8013240" cy="1856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97472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1201</TotalTime>
  <Words>126</Words>
  <Application>Microsoft Office PowerPoint</Application>
  <PresentationFormat>Widescreen</PresentationFormat>
  <Paragraphs>43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11-dars</vt:lpstr>
      <vt:lpstr>Bugun</vt:lpstr>
      <vt:lpstr>Savol Javob</vt:lpstr>
      <vt:lpstr>Takrorlash</vt:lpstr>
      <vt:lpstr>Takrorlash</vt:lpstr>
      <vt:lpstr>Algorithm vs Model</vt:lpstr>
      <vt:lpstr>Algorithm vs Model </vt:lpstr>
      <vt:lpstr>Model training bosqichi</vt:lpstr>
      <vt:lpstr>Model training bosqichi </vt:lpstr>
      <vt:lpstr>Metriklar</vt:lpstr>
      <vt:lpstr>Metriklar</vt:lpstr>
      <vt:lpstr>Vazifa</vt:lpstr>
      <vt:lpstr>Vazifa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Davronbek Malikov</dc:creator>
  <cp:lastModifiedBy>Davronbek Malikov</cp:lastModifiedBy>
  <cp:revision>1</cp:revision>
  <dcterms:created xsi:type="dcterms:W3CDTF">2025-07-08T09:12:43Z</dcterms:created>
  <dcterms:modified xsi:type="dcterms:W3CDTF">2025-07-09T05:13:48Z</dcterms:modified>
</cp:coreProperties>
</file>