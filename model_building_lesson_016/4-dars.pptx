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3" r:id="rId6"/>
    <p:sldId id="265" r:id="rId7"/>
    <p:sldId id="264" r:id="rId8"/>
    <p:sldId id="261" r:id="rId9"/>
    <p:sldId id="262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0:04:36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4963 6033 339 0,'-3'1'126'15,"1"2"-19"-15,0 0-44 0,2 1-28 0,1-1-9 0,2 2-7 16,0-1-8-16,0 1-2 0,1-1-6 0,-1 1-2 0,3 0 1 0,1 0-1 15,1 1-2-15,1 0 1 0,0 1 3 0,2-1-3 0,-2 0 1 16,2-1 0-16,1 0 0 0,0 1 5 0,1-1 7 0,1-1 9 0,2-1 8 16,1 1 11-16,1-1 6 0,-2 0 6 0,3 0 7 0,1 0 7 0,0 0 3 15,3-1 0-15,1 0-6 0,0 0-8 0,2-1-5 0,0 1-4 16,1-1-9-16,0 1-2 0,2 0-2 0,2-1-1 0,0 1-1 0,2-1 0 16,2 2-1-16,0 0-7 0,1 0 1 0,-1 0-2 0,3 1-1 0,-2 0 1 15,0 0-3-15,3 1-1 0,0 0-3 0,0 0 0 0,2 1-5 16,-1 0 4-16,0 0-6 0,2-1 3 0,0 0 2 0,1-2 0 0,4 0-2 15,-1 1-1-15,1-2 0 0,1 0-2 0,0-1-1 0,2-1 1 16,1 1 2-16,-2-1-3 0,0-1 3 0,-1 1-2 0,-1-2-8 0,-2-1 6 16,0-1-2-16,-1 1-3 0,0-1 4 0,-1 0-3 0,-3-1 4 0,1 0 3 15,-4 0-3-15,1 0 2 0,-3-1-5 0,0 0 5 0,0 0 1 16,-3 0-2-16,0-1 5 0,-3 0-1 0,-1-1 1 0,-2-1 2 0,2 0-2 16,-3-1 0-16,2 2-4 0,-2-2-2 0,-2 1 2 0,1-1-2 0,-2-1-1 15,0-2 3-15,0 1-3 0,-2-2-3 0,-1 0 2 0,-1-1-2 16,-1 0 4-16,-3-4-2 0,2 0-1 0,-1-2-1 0,-2 2-3 0,-1-1 6 15,-2-1-4-15,-1 1 4 0,-2-4-2 0,-1 1-2 0,-1-2 2 16,-1-1-7-16,-2 0-3 0,0-1 11 0,-3-1-5 0,0-1 7 0,-3 1 7 16,-1-1-13-16,-2 2 2 0,-2-1-1 0,-2 1-1 0,0 2 2 0,-4-1 2 15,-2 1-5-15,0-1-2 0,-2 0 1 0,-2 0-1 0,-1-1-2 16,-1 2 4-16,-2 0-3 0,-1 2 3 0,-2-1 0 0,-2 0-5 0,-1 0 4 16,0 0-7-16,1 2 5 0,-1-1-3 0,-1 1-1 0,-2 1 2 0,-4 1 5 15,-1-1 8-15,-1 1-4 0,-2 0 1 0,0-1-8 0,-1 1 1 16,-3 0 1-16,0 1-2 0,-1 0 0 0,-3 0-2 0,0 1 2 0,0 0 0 15,-2 0 0-15,-1 0-4 0,-3-1 5 0,-1 2-4 0,-1 0 5 16,0 0-2-16,-1 1 0 0,-2 0 3 0,0 0-2 0,-2 3 1 0,1 0-1 16,-3 3 2-16,0-1 0 0,-2 2 5 0,1-1-7 0,0 2 1 0,1 2-1 15,-2 0-2-15,-1 2 2 0,2 3 1 0,-1-2-1 0,-3 3 2 16,2 1-4-16,-3 0 2 0,1 1-2 0,0 1 5 0,-1 0 4 0,1 2-2 16,0 1 0-16,1 1-5 0,0 1-1 0,2 1 0 0,-2 1 0 0,2 0-1 15,5 1 5-15,0 0-2 0,4 2 1 0,0 2 3 0,2 1-5 16,1 1-1-16,1 1 3 0,0-1-4 0,2 1 3 0,1 1-5 0,1 1 0 15,4-1 3-15,-1 1-5 0,2 2 7 0,-1 0-3 0,2 3-1 16,1 0 2-16,0 1 0 0,2 1-7 0,2-1-2 0,0 2 5 0,-2-1 9 16,2 1 5-16,1 1 2 0,0 1 1 0,2 0-12 0,-1 1 7 0,2-1-5 15,-1 3-3-15,3-2 3 0,0 2-2 0,0-1 1 0,3-1 2 16,0-2-1-16,4 1 0 0,2-2 5 0,4 0-4 0,3 0-1 0,3-1 0 16,2 0-11-16,2-2 3 0,3 1 1 0,0-3 11 0,1 1 7 0,3 0-3 15,3-3 4-15,0 1-9 0,4-1 1 0,0 0 2 0,3-2 0 16,2-1-6-16,1 0 5 0,3 0 1 0,1 0-4 0,3-1 7 0,3 1 0 15,3-1 0-15,3-1 5 0,4-3-4 0,2 0-5 0,3 1-1 16,2-2-1-16,2 0 3 0,4 0 3 0,1-1 2 0,3-1-5 0,3-1-2 16,2 0-1-16,2-2 0 0,1 2 0 0,1-1 0 0,2 0 0 0,2 0 0 15,2 0 2-15,1-1-2 0,1-1 0 0,3 0-1 0,1-2-4 16,0 0 2-16,2-1 2 0,1-2-2 0,2-1 3 0,1-1 6 0,0 0-9 16,-1-2-2-16,0 0 1 0,1 0 1 0,-2-2 4 0,2-1-2 0,0 0-2 15,0-2-5-15,2 1 4 0,-3-1 1 0,2-1 4 0,1 1 5 16,-1 0 1-16,1-1-3 0,-4 1-4 0,1-1-3 0,-2 2-1 0,1-1 1 15,-2 1-2-15,1-1 5 0,-2 2 2 0,-2-1-3 0,-1 0 1 16,-1 0 0-16,-2 1-6 0,0 1 0 0,-4 0-4 0,-2 1 3 0,0 0 2 16,-3 0 4-16,2-1-2 0,-3 3-5 0,-2 0-7 0,-1 1-11 0,-3 2-18 15,-2 0-44-15,0 1-89 0,-2 3-156 0,-2 1-307 0,-1 0-136 16</inkml:trace>
  <inkml:trace contextRef="#ctx0" brushRef="#br0" timeOffset="3806.33">3836 6645 227 0,'-23'-4'18'0,"1"1"39"0,-6-2 5 0,6 2-4 0,2-1 2 15,2 1-10-15,0-2-9 0,1 1-7 0,0 0-16 0,-1 0-2 16,0 2-4-16,0 1-5 0,0 1 0 0,1 1-1 0,-2 0 1 0,1 2-1 16,0 1 1-16,0 0-4 0,0 2 1 0,-1-1 1 0,2 2-1 0,-1 1 0 15,0 0-1-15,2 0 1 0,-2 0 0 0,0 0 2 0,0 0-1 16,3-1 1-16,0 0 0 0,1 2-2 0,0-1-1 0,2 1-1 0,0 0 0 16,1-1-2-16,-1 0 2 0,0-1 3 0,1 2 0 0,-2-1-2 15,2 0 1-15,-1 0-3 0,1 1-1 0,-1 0 3 0,1-2 2 0,0 3 0 16,0-1 3-16,1-1 1 0,1 1 3 0,-1-1 1 0,2 0 1 0,-1 0 1 15,3 1-3-15,-1 1-2 0,0 1 0 0,2 1 0 0,-1 0 1 16,1 0 3-16,0-1-3 0,1 1 2 0,0 2-2 0,1 1-1 0,1-1 8 16,0 3-1-16,1-2 0 0,1 1-4 0,1 0-6 0,0 2-2 0,2-1 0 15,0 0-1-15,2-1 1 0,-2 0-1 0,3 0 2 0,-1-1 1 16,2 1-2-16,0 0-2 0,1 0 1 0,1 0 0 0,0 1 1 0,0-1 3 16,3 0-4-16,-1-3 1 0,2 1 3 0,1 0 0 0,-1 0 2 0,3-1 3 15,0-1-2-15,2 0 2 0,0-1-1 0,1-1 1 0,0-1 1 16,-1 0-1-16,1 0-1 0,1 0 0 0,1-1 1 0,1 1 1 0,2-1 0 15,-4 0 1-15,1-1 0 0,-2 0-1 0,-1 0-1 0,1 0 6 16,-2 1-8-16,1-1 6 0,-1 1-2 0,0-2-2 0,0 0 8 0,-1-1-3 16,1 0 5-16,0 0 0 0,0-1-3 0,-1 0 3 0,1-1 3 0,-1-1-1 15,0-1 5-15,1-2-4 0,0 0 2 0,1-1-3 0,-1-2-5 16,1 0 4-16,1-1-7 0,-1-1 4 0,2 1-3 0,-1-1-1 0,-1-1-5 16,-1-1-1-16,1 0 1 0,-1 0-1 0,-1-1-2 0,2 0 2 15,-1 1-4-15,0-1 0 0,-1-1 4 0,0-1-3 0,-1-1 2 0,0 0-3 16,-1-1-3-16,0 0-2 0,0-1 4 0,0-1-2 0,-2 1-1 0,2-3 0 15,0 1-2-15,1-2 0 0,-1 1 1 0,1-2 2 0,-1-2-4 16,0 2 3-16,-1 0-2 0,-2 0 2 0,1 1 1 0,-2-2-4 0,-1 1 7 16,0-2-1-16,-2 0-1 0,0-3 4 0,-3 2-15 0,1-2 1 0,-3 1 0 15,1 2 10-15,-2-1 9 0,-2 1 1 0,1 1-2 0,-2-1-5 16,-2 0-5-16,0 2 1 0,-1-1 2 0,-1 0-2 0,-2 1 4 0,-1 0-3 16,0 0 1-16,-1 1-5 0,-2-1 2 0,0 1-1 0,-1 1-1 15,-2-1 5-15,1 1-5 0,-2 0-2 0,-1 1 2 0,-2 1-1 0,-1 1 0 16,-1 1 5-16,-2 2-7 0,-2 0-1 0,-3 0 5 0,-1 0-5 0,-2 2 1 15,-1 1 1-15,-2 1 0 0,0 2 5 0,-2 0-1 0,0 1 0 16,-2 2-2-16,-1 1-4 0,0 1-3 0,-4 2 5 0,1 1 1 0,0 1 1 16,-1 1 5-16,-1 1-3 0,0 1-3 0,0 2 1 0,-1 1-3 15,3 3 3-15,1-1-1 0,0 1 0 0,0 4 1 0,0 1-2 0,1 2-3 16,3 1 2-16,0 0-3 0,0-1 2 0,3 0-4 0,1 1-5 0,4-2 4 16,1 2-10-16,3 1 4 0,2-1-5 0,3 2-7 0,1-1-6 15,4-1-14-15,3 0-30 0,2 0-52 0,6-3-41 0,2 1-36 0,4-1-32 16,6-1-42-16,3 1-268 0</inkml:trace>
  <inkml:trace contextRef="#ctx0" brushRef="#br0" timeOffset="4572.32">3690 7432 159 0,'-1'0'-7'0,"2"0"38"15,1 0-3-15,3 1 6 0,1 0-6 0,1 1 5 0,0 0-4 16,1 2-2-16,0-1 0 0,1 1-6 0,0 0-1 0,1 1-4 0,0 1-4 16,0 0-6-16,0 1 5 0,2-1 1 0,-2 2 2 0,1-1 4 0,0 1 6 15,-2 0 4-15,1 0 6 0,-1 1 9 0,0-2 8 0,0 0 7 16,1 1 13-16,0-2 0 0,0 1 0 0,0-2-1 0,1 0-9 0,0-1 9 15,1-1-9-15,2 0 5 0,1-1-1 0,0 0-7 0,2-1 2 16,-1 0-8-16,0-1-4 0,0 0-5 0,1-1-4 0,1 0-3 0,-1 0-1 16,2 0 7-16,0-1-12 0,2 1 5 0,-1 0-14 0,2-1 0 15,1 1 7-15,1-1-7 0,0 1 4 0,-1 1-10 0,2 0 2 0,-1 0-6 16,2 0 4-16,2 1-6 0,-1-1-1 0,3 1 0 0,0 0-2 0,2-1-7 16,1 1 6-16,3-2-6 0,1 0 8 0,2 0 6 0,1-1-6 0,-1 0 4 15,3 0-8-15,2-2 2 0,2 0-5 0,0 0 2 0,-1-2 1 16,3 1 0-16,-1 0 0 0,0 1 1 0,0-1 2 0,0 0 0 0,1 0-2 15,-1 2 2-15,-1 0 0 0,-1 0-1 0,1 1 4 0,0-1-2 0,0 1-2 16,0 0-1-16,1 0 2 0,-1 1 3 0,1 0 4 0,1 1-1 16,2-1-4-16,1 0 4 0,-1 1-3 0,1 1-2 0,0 0 5 0,0 0-4 15,1 1-2-15,1 0-2 0,0-1-1 0,0 2-1 0,0-1 4 16,1 0 1-16,2 0 2 0,-1 1 0 0,1-1 0 0,0 1-1 0,0-1-2 16,-1 1 1-16,0-1-2 0,1 0-2 0,0-1-2 0,0 1-1 0,0 0 6 15,1-2 2-15,1 2 0 0,-1 0 2 0,1-1-8 0,-1-1 5 16,-1 0 3-16,2-1-10 0,-1 0 6 0,0 0-3 0,-1-1-3 0,-1 2 11 15,3-1-2-15,-1-1 0 0,1 0 3 0,0-1-1 0,0 1 2 0,1 0-2 16,1-1-2-16,-1 1 2 0,0-1-7 0,0-1 3 0,-1 0-1 16,4 0-3-16,-2-1 3 0,0 1 1 0,1 0-3 0,-1-1 6 0,1 0-2 15,0-1-2-15,0 0 2 0,-1 0-3 0,1 0 3 0,0-1 0 16,0 0-5-16,0 0 2 0,0 0-2 0,-1-1-5 0,0 1 6 0,1 1-3 16,-1-1 1-16,0 0 1 0,-1 0-1 0,-2-1-2 0,2 2 3 15,-2-1-3-15,0 0-2 0,-2 0 2 0,-1 1 0 0,-1-1 0 0,0 0 2 16,0 1-4-16,-3-1-6 0,2 3-5 0,-3-1-7 0,-1 0-15 0,1 0-23 15,-1 1-50-15,0-1-64 0,-1 2-91 0,-2-1-114 0,1 0-227 0,1-2-94 16</inkml:trace>
  <inkml:trace contextRef="#ctx0" brushRef="#br0" timeOffset="63848.38">4495 7652 76 0,'55'4'83'0,"0"-1"-1"0,14 1-18 0,-7-3-3 15,-6 0-3-15,0-1-3 0,4-1-1 0,-3 0-8 0,0 1-12 0,0-1-3 16,-2 0-3-16,3 0 4 0,-1 0 5 0,1 0-5 0,0 1 1 0,-1-1-6 16,1 0-6-16,0 1 2 0,1-1-2 0,-1 0-2 0,0 1 0 15,0-1-1-15,1 0-1 0,0 0-2 0,1 1-2 0,-1-1-7 0,1 1 3 16,0 0-10-16,0 1 1 0,-1 1 1 0,1 0-2 0,-1 0 2 0,2 0 3 16,-1 1 4-16,0-2-7 0,0 2 3 0,-1-1-5 0,1 1-1 15,1-1 1-15,-1 1-3 0,2-1 5 0,-1 1-3 0,0 0 5 0,1-1 0 16,-2 0-3-16,1 0-1 0,-1 0-1 0,0 0 3 0,-1-1-4 15,0 1 4-15,-1-1-2 0,0 1 1 0,-2-1 1 0,1 1-3 0,-1 0 4 16,0-1-3-16,0 0 2 0,-1-1 2 0,0 0-3 0,0-1-3 0,0 0-1 16,-1-2 2-16,1 1 1 0,-2-1 4 0,1-1-1 0,1-2 0 15,-1 0 0-15,1-1 1 0,1-2-2 0,-2 2-3 0,1-2 4 0,0-2-4 16,1-1 5-16,-1 1 6 0,-1-1-1 0,0 1 1 0,2-1 0 16,-2-2-7-16,1 0 0 0,-3 0 3 0,-1-2-3 0,-1 0 4 0,-1 0 0 15,-1 0-3-15,0-1 0 0,-3-1 2 0,-1 0 0 0,-1 1 2 0,-1-3-1 16,-2-1 3-16,0 1 1 0,-3-2 0 0,-3-1 0 0,-1 0 1 15,-4-2-1-15,0 1 3 0,-2-1-2 0,-1 0 3 0,0 1-2 0,-3-2-2 16,0 1 1-16,-3-2-2 0,0 1-1 0,-3-2-4 0,0 1 6 0,-3 1 1 16,-1-1 3-16,-2 1 3 0,-2-2-5 0,-2 1-2 0,-3-1 0 15,-1 2-2-15,-3-1-1 0,-2 0 2 0,-2 2-3 0,-2-2 2 0,-3 0 0 16,-2 0-3-16,-3 1 0 0,-2-1-5 0,-3 2-2 0,-3 1 2 0,-1 0-3 16,-4 1-2-16,-2-1 1 0,-3 2 2 0,0 1 2 0,-4 0 0 15,-1 0-2-15,-5 3 1 0,-2-2 7 0,-1 0 0 0,-2 3 2 0,0-3-1 16,-2 1-1-16,-1 2 2 0,-1 0 0 0,1 0 1 0,-2-1-5 15,-1 3-2-15,0-2-1 0,-2 3-4 0,-1 1 1 0,-1 1 1 0,-2 1 0 16,-1 1-1-16,0 1 2 0,-4 1-3 0,-1 2 0 0,-1 1 5 0,-2 1-4 16,-2 2 5-16,-2 0-3 0,-2 1-1 0,0 1-1 0,0 0 1 15,-3 0 2-15,-1 1-2 0,-2 2 1 0,-2-1-2 0,1 2 2 0,-1 0 0 16,1 1 2-16,-1 1-3 0,-3 1-1 0,1 2 3 0,-4 0-2 0,0 0 2 16,-1-1 2-16,1 1 2 0,2 0 1 0,1 0 1 0,2 0 1 15,-1 1 0-15,1 0 0 0,4 1 3 0,-2 1-1 0,3 1-2 0,2 1 5 16,1-1-5-16,2 4-3 0,0 0 4 0,1 1-14 0,1 0 1 15,3 2 2-15,1 1-1 0,1 3 10 0,2 2 5 0,2 0-5 0,0 4-5 16,4 0-2-16,0 3-3 0,3 1-2 0,-1 4-6 0,1 1-24 0,3 1-51 16,2 2-55-16,5-1-80 0,3 1-177 0,1 2-89 0</inkml:trace>
  <inkml:trace contextRef="#ctx0" brushRef="#br0" timeOffset="135282.59">9767 7593 1505 0,'-40'-19'185'15,"-7"2"-181"-15,-9-1 5 0,5 6-9 0,6 5-25 0,1 1-32 0,0 1-28 16,0 1-30-16,0 2-35 0,-3 0-50 0,-3 3-48 0,-2 3-92 16,-3 2-53-16</inkml:trace>
  <inkml:trace contextRef="#ctx0" brushRef="#br0" timeOffset="136249.57">7598 7784 203 0,'-63'8'125'0,"-5"3"-39"0,-18 3-12 16,9-1-13-16,9-3-15 0,0 0-8 0,1 1-7 0,-1-1-5 0,0 1-11 15,1 0-5-15,-1 0-5 0,1 1-2 0,1 0-2 0,0 0-7 0,0 0-1 16,0-1-3-16,0-1 3 0,-1 1 6 0,2 0-2 0,0-1 7 16,1-1-1-16,-2 0-2 0,2-1 3 0,2 1-4 0,-1-1 1 0,1 1 3 15,1-1 1-15,-1 0 3 0,2 1 2 0,0-1 3 0,0-1 3 0,0 1-4 16,1 0 2-16,0-1-6 0,0 0-1 0,0 1-1 0,0 0 0 15,0 0-2-15,2 0-1 0,1 0 1 0,-1 0 2 0,1 1 1 0,0 0 0 16,2 2-1-16,1-2-11 0,0 1 5 0,-1 1 0 0,1 1 5 16,2 0 10-16,-1 2 1 0,2-2 6 0,1 2 1 0,0 0 2 0,1-1-5 15,-1 2 0-15,2 0-5 0,2 2-4 0,0 0 1 0,2-1-2 0,0 1 0 16,0 0-4-16,2 0 1 0,1 1-2 0,2 2-2 0,1 0 2 16,2 0-2-16,0 1 0 0,2 0 0 0,1-1-2 0,0 2-1 0,2 0 1 15,0-1-4-15,3 0 1 0,-1 0-3 0,3 2 2 0,3-1 0 0,1-1-2 16,2 1-1-16,2 0 0 0,-1-2-3 0,3 0 4 0,2 0-1 15,2-2 7-15,-1 3 4 0,2-1-1 0,0-1 4 0,3 1-4 0,2-1 1 16,1 0 4-16,2 0-1 0,2-2 4 0,2 0-1 0,2-1 1 16,1 1 2-16,3 0 1 0,0-1 4 0,2 0-4 0,1 2-3 0,0-1-3 15,2-1-5-15,1 0 1 0,3 0-4 0,0 0 0 0,2-1 3 0,1 2-2 16,2-1 0-16,0 0 1 0,4-1 3 0,-1 2-1 0,2 0 6 16,0-1 3-16,3-1 2 0,1 1 4 0,1-1 1 0,2 0 2 0,2 0 0 15,1-2 1-15,2 0-7 0,3-2-1 0,1-2-4 0,1 2 0 0,2 1 12 16,-1-1-6-16,2 0 0 0,0-1-4 0,3-1-5 0,0 1-3 15,1-1 1-15,2-1-3 0,0 1-1 0,1-1 0 0,2 0 3 0,0-1 4 16,1-2-4-16,2 2 3 0,-1-2-3 0,1 0-6 0,0-1 6 16,2 0 0-16,0 0 3 0,1 0 5 0,2-1-5 0,0 1 2 0,0-1 0 15,2 0 0-15,-1-1-2 0,2-1-2 0,1 1-4 0,1-1 4 0,0 0 1 16,2 0 1-16,1-1 3 0,0 0-3 0,3 0-3 0,0 0 3 16,0 0-10-16,0-1-1 0,1 1 0 0,0 0-2 0,2 0 7 0,0 0 1 15,2 1-2-15,1 0 5 0,-1-1-10 0,0 1 2 0,1-1 0 0,-1 0-6 16,1 0 9-16,1 0-2 0,-1 0-2 0,1 0 4 0,-1 0-4 15,1 0-2-15,0-1 0 0,1 0-1 0,1-1 4 0,-1 1 1 0,1-1-1 16,-2 1-1-16,1-2 2 0,1 1 0 0,-2-1 0 0,1-1 0 16,-1 1 2-16,1 0-4 0,1 0 6 0,-3 0 1 0,0 1-1 0,1 0 2 15,-2 0-3-15,2-1 3 0,0 2 0 0,-1-1 5 0,1 1 1 0,0 1-2 16,-1-2 5-16,-1 1-3 0,-1 0 0 0,0 0-4 0,-1 0-2 16,0 0 4-16,1 0-2 0,-3 0-4 0,1 0 1 0,-1 1-4 0,-1-1 1 15,-1 2 0-15,0-1 3 0,-2-1-1 0,0 0 0 0,-2 1-4 0,0-1 1 16,-2 0-1-16,-2 0-1 0,-2-1 2 0,0 0-1 0,-2 0 5 15,0-1 1-15,0 0-2 0,-3-1 1 0,-2-1-10 0,0 0 5 0,-2-1-1 16,-1 0 3-16,-2-1 4 0,-4 0-2 0,0-2 4 0,-1 2-2 16,0-3-5-16,-3 0 0 0,-2-2 3 0,-2 1-2 0,-3-1 20 0,-1 2-3 15,1-3-2-15,-5 0 0 0,1-2-10 0,-3 0 4 0,-1 0 1 0,-3-1 4 16,-1 0-5-16,-3 0 5 0,-1-2-5 0,-1 0 2 0,-2 0 3 16,-3 1-4-16,-1-1 1 0,-1-2-3 0,-2 1-2 0,-2-3 5 0,-2-1 1 15,-1 0-6-15,-1-2 0 0,-3 0-4 0,0-1-1 0,-3 1 0 0,-2 0-2 16,-2-3-1-16,-1 2 0 0,-1-4-5 0,-2 1-3 0,-3-2 1 15,-2 2 4-15,-2-1 6 0,0-1-3 0,-4-1 1 0,-2 0-6 0,0-1-3 16,-4 2-2-16,0-3 0 0,-2 2-2 0,-3-3 1 0,-1 0 1 16,-2-1-6-16,-3-2 6 0,-1 2-7 0,-2-1 1 0,0 0-3 0,-2-1-3 15,-2-1 15-15,-2 1-6 0,0 0 6 0,1-3 4 0,-1 1-8 0,-3 0 3 16,-1-1 0-16,0 2-2 0,-1-1-1 0,-1-4-2 0,-1 2 2 16,-1-1-4-16,-2 1 2 0,1 1 6 0,-2 0-1 0,-1-2 0 0,1 2 9 15,-2 1 3-15,-2-1 3 0,0 2 9 0,-3 0-8 0,1 1-4 0,-2 1 1 16,-2 1-8-16,-1 1 0 0,-1 0 4 0,-2 1-1 0,-2 1 2 15,-2 3-2-15,0 3-2 0,-1 1-2 0,-3 1 3 0,0 3 0 0,-2 1-4 16,-2 3-4-16,-2 4-17 0,-2 1-9 0,-2 3-18 0,-3 4-8 16,-2 1-5-16,-1 3-4 0,-3 3 3 0,0 4 0 0,-3 3-3 0,-3 5-3 15,1 2-9-15,-3 2-9 0,-2 5-6 0,-2 3-12 0,-1 2-16 0,-2 6-17 16,-2 2-33-16,0 5-194 0</inkml:trace>
  <inkml:trace contextRef="#ctx0" brushRef="#br0" timeOffset="164878.19">6744 9388 155 0,'-3'-3'83'15,"1"0"-4"-15,-2 0-14 0,1 0-2 0,-1 0-9 0,0 1 0 16,0-2-6-16,0 1-1 0,-1 0-5 0,0-1-5 0,0 0-2 0,0 0-6 16,-1 0-1-16,1-1-2 0,-1 1 1 0,1-1 0 0,-1 0-5 0,-1 0-3 15,1 0-4-15,-1 0-2 0,1-1-3 0,1-1 2 0,-1-1-2 16,0 1-2-16,0-1-1 0,1-1 2 0,-1 0-4 0,-1 1 1 0,-1-1 2 16,0 0-4-16,-1 0 3 0,-2-1 4 0,1-1-3 0,-4 0 6 15,0-2 1-15,-3-1 4 0,0-1 10 0,-2-1 1 0,-1 2 5 0,0-2 0 16,-2 0 1-16,-1-1 3 0,0 1-3 0,-4-2-4 0,-1-1-4 0,-4 1-3 15,0 0-3-15,-2-1 2 0,-2 1-12 0,-3-2-4 0,0 0 3 16,-3 2 0-16,-1 1 3 0,-1 0-4 0,-4-1 0 0,-1 2-10 0,-2-1 3 16,-4 2 0-16,1 2-2 0,-4 3 0 0,-1 0 7 0,-2 1 2 0,-1 1-5 15,-2 2 3-15,0 0-9 0,-1 1 1 0,1 0 3 0,0 2-2 16,0 1 3-16,1 0-2 0,0 2 3 0,-1 2 2 0,0 1-1 0,0 1 3 16,0 3-4-16,1 0 0 0,1 2-1 0,0 0-2 0,2 1 2 15,2 0-1-15,-1 4-2 0,3 0 5 0,0 2-2 0,1 0 1 0,2 1-1 16,3 0-8-16,0 1 4 0,2-1-4 0,2 3 13 0,-1 2 3 0,4 0-2 15,1 1 4-15,0 1-11 0,3 1 4 0,1 1-5 0,0 1-2 16,1 1 0-16,0 1 3 0,0 3-2 0,3 0-1 0,1 0 1 0,2-2-3 16,-1 1 2-16,3-2-7 0,0 1 6 0,3-1-2 0,2 1-2 0,3-1 1 15,5 0-5-15,1-1 0 0,1 1 8 0,4-2 1 0,0 2 2 16,5-1 1-16,1-1-11 0,1 0 2 0,3-1 1 0,1 0-2 0,3-2 4 16,1 2-5-16,-1 0 5 0,4-2-3 0,1 1-2 0,1-2 2 0,3 0-2 15,2 0 3-15,0-1 3 0,3 1 1 0,1-1-5 0,1 0 3 16,2 1-1-16,1-2 0 0,-1 3 3 0,2-1-3 0,-1-2-6 0,3 1 6 15,1 0 2-15,-1-2 3 0,5 1 7 0,-1 0-2 0,3-1-5 16,1 1-1-16,1 0 3 0,2-2-8 0,2 2 7 0,2-1-2 0,1-2-2 16,3 2 0-16,1 0-5 0,3 1 3 0,0 1 2 0,2-1 2 0,0-2-3 15,1 0-1-15,3-1 2 0,0-1-4 0,3 0 6 0,0-1-3 16,1-1 2-16,2-1 1 0,-1 1-2 0,1 0 4 0,1-2-1 0,0-1 3 16,-1-1-2-16,1-1-4 0,0-1 9 0,1-2 1 0,0 0 3 0,2-1-1 15,1-2-4-15,-1 0 3 0,1-2 1 0,0 0 6 0,1-1-13 16,1-1 6-16,2-1-2 0,0-1 0 0,1-1 13 0,1-4-5 0,1-1 6 15,1-2 0-15,2-3 2 0,0-2 3 0,3-1-1 0,1-4-1 0,0 1-6 16,1 0 0-16,0-2-5 0,2 1 5 0,-1-2-8 0,1-1-4 16,1 0 1-16,-2 1-3 0,2-2 10 0,-2 2-3 0,-1 0 0 0,0 1-3 15,-4 3-6-15,2-1 1 0,-1 1-3 0,-1 1 0 0,0 1 2 16,-1-1-3-16,-1 1 4 0,0 0 0 0,-4 1-3 0,1 0-12 0,-2 0-3 16,-1 1-2-16,-2 2 13 0,1 0 14 0,0 0-6 0,-2 1 3 0,-1-1-6 15,-1 1-1-15,0-1 3 0,-2 2-1 0,-1-1-1 0,-2 0 0 16,-3 1 2-16,1 0 1 0,-4 0-5 0,-1-1 4 0,-2 0-2 0,-4 0 1 15,-1-1 2-15,-2 0-1 0,-2 0 2 0,-3 0 2 0,-1-1 0 0,-4 1-4 16,-2-3 1-16,-3 0 2 0,0-1-1 0,-3-1 4 0,-1-2-3 16,-2-1 1-16,-3-1-4 0,-1-1-1 0,-2-1 4 0,-2 1-2 0,-4-4 6 15,0 0-4-15,-2-2-3 0,-3-3-9 0,-2-1-19 0,-3 0-4 16,-4-1-10-16,-5 0 1 0,-3 0 12 0,-3 0 0 0,-4 0 10 0,-3 1 5 16,-5 0 2-16,-4 3 4 0,-3-1 3 0,-5 2 3 0,-3-1 3 0,-4 1-5 15,-4 0-1-15,-3 2 2 0,-4 3 3 0,-2 1 4 0,-4 2-7 16,-3-1-7-16,-5 3-4 0,-4 1 1 0,-3 3 6 0,-4 3 2 0,-2 4 6 15,-4 2-1-15,-5 5 2 0,-2 3 6 0,-5 5-5 0,-2 5 3 0,-4 4-1 16,-5 4-7-16,-2 5 4 0,-2 5-7 0,-3 6 6 0,-1 4 0 16,-1 5-4-16,-3 2 0 0,0 3-9 0,2 5-6 0,1 0-11 0,5 3 0 15,1 4-14-15,5-2-18 0,4 2-16 0,7 0-19 0,6-1-16 16,7 0-25-16,8-2-27 0,6 0-72 0,7 2-372 0</inkml:trace>
  <inkml:trace contextRef="#ctx0" brushRef="#br0" timeOffset="203567.03">9261 7026 7 0,'-24'9'2'0,"9"-1"0"0,2 1 1 15,4 0-1-15,1 0 0 0,0 2 1 0,2 2 1 0,0 1-3 0,-1-1-7 16,1 3-8-16</inkml:trace>
  <inkml:trace contextRef="#ctx0" brushRef="#br0" timeOffset="204068.03">8589 6968 1 0,'19'73'0'0</inkml:trace>
  <inkml:trace contextRef="#ctx0" brushRef="#br0" timeOffset="204117.03">8481 7207 7 0,'-6'11'-5'0,"-3"6"6"15,0 2 2-15,2 0-1 0,5-4-4 0,0 1-3 0</inkml:trace>
  <inkml:trace contextRef="#ctx0" brushRef="#br0" timeOffset="204648.03">9546 8763 35 0,'-8'13'19'0,"-2"1"12"0,-1 4-5 0,1-2 2 0,2 0-4 0,0 1 9 15,0 0 9-15,2-2 4 0,0 0-10 0,1 0-52 0,2-1-48 16,0 0-47-16,1 0 5 0</inkml:trace>
  <inkml:trace contextRef="#ctx0" brushRef="#br0" timeOffset="206083.47">9064 10117 178 0,'-5'11'129'0,"0"2"-17"0,-3 3-5 0,2-5-30 0,0 0-28 0,1-1-8 16,1-2-16-16,-1 2-9 0,1-2 2 0,2-2-7 0,0-1-4 0,0-3 4 15,3 1-6-15,-1-2 2 0,1 0 1 0,1 0-6 0,0-1 3 0,0-1-7 16,1 0-7-16,0-1-2 0,1 0-14 0,0 0-12 0,-1-1-12 15,1-2-21-15,1-1-20 0,1 0-48 0,0-2-84 0</inkml:trace>
  <inkml:trace contextRef="#ctx0" brushRef="#br0" timeOffset="206383.47">9839 11400 926 0,'-5'15'-15'0,"0"0"101"0,-2 3-51 0,2-5-8 0,0-2 10 0,1-1-2 16,-1-3-10-16,2-2-8 0,0-1-3 0,-1-2-6 0,2 0-2 15,1-1-5-15,0-1-19 0,1-3-24 0,1-2-17 0,1-3-40 0,1-4-78 16,1-3-311-16</inkml:trace>
  <inkml:trace contextRef="#ctx0" brushRef="#br0" timeOffset="207483.46">9844 10553 1545 0,'-59'-2'54'0,"-7"1"18"0,-16 0-4 0,10 0 1 0,7 0-4 15,4-1 6-15,2-1-5 0,1-2 0 0,2 0-14 0,-1-1-18 0,2 0-7 16,1 0-11-16,1 1-5 0,0 1 0 0,-1 1-10 0,2 2 2 15,1 0 0-15,1 3-1 0,-1 1 1 0,-1 1-2 0,-1 2-1 0,-2 2 1 16,0 1-3-16,0 0 0 0,-3 2-4 0,0 2 0 0,-2 0 0 0,-3 0-1 16,1-1 0-16,-1 2-8 0,-4-1 6 0,1 1 2 0,-1-2 3 15,0 0 6-15,-3-1-6 0,-1-1 6 0,-2-2-4 0,-1-1 1 0,3 0 12 16,-1-2-8-16,-1-2 2 0,1-2-2 0,1-3-6 0,1 0 7 16,1-4 5-16,1-1-6 0,0-1 3 0,1-2 1 0,0 0 2 0,1 0 3 15,1 0-1-15,1 1-8 0,-1-1 0 0,3 1-1 0,-1 0-1 0,1 2-1 16,1 1 3-16,-1 0 6 0,1 2-4 0,0 1 5 0,1-1-5 15,0 1-7-15,-1 0 4 0,1 2-8 0,-1 0 3 0,-1 1-2 0,0 1-4 16,0 1 0-16,0 2 0 0,1 1 1 0,-2 0 0 0,0 3-5 0,0 1-8 16,-2 1 2-16,1 1 2 0,-2 0 4 0,4-2 3 0,0 1 0 15,0-1 1-15,3 0 2 0,-1-1 5 0,3 0 5 0,3 0-6 0,0 0 6 16,2 0-6-16,1 2-2 0,0 1 5 0,4 2-2 0,-1 1-4 16,2-1-1-16,1 4 7 0,0 2 3 0,0 2 1 0,2 2 2 0,0 2-6 15,2 0 0-15,1 2 4 0,1 0 1 0,-1 2-2 0,0 0-2 0,2 4-1 16,1 1-1-16,1 1 1 0,2 0-3 0,1 0-2 0,0 0 7 15,2 0-4-15,-1 2 1 0,3-1 1 0,-1-1-10 0,3-1 3 0,1 1 0 16,3-2 2-16,1 1 7 0,3 0 1 0,3-3-2 0,2-1-1 0,3-2-4 16,1 0 2-16,3-1-3 0,3-1-4 0,2 0 9 0,2-3-6 15,3-1 2-15,2-1 1 0,3-3-5 0,2 1 5 0,2-1 0 0,4-1-2 16,1 0 3-16,4 0-2 0,2-1 3 0,4-1 1 0,2 0-2 16,3-1 2-16,3-2-3 0,2-1 1 0,3-2-3 0,4-1 4 0,3 0 4 15,3-1 1-15,3-1-8 0,4 0 1 0,1-1 0 0,4 1-2 0,3 1 6 16,2 0 0-16,5 4-2 0,0 0 2 0,2 3-1 0,5 1 0 15,-2 1-1-15,4 3-2 0,3 0 0 0,-1 2-1 0,3 1 1 0,1 1 1 16,1 1 2-16,1 2-3 0,1 2-3 0,-1 2 2 0,0-1-3 0,0 0-1 16,0-3 4-16,0-1-5 0,1-2 7 0,-2-4 2 0,2-1 0 15,-2-2-2-15,2 0 4 0,-2-3-1 0,0 0 6 0,-1 0 4 0,-2-2 4 16,1 0 6-16,-2-2 3 0,0 0 3 0,0 0-3 0,-1-1 2 16,2-1-6-16,0 0 0 0,-1-1 3 0,2 0-20 0,-2-3 3 0,1 0 0 15,0 0-3-15,-1-1 14 0,2-1-5 0,-2-1-2 0,2-2-4 0,-1 0 5 16,-2-3-1-16,2 1 5 0,-2-5 4 0,1-2-4 0,-1-2 9 15,0-2 0-15,0 0 5 0,-2-2-4 0,-1-1-9 0,-1-1 3 0,-1 0-5 16,-2-1 4-16,-2-1 0 0,0 2-11 0,-1 0 3 0,-3 0-1 0,-1 2 0 16,-2-2 6-16,-3 0-6 0,-3 2-4 0,1 0-5 0,-2 1 5 15,-3 0-4-15,-1 2 2 0,-2-2 0 0,-1 1-3 0,0 0-1 0,0 1-2 16,-4 0 1-16,0-2-1 0,-2 1 1 0,-3-1 1 0,2 0 1 16,-2-1 0-16,-2 0 3 0,-2 0 0 0,-2-2-9 0,-2 0 1 0,-2 2 10 15,-2-2 0-15,-1 0 7 0,-1 0 4 0,-4-2-11 0,-2 0 8 0,-1 1 6 16,-4 0 8-16,-1-1 8 0,-1 2 0 0,-3-1 2 0,-3 0 1 15,0-1-7-15,-2 0 1 0,-1-2-5 0,-2 0 0 0,-2-2-7 0,-1-2-6 16,-2 0-4-16,-1 0-5 0,-3 0 5 0,-1-2-3 0,-2 0-4 0,-3-1-6 16,-1-1 6-16,-2-2-1 0,-4 2 3 0,-1-4 0 0,-4 0-8 15,-1-3 17-15,-4-4-6 0,-2 0 4 0,-3-1 2 0,-2-4-14 0,-3 1 0 16,-1 0-7-16,-2 1 2 0,-2 1 0 0,-4 2 5 0,-3 2-4 0,-2-1-9 16,-4 5 9-16,0 3 1 0,-3 3 3 0,-5 4 5 0,-3 5-12 15,-4 2-3-15,-4 3-4 0,-4 5 2 0,-3 5-12 0,-5 4 6 0,-2 4-9 16,-4 4 0-16,-7 2 7 0,-2 6 0 0,-4 4 12 0,-2 4-2 15,-2 4 7-15,-1 3-6 0,-1 3 9 0,-2 4 2 0,4 4-5 0,2 4-1 16,3 4-10-16,2 5-13 0,6 2-35 0,5 2-32 0,7 1-49 0,6 1-76 16,6 2-103-16,8 3-170 0,8 2-446 0</inkml:trace>
  <inkml:trace contextRef="#ctx0" brushRef="#br0" timeOffset="-211695.32">4629 12150 1449 0,'-20'-1'284'0,"-1"1"-197"16,-7-1-42-16,2 0-27 0,2 0-7 0,2-1-1 0,-2-1 0 0,0 0-2 15,0 0-5-15,-2 0-11 0,0 0-7 0,0-1-21 0,-2 0-18 0,0 2-16 16,-2-3 1-16,1 2 12 0,-1-1 21 0,-1 1 20 0,1 1 13 16,0-1 12-16,-1 0-2 0,0 0 6 0,-2 1 1 0,-1-1-1 0,-3 1 8 15,2 1 0-15,0-1-4 0,-2 1 2 0,2 1 2 0,-2 1-2 16,1-1 7-16,0 2-1 0,-1 1-6 0,1-1 4 0,-2 1 1 0,0 2 1 16,2 2 7-16,-1 0 2 0,2 1-8 0,-2 2-1 0,0 1-1 0,0 1-2 15,0 2 4-15,2 0 0 0,1 0-3 0,0 2-3 0,0 1-3 16,2 0-2-16,0 3-8 0,0 2 2 0,1 1-1 0,-1 2 0 0,2 2 4 15,1 0-11-15,1 0-4 0,0 0 2 0,1 4-5 0,2-1 4 0,0 2 2 16,2 2-4-16,0 0-3 0,0 0 5 0,1 3 2 0,1 1-1 16,2 0 4-16,2 3-8 0,2-3-1 0,1 1 6 0,0 2-1 0,4 0-2 15,0 2 0-15,1-1-7 0,3 0 7 0,-1-1-3 0,3-1 0 0,0 2 3 16,3-3-11-16,2 1 14 0,2 0-4 0,3-1 1 0,1 1 6 16,1-3-11-16,2-1 4 0,1 1-2 0,3-1 5 0,2 0-2 0,2-2 3 15,1 0 0-15,3-3 0 0,2-1 4 0,1 0-1 0,1-2 0 0,0 1-1 16,3 1 0-16,0-4 3 0,3 0-7 0,0-2 1 0,3-1 7 15,2 0-1-15,2-2 8 0,0-1 3 0,2 0-10 0,1-4 1 0,2 1 5 16,1-1-6-16,2-3 3 0,0-1-2 0,3-1 0 0,-1-1 4 16,1-2-4-16,1 0-5 0,2-1 2 0,2-2-2 0,0-2 0 0,1 0 4 15,0-1-4-15,0-1 1 0,3-2-2 0,0-1-2 0,-1 0 2 0,2 0-2 16,-1-3 1-16,1-1 3 0,1 0-6 0,0-3 3 0,-1 1 3 16,0-1-6-16,1-2 4 0,-1 0-1 0,0-2-4 0,0 0 7 0,-2-1-2 15,1 0 4-15,-2 0-2 0,0-1-2 0,-1-2 2 0,-2 0-12 0,1 1 6 16,-2-1 5-16,1 0-1 0,0 1 10 0,-3-3 2 0,1 0-7 15,-3-1 3-15,1-2 0 0,-1 0 0 0,-1 0 0 16,-2-2-3-16,0 1 2 0,-2 0-4 0,-3-2 1 0,-1 1 1 0,1-2 0 0,-3-2-3 16,2 2 0-16,-4-1 0 0,-3 1 2 0,0-1 1 0,-4 2 0 0,1-3-3 15,-3 1 0-15,-1 0 0 0,0-2-6 0,-4 3 4 0,-1-2 5 16,-1 1-1-16,-3-1 7 0,0-2 2 0,-2 0-1 0,-1 1 2 0,-4-1 1 16,1 1 2-16,-3-1-2 0,0 0 3 0,-2-3 4 0,0 1-1 0,-1-3 1 15,-2 2-1-15,1 0-6 0,-4 1 3 0,0-1-4 0,0 1-4 0,-3-2 0 16,0 2-11-16,-2 0 12 0,-2 0-3 0,0 1 3 0,-2-1 7 15,-1 1-5-15,-2-1 4 0,0 3-7 0,-5-1 2 0,0 1-3 0,-1 0 2 16,-1-1 3-16,-4 2 0 0,1-1 1 0,-5 2-4 0,-1 2 0 16,-1 2 0-16,-4 0-1 0,0 1 0 0,-1 2-3 0,-6 0-1 0,1 2 1 15,-3 3-1-15,-3 0-4 0,1 2-1 0,-4 1-4 0,-1 3-6 0,-2 2 5 16,-1 3 3-16,-1 1-4 0,0 2 11 0,-3 2-12 0,1 3 12 16,-2 1-6-16,0 4-1 0,-1 2-10 0,1 3-22 0,0 3-12 0,-2 2-12 15,1 2-28-15,-2 2-22 0,1 1-30 0,-1 3-43 0,-1 1-40 0,-2 6-87 16,-2 3-193-16,-2 3-361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0:12:23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4877 7853 1929 0,'-39'-7'271'0,"-3"1"-244"0,-8-2-21 0,7 1-8 0,6 1-2 15,1 0 2-15,1 0 2 0,-2 0-3 0,3 0-13 0,-1-1-26 0,1 1-39 16,0 0-33-16,-1 0-26 0,2 1 5 0,-3 2 31 0,2 1 36 0,-2 1 38 15,1 2 25-15,0 1 17 0,0 2 6 0,1 1 10 0,-1 3 4 16,0 1-2-16,-3 2 4 0,0 3-3 0,-1 2 1 0,-1 1 2 0,1 2-7 16,1 3-2-16,-2 1-3 0,2 3-6 0,1 0-2 0,1 0-2 15,0 0-5-15,-1-1-2 0,3 4-3 0,-1-1-2 0,3 3 0 0,1 0 1 16,1 2-1-16,-1-1-7 0,2 0 9 0,0 0-4 0,3 0 0 0,2-1 8 16,3 2-3-16,0-2-1 0,2 1 3 0,1-2-4 0,3 1-1 15,2 0 0-15,2 0 0 0,2-1-1 0,3 0-3 0,2-2 0 16,2-1-3-16,2-1 3 0,2 1 1 0,4-2-2 0,2 0-3 0,2 0-4 0,3-1 1 15,2 0-3-15,0 0 11 0,4-2-2 0,1 2 1 0,2-1 6 16,3 1-6-16,2 0 4 0,3-1-1 0,2-1 0 0,3 0-1 16,-1-1 2-16,4-1 8 0,2 0-6 0,3 0-1 0,3 1 3 0,1-2-5 15,1 1 3-15,3-2 4 0,2-1-1 0,2-2-1 0,3 0 5 0,2 1-5 16,1-2 4-16,2-2-2 0,0 0-1 0,3-1-1 0,2-1 0 0,3 0 1 16,1-2-2-16,4-2 0 0,0 0 2 0,1-2-3 0,4 0 2 15,-1-1-2-15,0-1-3 0,4 1 0 0,-2-1-1 0,3 1 8 0,1 1-2 16,-1-1 3-16,2 0-6 0,-1 0 0 0,4-1 12 0,-1 0-4 0,3-1 9 15,-1-1 3-15,1 0-10 0,0 0-8 0,0-1-1 0,1 0-2 16,0-1 3-16,0-2 4 0,1 0-3 0,1-2-2 0,1 0-2 0,-3-1-3 16,3-1 0-16,-1 1 0 0,-1-2 3 0,-1 0 2 0,0 1-4 0,0-1-3 15,0 2 1-15,-2-1-1 0,-1 0-3 0,1 2 7 0,-2-1 2 16,0 0 2-16,-1 0 0 0,-3 0-5 0,1-1-3 0,-1 1 3 0,-1 0 1 16,1 0-5-16,-2 1 5 0,-1-2 1 0,-1 0 0 0,-1 0 7 15,-1-2-4-15,0 1-1 0,-2-2 1 0,-1 2-1 0,-1-2-2 0,-1 0-2 16,-1 0 2-16,-3-2-3 0,0 2 3 0,-2-3-4 0,-1 0 3 0,-1 0 0 15,-2-1 3-15,-1 0-2 0,-2-2 2 0,-2-1-4 0,0 0-3 16,-1-2 6-16,-2 0-2 0,-1 0 4 0,-4-3-2 0,0 1 3 0,-1 0 2 16,-3-2-1-16,-1 0 9 0,-4 0-8 0,-1-1 1 0,-3 0 0 15,0 0 0-15,-5 1-2 0,-2 1 4 0,-1-1-2 0,-3 1 0 0,-3-2 7 16,-2 1 3-16,-3 1 1 0,-4-1 7 0,0 2-1 0,-4-2 2 16,-2 2 3-16,-4 0 2 0,-3 1 2 0,-3-1-8 0,-4 0-4 0,-2 0-9 15,-2-1-10-15,-4 2-8 0,-2-2-8 0,-3 1 8 0,-4 0-3 0,-4-1 3 16,-3 0 3-16,-5-2-13 0,-3 0-2 0,-3 0 2 0,-5 0-6 15,-2 1 6-15,-3-2 8 0,-3 2 7 0,-4-1 4 0,-2 0 6 0,-2 0-2 16,-2 0 6-16,-1 1 11 0,-2-1 1 0,0 2 2 0,-2 1 1 0,-1-2-7 16,-1 2 0-16,-2 1 2 0,-2 0-6 0,-2 1-6 0,-2 2 2 15,-1 0-5-15,-3 2-6 0,-4 3 4 0,0 1-6 0,-3 3 1 0,-2 3 4 16,-2 2-5-16,-1 4 2 0,-3 4-6 0,-1 4 3 0,-2 5-4 0,-2 3-7 16,-3 4-11-16,-1 4-26 0,-3 3-27 0,-3 3-38 0,0 2-37 15,0 5-42-15,-2 1-82 0,0 4-149 0,-1 4-342 0</inkml:trace>
  <inkml:trace contextRef="#ctx0" brushRef="#br0" timeOffset="22351.27">16978 6297 1930 0,'-1'-6'109'0,"1"1"-115"16,-1 0-41-16,0 3-18 0,2 3 2 0,0 1-1 0,2 0-14 15,1 1-38-15,-1 1-37 0,0 1-12 0,-1 1 5 0,-2-1 26 0,0 0 28 16,-1-1 26-16,-2-1 30 0,0 2 25 0,1-1 17 0,0 0 8 0,0-1 6 16,1-1 8-16,0-1 6 0,1 0 9 0,0-1 11 0,0 0 7 15,1-1 7-15,-1 1 7 0,1 0 8 0,1-1 6 0,-1 1-2 0,1 0-1 16,2-2-11-16,1 2-14 0,1 0-14 0,1 0-10 0,1 2-9 0,2-1-2 16,1 1-4-16,1 1 2 0,2 1-3 0,0 0 3 0,1 1 2 15,1 0-10-15,-2 2 3 0,1 1 1 0,-1 0-2 0,1 2 2 0,-1 0 2 16,0 3-8-16,1 1 3 0,-1 1 0 0,0 2-7 0,1 2 3 15,-2 0-3-15,0 0 2 0,-2 1-4 0,-1 2 2 0,0 1-1 0,-1 2 1 16,0-1 2-16,-1 2-5 0,-2-2 2 0,0-1-1 0,-2 1 2 0,-2-1 4 16,-1 1 1-16,0 1-2 0,-2-2 2 0,-1 2 0 0,0-2 2 15,-4 0 7-15,0 0-2 0,-2-2-1 0,-3 1 2 0,0 0-2 0,-3-1 3 16,-2 1 0-16,-3-1 0 0,-3-2 1 0,-1 2 2 0,-2-1 3 0,-1-2-1 16,-4 1 1-16,-1 0 9 0,-4-2-1 0,-2 1 7 0,-2 1 3 15,0 0 3-15,-3 1 6 0,0 1 2 0,-1-3 5 0,0 1-8 0,-1 0-4 16,-2 0-8-16,0 0-9 0,-3 2 0 0,0 0-5 0,-3 0-3 15,-2 2-4-15,0-2-6 0,-1 1-6 0,0 0 0 0,-2-2-3 0,0-1-1 16,-1-1 4-16,-2-2 0 0,-1 0 5 0,-3-1 0 0,-2 1 0 0,-1-1 4 16,-2-2-4-16,-2 1-2 0,0 1 5 0,-1-1-5 0,-2 0 3 15,0 0 1-15,-1-2-3 0,0 1 2 0,1-1-6 0,-1-1 3 0,0 1 0 16,2-1 0-16,-1 0 6 0,0-1-3 0,2 0 3 0,0-2 0 0,3 2 5 16,4-1 5-16,0 0 2 0,3 0 1 0,3-1-6 0,2 1-1 15,0-3-5-15,2 2-5 0,1 0-1 0,0-1 1 0,1 1-1 0,1 1 4 16,0-1-1-16,0-1 1 0,2 0 1 0,0 0-3 0,2 0 1 0,2 1-1 15,0 0 2-15,3-1-1 0,1 1 1 0,0-1-5 0,1 0 0 16,3 1-3-16,0 2 3 0,3-1-3 0,1 1 1 0,0 1 4 0,2-2-4 16,0 2 10-16,2 0-8 0,-1 0-5 0,3 2 5 0,0 1-7 15,1-1 5-15,2 1 7 0,0 0-13 0,4-1 1 0,1 1-1 0,-1 0-4 16,3 3 12-16,0-1 2 0,0-1-5 0,1 1 1 0,1 0-1 0,1 1 2 16,1-1 1-16,3 2-2 0,-1-2 2 0,0 0-1 0,0 1 2 15,0 0-2-15,1 1-1 0,1-2 8 0,-1 1-4 0,1-1 2 0,0 1-1 16,0-2-4-16,0 1-2 0,1-1 1 0,0 0-1 0,0-1 0 0,1 0 0 15,0 0 1-15,1-1-7 0,0-1 3 0,0 0-2 0,0-1-2 16,0 1 1-16,1 0-8 0,-1-1-11 0,1-1-7 0,0 0-10 0,0-1-9 16,0 0-9-16,0-2-9 0,2-1 2 0,-2-1-8 0,0-1-3 15,1-2-4-15,-2-2-8 0,0 0 7 0,0 0-4 0,-1-2 1 0,-2-2-2 16,1-1-3-16,-2-1-2 0,-2-2-4 0,1-2-3 0,-2-1-6 0,2-3-133 16,-3 0-65-16</inkml:trace>
  <inkml:trace contextRef="#ctx0" brushRef="#br0" timeOffset="22584.27">12117 8345 1042 0,'-1'2'246'15,"0"4"-192"-15,0 3-47 0,1 3-11 0,1 3 0 0,2 2 0 16,1 2 0-16,1 3 0 0,1 2-3 0,0 3 3 0,-1 0-1 0,-1 3 1 16,-1-1 1-16,-1 1 1 0,0 0-1 0,-1 1 3 0,-1-1 4 15,1 1-1-15,-1-2 4 0,0-1-1 0,1 0 6 0,0-2 15 0,-1 0 9 16,1-2 15-16,-2 2 14 0,2-4 12 0,-1 1 5 0,1-1 10 0,1-5-5 15,0-1 0-15,2-2 5 0,2-2 2 0,2-2 7 0,2-2-6 16,4-1-8-16,2-2-18 0,2 0-14 0,4-2-14 0,2 0-14 0,2-1-6 16,3-1-15-16,3 1-4 0,2 0-10 0,2 0-10 0,1 2-10 0,2 0-32 15,0 3-52-15,1 1-100 0,2 2-227 0,0 4-686 0</inkml:trace>
  <inkml:trace contextRef="#ctx0" brushRef="#br0" timeOffset="-177907.92">12128 10673 862 0,'-10'-13'97'0,"0"-1"-6"16,0-5-17-16,1 1-5 0,2 2-21 0,0 1-8 0,2-1-9 0,0 1-10 15,-1 0 2-15,2 0-2 0,-1-1 3 0,0 0 2 0,1 1 5 0,0 0 5 16,-1 0-1-16,1 1 9 0,-1 1-1 0,0 3 0 0,1 0 7 15,0 1 1-15,0 2-3 0,1 1 2 0,0 0-4 0,1 1-3 0,0 1 0 16,0 0 2-16,1 3-3 0,1 0 3 0,0 1-12 0,0 2-4 0,0 1-2 16,0 3-4-16,2 2 11 0,-1 2-7 0,1 3 5 0,1 5-4 15,0 1-5-15,2 6 0 0,0 0-3 0,1 3 5 0,1 2 0 0,0 4-4 16,1 1-4-16,-1 4-9 0,1 0-8 0,0 1 0 0,-1 1 0 0,2-2 5 16,-2 1 3-16,1 0 1 0,0-2 4 0,-2 0 1 0,1 0 8 15,-1-2 2-15,0-1-4 0,-2-2 2 0,1-2-1 0,-1-3-2 0,0 0-2 16,1-2-8-16,-1 1-2 0,2-2-1 0,-2 1 1 0,0-2-4 15,1-3 1-15,-1-1-11 0,0 0-1 0,0-3 11 0,-1 1-6 0,1 0 9 16,-1-1-1-16,-1-4-13 0,1-1 3 0,-2-2-11 0,0-2-5 0,1 0-12 16,-1-3-3-16,-1 0-12 0,1-2-14 0,-2-2-9 0,1 0-20 15,0-3-12-15,-1 0-17 0,0-2-32 0,-1-4-56 0,0-3-66 0,0-6-86 16,2-5-426-16</inkml:trace>
  <inkml:trace contextRef="#ctx0" brushRef="#br0" timeOffset="-177440.9">12067 10502 1605 0,'-20'-18'274'0,"0"-1"-157"0,-3-5-18 0,4 4-8 16,8 3-21-16,2 1-13 0,2 1-12 0,2 1-13 0,2 2-9 15,0-1-7-15,3 1-2 0,1 1-4 0,2-1 4 0,1 1 4 0,1 1-6 16,1-2 4-16,2 1-4 0,1 0-4 0,3 0 3 0,3 3 0 16,2-1-1-16,0 1 2 0,4-1-4 0,2 2-1 0,0-1-1 0,6 3-6 15,2 1 2-15,3 1-6 0,0 4 8 0,2 0-4 0,0 3-5 0,2 2 3 16,-1 0-3-16,0 2 2 0,0 1-5 0,-1 0-3 0,-2 0 2 15,-2 0-1-15,-1 1 9 0,-3 0 4 0,0 0-6 0,-3 0 3 0,0 0-4 16,-4-1 3-16,1 0 6 0,-3 1-5 0,-2-1-2 0,0 1-3 0,-2 1-3 16,0-1 2-16,-3 2-3 0,-2 0-8 0,-3 1-2 0,-1 1-4 15,-2 2-2-15,-3 1 6 0,-3 1-4 0,-3-1 2 0,-3 1 1 0,-4 0 1 16,-2 1 5-16,-4-1 5 0,-3 2 3 0,-1-2 3 0,-2 0 2 0,-1 1 2 16,-3 0-1-16,-2-1 0 0,0 0 3 0,-2-2 2 0,3 0 7 15,-1-4 7-15,3 1 7 0,0-3-3 0,4-2 1 0,1 0 2 0,4-2-5 16,3 1 3-16,3-1-2 0,1 0-12 0,3 0 5 0,2 0-7 0,1 0 0 15,1-1 8-15,2 1 0 0,0-1 0 0,2 1 3 0,2-1 2 16,2 1-2-16,2-1 3 0,1 1-2 0,3 0-1 0,3 1-1 0,1 0-1 16,3 1-4-16,3 0-2 0,1 0-1 0,1 1-8 0,0-2 3 15,1 1-4-15,2 0-1 0,-1-1 12 0,1 0 0 0,1-1-1 0,-2 0-1 16,1 1-5-16,-1-2-2 0,-2 0 2 0,0 0 2 0,0 0-5 0,-1 0-2 16,0 0 3-16,-2 0-3 0,-1 0 0 0,0 1 3 0,-2-1-8 15,-1 1 4-15,0 0 1 0,0 0-4 0,-1 0-1 0,-1 0-3 0,0 1-5 16,1-1-5-16,0 1-2 0,0 0-7 0,-2 0-9 0,1 0-12 0,1 0-20 15,0-2-16-15,-1 0-20 0,-1 0-13 0,0-1-9 0,-1 0-3 16,-1 0-16-16,0-1-28 0,-2-1-51 0,3 0-69 0,0-1-101 0,1-3-218 16</inkml:trace>
  <inkml:trace contextRef="#ctx0" brushRef="#br0" timeOffset="-177173.92">13926 10359 2500 0,'-8'-10'125'0,"2"1"-17"16,-1-2-37-16,5 5-26 0,2 3-13 0,0 1-15 0,2 1-16 15,2 1 3-15,2 2-9 0,2 2 5 0,1 2 3 0,-3 1-5 0,2 1 7 16,-2 1-6-16,1 4 4 0,-1 2 2 0,1 3 2 0,-1 1 1 16,1 3 1-16,0 1 1 0,-1 0-5 0,1 4 4 0,0 0-8 0,1 3 3 15,-1 1-1-15,1 2-3 0,1-1 5 0,-1 1-7 0,-1-3-3 0,2-1 7 16,-1-1-10-16,0 0 8 0,1-2 3 0,-1-1-5 0,0-2 7 15,-1-2-11-15,-1-1 9 0,0-3-1 0,1-1-1 0,-1 0 3 0,0-1-9 16,0-1-4-16,0 0-9 0,0-3-6 0,-1 0-10 0,-1-2-19 0,1-1-25 16,-3-2-37-16,1-2-37 0,-1-2-31 0,-1-2-22 0,-1-1-58 15,0-1-141-15,-2 0 42 0,-1-3 56 0,-2-4-188 0</inkml:trace>
  <inkml:trace contextRef="#ctx0" brushRef="#br0" timeOffset="-176940.92">13988 10532 595 0,'-19'-19'459'0,"-3"-2"-299"0,-5-3-36 0,2 1-17 0,3 4-9 0,3 1-10 15,0 0-8-15,3 2-10 0,1 2-3 0,0 1-1 0,2 1 2 16,2 1-1-16,1 1-1 0,3 0-6 0,1 1-5 0,1 1 0 0,0-1-6 16,2 1-9-16,1-1-2 0,2 2-9 0,0-1-1 0,2 1-5 15,1 0-4-15,0 1 0 0,3-1-2 0,2 0 5 0,0 0-3 0,4-1-4 16,3-2-4-16,2 1 2 0,4 0-12 0,3 0 1 0,2-1-4 0,2 0-6 16,3 0 18-16,1 1 1 0,1-1 2 0,2 1 0 0,0-2-11 15,2-1-4-15,-2 1 4 0,0 0-4 0,-2 0 4 0,1 2-1 0,-3 0-6 16,0 0 2-16,0 0-3 0,-2 1-1 0,0 1-4 0,-2 0-5 0,-2 2-11 15,0 1-5-15,-2 1-7 0,1 0-18 0,-2 1-10 0,-1 1-30 16,-1 1-20-16,-1 1-31 0,-2 1-44 0,1 2-52 0,-1 0-77 0,0 3-149 16,-3 4-145-16</inkml:trace>
  <inkml:trace contextRef="#ctx0" brushRef="#br0" timeOffset="-176723.92">14044 10617 3193 0,'-10'-9'106'0,"4"3"-17"0,0-2-54 15,5 5-15-15,3 1-18 0,5 0-10 0,6 0-8 0,6 1 8 0,8 1-2 16,3-1-7-16,1 1 12 0,-1-1 1 0,-2 1 8 0,0 0-8 0,-1 1-1 16,1-1-8-16,-1 1-5 0,2 0-9 0,-2 0-13 0,0 0-1 15,-1 0-19-15,-1-1-3 0,0 1-18 0,-3-1-11 0,1 0-6 16,-1 1-6-16,-3-1-11 0,-1-1-11 0,-1 1-26 0,-1-1-19 0,-1 0-52 0,1 1-79 15,-1 0-106-15,-1 0-448 0</inkml:trace>
  <inkml:trace contextRef="#ctx0" brushRef="#br0" timeOffset="-175703.92">12339 11551 65 0,'-3'-2'37'15,"2"2"-13"-15,-1-1-11 0,1 1-6 0,0 0-9 0,1 0-4 16,0 0-15-16,0 1-4 0,0 0-4 0,-1 0-26 0</inkml:trace>
  <inkml:trace contextRef="#ctx0" brushRef="#br0" timeOffset="-174356.92">12334 11596 364 0,'-1'-2'143'0,"0"1"-50"16,0-1-16-16,0 1-8 0,0-1-12 0,1 1-10 0,0 1-7 0,0-1-1 15,-1 1 1-15,1 0 2 0,-1 0 6 0,0 0-1 0,1 1 2 0,-2 0 1 16,1 0-5-16,-1 2 5 0,-1-1-6 0,0 2 2 0,0 1 0 16,0 1 4-16,-1 1-5 0,0 2 0 0,-1-1 0 0,0 3-3 0,0 2 3 15,-2 2-7-15,-1 2-2 0,-2 1-2 0,0 3-1 0,-1 1 1 0,-1 1 1 16,0 4-5-16,-5 2-3 0,-2 3-4 0,-2 4 0 0,-2 4-5 16,-1 0-15-16,0 2 5 0,-5 2 1 0,-1 3 2 0,-2 2 15 0,-3 1-10 15,-1 3 5-15,0 1 2 0,-2 1 7 0,-1 0 8 0,0 0-6 16,1-1 0-16,0 0-5 0,2 0 1 0,-1 0 6 0,1 0-7 0,0 0 5 15,1 0-8-15,1 1-4 0,2-2 3 0,0-1 5 0,0-2 4 0,1-1 3 16,0 0 3-16,3-1-7 0,-1-3 22 0,3-2 2 0,0-3-13 16,1 1 8-16,3-5-29 0,1 0-3 0,3-3-1 0,1-2-9 0,1-2-1 15,1 0-5-15,1-3-4 0,2-2 7 0,1-3-3 0,1-2 3 16,1-1-3-16,1-2-1 0,1-2 6 0,1 0-5 0,0-2 0 0,0 0-1 16,2-1-2-16,0-3-6 0,0-1 3 0,2 0-14 0,0-1-6 0,0-1-16 15,1-1-30-15,0-1-27 0,1-1-38 0,1-2-42 0,-1 1-40 16,2-1-66-16,1-1-106 0,0 0-470 0</inkml:trace>
  <inkml:trace contextRef="#ctx0" brushRef="#br0" timeOffset="-173706.79">9933 14052 2225 0,'-10'-4'139'0,"-1"0"-39"0,1-1-40 0,2 1-7 0,3 2-18 15,2-2-9-15,2 2-15 0,0 1-12 0,0 1 2 0,0 0-2 0,0 1 2 16,0 0 1-16,0 1-4 0,0 2-4 0,0 1-2 0,0 3 0 16,-1 1-3-16,0 4 1 0,-2 0 4 0,0 3-1 0,-2 3 7 0,1 1-1 15,0 4 1-15,-3 3-7 0,1 1-1 0,-3 2 7 0,0 0-2 0,-1 0 6 16,-1 0-3-16,1 0-2 0,-2-1 4 0,0 2 1 0,-1-2 6 16,0 0-7-16,-1-1-2 0,0 0 6 0,-1-2 6 0,1 1 8 0,-1 1-2 15,0-3 0-15,2 0-5 0,1-2-5 0,2-1 6 0,0-1-7 0,0-2 6 16,3 0 3-16,-1-1-3 0,2 0 0 0,1 0 2 0,-1-1-7 15,2 0 4-15,-1-4-2 0,0 0-2 0,1 0-1 0,-1-1-1 0,1 0 3 16,1-3-4-16,1 1 6 0,0-2 3 0,0-1 3 0,1-1 3 16,1-1 2-16,0-2 5 0,1 0 2 0,0-1-2 0,1-1-5 0,-1 0-8 15,1-1 0-15,1-1-2 0,0 1 2 0,3-1 3 0,0-1-6 0,2 0 1 16,2-1 2-16,1-1-2 0,-1-1 1 0,1-1-8 0,3-2-2 16,1-1 6-16,2-2-2 0,1 0 0 0,1-2-7 0,2-1-3 0,1-1-4 15,-1-2 5-15,1-1 2 0,0-1-2 0,-2 1 2 0,-1-2-3 16,1 1-4-16,-2 0 7 0,0 0-2 0,1-1 2 0,-2-2 2 0,0 1-6 15,-1-3-1-15,0 1 3 0,-2-1 0 0,0-2-12 0,0 2 18 0,-2-2-2 16,0 0-6-16,-1-1 16 0,-2 0-20 0,-1-1-3 0,-2 1 9 16,-1 2-1-16,-1-1 3 0,-2 1 0 0,-2 0 0 0,-1 0 3 0,-2-1 8 15,-2 1-6-15,-2 0-1 0,-1 1 1 0,-3 3-3 0,-3-1 3 0,-1 3 0 16,0-1 2-16,-3 3-5 0,-1-1-2 0,0 1 5 0,-2 4-5 16,1 1 4-16,1 3-6 0,0 0-2 0,0 3 4 0,2 2 0 0,-1 2-7 15,0 2 0-15,1 2-7 0,1 3-8 0,0 2 6 0,2 3-9 0,-1 3 3 16,2 2 3-16,-1 4-4 0,0 3-9 0,1 1-14 0,2 5-8 15,-2 0-20-15,1 6-23 0,0 0-35 0,2 1-45 0,3-1-45 0,1-1-71 16,3-1-82-16,3 1-159 0,4-1-192 0</inkml:trace>
  <inkml:trace contextRef="#ctx0" brushRef="#br0" timeOffset="-173456.79">10327 14172 2560 0,'-4'0'149'16,"2"1"-36"-16,-1 1-44 0,2 0-3 0,1 1-15 0,0 1-15 0,2 2-19 16,0 0-13-16,2 3 5 0,1 2-9 0,-1 1-6 0,0 1 12 15,0 1-8-15,1 0 2 0,0 1 5 0,-1 0-5 0,1 0-3 0,-1 0-3 16,0 1-2-16,1 1-3 0,-1 0 4 0,0 0-3 0,-2 1-4 0,1 0-1 16,0-2 1-16,-1 2 1 0,0 0-3 0,0-1-2 0,0 0-4 15,-2-1-10-15,0-1 10 0,1-2 0 0,0-1-5 0,0 0 6 0,0 0-23 16,1-2-9-16,-1 0-5 0,-1-3-22 0,1 0-17 0,0-1-24 15,0-2-23-15,0 0-24 0,0-1-37 0,1-3-52 0,0 0-66 0,0-2-213 16,1 0-19-16</inkml:trace>
  <inkml:trace contextRef="#ctx0" brushRef="#br0" timeOffset="-173205.79">10154 14090 2474 0,'-12'-6'246'0,"-1"-1"-124"0,0-1-41 0,5 1-18 0,5 1-7 16,1 0-19-16,2 0-22 0,2 1-11 0,1-1-6 0,3 0 4 15,1 1 0-15,-1 0 6 0,1 1 3 0,0-1 3 0,-1 2-11 0,1-1-3 16,0 1-1-16,1 1-3 0,1 0 9 0,1 1-3 0,-1 1 0 0,1-1-4 16,0 1 2-16,1 0-3 0,0 0 1 0,0 1-3 0,2 0-8 15,0-1 6-15,-1 1-1 0,2 0-6 0,-3 0 2 0,1 1-9 0,0-1-5 16,-2 1 2-16,2 0-9 0,-1 0-9 0,0 0-15 0,0 0-21 15,-1-1-17-15,1 1-21 0,2-1-23 0,1 0-25 0,1 1-30 0,0 0-61 16,2-1-61-16,2-1-76 0,-1 0-388 0</inkml:trace>
  <inkml:trace contextRef="#ctx0" brushRef="#br0" timeOffset="-172923.8">10769 14546 2520 0,'-7'2'174'0,"0"1"-54"16,-1 1-56-16,2 0-5 0,3-1 4 0,2 2-17 0,1 1-17 15,1 1-11-15,2 3-6 0,2 1-7 0,-1 3 4 0,1-1-6 0,0 3-1 16,-1 1 9-16,1 0-11 0,-1 1 3 0,1 1-1 0,-1 1-9 15,2-2 2-15,-1 1 3 0,0 0-3 0,-1 1-13 0,1-1 4 0,-2 1-22 16,1-2-14-16,0-1-20 0,-1 0-42 0,1-1-37 0,0-2-48 0,0 0-48 16,1-2-63-16,-1-2-93 0,0 0-223 0,0-1-60 0</inkml:trace>
  <inkml:trace contextRef="#ctx0" brushRef="#br0" timeOffset="-172405.8">12307 11617 2021 0,'-17'-10'96'15,"2"0"-7"-15,-3-1-18 0,5 4-12 0,4 2-20 0,3 1-19 0,3 2-20 16,0 1-9-16,1 1-3 0,2 1 7 0,-1 1 2 0,1 1-3 0,0 3 3 16,0 1 3-16,0 3 4 0,0 3 10 0,2 4-2 0,0 2-1 15,1 6 1-15,1 2 5 0,3 3 3 0,3 1 2 0,2 3-3 0,3 3-4 16,2 5-7-16,3 2-2 0,4 4-10 0,1 2-6 0,5 4 15 0,0 1-10 16,3 4 5-16,1-1 2 0,2 1-7 0,0-1 2 0,0-2 8 15,-1-2-2-15,-1-3 3 0,0-2 11 0,-2-3-7 0,3 1 15 0,-2-4 4 16,0-1-1-16,0 2 4 0,-2-3-14 0,-1 0-2 0,0 1-3 15,-2 0 0-15,0-1 2 0,-2 0-7 0,-1-3-1 0,-2-1 3 0,-1 1-1 16,-2-2 6-16,-2-1-10 0,-2 0-8 0,0-3 6 0,-2-1-1 0,-3-2 3 16,0 1 3-16,-2-2-6 0,-1-1-11 0,-1-1-1 0,-1-4-6 15,-1 1-12-15,-1-2-14 0,-1-2-35 0,-2-1-39 0,0 0-48 0,-1-3-49 16,0-1-60-16,-1-2-59 0,1-2-71 0,-1-1-382 0</inkml:trace>
  <inkml:trace contextRef="#ctx0" brushRef="#br0" timeOffset="-171922.8">13421 13376 2261 0,'-10'1'238'0,"-1"0"-125"16,-1 1-31-16,3 3-15 0,1-1-6 0,1 3-24 0,0 0-27 0,1 3-12 16,0 3-1-16,0 2-2 0,0 0 2 0,-2 1-4 0,1 3 2 15,-2 1 3-15,-1 0-3 0,-2 3-5 0,-1 1-6 0,1-1-2 16,-2 1 1-16,1-2-1 0,-1 1-3 0,0-1-9 0,0 0-8 0,-1 1-4 15,-1-1-3-15,0 0 10 0,1 0 5 0,-1-1 8 0,1-1 8 0,-1 0 4 16,2-1 6-16,1-5-2 0,0-1 2 0,3-2 8 0,0-1 4 0,4 0 12 16,-1-1 5-16,1-3-9 0,2 1-2 0,0 0 0 0,2-1-4 15,1 0 1-15,1 0 0 0,1 0-3 0,1 0-5 0,2 1 2 0,1-1 0 16,1 2 1-16,1-1 7 0,-1 1 1 0,4-1-2 0,0 1 2 0,1-2 2 16,2 0-1-16,-1-1 1 0,3-1 2 0,0-1 0 0,1-1-5 15,-1-1 2-15,3-1-5 0,0-2 0 0,1-1 3 0,-1-1-1 0,1-2-1 16,0-1 3-16,-1-2-4 0,1-1 1 0,-1-1 3 0,-1-1-6 15,-1 0 7-15,2-1 1 0,-1-2-3 0,0-2 4 0,-1 1-15 0,1-1 10 16,0 0 0-16,-2 0-5 0,0-2 11 0,-1-2-12 0,-1 1-5 0,-2-1 3 16,1-1-1-16,-1 0-1 0,-1-1 1 0,0-2-6 0,-2 2 3 15,-1-1 2-15,0 0-4 0,-1-1-3 0,0-1-2 0,-2 1-5 0,-2 0 2 16,-1 2 3-16,-2 0-4 0,-2 2 5 0,-2 0 7 0,-2-1 1 0,-2 0 5 16,0 1 0-16,-4-1-6 0,-3 1 5 0,-1 2-12 0,-2 1 3 15,-1 2 6-15,-3 2-1 0,0 1 5 0,-2 1-4 0,1 1-8 0,-1 0-2 16,1 3-5-16,0 1-10 0,0 1-3 0,0 2-7 0,0 1 2 0,1 2 3 15,2 1-8-15,1 3-1 0,2 0-2 0,2 3-10 0,3 1 1 16,1 3-17-16,2 2-13 0,1 2-17 0,1 1-30 0,3 1-4 0,0 2-28 16,4 2-39-16,1 1-43 0,3 1-51 0,2 1-56 0,3-2-319 15</inkml:trace>
  <inkml:trace contextRef="#ctx0" brushRef="#br0" timeOffset="-171556.8">13973 13282 2122 0,'-1'3'94'0,"0"0"-36"0,1 2-8 0,0 1-2 0,2 2-10 15,1 2-15-15,1 2-15 0,2 2-11 0,1 1 1 0,-1 2 1 0,0 0 4 16,0-2 3-16,-3 2-6 0,1-1 0 0,-2 0-6 0,0-2-2 0,-1 1 7 16,-1 0 1-16,0 1 3 0,-1-3 0 0,0-1-2 0,-2 0 3 15,0-2 5-15,-1 0-1 0,0-1-2 0,-1 0 2 0,0 0-4 0,0 0 1 16,-2-1 7-16,1 0-7 0,-1-1-7 0,-1 0 1 0,1 0 1 0,-1-1 1 15,-1 0-1-15,3 1 4 0,-4 0-8 0,1-1 6 0,0 0 0 16,1 0-2-16,2-1 0 0,2-1-2 0,-1-1 2 0,2-1 0 0,1 0 2 16,0-1-1-16,2 0 2 0,-1-1 5 0,1 0-3 0,0 0 6 15,0 1 0-15,1-2-2 0,0 1 2 0,0 0 0 0,1 0-3 0,0 0 2 16,1 0-2-16,0 1-2 0,1 0 4 0,0 0-5 0,-1 0 1 0,2 0-1 16,0 1-5-16,0-1 1 0,1 2 1 0,0 0-2 0,-1 0-3 15,0 1 1-15,0-1-1 0,0 1 1 0,1 0-1 0,-1 0-5 0,0 1 0 16,1-1-5-16,-1 1 2 0,0-1-3 0,0 0-2 0,0-1 2 15,0 1-8-15,-1-1-1 0,1 0-8 0,0-1-11 0,0 0-12 0,0 0-25 16,0 0-22-16,-1-1-32 0,2-1-28 0,0 0-36 0,-1 1-46 0,1-1-32 16,1-2-55-16,-1 0-288 0</inkml:trace>
  <inkml:trace contextRef="#ctx0" brushRef="#br0" timeOffset="-171321.8">13869 13306 1873 0,'-9'-3'189'0,"0"0"-84"0,-2-2-13 15,3 1-8-15,3 0-6 0,1 1-24 0,1 0-26 0,2 2-4 16,1 0-7-16,0 0 12 0,1 0 17 0,0 0 4 0,0 0-3 0,0 0-10 16,1 0-1-16,1 0-9 0,1-1 4 0,2 1-12 0,1 0-13 15,2 0 3-15,1 0-9 0,1 0 8 0,2 0 1 0,2 0-11 0,1 0-1 16,-1 0-7-16,0 0-1 0,1 0 5 0,0 0-4 0,0 0-7 0,1 0-9 15,-1 0-8-15,1 1-2 0,-2 1-8 0,1 0-14 0,0 0-20 16,-1 0-42-16,-2 2-35 0,2 0-60 0,1 1-85 0,-1 0-87 0,2 1-114 16,2-1-171-16</inkml:trace>
  <inkml:trace contextRef="#ctx0" brushRef="#br0" timeOffset="-171023.8">14363 13475 2577 0,'-2'0'140'0,"-1"0"-31"0,-1 0-22 0,4 0-11 16,0 0-26-16,2-1-40 0,2 1-18 0,0-1-11 0,3 1 2 0,2-1 6 16,0 2 1-16,2-1 8 0,-1 1-1 0,1 1-4 0,-1 0-3 0,1 1-5 15,-1 1-6-15,1 0-1 0,-2 1 1 0,0 2-8 0,-1 0-8 16,-1 1-5-16,-1 1-9 0,-1 1-8 0,-2 4-3 0,-1 1-8 0,-2 2-6 16,-1 2 0-16,-1 2 2 0,-2 2 3 0,-1-1 5 0,-2 3 13 0,-2-1 16 15,1-1 33-15,-3-1 27 0,1-5 20 0,1-1 26 0,1-3 12 16,2-2 10-16,0-2 4 0,3-1-7 0,1-1-10 0,0 0-10 0,2-1-17 15,1-1-11-15,1-1-16 0,0-1-4 0,2 0-10 0,1 0 4 16,1-1-2-16,1 0-7 0,2-2 0 0,2 0-5 0,0-2-10 0,1 0 1 16,2-2-11-16,1 0-13 0,2-2-7 0,-2 0-11 0,2-2-14 0,-1-1-13 15,1 1-20-15,-1-3-13 0,1 0-18 0,0-3-30 0,0-1-40 16,1-2-83-16,3-3-135 0,-1-5-416 0</inkml:trace>
  <inkml:trace contextRef="#ctx0" brushRef="#br0" timeOffset="-170622.74">12655 11429 2413 0,'-34'-14'230'0,"4"3"-143"16,-2-1 0-16,14 7-28 0,11 5-20 0,5 0-33 0,3 1-21 0,6 4-3 15,6 3-3-15,7 4 18 0,7 4 5 0,6 3 3 0,3 4 7 0,5 3-12 16,3 1-7-16,3 2 7 0,3 2-4 0,3 3-2 0,2 3 9 16,2 3-11-16,4 3 1 0,2-1 5 0,2 1-4 0,4 2-1 0,5-1 5 15,2-1-8-15,4 0 7 0,1-3 0 0,2-3-1 0,2-2 6 16,4-5-8-16,2-2 1 0,0-4 0 0,3-2 6 0,-2-4 6 0,-1-3-2 15,1-2 3-15,-2-2 7 0,-2-3-5 0,-1-3 12 0,-3 0-5 0,-1-2-7 16,-4-2 5-16,-2 0-8 0,-1-1 6 0,-4 0-3 0,-3 1-1 16,-2 0-2-16,-4 1-6 0,-3 0 4 0,-3 1-3 0,-4 0-2 0,-4 2 0 15,-2 2-12-15,-1 2 4 0,-4 0-11 0,-3 1-15 0,-3 1-3 0,-4-1-16 16,-4 1-21-16,-5 2-13 0,-3-1-21 0,-4 1-14 0,-4-1 1 16,-3 1 1-16,-3 1-4 0,-2 0-24 0,-3-1-57 0,-2 0-91 0,-2 1-130 15,-3 0-284-15</inkml:trace>
  <inkml:trace contextRef="#ctx0" brushRef="#br0" timeOffset="-169956.74">16276 12400 2842 0,'-7'0'190'15,"1"0"-117"-15,0 2-31 0,3 3-19 0,2 3-22 0,2 3-2 16,3 6-10-16,4 6-5 0,1 4 11 0,3 5-4 0,0 2 6 0,1 0-6 16,-2 0 4-16,0 0 7 0,0 1-4 0,-1 1 0 0,0 4-10 0,-1-2-9 15,-2 3-1-15,1 0 3 0,-1-1-5 0,0 0-4 0,-1-2 9 16,-1-4-3-16,0 0-1 0,0-3 2 0,0-1-2 0,-1-4 1 0,0-2 2 15,-1-3 0-15,0-3-8 0,0-4 10 0,-2-2-5 0,1-3 7 0,-1-3 12 16,-1-1-1-16,0-3 15 0,0-1 2 0,0-1-9 0,-2-1-34 16,0 1-26-16,-1-2-4 0,-2 0-10 0,2 1 18 0,-3-3-24 0,1 0-27 15,-2-1 0-15,-1-1 16 0,-2-1 45 0,-1-1 33 0,-1-1 13 0,0 0 4 16,-2-1-1-16,-1 0-1 0,-1 0 3 0,0-1 2 0,-4 1-6 16,0 0-4-16,-1 0-3 0,-3 0-4 0,-1-1 8 0,0 0 5 0,-1 0 11 15,1 2 16-15,-1-1 15 0,4 0 17 0,-1 0 10 0,3-1-4 16,3 0-9-16,2 0-14 0,0-1-11 0,2 1-10 0,1-1-9 0,4 1-9 15,0 0-2-15,3 0-6 0,3-1-1 0,1 1 2 0,2 0-7 0,2 2 5 16,1 1 0-16,2-1 2 0,3 1 3 0,2 1-5 0,3 1 1 16,1 2-1-16,0 1-1 0,3 2 5 0,2 3-4 0,1 0 2 0,0 3 3 15,3 1-4-15,0 1 9 0,3 0-2 0,1 2-6 0,-1-1-1 16,2 2-2-16,0 0-1 0,1 0 5 0,-1-1-1 0,2-1-2 0,-1-2 0 16,-1-1 1-16,-1-1 1 0,0-2 3 0,-2-2 1 0,0-1 1 0,-1-2-1 15,1-2 2-15,-3 1 0 0,-2-2-6 0,-3-1 1 0,-1 0-1 0,-2-2-1 16,-1-1 11-16,2-1-9 0,-2-1-3 0,-1-1 3 0,-1-2-1 15,-1 0 4-15,-1-1 4 0,-2-2-3 0,0-1 1 0,-1-2 0 0,-3-1-1 16,0-2-4-16,-3 0-3 0,-3-3-13 0,-1 0 6 0,-3 1 1 16,-3-3-4-16,-2 0 12 0,-3 0-9 0,-1-1 1 0,-1 1 7 0,-3 2 2 15,-1-1 2-15,-2 3 5 0,-2-1 0 0,-1 2 0 0,-2 2 5 0,0-1-4 16,1 3 1-16,1 0-7 0,1 1-7 0,-2 3-1 0,1 3-2 16,-1 0-7-16,0 2 1 0,1 2-4 0,0 2 3 0,2 2-6 0,-1 1-8 15,1 3 1-15,1 2-9 0,0 2-3 0,1 2 0 0,3 2-10 16,-1 2 0-16,2 2-2 0,1 3-6 0,1 0 2 0,1 4-11 0,3 1-8 15,1 2-13-15,2 1-27 0,4 0-27 0,-1 0-23 0,4 2-34 0,1-1-23 16,4 1-40-16,2 0-103 0,3 0-137 0</inkml:trace>
  <inkml:trace contextRef="#ctx0" brushRef="#br0" timeOffset="-169740.74">16940 12666 1655 0,'-1'-1'569'0,"0"1"-454"0,1-1-45 0,1 1-8 0,1 0-5 15,0 0-11-15,1 2-22 0,2 0-14 0,1-1-12 0,0 3 12 0,2 0 4 16,-1 2 0-16,-1 1 2 0,0 0-9 0,-1 2 1 0,0 2 2 0,-1 0-1 16,0 1-4-16,1 2-5 0,-1 2 2 0,0 1-4 0,-1-1 1 15,0 2-4-15,0 1-5 0,-1-2 2 0,1 2-2 0,0 0 4 0,0 0-12 16,0-1 1-16,-1 0-6 0,1-1-9 0,0-2-2 0,0-2-16 16,0-2-9-16,0 0-15 0,0-2-8 0,1-2-4 0,-2-2-8 0,1-1-10 15,-2-1-10-15,0-3-33 0,0-1-57 0,0-3-71 0,0 0-114 0,-1-6-249 16</inkml:trace>
  <inkml:trace contextRef="#ctx0" brushRef="#br0" timeOffset="-169555.74">16686 12505 2514 0,'-10'-6'118'0,"-1"0"-26"0,-1-1-12 0,3 1-18 16,3 1-15-16,2 0-37 0,2 1-25 0,1 2-9 0,2-1-1 15,1 1 10-15,0-1 3 0,1 0 4 0,1 1-7 0,1 0 0 0,1-1 2 16,2 2-7-16,2-1 1 0,1-1-6 0,3 2-2 0,1-1 6 15,1 0 0-15,1 0-5 0,2 1-9 0,1 0-3 0,0 0-6 0,0 0-3 16,1 1-5-16,0-1-11 0,1 1-19 0,0 0-23 0,-1 0-30 0,2 0-30 16,-1 1-24-16,0 1-23 0,3 0-15 0,-1 2-11 0,3 0-27 15,1 1-271-15</inkml:trace>
  <inkml:trace contextRef="#ctx0" brushRef="#br0" timeOffset="-169156.74">17593 12644 582 0,'-2'0'296'0,"1"-1"-166"16,-1 1-21-16,0 0 5 0,1-1-6 0,-1 1-19 0,1 0-22 15,0 0-12-15,1 0-1 0,0 0 0 0,0 1 10 0,0-1-4 0,0 0-5 16,-1 0-8-16,1 0-5 0,1 0-6 0,0 0 0 0,1 1 5 15,0-1-8-15,2 1-2 0,0-1-5 0,1 1-14 0,2 1 1 0,1 0-9 16,0 2 0-16,1 0-2 0,1 0 14 0,0 2-2 0,-1-1 3 0,2 3-6 16,0 0-20-16,0 1 4 0,0 1-9 0,-1 0 1 0,-1 1-4 15,-1 0-2-15,-1 1 4 0,-1 0 2 0,-1 0 5 0,0 0-4 0,-2-1 2 16,0 0 2-16,-1-1-2 0,-1-1 4 0,-1 0-2 0,0 0 2 0,-1-2 5 16,-1 2-1-16,1-2 6 0,0-1 2 0,0 0-3 0,0-2 1 15,1 1-1-15,1-1 1 0,0 0-1 0,2-1-10 0,1 0 3 0,2-1-5 16,0 0 4-16,3 0 5 0,1 0-9 0,3 0 5 0,3 1 1 15,1 1 6-15,4 0 2 0,0 2 7 0,0 1-1 0,1 1 5 0,-1 1 8 16,-2 1 3-16,2 2 7 0,-1 2-4 0,-1 2 4 0,0 2-9 0,0 0 7 16,-2 4 1-16,-2 3-15 0,0 0-3 0,-1 4-17 0,-2 2-10 15,-2 3-9-15,-2 1-18 0,-5 2-42 0,-4 4-76 0,-6 2-117 0,-6 8-210 16,-11 9-409-16</inkml:trace>
  <inkml:trace contextRef="#ctx0" brushRef="#br0" timeOffset="-167906.78">10544 13219 428 0,'-42'-19'95'0,"-3"-3"24"0,-14-2 21 16,5 4-17-16,5 5-29 0,0 1-28 0,-2 4-10 0,0 0-7 0,-1 4-7 16,-3 2 1-16,0 2-4 0,-1 4-8 0,-1 2-3 0,0 4-6 15,-2 2-5-15,-1 4 1 0,0 3-3 0,-1 2-2 0,0 2 2 0,3 4 2 16,1 1 2-16,1 3-2 0,1 3 0 0,2 4 14 0,-1 1-1 0,4 6 6 16,2-1-2-16,1 2-13 0,2 4 0 0,2 2-5 0,5 3 1 15,3 1-6-15,3 1-7 0,4 2 0 0,4 4-16 0,3 3 9 0,5 4 0 16,1 0-2-16,5 2 9 0,3-1-6 0,3 0 0 0,4 1 2 15,3 0 1-15,1-1-7 0,4 1 7 0,4-2 3 0,1-2 4 0,5-2 2 16,2-1-3-16,2-2-2 0,5-1-5 0,1 1 0 0,2-1-2 0,1-2-8 16,3 0 6-16,3-3 5 0,2 0-1 0,1-1 6 0,2-2-6 15,3 0-7-15,3-3 4 0,1-2-4 0,3-4-1 0,2-3 1 0,1-1 2 16,2-3 3-16,1-2 2 0,1-4 2 0,1-2-4 0,1-3 7 0,2-3 0 16,0-2 7-16,0-1-7 0,0-2-8 0,1-2-2 0,-2-3 5 15,0-2 13-15,1-4 11 0,-3-2 5 0,-1-3 1 0,-3-6 12 0,-1-1 8 16,-4-5 13-16,-2-3 0 0,-3-5 2 0,-4-3 2 0,-2-2 8 15,-4-4 12-15,-2-3 3 0,-4-5-3 0,-1-5-8 0,-2-2-13 0,1-4-5 16,-1-4-7-16,0-2-11 0,-2-3 0 0,-3-3-16 0,-1-1-3 0,-2-1-4 16,-2-3-8-16,-1-2 0 0,-1 0-2 0,-2 0 0 0,-3-2-5 15,-1 1 7-15,-3 0-8 0,-1-3-1 0,-2-1-3 0,-2 0 5 0,-2-3 2 16,-3 1-3-16,-3 2 2 0,-1-2-2 0,-4 0-2 0,0 0 4 0,-2 0 1 16,-3 3 0-16,-1-3-12 0,0-1-7 0,-4 0-3 0,-1-1-11 15,-4 1 7-15,-4 2-10 0,-1 2 7 0,-3 3-11 0,-4 7 1 16,-1 4-5-16,-2 5-12 0,-6 5 16 0,-1 3-8 0,-4 6 2 0,-4 6 4 15,-1 4-3-15,-1 6 9 0,-2 5 6 0,-1 7 4 0,-1 4 3 0,-1 5-9 16,2 4 10-16,0 4 3 0,2 6-1 0,3 3 7 0,4 4-3 0,4 1-7 16,3 5 1-16,4 1 0 0,5 3-6 0,4 1-18 0,6 2-26 15,6 1-17-15,6 3-15 0,6 2-25 0,6 1-13 0,6 3-29 0,6 3-25 16,8 0-10-16,8 2-22 0,7 1-63 0,9 1-251 0</inkml:trace>
  <inkml:trace contextRef="#ctx0" brushRef="#br0" timeOffset="-167289.68">13917 13267 1074 0,'-3'-26'126'16,"0"-2"-8"-16,-2-7-2 0,0 5-18 0,0 3-19 0,-2 1-18 15,0 0-16-15,-1 0-5 0,-2 2-3 0,-1-1-9 0,-4 2-4 0,-1-1 2 16,-1 0-7-16,-4 1-3 0,-1 2 7 0,-2 3-7 0,-3 3 3 0,-2 2 0 16,-6 1-3-16,0 1 1 0,-4 3-9 0,-2 3 0 0,-3 3-1 15,-1 4-2-15,-2 5 5 0,0 4 0 0,1 5-2 0,0 4 8 0,-1 4-2 16,2 6 6-16,1 4 2 0,0 3-5 0,2 4 1 0,3 3-7 0,2 2 9 16,4 5-1-16,3 3-9 0,3 0 12 0,3 1-7 0,5-1-3 15,3 0 11-15,6-1-16 0,4 2 1 0,7-1-2 0,5 1-3 0,5-2 0 16,4-2-5-16,3-1-5 0,5-2-7 0,3-2 8 0,3-2 0 15,5-3 2-15,2-2 11 0,3-1-7 0,3-4-7 0,3 0 1 0,2-3-3 16,1 2 1-16,2-1 2 0,1 0 2 0,2-2-5 0,0-1 3 0,2-3-3 16,2 2-1-16,0-2-2 0,2 1-3 0,2-2-5 0,0 1-2 15,3-2 1-15,-1-3-5 0,2 0 12 0,0-2 4 0,0-2 0 0,1-1 3 16,-1-1-3-16,-1-3-7 0,-1-4 1 0,-5-3 5 0,-3-4 8 0,-4-3 6 16,-5-4 8-16,-1-5 11 0,-2-4 5 0,-4-4 7 0,0-1 14 15,-3-3 1-15,-4-3 14 0,0-2 1 0,-3-3-6 0,1-2-4 0,-1-2-11 16,0-1 0-16,-1-1 1 0,-1-2-2 0,-1-2-1 0,-3-1-3 15,-1-1-8-15,-2 1 0 0,-2 1 0 0,-2-1-4 0,-3 0-6 0,-1 1 7 16,-4-1-5-16,0 1-2 0,-3 0 7 0,-2 0-10 0,-3-3-9 0,-3 2-1 16,-2-3 3-16,-3-3-8 0,-1 0 1 0,-4-1-4 0,-2 0-13 15,-2-1 9-15,-2-2-4 0,-4-1-4 0,-2-2-4 0,-2-3-12 0,-4-4-6 16,-2-2 3-16,-2-1 6 0,-3-1-4 0,-2 1 6 0,-2 1-6 16,-2 3-6-16,-2 2 7 0,-3 2-1 0,-1 6 9 0,-1 3 4 15,0 7-2-15,-2 5 6 0,-2 7 5 0,-2 3 6 0,-1 7 9 0,1 2 7 0,1 4 0 16,2 6 7-16,2 4-8 0,1 4-5 0,0 6-3 0,3 4-5 15,1 3 1-15,0 5-1 0,3 4-5 0,1 5 1 0,1 4 0 0,-1 5-7 16,4 6-3-16,1 3-7 0,1 4-3 0,3 3-2 0,1 3-13 0,3 1-17 16,2 4-32-16,5 1-24 0,5 2-32 0,5 1-29 0,6 0-28 15,5 1-53-15,5 0-33 0,8 1-69 0,6 0-243 0</inkml:trace>
  <inkml:trace contextRef="#ctx0" brushRef="#br0" timeOffset="-166706.68">16513 12239 2225 0,'-17'-9'117'0,"0"0"-39"16,-6-1-21-16,4 3-23 0,4 3-18 0,0 3-15 0,1 3-2 15,1 3-9-15,0 3 2 0,-2 3 5 0,-1 4-1 0,-3 3 4 0,1 6 0 16,-3 2-2-16,-2 4 5 0,0 4 0 0,-3 3 11 0,1 2 4 0,-2 4-6 16,2 3-1-16,2 1-12 0,1 1 6 0,3 2-1 0,3 1 3 15,2 4 5-15,1-1-12 0,3 4 0 0,4-1 2 0,2 1-4 0,5 0-4 16,2-2-2-16,3-2-14 0,4 0 17 0,5-2 0 0,3-3 4 0,1-2 9 16,6-3-16-16,1-4 0 0,2-2 3 0,4-2 1 0,2-2 0 15,2-4 4-15,6 0 5 0,1-6-3 0,2 1 4 0,5-3-3 0,0 0 0 16,5-1 5-16,2-2-8 0,3 2 2 0,2-1-4 0,0-1 2 15,3-3 3-15,0 0 1 0,3-3-11 0,-3-3-5 0,-1-1 1 0,2-2 3 16,-1-1 11-16,0-2 3 0,-2-3-3 0,-3-3 2 0,-2-3 0 0,-2-1 18 16,-1-3 11-16,-1-3-1 0,-4-2 1 0,-2-3-8 0,0-2-5 15,0-3 7-15,0-1 8 0,-3-2-6 0,-1-1-1 0,-1-1-2 0,-1-2-3 16,-1-1 4-16,-1-2-9 0,0-1-2 0,-3-3-5 0,-1 1-7 0,-3 0 8 16,-1-1-1-16,-3 0 4 0,1-2-4 0,-4 0-16 0,1-2 16 15,-1 0-1-15,0-1 1 0,-3-1 12 0,-2 0-17 0,-1-1 1 0,-3 0 3 16,-2-2-11-16,-1-1 0 0,-2 1 0 0,-2-2 0 0,-1-1 3 15,-3 1-4-15,0-2-24 0,-2-1 8 0,-1-1-2 0,-2-3 4 0,-1 0 16 16,-2 0-16-16,-2-2 5 0,-2-2-1 0,-1-1-1 0,-3-1 11 0,-2 1-11 16,-4 1-14-16,-2 2 4 0,-3 2 2 0,-5 0 5 0,-3 2 8 15,-4 1-5-15,-3 3-11 0,-4-1 3 0,-5 2 0 0,-5 1 5 0,-7 5 2 16,-8 6 3-16,-5 3 2 0,-5 7 7 0,-5 4 5 0,-3 7 0 0,-3 5 6 16,-1 6-4-16,-4 7 4 0,-2 5 2 0,-2 8-6 0,-1 5 1 15,2 6-1-15,0 5-6 0,1 7 5 0,2 3-6 0,0 5-4 0,0 5 0 16,0 5-5-16,1 4-8 0,1 4-25 0,0 4-25 0,2 4-39 0,1 1-60 15,1 3-69-15,2 2-77 0,2 3-140 0,0 4-496 0</inkml:trace>
  <inkml:trace contextRef="#ctx0" brushRef="#br0" timeOffset="-165206.77">10609 15737 810 0,'-4'-1'146'0,"0"1"9"0,-1 0-35 0,3 1-20 0,-1 0-11 0,2 0-20 15,-1 1-9-15,1 1-7 0,0 1-5 0,0 1-7 0,0 0-6 0,3 2-2 16,0 1-10-16,0 2 1 0,1 1-6 0,-1 1-2 0,1 2 0 16,0 0 1-16,0 2 13 0,1 1-1 0,0 3 11 0,1 0-2 0,0 1-3 15,1 2 0-15,0-1-3 0,1 1 2 0,-2-1-8 0,1-1 2 0,1 0-6 16,-1-1-10-16,2 0 7 0,-1 0-7 0,1 0-1 0,0-3-4 16,-1 0 2-16,0-2-1 0,0-2 4 0,0-2-3 0,0 0-8 0,-2-1 2 15,0-2 0-15,-1 0 3 0,0-1-3 0,-1-1 2 0,1-2-7 16,-2 0 2-16,1-2 3 0,0 1-7 0,-1-1-1 0,1-2-4 0,1 1-10 15,0-1-4-15,1-1-19 0,0-1-35 0,1 0-34 0,0-1-58 0,1 0-104 16,-2 2-82-16,0 1-372 0</inkml:trace>
  <inkml:trace contextRef="#ctx0" brushRef="#br0" timeOffset="-164973.77">10655 16229 1738 0,'-10'6'156'0,"2"2"-36"0,-2 2-18 16,4 0-28-16,3 0-14 0,2 2 2 0,0 4-22 0,2 1-2 16,1 1-2-16,1 2-4 0,0 1 12 0,-1-1-5 0,0 2-7 0,1-1-23 15,0-1 7-15,1 0-3 0,0-1-2 0,1-1 5 0,1-1-21 0,0-3 2 16,1-1 5-16,2-2 1 0,1-3-2 0,1-2-2 0,1-2-2 16,1-2-5-16,1-4 1 0,0-1-2 0,0-3-7 0,2-2-5 0,2-3-15 15,-1-3-10-15,1-3-11 0,3-2-24 0,0-2-18 0,1-2-36 0,0-1-29 16,1-1-51-16,1 0-68 0,2-2-82 0,1 0-391 0</inkml:trace>
  <inkml:trace contextRef="#ctx0" brushRef="#br0" timeOffset="-149172.03">13250 11006 89 0,'-2'-1'101'0,"1"0"-20"16,-1 0-6-16,2 1-7 0,-1-2-13 0,1 0-14 0,0 1-6 0,1-1-13 16,0 1-4-16,1 1-6 0,0 0-1 0,0 0 3 0,1-1-1 0,0 1 4 15,-1 0-6-15,1 0 7 0,-1 0 2 0,1 0 1 0,1-1 3 16,1 0 1-16,1-1 6 0,2-1 4 0,0 1 6 0,2-1 0 0,1 0 0 16,1 0 1-16,2-2-1 0,1-1-1 0,1 0-3 0,1-2-2 15,3-1-2-15,2 0-3 0,3 0-3 0,2-1-4 0,1-1-2 0,2 1-4 16,-1-3 0-16,2 0-3 0,0 0-3 0,2 0-3 0,-1 1-2 15,2 0-1-15,-3-1-1 0,1 1 0 0,-2-1-2 0,-1 1-3 0,0-1 1 16,-1 0 2-16,-3 1 5 0,1 1-2 0,-3 2-3 0,-1-1 2 0,-1 1-11 16,-1 0-2-16,-1 2-3 0,1 2-18 0,-2 1-18 0,-2 1-66 0,-1 3-109 15,-2 0-408-15</inkml:trace>
  <inkml:trace contextRef="#ctx0" brushRef="#br0" timeOffset="-145872.03">12182 11558 26 0,'26'16'20'0,"2"2"1"0,8 4 5 15,-3-3 4-15,-1-1 7 0,0-1-1 0,3 1 3 0,1-3-1 0,1-1-1 16,2 0 2-16,1-1-4 0,0-1-3 0,3-1 3 0,0-1-2 0,1-3 1 15,4 0-2-15,-1-1 1 0,3-3 2 0,1-2 3 0,-1-3 5 16,3-3 5-16,3 0 1 0,1-2 4 0,2-1 5 0,1-2 3 0,1 0-3 16,2-1-6-16,0-1-5 0,0-1-6 0,2-1 1 0,-1 0-3 0,0-3-6 15,2 0 1-15,-3-1-3 0,0 2-3 0,-2-2-2 0,1 0-1 16,0 0-2-16,1-2-3 0,1 0-5 0,0-1-4 0,0-1-4 0,0 0 0 16,1 1-5-16,-1-1 0 0,-2-1-1 0,1 4 5 0,-2-3 9 15,-3 2-3-15,-2 1 1 0,-3-1-5 0,-3 0-5 0,-2 2 4 0,-2-2-1 16,-4 0 2-16,-2 2 3 0,-1-3-5 0,-3 1-2 0,-1 1 2 0,-2-2-1 15,-1 0 3-15,1 1 2 0,-1-4-4 0,0-1 2 0,-2 1 0 16,-3-2 1-16,-2 2 0 0,-3 0 2 0,-2-2 3 0,0 1 1 0,-3-2 7 16,0 1-4-16,-3-2 0 0,-1 1 8 0,-4 0 0 0,0-1 5 0,-1-1 2 15,-2 0-7-15,-2 0-7 0,-2-2-4 0,-1 3-1 0,-1-2 0 16,-2 1-3-16,-1 0-1 0,-1 1-5 0,-2-3 4 0,-2 1-4 0,-2-1 1 16,-1 0-1-16,-2 2-2 0,-2 1-4 0,-2-1 4 0,-1 0 1 15,-3 0-10-15,-2 0 3 0,-1 1 2 0,-3 0 0 0,-3-1 6 0,-2 1 1 16,-2 0-3-16,-2 2-2 0,0-1 2 0,-2 1 0 0,-2 2 0 0,-2-1-2 15,0 1-1-15,-2 1 0 0,0 0 4 0,-1 0-5 0,0-2 2 16,-2 1 1-16,1 1-5 0,-2 2 3 0,-1 1-3 0,0 3 2 0,-1-1 1 16,1 0 0-16,-2 3-2 0,-2-2 2 0,-3 2-1 0,-2 2-2 0,-1 0-4 15,-1 3 1-15,-1 0-1 0,0 0 2 0,0 0 3 0,-2 3 1 16,2 1-2-16,-1 0 4 0,-2 3 2 0,1 2-1 0,-2 1-1 0,0 0-2 16,-2 4 1-16,1 1-2 0,1 1 1 0,0 1-2 0,3 2-1 15,0 0 8-15,-1 2 0 0,1 0 2 0,1 2 1 0,0 2-10 0,1 0 0 16,0 3 2-16,0-1-3 0,1 4 8 0,1 1-7 0,0 1 2 0,-1 4 2 15,0 1-4-15,0 3 3 0,2 1 0 0,0 0-4 0,0-2 1 16,3 4 2-16,0-1-3 0,1 3 2 0,3 2-3 0,1-2-2 0,2 4 7 16,1-2 7-16,2 0 0 0,2 3 2 0,3-1-3 0,1-1-5 0,5 2 1 15,3 0-1-15,3 0 1 0,2 1-2 0,2-2 1 0,4-2 0 16,1 1 1-16,3-2-2 0,4 2-6 0,2-3-1 0,4 0 3 0,3-1 1 16,2-3 2-16,3 1 1 0,3-3-3 0,2 0 4 0,1-3 1 15,4-2-5-15,1-1 2 0,3-3-2 0,0 0-1 0,3-2 5 0,2-3 0 16,0 0-2-16,2-2 1 0,1-2-1 0,1-1 1 0,2-1 2 0,0 0-2 15,1 0-5-15,-1 0-6 0,1-1 2 0,-2-1 1 0,1 0 7 16,-1 1 1-16,0-1-5 0,-2-1 3 0,-1 0-3 0,-1 0 4 0,-1 0 2 16,0-2 1-16,0 2-5 0,-2-1-2 0,0 0 5 0,-1 0-10 0,-3 0 8 15,0-1-2-15,-2 1-4 0,-1 0 4 0,0-1-6 0,-3 1-2 16,1-1-3-16,-1 0-4 0,0 0-4 0,0 2-9 0,0-1-23 0,-1-1-31 16,2 1-31-16,0-1-27 0,1 1-23 0,0-1-28 0,0 0-46 15,3-1-324-15</inkml:trace>
  <inkml:trace contextRef="#ctx0" brushRef="#br0" timeOffset="-134271.93">11966 10016 534 0,'-8'-2'73'0,"0"0"-3"0,-4-2 5 0,1 1-17 0,2 1-6 0,-2-1-10 16,0 1-4-16,-1 0-1 0,1-1-9 0,0 0-6 0,-1 0-9 0,0-1-7 15,-1 2 2-15,1-2-2 0,1-1-2 0,1-1 3 0,0-1-4 16,2 0 2-16,1-2-3 0,2 0-2 0,1 0 4 0,2 0-4 0,1-1 6 15,2 0-3-15,1 0 3 0,2 1 0 0,1 0-1 0,2 1 1 0,3-1-2 16,2 0 2-16,3-1-2 0,5-2 0 0,3-2-3 0,3-1-1 16,4-3 5-16,5-1-2 0,5-2 8 0,6-2-2 0,6-3 0 0,6 0 2 15,4-2-4-15,5-1-9 0,5-1 2 0,2 1-3 0,3-1 6 16,6 4 6-16,-1 0-2 0,5 3 0 0,3 2-9 0,1 3 2 0,3 2-2 16,2 5 4-16,1 1-3 0,4 5 0 0,0 2 3 0,3 3-4 0,2 3 2 15,-1 4-7-15,0 3 3 0,2 4 2 0,1 3 0 0,-1 5 4 16,1 2-7-16,-3 2-1 0,0 4-2 0,-2 3 5 0,-1 0 0 0,0 6 2 15,-3-1-5-15,-5 4-6 0,0 4-3 0,-6 0-6 0,-2 4-4 0,-2 1 3 16,-5 0-1-16,-2 4-2 0,-5-1-7 0,-6 4-6 0,-5-3-9 16,-4 1 2-16,-5 0 7 0,-3 2 13 0,-3 3 14 0,-6 3 10 0,-4 3 9 15,-5 2 2-15,-6 2 2 0,-7 3 10 0,-6 1 5 0,-6 1 10 16,-5 2 7-16,-7 1 0 0,-4-1 4 0,-5 1 3 0,-6-4-1 0,-4-3 10 16,-3-4 1-16,0-5-3 0,-2-6 5 0,-1-5-15 0,-4-4-6 0,-3-3-9 15,-5-3-5-15,-3-3-4 0,-8-1-6 0,-5-3 0 0,-6 1-3 16,-9-2-2-16,-5 0-6 0,-7-2-5 0,-4 0-6 0,-7 0 6 0,-4-2 2 15,-5 0-1-15,-5-2-2 0,-2-1-9 0,-5-2-2 0,-2-2-2 0,0-2-7 16,-4-3-11-16,0-2-2 0,2-1 1 0,-1-2 2 0,3-1 11 16,2-2 4-16,2-2-9 0,4-1-3 0,2 0-3 0,5-1-6 0,2-2 6 15,5 0 3-15,4-2-6 0,8-1-5 0,5-1-8 0,7-2-17 0,9 0-27 16,6-3-52-16,7-2-101 0,6-1-218 0</inkml:trace>
  <inkml:trace contextRef="#ctx0" brushRef="#br0" timeOffset="-131471.93">16311 15351 10 0,'0'0'13'0,"0"1"1"16,1 0 1-16,-1 0-1 0,0-1-2 0,0 1 3 0,0 0 0 15,1-1-2-15,-1 1-7 0,0 0-12 0,0 0-25 0,0 1-49 0</inkml:trace>
  <inkml:trace contextRef="#ctx0" brushRef="#br0" timeOffset="98000">14350 12738 293 0,'-3'-7'77'0,"0"1"-39"0,-2-4-13 0,1 3-18 0,1-1-14 15,-1-1-13-15,1 1-7 0,1-2-8 0,-1 1-4 0,2 0 2 16,0 0 2-16,0-1 5 0,-1 0 3 0,0-2 7 0,-1 1 4 0,0-2-2 16,-2 1-1-16,1-1 0 0,-1 2 7 0,-2 1 4 0,0-2 7 0,0 1 6 15,-2 0-1-15,0 0 2 0,-1 0 0 0,0 3 0 0,0-2 1 16,-1 1-1-16,0 0-2 0,1 0-1 0,-2 1 0 0,1 0 1 0,-1 1 0 16,-1 0 2-16,0 1 1 0,0 0 2 0,1 0 3 0,-2 1 4 15,-1 0 0-15,0 1 3 0,1 0-1 0,-1 1 1 0,2 1-2 0,0 0-1 16,2 0-2-16,2 2 0 0,-1 0 0 0,1 0 1 0,0 1-2 0,1-1-1 15,0 0-3-15,0 1-3 0,1 0-2 0,-1 0-1 0,-1 0 0 16,1 0-3-16,-1 0 2 0,0 0-1 0,0 0 2 0,0-1 2 0,-1 1 3 16,0 0 2-16,-1 0 3 0,0 1 2 0,-1 0 1 0,0 1 1 0,-1 0 0 15,-1 1 7-15,0 2 2 0,1-1 3 0,-2 2-2 0,1 0-5 16,-1 0-3-16,1 2-4 0,0 1-2 0,-1 1 0 0,0 0-4 0,0 2-3 16,0 0 4-16,0 2-2 0,-1 0-3 0,1 0 1 0,2 0-5 15,-2 2-1-15,1 0 3 0,0 2-4 0,0-2-4 0,-1 2 1 0,1-1 2 16,-2-1 3-16,2 2 4 0,-2-1-2 0,1 0 0 0,0 0 1 0,2 0 0 15,-1-1 3-15,0 0 1 0,1 1 6 0,0-2 12 0,1 0 14 16,-1-2 11-16,0 0 4 0,-1 1-2 0,1-1-5 0,-1-1-3 0,2 2 0 16,0-1-4-16,0 1-7 0,1-2-5 0,-1 2-9 0,0-1-5 0,0 0 3 15,1 0-4-15,0 0-2 0,1 0 0 0,-1 0-1 0,1 2 2 16,0-1-4-16,0 1-1 0,0 1-5 0,2-1-2 0,0 1 3 16,0 1 3-16,0 0-4 0,0 0-1 0,2 3-7 0,-1-1-2 0,1 0 7 15,2 2 0-15,-1 1 3 0,0 0 2 0,2 3-5 0,-1-2 2 0,3 2 1 16,-1 0-1-16,1-2-1 0,1 1 0 0,0-1 2 0,1 1-1 0,-1 1-1 15,1-3 3-15,1 1-5 0,-1-2 3 0,1 0 0 0,0 0-1 16,0-2 3-16,1 1-5 0,0-1 4 0,0-1-4 0,-1 0 3 0,1-1 0 16,1-2-4-16,0 0 6 0,1-2-6 0,1 1-5 0,0-2-10 0,2-3-20 15,1 1-5-15,2-1 4 0,0 1 0 0,3 0 12 0,1 0 0 16,1-1-2-16,0 0 0 0,2-2-3 0,1 1-6 16,0-1-12-16,1 0-15 0,2-1-21 0,0 0-26 0,1 1-18 0,1 0-4 0,-1 1 7 15,2 0 29-15,2 0 27 0,2 1-108 0</inkml:trace>
  <inkml:trace contextRef="#ctx0" brushRef="#br0" timeOffset="100250.11">17733 11573 772 0,'-8'-4'194'0,"-1"0"-61"15,-2-2-33-15,-1-1-37 0,2 2-27 0,0-1-19 0,1 0-10 16,1 1-11-16,1 1-7 0,-1 0 3 0,0-1 1 0,-2 1 2 0,1 0-2 16,-2 1-8-16,0-1-5 0,-2-1-2 0,-1 1 9 0,-1 0 2 0,-2 0 3 15,1 1 4-15,-2 0 0 0,-1 0-3 0,1 1 1 0,-1 1-6 16,-2 0-3-16,1 1 1 0,-2 1 2 0,1 0 1 0,1 0 4 0,-1 1 3 15,-1 1 3-15,0 1 6 0,-1-1 5 0,0 0 2 0,1 1 4 0,-1-1 4 16,3 1 3-16,-1 0 2 0,1 0-3 0,-1-1-10 0,1 2-1 16,-2 0-5-16,3 2-2 0,-2-1 1 0,1 1-4 0,0 1 0 0,-1 0-2 15,-1 1-2-15,0 0 3 0,0 0-4 0,-1 1 0 0,0 2-3 16,-1 0 0-16,1 1 2 0,-2 1 0 0,1 0 1 0,0 1 1 0,0 0 1 16,1-1 2-16,-1 1 1 0,-1 1-5 0,2-2 1 0,-1 0-7 0,-1 2 5 15,3-1-1-15,-1 1-3 0,2 0 2 0,-2 1-1 0,0 1 1 16,1-1 1-16,0 0 0 0,2 1-3 0,2 1 0 0,-1-1-1 0,-1 1 1 15,2 1-4-15,-1-1 3 0,1 1 2 0,0 2 1 0,1 0 7 0,1 0-2 16,-1 1 0-16,2-1 0 0,-1 0-1 0,1 1 5 0,-1-1-1 16,3 1-1-16,-1-2 0 0,2 3 2 0,0 1 1 0,1-1 4 0,1 0-1 15,-1-1 0-15,0-2 4 0,2 1 3 0,-1-2 5 0,2 1 1 16,0 0-1-16,1-1-4 0,0 0-1 0,0 0-5 0,0-3 1 0,1 2-2 16,0-2-3-16,1 1 4 0,0-2-7 0,1 0 3 0,0 1 3 0,1-2 2 15,0 3 9-15,1 0 2 0,0-1 3 0,-1 0 3 0,2 1 0 16,0-1 4-16,1 0-4 0,1 0 3 0,1 0-2 0,1 1-5 0,0-1 11 15,1 1-5-15,3 1 2 0,1-1 3 0,3 2-9 0,1 1 0 0,0-1-8 16,1 0-3-16,0-1-1 0,1-1-4 0,1-2-6 0,-2 1 0 16,2 0 3-16,0-2 1 0,0 1 1 0,0 0-3 0,-1-1-4 0,1-2 2 15,-1 0-2-15,-1 0 8 0,0-1-2 0,0 1-2 0,0-2 2 0,0 0-3 16,-1-1 1-16,-2 0-3 0,2-1 0 0,1 0-6 0,-1 0 2 16,0-2 11-16,-1 2 2 0,0 1-1 0,1 0 4 0,-2 0-10 0,1-1-3 15,-1-1 7-15,-1 0-7 0,0 1 4 0,-1 0 1 0,2 1-2 16,-2-1-3-16,1 1 2 0,0-2-2 0,-2 0-1 0,2 0 5 0,-1 1-1 15,0-1 1-15,-1-1 1 0,0 0 2 0,0 0-3 0,0-3 4 0,-1 2-1 16,0 0 1-16,1-1 4 0,-1 1 0 0,1-1 1 0,0 0-2 16,0 0-2-16,0 0-2 0,0 0 6 0,0 1 5 0,1-1 1 0,1-2 0 15,0 1 0-15,1 1-3 0,1-1-2 0,-1-1 3 0,0 1-8 0,1 1-2 16,0-1-1-16,1 0-5 0,-1 0 2 0,-1 0-3 0,2 1 0 16,0-1 0-16,-1 1 0 0,1 0 4 0,-2-1-1 0,2 1-3 0,0-1 0 15,1 1-3-15,0-1 3 0,-2 0 0 0,1 1 5 0,1-1-4 0,-1 0 1 16,1 2-2-16,-1-1 1 0,1 0-1 0,0 0 3 0,0-2 0 15,0 0-2-15,-1 1 1 0,3 0-2 0,-2 0 1 0,1 0-2 0,-1 0 2 16,-1 0 3-16,0 0 2 0,0 0-1 0,0-1-5 0,-1 1 2 16,0-1-3-16,1 0 4 0,0 0 3 0,-1 1-3 0,0 0-3 0,-2-2 5 15,2 2 0-15,-1-1-1 0,-1-1 2 0,2 2-7 0,0-2 4 0,-1 2 1 16,1-1 2-16,1 0-5 0,-1 0 1 0,1 1-1 0,0-1 1 16,0-1 2-16,2 1 2 0,-1 0-5 0,-1-1 1 0,-1 1 1 0,2-1-5 15,-1 1 1-15,0-1 1 0,0 0-2 0,-1 0 4 0,0-1-2 0,1 0 1 16,-1 1 5-16,2 0-9 0,-2 0 8 0,0 0-2 0,0 0-5 15,0 0 5-15,-1 1-9 0,0-1 6 0,0-1-1 0,-1 1 4 0,2 0 1 16,-2 1-7-16,1 0 3 0,0 0 3 0,0-1 3 0,-2 0 3 16,2-1-3-16,-1 0-2 0,0 0 2 0,1 0 2 0,0-1 2 0,-1 1 2 15,2-1 6-15,0 0 3 0,-1 0 3 0,0-1 1 0,0-1-5 0,0 1-8 16,1-1-4-16,0 1-5 0,0-1-2 0,1 0 4 0,0 0-2 16,-1-1 1-16,0 0-2 0,0 1 0 0,1-1 1 0,0 0-6 0,-1 0 6 15,1 0-3-15,0-1-3 0,0 2 4 0,1-1-4 0,-1 0 6 0,1-1-1 16,1 0-2-16,0 0 3 0,-1 1-5 0,0 0 1 0,0 0 1 15,1 0-2-15,0 0 4 0,-2 0 1 0,1 0-6 0,0 0 3 0,0-1-3 16,1 0 1-16,0 1 4 0,0-1 1 0,1 1 0 0,-1-1 3 0,0 0-5 16,0-1 1-16,0 0-2 0,0 1 2 0,-1-1-1 0,0 1-1 15,-1 0 2-15,1-1-5 0,1 0 1 0,-2 0 0 0,3 0 4 0,-1-1 1 16,0 2-1-16,0-2 1 0,-1 0-5 0,1 0 4 0,0 0-4 16,1 0 1-16,0-1 2 0,-1-1-2 0,1 0-1 0,-2 0-1 0,0 1 1 15,1-1-1-15,0 1 0 0,0-1 0 0,0 1 2 0,-1 0-1 0,1 0-1 16,1 0 1-16,-1 1-2 0,0-1 2 0,0 0 2 0,-2 0-1 15,1 0 1-15,-1 1 0 0,0-1-2 0,1 0 7 0,-2 0-2 0,1 1 2 16,0-1-1-16,-1 0 1 0,2-1 1 0,-1 0 2 0,0-1 0 0,0 0-1 16,-2 0 3-16,2 0-1 0,-1-1 0 0,0 1 4 0,0-2-4 15,1 0-1-15,-3 0 0 0,1 1 2 0,-1-2-3 0,-1 0 0 0,0 0 1 16,-1 1-15-16,-1 0 12 0,-1-1 3 0,1 0-8 0,-1-2 13 16,-1-1-15-16,0 0 1 0,-1 0 5 0,0-1 3 0,0 0-2 0,-2 1 3 15,1-1-2-15,-1-1 0 0,0 2 4 0,-1-2-7 0,0 0 0 0,0 0 2 16,-1 0 0-16,1-1 1 0,-1 0 1 0,-1 0-4 0,1-2-1 15,-1 1 1-15,1 0 2 0,-2 1-4 0,1-1 6 0,0 0-5 0,-2 2 4 16,1-1-3-16,0 1 2 0,-1-1 3 0,1-1-4 0,0 1 0 0,-1-1 5 16,-1 2 0-16,-1-2-2 0,0 1-14 0,-2 1 9 0,1-1-2 15,-3 0-3-15,1-1 11 0,0 0-11 0,-2-1-1 0,1 0 8 0,-1 2-1 16,0-1 2-16,1-1-2 0,0 2 4 0,0-2-2 0,0 1 1 0,0 1-1 16,0 0-3-16,2-1 1 0,0 1-6 0,0-3 0 0,0 2 3 15,0 0 0-15,0 0 4 0,1 1-4 0,0 1-1 0,0 2 1 0,0 0 0 16,1 1 3-16,0 0 5 0,0 1 2 0,0-1-3 0,0 0 1 15,0 0-6-15,0 1-7 0,0 0 7 0,0 0-2 0,-1-1 1 0,1 0 2 16,-2 1-16-16,0-1-2 0,0 0 10 0,0 1 4 0,-1-1 7 0,1 1 6 16,1-1-14-16,-2-1 1 0,1 1 4 0,-1 2-5 0,1-1 7 15,-1 0-3-15,-1 1-2 0,2-1 0 0,-1 1-3 0,0-1-1 0,0 0 1 16,0 0 3-16,-1 1-2 0,0 0 6 0,1-1-3 0,-1 0 3 16,0 0-1-16,0 0-3 0,-1 1 5 0,1-1-7 0,1-1 1 0,-2 0 4 15,0 1-1-15,-1-1-1 0,1 1-4 0,-1 1-7 0,0 1 2 0,-1 1-6 16,-1-1 8-16,1 0-6 0,-1 1 1 0,-1 0 1 0,-1-1 0 15,0 3 7-15,1-2 3 0,-1 0-7 0,-1 1 1 0,0 0 3 0,1 1-4 16,0 1 9-16,0 1-9 0,0 1-1 0,1 0 2 0,-2 1-6 0,0 0 11 16,1 1-6-16,-2 1-7 0,-1-1 7 0,0 2-2 0,0 0 2 15,0 0 3-15,0 1-4 0,1 0 0 0,-2 0 4 0,-1 0 3 0,1 1 2 16,-1-1-1-16,0 1-1 0,1-1-1 0,0 1 2 0,-1 0 5 0,2-1 0 16,-1 1-2-16,1 1-1 0,0-1-1 0,-2 2-4 0,1 0 0 15,1-1-2-15,-2 2-3 0,1 0 0 0,0 1 8 0,0-1-3 0,0 1-7 16,2 2 9-16,-2 0-12 0,1 1 7 0,0 0 3 0,-2 0-5 0,0 0-2 15,0 0-4-15,0 1-2 0,1 1 9 0,0 2-3 0,-1 1-1 16,0 1 2-16,0 0-2 0,-1 1 5 0,-1 1 1 0,2 0 2 0,0 1-5 16,-1 0 2-16,2 0 3 0,-2-1-4 0,-1 1 0 0,3 1 1 15,-1 0-1-15,-1-1 3 0,2 2 1 0,0 0 5 0,1-2-4 0,1 1 4 16,0 0 3-16,0-1-2 0,2-1 0 0,0 1 1 0,1-2 1 0,-1-1-7 16,2 0 2-16,-1 0 7 0,0 1-3 0,1 0 7 0,0 0 0 15,0-1-10-15,1 1-4 0,0-1 2 0,2 0-2 0,1 0-1 0,-1 1 3 16,1 1-2-16,0-3 0 0,0 2-3 0,1 0 3 0,0 1-1 15,0 0 3-15,0 0 4 0,1 1-3 0,-1-1 0 0,0 0-2 0,1 2 4 16,-1-1 0-16,2-1-4 0,-1-1 2 0,0 1-9 0,1-1 4 0,0 0 5 16,0 0-3-16,1 1 3 0,0-1-1 0,1 1-1 0,0 0-1 15,0 0-2-15,0-1-1 0,-1-2-7 0,2 2-9 0,0-1-14 0,0 0-22 16,1 0-27-16,0-1-23 0,0 0-25 0,2 0-20 0,-1-1-17 0,1 0-32 16,1 1-25-16,-1 0-28 0,3 1 4 0,-1-1 37 0,1-1 59 15,2 2 63-15,-1 1-96 0</inkml:trace>
  <inkml:trace contextRef="#ctx0" brushRef="#br0" timeOffset="101501.09">14865 12639 1157 0,'-28'-15'60'0,"-2"-1"23"0,-6-3-8 0,7 3-19 0,5 4-19 15,2 0-11-15,0 3-6 0,4-2-5 0,0 1 4 0,1 1-4 0,2-1-3 16,1 1 2-16,-1 2-12 0,0-1 1 0,0 1-5 0,0 0-3 0,-2 0 3 15,0-1 2-15,0 1-1 0,0-1-1 0,-1 1 2 0,-1 0-2 16,0 0-2-16,-2 0-2 0,-1 0-5 0,0 2-1 0,-2-1 1 0,1 2-2 16,-2 0 4-16,-1 1-1 0,1 3-5 0,-3 0 3 0,0 2-4 15,-1 2-1-15,0 1 5 0,-3 0 6 0,0 2 8 0,0 0 3 0,1 0 7 16,0 1-1-16,2-2 3 0,-1 1 2 0,3 0-1 0,1 0 0 0,2 1-5 16,1 0 1-16,1 1 1 0,2 0 0 0,0-1 6 0,0 4-3 15,1 0-7-15,0 2-1 0,0 3 0 0,1-1-1 0,0 4 1 0,-1 1 0 16,1 1-4-16,0 2-3 0,-1 2 10 0,0 2-5 0,1 2 4 15,-1 2-1-15,1 1-6 0,0 1 2 0,0-1-1 0,0 2-1 0,0-2-2 16,3 2 1-16,0-2 3 0,1 1-1 0,2 0-1 0,1-3-3 0,2 1-1 16,0-1-2-16,1 1 0 0,2-1 1 0,-1 0-3 0,1-1 0 15,-1 1 4-15,1-3 2 0,0 2 3 0,1-1 6 0,-1-1-5 0,1-1-4 16,0-1 2-16,0-2-1 0,0-1-1 0,0-1 3 0,1 1-4 0,0 0 1 16,-1 1-2-16,0-1 6 0,0-1-2 0,2-1-4 0,-2-2 0 15,1 1 0-15,0-1 6 0,0 0-2 0,2-2 1 0,-1 2-3 0,3 0-3 16,0-1 4-16,1 1-2 0,1 0-1 0,1-1-2 0,1 1-3 0,1-2 7 15,0 1 0-15,0-1 2 0,3 2 2 0,0 0-4 0,2-1 4 16,1 2-1-16,1 0-2 0,0-2-2 0,1 1-2 0,0 0 7 0,1-2 0 16,-1 0-2-16,1 1 2 0,1-1-1 0,1-1 2 0,0 1 4 15,2 0 0-15,0-2 0 0,1-1 2 0,0-2-4 0,1 0-1 0,1-1 0 16,1 0 0-16,2-2-3 0,0 0 7 0,2 0-5 0,2 0-1 0,0-1 3 16,4-1-5-16,0-1-6 0,3 1 7 0,0-3-3 0,1 1-4 15,3-1 1-15,0 0-2 0,1-1 2 0,-1 0 1 0,0-2-1 0,2 0 2 16,-1-1-6-16,-1 0 1 0,0 0 0 0,0-1-2 0,0-1 1 0,2 0-3 15,-2-1 1-15,0 1-4 0,0 0 2 0,-2 0 2 0,2 0-3 16,-3-1 2-16,-2 1 4 0,0 0-1 0,-4-1 6 0,1-1-2 0,-3-1 0 16,1-1 4-16,-2-2 3 0,-1 1 5 0,-1-2-2 0,-1-1 2 15,0 0-1-15,-1-3 3 0,2-1 4 0,-1-1-1 0,-1-2 0 0,1 0-1 16,-2-2 4-16,-1-1-2 0,0 2 0 0,-2-1-2 0,2-1-5 0,-2 2 1 16,1-2 2-16,-2-3 1 0,-1 2-3 0,1-2 1 0,-2 0-3 15,0 0 1-15,-1-1-4 0,-2 2 4 0,-2-2-5 0,0 0 4 0,-1 0 2 16,-1-1-6-16,0-1 2 0,-2-1 1 0,-1 1 5 0,-1 0-3 0,-3-1 2 15,-1 1-7-15,-1-3 0 0,-1-1 1 0,-3-2 1 0,-1 0 4 16,-1-2-4-16,-2 2-2 0,-1-2-6 0,-2 0-5 0,-2-2-2 0,0-2-7 16,-2 0 4-16,-3-1 0 0,-2 0 2 0,-1-2 7 0,-3-2-5 15,1-2-9-15,-4 1-11 0,0-2-3 0,-4 0 2 0,0 2 2 0,-1 3 0 16,-1 2-5-16,-1 3-5 0,1 4-4 0,-3 2-16 0,2 5-16 0,-4 4-17 16,0 2-35-16,-1 5-7 0,-2 2-6 0,-1 3-13 0,-1 4 5 15,-1 2-13-15,-4 5 4 0,-2 4 33 0,-4 4-82 0</inkml:trace>
  <inkml:trace contextRef="#ctx0" brushRef="#br0" timeOffset="124436.52">15973 10124 944 0,'-17'-13'90'15,"2"-1"17"-15,-4-3-17 0,8 4-24 0,3 2-22 0,3 3-12 16,2 1-9-16,0-1-9 0,2 2-5 0,-1 1-7 0,1 0 2 0,1 1-1 16,-1 1-3-16,0 1 4 0,1 1-4 0,0 0 0 0,0 1 0 15,0 0 0-15,0 0 2 0,-1 0 0 0,1 1-1 0,1 0 0 0,-1 1-1 16,0 1 1-16,2 0 1 0,1 0 2 0,2 1 8 0,0 1 8 0,3 0 18 15,1-1 20-15,3 0 17 0,3-2 19 0,4-1 14 0,5-2 0 16,5-2-1-16,6-2-11 0,6-3-17 0,6-3-4 0,8-3-10 0,6-3-10 16,6-1-5-16,5-3-13 0,5-1-5 0,3 0-7 0,0-2-1 0,3 1-5 15,-2-3-3-15,0 0 3 0,2-1-3 0,-4-1 4 0,-2 2-6 16,-2 0 8-16,-4 1-6 0,-2-1 7 0,-2 0-3 0,-4 1-7 0,-1 0 0 16,-5 0-5-16,-2-1 6 0,-3 2 6 0,-3 1 0 0,-1-1-3 15,0 3-2-15,-4-1-8 0,-2 2-1 0,-2 2-1 0,-3 0-3 0,-2 1 3 16,-1 1-3-16,-4 3-4 0,-1-1 2 0,-4 2-3 0,-2 1-6 0,-3 1 3 15,-4 1-6-15,-1 0-7 0,-2 1-8 0,-1-1-11 0,-3 1-26 16,-1-1-27-16,-4 1-29 0,1 0-43 0,-2-2-64 0,0-2-83 0,-1-2-85 16,-2-2-59-16,-1 0 73 0,-2-3-110 0</inkml:trace>
  <inkml:trace contextRef="#ctx0" brushRef="#br0" timeOffset="124685.52">18005 8634 681 0,'-16'-15'173'0,"-1"2"-20"0,-2-2-35 0,4 6-40 0,4 6-29 16,2 1-21-16,3 3-16 0,1 2-12 0,1 4-7 0,1 4-7 0,2 3-1 15,-1 3-10-15,2 3-11 0,-1 4-11 0,1 3-19 0,0 0-14 16,0 2-11-16,3 0-8 0,0 1-8 0,4 0 2 0,1-1-4 0,3-1 9 16,2 0 25-16,2-2 21 0,2 1 24 0,4-4 16 0,2-1 5 0,1-2 2 15,3-3 1-15,1-3 1 0,2 0 2 0,0-3 2 0,0-1 3 16,-1-1-1-16,0-3 2 0,-2-1 1 0,1-2 3 0,-2-1 6 0,-2-2 6 16,-1-2 10-16,-4-2 12 0,-2 0 7 0,0-2 10 0,-2-1 3 15,-1 0 3-15,-2-1-2 0,0 0-5 0,-1-1-11 0,0 0-8 0,-1 0-12 16,2-1-7-16,-1-1-7 0,0 1-11 0,0-1-3 0,2-1-13 0,-2 1-16 15,2-1-20-15,0-1-22 0,0 0-8 0,-2 0 1 0,0 2 9 16,1-2 13-16,-1 1 11 0,1 1 11 0,-2 0 8 0,-2 2 1 0,0-1-137 16</inkml:trace>
  <inkml:trace contextRef="#ctx0" brushRef="#br0" timeOffset="125286.03">18419 8652 1739 0,'-10'-20'118'0,"1"-1"23"0,0-2-37 0,5 9-48 0,5 5-36 16,3 2-12-16,4 2-14 0,4 1-2 0,6 1 0 0,4 2-4 0,6 1-1 16,2 3-1-16,1 2-1 0,-1 2 1 0,1 2-3 0,-1 1-3 15,1 1-1-15,1 1 0 0,0 1 4 0,0 1 1 0,1-2 1 0,-1 2 1 16,0 0 2-16,-1 1 2 0,1 1 2 0,-2-1 1 0,1 2 2 0,-3-1 2 15,0-1 2-15,-4 1-1 0,0 0 1 0,-2-1-6 0,0-1-1 16,-2 2 5-16,-2-2-5 0,-2 2 13 0,-2-2 2 0,-1-1 3 0,-2 1 1 16,0 0-2-16,-2 2-1 0,-2-3 5 0,1 3-2 0,-2 0 1 0,-2-2-1 15,0 0-4-15,-2 1 5 0,-2 0-7 0,-1 1 5 0,-2 0 1 16,-2 2-5-16,-3 2 2 0,-1-1 1 0,-2 2-5 0,-3 0 3 0,-2-4-6 16,0 2 1-16,-1-2-1 0,-1 0-2 0,-1-2 2 0,2 0-2 0,0-2-3 15,1 0-2-15,2-2-5 0,2-1-5 0,1-1-2 0,2-2-15 16,0-1-24-16,2-2-48 0,1-1-64 0,2-2-68 0,0-1-49 0,2-1-16 15,0-2 31-15,2-3 75 0,3-4-100 0</inkml:trace>
  <inkml:trace contextRef="#ctx0" brushRef="#br0" timeOffset="130136.01">11245 15676 941 0,'0'0'194'0,"0"0"-17"0,1 0-36 0,1 0-19 0,1 1-5 15,-2 1-12-15,3 0-10 0,-1-1-4 0,2 2-4 0,2-1-2 0,-1 2-10 16,1 1-7-16,0 1-11 0,0 1-9 0,0 1-7 0,1 2-4 0,-1 2-5 15,2 2-4-15,-1 2-6 0,3 0-5 0,-2 2-15 0,2 2 0 16,-2 1 10-16,1 2-4 0,0 2 8 0,0 0-8 0,1 2-6 0,-1 0 6 16,-1 3-8-16,1 0-2 0,-2 1 4 0,-1 0-8 0,0 2 10 0,-1-3 1 15,0 2-13-15,-1-4 11 0,-1 0-12 0,0-1-6 0,-2-4 1 16,2 0-26-16,-1-2-15 0,1-1-19 0,0-3-24 0,0-1-14 0,1-5-30 16,-1-1-36-16,0-3-72 0,1-3-120 0,-1-2-70 0,2-4 37 15,-2-5 22-15</inkml:trace>
  <inkml:trace contextRef="#ctx0" brushRef="#br0" timeOffset="130419.01">11847 15598 1275 0,'-3'11'375'0,"1"5"-241"0,2 5-14 15,3 2-27-15,4 0-33 0,2-2-22 0,1 1-20 0,4 0-5 0,2 0-4 16,2-4-12-16,1 0 3 0,0 0-7 0,2-5 5 0,-3 2 8 0,2-3 0 15,-1 0 0-15,0-2-15 0,0-3 6 0,0-2-1 0,-1-3 4 16,0-2 7-16,-1-1-1 0,0-2 7 0,-4-3 3 0,-1-1 3 0,-1-3 14 16,-2-3-5-16,0-2-4 0,-1-2-3 0,0-1-3 0,0-2 3 0,-1-1 3 15,-1-1 2-15,-1-1-7 0,-1 0 1 0,-2-1 1 0,-1 0 1 16,-2 2 0-16,-2-1-5 0,-2 1 0 0,-3 1 0 0,-1-1-1 0,-3 1-2 16,0-1-1-16,-2 0-5 0,-2 3-2 0,-1-1-1 0,-2 2-2 15,-1 3-3-15,1 1-3 0,1 3-8 0,-1 2-3 0,1 3-9 0,1 2-13 16,-1 3-4-16,0 3-13 0,0 4-4 0,0 3 6 0,0 3-6 0,2 3 4 15,0 2-11-15,1 4-22 0,1 3-39 0,1 2-74 0,1 0-100 16,3 1-78-16,1 0 4 0,2-2 73 0,3 1-28 0</inkml:trace>
  <inkml:trace contextRef="#ctx0" brushRef="#br0" timeOffset="130752.64">12526 15417 2298 0,'-2'10'92'0,"2"2"-46"0,2 4-7 15,4 0-11-15,1-2-14 0,3 1-4 0,2 0-6 0,1-1-2 0,1-2-4 16,0 1 1-16,0-1-2 0,1-1 0 0,-1-2 3 0,-2-1-11 16,2-2-5-16,-2-3-4 0,1 1 0 0,0-3 4 0,-2-1 1 0,2-2 9 15,-1-2-1-15,1-2 7 0,-1-2 7 0,-1-3-4 0,1-2 6 16,0-2 2-16,-1-1-1 0,0-3-2 0,-1-1-2 0,-1-2-4 0,0-1 4 15,0 1 7-15,-2 1 1 0,0 0 11 0,-2-1 0 0,-2 2 3 0,-1-1-2 16,-2 0-2-16,-2 3 6 0,-1-2-5 0,-1 1 1 0,-2 1-4 16,-1 0-5-16,-1 2 4 0,-2 0 7 0,0 3-8 0,1 1 3 0,-1 0-9 15,0 3-8-15,-2 1 1 0,0 2-5 0,1 2-6 0,-2 1-9 0,1 3-9 16,0 1-4-16,0 2-4 0,2 3 9 0,-1 1 1 0,0 4-3 16,1 1-4-16,-1 2-26 0,0 2-30 0,3 1-30 0,-1 3-41 0,0 0-38 15,1-1-54-15,1 3-97 0,2-3-86 0,2 1 23 0,2-1-120 16</inkml:trace>
  <inkml:trace contextRef="#ctx0" brushRef="#br0" timeOffset="130952.64">12988 15138 2096 0,'-3'6'195'0,"1"2"-73"0,0 2-22 0,4 2-37 0,3 1-27 0,2 1-12 15,4 4-9-15,2 1 3 0,2 3-10 0,3 2-13 0,1-2 6 0,-1 2-14 16,0-1-7-16,2 0-17 0,-1 0-35 0,1 1-19 0,0 3-25 16,-2 0-19-16,2-1-23 0,0 0-33 0,0-1-38 0,-3 0-52 0,1-2-40 15,-1-1-4-15,-3-2 70 0,0-3-104 0</inkml:trace>
  <inkml:trace contextRef="#ctx0" brushRef="#br0" timeOffset="131235.65">13644 14951 747 0,'0'-6'197'15,"2"0"-78"-15,0 0 6 0,0 2-22 0,0 4-37 0,1-2-36 0,-1 2-21 16,0 1-22-16,1 1-7 0,-2 1 7 0,0 3 7 0,-1 1 0 16,-2 2-1-16,-3 2-15 0,-2 3-14 0,-3-1 0 0,-1 3-1 0,-3 1 6 15,-3-1 11-15,-2 1 4 0,0 2 2 0,-3 0 1 0,0 0 6 16,-1-1 5-16,-3 2 6 0,2-1 13 0,-3-1 34 0,1 2 30 0,4-2 26 15,2-2 19-15,2-1-14 0,4-2-12 0,0 0-13 0,2-2-15 0,3-1-9 16,1 1-11-16,3-2-7 0,2-1-7 0,3 1 2 0,2-1-9 16,3-1 7-16,3 0-3 0,2 0-9 0,2-2-1 0,3 0-7 0,0-1-1 15,5-1-4-15,3-1-2 0,3-2-5 0,4-3-3 0,1 1-5 0,3-2-16 16,-1-2-41-16,4 0-70 0,0-3-91 0,2 0-122 0,4-2-115 16,1-1 25-16,1-3-101 0</inkml:trace>
  <inkml:trace contextRef="#ctx0" brushRef="#br0" timeOffset="132036.64">15422 14696 835 0,'-11'-6'375'0,"0"2"-278"0,-1 1 6 0,3 0-25 0,4 1-29 0,0 1-31 15,2-1-29-15,1 2-15 0,0 1-5 0,0-1 0 0,-1 2 1 16,1 0-2-16,-1 1-6 0,-1 0-9 0,1 1-2 0,0-1 4 0,0 1 11 15,1 0 15-15,-1-2 13 0,1 1 10 0,0-1 5 0,-1 0 3 0,0-1 2 16,1 0 3-16,-1 1 12 0,2-1 13 0,0 1 12 0,0 0 12 16,0 0 11-16,0 0 3 0,1 1 9 0,0 1 4 0,1 2-6 0,0 0-9 15,0 2-3-15,2 4-12 0,1 1-6 0,1 4-4 0,2 4-12 0,-1 3-7 16,2 3-3-16,1 1-6 0,0 0 2 0,0 1-6 0,0 2-3 16,1-1-2-16,-1 1-6 0,2 0-1 0,-1 0-1 0,1-2-14 0,0-1 1 15,0-2 1-15,-1 0 5 0,2-3 5 0,-1-1-6 0,2-2-7 16,-2-2-24-16,-1-1-5 0,0-2-18 0,-2-1-21 0,1-3-19 0,-1-3-16 15,-1 0-21-15,-1-2-38 0,-1-3-58 0,-2-1-91 0,1-3-46 0,-1-3 65 16,1-4-99-16</inkml:trace>
  <inkml:trace contextRef="#ctx0" brushRef="#br0" timeOffset="132285.64">15759 14665 1458 0,'-4'1'178'0,"-1"0"-5"0,-1 0-24 0,3 2-47 0,1 0-37 15,1 2-28-15,0 0-24 0,1 3-4 0,1 1-4 0,2 1-8 0,1 2 1 16,0 0-1-16,2 1-4 0,0 1 5 0,1 1 7 0,1 2-10 16,1-1 4-16,2 2 1 0,1 0-6 0,1-2 5 0,-1 1-2 0,2-1-4 15,0-1 1-15,2 1-1 0,-1-3 4 0,3 1 1 0,1-1-4 0,0 0 4 16,1-2-6-16,-1 1 4 0,-1 0 4 0,-2-1 3 0,0 0 0 16,0 0-6-16,-1-1 6 0,-2 1-5 0,-1 0 4 0,-1-2 6 0,-1-1 1 15,-2-1 10-15,-2-2 6 0,-3-2 5 0,0-1-2 0,-2-2 10 0,0 1 1 16,-2-1 0-16,0-1-4 0,-1 0-23 0,-2-1-41 0,-3-3-63 15,-3 0-76-15,-2-3-114 0,-2-1-148 0,-2-1-64 0,-2-3 64 0,-3-2 10 16</inkml:trace>
  <inkml:trace contextRef="#ctx0" brushRef="#br0" timeOffset="132402.65">15862 14566 1100 0,'0'-4'176'0,"3"2"-142"0,2-2-3 16,3 2-15-16,1 0-25 0,5 1-27 0,3 0-51 0,4 0-105 15,1 2-89-15,1-1 11 0,1 2-133 0</inkml:trace>
  <inkml:trace contextRef="#ctx0" brushRef="#br0" timeOffset="132686.65">16342 14640 1694 0,'-2'1'334'0,"1"1"-229"0,0 1 6 0,2 1-12 16,1 0-42-16,2 2-28 0,1 1-14 0,2 2-16 0,2-1 1 15,0 3-7-15,3-1 3 0,0 0-1 0,1 0-9 0,1-1 1 0,-2 1-12 16,2-3-8-16,-1 0-6 0,0-2-2 0,-1 0 3 0,-1-1 4 16,0-2 9-16,0 0 2 0,-1-2 4 0,0-1 13 0,0-1 4 0,0-2 15 15,0-1 2-15,-1 1-2 0,0-3 1 0,-1 0-12 0,-1 1 6 0,-1-3 1 16,0 0 5-16,-2-1 7 0,-1 0 2 0,-1-2 1 0,-2 1 5 16,-1-2 2-16,-2 1-5 0,0 0 9 0,-2 1-14 0,-2 0-1 0,-1 1 0 15,-2-1-15-15,0 0 1 0,0 3-13 0,0 0-3 0,1 1-1 0,-1 4-9 16,1-1 0-16,-2 2-7 0,2 2-3 0,0 1-5 0,1 3-2 15,-1-1 1-15,1 3-5 0,0 1-1 0,1 1-3 0,0 1-12 0,2 1-23 16,-1 1-29-16,2-2-37 0,0 2-50 0,1 0-50 16,1 1-45-16,1 0-2 0,3-1 49 0,0-1 77 0,5-1-75 0</inkml:trace>
  <inkml:trace contextRef="#ctx0" brushRef="#br0" timeOffset="132885.66">16857 14420 1735 0,'-1'-1'142'0,"0"1"-5"16,1 0-10-16,0 1-55 0,2 0-39 0,0 2-26 0,1 1-13 0,2 3 2 16,1 1-2-16,0 4 5 0,2 1 2 0,-1 2 3 0,-1 1 1 15,0-1-11-15,0 4-4 0,1 2-5 0,-1 0 3 0,3 4 5 0,0 0 0 16,0 2-2-16,1 1-1 0,0-2-11 0,1-1-11 0,-1-2-20 0,2-1-27 16,-1-1-19-16,0-2-33 0,0 0-24 0,-2-2-21 0,3-2-21 15,1-4-7-15,-1-1-3 0,1-1 20 0,-2-2 24 0,1-2 32 0,0-1 44 16,0-1-130-16</inkml:trace>
  <inkml:trace contextRef="#ctx0" brushRef="#br0" timeOffset="133152.65">17387 14439 570 0,'3'-13'163'0,"0"0"-23"0,1-3 16 16,0 3-10-16,0 3-36 0,1-1-38 0,-2 3-32 0,2 0-16 0,-1 3-6 16,0 1-6-16,1 0-7 0,-1 2-5 0,0 2-6 0,0 0-5 15,-1 1 4-15,0 0-2 0,0 1-1 0,-1 1 2 0,0 1-1 0,0 2-1 16,-1 0 2-16,-1 2 2 0,0 1 4 0,-2-1 3 0,0 2-2 15,-2 1-6-15,-1-1-14 0,-2 2-11 0,-1 1-1 0,-2 0 4 0,0 1 8 16,-3 1 9-16,-1 0 2 0,0-3-1 0,-1 1 10 0,1-2 12 0,-2 0 24 16,0 1 35-16,1-2 32 0,2-2 26 0,1 1 8 0,1-3-1 15,0 0-15-15,3-2-14 0,0-1-12 0,4 0-11 0,0-1-14 0,2 0-11 16,1-1-12-16,1 0-14 0,1-1-7 0,1 1-7 0,1 0-5 0,0 1-9 16,2 0 1-16,3-1 0 0,1 0-8 0,1-1 7 0,1 1-8 15,1 0-9-15,0-1-27 0,3 1-40 0,0-2-44 0,1 0-55 0,0 0-48 16,4-2-55-16,2 1-48 0,0-2-24 0,5-1 35 0,-1 0 89 0,4-3-44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0:32:24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5428 4720 1533 0,'-20'-8'77'0,"3"2"-66"0,-4-3-1 0,6 3 0 0,3 0-5 16,1 0 3-16,-3 0-8 0,-2 1-4 0,0-1-6 0,-1 2-15 0,-3 1-11 16,-3 1-26-16,0 0-23 0,-2 2-14 0,-1 0 3 0,0 1 18 15,-4 1 24-15,0 0 25 0,-2 0 22 0,0 0 7 0,-1 0 16 0,-4 1 4 16,1 1 10-16,-2-2 10 0,0 2 8 0,-1 1 4 0,-1 0 6 0,0 0 3 15,-2 1-3-15,-2 1-1 0,0 0-7 0,1 1-5 0,-1 1-9 16,0-2-5-16,1 3-4 0,-1 0-8 0,-1 1 2 0,2 2-6 0,0 0-4 16,-1 0-1-16,2 1-4 0,0 0-4 0,1 1 0 0,-2 1-4 0,1 1 0 15,1 1 2-15,-2-1 4 0,2 2-2 0,1 1 0 0,-1 1-2 16,0 0 0-16,2 1 4 0,-1-1 2 0,1 3 4 0,1-1-9 0,-2-1 4 16,3 1 5-16,0 1-2 0,2-2 5 0,1 2-5 0,-1-2-1 15,2 1-3-15,1 1 1 0,3-2 1 0,0 2-8 0,1-1 2 0,1-1 0 16,-1 2-1-16,2-2 1 0,2 1 1 0,1 0-3 0,1-2 2 0,1 1 0 15,3-1-5-15,0-2 5 0,-1 1 2 0,4 0 1 0,-1-1-1 16,3 1 0-16,2 0-6 0,1-1 4 0,1 0-3 0,1 0 3 0,1-2-2 16,2-1 0-16,1 1 6 0,2-1-4 0,1 0 7 0,3 1 2 0,0-1-8 15,1 1 3-15,3-2 1 0,-1 1-5 0,3 1 0 0,0-2 1 16,2-1 0-16,2 1 1 0,1-1 2 0,1 1-2 0,0-1 1 0,2 1 1 16,3 0 0-16,-1 0-1 0,1 0 0 0,2 0 1 0,0 0-3 0,3-1 3 15,2-2 3-15,0 1-4 0,2-1 5 0,0 0-2 0,1 0-2 16,1 0 2-16,4-3-1 0,1 1 3 0,2 0-3 0,-2 0 0 0,1 2-2 15,2-2 1-15,-1 1 2 0,5 1-1 0,-3-1 1 0,3 1 0 16,1 0 1-16,0-1 5 0,2 2-5 0,-1-2 2 0,2 2-4 0,0-2 0 16,0 0 6-16,2 0-11 0,0-1 3 0,0-1-3 0,0 0-6 0,1-1 15 15,1 0 2-15,1 0 8 0,1-1 7 0,0-1-5 0,0 0 1 16,0-1-4-16,3 0-2 0,1-1 6 0,1 0 0 0,0-1-1 0,0 0 2 16,1-1-10-16,0 1-1 0,1-1 0 0,0 1 3 0,0-2 4 0,3 0 0 15,-1 0 0-15,0 0-4 0,1 1 2 0,-1-1 2 0,2 1-5 16,-1 1-7-16,1-1 0 0,-1 1-4 0,0 0 8 0,1-1 1 0,2 1-4 15,-3 0 6-15,2 0-6 0,-2 0-2 0,0-1 4 0,1 0-9 0,0 0 1 16,0-2 3-16,-1 0 0 0,2-1 4 0,-1-1 4 0,0-1-2 16,0-1 2-16,0-2 0 0,1 0-4 0,0 0 1 0,-2-2-4 0,1 1 2 15,-2-2-3-15,2-1 6 0,0-1-6 0,-2 1-3 0,2-2 0 16,-1 2 4-16,1-3 14 0,-2 0 1 0,0-1-2 0,0-2-7 0,-2 0-5 16,2-2-3-16,-1 0 5 0,-2 0-3 0,0-2 1 0,-1 0 0 0,-1 1-2 15,0-4 4-15,-1 0 0 0,0 1-4 0,-1-3 1 0,-3 2 3 16,-3-2-4-16,-2-1 6 0,0 0 0 0,-1-1-3 0,0 2 4 0,-3-1-6 15,-2-1 6-15,0 1-5 0,-3-2 1 0,0 1-2 0,-4-1-3 0,-2 1 10 16,0-1-1-16,-5 1-1 0,0-2 1 0,-2 1-6 0,-3-2 3 16,-1 1 6-16,-3 0-1 0,-2-1-5 0,-5 2-1 0,-1-2 1 0,-3 1-2 15,-3-2 2-15,-1 1-2 0,-3-1-1 0,-2 2 3 0,-2-1 0 16,-3 0 3-16,-2-1-5 0,-3 1 0 0,-4-1-7 0,-3 2 9 0,-2-2-2 16,-3 0-5-16,-1 0 8 0,-5 1-17 0,-1-1 0 0,-5 2 0 0,0 0 4 15,-5 1-3-15,-1-1-1 0,-3 1-3 0,-6-2 5 0,0 2-2 16,-2-1 3-16,-4 1 4 0,0 1-7 0,-2 2 9 0,-4 0-4 0,-1 1 0 15,-3 0-3-15,-2 1-5 0,-3 1 5 0,-2 2-11 0,-1 0 6 0,-3 1-1 16,-2 4-1-16,-2 1 9 0,-2 2 0 0,-2 2-1 0,-2 1-1 16,-1 2-2-16,-2 3-5 0,-2 2-5 0,-1 3 2 0,-1 1 0 0,-3 2-1 15,2 4 8-15,-3 2-17 0,-1 3-4 0,1 4 7 0,-2 3-14 16,1 3 5-16,0 4-14 0,-2 1-21 0,3 4-27 0,-2 2-30 0,3 3-49 16,0 6-77-16,-2 3-158 0,1 2-604 0</inkml:trace>
  <inkml:trace contextRef="#ctx0" brushRef="#br0" timeOffset="11034.53">6677 6533 1323 0,'-23'-11'246'0,"0"1"-225"16,-4 0-9-16,4 2-9 0,3 1-1 0,1 0 8 0,-3 0-5 0,0 0 1 16,0 0-6-16,-2 1-12 0,1 1-4 0,-1 2-11 0,-2 1-6 15,0 1 2-15,-1 1 4 0,-1-1 12 0,-2 0 4 0,0 0 12 0,-2-1 5 16,1 0 1-16,-3 0 9 0,1-1-1 0,-3 1 9 0,2 0 3 0,-1 0 2 15,-1-1 7-15,0 0 2 0,-3 0 7 0,0 0 3 0,-1 0-2 16,-2 1-3-16,3 0-3 0,0 0-4 0,-3 0-9 0,3 0 2 0,-2 0-2 16,-1 1-11-16,1 0 1 0,-1 1-6 0,0 0-3 0,0 0 0 0,0 1-2 15,-3 1-2-15,-1 0-1 0,-1 2 0 0,-1 0 1 0,2 1-3 16,-3 1 4-16,0 1 6 0,0-1-1 0,-2 1 2 0,1 0-1 0,-1 0-7 16,1 0 4-16,0 2-1 0,-1-1 3 0,1 2-4 0,0-1 1 0,-2-1-3 15,2 2-4-15,0 0 5 0,1 2 1 0,1 0-3 0,-1 0 1 16,1 0 0-16,0 1-4 0,2 1 3 0,0 0-3 0,-1 1-4 0,2 2 4 15,1 1-6-15,-1 1 3 0,0-1 2 0,0 2-4 0,2-1 2 16,3-1 5-16,2 0-5 0,0 1 1 0,-1-1 2 0,2 5-1 0,1 0 0 16,2 1 3-16,1 2-7 0,-1-1-8 0,1 2 1 0,1 0 9 0,2 0 5 15,1 0 8-15,3 1-3 0,1 1-9 0,1-2 2 0,2 2-2 16,0-3-1-16,2 1-2 0,3 1 4 0,1 0-3 0,0 0 4 0,2-3-6 16,3 2 6-16,0-4 0 0,3 1 0 0,0 0 3 0,2-3-6 0,2 2 3 15,2-1 1-15,1-1-1 0,3 0 2 0,2-1-2 0,1 0-2 16,1-1-5-16,5-1-2 0,1-2-4 0,1 1 15 0,3-1 6 0,1-1 1 15,4 0 6-15,1 0-13 0,3-2 0 0,1 0 1 0,2-1 0 16,1 1-2-16,4-1 5 0,2-1 1 0,3-1-2 0,0-1 2 0,1-1-4 16,1 0 1-16,1 0 6 0,1-1-1 0,3 0 0 0,1 0-2 0,0 0 5 15,2 0-3-15,2-2 1 0,-1 1-1 0,2 0-4 0,1 0 4 16,1-1-2-16,3 0-1 0,-1 1-3 0,2-2-1 0,-1 0-4 0,4-1 4 16,0 0-1-16,0 0 1 0,0 0 4 0,1-2-5 0,0 0 4 0,1 0 1 15,0-1-3-15,-1 0 6 0,1 0-9 0,0 0-2 0,1-2 4 16,0-1-2-16,-2 1 15 0,2 0 0 0,-1-1 0 0,1 0 0 0,0 1-4 15,0-1-3-15,1 0-1 0,-2 2-4 0,2-1 0 0,-3 0 8 16,0 0-2-16,1 1 2 0,0 0 3 0,-1-1-6 0,0 1 3 0,0-1-3 16,-1 0-1-16,1 1-2 0,0-1-3 0,0-1 1 0,-2 1-2 0,0-2 4 15,2 2-2-15,-2-1-1 0,0 0 2 0,0 1-2 0,-3-1 3 16,2 0-2-16,0 0-6 0,0 0 6 0,-2 0-3 0,0 0 0 0,-2-1 5 16,2 0-5-16,-2 0 3 0,0-1 0 0,-1 1 0 0,-1-1 0 0,1 0-3 15,-1 0 0-15,-1-1-1 0,0 1 1 0,-1-2 0 0,0 0 4 16,1-1 1-16,-1-2 1 0,-2 0-2 0,1-1-3 0,-2 1 4 0,1-2 0 15,-2 0 3-15,0-1 0 0,0-1-10 0,1 0 0 0,-2-2-1 16,0 1 10-16,-1 0 7 0,0 0-1 0,-2-1 3 0,1-1-10 0,0-1-1 16,0 0 1-16,-3-1-1 0,-1 0-3 0,0 0 3 0,-2 0 0 0,1-1 3 15,-3 1 3-15,-1-2 4 0,-1 0-1 0,-1-1 1 0,-2-2 5 16,-1 0 1-16,-2-2 0 0,-1-1 2 0,-1 3-4 0,-1-1-3 0,-3 0 1 16,1-1-3-16,-2-2-3 0,0 2 1 0,-1-1-2 0,0-1-6 0,-2 1 4 15,-3-1-1-15,-2-1 3 0,-1 1 4 0,-2-2-3 0,-2 0 1 16,-2-1-5-16,-2 1 4 0,-2-1-6 0,-2 1 0 0,-2-2 2 0,-3-1 3 15,-3 0-1-15,-3 0 4 0,-3 0 3 0,-3 1-6 0,-4-2 9 16,-4 2 1-16,-1-2-8 0,-3 1-5 0,-3 2 5 0,-5-3-5 0,-1 2 2 16,-6 0 1-16,-1 0-10 0,-4 0 4 0,-3 3-8 0,-3 0 6 0,-3 3-7 15,-4 2-6-15,-3 1 8 0,-3 3-2 0,-3 1 5 0,-1 1 3 16,-5 3-8-16,-3 5-4 0,-2 3 2 0,-5 5-2 0,-2 3 1 0,-4 5 1 16,-4 6-2-16,-2 7 0 0,-2 5 2 0,-2 4-5 0,1 6-3 0,-2 5-4 15,0 6-9-15,-1 8-35 0,-1 6-43 0,0 5-71 0,1 4-89 16,0 6-78-16,-2 6-137 0,-1 4-537 0</inkml:trace>
  <inkml:trace contextRef="#ctx0" brushRef="#br0" timeOffset="24217.98">6714 8104 1913 0,'-23'-2'48'0,"0"0"-137"0,-5-2-1 0,7 0 28 15,7 1 49-15,0 0 22 0,2 0-4 0,-1 0-21 0,1 1-18 0,-1-1-15 16,0-1-7-16,0 0 8 0,-1 0 18 0,0-1 12 0,-3 1 12 16,0-1 5-16,-1 1 5 0,1-1 0 0,-2 1 5 0,1 0 2 0,-2 0 4 15,-2 0 5-15,-2 0 1 0,-1-1 1 0,-3 2-4 0,0-1 1 16,-1 1 5-16,-2 0 0 0,-2 1-1 0,0-1-1 0,-2 0-5 0,-1 0-2 15,1 0 5-15,-1 0-3 0,0-1-8 0,-1 0-1 0,-2 0-3 16,1 0 1-16,-2 1 8 0,1-2-6 0,0 0 4 0,-1-1 7 0,-1 0-6 16,-1 1 12-16,-3-1 2 0,0 1-6 0,-2 0 1 0,1 1-11 0,-2-1-2 15,1 2-3-15,-1 0 0 0,0 1-2 0,0 0-1 0,-2 0-1 0,3 0-3 16,-3 1 0-16,0 1-2 0,0 0 1 0,-4 1 1 0,0 1-5 16,-1 1 1-16,-1 1 1 0,0 1 0 0,0 1 5 0,1 1-4 0,-1 0-1 15,1 2 3-15,-1 1-1 0,0 0 4 0,-2 0 0 0,2 1-4 0,0 0-1 16,1 1 1-16,-2 0 1 0,1 0 1 0,1 3-1 0,-1 0-3 15,2 0 2-15,1 0-1 0,0 2 9 0,-1 0-5 0,3 2 1 0,0-2 0 16,2 2-3-16,2 0 1 0,-1-1-1 0,1 3-2 0,1-2-4 0,3-1 8 16,1 1-1-16,3-1 2 0,2 2 5 0,-1-3-9 0,3 2 4 15,1-1 0-15,1 0-2 0,1 1 0 0,2 0-2 0,0-1-7 0,3 1 0 16,1 1-1-16,2 0-1 0,2 2 0 0,0 0 0 0,3 0 0 16,1 1 2-16,1 1-1 0,3-1-2 0,0 0 3 0,0 1-2 0,2 0 5 15,2 2 0-15,2-1 1 0,3 2-2 0,0 0 1 0,3 0-2 0,0-1 5 16,2 1 3-16,3-1 0 0,1 1 3 0,2 0-2 0,2-2-1 15,2 0 1-15,2 0 5 0,2-2 0 0,2 0 1 0,0-1 2 0,2 0-3 16,2 2 0-16,1-2 2 0,3 1-2 0,0-2-1 0,2-1 3 16,3 1-7-16,0-1 4 0,4-1 1 0,0 0-7 0,1-1 4 0,2-1-1 15,1 1 1-15,4-2 2 0,-1 0 2 0,3-1 1 0,3 0-5 0,2 0 4 16,1-1-1-16,0-1-1 0,1-2-4 0,1-1-1 0,3 0 15 16,2 0-2-16,0 0 2 0,3-3 5 0,1 1-13 0,0-1-3 0,3-1 6 15,-1 0-6-15,3 0 7 0,1-2 2 0,0 1-2 0,3-2 2 0,2 0-3 16,0-1-2-16,1-1 2 0,2-1 5 0,-3 0-7 0,4-1 2 15,-1-1 8-15,1-1-1 0,2-1 8 0,0-1 3 0,2-2 2 0,1 0-9 16,-2 0-6-16,2-2-1 0,0 0-23 0,-1-1 0 0,1 0 9 0,1-1-3 16,-1-2 18-16,1 0 6 0,2-1-3 0,-1 0 3 0,3-2 0 15,0 1-7-15,-3 0-4 0,0-1-4 0,1 0-2 0,-3 1 8 0,1 1-1 16,1-1 4-16,-2 0-4 0,0 1 4 0,0 0-4 0,-4-1 0 0,0 0 5 16,-1 0-7-16,-2 0 7 0,0-1 1 0,-1-1 0 0,-1 0-2 15,-1 1-1-15,-1-1-1 0,-2-1 3 0,-1 1 0 0,-1 1 1 0,-3-1 0 16,0 1-6-16,-1 0 3 0,-2-2-2 0,-1 0-2 0,-1 0-1 15,-3 0-1-15,-2 0-1 0,-1-2 6 0,-3 1-10 0,2-1 7 0,-4 0 0 16,0 1 0-16,-2-1 10 0,-2-1-12 0,-3 0 2 0,-2 1-2 0,0-1 1 16,-4 1 2-16,-2 0-2 0,-3 0 1 0,-1 0 3 0,-3 0 1 15,-3 0-1-15,-1 1 1 0,-4 0-4 0,0-2 3 0,-2 1 1 0,0-1 1 16,-4 1 1-16,-2 1-1 0,-3 1 1 0,-2 0-1 0,-1 0 6 16,-3 1-2-16,0-2-4 0,-2 0 3 0,-5 0-9 0,-2-2-6 0,-5-2-3 15,-3 0-21-15,-2-2 12 0,-5 0 1 0,-2-1-4 0,-4-1 5 0,-5-1-11 16,-4-2-4-16,-3 0 5 0,-5 1-7 0,-3 1-7 0,-4 0-3 15,-5 0-1-15,-1-3 5 0,-5 1 3 0,-4-2-3 0,-4 3 6 0,-4 0-8 16,-1 2-13-16,-4-1-15 0,-3 3-37 0,-1 0-35 0,-5 1-10 0,-2 2 5 16,-1 1 1-16,0 2-16 0,-2 5-50 0,0 1-98 0,0 4-213 15,-4 1-104-15</inkml:trace>
  <inkml:trace contextRef="#ctx0" brushRef="#br0" timeOffset="80787.61">8089 9359 1595 0,'-33'-7'108'15,"-4"0"-78"-15,-11-1-27 0,9 2-16 0,5 2-2 0,0-1 2 0,3 0-6 16,-4-1-2-16,0 1-6 0,-2 0-26 0,-1-1-25 0,0 1-22 0,-2-1-10 16,-1 1 8-16,-2-1 18 0,-1 0 27 0,-2 1 25 0,0-2 26 15,-3 2 18-15,0-3 13 0,0 0 9 0,-1-2 13 0,-1-1 13 0,-1 0 8 16,-2-1 10-16,1 1 2 0,-2 0-1 0,1-1-8 0,-1 2-12 0,-2 0-11 16,0 2-15-16,-2 0-3 0,-1 1-5 0,-1 0-3 0,-1 1-1 15,-1 1-5-15,0 1-5 0,0 1 1 0,-1 0 4 0,1 0-3 0,-2 2 1 16,0 2-7-16,-2 2-10 0,0 0 3 0,-3 2 0 0,0 1 1 15,0 1 2-15,1 2 3 0,-1 2-2 0,0 1-2 0,1 2 1 0,-4 1-8 16,0 3-1-16,-3 0 5 0,-3 4-6 0,0 1 10 0,-1 0 1 0,3 0 5 16,3 0 2-16,0 1-7 0,1 1-2 0,0 2-2 0,-3 3-2 15,3 0-2-15,0 0 6 0,1-2 10 0,4 1 6 0,3-2 0 0,-1 3-2 16,2 1-9-16,1 0-5 0,-1 1 1 0,2 2-1 0,2 0 1 0,0 4 0 16,2-2 3-16,0 1-2 0,3 1-4 0,1-1 0 0,0 1 1 15,3 0-2-15,1 1 2 0,3 0-8 0,2 0 6 0,2 0-1 16,1 1 1-16,2 2 9 0,2-2-2 0,2 1 2 0,2-1-3 0,2-1-1 0,5 2-11 15,0-1 4-15,4 0 0 0,0 0-1 0,3 0 3 0,4 0-8 16,0 2 1-16,3-3-6 0,2 0-3 0,2 2 8 0,4-1-1 0,0 1 7 16,3 1 4-16,3-1-2 0,3 0 0 0,1 0-8 0,2-4-3 15,4 0 3-15,2-5-4 0,2-1 8 0,1 0-1 0,2-1 0 0,3-1 4 16,2 1 1-16,3-1 1 0,2-1-1 0,3-1 3 0,2 0-2 0,0-1 8 16,2 1 3-16,2-1-3 0,3 0 12 0,2-1-7 0,4-2 5 15,2 1-5-15,0 0-5 0,4 0 2 0,1 2-3 0,3-2 3 0,3 0-3 16,2-2-3-16,3 0 3 0,2-1 3 0,3-1-3 0,3-1 4 0,3 0-4 15,0 0-1-15,2-2 1 0,1 1-3 0,3-2 6 0,1-2-3 16,4 1-2-16,2-1-1 0,0 0-3 0,4-2 2 0,0-1-3 0,1-1-8 16,2 0-2-16,0 0 2 0,4-1 7 0,-1 0 11 0,2-1-1 15,-1 0-4-15,1-1-5 0,3 0 5 0,-1-2-5 0,0 0-2 0,1-1 4 16,-1 0-11-16,1 0 6 0,2-2 2 0,1-1-1 0,-1-1 8 0,0-1-2 16,3 0 2-16,-2-2-2 0,2 0-4 0,0-1 2 0,0-1-5 15,-1 0 9-15,0 0-1 0,-2-1 0 0,2-1-5 0,-3 0-8 0,-2 0 1 16,1-1 4-16,0 0 18 0,-1 0 1 0,1-1 8 0,1-2 1 0,-1-1-9 15,-1 0 3-15,1-3-8 0,-1 1-4 0,-1-1-3 16,1 1-1-16,-2-1 3 0,-2 0-3 0,2-1 3 0,-5 2-1 0,2-2-1 0,0-1 7 16,-2-1-7-16,0 1 1 0,-2-2-5 0,-2-1-11 0,-3 0 2 0,1-3 0 15,0-1-3-15,-3 0 9 0,0-2-1 0,-3 2 1 0,-2-3-6 16,0-1-6-16,-2-3 8 0,0-2-2 0,-1-1 0 0,-2 1 11 0,-5-1-5 16,0 0 2-16,-4-2 8 0,-1 0-12 0,-2 0 0 0,-5 0-1 15,-2 0 1-15,-3-2 13 0,-2-1 0 0,1-1 7 0,-5-1-2 0,-1 1 2 16,-2 0-2-16,-2-2-2 0,-2 1 2 0,-1 0 7 0,0-2-5 0,-2 0-5 15,-2 0 1-15,-1-1-10 0,-4 1 2 0,0 1 3 0,-3 0-1 16,0-2 2-16,-4-1-2 0,-2 1 1 0,-3 1 2 0,-4 2 1 0,-1 1-3 16,-3-1-12-16,-1 2 10 0,-4-1-2 0,-1 1 1 0,-4 1 11 15,-3-1-13-15,-3 0 4 0,-2 2-5 0,-4 1-2 0,-2-2 1 0,-1 1-7 16,-4-2 2-16,-4 1 1 0,-2 2-1 0,-4 1-1 0,-2 1-1 0,-3 0-3 16,-1 0-11-16,-5 0 5 0,-3 3-4 0,-3-1 2 0,-3 3 13 15,-4 1-2-15,1 2 4 0,-4 1 1 0,-2 2 0 0,-2 0-2 0,-4 2 2 16,-1 3-2-16,-3 0 8 0,-2 1-8 0,-3 1-8 0,-4 3-2 0,-5 2-10 15,-2 2 0-15,-3 2 10 0,-3 2 4 0,-1 2 6 0,-3 1 5 16,1 1-2-16,-4 3-2 0,1 2 0 0,0 1-1 0,-1 1 8 0,2 2-1 16,-1 1-7-16,1 2 0 0,-2 1-8 0,0 3-3 0,-2 3-1 0,1 0-3 15,-1 4 3-15,0 1 0 0,0 2 3 0,1 3-1 0,-1 0-2 16,-1 4-12-16,-1 1 6 0,1 5 5 0,-1-2 1 0,1 4 3 0,1 0-4 16,0 1-6-16,0 1-4 0,-1 4-3 0,0 0 1 0,1 0-3 0,1 0 1 15,0-1 4-15,4 0-1 0,0 0-33 0,4 1-53 0,-1 1-56 16,3-1-87-16,-1 3-63 0,-1 2-186 0</inkml:trace>
  <inkml:trace contextRef="#ctx0" brushRef="#br0" timeOffset="96904.76">8433 8983 1279 0,'-43'-14'117'0,"-2"-1"-89"15,-12-1-32-15,8 2-12 0,7 3-8 0,-1 1 0 0,0 1-1 0,0 0 2 16,-2 3 0-16,0 0-12 0,0 3-9 0,-1 1-10 0,-2 0-4 0,-1 2 9 16,-1 0 13-16,0 2 11 0,1 0 7 0,-1 2 8 0,-2 1 2 15,1 1 11-15,0 3 8 0,0 1-1 0,0 1 5 0,0 2-4 0,-2 2-6 16,0 0 1-16,-1 3-4 0,1 2-2 0,0 0 0 0,1 2 0 0,1 1-3 15,-1 1 5-15,2 3-2 0,1 3 1 0,2 1 0 0,2-1-6 16,2 3-3-16,2-1-3 0,2 2 0 0,0 1-1 0,4 1 4 0,1 3 1 16,3-1-1-16,1 2 7 0,3 1 1 0,0-2-1 0,3 4 1 0,1-2-5 15,2 2-7-15,2 1 0 0,2 2 0 0,2 3 2 0,1 0-3 16,3 3 0-16,0 2-4 0,1 3-2 0,4 2 8 0,0 3-1 0,4 2 1 16,0 2 1-16,1 2-3 0,3-2-4 0,2 1-4 0,2 0-5 15,4-1-16-15,2-2-10 0,2 2-10 0,4-1-12 0,3-1-3 0,3-1-11 16,2 1-80-16</inkml:trace>
  <inkml:trace contextRef="#ctx0" brushRef="#br0" timeOffset="97121.77">9234 11653 105 0,'99'-30'77'0,"11"-6"-15"0,25-8-19 15,-15 0-2-15,-15 3-5 0,-1-1 1 0,-1-2 5 0,-1-1-1 16,0-3 1-16,-3 0-1 0,-2-2 5 0,-1-4-10 0,-5-1 0 0,0-2 5 15,-3-3-13-15,-3-2 3 0,-3-1-2 0,-4-1-9 0,-3-2 2 16,-5 1-5-16,-4-3-1 0,-6-1 4 0,-6 2-2 0,-6-1 4 0,-7 2 2 16,-6 1 8-16,-8 0 6 0,-6 3 13 0,-7 1-2 0,-7 0 5 0,-10 4-8 15,-7 0-10-15,-7 1-5 0,-4 2-11 0,-8 0-4 0,-7 3-9 16,-7 2-6-16,-6 0-9 0,-7 1-4 0,-6 3-17 0,-6 2-28 0,-7-2-50 16,-9 1-142-16,-11-3-371 0</inkml:trace>
  <inkml:trace contextRef="#ctx0" brushRef="#br0" timeOffset="109973.06">9536 8088 588 0,'-6'-7'5'0,"1"2"-18"0,-1-2-8 0,3 1-6 0,1 2-6 0,0 0-11 16,1 0-4-16,0 2-11 0,1-1-31 0,-1 1-24 0,0 1-9 15</inkml:trace>
  <inkml:trace contextRef="#ctx0" brushRef="#br0" timeOffset="110273.05">9487 8004 46 0,'0'-4'66'0,"0"-2"34"15,1 0-5-15,-1 0-6 0,1 0-12 0,-1 0-21 0,0 2 0 0,0-1-5 16,0 2-2-16,0 0-1 0,-1 1-12 0,0 1-5 0,1 0-5 16,-1 1-8-16,0 1 2 0,0-1-7 0,-1 2-1 0,-2 1 2 0,0 0-5 15,-2 1 0-15,1 1-2 0,-2 1 0 0,0 2 0 0,-1 0 3 0,0 2 1 16,-1 1 2-16,1-1 3 0,-2-1 2 0,1 0 8 0,-1 0 0 16,2-1 5-16,2 0 3 0,1 0-2 0,0 0 1 0,2-1 1 0,1-1-4 15,0 1-4-15,1 0-4 0,1 0-4 0,2 1-4 0,1 1-4 0,0 0-1 16,1 0-3-16,3-1 3 0,1 2-2 0,1 1-1 0,2 0 1 15,0 0-3-15,0 0 3 0,2-1 3 0,1 0-6 0,1 0 6 0,-1-1-1 16,0 1 1-16,-1 1 5 0,0-2 6 0,-1 1 2 0,0-1 2 0,-2 1 6 16,0-1-4-16,-1 0-1 0,-1-2 1 0,-1 1-6 0,0 0 1 15,-1 1-1-15,-1 0-2 0,0 0 3 0,-1 0-9 0,-1-1 2 0,0 1-7 16,-1 0-2-16,-2 1 0 0,1 0-1 0,-2 1-1 0,0 1-7 16,-2 0-1-16,-1 2-2 0,-1-1-6 0,0 0-4 0,-3 0-5 0,-1 0-15 15,0 1-34-15,-3-1-45 0,1-2-55 0,-1-3-55 0,-2 0-30 0,0-2-14 16,-2-2-186-16</inkml:trace>
  <inkml:trace contextRef="#ctx0" brushRef="#br0" timeOffset="110390.06">9281 8211 603 0,'-3'-19'389'0,"1"0"-334"0,0-3-30 0,4 2-13 16,3 5-10-16,2 0-2 0,2 2-8 0,2 0-2 0,1 1-5 16,2 1-7-16,1 2-6 0,-1 1-12 0,2 1-12 0,0 1-23 0,1 1-51 15,-2 1-55-15,2-1-215 0</inkml:trace>
  <inkml:trace contextRef="#ctx0" brushRef="#br0" timeOffset="110656.06">9748 8119 865 0,'-2'3'87'16,"0"2"-41"-16,1 2-20 0,1 0-8 0,3-1-4 0,0 1-5 16,2 0-5-16,0 1-3 0,1 1-1 0,2-1-1 0,0 1 1 0,0-1 0 15,3 0-3-15,0-2-4 0,0 0-3 0,1-1 1 0,0-2-1 0,-1 1 5 16,1-1-1-16,1-1-3 0,0 0 3 0,-2-2 0 0,-1 0 5 15,0-1 0-15,-2-1 1 0,0 0 3 0,-1-1-1 0,-1 0 9 0,-1-1 1 16,-1 0 0-16,0 0 4 0,-2-3-5 0,-1 1 1 0,1-3 0 0,-1 1-1 16,-1-2 0-16,0 0-2 0,-1-1 3 0,0 1-1 0,0-1 1 15,-1 0 1-15,-1 1 5 0,0 0 1 0,-2 1 3 0,0 1 2 0,-1 0 3 16,-1 0-4-16,-1 2 0 0,1 1-3 0,0 1-7 0,1 2-5 16,1 0-8-16,-1 1-8 0,0 2-6 0,1 0-5 0,0 2-3 0,1 1-1 15,0 1-6-15,2 1-6 0,0 0-13 0,0 1-23 0,3-1-54 0,0 1-68 16,2-1-76-16,2-1-131 0</inkml:trace>
  <inkml:trace contextRef="#ctx0" brushRef="#br0" timeOffset="110823.05">10414 7804 1743 0,'-2'2'98'0,"0"1"-85"0,0 3-26 0,2 5-3 0,2 3 7 16,1 2-2-16,1 6 6 0,0 3-3 0,0 2-4 0,0 3 0 15,0 1 0-15,-1 3-4 0,-1 1 5 0,0 3-2 0,-1 2-8 0,-1-2-11 16,-1 1-10-16,1-1-30 0,-1-2-69 0,0-1-73 0,0-2-70 0,0-2-53 16,0-4-112-16</inkml:trace>
  <inkml:trace contextRef="#ctx0" brushRef="#br0" timeOffset="111323.05">9971 7878 1884 0,'-13'-9'557'0,"3"3"-510"0,0-1-58 15,6 4-43-15,4 3-11 0,2 0 7 0,2 0 1 0,1 0 16 0,2 1-3 0,2 0-7 16,0 2-1-16,0 0-7 0,1 1 2 0,0 2 6 0,0-1 3 0,0 2 9 16,-1-1 7-16,-1 2 2 0,0 0 8 0,-1-2 4 0,0 2 6 15,-1-2 5-15,0 1 5 0,-2-1 9 0,-1-1-1 0,-1 0 7 16,-1-1 3-16,-1 0-5 0,1-1 9 0,-1-1 0 0,-1 0-2 0,1 1-1 16,0-1-6-16,-1-2 0 0,1 2-7 0,1-2-2 0,-1 1 0 0,0-1-5 15,0 0 3-15,0 1-1 0,1-1 5 0,-1 0 0 0,0 0 0 0,1-1 0 16,0 1-6-16,1-1 2 0,0 0-4 0,2 0-2 0,0 0 0 15,1 0 2-15,3-1-1 0,0 2 1 0,1-1-1 0,1 1-1 0,1 1 4 16,-2 1 2-16,2 0-2 0,0 2 2 0,0 2 2 0,2 1-4 0,0 1 0 16,-1 1-2-16,3 2 0 0,0 0 1 0,1 0 2 0,-1 2-1 15,1 0 0-15,0 0-2 0,0 0 1 0,-3-1-2 0,0 0 1 0,0-1 4 16,0 0 0-16,-1-1-4 0,0-1 3 0,-1-1-3 0,-1 0 4 16,-1-1 2-16,-1 0 0 0,1-1-4 0,-3 0 0 0,2-1-1 0,-1 0 0 15,-1-1-2-15,0-1-4 0,0 0-3 0,-1 0-8 0,0-1-5 0,-2 0-11 16,1 0-24-16,0-1-19 0,-2 1-13 0,-1 0-2 0,0 0 9 15,0 0 13-15,-1 0 9 0,0 0 5 0,-1 0 1 0,0 0-4 0,0-1-6 16,0 1-6-16,-1 0-4 0,-1-1-11 0,1 1-16 0,-1-1-20 0,0 0-182 16</inkml:trace>
  <inkml:trace contextRef="#ctx0" brushRef="#br0" timeOffset="111773.06">10566 7833 1436 0,'-5'-2'98'16,"1"1"-92"-16,-1 1-36 0,3 0-10 0,1 1 2 0,1 0 4 15,0 1-6-15,1-1-2 0,1 2 3 0,0 0 3 0,-1 1 10 0,1-1 9 16,-1 1 7-16,0-1 8 0,0 0 3 0,-1-1 1 0,1 1 0 16,-1-2 0-16,0 2 0 0,0-1 2 0,1 0-1 0,-1 1-1 0,1 0 0 15,-1 1 0-15,2 0 3 0,-2 0-3 0,1 2 0 0,1-1 4 0,-2 2-1 16,2-1 3-16,-1 2-3 0,1-1-1 0,0 1-2 0,2 0 0 15,-1 0-3-15,2 3 1 0,1-1 0 0,1 3-1 0,0 0 2 0,1 0-1 16,-1 0 0-16,2 0 0 0,-1 0-1 0,0 1 0 0,1 0 1 0,0 0-1 16,-1 0 3-16,-1 0-2 0,0 0-1 0,0 0 2 0,-2-2 1 15,-1 0 5-15,0 0 3 0,-2 0 2 0,-2-1 2 0,0-2-3 0,-2 0 2 16,-1 1 0-16,0-1-4 0,-3 1 2 0,1 0-7 0,-1-2-3 16,-2 1-1-16,0-1-4 0,-1 0-2 0,-3-2-17 0,2 0-18 0,-3-1-26 15,-2-1-25-15,-1-2-21 0,-1 0-29 0,-1-2-24 0,-2-2-30 0,-1-3-192 16</inkml:trace>
  <inkml:trace contextRef="#ctx0" brushRef="#br0" timeOffset="111923.05">10481 7730 2283 0,'0'-3'109'0,"2"0"-101"0,3-1-40 0,2 2-8 0,3 0 9 15,3 0 2-15,2-1-11 0,4 2-24 0,3-1-30 0,0 1-41 0,3 1-47 16,-2 0-48-16,2 0-44 0,0 1-44 0,-2 1-44 0,0 0-89 15</inkml:trace>
  <inkml:trace contextRef="#ctx0" brushRef="#br0" timeOffset="112156.57">11064 7758 1201 0,'0'3'112'0,"0"1"-67"0,2 2-26 15,0 1-12-15,0 0-2 0,2 1-5 0,2 2-2 0,0 0 0 0,1 2-5 16,1 0 0-16,0 0 0 0,0 1-2 0,1 1 2 0,-2-1 0 15,1 0-3-15,0-2 2 0,0-1-1 0,0-1 2 0,1-2 3 0,-1-2-2 16,1-1-1-16,-2-3 0 0,1-1 3 0,0-1-4 0,-1-2 6 0,0-2 5 16,-1-2 6-16,-1-2 8 0,-1-1 0 0,-1-2 1 0,-2-3 1 0,-2-1 0 15,-2-2-1-15,-3 0 1 0,-1-1-2 0,-3-2-1 0,-2 0 1 16,-1-2-4-16,-2 1-1 0,-2-1-9 0,-2 0-9 0,-2 2-5 0,-3 0-6 16,-1 3-1-16,0 2-6 0,-2 3-7 0,0 1 0 0,-5 1-8 15,0 3-4-15,-4 2-12 0,0 2-33 0,0 2-42 0,-3 1-32 0,1 1-29 16,-3 0-48-16,2 1-84 0</inkml:trace>
  <inkml:trace contextRef="#ctx0" brushRef="#br0" timeOffset="112539.57">8862 7861 1840 0,'-21'31'73'15,"1"4"-33"-15,-1 11-21 0,10 2-11 0,7-2-4 0,6 3-6 16,5 4-8-16,5 2 3 0,3 2-3 0,7 1 2 0,5 2 4 0,3 0-6 16,4 0-1-16,4-1-4 0,4-4-8 0,6-3-8 0,4-4-10 0,2-3-6 15,5-2-1-15,4-6 4 0,4-4 5 0,2-2-3 0,2-5 9 16,4-3-5-16,-1-3 4 0,0-5 12 0,0 0 3 0,-1-4 12 0,1-3 8 16,-2-3 15-16,1-4 23 0,-1-4 13 0,1-3 11 0,2-5 4 0,-1-3-8 15,0-3 5-15,-2-5-3 0,0-3 2 0,-2-4-3 0,-1-5 8 16,-3-3-1-16,-2-5-6 0,-2-4 8 0,-4-7-8 0,-1-2-2 0,-4-6-10 15,-4-3-10-15,-2-3-11 0,-2-1-8 0,-7 0 6 0,-2-2 3 16,-8 0 3-16,-4 1 4 0,-7 1-7 0,-5 1-1 0,-4 2-6 0,-7 0-9 16,-4 1-6-16,-6 2-20 0,-6 1-2 0,-5 2-15 0,-7 2-15 0,-6 3 6 15,-8 4-10-15,-4 3-2 0,-6 5-4 0,-5 4-7 0,-2 7-8 16,-6 5 0-16,-2 8-4 0,-5 10 2 0,-3 6 8 0,-2 8 15 0,-3 10 15 16,-3 7 9-16,-1 7 6 0,-3 7-1 0,-1 5 2 0,0 6-3 0,1 7-5 15,4 3-6-15,4 4 4 0,6 3-5 0,7-1-7 0,6 2-47 16,7 0-96-16,7 0-120 0,5 2-129 0,9 1-92 0</inkml:trace>
  <inkml:trace contextRef="#ctx0" brushRef="#br0" timeOffset="112706.57">11516 8386 1 0,'77'152'369'16,"-39"-67"710"-16,-25-40 584 0,-16-30-1830 0,-3-1 25 0,-1 2 89 0,-1 4 58 16,0 2-125-16,1 2-170 0,2 4-171 0,-1 1-194 0,1 7-235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0:40:11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13199 5106 1446 0,'-15'0'144'0,"0"-2"-189"0,-4 1-121 0,2 0-39 15,3-1 8-15,-1 2 61 0,2-2 59 0,1 1 20 0,-2-1 2 0,2 0-14 16,-2-1-6-16,0 0 8 0,0 0 12 0,-2 1 17 0,-1-1 18 0,-1 2 11 15,2 0 7-15,-3 0 6 0,1 1 9 0,1 1 11 0,-3 0 9 16,0 0 9-16,1 0 0 0,-3-1 1 0,-2 1 0 0,1-1-3 0,-2 0-4 16,1 0-9-16,0 0-7 0,-2 0-5 0,-1 0-2 0,-1 0 3 0,-1 0-1 15,0 0 7-15,0 1 9 0,-2 0 2 0,2 1 3 0,-1 0 2 16,2 1-4-16,-1 1 0 0,1 0-2 0,-1 1 1 0,0 1-1 0,2-2 1 16,0 2 2-16,0 0-7 0,-2 2 2 0,1 0 0 0,0 2-8 15,2-1 0-15,1 2-4 0,1 1-7 0,1 1 0 0,0 0-3 0,0 0-2 16,0 1 0-16,1 2-1 0,2 1-2 0,-1-1-1 0,0 1 0 0,3 1-1 15,-1 0 0-15,1 1 2 0,1 1 0 0,0 2 1 0,0 0-3 16,1 1 1-16,2-1-1 0,-1 0 5 0,1 1 4 0,0-1 2 0,1 1 1 16,1 1 3-16,1-1 1 0,1 2-4 0,0-1 1 0,2 2-3 15,0 0-6-15,3-2 4 0,0 2 4 0,0-2 3 0,2 1 4 0,1 1-4 16,1-2-9-16,2 2-3 0,0-3 1 0,2 1 0 0,1 0-3 16,0-3 3-16,2 1 0 0,0-1 0 0,1 0 1 0,3-1 3 0,0-1 2 0,1-3 0 15,2-1 5-15,0-1 3 0,2-1 1 0,1-1 2 0,0-1 2 16,0 0 0-16,4-1-2 0,0-2 5 0,0 1-6 0,3-3-1 0,-1 2-1 15,1-1-4-15,2-1 3 0,-1 1-4 0,4-2 0 16,-1 1-2-16,2-1-4 0,1-1 5 0,-1 0-4 0,2 0 1 0,1-1-2 0,0 0-1 16,1 0-1-16,0 1-3 0,-1 0 0 0,1 0-2 0,1-1 3 15,-1 0-4-15,2 0 2 0,-3 1 0 0,2-1 3 0,-2 0-3 0,1 0 7 16,-1 0-2-16,2-1 1 0,-1-1 4 0,0 0-1 0,2-1 5 0,-1-1 2 16,2-1 2-16,-1-1 0 0,0-2-4 0,-1 1 0 0,0-2 3 0,0 0-3 15,-1-2-4-15,1 0 0 0,-1-1 4 0,0-1-3 0,-2-2 4 16,1-1-4-16,-2 0-5 0,0 1-1 0,-1-2 2 0,0-1 3 0,-2-2-1 15,1 1 1-15,-4-3 1 0,1 0 0 0,1 0-4 0,-3-2 1 16,1-1-1-16,-2 0-2 0,-2 0 2 0,-1-1 0 0,-2 2 0 0,-1-2 4 16,-2 0-4-16,0 0-3 0,-1-1 3 0,-3 1-1 0,1-2-2 0,-2 2 8 15,0 0 5-15,-2-1-2 0,-2 1 13 0,0-2-7 0,-1 0-1 16,-1 1 0-16,-1-2-1 0,-1 1 0 0,-1-1 2 0,0 0-4 0,-1 1-1 16,-1-3-5-16,-2-1 0 0,1-1 1 0,-2 0 0 0,-1 0-2 0,0 2 0 15,-2-1-4-15,-1 1 0 0,0-1 0 0,-1-1-1 0,-1 1-7 16,0 0 0-16,0 1 8 0,0 0 4 0,-2 1 3 0,0 0-3 0,-3 1-9 15,0 0-6-15,-2 2-2 0,-1 1-7 0,-2 2-8 0,-1 3 3 16,1 1-6-16,-1 2 3 0,0 1-8 0,-2 3-16 0,-2 2-14 0,0 2-14 16,-2 2-16-16,0 2-36 0,-3 3-45 0,0 2-69 0,-3 4-86 0,-2 3-93 15,-2 3 16-15,-4 4-116 0</inkml:trace>
  <inkml:trace contextRef="#ctx0" brushRef="#br0" timeOffset="9316.58">3902 8962 253 0,'-7'-6'99'0,"0"0"-66"0,-1 0-13 0,2 2-8 16,3 1-5-16,-1 0-5 0,-1 1 0 0,0-1-2 0,0 2 2 0,-1 0-3 15,1 2-1-15,-1 0-3 0,-1 1-5 0,-1 1-1 0,0 1-3 0,0 1-2 16,-3-1-7-16,1 2-10 0,0-1-22 0,0 1-23 0,0 0-26 15</inkml:trace>
  <inkml:trace contextRef="#ctx0" brushRef="#br0" timeOffset="9916.58">3628 9028 64 0,'-9'4'50'0,"0"2"-5"0,-2 0-4 0,1 0-7 0,3-1-5 0,-1 0-4 15,2 0-4-15,0 0-11 0,1 1-4 0,2-1-1 0,0 0-1 0,0 0-2 16,0 1-1-16,1 0 0 0,0-1 1 0,1 1-1 0,0 0-1 16,0 1 1-16,1-2-1 0,0 3 4 0,1-1-1 0,0 0 1 0,1 1 2 15,1-1 0-15,1-1 4 0,0-1 3 0,1 2 0 0,1-3 1 0,0 2-1 16,2 1-1-16,0-1 2 0,1 0 0 0,1 0 0 0,1 0 0 15,1-1-1-15,-1 1-1 0,3-1-1 0,0-1-1 0,2 0 1 0,-2 0 1 16,2-1 4-16,1 0 2 0,0 0 5 0,1-1 1 0,1 0 2 16,0 1 2-16,-1-1-1 0,3 0-1 0,-1 0-1 0,0-1-3 0,0 1 0 15,0 0-1-15,0 0-1 0,0 0-2 0,2 1 1 0,-3 0-3 0,2-1-1 16,0 2 1-16,-3-1-2 0,2 1-1 0,-1 1 3 0,-1-2-3 16,0 2 1-16,-1 0-2 0,1 0-2 0,-1 0-2 0,0 1 0 0,1-1-1 15,-1 1 1-15,1-2 2 0,0 0-1 0,0 1 2 0,-1-2 1 0,0 0 2 16,-1-1 5-16,-1-2 5 0,0-2 7 0,1 0 8 0,1-2 4 15,-3-1 6-15,3-2 0 0,0-2 3 0,2-1-2 0,-1-3-5 0,1 0-4 16,0-2-13-16,-2 0-4 0,4-2-3 0,0 0-7 0,1-1 3 16,2-2-7-16,-1 2-2 0,-1-3-2 0,1-1-3 0,-2 1 1 0,1 0-2 15,-2 1 2-15,0 2-1 0,0 0-1 0,0-1 2 0,-1 0 0 0,-2 0-3 16,2-1 3-16,-3 0 0 0,1 1-4 0,-1 0-4 0,-2-1-2 16,1 2-2-16,-4 1 4 0,1-1 7 0,-2 3 1 0,0-1 2 0,-1-2-5 15,-1 0 2-15,0 2-2 0,-2-2-1 0,-1 1 3 0,1 0 0 0,-2 1-1 16,0-1 1-16,-2 0 1 0,0 1 1 0,-1 0-2 0,0-1-1 15,0-1 1-15,-1 2 1 0,0-3 0 0,-1 1-3 0,-2-1 0 0,1-1 1 16,-2 0-4-16,-1 1 1 0,-2 0 0 0,-1 0-3 0,-1 0 5 16,-1 2-5-16,-1-1 0 0,-3 0 0 0,1 1-2 0,-3 0 4 0,-2 2-4 15,-1 1-10-15,-3 2-1 0,-1 0-3 0,-3 1-1 0,0 1 9 0,0 1 3 16,-1 1 3-16,-1 2 6 0,-1 1-8 0,-4 1 5 0,1 1-2 16,-4 0-3-16,1 2 9 0,0 0-5 0,-2 1 0 0,1 1 1 0,-3 1-6 15,1 0 3-15,-1 2-2 0,-2 1 2 0,1 0 2 0,-1 3-2 0,1 2 4 16,2 1-4-16,0 2 4 0,-2 2-1 0,1 0-1 0,-1 2 1 15,1 2-1-15,3 2-1 0,0 1 1 0,2 0-2 0,1 0 2 0,1 2-1 16,1 2 0-16,3 2 4 0,-2 1 0 0,5-1-3 0,-1 2 3 16,4-3-8-16,3 2 0 0,-1 0 3 0,4 0-2 0,3 1 1 0,0 0-2 15,4 0-2-15,1 0-3 0,1 0 0 0,3 0 5 0,1-1-3 0,2 1-3 16,2-1-6-16,1 0-13 0,2-2-17 0,1 0-28 0,1-2-26 16,2-1-19-16,1 2-8 0,2-3 6 0,0 1 12 0,4-3 16 0,3-3-31 15,2-1-145-15</inkml:trace>
  <inkml:trace contextRef="#ctx0" brushRef="#br0" timeOffset="11617.58">5705 9303 367 0,'-3'-6'106'0,"0"0"-58"0,0-1-5 15,2 4-12-15,2 0-10 0,0 2-6 0,2-1-3 0,-1 0-6 0,3 0-1 16,0 1-2-16,0 0-4 0,3 2 2 0,-1-1-3 0,0 2-1 0,2 1 2 15,-1 0-4-15,-1 0 5 0,1 1-2 0,0-1 2 0,0 0 1 0,0 0-2 16,1 1 1-16,-1-1 0 0,3 0-1 0,-2 0 2 0,2-1-1 16,1 0 1-16,0-1 0 0,2 0-1 0,0 0 1 0,2-1 0 0,0 0 3 15,1 0 0-15,-1-1 1 0,2 0 2 0,1 0 1 0,-1 1 4 16,2 0 2-16,0-1 4 0,0-1 4 0,3 0 3 0,0-1 4 0,0 1-1 16,-1-2 3-16,1 1 1 0,-2 0-4 0,0-1 0 0,0 1 0 0,0 0-1 15,-1-1-1-15,-1 1-1 0,1-1-2 0,-1 1-2 0,0 0-2 16,-2 0-5-16,0 1-1 0,0-1-2 0,-3 0 0 0,2 1 0 0,-1 0-3 15,0-1 1-15,-1-1-1 0,2 0 2 0,1-1-2 0,0 0 0 0,0-1-3 16,0 0 3-16,2-3-1 0,0 0 0 0,1-1 4 0,1-2-4 16,-1-2 3-16,2-1 0 0,1-2 0 0,-1 0-2 0,1-1 1 0,-1 0-2 15,-2 1 3-15,1-1-3 0,-2 0 0 16,-3-2 2-16,2-1 4 0,-2-1 3 0,-1 1-1 0,-1-2-4 0,0 0-7 0,-1 2 0 0,0-1 6 16,-1 1 6-16,-2 1-1 0,0-1 2 0,-1-1-2 0,-1 3-1 0,-2-1 3 15,-1 1-2-15,-2 2-2 0,0-2-2 0,-1 2-3 0,0 1 2 16,-1 1-5-16,-1 0 2 0,0 0 2 0,0 0-7 0,-1 1 1 0,-1 0-2 15,-1 0 0-15,-1-1 2 0,0 1 1 0,-2-1-1 0,-1 0 1 0,-3 2-5 16,-1 1-2-16,0 0 0 0,-2 0-2 0,-1 0 0 0,-3 1-3 16,0 0-1-16,-5 2-1 0,-1-1 4 0,-1 1 1 0,-2 0 2 0,-2 2-1 15,-4-1-2-15,-2 2-2 0,-3 1 0 0,0 0 4 0,-3 1-1 16,-5 1 0-16,0 1 0 0,-2 1-1 0,-3 0 3 0,0 1 3 0,0 1-2 16,-1-1 6-16,3 2 2 0,0-1-1 0,0 1 0 0,4 2-5 0,0 1 0 15,2-1 1-15,0 4 2 0,4 2-2 0,1 1-2 0,1 1 2 16,4 2 0-16,-1-2-1 0,2 3-2 0,3 2 0 0,0 1-2 0,1 1 0 15,0 3 1-15,1 1 5 0,-1 2 1 0,1 0 2 0,0 0-4 0,1 2-5 16,0 0-4-16,0 3-3 0,3 0 0 0,0 3-7 0,1 0-8 16,3 1-18-16,1 0-25 0,1 2-68 0,2 0-55 0,5 2-28 0,2 1 13 15,3-1-201-15</inkml:trace>
  <inkml:trace contextRef="#ctx0" brushRef="#br0" timeOffset="16167.59">7410 9254 214 0,'-8'-2'21'0,"0"0"6"0,-2 1 2 16,4-1 4-16,2 0-4 0,1 0-7 0,1 0-1 0,1-1-9 0,0 1-8 16,3-1-2-16,-1 1-2 0,2-2-1 0,0 1 1 0,1 0 0 0,1-1-1 15,0 1 1-15,0 1 0 0,0-1 0 0,-1 0 0 0,1 1 0 16,-1 0 3-16,0 0 1 0,1 2 3 0,-1-1 2 0,0 1 3 0,0 0 4 16,0 1 3-16,-1 0 0 0,0 0 1 0,-1 0 1 0,2 1 1 0,-1 1 3 15,1 0-1-15,0 1-3 0,1 0-3 0,0 1-2 0,2 1-3 16,1 0-2-16,2 1 0 0,1-1-6 0,3-1 1 0,0 2 0 0,1-1-2 15,2-1 5-15,1 0-3 0,1 0 2 0,2-1 2 0,1 0 1 16,0-2 1-16,1 0 4 0,0-1 1 0,4 0 0 0,1-1 6 0,-1 0-4 16,2-1 2-16,-2 0 3 0,1-2-1 0,1 0 2 0,1-1 0 0,0 0-1 15,3 0-1-15,-1 0 0 0,1 1 0 0,0-1-1 0,0 2 3 0,-2 0-2 16,2 1-2-16,-1 1-2 0,0 0-1 0,0 1 1 0,1 0 1 16,1 0-1-16,1 1-1 0,1 1-7 0,-1 0 0 0,1 0-4 0,-1 1 0 15,2 0 1-15,1 1-2 0,1-1 1 0,1 1-2 0,1 0 3 16,0-1-2-16,1 0 0 0,2-1-2 0,-1 0 0 0,2-1 2 0,2-1-2 15,-1 0 1-15,1-2 0 0,0-1-2 0,-1 0 1 0,4-1 2 0,-2 1-2 16,1-2 0-16,-1-1 3 0,-1 0-4 0,1-1 8 0,-2 0 2 16,1-1 0-16,-1-1 5 0,0 0-1 0,-2 1 0 0,-2 1 5 0,-1-1 2 15,-1-1-2-15,-1 1 2 0,0 1-5 0,-1 0-7 0,-1 1-3 0,0-1-4 16,-2 2-4-16,0 1-1 0,0 1 2 0,0 2-4 0,-1-1 1 16,-1 3-3-16,3 0-15 0,-1 2-49 0,1 2-108 0,-2 0-100 0,-1 3-61 15,-1 1-88-15,0 0 116 0</inkml:trace>
  <inkml:trace contextRef="#ctx0" brushRef="#br0" timeOffset="23100.7">12302 9310 373 0,'1'-1'244'0,"0"0"-158"0,3 1-42 0,-1 3-29 0,4-2-2 0,1 2 4 16,4 0 5-16,1 0-1 0,4 0-1 0,3-1-6 0,1-1-4 16,2 0-4-16,3 0-3 0,1 1-1 0,3-1-1 0,1 1-2 0,1-1 0 15,2 0 0-15,1 0-1 0,0 0 1 0,2 1 0 0,1-1 0 16,1 0-2-16,2 0 3 0,1 1-2 0,-1-1 0 0,0 1 2 0,2 0 2 15,1-1 4-15,0 0 5 0,2 1 6 0,-1-2 7 0,2 0 9 0,0-1 11 16,2-1 8-16,4 0 6 0,-1-2 5 0,2 1 6 0,1-1 2 16,-1-1 3-16,1 1 3 0,0-1-10 0,1-1-11 0,0 1-10 0,2 0-12 15,0 0 0-15,-1 0-4 0,1-1-2 0,-1 0-3 0,-1-1-5 0,0 0-1 16,-2-1-5-16,-1 0 1 0,-1 1-3 0,-1-3 2 0,0 1-1 16,-2 0 0-16,-2 0-5 0,-2 0 2 0,1 0-4 0,-3 1 1 0,0-2 2 15,-1 0-1-15,-1 0-2 0,-2-1 0 0,0 1 0 0,-1 1-3 16,-2-1 2-16,0 1 0 0,-3 1 0 0,0-1 2 0,-2 0-3 0,2-1 5 15,-3 2-4-15,0-3 2 0,-2 2 3 0,-1-2-1 0,-2 1 2 0,2-1 2 16,-2 0 6-16,0-1-5 0,0-1 2 0,-3 0 1 0,0 0-7 16,-1 1-1-16,-1-1 2 0,0 0 0 0,0-1-5 0,-3 0 1 0,0 0-1 15,-1 0 11-15,-2-1 7 0,-3 1 7 0,-2-1 4 0,-1-1-11 0,-3 0 4 16,-2 0 0-16,-3 2-4 0,-3-2-1 0,-2-1-6 0,-4 1-9 16,-2-1 0-16,-1 0-2 0,-5 0-1 0,-3 0 0 0,-2-1-2 0,-3-1-3 15,-3 0 1-15,0 1 1 0,-3-2-2 0,-1 1 0 0,-3-1-2 16,0 0-1-16,-1 1 3 0,-2 1 0 0,0 0-8 0,-3 0 7 0,-4 1-4 15,1-1-3-15,-3 0 8 0,-1 1-6 0,-2 3 3 0,-1-1 3 0,1 2-2 16,-2 1 2-16,-1 2-3 0,1 0-3 0,-1 1 3 0,1 1 0 16,0 0 3-16,-1 2 5 0,-1 1-4 0,0 1 4 0,0 1-2 0,1 2-2 15,0 1-2-15,1 0-1 0,-1 2 2 0,0-1-3 0,-1 3 2 0,1 0-1 16,-1 1 1-16,-1 1 1 0,0 0 0 0,-2 0 0 0,0 1-5 16,-1-1 0-16,-2 0-1 0,0 0 3 0,-1 0-3 0,-2 2 4 0,1-1 4 15,-1 0-4-15,-1-1 4 0,1 0-2 0,1 0 0 0,2 1 0 16,2-1-3-16,1 1 1 0,3 0 2 0,2 1 0 0,2 0 0 0,3 0 2 15,-1 1-4-15,3 0 7 0,1-1 0 0,0 2-5 0,0-1 4 0,2 1-4 16,1 0-3-16,0 1 5 0,1-2-5 0,0 3 3 0,-1 0 0 16,2 1-5-16,2 2 2 0,0-3 1 0,0 3 2 0,1-1 0 0,0 0-4 15,2 0 7-15,1 2-2 0,1 0 1 0,0 1 4 0,4-2-9 0,-1 2 1 16,4 0-4-16,1-1 0 0,2 0 3 0,3 1 2 0,1-1 1 16,3 1-2-16,1-2-4 0,4 2 3 0,1 0 0 0,2-3-8 0,3 2-1 15,3-1 0-15,2 0 0 0,3 0 15 0,2 0 4 0,2 1-1 16,2-1 0-16,4 0-10 0,3 0-1 0,2 1-2 0,0 0 8 0,3-2 2 15,1 0 3-15,2-2 0 0,2 0-6 0,-1-1 3 0,2 0-10 0,-1-3 5 16,2 2-2-16,-1-2-1 0,1-1 8 0,0 0-3 0,1 0-1 16,-1-1 1-16,2 1-2 0,-2-2 2 0,2 1 2 0,0 2-4 0,0-1 4 15,0 0-5-15,-1 0 3 0,-1-2 0 0,-1-1 3 0,1 0 0 0,-2-1-3 16,1-1 0-16,-1 0-3 0,0 0 3 0,-2-1 1 0,0-1 2 16,0 0 0-16,-2 0 0 0,-1-1 0 0,0 0-1 0,-1 0-1 0,0 0 3 15,-1 0-3-15,-2-1 1 0,0 1-2 0,-2 0 0 0,-3 0 0 16,1 1 1-16,-1 0 2 0,-1-1 0 0,-2 1 2 0,-1-1-2 0,0 0-2 15,-1 1 1-15,-1-1 4 0,0 0-3 0,-1 0 2 0,0 0-4 0,-1 0-1 16,0 0 5-16,-2 0-2 0,1 0 0 0,1 1-5 0,-2-1 4 16,1 0-1-16,-1 0 3 0,-1 0-1 0,0 0-3 0,-1 0 3 0,1 0-3 15,-1 0 1-15,1 1 5 0,-2-1-4 0,1 1 4 0,-1-1-3 0,1 0-3 16,-1 1 5-16,1 0-2 0,0-1-2 0,-1 0 4 0,1 0 0 16,-1 1-5-16,0 0 3 0,0 1-6 0,0-1 3 0,-1 0-2 0,0 1 2 15,1-1-1-15,0 1-1 0,0-1 4 0,0 1-4 0,0 0 5 16,-1-1-3-16,0 1-1 0,0 0-1 0,-1 0 2 0,1 0 2 0,0 0-2 15,0 0 1-15,0 0 1 0,-1 0-5 0,2 1 0 0,-2-1-1 0,1 0 1 16,-1 1 5-16,1-2-1 0,-1 0-1 0,0 1-1 0,1-1 4 16,-1 1-5-16,2-1 6 0,-1 0-3 0,0 0-2 0,1 0 4 0,-1-1-3 15,0 1-2-15,0 0 4 0,0-1-5 0,0 1 3 0,1 0 1 0,0 0-1 16,0 0 0-16,-1-1-5 0,1 1 1 0,0-1 1 0,-1 1 1 16,2 0 1-16,-2 0-1 0,1 0-3 0,0 1-1 0,-1-1 2 0,1 0-2 15,0-1-1-15,0 1 1 0,0 1 0 0,0-1-3 0,-1 1 4 16,1 0 1-16,-1 1-7 0,1-1-1 0,0 0-6 0,-1 1-11 0,1-1-2 15,0 1-21-15,-1 0-45 0,1 0-35 0,-1 0-40 0,0-1-32 0,0 0-29 16,0 1-42-16,0-1-7 0,1-1 38 0,0 0 71 0,0 0-35 16,1-1 19-16</inkml:trace>
  <inkml:trace contextRef="#ctx0" brushRef="#br0" timeOffset="23967.83">17059 9220 402 0,'-5'-2'55'15,"0"2"-15"-15,1 0-19 0,-1 2-16 0,1 1-9 0,2 0-5 16,0 0-4-16,1 1-2 0,2 0 0 0,-1 0-1 0,2 0 0 0,0 0 0 16,0-1-1-16,1 1 2 0,0-1 4 0,0 1 3 0,1-1 5 0,1 1 5 15,2-1 4-15,1-1 7 0,0 2 8 0,2-2 9 0,0 1 10 16,0-1 10-16,1 1 8 0,1-1 9 0,1 1 8 0,2 0 3 0,1 1-4 15,2 1-7-15,4-1-11 0,0-1-10 0,3 0-5 0,2 1-8 0,1 0-7 16,2 0-4-16,1 0-8 0,2 0 0 0,1 0-4 0,2-1-2 16,1-1 3-16,1-1 0 0,-1-2 4 0,2-1 8 0,-2-2 5 0,0-2 10 15,-2-2 12-15,0-1 8 0,-3 0 8 0,0-3 4 0,0-1-2 16,-2-2-6-16,0 1-9 0,-3 0-10 0,-2-2-13 0,-1-1-3 0,0 0-7 16,-2-4-5-16,-1 0-1 0,-2-2-3 0,-1 0 0 0,-3 0-3 0,0 1 2 15,-4-1 0-15,-1-2-10 0,-3 1-4 0,-2-2 1 0,-4-1-3 16,-3-1 4-16,-2 0 2 0,-5-2 6 0,-3 1 3 0,-2-2 6 0,-4 2 0 15,-3 0-5-15,-2 1 4 0,-2-1-3 0,-3 2-4 0,1 1 3 0,-2 1-1 16,-1 2-2-16,-2-1 3 0,-1 1-1 0,-1 2-2 0,-2 1-7 16,0 1 3-16,-3 2-3 0,2 3-5 0,-2 1 5 0,1 2-1 0,1 3-1 15,-1 1 4-15,3 1-4 0,-1 2 1 0,0 2 1 0,2 0-4 16,-2 2 2-16,2 2 4 0,-1 0-4 0,0 2 4 0,1 1-1 0,-1 1-2 16,3 1 2-16,0 3 2 0,0 0-2 0,1 1 1 0,1 2-1 0,0-1-1 15,3 2 2-15,-1 3-1 0,2 0-4 0,1 1 0 0,2 0 1 16,3-1-7-16,1 1 0 0,3 0-5 0,2 2-7 0,4-1-7 0,1 0-14 15,5 2-16-15,2 1-44 0,3 1-98 0,5 0-114 0,3 0-62 0,3 0 52 16,7 0-140-16</inkml:trace>
  <inkml:trace contextRef="#ctx0" brushRef="#br0" timeOffset="25652.83">21024 9212 373 0,'9'-3'98'0,"-1"0"-31"0,3 1-11 15,-1 0-15-15,-2 3-8 0,5-1 1 0,0 1 2 16,3 0 2-16,0 0-1 0,-1 0-5 0,3 0-5 0,1 0-8 0,0 0-5 0,2 1-3 0,0-1-5 16,-1 1-2-16,2 0 1 0,1 0 0 0,0-1 6 0,1 0 3 15,1 0 4-15,1 0 7 0,2 0-1 0,0-1 2 0,3 1 0 16,0 0-4-16,3 0-1 0,0 1-2 0,2-1-3 0,2 0-3 0,-1 1 0 16,3 0-3-16,-2-1 0 0,1 1 1 0,2-1 1 0,-1 1 4 0,1 0 7 15,1 0-1-15,0-1 0 0,-1 1 1 0,1 0-1 0,0 0 3 0,1 1 5 16,0 0 3-16,1 0 4 0,0 1 4 0,-1-1 1 0,2 1 2 15,-1 1-2-15,1-1-6 0,1 1-7 0,1 1-7 0,0 0-1 0,1 0-1 16,1 1-1-16,0-2-5 0,1 2 0 0,-1 0-1 0,0-1 0 16,-2 1 2-16,1-1-1 0,-1-1 2 0,-1 1 0 0,-1-2 2 0,-1-1 4 15,0 0 7-15,-2-1 3 0,0-1 11 0,-2 0-3 0,-2-1-2 0,-1-1-3 16,-1 1-4-16,0-1 0 0,-1-2-5 0,-1 0 1 0,-1 0-1 0,-3-1-5 16,2 0-3-16,-3-1-2 0,0-1 0 0,-2-1-3 0,0 0 3 15,-4-1-9-15,1-1 3 0,-3 1-1 0,-3-2-1 0,0-1 6 0,-4 0 0 16,-1 0 0-16,-3-1 0 0,-2 1 1 0,0-4-1 0,-4 0 2 0,0-1 3 15,-3 0-5-15,-2-3-1 0,-2-2-2 0,-2 0-4 0,-1-1-3 16,-3 0 4-16,-1 0-3 0,-4-1-3 0,-2-1 1 0,-2-1 3 0,-1-1-4 16,-2 0 3-16,-3 0-8 0,-2 0-10 0,-2-1 11 0,-1 1-1 15,-3-2 5-15,-2-1 2 0,-3 0-7 0,0-3 2 0,-3 2 9 0,-1 0-8 16,-1 1 4-16,-1 0-2 0,-2 2-7 0,-2-2 10 0,-1 4-3 0,-1-1 1 16,-1 3 2-16,0 1-2 0,-1 2-3 0,2 3-5 0,-1 3-1 15,1 0 1-15,-2 2 0 0,0 2 0 0,0 1-3 0,1 3-1 0,-1 1-3 16,1 2 11-16,-1 3 1 0,0 1-3 0,2 1 3 0,1 2-4 0,2 1 1 15,0 2 3-15,0 1 0 0,2 3-1 0,0 0-1 0,1 3-3 16,3 1 1-16,2 1 2 0,0 2-6 0,4 1 0 0,1-1 0 0,4 3-3 16,1 0 2-16,4-1-2 0,2 3-5 0,3-1-1 0,3-1-5 15,2 1 1-15,3 0-7 0,2 1-9 0,4 0-7 0,1 0-14 0,3 0-18 16,3 0-35-16,2-1-28 0,3 1-35 0,3-2-34 0,2 1-10 0,3-1-12 16,1-1-26-16,4 0 23 0,3 0 52 0,2-3 46 0,5 1-121 15</inkml:trace>
  <inkml:trace contextRef="#ctx0" brushRef="#br0" timeOffset="3438.04">4228 9649 293 0,'0'-10'37'0,"2"-2"-7"0,1-1-10 16,1-1-7-16,-1 2-1 0,2 0-2 0,0 0 1 0,0 2 2 0,1 0-1 15,-2 1-5-15,-1 1 2 0,0 0 2 0,-1 2 2 0,0 1 5 16,-1 1 4-16,0 1 1 0,-1 1-1 0,0 1 1 0,-1 1-4 0,1 0-3 16,-1 1-1-16,-1 2 0 0,0 0-1 0,-1 1-4 0,1 2-1 0,-1-1-1 15,-1 4-4-15,1-1 1 0,0 1 0 0,-1 1-9 0,2 2 3 16,-1 1-4-16,0 1-2 0,1 1 0 0,1-1-4 0,1 2-2 0,0 0-1 16,3-1-3-16,-1 0 5 0,2 0 2 0,1-1 3 0,-1-1 4 15,1-2 3-15,1-3 1 0,-1-2 5 0,0-1 6 0,1-3 11 0,-1 0 11 16,0-1 13-16,0-1 15 0,-2-1 9 0,1 0 7 0,0 0 1 0,-1 0-3 15,1 0-9-15,-1 0-13 0,0 0-14 0,-1 1-16 0,0 0-8 16,0 0-8-16,0 2-2 0,-1-1-3 0,2 1-5 0,-1 1 1 0,1 0-1 16,0 2-1-16,0 1 3 0,1-1-2 0,0 1 1 0,1 0 0 0,-1-1 3 15,1 1 1-15,1 1-1 0,0-1 1 0,1 1-1 0,1-1 1 16,1 0 0-16,1 0 5 0,0 0-1 0,3 0-1 0,2-2 6 0,3-1-4 16,-1 1 3-16,3-1 3 0,1 0-1 0,0-1 2 0,4-1 2 15,4-2 4-15,-1 0 2 0,3-2 5 0,0-1 7 0,1-1 1 0,2 0 4 16,2-3-3-16,2-1-8 0,1 1-6 0,0-1-7 0,3 1-6 0,-2-1-5 15,1 3-2-15,1 0 1 0,-3 1 1 0,0 3-4 0,-2 1 2 16,0 2-3-16,1 2-1 0,-2 2 3 0,-1 1 1 0,-2 3-3 0,-1 1 0 16,-1 2-2-16,-2 2 2 0,2 1 2 0,-3 3 0 0,0 2-7 0,-1 2 1 15,-2 2-4-15,0 2-1 0,-3 1 11 0,1 2-5 0,-2 0-5 16,-2 1 3-16,0-1 4 0,-2 1 1 0,-1 0 6 0,-3 0-2 0,-2-1-3 16,-1 0 1-16,-3-1 2 0,-1 0-2 0,-1-1-2 0,-3 1-1 15,0-1 3-15,-4 0 2 0,-3 0 2 0,-1-3-2 0,-4 1-1 0,-3 0 5 16,-5-2 3-16,-3 0 2 0,-3-1-2 0,-3 0-2 0,-3-1 2 0,-1-2 10 15,-5 1 2-15,-1-1-4 0,-2-1 2 0,-4-2-12 0,-1 0-3 16,-2 1 4-16,-4-2-2 0,0 1 2 0,-3-1-2 0,-2 1-2 0,-1-2 2 16,0 2-4-16,-2 0 11 0,2-1 2 0,-2-2 3 0,3 0 14 0,4-1 1 15,4-2 16-15,4-2 4 0,0 0-5 0,1-3-5 0,3-2-11 16,3-1-14-16,1-2-7 0,3-1 0 0,2-1-7 0,2-3-2 0,2-2-8 16,1-1-15-16,2-1-12 0,2-1-20 0,2-3-25 0,2 1-34 0,1-5-55 15,3-1-71-15,1-3-90 0,4-1-58 0,2-5 53 0,2-2-159 16</inkml:trace>
  <inkml:trace contextRef="#ctx0" brushRef="#br0" timeOffset="4789.17">12103 9778 422 0,'-45'-16'-17'0,"-2"-1"32"0,-9-2 28 0,11 4 8 0,8 2-13 0,3 1-8 16,1 1-1-16,2 1 1 0,0 0-5 0,4 0-8 0,-2 1-2 15,2 1-4-15,1 0-1 0,1 3 1 0,-1-1 0 0,0 1 2 0,1 1 0 16,0 0-2-16,3 1 0 0,0 0-2 0,3 1-2 0,1 0-2 16,1 1-1-16,0 1-2 0,2 0 0 0,3 1 0 0,2 0-2 0,1 1 1 15,2-1 1-15,1 1-2 0,2 0-1 0,2-2-4 0,1 1-2 0,1-1-1 16,2-1-2-16,2 1 3 0,2-2 3 0,4-1 2 0,4-2 1 15,3-1 1-15,6-3 0 0,3-1 0 0,2 0-2 0,6-3 2 0,6-2-2 16,6-1 3-16,5 1 5 0,6-1 1 0,3-1 1 0,6-1-3 16,5 1-4-16,4 0 0 0,3 1-2 0,2 2 1 0,1 3 1 0,-3 2-3 15,-1 1-1-15,-3 4 1 0,-2 2 0 0,-2 2 0 0,-4 4 0 0,-3 2-2 16,-4 1 0-16,-3 3 0 0,-4 2 0 0,-5 2 1 0,-1 3 1 16,-5 2-1-16,-1 0-2 0,-1 3-2 0,-4 1 1 0,-3 0 1 0,-1 4 7 15,-3 1-2-15,-2 0 3 0,-1-1-3 0,-4 1-1 0,-1-3 3 0,-2 1-3 16,-5 1 4-16,-1 0-1 0,-3 0 1 0,-4 0 0 0,-2-1 1 15,-4-1 2-15,-4 1-2 0,-4 1-1 0,-4 0-1 0,-4 2-2 0,-7 0 0 16,-4 2 4-16,-5-2-4 0,-2 2 3 0,-5-2 4 0,-3 0-1 0,-2 0 7 16,-1-1-2-16,-1-1-1 0,1-1 1 0,1-3-4 0,1-2-1 15,1-2-3-15,3-1 3 0,4-2 1 0,1-1-1 0,5-1 1 0,3 0-6 16,3-4-1-16,5 0-9 0,3-1-12 0,3-4-11 0,4-1-17 16,5-2-15-16,2-1-15 0,5 0-6 0,4-2 1 0,5-2 9 0,6-2 18 15,5-4-3-15,9-3-158 0</inkml:trace>
  <inkml:trace contextRef="#ctx0" brushRef="#br0" timeOffset="5554.91">18028 10087 404 0,'-2'-14'0'16,"4"0"-6"-16,1-2-5 0,6 2-5 0,4 2-2 0,4 1 2 15,3 1 5-15,6 1 6 0,1 2 4 0,2-2 0 0,2 1 0 0,1-1 0 16,0 1-2-16,5 1 0 0,1 0-1 0,1 1 2 0,0 2 2 0,3-2 0 16,3 1 0-16,0 0 0 0,3 0-1 0,0 1 2 0,2 0-1 15,4 1-1-15,1 0 0 0,2 1-1 0,3 0 1 0,0 1 0 0,2 1 1 16,0 0-1-16,0 1 0 0,-1 2 3 0,-2 1-1 0,-2 1 2 0,-1 2 0 16,-2 1 2-16,-3 1 4 0,-3 0 1 0,-1 3 4 0,-5 0 3 15,-2 2 1-15,-1 1 2 0,-3-1 0 0,-2 3-1 0,-3 1 1 0,-4 1-2 16,-2 0-3-16,-2 1 3 0,-2-1 1 0,-1 1 0 0,-2 1 5 15,-4-2-3-15,-1 1-1 0,-2 0-2 0,-3 0-5 0,-1 2-4 0,-3 0-6 16,-3-1-3-16,-5 3-6 0,-3-1-7 0,-4 1-3 0,-6 3-3 0,-2-2 5 16,-7 1 6-16,-3-3 6 0,-5-3 5 0,-4-1 3 0,-4-2 0 15,-6-4-5-15,-3-1-6 0,-5-1-8 0,-3-2-4 0,-6-3-7 0,-4-1-1 16,-4-4 4-16,0-2 10 0,-2-4 24 0,2-1 33 0,4-3 40 0,6-2 38 16,7 0 19-16,7-1-11 0,6-1-36 0,4-1-54 0,6 1-63 15,2 0-66-15,5-1-62 0,2 0-34 0,5-1 1 0,4-1 35 0,4 1 50 16,6-2-145-16</inkml:trace>
  <inkml:trace contextRef="#ctx0" brushRef="#br0" timeOffset="6287.91">22800 10300 766 0,'-14'-5'162'0,"-2"2"-106"0,-6-1-61 0,2 1-14 0,4 1-10 16,0 0 1-16,1 1-2 0,1 0 5 0,1 0 14 0,0 0 8 15,1 0 6-15,0 0 5 0,2 0 1 0,0 1 9 0,1-1 11 0,0 0 9 16,1 0 7-16,0 0 9 0,2 0 0 0,1 1-1 0,1-1-3 0,1-1-8 16,2 1-3-16,0-1-5 0,1 2-8 0,1 0-6 0,0 0-11 15,1 0-5-15,0 0-3 0,1 1 0 0,2-1 7 0,2 1 3 0,3 2 7 16,3 0-1-16,2 1 1 0,6 1 1 0,4 2-5 0,3-1-4 15,6 1-7-15,4 2-1 0,3 0-1 0,5 0-4 0,3 1 6 0,3 0-4 16,1-2-1-16,4 0 2 0,-1-2-2 0,2-1-3 0,1-2 0 0,-2-1 3 16,1-2 3-16,-2 0 5 0,-1-2 0 0,-1-1 5 0,-3-1 1 15,-1-1 0-15,-2-1 5 0,-1-2 3 0,1-2 0 0,0 0-5 0,-2-2-4 16,2-2 2-16,0-1-2 0,1-1-3 0,-1-3-1 0,0 0-3 0,1-1-3 16,-2-1 6-16,-1-2-5 0,-1 2 3 0,-2-3 2 0,-1 2 0 15,-2-2 5-15,-3 0 2 0,-1 0 4 0,-4-1-1 0,-3 0 8 0,-3 0 0 16,-3-1-5-16,-3 0 8 0,-4-1-3 0,-2-2 5 0,-2-2 10 0,-3-2 1 15,-4-1 1-15,-2 1-8 0,-5-2-7 0,-3-1-13 0,-2-3-11 16,-4-2-11-16,-2 1 0 0,-4-1 3 0,-4 0-1 0,-3 2 9 0,-3-1-13 16,-4 0-9-16,-5 2-7 0,-6 1-5 0,-9 2-5 0,-7 1 4 15,-6 3 5-15,-6 4 4 0,-7 6 6 0,-5 7 1 0,-3 6 9 0,-3 8-1 16,-1 6 8-16,0 7-4 0,-1 8-16 0,0 7-16 0,-4 8-43 0,-2 8-50 16,-4 7-63-16,-2 8-80 0,-3 9-47 0,-5 10 56 0,-4 10-144 15</inkml:trace>
  <inkml:trace contextRef="#ctx0" brushRef="#br0" timeOffset="7604.92">5197 9888 90 0,'-9'3'55'0,"-2"0"-7"0,-3 1-3 0,2-1-17 0,0-1-2 0,0 1-4 16,0-1-4-16,0 0 1 0,0-1-4 0,-1 2-1 0,-1-1-1 15,0 1 3-15,-1 0 3 0,3 0 0 0,-1 0-1 0,0 0-3 0,1 2-2 16,-1-1-2-16,1 1-1 0,0 2 0 0,-1 2 1 0,0 0 0 0,0 2-1 16,1-1-3-16,-1 3 0 0,-1 1-4 0,2 1 0 0,1-1 0 15,1 3 0-15,0 0 0 0,0 0-3 0,2-1-2 0,0 1 1 0,1-2-2 16,0 2 9-16,2-2-3 0,0 1 4 0,1-1-3 0,1-1-3 0,1-1 2 16,2 0-3-16,0 0 3 0,3-1 1 0,0-1-3 0,1-1 2 15,1 1-3-15,-1-2 1 0,3 1-1 0,-1 1 3 0,1-2-3 0,0 0 0 16,-1 0 0-16,1-1 2 0,0 0 0 0,1 0 0 0,-2 0-1 15,3-1-1-15,0 0 2 0,0 0 0 0,2 0 0 0,0 0-1 0,1 0 0 16,0-1 0-16,1 0-1 0,1 0 0 0,1-1 1 0,1 0-2 0,1-1 1 16,0-2 2-16,1 0-2 0,1-1 3 0,1-1-2 0,0-1-1 15,-2-1 1-15,1 0-1 0,1-2-1 0,-2-1 1 0,1 0 0 0,1-2 2 16,-2 0 0-16,1-1 2 0,-1-2-4 0,-2 0 1 0,-1-1 1 0,0-1-1 16,-1-2 2-16,-1 0-2 0,-1 0 2 0,1-2-3 0,-2 1 0 15,0-2 1-15,0 1-2 0,-2-3 0 0,1-2 0 16,0 2-1-16,-3-2 0 0,-1 1-2 0,-2 1 0 0,0-1 3 0,-1 1 2 0,-1-1 1 15,0 1-5-15,-1-2-6 0,-2 2-9 0,0 1-4 0,-1 0-4 0,-1 2-5 16,0 2-2-16,-1 1 0 0,-2 4-3 0,0 4-2 0,0 4-18 0,-1 6-197 16</inkml:trace>
  <inkml:trace contextRef="#ctx0" brushRef="#br0" timeOffset="12771.91">4330 11828 325 0,'0'-7'-13'0,"2"1"25"15,1-2 4-15,2 3 5 0,1 0 5 0,-1 1-4 0,0 0 1 0,1 0 2 16,0 0 0-16,2 0 0 0,1 0-3 0,1 1-3 0,0 1-3 0,2 0 3 16,0 0 0-16,2 1 2 0,0 0-1 0,1 1 1 0,-1 0-2 15,2 1-1-15,2 0 0 0,0 0-6 0,1 1-2 0,3 0 1 0,1 1-5 16,0-1-1-16,2 1 0 0,-2 0-1 0,2 0 2 0,1 0-1 15,0-1 0-15,2 0-1 0,2-1-1 0,2-1 1 0,1 0 0 0,3-2 2 16,1 0-1-16,0 0-1 0,2-2 0 0,0 1 3 0,1-2 1 0,2 1 3 16,1 0-1-16,-1 0-1 0,3 0 3 0,-2 0 0 0,-1-1 2 15,1-1-1-15,0 0-2 0,1 0 0 0,0-2-4 0,0-1 7 0,-1-2-3 16,-1 1 2-16,0-3 3 0,2 0-3 0,-2-1 1 0,1 0 2 0,1 2-4 16,-3-1-4-16,0 0-2 0,-1 1-1 0,-3 0 0 0,-2 3-3 15,1 0 0-15,-4 0-5 0,1 1-1 0,-4 0 3 0,-1 2 0 0,-2 0 1 16,0 0 0-16,-2 0 0 0,-2 1 2 0,-1 0 3 0,-1-2-2 15,-2 1 2-15,-1-1 0 0,0 1 5 0,-2-2 0 0,0 0-1 0,0-1-5 16,-1 0 1-16,0-2 4 0,-2-1 3 0,0 0 9 0,-1-1 15 0,-2 0 8 16,0-1 5-16,-3-2 8 0,-1-2-1 0,-3 2-3 0,1-2 0 15,-1-1-8-15,-2 1-8 0,-1-3-7 0,-1-1-5 0,-2 1-3 0,-1 0-5 16,-3-1-3-16,-2 2-5 0,-1-2-2 0,-4-2-1 0,-1 3-1 0,-2-2 1 16,-2 1 0-16,0 1-1 0,-3 0-2 0,-1 2 0 0,-3 0-2 15,-3 0 2-15,-2 0 1 0,-2 0 1 0,1-1 0 0,-2-1 2 0,-1 0-5 16,0-1 2-16,-3 0 0 0,1 0-4 0,-1 0 3 0,-3 1-2 15,-1-2 1-15,-3-1-4 0,-2 2 5 0,0 0 1 0,-1 1-4 0,-2 2 3 16,-1 1-1-16,-3 2 4 0,-1 2-6 0,-3 3 2 0,0 1-6 0,-1 1-4 16,-2 2 3-16,0 2-10 0,-1 1-1 0,-2 2-5 0,1 2-6 15,-2 2 2-15,2 1-3 0,-2 1 5 0,1 0 7 0,2 0 3 0,0 2 9 16,1-1 1-16,1 0 1 0,1 1 2 0,3-1-2 0,1 1 2 0,3 1-1 16,1 0-1-16,2 2 1 0,4 0 4 0,3 2-6 0,2 0 2 15,0 1-2-15,2 2-3 0,2 1 6 0,2 1-2 0,5-1-1 0,2 4-1 16,2 1-1-16,2 0 2 0,0 3-5 0,4 3 2 0,2 1 2 0,0 3 4 15,2 2 3-15,1 1-1 0,0 2-2 0,2 1-3 0,0 4 0 16,1 1 2-16,2 1-3 0,-1 1 2 0,3-2-4 0,0-1-2 0,2 1-2 16,3-1-3-16,1-2-5 0,3 1-9 0,1-2-5 0,1-1-14 0,2-2-13 15,1-1-16-15,2-3-19 0,1-1-5 0,3-2 4 0,-1 0-4 16,3-2 0-16,2 2-5 0,1-2 2 0,1 1 13 0,4 0-121 0,3-3-8 16</inkml:trace>
  <inkml:trace contextRef="#ctx0" brushRef="#br0" timeOffset="14754.91">5641 11697 21 0,'-1'-2'15'0,"1"0"4"0,-1 0-3 0,1 0-4 0,0 0-5 0,1 0-2 16,0 0-2-16,-1 0 0 0,3 0 1 0,-1 1-1 0,1-1 1 15,1 0 2-15,-1 1-1 0,1 0 1 0,-1 0 1 0,1 0-2 0,0-1 3 16,0 2 2-16,0-1-1 0,3 1 2 0,-2-2-1 0,2 0-4 0,1-1-3 16,-1 0-1-16,1-1 1 0,0 0 10 0,1 0 3 0,1 0 1 15,2-1 0-15,-1 2-9 0,2 0 0 0,1-1 0 0,0 0-2 0,-1 1 1 16,3-1 0-16,0 1 0 0,-2 0 1 0,0-1 1 0,0 0 2 0,1 0 3 16,1 0 3-16,0 0-3 0,0-2-1 0,2-1-4 0,3-1-3 15,1-2-2-15,1-1-1 0,3-2 0 0,2 1-1 0,1-1-4 0,1-2 0 16,1 0 1-16,-2-1-1 0,3 0 1 0,0-1 2 0,-1 2 0 15,1-2 0-15,-1 2 2 0,0-2-2 0,-1-2 0 0,1 1-2 0,-3 1 2 16,1 0-1-16,-4 1 0 0,-3 1 1 0,0 0-2 0,-2 0 1 0,-3 2 2 16,0 0-3-16,-2 2 1 0,-2 0 0 0,-4 0-1 0,1 0 2 15,-3 0-1-15,0 1 0 0,-1-1-1 0,-2 0 1 0,-1 1 1 0,-1-1-1 16,0-1 0-16,-1 2 0 0,-1-2 0 0,-2 0 0 0,-1 0 2 0,-1 0 0 16,-1 0-4-16,0-1 3 0,0 1-2 0,-1-1-1 0,-1 0 4 15,-1 0-2-15,1-1 2 0,-2-1 1 0,-1 0 2 0,0 2 4 0,-1 0 1 16,1 0 2-16,0 0 1 0,-2 1 2 0,-1 1 6 0,-1 0-5 15,-2 1 2-15,0-1 0 0,-2 2-3 0,-2 1 5 0,-1 0-1 0,-2 1-4 16,-1 0 0-16,-1-1-6 0,-1 2 1 0,-2 2 2 0,-2 2-3 0,-2 2 0 16,-3 2-3-16,1 2-2 0,-4 1 1 0,1 2 1 0,-2 0-7 15,-2 1 2-15,0 1-4 0,0 2 1 0,-3 1 6 0,0 1 0 0,1 0-1 16,-2-1-1-16,-1 0 2 0,2 1-2 0,0 0 1 0,1 1-1 0,0 0 3 16,1 1 0-16,2-1 0 0,-1 0 0 0,3-1-2 0,1 0 2 15,3 1-1-15,3 0 5 0,1 0-1 0,4 0-1 0,3 0-1 0,1 0-5 16,4 1 1-16,1-2 0 0,4 2-1 0,2-1 0 0,4 0-1 15,2-1-4-15,3 2 2 0,2 1-1 0,3 0-1 0,1 0 2 0,3 2-3 16,1 0 0-16,3 0-1 0,2 2 1 0,2 1-2 0,1 0-7 0,2 1-11 16,1 1-20-16,1 0-11 0,3 1-8 0,0 3 5 0,2 4 13 15,2 3 5-15,0 3 6 0,5-1-8 0,1 2-11 0,4-4-91 0</inkml:trace>
  <inkml:trace contextRef="#ctx0" brushRef="#br0" timeOffset="16905.91">12285 11583 364 0,'-1'1'26'0,"0"0"-16"0,1 0-9 0,2 2 1 0,1 0-2 0,1 2 2 16,2 2 0-16,3 0 3 0,1 1 2 0,3 1-1 0,2-2 0 15,1 2-4-15,2 0 2 0,3 0-2 0,1-1 2 0,4 1-2 0,0 0-3 16,4 0 3-16,1 1 0 0,3-2 1 0,1 1 1 0,1-1-4 0,0-1-1 16,2 0-3-16,0 0 4 0,2-2-1 0,1 1-1 0,-1-1 2 15,-3 0-3-15,2 0 3 0,-2 0 1 0,0-1-1 0,2 0 0 0,-3-1-2 16,0-1 2-16,0 1 1 0,-2-1 0 0,2-2 1 0,-1 1-1 0,0-2 3 16,-1-1 2-16,0 0 1 0,0-2-1 0,1-1 2 0,-1 0 0 15,-2-1 2-15,0-1 2 0,-1 0 0 0,-1-1-2 0,0-1-1 0,0-1 2 16,-2 0 3-16,-1-2 0 0,-2-1 5 0,-1 1 2 0,-1-2 5 15,-3 0 14-15,-1-1 10 0,-2 1 12 0,-1 1 11 0,-3 0 2 0,1-1 6 16,-1 0-4-16,-2 0-5 0,-1-2-6 0,-1-2-11 0,-2 0-12 0,-1 0-3 16,-1-3-9-16,-1 0-5 0,0-2-10 0,-2-1-3 0,-1 0-4 15,0-3-8-15,-3-1 0 0,0-1-10 0,-2-3-3 0,-2 2-5 0,-2-1-6 16,0 1-5-16,-5-2-4 0,-3 0-8 0,-3-1-4 0,-1-1-14 0,-4 1-22 16,-3 1-3-16,-4 0-2 0,-5 0 12 0,-5 2 20 0,-4-1 5 15,-4 1 7-15,-5 2 5 0,-6 2 12 0,-2 2 15 0,-5 3 18 0,-2 2 20 16,-1 1 12-16,-1 3 13 0,-2 3 11 0,1 2 2 0,-2 2 5 15,-2 2 0-15,2 3-2 0,-1 2-1 0,1 3-2 0,3 2 1 0,0 1-2 16,3 4-7-16,2 2-4 0,2 4-14 0,2 4-7 0,2 2-7 0,1 2-11 16,3 4-6-16,2 2 3 0,4 2-7 0,2 2 8 0,3 2-3 15,5 1-6-15,4 0 1 0,3 4-10 0,5 0-8 0,4 0-17 0,5 2-20 16,8-3-23-16,3 2-24 0,4 2-33 0,5 0-37 0,5 0-23 0,5 2 5 16,7-1 12-16,6-1 21 0,4 1 36 0,7-1-79 0</inkml:trace>
  <inkml:trace contextRef="#ctx0" brushRef="#br0" timeOffset="17921.91">19699 11868 778 0,'3'2'129'0,"0"0"-97"16,3 1-49-16,1-1-3 0,1 0-8 0,1 1-2 0,3 1 6 15,3 0 1-15,1 1 8 0,0 0 4 0,2 0 8 0,1 1 2 0,0-1 2 16,0 0 3-16,3 1 0 0,0-1 2 0,1 0 3 0,2 0 0 0,0 0 5 16,1 0-2-16,1 1 1 0,2 0 0 0,-1-1-1 0,3 1 3 15,0-1-2-15,2 0 5 0,1 0 1 0,0 0 7 0,0-1 8 0,2 1 1 16,-1 0 6-16,2-1 6 0,1 0 1 0,-2-1 9 0,2 0-2 15,-2 1-9-15,1-1-8 0,2 0-15 0,0-1-8 0,2 0-2 0,2 1-2 16,2-1 1-16,1 2-1 0,2-2-1 0,2 1-5 0,2-1-5 0,0 0 1 16,2-1-1-16,1 0-1 0,0 0 2 0,0-1 3 0,2 0-3 15,-1-1 2-15,1 0-1 0,1-1-4 0,0-1 1 0,2 0-2 0,-1-1-3 16,0 1-2-16,-1 0 0 0,0-1 2 0,-1 1 7 0,1 0-1 0,0 0 0 16,-2 0 3-16,0-1-4 0,0 0 3 0,0 0-1 0,-1-1 3 15,-2 0-1-15,-3 2-2 0,-3-2 3 0,-2 0-3 0,1 0-2 0,-4 0 3 16,-1 0 0-16,-2 1-1 0,-1-1 4 0,0 0-3 0,-1 0 6 15,-2-1-4-15,0 1 2 0,-3 0 1 0,0-1-1 0,-1 0 5 0,-3-1 0 16,0 0 1-16,-3-1-2 0,-1 0-1 0,-2 0-4 0,-1-1-1 0,-2 0-1 16,-1 0 4-16,-1 0 2 0,-3 0 1 0,-1-1 5 0,0 0 5 15,-1 1 6-15,-2-1 3 0,-2 0-5 0,1-1-5 0,-2 0-3 0,-1 0 1 16,-1 1 0-16,0-2-1 0,-2 1 2 0,-1-1 1 0,-1 0 0 0,-1 1 2 16,-2-1-3-16,0 1-5 0,-2-1 2 0,-1 0 4 0,0 1 3 15,-4 1-1-15,-1-2-1 0,0 0-11 0,-4-1-2 0,-2-1 3 0,-1 1-1 16,0-2-1-16,-3-1 6 0,-3 0-4 0,0-1 3 0,-2-1 5 15,-1 0-2-15,-1 1-2 0,-3 0-1 0,-2-1-2 0,-1 1 0 0,-2 0 4 16,2-1-4-16,-2 0-5 0,0 1 1 0,-3 0 5 0,1 1 3 0,-1 1 11 16,-1 1-3-16,2 1-1 0,1 1 1 0,-2 1-13 0,1 1-2 15,0 1-11-15,-1 2-5 0,0-1-8 0,-4 0-8 0,0 1-15 0,-1-1-14 16,0 1-12-16,0 0-17 0,0 1-11 0,-1 2-21 0,-2-2-48 0,0 1-33 16,-1 0-42-16,0 0-45 0,-2 0 4 0,-2 0 61 0,-5 1-43 15,-6-2 70-15</inkml:trace>
  <inkml:trace contextRef="#ctx0" brushRef="#br0" timeOffset="28672.89">5651 12826 827 0,'0'0'100'0,"2"2"-41"0,0-1-40 0,3 2-3 15,2-1 9-15,1 1 4 0,2 0 2 0,2 1-2 0,-1 0-7 16,2 0-8-16,1-2-5 0,0 3 0 0,1 0-4 0,2-1 0 0,2 1-1 16,1 1-3-16,0-1 1 0,3 1 4 0,0 1-2 0,-1-1 3 0,2 0-3 15,-2-1-2-15,1 0 1 0,1 0-1 0,-2 0-1 0,2 1 0 16,-2 0 0-16,1 0-1 0,0-2 2 0,-1 0 2 0,-1-2 0 0,0-1 7 15,-2-2 12-15,2-2 12 0,-2-2 14 0,0-2 1 0,0-2-2 0,-1-1-5 16,0 0 1-16,0-2 7 0,0-2 2 0,-2-1 1 0,-3 0 2 16,1 0 1-16,-2-1 1 0,-1-1 2 0,-1 0-8 0,-2-1-8 0,-1-1-10 15,0 0-7-15,0 2-8 0,-1-3-2 0,0 1-1 0,-1 1 6 16,-2-2-1-16,0 0-3 0,-2 1-3 0,0-2-11 0,-2 1 1 0,-2 0 2 16,-2 0-4-16,-1 1 1 0,-2 1-7 0,-2 0-7 0,-1 0-2 0,0 2-8 15,-3 0 1-15,-3 0 3 0,-1 1 1 0,-2 0-1 0,-3 1-1 16,-1 0 3-16,-3 1-4 0,-1 1 6 0,-1 0 0 0,-4 3-2 0,-2-1 3 15,-1 0-1-15,-4 3-4 0,-1 0 2 0,0 1 1 0,-4 0 2 0,-1 3 3 16,-2 0 1-16,0 2 5 0,1 1 8 0,0 1 12 0,2 1 6 16,0 1 5-16,1 1 5 0,3 3 3 0,1 1 1 0,2 2-2 0,2 2-4 15,3 0-10-15,2 3-3 0,1 3-4 0,2 2-3 0,0 1 2 16,0 3-1-16,0 1-5 0,1 5-7 0,0 2 2 0,3 3-1 0,1 3-1 16,1 2-5-16,0 2-1 0,-1 4 2 0,1 2 0 0,0 3 9 0,2 0-3 15,1 0-3-15,0-2 3 0,3-4-4 0,2-2-1 0,2-6 2 16,1-2 0-16,2-2-1 0,0-2-4 0,3-1 7 0,0-3-8 0,2-2 1 15,1-3 4-15,0-3-1 0,2-2 1 0,0-2 13 0,1-2 1 0,0-3-1 16,1-2 9-16,0-2-1 0,0-1 1 0,0-3-1 0,1 0 8 16,0-1-6-16,0-1 1 0,1 0 5 0,0-1-9 0,1-1 2 0,0 0 2 15,2-2-10-15,1-1-2 0,-1 0 0 0,1 0-14 0,-1-2 2 0,1 0-3 16,2-1 0-16,0 0-1 0,1-2-2 0,1 2-4 0,0 0-17 16,-1 0-29-16,2 0-42 0,0-2-54 0,1-2-72 0,0 0-77 0,2-3-81 15,2 0-24-15,2-3-248 0</inkml:trace>
  <inkml:trace contextRef="#ctx0" brushRef="#br0" timeOffset="29521.89">12798 13051 1979 0,'9'1'80'0,"3"-1"-77"0,6 1-10 0,5 1-22 0,5 0-14 15,3 1-18-15,9 1-15 0,3-1 3 0,4 0-5 0,2-1-8 16,1-1-6-16,2 0 3 0,-1 1 7 0,1 1 23 0,0 1 21 0,1 0 20 16,0-1 25-16,-1 0 24 0,1 1 23 0,-4-2 16 0,0 2 5 15,1-1-12-15,0 0-7 0,1 0-2 0,2-1-1 0,-1 1 0 0,0-1-4 16,1 1-5-16,0-1-4 0,1 1-3 0,2 0-7 0,0 0-6 0,2-1-2 16,2-1 0-16,0 0-5 0,1-2-4 0,0 0-5 0,0-1 1 15,1-2-1-15,0 0 4 0,1-1-4 0,0 0 1 0,0 0 1 0,-1-2 6 16,0 0 4-16,1-2 5 0,-3 0 1 0,-2-1 3 0,2-1 5 0,-3-1 2 15,1 0 0-15,-1-2-1 0,-2 0-1 0,-1-1-4 0,0 0-2 16,-1-4 2-16,-1-1-12 0,-2-1-2 0,-2-1-2 0,-1 0-4 0,0 0 1 16,-1-1-3-16,0-1-8 0,-2-1 4 0,-3-1 0 0,0-1-3 0,0-2-14 15,-2 1 4-15,0-3 3 0,-3 1 4 0,-2-1 19 0,-3 0-7 16,-5 0-5-16,-2 1-2 0,-3-1 3 0,-4 1-1 0,-3-2-5 0,-3-1-13 16,-5-2-15-16,-3-1 4 0,-4-2-2 0,-4 1 1 0,-4-1 3 15,-4-1-9-15,-3 0-7 0,-7 1 4 0,-6-3 9 0,-4 0 2 0,-5 0 11 16,-8-2 5-16,-3 2 1 0,-4 0 0 0,-4 1 6 0,-6 1-5 0,-2 1 8 15,-5 1 3-15,-2 3 6 0,0 4 5 0,-4 3 2 0,-2 3 10 16,1 3 1-16,1 6 16 0,0 3 5 0,3 6 2 0,0 5 8 0,4 4-9 16,2 6-10-16,1 3-11 0,2 3-15 0,3 5-14 0,1 4-12 0,-1 4-14 15,3 7-18-15,-1 4-29 0,-2 5-48 0,4 4-70 0,-3 5-119 16,0 2-197-16,-2 4-38 0,-4 4-169 0</inkml:trace>
  <inkml:trace contextRef="#ctx0" brushRef="#br0" timeOffset="34105.89">6288 14425 341 0,'-12'-1'67'0,"3"0"-4"0,-3-1 11 0,5 1 3 0,1 0-3 0,2 0-6 16,0 1-12-16,2-1-10 0,0 0-10 0,-1 0-12 0,2 1-7 0,0-1-12 16,1 1-4-16,1 0-6 0,-1 0-3 0,0 0 0 0,0 0-3 15,1 1 7-15,2-1 2 0,-1 1 3 0,1 0 6 0,1-1-1 0,-1 2 4 16,3-1 1-16,-2 0 4 0,1-1 0 0,1 1 3 0,0 0 0 15,1-1 1-15,1 0 5 0,0 0 4 0,2 0 4 0,1 1 3 0,2 0 10 16,1-1 2-16,-1 1 8 0,1 0 2 0,-1 0-4 0,2 0 1 0,2 0-6 16,1 1-7-16,0 0-5 0,4 0-3 0,-1 0-6 0,1 0 0 15,1-2-2-15,-2 2-5 0,4-2 4 0,-1 0-6 0,2 1-2 0,1-2 0 16,1 1-3-16,3-1-1 0,-1 0-1 0,2 0-6 0,-1-1 0 0,1 1-1 16,-2-1 3-16,3 0-2 0,-1 0-5 0,1-1 4 0,0 1-1 15,0-2 1-15,-1 0 0 0,1-1-5 0,-1 0 5 0,0 0-4 0,-2-1 5 16,-2 0 1-16,-1 0-4 0,0 1 0 0,-2-2 0 0,1 1 0 15,-4-1 2-15,1 0 3 0,-1-1-3 0,-2 0 1 0,-1 0 1 0,0-1 5 16,-2 1 2-16,1-2 3 0,-2 0 3 0,0 0 1 0,-2-1 1 0,0 0 4 16,0 1-1-16,0-2 3 0,0 0 0 0,-3-1-4 0,1 0-2 15,-1 0 1-15,-1 0 0 0,-1-1 3 0,0 0-2 0,-1 1-5 0,-1 0-1 16,1-1-5-16,-1-1 4 0,-2 0-2 0,1 1-4 0,0-2-1 0,-2 1-6 16,0-1 5-16,-1 2 0 0,-1-2 4 0,0 1-17 0,0-2-5 15,-1 1 3-15,-1 0 6 0,0 0 10 0,-2 1-3 0,1-2-4 0,-1 0-4 16,-1-1 2-16,0 0 5 0,-3-1-2 0,0-1-3 0,0 3 1 15,-2-2 1-15,-1 0-4 0,0 1 2 0,0-1-4 0,-2-1 4 0,-1 1 1 16,0 0 4-16,-3 0 1 0,1 0 2 0,-2 1-5 0,-1 0-2 0,0 0 5 16,0 2-4-16,-2 1 1 0,-2 0 2 0,2 1-2 0,-3 1 3 15,-2 2 5-15,1 0-7 0,-3-1-5 0,1 2-2 0,-2 2-8 0,-2 1 0 16,1 3-6-16,-3-1-9 0,2 2-4 0,-3 1-3 0,-1 1-2 0,-2 0 5 16,-2 2 5-16,2 0 3 0,-2 0 5 0,2 2 5 0,1-1 3 15,-2 1 2-15,3 0 3 0,0 1-2 0,1 1-1 0,0 0 1 0,1 1 0 16,-1 0 3-16,2 0-1 0,0 1 2 0,1-1 4 0,0 1-1 15,2 0 1-15,-1 0 2 0,2 1 0 0,-1 1-2 0,0 1-2 0,3 1 4 16,1 0-2-16,2 0 2 0,0 2 0 0,1 1-1 0,2 1-1 0,2 1-1 16,0 1-2-16,2 0 1 0,1 1-2 0,2-1 4 0,1 2-1 15,1 1 2-15,1-2 1 0,2 3 1 0,0 0 1 0,2-1-9 0,1 3-3 16,3 0 1-16,1-1 3 0,0 1 4 0,2-2-12 0,1-1-1 0,1 1 6 16,1-1-2-16,0 0 14 0,1-1-2 0,-1-1-8 0,1-1-1 15,0 0-1-15,-1-1 10 0,1 0-8 0,0-3 3 0,1 0 1 0,1 0-5 16,-1-2 7-16,1 0 1 0,0-2-5 0,-1 0 2 0,2 0-4 15,-1-1 2-15,-1 0 5 0,0-1-1 0,-1-1 4 0,0 1-4 0,0-2 0 16,-1 1 1-16,2 1 2 0,-1-1-2 0,0 0-1 0,0-1 2 0,0 0-1 16,0 1-3-16,1-1 4 0,-2 1-2 0,1-2-3 0,-1 0 6 15,0 1-2-15,1-1 0 0,0 1 4 0,1-1-4 0,-1-1 3 0,0 0 2 16,-2 0-7-16,1-1 2 0,-2 1 4 0,2-1-8 0,-1 1 7 0,-1-1-3 16,0-1-7-16,0 1 8 0,0-1-4 0,0 1 1 0,-1-1 2 15,0 1-4-15,0-1-4 0,1 2 2 0,-2-1 2 0,1-1-4 0,-1 1 7 16,0 0-3-16,0 1 1 0,0-1 5 0,0 0-6 0,-1 0 2 0,0 0-1 15,-1-1 1-15,1 1 2 0,-1-1-1 0,0 0 0 0,0 0-1 16,0 0 1-16,0 0 3 0,-1-1 1 0,0 0 1 0,1 0-2 0,-2 1 3 16,1-1-9-16,-1-1 9 0,1 1 0 0,-1 0-3 0,1 0 6 15,0-1-12-15,0 1 4 0,0 0-1 0,-1-1-4 0,2 1 5 0,-2 0-4 16,0 0 0-16,0 0 5 0,0 0-4 0,1 1-1 0,-1 1 5 0,0-1-3 16,0-1 2-16,0 1-2 0,0 0-4 0,-1 1 2 0,1 0-4 15,-1 0 8-15,1-1 1 0,0 0-5 0,0 0 0 0,0 0 1 0,1 1-4 16,0-1 5-16,-1 0 1 0,1-1-5 0,0 1 2 0,0-1 3 0,1 0-3 15,-1 0 2-15,1 0 1 0,0 0-2 0,1 0-2 0,-1 0-2 16,-1 0 3-16,1 0 0 0,0 0 1 0,0 0 4 0,1 0-10 0,-2 0 4 16,1 0-1-16,0 1-4 0,0-1 6 0,1 0 2 0,-1 0-2 15,-1 0 3-15,1 1-3 0,0-1-3 0,0 0 7 0,0 1-7 0,-1-1 5 16,1 1-2-16,0-1-5 0,1 0 5 0,-1 0 2 0,0 0-1 0,0 0-2 16,1-1 4-16,-1 2-5 0,0-2 1 0,0 1 1 0,1-1 0 15,-1 0 0-15,1 1-5 0,0-1 1 0,0 1-3 0,0-1 6 0,1 1-2 16,-1-1-11-16,1 1-7 0,0 0-13 0,-1-1-14 0,2 1-12 0,0 0-17 15,1 0-18-15,1 0-17 0,0 0-24 0,1 0-36 0,2 1-34 16,2-1-29-16,3 0 0 0,2-1 9 0,3 0 49 0,5-1-204 0</inkml:trace>
  <inkml:trace contextRef="#ctx0" brushRef="#br0" timeOffset="34923.51">11083 14057 1323 0,'-9'-18'145'16,"2"-1"-21"-16,-3-3-12 0,4 2-12 0,1 2-24 0,1 2-34 0,2 0-16 15,0 0-2-15,2 3-3 0,0 2 1 0,1-1-13 0,1 1-8 16,0-1-8-16,0 1-7 0,2 1-7 0,0 1-4 0,2-1-1 0,1 1 3 15,0 0 9-15,3 0 4 0,3 0 2 0,1 0 4 0,3 1-4 16,-1-1 0-16,2-1 9 0,2 1-3 0,0 0 3 0,3-1-10 0,3 3-5 16,0-3 5-16,3 1 0 0,2-1 10 0,4 0 4 0,0 0-2 0,3 1 2 15,3 0 1-15,1 0-1 0,2 0 4 0,3 2-5 0,-1-1 2 16,1 2-2-16,1 0-3 0,-1 0 5 0,0 2-6 0,-1-1-3 0,-2 0 6 16,1 1-1-16,-2 0 5 0,-1 2 2 0,-2 0-3 0,0 2-2 0,-3 0 0 15,0 2-1-15,-3 2 4 0,-3 0 0 0,-1 2 3 0,-1 0 0 16,0 0-4-16,-1 2 3 0,-3 1 0 0,-1 0 2 0,-1 0 3 0,-1 2-10 15,-1-1 0-15,-2 3 3 0,0 1-1 0,-1 1 9 0,-3 2-4 16,-1 1 2-16,-1 2-5 0,-2 3 0 0,-1-1 6 0,-2 3-3 0,-4 0-1 16,0 1-7-16,-1 0 0 0,-2 0 1 0,-2 1 3 0,-1 1 8 0,-2 1-9 15,-1-1-2-15,-3 2 2 0,-3-2-5 0,-3 1 4 0,-1 0-5 16,-2 1-5-16,-4 0 7 0,-2 0 8 0,-1-2 7 0,-2-2 4 0,-1-2-1 16,-1-2 1-16,1 0-3 0,-1-1 1 0,0-1 2 0,2-1-4 0,0-2 1 15,1-2 0-15,0 1-5 0,0-2 7 0,-1-1-1 0,1-3-1 16,2-2 8-16,0-2-2 0,1-2-1 0,2 0 10 0,-2-3-2 0,2 0 3 15,0-1 2-15,0-1-5 0,0 0 8 0,1-3-12 0,-2 0 0 16,0 0-1-16,1-3-6 0,-2 2 4 0,1-2-10 0,0-1-4 0,-1 0-4 16,3 1-2-16,1-1 1 0,0 0-4 0,1 1 4 0,2 1-1 0,0-2-4 15,2 1-2-15,1 1-5 0,2-1-6 0,1 2-10 0,1 0-10 16,0 0-18-16,3 1-18 0,1-1-27 0,1 1-29 0,2 1-41 0,2 1-60 16,1-1-54-16,3 0-50 0,3 0 0 0,4 1 50 0,2-1 63 0,7 2 65 15,4-2 54-15,2 1 35 0,4 0 20 0,2-1 4 0,3 1-80 16</inkml:trace>
  <inkml:trace contextRef="#ctx0" brushRef="#br0" timeOffset="35424.51">14918 14525 1130 0,'-2'-1'136'0,"1"-1"-84"0,1-2-24 0,0 0-38 16,0 0-85-16,1 0-103 0,0 1-53 0,1 1 6 0,2 1 66 0,-1-1-78 15</inkml:trace>
  <inkml:trace contextRef="#ctx0" brushRef="#br0" timeOffset="36189.51">21354 14276 535 0,'25'-2'284'0,"4"-1"-111"15,6 0-43-15,-2-1-26 0,-4-1-31 0,1 0-25 0,0 1-22 16,-1-3-13-16,-2 1-5 0,1-1 5 0,0-1-3 0,-4 1-4 0,1-1 4 15,-5 0-4-15,-1 2 1 0,-1-3 0 0,-3 0-4 0,-2 1-6 0,1-1-3 16,-1 1-3-16,-2-1 2 0,-2 1 2 0,-4 0 0 0,0-1 3 16,0-1-2-16,-2 0 3 0,0-1 5 0,-2 0-3 0,-2-1 1 0,-1-1 0 15,0-2-4-15,-3 0 4 0,0-1-4 0,-1-2 0 0,-2 0-3 16,-2-1-1-16,-2-1 2 0,-1 0-3 0,-1 0 1 0,-1-2 0 0,-2-1 1 16,-1 2 5-16,0-3-2 0,-2 1 3 0,-2 0 3 0,1-1-3 0,-2 3 2 15,1-1 4-15,1 2 3 0,-1-1 1 0,-1 0 11 0,0 0 5 16,-3 0 1-16,0 2 5 0,-3 0-8 0,0 0 0 0,-1 2-9 0,-2-1-1 15,-3-1-5-15,-1 2 0 0,-2-2 8 0,-2-1 1 0,0 2 7 0,-2-1-2 16,-1 0 3-16,1 2 4 0,1 1-5 0,1 0 3 0,1 3 2 16,1 1-5-16,1 2 1 0,0-1-5 0,-1 2-17 0,1 0 1 0,-1 2-1 15,2 2-5-15,0 1 6 0,-2 1-1 0,3 1-5 0,-1 2 3 0,0 0-6 16,-1 1-1-16,-1 0 2 0,-1 1-8 0,0 0-3 0,0 0-2 16,0 2-5-16,-1 0-11 0,0 0-5 0,-1 2-20 0,0-1-26 0,-1 1-31 15,0 0-49-15,-2 0-36 0,-1 1-33 0,-2-2-14 0,-2 2 40 16,-3-1 52-16,-1 0 51 0,-3 1-133 0</inkml:trace>
  <inkml:trace contextRef="#ctx0" brushRef="#br0" timeOffset="-84757.06">3682 8788 756 0,'-2'-4'59'0,"0"-1"-44"0,1 0-5 0,0 0 9 15,1 1 11-15,0 0 6 0,0 0 1 0,0 0-12 0,-1 1-9 0,0 0-6 0,0 0-3 16,-2 1-3-16,0 1 0 0,0-1-4 0,-1 1 3 0,-1 1-1 0,0-1 0 16,-1 0 4-16,0 1-2 0,0 0 5 0,1 0 2 0,-2-1-1 0,1 0 4 15,1 0 3-15,0 0 2 0,1-1 4 0,0 0 2 0,0-1 0 16,1 0 1-16,1-2-1 0,0 0-5 0,1-1-1 0,0 0-4 0,2-2-4 15,-1-2 1-15,2 0 2 0,0-1 0 0,1-1 3 0,0 1 5 16,1-2 5-16,1-1 8 0,0 0 4 0,1-1 9 0,1 0 4 0,0-1 7 16,1-1 2-16,1 1 3 0,0-1-4 0,0 1-6 0,2 1-2 0,0 1-10 15,-1 2 0-15,3 0-10 0,0 1-3 0,2 1-6 0,1 1-5 16,1 2-2-16,2 0-3 0,3 1-1 0,1 0 0 0,3 1-6 0,0 1 1 16,3 0-3-16,1 1-4 0,4 1 6 0,0 0-7 0,4 1 1 0,-2 1-2 15,0 0 1-15,1 1 1 0,0 1-2 0,1 0 2 0,1 0 0 16,-1 1-1-16,2 0 2 0,-2 0-1 0,-1 2-1 0,2-1 1 0,-3 1-5 15,1 0 1-15,-2 0 4 0,0 2-4 0,0 0 4 0,-1 3 0 16,-2 1 0-16,-2 1 1 0,-2 1 3 0,-1 0 2 0,0 2 0 0,-1 2 3 16,-2 1 0-16,-2 0 1 0,-2 1 0 0,-2 0-5 0,-1 1 1 0,-2 0-5 15,-4 2 2-15,-1-1 3 0,-2 3 0 0,-2 1 0 0,-2 1 3 16,-3 2-1-16,-3 0-1 0,-2 1-8 0,-4 0 4 0,-2 2 0 0,-1-1 6 16,-3 3 7-16,-2-1-2 0,-1 0-1 0,-1-2-7 0,-3 0 1 15,0-1 0-15,0 2-2 0,-3-3 4 0,0 0-2 0,2-3 1 0,0-1 0 16,0-3 3-16,0-1-4 0,-1-2 4 0,0-1 0 0,-2-3-3 0,0 0 7 15,0-2 1-15,0-3-1 0,2-1 3 0,-3-1-4 0,-1-4 3 0,1 0 1 16,-2-1-4-16,-1-1 0 0,1-2-6 0,-2-1 7 0,-1-1-3 16,1 0 4-16,-2-2 1 0,2 0-8 0,-1-1 1 0,2-1-2 0,-2 0-3 15,2-1 1-15,-1 0-2 0,1 0 2 0,-1 1 1 0,3-1-4 16,0 0 2-16,3 0 0 0,1 1-2 0,1 0 4 0,4 0-2 0,-1 0-2 16,2 1 7-16,1 0-10 0,4-1 1 0,1 1-1 0,0 0-8 0,3-1 2 15,-1 1-6-15,2 0-3 0,2-1-7 0,1 2-11 0,0 0-12 16,0-2-19-16,2 1-8 0,1-1-10 0,1 0-3 0,1-1 0 0,0-1 2 15,0 0 6-15,0 1 17 0,1 1 5 0,1-1 10 0,0 0-3 0,0 0-7 16,1 1 2-16,2-1-5 0,0 0-4 0,1 1-8 0,0 0-13 16,1 0-27-16,1 0-22 0,0 0-30 0,0 1-33 0,2 0-23 0,1 0-253 15</inkml:trace>
  <inkml:trace contextRef="#ctx0" brushRef="#br0" timeOffset="-83740.06">4775 9409 776 0,'19'-9'125'0,"5"-1"-95"15,6-1-13-15,-1 3 28 0,-1 0 30 0,-1 0 15 0,3 0 1 16,-2-1-30-16,2 1-26 0,-2-1-11 0,3 2-9 0,-1 1 5 0,1 1 0 15,0 1-4-15,0 0 2 0,0 2-3 0,2 1 0 0,-2 0 0 0,1 0-2 16,-3 0 0-16,2 1-3 0,0 0 0 0,1 0 0 0,-1 1-1 16,3 0-2-16,-2 0-5 0,1 0-6 0,1 0 1 0,-1 0 1 0,3 1 3 15,-2 0 3-15,2 0-4 0,-2 0 2 0,1 1-1 0,1 0 0 16,0-1 1-16,2 0-1 0,-2 0-1 0,0 0 4 0,-1-1-2 0,1 0 2 16,1 0 1-16,1-1 1 0,-1 0 3 0,0 0 7 0,-1 0 4 0,0-1 9 15,2 0 8-15,-1 0-1 0,-1-1 2 0,1-1-3 0,1 1-4 16,0-1-4-16,-1 0-4 0,2 0 0 0,-1 0-1 0,0-1-1 0,0 0-6 15,0 0 3-15,1 0-5 0,-2 0-6 0,0-1 0 0,1 1-3 0,-1 0 2 16,0-1 6-16,-2 1 1 0,2 1-3 0,-1 0 2 0,1 0-7 16,0 0 5-16,-1 0-3 0,-1 1 2 0,-1 0 3 0,0 0-4 0,2 1 2 15,-2 1-4-15,2 0 1 0,-3 1-1 0,1-1-3 0,-1 1 3 0,-2 1-3 16,2-1 6-16,-1 1-4 0,1 0 3 0,-1 0-7 0,0 0 1 16,-1 1 2-16,2-2-5 0,-1 2 7 0,1 0-5 0,-2-1 0 0,0 0 5 15,-1-1-1-15,1 0 1 0,-1 0-2 0,2 1 3 0,-2-2 1 16,1 1-2-16,-1-1 6 0,0 0 0 0,-2 0 0 0,2 0 7 0,-2-1 4 15,1 0 2-15,-1 0 6 0,-1 1-5 0,-1 0-1 0,1 0-5 0,0 0-6 16,-1 1-3-16,1-1-5 0,-1 2-3 0,-1-1 3 0,-1 1-1 16,0 1-2-16,2-1 0 0,-2 1-1 0,2 0 1 0,-2 0-3 0,2 1 0 15,-1 1 1-15,0-2-1 0,-1 1 3 0,0 1 2 0,1-1-5 0,-1-1 6 16,-1 1-2-16,1-1 0 0,1 0 3 0,0 0-11 0,0 0 6 16,-1-1-2-16,0 0-2 0,0-1 6 0,2 0-6 0,0 0 5 0,-1-1-3 15,1 1 3-15,-1 0-3 0,-1-1-1 0,1 1 6 0,-1-1-5 16,2 1 3-16,0-1 0 0,1 1-2 0,-1 0-2 0,1-1 4 0,1 2-1 15,-2 0-4-15,1-1 4 0,-1 1-6 0,2-1 6 0,0 1-2 0,-1 1 3 16,1 0-1-16,-1 0-5 0,0-1 4 0,0 1-1 0,1 1 3 16,-1-1 2-16,1-1-8 0,-2 2 1 0,0 0-1 0,-2 1 0 0,2 0 1 15,-1 0 2-15,-1-1 0 0,2 0-3 0,-1 0 5 0,1-1-1 0,0 0-2 16,0 0 1-16,0 0-3 0,-1 0 1 0,1 0 5 0,-1 0-1 16,1-1-1-16,0-1-2 0,-1 0-1 0,1 1 4 0,-1-2-2 0,-1 2 3 15,3-1 0-15,-2 0 0 0,1 1 5 0,-1-1 0 0,0 2-5 0,-2-1 9 16,1 1-4-16,-1 1-2 0,-1-1 4 0,1 0-2 0,0 1-13 15,-1 0 0-15,1 0-5 0,-1 1 1 0,0 0 10 0,-1 1-4 0,0-1 5 16,1 1-4-16,1 0-1 0,-3 0 9 0,2-1 6 0,0 0-1 16,-1-1 2-16,2 0-5 0,-2-1-7 0,0 1 2 0,0-1-3 0,1 0 4 15,0-1-3-15,0-1 1 0,0 0 3 0,-1-1-2 0,0 0 3 0,-1 0-6 16,0 0 2-16,0 0 4 0,-2 0-7 0,1 0 4 0,-1 0-1 16,0 1-1-16,-2-1 7 0,1 0-1 0,0 1-2 0,0-1-4 0,0 2 4 15,-1-1 2-15,-1-1-7 0,-1 1 0 0,1 0-2 0,0 1-4 0,0-1 6 16,-1 0 3-16,0 1-1 0,0 0 4 0,0 0-1 0,1 1-7 15,-2-1 2-15,2 0-1 0,1 0 1 0,-1 0 1 0,-1 0-2 0,0 1 1 16,0-2 3-16,0 1 0 0,0-1-1 0,0 0-1 0,1 0 1 0,0-1-4 16,0 1 6-16,1-1-3 0,0 0-1 0,-1 1 4 0,-2-2 1 15,0 1 1-15,1 0-1 0,0-1-2 0,0 1-1 0,-1-1 3 0,1 0 2 16,1 1-4-16,-1-1 3 0,0 1-1 0,1 0-1 0,0-1 2 16,1 0-1-16,-1 1-1 0,2-1-1 0,-1 1 0 0,-1-1 4 0,0 0-7 15,0 0 1-15,0 1-4 0,0-1 1 0,-1 1 4 0,2-1-2 0,-2 1 7 16,-1-1-6-16,0 1 3 0,-3-1 2 0,3 1-4 0,0 0 1 15,-1-1-3-15,1 1 4 0,-2 0 1 0,0 0-4 0,1 0-1 16,-2 0-1-16,1 0-3 0,-2 2 1 0,0-2 0 0,1 2-1 0,0-1-7 16,0 0-29-16,-1 1-40 0,1 0-60 0,-2 1-75 0,0-1-80 0,0 1-93 15,0 0-78-15,-1-1-158 0,-1-1 138 0</inkml:trace>
  <inkml:trace contextRef="#ctx0" brushRef="#br0" timeOffset="-82707.04">13788 9372 1172 0,'-1'-13'801'0,"1"0"-714"0,1-2-44 0,3 5-27 0,3 2-10 16,2 3-5-16,2 0-7 0,4 1 6 0,1 0-7 0,3 2 4 0,-2-1 0 15,3 2 1-15,-1 0 0 0,0 1-1 0,2 2-5 0,-1 0 2 16,1 2 2-16,1 1-2 0,2 0 3 0,-1 0 2 16,2 0-5-16,0 1 6 0,0 0 1 0,0 1-3 0,0 0 2 0,3 0 0 0,0 0-2 15,2 0 2-15,0 1 0 0,2-2 0 0,-1 1 2 0,3 0 2 0,0-1-3 16,2 1-1-16,2 0-1 0,-1 1-1 0,2 0 4 0,0-2-1 0,1 2-1 16,3 0 0-16,-2 0-3 0,1 0 1 0,0 0 0 0,-1 0-2 15,2 1 2-15,1-1 1 0,1 1 11 0,0 0 1 0,0 0 7 0,2 0-1 16,-2-1-7-16,0-1 4 0,2 0-1 0,0-3 2 0,2 1-1 0,-1 0 2 15,0-2-1-15,0 1 1 0,1 0 0 0,-1-1-2 0,0 0-1 16,-1 0-1-16,1 0 2 0,0-1 2 0,-2 0 1 0,2-1 1 0,-2 1-2 16,1 0 4-16,-3 0-6 0,0 0 4 0,-2 1-2 0,1-1-10 0,0 1 8 15,0-1-5-15,0-1 4 0,0 2-1 0,-2-1-6 0,0 1-1 16,-1-1-5-16,-1 1 3 0,1-1-1 0,-1 1-2 0,0-1 3 0,0 1 0 16,-3-1-3-16,-1-2 3 0,1 1 0 0,-2-1 0 0,1-1 5 15,-3 1-8-15,0-2 3 0,-1 1-1 0,-2-1-5 0,-2-2 10 0,0 1-2 16,-2-2 1-16,0 1 6 0,-2-1 3 0,-2 0-5 0,-2-1 6 0,-1-1-2 15,-2-1-3-15,1 1 4 0,-2-1-2 0,-1 0-1 0,-2-2 1 16,0 1 2-16,-1-2 0 0,-1-1-4 0,-3-1 0 0,0 0 1 0,-2 1 3 16,-1-3 3-16,-1 0 0 0,-2-1 3 0,-1-1-8 0,-2-2 4 15,-1-1-4-15,-2 0-8 0,-2-3 0 0,-1 0-8 0,-3 0 1 0,-2-1-8 16,-1-1-1-16,-3-2-4 0,-1-2 0 0,-1-2 5 0,0-1 2 0,-3-1-1 16,-2 1-2-16,-1-3 1 0,-2 1-1 0,-2-3-1 0,-1-1-1 15,-1 1 5-15,-4-3 1 0,0 1 1 0,-1-1 9 0,-5-1-4 0,1 1-1 16,-2-1 4-16,-3 2 1 0,-1-1-2 0,-3-1 3 0,-1 1-11 0,-4 0-4 15,-3 0-4-15,-3 0 1 0,-5 1 2 0,0-2 3 0,-1 3 10 16,-2 1 6-16,-1 0 1 0,-1 2 3 0,-2-2-27 0,-2 1-13 0,-2 0 4 16,-3-3-2-16,-3 2 20 0,0-1 12 0,-4 2-2 0,0 2 2 0,-4 1-2 15,-2 3-1-15,-2 0-1 0,-4 3-1 0,-5 0 0 0,-1 3-3 16,-4 4 3-16,-4 0-3 0,-2 4 3 0,0 4 9 0,1 0 1 0,1 2 1 16,-1 1-1-16,-2 2-7 0,0 3 2 0,-2 2-4 0,2 3-1 15,-3 3 0-15,2 2 2 0,1 3-10 0,1 2 3 0,1 2 2 0,3 4 1 16,2 4 12-16,0 3 4 0,5 5-1 0,1 2-5 0,-1 5 2 0,5 3-7 15,0 5 0-15,1 2 4 0,6 2 1 0,3 1-2 0,6 0-1 16,4 4-3-16,3-2-17 0,7 3 1 0,3-2-1 0,6 1-2 0,4-1 9 16,5 0 1-16,4 2-1 0,4-3-8 0,5 0-8 0,2-3-18 0,5 0-8 15,3-1-9-15,2 2-6 0,2-1-8 0,3 1 1 0,1-1-6 16,2 2-7-16,2 0-11 0,4-1-33 0,0 2-28 0,4-1-44 0,3 1-49 16,3 0-24-16,3-1-16 0,4 1-201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1:07:54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5015 4669 895 0,'-7'-7'468'0,"-2"1"-507"15,0-2-39-15,1 3 20 0,2 2 50 0,0 0 33 0,0-1 2 16,-1 1-17-16,-1 1-35 0,-1-1-29 0,1 1-13 0,-1 1 1 0,-2 1 16 16,1 1 25-16,-2-1 18 0,0 2 13 0,-1-1 7 0,0 0 1 0,0 1 11 15,-2 0 6-15,-2 0 7 0,0 0 10 0,0 1 2 0,-2 1-6 16,-1-1-10-16,-1 2-2 0,-1 0 1 0,-2 0 4 0,-1 1 8 0,-1-1-2 16,1 0-7-16,0 0-4 0,1 1-12 0,-3 0-6 0,-1 0-2 0,0 0-6 15,-1 2 3-15,0 0-6 0,-1 1-3 0,0 0 2 0,-1 1 0 16,-1 0 6-16,-2 1 2 0,1 0 7 0,-1 1 9 0,2 0 5 0,-1 1 5 15,0 1 3-15,-2 2-5 0,-1 0-2 0,0 2-4 0,-1 1-6 16,2 0-2-16,-1 2-5 0,-1 1-3 0,2 0 1 0,0 1-5 0,3 0-8 16,-2-2 1-16,3 3 0 0,0-2 1 0,0 0 9 0,2 0-3 0,3-2-5 15,1 1 1-15,1-1-5 0,1-2 1 0,0 1 2 16,2-1-2-16,-1-1 3 0,1-1-1 0,0 1-1 0,2 0-1 0,2-1 1 0,1-1 4 16,1-1 3-16,1 1 6 0,2-1-2 0,3-2-5 0,-2 1 3 0,2-1-3 15,0 0 0-15,1-1 5 0,2-1-7 0,-1 0-2 0,3 0-4 16,1 1-1-16,1-1 2 0,1 1-3 0,-1-2 5 0,2 3-6 0,1 0-1 15,1 0-2-15,0 1-3 0,2-2 6 0,0 0-8 0,2 2 5 16,1-2 0-16,0 0-3 0,2 0 4 0,0-2 1 0,1 2 2 0,-1-2-7 16,2-1 1-16,1 0-1 0,1-1-1 0,0 0 8 0,1 0 0 0,1 0 9 15,1-1-1-15,1 0 4 0,1-1-4 0,0 0-2 0,1-1 1 16,-1 1 0-16,1-2 0 0,1 0-1 0,0 0 0 0,1-1 2 0,2 1 0 16,-1-1-3-16,3 0 3 0,0-1-4 0,-1-1 3 0,2 1 2 0,-1 0-1 15,2 1 1-15,-1 0-5 0,1 0-1 0,0 0 2 0,0 0-1 16,0 0 9-16,0 0-6 0,0 0 0 0,0 2 2 0,1-1-3 0,2 1 0 15,0 0 1-15,0-1-3 0,0 1 1 0,-2-1 2 0,2 0-3 16,-1 0 2-16,2-1 0 0,0 0 3 0,2 0 0 0,-2 0-5 0,2-1 0 16,-2-1 2-16,1 2 2 0,0-2 3 0,1 1-2 0,-3-1-3 0,2 0 2 15,-2 0 3-15,2 1-4 0,1-1 5 0,-1 0-2 0,1 0-3 16,0 0 6-16,-3 1-3 0,2-1 4 0,-1 0 2 0,2 0 0 0,-1-1-1 16,0 0-5-16,2 0-6 0,-2 0-1 0,1 0 2 0,-2-1-2 0,2 0 3 15,0 0 3-15,-1 0-5 0,0-1 1 0,-1 1 1 0,0-1-2 16,2 1 2-16,-1-1 4 0,0-1-2 0,-2 0-1 0,-1 0 4 0,0 0-5 15,0 0-3-15,-1 0 3 0,1-1-3 0,-1-1 6 0,1 1-3 16,-1-2 1-16,0 1 2 0,-1-1-1 0,0-1 1 0,0 2-11 0,-1-2 4 16,-1 1-1-16,0 0 1 0,0 0 10 0,-1-1-3 0,-1 1 1 0,0-1 1 15,1 0 1-15,0-1-6 0,0 0 0 0,-3 1-2 0,-2-1 2 16,1-1-1-16,-3 0 2 0,0-1 2 0,0-1 2 0,-1 1-2 0,2-1-2 16,-1-1 0-16,-1-1 0 0,0 1 4 0,-1 0-1 0,-1 0 2 0,1-1-1 15,-3 0-2-15,2 1-1 0,-3-2 0 0,0 1-4 0,0-2 5 16,-1 1-4-16,-1 1 4 0,-1-2 2 0,0 1-1 0,-1-1 4 0,0 2-3 15,0-2 6-15,-3 1-2 0,-1 0 1 0,-1 0 1 0,0 0 0 16,-2 0-3-16,0 0 10 0,-3-1-7 0,-1-1 5 0,-2 0-4 0,-1 0-3 16,-2-1 3-16,-2 0-9 0,-1-2 2 0,-1 3 7 0,-2-2 3 0,-3 0 3 15,0 1-2-15,-3-2-6 0,-3-1-4 0,0 2-3 0,-4-2-3 16,2 1 1-16,-5 1-3 0,0 0-4 0,-3 1 1 0,-5 1-7 0,-3 1 2 16,-3-1 4-16,-3 1 1 0,-2 2 2 0,-2 1 3 0,-2 0-1 0,-3 1 6 15,1 1-1-15,-1 1-2 0,0 2 1 0,-2 2-4 16,0 1 1-16,-1 3-1 0,-2 1-4 0,1 1 2 0,-1 1 2 0,0 2-4 0,2 0-16 15,-1 2-29-15,0 2-18 0,1 0-12 0,1 1-7 16,1 1-3-16,1-1-32 0,1 0-44 0,0 0-46 0,2 2-50 0,0 0-57 0,1 2-80 16,1 0-254-16</inkml:trace>
  <inkml:trace contextRef="#ctx0" brushRef="#br0" timeOffset="10500.23">15369 7038 1063 0,'20'-2'275'0,"1"-1"-192"0,7 1-54 0,-1 0-21 0,1 2-9 0,0 0-1 15,2 0-8-15,0 0-10 0,-2 1-8 0,1 0-1 0,-3 0 2 16,-1 2 12-16,-1 0 11 0,0 1 6 0,-1 0 6 0,1 0 4 0,0-2 5 15,1 1 5-15,1 0 2 0,0-1 1 0,-1 0-2 0,3-1-7 16,1 0 0-16,1-1-9 0,0-1 3 0,0 0-3 0,-1 0 2 0,1-1-2 16,0-1-1-16,3-1 3 0,-1 0-2 0,2-1 4 0,-2 0 0 0,1-1 3 15,0-2 2-15,0 0 0 0,2-2 2 0,-1 0 1 0,1 0 3 16,-1-1-2-16,1-1 0 0,0 0 8 0,0-1 1 0,1-1 3 0,-1-2 1 16,0-1-7-16,-2-1-7 0,1 2-2 0,-2-3 0 0,2 1-4 0,-3-1 4 15,1-1-7-15,0 1-6 0,-1-1 0 0,-3 0-3 0,1-2 6 16,-1 1-4-16,-1-1 3 0,-2-2-1 0,-1 1 1 0,-2-1 4 0,-2 2-3 15,0-1 1-15,-2 1 5 0,-1 0-2 0,-2 0 0 0,-1-1 3 16,-2 0-5-16,-4-1 5 0,0 1-5 0,-2 0-1 0,-2 0 2 0,-1 1-2 16,-3-2 0-16,-1 0-6 0,-2 1-4 0,-3-1-5 0,-1 1 0 0,-2-1 1 15,-4 0-5-15,-2 2-1 0,-3 0-2 0,-1 0 1 0,-3 2 3 16,-2-2 0-16,-3-1 2 0,-4 2-2 0,-2-1 3 0,-4 1 1 0,-3 1 4 16,-1 2 2-16,-5 0 2 0,-1 2-2 0,-2 0 0 0,-3 0-2 0,-2 1-3 15,-3 2 3-15,-1 0-4 0,-3 0 5 0,-1 2 2 0,-1 1 0 16,-2 2 1-16,1 0 2 0,-2 1-3 0,2 1 8 0,-2 2 1 0,0 1 4 15,0 2 3-15,-1 1-5 0,0 2 7 0,2 2-10 0,-3 2 2 16,1 1 2-16,1 2-2 0,0 0 11 0,0 3-2 0,0 2 1 0,1 2 1 16,-1 2-7-16,0 2 1 0,0 2-7 0,0 2-6 0,-1 2 1 0,1 2-4 15,-2 4 2-15,0 1-2 0,1 2-3 0,-1-1 0 0,2 2 4 16,0 1-4-16,1 2-3 0,2 3 2 0,2-1-12 0,2 1 10 0,3 1 0 16,2-1 0-16,5-2 6 0,4 0-7 0,4-3 5 0,6-1-1 15,4 0 0-15,5-4 0 0,5 0-4 0,4-4 4 0,5-2-1 0,3-1 1 16,4-2-6-16,3 0-1 0,3-3-6 0,3 0 2 0,2-1-2 0,3-1-6 15,0-3 4-15,4 1-8 0,1-2-2 0,2-1-15 0,2-3-6 16,2-1-16-16,2-1-28 0,1-1-34 0,2 0-56 0,4-2-91 0,0 0-88 16,4-2-236-16</inkml:trace>
  <inkml:trace contextRef="#ctx0" brushRef="#br0" timeOffset="29800.79">5602 7762 1 0,'-7'-3'1'0,"1"1"0"0,-3-1 0 16,2 1 0-16,-1-1-1 0,-1 2-1 0,1-1-1 0,-2 1 1 0</inkml:trace>
  <inkml:trace contextRef="#ctx0" brushRef="#br0" timeOffset="30534.79">6866 7728 619 0,'-21'-11'-22'0,"-2"0"61"16,-2-3 40-16,5 3-38 0,6 3 3 0,4 0-10 0,2 1-8 0,3 0-9 15,4 1-10-15,1 0-6 0,2 0-9 0,4-1 0 0,2-1-4 16,2-1 1-16,4 0 4 0,3-1 1 0,3 0 6 0,2 0 0 0,2-2 1 15,2-1 1-15,2 0-4 0,1-1 5 0,3-1 0 0,-1 0 1 16,3 1 2-16,0-2 0 0,1 0 1 0,4-1 2 0,0 2 4 0,0-2 3 16,3 1 2-16,0-1 0 0,2 1-1 0,3 0 1 0,0-1-1 0,1 1-2 15,1-1 3-15,1-2-3 0,0 2 4 0,1 0 0 0,1 3-2 16,0 0 0-16,0 1-1 0,-1 3-3 0,-1 0-1 0,-2 2-1 0,-1 2-3 16,-2 1-2-16,1 1-1 0,-4 2 0 0,0 1 2 0,-1 2-1 15,-1 1 0-15,-2 1 2 0,0 3-6 0,-1 0 3 0,0 3 0 0,-2 1-5 16,-2 2 2-16,-1 2-1 0,-3 3 1 0,-1 2 0 0,-1 2 1 0,-3 2-3 15,0-1 0-15,-4 1 2 0,-2 0-2 0,-2 1 1 0,-3 1 0 16,0 2 1-16,-3 2 6 0,-2 0-1 0,-2 2 0 0,-3-3-9 0,-2 2-1 16,-1 0 3-16,-3-2-4 0,-2 3 10 0,-2-3 0 0,-2 1-2 0,-2-1 0 15,-1-1-2-15,-3-1-2 0,-3 0-4 0,-3 1 2 0,-2 0 1 16,-4-1-2-16,-2-3 1 0,-4-2 5 0,-1-2-2 0,-3-1 2 0,-2-1-1 16,-3-3 4-16,-3-2 2 0,-1-1 4 0,-1-3 6 0,0-1 5 15,-2-2 6-15,-2-2 10 0,1-1 6 0,-1-2 4 0,-1-2 6 0,1-1-2 16,0-2 0-16,1 0-3 0,2-1-7 0,3-1-6 0,3 0-11 0,1 1-4 15,5-1-8-15,2-1-4 0,4 0-1 0,4 0-2 0,5-1 1 16,2-1-4-16,3 0-2 0,4 0-9 0,5 0-7 0,3 1-10 0,3-1-9 16,4 0-10-16,2 1-8 0,4-2-7 0,4-1-2 0,5-1-8 0,4 1-13 15,4-1-19-15,7 0-37 0,4-1-39 0,5 1-48 0,8-1-333 16</inkml:trace>
  <inkml:trace contextRef="#ctx0" brushRef="#br0" timeOffset="31852.79">18211 8357 288 0,'12'1'54'15,"2"2"-12"-15,5 1-1 0,1 1-9 0,1 0-6 0,3-1 1 0,-1 1-6 16,3 0-4-16,0 0-1 0,1-1-4 0,2 1-3 0,3 1 0 0,0-2 5 16,3 0 6-16,-1 1 3 0,1-2 7 0,1 1 0 0,0-2-2 15,1 0-2-15,0-1-3 0,1-1-4 0,0 0-1 0,0-1 6 0,2-1 5 16,-1 0 7-16,0-2 12 0,2 0 9 0,0-2 5 0,0 0 1 0,1-2-5 15,0 1-10-15,-1-3-4 0,1-1-7 0,0 0-5 0,2-2-3 16,0 0-6-16,-1 1-2 0,0-1-6 0,1 0 2 0,0 0-2 0,-1 1-5 16,0-2 1-16,1-1-5 0,0 1-1 0,-1 2 6 0,0 0-1 15,-1-1-1-15,-2 1 0 0,0-3 6 0,0 1 5 0,-3 1 11 0,1-3 11 16,-3 0 7-16,-1 0 7 0,1 0 10 0,-3-1-3 0,1-1-1 0,-1 1-9 16,-1-1-11-16,-1-1-2 0,0 1-10 0,-1-1 1 0,-2 1-10 15,-2-1-2-15,-2 2 0 0,-2-2-1 0,-3 1 1 0,-1 1-1 0,-1 0 2 16,-2 1-1-16,-2-1-1 0,-2 1 3 0,-2-2-3 0,-2-2-2 15,-2 1-7-15,-2-3-9 0,-4-1-8 0,-1 1-13 0,-3-4-3 0,-3 2 4 16,-3-4 2-16,-5-1 11 0,-5-1 4 0,-3-4 0 0,-6-1 6 0,-4 0 0 16,-7-1 6-16,-3 1 3 0,-3-3 3 0,-3 2 4 0,-2-1 7 0,-3 0 2 15,-3 5 1-15,-1 1 2 0,-2 3 1 0,-2 1-5 0,-1 4 0 16,-2 2-4-16,-1 4-13 0,-3 3-1 0,-2 4-5 0,-3 1-4 0,-3 4 11 16,-4 3-5-16,-2 2 2 0,1 3-5 0,-1 1-1 0,2 1-4 15,2 2 10-15,2 0 0 0,3 3-3 0,6 1-5 0,4 1-25 0,3 3-25 16,5 0-27-16,4 5-35 0,2 4-46 0,6 1-50 0,4 4-65 0,2 2-105 15,5 4-318-15</inkml:trace>
  <inkml:trace contextRef="#ctx0" brushRef="#br0" timeOffset="70654.28">7475 8141 475 0,'3'-4'205'0,"2"1"-191"0,5 1 46 0,3 1-17 16,2 1 8-16,1 0 0 0,3 2-2 0,1 0-2 0,2 2-8 0,4 0-9 16,1 2-9-16,2 0-10 0,2 2-4 0,2 2-4 0,2 0 3 15,2 0-3-15,0 0-5 0,0-1 1 0,-1 2-5 0,1 0 2 0,2 1 6 16,-2-1 1-16,1 0 5 0,-3-2 3 0,-1 1 6 0,0-1 3 0,-1 1 12 16,1-2 7-16,-2-1 4 0,1 0 5 0,-2-1-2 0,2 1 0 15,-2-1 1-15,1-1-4 0,-2 1 3 0,0-2-3 0,-2 0-3 0,1 1-1 16,-1-2-7-16,3 1-4 0,0-1 0 0,2 0-5 0,-1 0-4 0,2-1-3 15,-1 1-7-15,1-1-1 0,3-1 0 0,-1 0-5 0,1 0 1 16,1 1-3-16,0 1-3 0,1 0 3 0,0 1-1 0,1 0-4 0,-3 0 4 16,1 2-13-16,3 0-18 0,-1 0-26 0,2 1-37 0,3 0-43 15,0-1-48-15,2 0-34 0,3 0-36 0,2 0-94 0,5-1-56 0</inkml:trace>
  <inkml:trace contextRef="#ctx0" brushRef="#br0" timeOffset="71454.28">13266 8326 1997 0,'-8'-18'51'0,"1"1"-26"0,0-1-25 0,6 7-13 0,3 3-22 15,2 3-24-15,4 0-11 0,3 3-17 0,5 2-2 0,3 1 2 0,2 3-1 16,0 1-1-16,2 2-2 0,0 1 1 0,3 0 8 0,2 2 6 0,1 0 8 15,1 0 8-15,-1 1 4 0,1 0 16 0,1-1 11 0,0 0 14 16,0 0 9-16,2-1 7 0,-2-2 1 0,1-1-1 0,-1-2 1 0,1-1 2 16,0-2 7-16,1-1 9 0,2-2 7 0,0-1 11 0,2-1 8 15,0-3 7-15,1-1 8 0,2-1 4 0,-3-1 3 0,2 0 6 0,-2 0 1 16,0-2 1-16,0 0 2 0,0 0-4 0,-1-2-7 0,0 1-6 0,0-1-4 16,1 0-5-16,0 1 3 0,0 0-8 0,1-1-5 0,0-1-6 15,1 0-16-15,0 1 1 0,1 0-9 0,0 1 1 0,-1 1-3 0,-1 0-6 16,1 2 3-16,-1-1-4 0,1 2 0 0,-2 0 1 0,1 1-2 0,0 1 1 15,-1 0-3-15,2 1-2 0,-1 2-1 0,0-1 3 0,0 0-1 16,0 2 2-16,-1-1 4 0,2-1-4 0,-3 1 2 0,0-1-4 0,1 0 1 16,-2 0-2-16,1 0 4 0,-2-2 0 0,0 1 3 0,-1-3-1 15,1 1-1-15,-3 0 0 0,1-1-3 0,2 0 1 0,-2-2 1 0,1 1-4 16,-1-3 4-16,1 0-1 0,1 0-2 0,0 1 4 0,-2 0-3 0,-1-1 0 16,-2-1 0-16,2 1 0 0,0 1 0 0,0 1 1 0,1-1 1 15,0 0 1-15,-1-1 4 0,1 1-4 0,-1 1-3 0,0-1-2 0,-2 1-2 16,2 0 4-16,-2 0 3 0,0 1 1 0,-1-2-5 0,-1 1 1 0,0-2 1 15,1 1 1-15,-3 0 2 0,0 0 5 0,-1 0-2 0,-4-1 3 16,1 0 1-16,0 0-5 0,-3 0-2 0,2-1 2 0,-2-1 0 0,-3 0 0 16,1 1-2-16,-2-2 2 0,0-2-4 0,-2 1 7 0,-1-1-2 15,-2-1 1-15,-1-1 2 0,-3 1-7 0,-2-3 0 0,-3-2 0 0,-3 0-1 16,-3-3-2-16,-3 1-6 0,-5-2-8 0,-1 2-1 0,-6-2-4 0,-5-1-15 16,-2-3-4-16,-4-1-6 0,-4-1 0 0,-5 1 18 0,-8-1 10 15,-4 1 6-15,-10-2 12 0,-5 0-9 0,-6 2-2 0,-8 0 6 0,-4 3-1 16,-4 1 3-16,-3 1 4 0,-1-1-3 0,-3 1-2 0,-4 4-5 0,-3 0 0 15,-5 4 2-15,-4 2-5 0,-3 2 7 0,-3 3-4 0,0 3 7 16,1 3 7-16,0 1 8 0,0 3 12 0,1 2-7 0,-2 3 0 0,0 4-5 16,-1 2 1-16,1 4 6 0,3 3-1 0,2 4 7 0,4 3-2 15,3 6 1-15,2 4-2 0,4 5-3 0,2 1-7 0,5 3-1 0,4 4 4 16,5 3-11-16,4 2 2 0,4 5 0 0,5 4-6 0,8 3 3 0,2 5 2 16,7 3-16-16,6 3 4 0,5 3-13 0,7 0-14 0,4 2-31 15,8 3-28-15,5-1-46 0,7 1-55 0,7 2-58 0,5 0-79 0,6 2-81 16,3 0-207-16</inkml:trace>
  <inkml:trace contextRef="#ctx0" brushRef="#br0" timeOffset="103605.78">4663 8155 733 0,'-18'-4'109'15,"-2"-1"-89"-15,-3 0-8 0,0 2-5 0,5 2-1 0,0 0-3 0,0 0 0 16,-3 1-1-16,-1 1-1 0,0 2-3 0,-3 1-3 0,2 2-2 0,-3 0-3 16,0 2 0-16,-1 3 2 0,-4 1 5 0,1 1 2 0,-2 0 0 15,0 1 2-15,-1 1 0 0,-2 1 4 0,1 2 7 0,-1 1 4 0,-1 0 9 16,-2 1 10-16,2-1 10 0,1 2 8 0,1-1 0 0,1-1-7 0,1 0-6 15,1 0-7-15,0 0-9 0,3 1-5 0,0 1-7 0,1-1-3 16,-1 0 0-16,2 1-4 0,-2-3-1 0,2 2-4 0,0 1 0 0,1-3 2 16,1 2-1-16,-1 1 4 0,1-1 3 0,1 1 1 0,-2 1 4 0,2-1 1 15,-2 1-2-15,0-1-4 0,1 1-4 0,2 1 6 0,0 0-1 16,0 1 6-16,-1 1 3 0,2-2-4 0,1 2 6 0,0-1 9 0,3-1-2 16,1 0-3-16,2-2-6 0,1 1-8 0,3-1-3 0,2 0-5 15,0 1-3-15,3 0-2 0,1-2 2 0,2-1 0 0,2 0 0 0,1-1-1 16,1-1 0-16,2 1-1 0,2 0 1 0,1-1-2 0,1 1-2 0,3-1 2 15,1-1-1-15,2 1 1 0,1 0 0 0,1-1 3 0,2-1-3 16,1-1-1-16,2 0 1 0,2 0 2 0,0 0 1 0,1 0 9 0,1 1 3 16,3-2-5-16,2 1 3 0,0-2-3 0,2 0-2 0,-2-1 0 0,3 0-2 15,0 0-3-15,3-1 7 0,2 0-3 0,1-2-1 0,2 0-1 16,1-1-4-16,2-1 0 0,2-1 1 0,1-1-2 0,0 0-2 0,3-1-3 16,0-1 4-16,2-2 1 0,1 1 3 0,0 0 2 0,1-2-2 0,2 1-2 15,0-1 1-15,3 0 1 0,-1-1 0 0,1-1 3 0,3 2 0 16,-1-1 2-16,1-1 6 0,0 1-1 0,1 0 1 0,-1-1-4 0,3 0-4 15,1 1 6-15,-1-2-2 0,3 1 0 0,0 1 2 0,0 0-3 0,1 0-4 16,0 0 3-16,-1-2-9 0,1 1-1 0,1 1-1 0,0-1 1 16,0 1 6-16,-1 0 0 0,1 1-1 0,0 0 2 0,-2 1-1 0,0 0 0 15,-1 1-5-15,1 0-4 0,0 1 3 0,-2-1 5 0,3 1 5 0,-1-1 2 16,-1 0-4-16,0-1 1 0,-1 0 1 0,0 0-7 0,-1-1 3 16,-1 0 4-16,-2 0-3 0,-1-1 4 0,-1 1 3 0,-2-1-2 0,-1 0 3 15,-1-1 7-15,0 1 2 0,-2-2 7 0,0 0 1 0,-1-1 6 16,-1 1 4-16,-2-2 2 0,-1 1 5 0,-1-1-4 0,0 0-2 0,-1-1-7 15,-2-1 5-15,-2 1-3 0,-3-2 1 0,-1 0-2 0,-2-1-11 0,0 0 0 16,-4 0-4-16,0 0 2 0,-4 2 9 0,-1-3 4 0,-3 0 0 16,0 0-4-16,-4-2-4 0,1 0-4 0,-2-1-1 0,-3-1-1 0,-1 0-2 15,-3 0-3-15,-1-2 4 0,-3-1-4 0,0 0-1 0,-3 0-1 0,0-1-2 16,-2-1 1-16,-3 0-1 0,-1-2-2 0,-2-2 2 0,-2-1-3 16,-2-2-2-16,-1 1 5 0,-2-1-4 0,-2 1 9 0,-2 0-2 0,-3-2-3 15,0 0-1-15,-2 0-5 0,-3 0-7 0,1 0-1 16,-4 0 6-16,-1-1 2 0,-2 1 10 0,-2-1 1 0,-1 0-8 0,-3-1-1 0,-2 2-2 15,-2-1-2-15,0 0 0 0,-1 0 1 0,-2 0-2 0,-3-1-1 0,-2-1 1 16,0 2-2-16,-4-2-2 0,2 3-2 0,-3 0-2 0,-3 0 4 16,-2 1-1-16,-3 0 0 0,1 0-7 0,-2 3-2 0,-2-1 4 0,-1 2 5 15,-2 2 6-15,-1 1 1 0,0 0-7 0,-1 2 4 0,-3 0-1 0,0 3 0 16,0 1 0-16,-2 3-3 0,0 0 3 0,-3 2 0 0,-1 2 0 16,-2 3-2-16,0 1 6 0,-3 3 1 0,0 3 0 0,0 2-4 0,-2 3-3 15,-1 3 2-15,1 1 0 0,-3 4 5 0,0 4-5 0,0 3-5 16,-2 3-4-16,-2 2-37 0,0 2-32 0,-1 4-86 0,-2 3-121 0,0 4-215 15,-2 5-385-15</inkml:trace>
  <inkml:trace contextRef="#ctx0" brushRef="#br0" timeOffset="155075.82">6185 11125 171 0,'-5'-2'166'0,"-1"1"-51"0,-1-1-36 0,3 1-8 0,1 1-4 15,0 1-9-15,0-1-10 0,0 1-11 0,1 1-13 0,0 0-4 0,0 0-4 16,0 2-4-16,1-1-5 0,-1 2-3 0,2-1 2 0,0 0-4 16,2 0 5-16,2 1 3 0,2-2-1 0,2 0 6 0,2-1 0 0,4 0-2 15,0-1 4-15,4 0-4 0,4-1 4 0,0 0 2 0,5 0 4 16,1-1 6-16,3 0 4 0,0 0 4 0,3 1 6 0,-1 0 9 0,3 2 2 15,-1 0 12-15,3 1 3 0,-1 1 1 0,-1-1 2 0,1 0-9 0,-1 0-4 16,3 2-17-16,1-1-11 0,1 0-3 0,1 0 3 0,0-2 9 0,-2 1 4 16,0 0 1-16,0 0-6 0,2 0-7 0,4-1 1 0,3 1-4 15,0-1-2-15,1 0-1 0,0 0-3 0,1 0 2 0,2 0-10 0,3 0 3 16,0-1 2-16,2 0 1 0,1-3 0 0,1 1-1 0,1-1-2 16,1-1 0-16,-1 2 0 0,0-2 2 0,1 1 1 0,-2-1-2 0,0-1 4 15,-1 2 2-15,-2-1-3 0,-2 1 3 0,1 0-5 0,-2 1-2 0,0-1 4 16,0 1-3-16,-2-1 3 0,2 1-9 0,-2 1 6 0,-1 0 6 15,1 0-12-15,-1 1 5 0,0 0-9 0,1 1-1 0,-1-1 6 0,1 0-5 16,0 1 0-16,1 0-3 0,-1 2-1 0,2 0 5 0,0 0 0 16,1 1-2-16,0-1-8 0,-1 0 2 0,-1 0-5 0,-2 0 6 0,2 0 4 15,-2-1-4-15,2 0 2 0,-2-1-12 0,-2 0 9 0,1-1 1 0,-2 0-9 16,0 0 4-16,-1 0-5 0,-2 0 1 0,-1-1 11 0,0 0-5 16,-3-2 1-16,0 1-1 0,1-1 4 0,-2 1-3 0,0 0 7 0,-2-1-4 15,-3 0-3-15,-2 0 1 0,0-1-4 0,-1 1 6 0,1-1-1 0,-1 0-8 16,0 0-2-16,-1-1-1 0,-2 0 0 0,-2 1 8 0,1 0-3 15,-1-1-2-15,-1-2 1 0,1 1 6 0,-4 0-4 0,0-1 1 0,-2 1-3 16,1-1 1-16,-1-1 3 0,-3 0 0 0,-2-1 3 0,-2-1-6 0,-3 1 3 16,0-2 2-16,-3-2 1 0,-1-1-3 0,-1-2 0 0,-1 1-3 15,-3-5 1-15,-2-1-1 0,-2-1 1 0,-2-2 1 0,-2 0-13 0,-2-1 1 16,-3-1 5-16,-2 0-2 0,-4-2 5 0,-2 0 0 0,-2 2-9 16,-4-2 4-16,2 3 8 0,-1-1 4 0,-2 0 6 0,0 1 0 0,-4 0-4 15,0 2-1-15,-3 0-5 0,0 0 5 0,-4 3 6 0,-3 0-5 0,-1 0 6 16,-3 3-6-16,-2 1-11 0,-1 0 2 0,-4 1-5 0,-3 0-4 15,-2 3 6-15,-3 0-9 0,-2 1 0 0,-3 1-11 0,-5 0-7 0,-4 1-3 16,-3 1-8-16,-4 1-9 0,-2 2-12 0,-4-1-3 0,-2 3-5 0,-4-1-5 16,-4 1 7-16,-2 2-1 0,-6 2 8 0,-1 1 24 0,-1 0 13 15,-4 1 13-15,-1 2 10 0,-1 0 2 0,-2 3 5 0,-1 1 8 0,-1 2-7 16,0-1 10-16,0 2-5 0,0 0 0 0,-1 2 3 0,2 3-9 16,-2 2 5-16,2 4-4 0,-3 4-2 0,-1 4 0 0,-2 5-12 0,-5 3-9 15,-1 4-23-15,-4 3-71 0,1 5-109 0,3 1-119 0,2 2-228 16,1 2 88-16</inkml:trace>
  <inkml:trace contextRef="#ctx0" brushRef="#br0" timeOffset="-151480.67">11116 10985 2499 0,'0'-7'123'0,"1"2"-57"0,-1-1-50 0,2 3-8 0,2 1-4 16,0 1-8-16,2 2-4 0,4 1 2 0,1 2-2 0,1 2 1 0,0 2 7 15,1 2-6-15,-2 1-1 0,2 2-3 0,0 0-6 0,0 2 5 16,1 1 2-16,2 0 9 0,1-2 1 0,1 0 6 0,-1-2-6 0,3-3-1 16,0-1 5-16,1-2 3 0,1-2 8 0,0-3 16 0,0-1 7 0,2-1 11 15,1-4 14-15,5-3 4 0,0-3-2 0,6-4-11 0,1-6-9 16,5-4-13-16,3-6-8 0,3-5-11 0,6-4-14 0,3-5-2 0,3-5-7 15,3-4 15-15,2-3-3 0,2-4-5 0,2-3-5 0,1-3-28 16,0-4-34-16,-1-1-64 0,0-2-85 0,-2-3-127 0,0-1-174 0,-1-6-668 16</inkml:trace>
  <inkml:trace contextRef="#ctx0" brushRef="#br0" timeOffset="-147064.67">4850 11815 468 0,'-3'-6'259'16,"-2"-2"-147"-16,0-1-63 0,0 2-20 0,1 0-8 0,1-1-6 0,0-1-1 16,2 1-9-16,-1-1 0 0,0 0-1 0,1 0-5 0,-2 0 2 0,2 1-3 15,-1-1 0-15,0 1 5 0,1 0-5 0,0 0-1 0,1-2-1 16,0 0 0-16,0 0 2 0,2-2 1 0,-1 3 2 0,1-2-4 0,2 1 5 16,0 0-2-16,1-1 2 0,1 0 3 0,2 1 3 0,2-1 10 15,3 0-1-15,1-1 6 0,2 0 3 0,2-1 2 0,4-1 2 0,3 0-3 16,2-1 0-16,3 1 2 0,2-2-3 0,4 0-1 0,2 2-8 0,1-1 0 15,3 0-8-15,2 2 3 0,0 0 0 0,3 2-9 0,-1 1 5 16,-1 0-5-16,2 0-1 0,1 1 5 0,1 2-6 0,-2 1 0 0,0 2-3 16,0 2-2-16,-1 1 4 0,-2 4-2 0,-1 0 0 0,-1 3 3 0,-1 1-1 15,-2 2 4-15,-1 1 7 0,-4 1-6 0,0 1 6 0,-2 2 9 16,-1 1 1-16,-1 2 8 0,-3 1 5 0,0 1-12 0,-3-1 1 0,-3 2-3 16,-1 1-8-16,-2 2 6 0,-2-1-4 0,-2 1 3 0,-2 0 3 15,-2 0-1-15,-1 2-3 0,-3 0-2 0,-2 1 1 0,-1-1-3 16,-4 0 0-16,-1-2-3 0,-2-1-2 0,-2-2-1 0,-3-1-1 0,-2-2-3 0,-2 0 0 15,-5 0 2-15,0-1-2 0,-5-2-3 0,-3 0 2 0,-3 0-5 16,-4-1-3-16,-4 0-4 0,-1-2-3 0,-2 0-4 0,-3-3-1 0,-1-1 1 16,1-1 8-16,-3-2 10 0,5 0 5 0,4-2 5 0,3-2-1 0,4-1 7 15,4-2 5-15,4-1 1 0,4-1 0 0,2-1-6 0,3-1-3 16,3-2-9-16,3-1-14 0,2 1-15 0,4-1-31 0,2 1-38 0,4-1-57 16,2 0-60-16,6-2-110 0,4 1-310 0</inkml:trace>
  <inkml:trace contextRef="#ctx0" brushRef="#br0" timeOffset="-146547.67">8568 11304 1664 0,'4'-11'117'0,"2"0"-19"15,1-2-55-15,0 4-24 0,2 1-14 0,1 0-7 0,1 0-6 0,2 0-4 16,0 1-6-16,2 1-9 0,0 2 0 0,1 0-1 0,1 1-4 0,2 2 1 15,1-1 1-15,0 0-7 0,4-1-5 0,0 1 1 0,4 0 5 16,0-2 11-16,3 1 13 0,2 0 6 0,1-1 2 0,1 0 3 0,2 0 3 16,1 0-2-16,1 0 2 0,0 0-2 0,1 2 0 0,0 0 1 0,1 1 0 15,0 1 0-15,-1 0 3 0,1 0-2 0,-2 1 0 0,1 1 0 16,-3 0-2-16,0 2 3 0,0-1 2 0,-3 3-2 0,0 0 1 0,-1 1 3 16,0 2-3-16,-2 0 3 0,-1 0 5 0,-4 1-5 0,-1 1 6 15,-2 0-6-15,0 2-1 0,-2 0 2 0,-3 2 3 0,0 2 0 0,-2-1-8 16,-3 0 1-16,-3 1 1 0,-1 0 8 0,-3 1 2 0,-3 0-2 0,-4 2-4 15,-3 0-6-15,-5 1 0 0,-5 1-3 0,-5 0 0 0,-4 0-2 16,-5 0 1-16,-3-2 6 0,-1 3-6 0,-5 1 3 0,-1 0 0 0,-4 0-5 16,-2 0 7-16,-1-4-1 0,-1 1 1 0,2-1-1 0,-1-3-4 0,3 1 1 15,5-2-1-15,3-3 1 0,6 0 2 0,3-2-2 0,4-1 3 16,3-1-3-16,2-2-5 0,2 0-6 0,2-1-8 0,2-1-12 0,3 0-6 16,1 1-5-16,2-2-4 0,2 1-3 0,2 0-4 0,3-2-13 15,4 1-25-15,1-2-40 0,5 0-57 0,5-1-123 0,3-1-180 0</inkml:trace>
  <inkml:trace contextRef="#ctx0" brushRef="#br0" timeOffset="-145914.67">13737 11781 1523 0,'19'-3'62'15,"3"-1"-16"-15,6 1-9 0,-4 2-16 0,-3 1-15 0,2 1-7 16,-2 1-10-16,2 1-4 0,0 0-5 0,0 1-8 0,-1 1 5 0,-2 0-3 16,1 2 4-16,-1-1 6 0,0 1 5 0,1 0 6 0,1-1 4 0,-1 1 0 15,1-1 1-15,0 0 1 0,0 0 1 0,1-1 1 0,0-1 1 16,2 0 4-16,1-1-3 0,-2 0 4 0,2 0-6 0,-1-1 1 0,0-1 5 16,1 0-11-16,-2 0 9 0,0 0-2 0,0 1-7 0,1-2 8 15,1 1-1-15,0 0-1 0,1-1 6 0,0 0 0 0,1 0-1 0,-1 1 1 16,3-1 1-16,0 0-1 0,2 0 2 15,-2 0-3-15,1 1-1 0,-1-1 0 0,1 0 3 0,-1 1 0 0,1-1-2 0,-2-1 3 0,0 1-2 16,-2 0 1-16,2-1 3 0,-2 1-4 0,-1-2 0 0,1 0 1 0,-1-2-3 16,0 1 4-16,-1-2-2 0,0-2 0 0,-2-1 6 0,0-1-6 0,0-2 1 15,0 0 1-15,1 0-6 0,-1-2 2 0,-1-1-1 0,-2-1 0 16,0 0-2-16,-3-2 1 0,-1-1-5 0,-1 0-1 0,-1-2 3 0,-1-2-3 16,-2 0-2-16,-1 1-2 0,-3-1-1 0,-2 0-5 0,-2 1 1 15,-2-2-5-15,-3 2-2 0,-3-1 5 0,-1-1-1 0,-4 2 4 0,-2-2-3 16,-2 0-6-16,-3 2 6 0,-1 0-1 0,-3-1 8 0,-3 1-1 0,-2-1-8 15,-4-1 0-15,-3 2-4 0,-2 0 1 0,-2 1 10 0,-2-1-4 16,-3 2 2-16,-1 0 0 0,-4 2-2 0,0 1 4 0,-1 0-3 0,-3 3 5 16,1 0-4-16,-1 0 6 0,-2 1 2 0,1 0-2 0,0 3 1 0,2 4-3 15,2 1 6-15,2 3 4 0,3 2 5 0,3 2 3 0,5 2-1 16,2 3-3-16,3 0-3 0,4 3-3 0,0 0-2 0,2 1-6 0,0 2 1 16,1 2-5-16,1 1-6 0,1 3-8 0,2-2-41 0,1 3-39 15,1 1-49-15,3 0-52 0,2 2-57 0,4 0-365 0</inkml:trace>
  <inkml:trace contextRef="#ctx0" brushRef="#br0" timeOffset="-145664.67">15785 11760 1296 0,'33'-5'416'0,"3"1"-283"0,9-1 6 0,-2 3-37 0,-5 0-43 0,1 1-20 16,2 1-18-16,1 0-10 0,0 0 0 0,2 0-8 0,0 1 0 0,-2-1 3 15,1 1-5-15,-1 1 0 0,-1 0-1 0,0 1-1 0,-1-1 0 16,-1 1 1-16,2 2-2 0,1-1 2 0,-1 1-6 0,0 0 5 0,-3 0-5 16,-1 1-5-16,-2-1-3 0,-2 1-14 0,0 2-13 0,-5-1-33 15,-1 2-49-15,-3 3-62 0,-3 0-114 0,-4 2-416 0</inkml:trace>
  <inkml:trace contextRef="#ctx0" brushRef="#br0" timeOffset="-94760.73">7795 12028 108 0,'3'0'57'0,"0"0"2"16,1 0-2-16,-2 1 0 0,2 0-7 0,0 1-12 0,1 0-11 0,1 0-6 16,1 1-4-16,0-1-4 0,2 1-1 0,2-1-1 0,-1 1-2 15,3-1-2-15,1-1 3 0,0 0-4 0,4-2 2 0,1 0-1 0,0-1 2 16,3-1 0-16,0-1 2 0,1 0 3 0,1-1 1 0,1-1 1 15,2 0 4-15,-1 0 4 0,0 1-1 0,2 0 9 0,-2 2 0 0,1-1 7 16,-2 0 7-16,1 0-4 0,0 0 9 0,0 0 1 0,2 0 1 0,-1 1 4 16,2 0 1-16,-2 1-6 0,0 1 1 0,0 1-5 0,1 1-1 15,1 0-3-15,-1 0-1 0,2 2-2 0,-1 1-7 0,1 0 0 0,-1 1-6 16,1 0 1-16,-1 0 3 0,2 0-8 0,1 0 1 0,0 1-6 0,-1 0-2 16,1 0-1-16,-2 1 2 0,4-1 10 0,0-1-1 0,0 1 3 15,0-2-1-15,-3 0-9 0,2 0-3 0,-2-1 2 0,1 1-2 0,-1 0 2 16,1-1 2-16,-3 0-3 0,1-1 5 0,-1 0 0 0,-2 0 2 15,0-1 3-15,0 0 1 0,-1-1 7 0,-1-1 1 0,-1-1-3 0,-2 1-3 16,1-2 4-16,-1 0-4 0,0 0 4 0,0-2 5 0,-1 1-10 0,-1 0-1 16,-1 0 1-16,-1-1-14 0,-2-1 0 0,1 0 1 0,0-2-6 15,-1 1 7-15,-1 0 6 0,-1 0 1 0,0-1 4 0,-2 1-1 0,-2-3-15 16,1 1 3-16,-2-1 1 0,0-1-1 0,-1-1 4 0,0 2-9 0,-2-3 1 16,-1 0-1-16,-3-1 1 0,-1-1-2 0,-1 0-5 0,-1-2-2 15,-2-1-8-15,-2 2-5 0,-3-2-11 0,-3-2-7 0,-1 0-7 0,-4 1-2 16,-1-4 6-16,-4 1 6 0,-4-1 8 0,-2-1 1 0,-4 1 6 15,-1 1 5-15,-4-1 1 0,-3 1 8 0,-2 0 0 0,-1-1-4 0,-2 2 11 16,-1-1 0-16,-1 3-9 0,0 0 2 0,0 0 3 0,0 3 2 0,0 2 16 16,0 2 2-16,-1 1-2 0,-1 1-2 0,0 2-8 0,-3 2-4 15,-2 3-4-15,0 2-7 0,0 3 3 0,0 2 0 0,0 4 2 0,0 1 5 16,0 2-8-16,2 2-2 0,2 1-3 0,3 4 7 0,3 3 11 0,2 1-1 16,2 3-4-16,5 2-22 0,3-1-5 0,3 3-9 0,2 0-12 15,3 0-14-15,3 2-24 0,1 1-12 0,4-1-10 0,3 2-14 0,1-2-12 16,3 1-17-16,3-1-20 0,3 0-17 0,2-1-27 0,5 1-31 0,2-3-40 15,5 0-37-15,3-2-205 0</inkml:trace>
  <inkml:trace contextRef="#ctx0" brushRef="#br0" timeOffset="-89561.23">7824 12530 1175 0,'-5'-4'172'0,"1"0"-63"15,0-1-56-15,1 1-19 0,3 0-14 0,0 0-7 0,1 0-2 16,2-1-4-16,0 0-5 0,1 0-4 0,1-1 2 0,1 1-2 15,0-2 4-15,1 2 4 0,2 0-10 0,1 0 8 0,0 0 0 0,0-1 2 16,2 1 8-16,-2-1 2 0,4 1 4 0,0 1 6 0,1-2 5 0,0 1 2 16,2 0-1-16,1 0 3 0,1 0 1 0,0 0 2 0,4-1-1 0,1 0-4 15,2 0 0-15,2 0-6 0,0 1-3 0,4-1-6 0,2 0-5 16,1 0 1-16,5 1-4 0,1-1-1 0,1 1-1 0,4 0-5 0,1-1 2 16,1 0-2-16,3 1-6 0,1 0 3 0,2 1-5 0,-3-1 2 15,0 0 5-15,1 1-4 0,-1 1 4 0,1 1-2 0,1-1-2 0,0 0 2 16,-2 0-1-16,0-1 2 0,0 0-3 0,-1 1 3 0,2-1-1 15,0 1 1-15,-2-1 1 0,1 0-5 0,-1 0 3 0,0-1 1 0,1 1 2 16,1 0 0-16,-1 1-1 0,1 1-5 0,-4 1-3 0,1 1 5 0,0 2-7 16,-4 0 6-16,-1 2-4 0,-4 2-6 0,-2 1 7 0,-3 0-5 0,-2 3 5 15,-3 2 1-15,-1 1 1 0,-4 2 5 0,-1 1-4 0,-1 1 4 16,-4 2-1-16,-1-1-7 0,-3 2 4 0,-5 1-4 0,-2-1 0 0,-3 3-2 16,-4 0-6-16,-3-1-2 0,-4 3-2 0,-2-1 8 0,-6-1 4 15,-4 0 0-15,-1-1 2 0,-2-1 0 0,-1 0 6 0,-1-2 8 0,0 1 4 16,-2-3 0-16,0 0-4 0,-2-2 4 0,0 0 0 0,-3-1-1 15,1 0 2-15,0-3 4 0,-2-1 2 0,2-1 9 0,0-1 5 0,3-1-3 16,-1-1 5-16,4-1 2 0,0 0 1 0,3-1 2 0,3-2-5 0,1 2-8 16,1-2-6-16,1 1-6 0,2-2-7 0,2 0-6 0,0 0-2 0,2-1-2 15,0 1-6-15,3-2-15 0,0 1-20 0,1-1-31 0,2 1-28 16,0 0-40-16,2-1-40 0,1-1-45 0,2 1-47 0,3-1-47 0,2 0-61 16,5-1-163-16</inkml:trace>
  <inkml:trace contextRef="#ctx0" brushRef="#br0" timeOffset="-88911.23">12506 12458 1812 0,'-6'-10'121'0,"0"1"-35"0,-1-2-46 16,2 2-27-16,3 1-23 0,1 1-26 0,2 0-22 0,1 1-21 0,1 1 0 16,0 0-2-16,2-1 2 0,0 1 9 0,0 0 10 0,-1 2 15 0,1-1 16 15,-1 0 13-15,1 0-1 0,1 0 7 0,0-1-2 0,2 0 6 16,1-1 8-16,2-1 5 0,2-1 9 0,1-1-2 0,0 0 6 0,3-2 3 16,1 0 4-16,2-1 6 0,3 1 3 0,0 1 6 0,1-1 3 0,2-1 6 15,0 0 8-15,5 0-1 0,1 1 4 0,3 0-3 0,0 0-7 16,1-1 3-16,1 0-9 0,2-1-2 0,4 1 0 0,2-1-6 0,0 1 0 15,3 0-8-15,2-1 2 0,-1 2-8 0,1 0-17 0,0 1-1 16,1 1-10-16,1 1 1 0,-1 1 7 0,-1 1 2 0,0 2-1 0,0 0 0 16,0 0-4-16,-1 2 1 0,-3 0-4 0,-1 2 2 0,-2 1 3 0,1 1-3 15,0 1 5-15,-1 1-8 0,1 0-2 0,-2 3 0 0,-2 0 1 16,-1 0 13-16,-1 3-1 0,0 0-5 0,1 1 0 0,0 0-12 0,-1 2-1 16,1 1 7-16,-2 1-3 0,2 1-3 0,-2 1 0 0,-1 0-4 0,1 0 1 15,-1 0 0-15,0 1 0 0,-3 2 1 0,0 1-1 0,-3 2 5 16,-3 0 4-16,-2 0 1 0,-1 0 4 0,-2-1-5 0,-2-1 6 0,-2 2 3 15,-4-1 1-15,-1 2 4 0,-2 0-7 0,-3 0 5 0,-2-1 6 0,-2 0-6 16,-3-1 2-16,-4 0-8 0,-4-1-6 0,-4 0 13 0,-4 1 5 16,-3 0 4-16,-6 0 0 0,-2 1-5 0,-5-1 5 0,-1-1 1 0,-5 1 0 15,-2-4 2-15,-5 1-10 0,-2 0-3 0,-5-1 1 0,-1 2-4 16,-6-1 2-16,-2-1-3 0,-2 0 1 0,-4-1-5 0,1-1 4 0,-1-1-3 16,1-1 3-16,4 0-2 0,2-1-2 0,3-1-1 0,2-3-14 0,3 0-24 15,-1 0-79-15,0-1-101 0,-1 1-196 0,-1 1-335 0,-5-2-21 16</inkml:trace>
  <inkml:trace contextRef="#ctx0" brushRef="#br0" timeOffset="-80694.24">10782 13216 786 0,'-16'-7'289'0,"0"0"-166"15,-5-2-39-15,2 1-36 0,3 1-20 0,-1-1-13 0,0 1-5 0,0 1-9 16,0-1-2-16,-2 0-5 0,-1 0-13 0,0 0-5 0,-2 1-1 16,-1 0 1-16,1 1 9 0,-2-1 4 0,0 1 2 0,0 1 8 0,0-1-2 15,0 0 4-15,-1 0 0 0,-2-2-2 0,-1 0-1 0,0 0-6 0,-2-2 6 16,2 1-2-16,-1 0 3 0,-1-1 3 0,0-1-2 0,-2 0 3 15,0 0 2-15,0 0 6 0,-2 0 6 0,0 0 0 16,-1-3-5-16,0 1-1 0,-1-2-2 0,0 2 2 0,-1 0 3 0,-1-1 1 0,-1-1 3 0,-1 0 1 16,-1 1 1-16,0-1 0 0,-1 0 1 0,-3-1-6 0,1 1-2 15,-3 1 2-15,1-1-4 0,-2 0 0 0,-1 2-2 0,0 0-1 0,-2 1-3 16,-1 2 0-16,-2 0 0 0,-1 0-9 0,-2 2 1 0,0-1 0 16,0 2-3-16,-3 0-1 0,-1 0 5 0,-1 1-3 0,-1 2-3 0,-1-1 6 15,0 2-1-15,1 1 1 0,-1 0 9 0,1 0-7 0,-1 1 6 0,0 0-3 16,0 0-3-16,0-1 3 0,2 1-2 0,0 0 5 0,-2-1-3 15,1 1 0-15,-2 0 3 0,-1 1 1 0,3 0 10 0,-2 1-4 0,1-1 7 16,1 1-1-16,0 0-7 0,-1 0 1 0,-1 2-6 0,0 0-2 0,-2 2-3 16,2 0 0-16,0 1 4 0,-4 1-3 0,-1 1 1 0,0 1-2 15,0 1-1-15,-1 1-10 0,0 0 4 0,0 2-4 0,0-1 0 0,2 1 15 16,1 0 1-16,2 0 6 0,4 0 0 0,1 0-3 0,4-1-4 16,1 0-2-16,1 0 3 0,2 1-8 0,2 0-1 0,0 1 0 0,3 2-2 15,0 0 4-15,2 1-2 0,1-3 4 0,2 1-7 0,2-1 2 0,2 1-1 16,1-1 2-16,2 1 2 0,0 0 0 0,3-1 0 0,1 0-3 15,2 1 4-15,3 1-3 0,2 0-1 0,0 0 3 0,2 0-1 0,2 1 2 16,2 0 0-16,1-2-6 0,4 1 2 0,0 1-1 0,2-2 2 0,3 4 9 16,0-1-8-16,4-1 2 0,2 2-5 0,1-1 3 0,3 0-3 15,2 1 0-15,3-1-4 0,2 0-3 0,3 1 2 0,2 0-1 0,2 0-1 16,2 2 1-16,2 1-5 0,3-1 5 0,1 0-4 0,3-1-1 16,1-2 7-16,1 1-6 0,4 0 9 0,4-2 2 0,0 1 3 0,4 0-2 15,0-3 6-15,2 1 7 0,4-2 1 0,1-1 7 0,2-1-7 0,1-2 4 16,3 0-3-16,1-1 1 0,1-2 5 0,4 0-2 0,2-1-1 15,0-1 3-15,3-1 2 0,1-1-5 0,2-1 7 0,4-1-4 0,1 0-4 16,2-1-1-16,3-1-2 0,0-1-2 0,2 0-4 0,2-1 0 0,-2 0-2 16,4 0 0-16,1 0 4 0,0 1-3 0,3 0-1 0,0 1 8 15,0-1-8-15,1 1 6 0,0-1-5 0,2 0-2 0,0 0 12 0,1-1-4 16,-1 1 7-16,3-2-7 0,-1 0-7 0,0 1 0 0,1-1-3 16,-1 0-2-16,0 0 2 0,0 0-2 0,1 1-2 0,0-1 2 0,-1 1 2 15,0-1-2-15,1 1-2 0,-1 0-1 0,1 0 2 0,-1-1-2 0,-3 1 4 16,-1-1-4-16,-2 1-1 0,1-1 1 0,-1-1-2 0,0 0 9 15,-2 0-2-15,0-2-2 0,-2-1 0 0,0 0-1 0,0-1-1 0,-1 0 10 16,-2-1-1-16,-2 0-2 0,1 0 3 0,-3-2-11 0,-1 0 1 0,1 0 1 16,-1 0-2-16,-1 0 7 0,-1 1 1 0,-3-2 0 0,1-1-4 15,-3 1-2-15,-2-2-13 0,-2 2-2 0,-4-1 2 0,-1 1 3 0,-4-2 11 16,-2 1 1-16,0-1 0 0,-4-1 0 0,-1 1 0 0,-4 0 0 16,-1 0 6-16,-3-1-3 0,-3 0 1 0,-1 1 0 0,-4-1-8 0,0-1-3 15,-4-1-3-15,-1 0-4 0,-2 0 2 0,-4-2 5 0,-2-1-1 0,-2 0-4 16,-3-2-4-16,-2 0 3 0,-2 0-2 0,-1-2 2 0,-4-1 0 15,-2-2-8-15,-3-1-1 0,-2-1-1 0,-3-1-2 0,-3 0-3 0,-2-1 4 16,-3 0 5-16,-4-2 3 0,-4-1 1 0,-2 1-2 0,-5-1-6 0,-3 2-1 16,-4-1-3-16,-6 0-6 0,-4 1 0 0,-4 0 0 0,-6 3 6 15,-1 3 11-15,-2 1 2 0,-3 3 0 0,-3 4-3 0,-2 2 2 0,-5 5-4 16,-3 3-7-16,-1 5-15 0,-4 4-35 0,-3 6-42 0,-5 5-58 16,-2 5-74-16,-4 3-176 0</inkml:trace>
  <inkml:trace contextRef="#ctx0" brushRef="#br0" timeOffset="43362.49">6495 14122 1511 0,'-8'-9'196'0,"0"0"-97"0,-1-2-22 16,5 5-28-16,2 1-9 0,2 0-16 0,0 1-5 0,1-2-8 15,0 0-6-15,2-1-7 0,1 0-2 0,-1-1-2 0,1-1 5 0,0 1 0 16,0 0 3-16,-1 0 5 0,-2 0 2 0,-1-1 4 0,-2 0-5 0,0-1 1 15,-2 0-1-15,-1-1-8 0,-2-2 0 0,-2 0-1 0,-2-1 2 16,-1 1 15-16,-2 1 0 0,-3-1 2 0,-2 0 1 0,-1-1-7 0,-2 0-2 16,0 0 3-16,-2 0 0 0,0 0-1 0,-1 0-1 0,0 0 1 15,-2 0 0-15,0-1 4 0,-3 1-2 0,0 0-5 0,-3 1-2 0,0 0-1 16,-1-1 6-16,-1 1-4 0,-1 2-4 0,-4-1-1 0,0 1-4 0,-1 2 4 16,-2 1 3-16,1 1 1 0,1 1 4 0,-4 2 1 0,4 0-2 15,-2 0 0-15,-1 2 0 0,0 0-4 0,0 1-3 0,1 1 2 0,1 1-2 16,0 1 3-16,0 1 2 0,0 1-3 0,1 1-4 0,1 1-6 0,2 2 5 15,1 0 5-15,1 2-8 0,2 1 5 0,2 1-7 0,0 1-1 16,1 1 4-16,-1 0-7 0,2 1 0 0,0 0-2 0,4 2-1 0,1 2 3 16,-1 1 0-16,4-1 4 0,0 2 1 0,0 1-4 0,3 0-2 15,-1 1-7-15,1 0 5 0,3 1 8 0,1 1 11 0,1 0-2 0,2 0-4 16,2 0-5-16,0 2-2 0,0 0 0 0,2-1 1 0,1 1 1 0,2-1-8 16,0 2 0-16,2-2 0 0,0 1 0 0,2-2 2 0,1-1 1 15,1 0-1-15,0-2-3 0,2 1 5 0,1-1 1 0,1-1 0 0,2 1 5 16,0-2 4-16,2-1-2 0,1 1-2 0,1-3-5 0,1 0 0 0,3 0-2 15,0-1 12-15,3 2 4 0,2-2 2 0,0 0 1 0,-1 0-8 16,2-1-2-16,1 0 2 0,1 0 1 0,4-1 2 0,0 0 1 0,3-1-1 16,2-1 6-16,2 1-1 0,2 0-3 0,2-1-1 0,1-1 2 15,3 1-4-15,2 0 0 0,1-1 1 0,4 1-8 0,1-2 9 0,2 2-3 16,2-1 0-16,0 0-2 0,2 0-1 0,2-2-3 0,1-1 0 0,1 1 3 16,1-1-1-16,-1-1 1 0,3-1-2 0,-1 0-4 0,0-1-1 15,-1 0 1-15,-2-2 6 0,0-1 0 0,-2-1 3 0,-1-1-3 0,1 0 2 16,-1-3-1-16,0 1-1 0,-2-2 2 0,0-1 3 0,-2-1 0 0,-1-1-2 15,-1 0-2-15,-1-3 2 0,1-1-1 0,1 0-1 0,-3-3 4 16,-1-2-7-16,0-2 5 0,-2 1 3 0,1-3 2 0,0 0 2 0,-2-1 7 16,-1 0 5-16,-2-2 7 0,-4-1 7 0,0-1 6 0,-3-2 1 15,0-2-15-15,0 1-4 0,-2-3 6 0,0 0-8 0,-3-1 7 0,1 1-5 16,-4-2-13-16,2 1 3 0,-3-1 2 0,-3 2-1 0,0-1 1 0,-5 2-4 16,-3-1-1-16,-2 1 5 0,-2-1-1 0,-2 2 3 0,-4-1-3 15,-2 2 0-15,-2-1-4 0,-2 1-4 0,-3 0-9 0,-4 1-26 0,-2 0-14 16,-3 2-3-16,-3 3-13 0,-3 1 7 0,-3 0-6 0,-3 1-24 0,-4 0-24 15,-1 1-42-15,-5 3-78 0,-4 2-157 0,-8 2-627 0</inkml:trace>
  <inkml:trace contextRef="#ctx0" brushRef="#br0" timeOffset="48646.53">8083 15675 509 0,'-1'0'267'0,"2"1"-154"16,0 0-49-16,2 0-21 0,2-1-3 0,1 0-4 0,1-1 4 0,2 0-12 15,0 0-2-15,1 0-4 0,-1 0-3 0,3 0-3 0,-1 0-10 16,1 0 2-16,0 1 0 0,1 0-2 0,3 1 3 0,1-1 4 0,1 1 5 16,0-2 14-16,1 1 10 0,2 0 11 0,1-1 10 0,4 0-1 15,2-1 1-15,1 0-2 0,1-1-11 0,1 0 0 0,0 0-7 0,2 0-5 16,1 0-2-16,3 0-6 0,-1 0-1 0,3 1-8 0,-1 0-5 0,1 0 7 16,3 0-12-16,-2 0 1 0,2 0-2 0,2 0-8 0,-2-1 3 15,2 0 1-15,-1 0 0 0,2 0 1 0,-2 1 6 0,1-1 1 0,1 0 2 16,0-1-4-16,1-1 6 0,-1 3-1 0,2-2 5 0,0 0 0 0,-2 0-7 15,0 0-2-15,2-1-4 0,-1 2-2 0,0-2-3 0,-2 0-1 16,-1 0 2-16,0 0 1 0,-2 0-2 0,1 1 2 0,0-1-3 0,-2 2-1 16,0-1 4-16,-1-1 3 0,-1 2 1 0,0-2 4 0,-2 0-10 0,0 1 2 15,1-2 3-15,-1 1-4 0,0 0 2 0,-2-2 2 0,-1-1-6 16,-1-1 10-16,0 0-4 0,2 0 4 0,-3 0-5 0,0-1-11 0,-2 0 3 16,1-1-8-16,-1-2 8 0,0 0 8 0,-1 0 0 0,-2-1 2 15,0 1 0-15,-2-3 0 0,0 0 7 0,-1-3 2 0,-1 2 0 0,1-3-5 16,-1 0-2-16,-1 0-9 0,0-2 8 0,-2 0 3 0,-1 0-4 0,0-2 12 15,-1 1-4-15,-3-3-6 0,0 0 1 0,-2 1-2 0,-1-2-1 16,-1 1-2-16,-2-1-2 0,-1 1-1 0,-2-2 2 0,-2 0-4 0,-3-1 0 16,-1 0 2-16,-3 1-2 0,-3 1-3 0,-1 1 2 0,-5-2-5 15,-1 1-7-15,-3-1 3 0,-3 1-5 0,-4-1-6 0,-4 2 15 0,-2 0-4 16,-3-1 6-16,-2 3 2 0,-2-3-9 0,-3 3 10 0,0 0-4 0,-3 0-1 16,-2 3 10-16,0-1-6 0,-3 2 2 0,-2 1-1 0,-2-1-8 15,-2 1-1-15,-1 2-1 0,-3-1 3 0,1 1 2 0,-3 0 0 0,2 3 5 16,-1-1-1-16,-1 2 1 0,0 1-1 0,-1 2 1 0,1 3-7 0,-1 1-3 15,-1 2 2-15,2 1 0 0,-2 1 4 0,1 3 5 0,-1 1-1 16,-1 1 1-16,1 1-2 0,-1 2 4 0,1 0 2 0,1 3-3 0,0 2-2 16,1 1-2-16,1 1 0 0,0 2 6 0,3-1-2 0,1 2 0 0,0 1 4 15,2-2-6-15,0 2 4 0,1 1-6 0,3 0 2 0,2 0-7 16,1 2-3-16,1 1 7 0,1-1 1 0,1 2-2 0,3 1 5 0,1-2-6 16,2 2-2-16,1 0 0 0,3-1 1 0,0 1 5 0,0 0 2 15,2 1 2-15,0 1 0 0,3-2-13 0,0 2 2 0,2-1-1 0,1 1 6 16,1 0-1-16,3-1-4 0,-1 2-1 0,1 0-1 0,2 0-1 0,-1 0-2 15,3-2 4-15,2 0-4 0,3-2-4 0,1 2 1 0,1-2-5 16,3 0-6-16,0 0-3 0,3 1-9 0,1 0-25 0,1 0-28 0,3-1-29 16,1-1-45-16,2 1-46 0,2-2-61 0,3 0-132 0,4 1-334 0</inkml:trace>
  <inkml:trace contextRef="#ctx0" brushRef="#br0" timeOffset="50680.53">14923 15371 1467 0,'-10'8'115'0,"1"1"-76"0,-5 3-1 16,4-2-5-16,1-3-5 0,1 2-18 0,2 0-14 0,2-1 0 0,1 0-2 15,2 0 4-15,0 0 2 0,1-1-1 0,1-1-1 0,0 2-1 16,-1-2-2-16,2 0 2 0,0-1 1 0,0-1-5 0,2-1 6 0,-1 0 1 16,2-1-4-16,0 0 5 0,0-2 3 0,0 1 3 0,0 0-1 15,1 0 1-15,-1-1-4 0,2 1-1 0,-2 0 5 0,2 0 1 0,-1 1-3 16,2 0 11-16,-1-1-4 0,1 1 1 0,1 0 8 0,1-1-2 0,1 1 10 15,1-1 8-15,3-1 1 0,1 0 7 0,2-1 0 0,4 0 1 16,2-2-3-16,2-1-13 0,4-1 1 0,2-2-12 0,4 0-3 0,0-3-1 16,3 1-8-16,4-1 2 0,-1 1-8 0,2-1 2 0,1-2-3 15,1 0-1-15,2 0 8 0,0 1-4 0,1 0-4 0,2-1-1 0,-1 1-2 16,-1-1-1-16,1-1 4 0,1 0 2 0,0-1-2 0,0-1-1 0,0 0 2 16,-1 1-3-16,1-1 3 0,0 0-1 0,0 0-2 0,0 1-2 0,0 0-2 15,-1 1 12-15,-1 0-3 0,2 1 7 0,-1 0-3 0,0-1-6 16,-2-1 2-16,-1 1-2 0,-1 1 1 0,2-2 1 0,-2 0 1 0,0-1-3 15,0 0-2-15,-1 1 5 0,-3-2 1 0,-2 0 1 0,0 0 2 16,-3 1-2-16,0-2 5 0,0 0-1 0,-3 1 5 0,-2-2-5 0,-4 0 1 16,-1-1 2-16,-3 2 0 0,-1-1 5 0,-1 2-4 0,-5 1 7 0,-1 0-1 15,-3 2 7-15,-2 0 0 0,-2 1 0 0,-4 1 15 0,-2 0 0 16,-3-2 4-16,-4 0-1 0,-2-1-11 0,-5-1-11 0,-4-1-4 0,-3-2-6 16,-4 0-9-16,-4-2-8 0,-3 0 8 0,-6 0-6 0,-2-1 6 0,-5 1 14 15,-3-2-14-15,-2 1 2 0,-4 0 2 0,-1 3-1 0,-4-1 7 16,-5 2-3-16,-1 0 2 0,-3 2-1 0,-2 1 6 0,-2 2 0 0,-1 0 1 15,-2 1 2-15,1 2-3 0,-1 1 2 0,-1 2 3 0,-1 2-5 16,0 2 10-16,0 2 4 0,0 3 2 0,-1 2 3 0,1 4 1 0,-1 1-2 16,4 4-10-16,1 4-6 0,1 2-5 0,2 2-3 0,1 5 5 0,1 0-5 15,2 4-10-15,2 0-11 0,2 1 4 0,4 1-3 0,2 1-10 16,4 0-6-16,0 4-28 0,3-1-39 0,4 2-38 0,1 3-43 0,5-1-45 16,3 2-63-16,2 1-135 0,4-1-758 0</inkml:trace>
  <inkml:trace contextRef="#ctx0" brushRef="#br0" timeOffset="141018.7">7961 15773 561 0,'-12'-4'54'0,"-1"-1"19"0,-2-1 9 0,4-1 0 16,3 2-10-16,2-1-11 0,-2 2-3 0,2-1-3 0,0 0 3 15,1 1-12-15,2-1-2 0,1 1-4 0,0-1-5 0,2 2-1 0,0 0-11 16,0 1-1-16,1-1-3 0,1 1-5 0,2-1 6 0,1 0-5 0,2 0 0 16,2-1 2-16,1 1 1 0,2-1 0 0,2-1-1 0,3-1-1 15,1 1-4-15,5-1-1 0,2-1-2 0,0-2 0 0,4-1-2 0,0-1 4 16,3 0-5-16,2 0 1 0,2-1 0 0,1 0-5 0,2 0 5 0,1 0-7 15,2 2 5-15,-1 0-1 0,3 1-2 0,-3 1 3 0,-1 3-6 16,1 1 2-16,-2 1 2 0,0 3-1 0,0 1 5 0,-3 1 2 0,1 2 1 16,0 4 4-16,-1 1 2 0,0 3-2 0,-2 1-1 0,0 2 4 15,-1 3-2-15,0 1 0 0,-2 2-5 0,-1 3-4 0,-2 1 3 0,2 2 0 16,-2 2 5-16,0 4-6 0,-1-1-11 0,1 2 6 0,-1 1-2 16,1 0 0-16,-1 2 5 0,0 0-9 0,-1-1-1 0,-1-1 3 0,1-1 3 15,-2-2 3-15,0 1-7 0,-1-3 4 0,-4 1-2 0,-1-3-5 0,-1-1 10 16,-4-1-1-16,0 0 0 0,-2 0 2 0,-3-2 1 0,-3-1 8 15,-2-1-4-15,-3 0 6 0,-2 0-4 0,-3-1 8 0,-2 0 6 0,-4 1-1 16,-5 0-3-16,-1 1-2 0,-5 1 0 0,-3-2 1 0,-7 2 4 0,-3-1-10 16,-4 0 5-16,-3 0-4 0,-2-2 2 0,-5 0 1 0,-2 1-12 15,-2-3 8-15,-2-1-7 0,-2 0-5 0,-3-5 10 0,-2 1-10 0,-1-1 2 16,0-2-1-16,-1 0 1 0,-1-2 7 0,-1 0-5 0,1 0 1 16,0-1-6-16,1-1 3 0,1-1 4 0,2 0 1 0,1 1-7 0,5-1-4 15,2-2 10-15,2 1 0 0,4-1 4 0,4 0-6 0,3 0-8 0,5-1-6 16,3 0-2-16,6 0 2 0,3-1-9 0,3 0 7 0,6-1-4 15,2 1-9-15,4-1-2 0,4 0-20 0,3 0-10 0,4 0-4 0,4 0-4 16,5 1 7-16,5 0-2 0,6-2-16 0,7 0-37 0,3-2-41 0,6-2-46 16,7-1-50-16,4-2-74 0,6-1-300 0</inkml:trace>
  <inkml:trace contextRef="#ctx0" brushRef="#br0" timeOffset="145167.99">13601 16416 1602 0,'-2'5'175'16,"0"0"-65"-16,0 1-6 0,1-2-28 0,2-1-28 0,1-1-24 16,3 1-11-16,1-1-10 0,3 1 0 0,2-1-3 0,3-1 1 0,1 0 4 15,2 0-1-15,0-1 3 0,2 1 1 0,2-1-5 0,1-1 0 0,1 1-9 16,2-2 7-16,1 1 2 0,4 0-4 0,0 0 11 0,3 0-16 16,1 0 5-16,3 1-2 0,2 0-6 0,1 0 9 0,4 1-3 0,-1 1-7 15,3 0-2-15,3 1-1 0,4 0 4 0,3 1 9 0,1 1 6 0,2 0 1 16,0 1-1-16,4-1 3 0,0 2-9 0,1-2-3 0,0 0-1 15,0-1 2-15,1-2 2 0,0-1 6 0,0 0-9 0,-3-2 7 0,-1 1-1 16,0-1 6-16,-2-1 20 0,0-1-2 0,-1 0 13 0,-2 1 3 0,0 0 1 16,-2 1 17-16,-1-2 1 0,-3 0-5 0,-1-1 4 0,-3-2-15 15,0 1-3-15,-1-1 5 0,-3-1-9 0,0 0-8 0,-1-1 4 0,-4 0-5 16,-1-2-11-16,-3 0-6 0,1-2-8 0,-4 0 2 0,1-2 5 0,-3 0 3 16,-2 0-3-16,-2-1-6 0,-1 0 5 0,-3-2-10 0,-2-1 6 15,-1 1 2-15,-2 0-8 0,-2-2 11 0,-3-1-12 0,-1 0 7 0,-4-2 4 16,-2 1-10-16,-4-2 4 0,-3-1-5 0,-3 1 11 0,-2-2-1 15,-1 2 0-15,-4 0-4 0,-2-1 2 0,-2 2-1 0,-1-2 12 0,-4 1-3 16,-1 2-11-16,-1-2-1 0,-1 1 1 0,-1 2 16 0,-2-1 0 0,-1-1 7 16,-1 1-9-16,1-1-10 0,-3 2 2 0,1 1-6 0,-5-2 2 15,0 2 4-15,-3 1-6 0,-1 1 1 0,1 0-3 0,-1 3 1 0,-2 0 1 16,-1 0-3-16,-1 1 3 0,-1 1-6 0,-3 2 4 0,1 0-5 0,-1 0-1 16,-1 1 5-16,-1 1-2 0,-1 0-4 0,1 1 2 0,0 2-1 15,1 3 1-15,0 1 4 0,0 2-4 0,0 1 0 0,3-1 2 0,1 4 4 16,2 2 1-16,0 2 0 0,2 2-3 0,1 2 0 0,0 1-4 15,2 0 0-15,2 3-1 0,3 0 8 0,2 1-8 0,2 2-3 0,3 0 1 16,2 1-9-16,2 2-1 0,4 1-15 0,0-1-16 0,4 2-18 0,3 1-23 16,2 1-5-16,3 1-26 0,2-1-33 0,4 2-21 0,2 0-40 15,2 1-31-15,4 0-23 0,2 1-23 0,4 0-25 0,4 1-38 0,3 1-240 16</inkml:trace>
  <inkml:trace contextRef="#ctx0" brushRef="#br0" timeOffset="145801.99">18849 16718 2183 0,'6'5'175'0,"1"1"-86"16,1 1 6-16,-3-1-4 0,1-3-43 0,0-1-26 0,3 0-13 0,2 0-12 16,2-1 0-16,3-1-2 0,0-1-2 0,4-1 9 0,0 1-2 15,-1 0-6-15,4-2 4 0,1 1-11 0,3-2-3 0,1 0-2 0,3 0 4 16,1-2-5-16,1-1-7 0,3-2 5 0,3 0-1 0,1 0 8 15,2-2 5-15,3 1 4 0,0-1 2 0,2 1 3 0,0 1 1 0,1 0-5 16,0-1 1-16,0-1 0 0,1 0 6 0,1 0-3 0,0 1-2 0,-3 1 8 16,0-1 4-16,-1 0 5 0,2 1 11 0,-1-2 7 0,-2 0 10 15,1 0 2-15,1-2 6 0,-3 1-17 0,2 0 12 0,-2-1-4 0,0 1-2 16,-3-1 7-16,-1-1-1 0,-1-1 2 0,-2-1-3 0,-1-1-3 0,-2 0-2 16,-3-1 9-16,-2 1 5 0,-3-2-4 0,-1-1-14 0,-2 1-3 15,-3-2-4-15,0 0 6 0,-1-1 1 0,-2-3-12 0,-2 0 8 0,-3-1-8 16,-1-2 0-16,-3 1 3 0,-1 0-14 0,-3-1 6 0,-2-2-19 0,-3 2 3 15,-1-3 1-15,-4-2-15 0,-1 0 11 0,-4 0-19 0,-2-2 2 16,-4 2 13-16,-4-2-11 0,-3-1 6 0,-3 1 0 0,-4 0-2 0,-2 3-1 16,-6-3 7-16,-2 3-8 0,-3-2 5 0,-4 3-3 0,-2 2 4 0,-5 2 7 15,-3 3-8-15,-1 2 10 0,-4 1 0 0,-1 4-9 0,-1 3-10 16,-3 1 2-16,-1 3 8 0,2 4 0 0,-1 3 3 0,2 4 8 0,1 3-4 16,1 3 2-16,3 2 9 0,1 3-2 0,3 3-6 0,1 2 7 15,2 4-10-15,0-1-6 0,4 3 8 0,3 2-4 0,2-1 0 0,2 4-7 16,0 0 2-16,4 2 1 0,4 1-1 0,3 1 0 0,1-1-6 0,3 2-5 15,0 0-1-15,4 2-2 0,0 0-8 0,4 0-16 0,0 1 14 16,3-2-15-16,1 3-12 0,3 0 2 0,-1 0-29 0,2 0-12 0,1-1-18 16,2 2-26-16,2 0-2 0,2 0 6 0,1 1 4 0,2-4 11 0,1 0 2 15,1-3 9-15,2 1 6 0,2-3 5 0,0 0 3 0,2-4 3 16,1-1 1-16,1-2-13 0,2-1-18 0,0-1-24 0,2-3-36 0,-1 1-53 16,2-2-220-16</inkml:trace>
  <inkml:trace contextRef="#ctx0" brushRef="#br0" timeOffset="158936.12">6964 5476 173 0,'3'-7'88'15,"1"1"-27"-15,1-3-4 0,-2 1-5 0,1 1-7 0,-1 1-18 0,0 0-12 16,1-1-10-16,0 1-2 0,2 0 0 0,0 1 4 0,2 0-4 16,-1 0 0-16,2 0-1 0,1 0-1 0,-2 0 3 0,3-2-1 0,0 1-1 15,0-2 0-15,1 0-1 0,0 1 3 0,1-2-1 0,1 0 5 16,-1-2 1-16,0 1-1 0,-1-1 2 0,1 0 2 0,0 1 3 0,1 1 5 15,-1 0 4-15,-1 0 1 0,2 1 4 0,-1 1 8 0,2 1 4 16,0 2 8-16,1 1 7 0,0 0 4 0,1 2 8 0,1-1 6 0,2 2 4 16,2 0 4-16,-1 0 1 0,2 0-3 0,2-1 6 0,2-2 2 0,3-2-7 15,2-2-4-15,2-3-16 0,7-4-13 0,3-3-12 0,6-3-8 0,8-5-10 16,7-4-1-16,10-7-7 0,9-6-12 0,10-6-17 0,9-6-51 16,11-7-66-16,9-7-83 0,12-11-49 0,13-8-75 0,16-9-301 0</inkml:trace>
  <inkml:trace contextRef="#ctx0" brushRef="#br0" timeOffset="160136.11">17518 6267 1585 0,'-6'-6'229'16,"1"3"-210"-16,0-1-38 0,4 2-53 0,2 2-30 0,3 2-11 0,2 1 17 0,3 1 32 15,2 2 23-15,0 2 22 0,2 0 12 0,0 1 3 0,0 1 5 0,-2 0 1 16,0 0-4-16,-1 1 5 0,1 2 6 0,-2-1 5 0,-1 3 3 16,0-1 1-16,-1 3 1 0,1 0-4 0,1 2 3 0,-1 0 2 0,1 1 3 15,0 2 1-15,0-1 4 0,0 0-1 0,-2 0 0 0,1 0 5 16,0 0-3-16,0 0 5 0,0 0 10 0,1-1 1 0,0-2 10 0,0-2 7 16,1-1 4-16,0-2 8 0,1-2 9 0,0-2 6 0,1-2 9 0,2-1 6 15,0-1 2-15,2-2-2 0,0-2-2 0,1-1-9 0,3-2-13 16,2-2-9-16,1-2-15 0,6-4-5 0,2-1 1 0,7-6-6 0,4-4-13 15,7-5-10-15,6-6-7 0,5-5-4 0,7-6-3 0,5-5-4 0,4-4-6 16,2-6-21-16,5-6-13 0,3-6-35 0,3-5-41 0,3-11-47 16,3-8-82-16,2-10-137 0,5-15-188 0,8-17-526 0</inkml:trace>
  <inkml:trace contextRef="#ctx0" brushRef="#br0" timeOffset="162536.13">20832 7426 742 0,'-6'-9'89'0,"2"0"-56"15,-1-1-9-15,2 5 4 0,2 1-1 0,0 2-1 0,1 1-1 0,0 1 0 16,-1 0 1-16,1-1-4 0,0 1-3 0,0 0-5 0,0 0-8 0,0 1-3 15,0-1 2-15,0 0-3 0,0 0 1 0,1 1 1 0,-1-1-2 16,0 0-1-16,1 1 2 0,0 0 2 0,0 1 1 0,1-1 8 0,0 1 0 16,0 0 4-16,1 1 2 0,-1 1 4 0,1 1 4 0,2 3 8 0,-1 0 3 15,2 3 5-15,-1 3 2 0,2 1 2 0,-2 2 4 0,0 2 0 16,0 2 1-16,-1 1-5 0,1 2-2 0,0 1 3 0,0-1-2 0,1 3 0 16,1-2-5-16,1 3-12 0,2-2-5 0,2-1-4 0,1-1 1 15,2-2 6-15,2-1 6 0,2-2 8 0,2-2 0 0,3-1 7 0,1-1-3 16,0-3 12-16,2-3 10 0,1-5 6 0,3-3 11 0,1-6 4 0,6-4-6 15,3-7-2-15,6-6-13 0,8-4-16 0,6-6-13 0,9-4-13 16,8-4-13-16,5-5-11 0,9-2 3 0,7-3-6 0,8-4-3 0,8-3 4 16,7-4-25-16,9-4-31 0,7-5-58 0,7-3-80 0,7-4-70 0,7-1-124 15,8-4-203-15,15-8-339 0</inkml:trace>
  <inkml:trace contextRef="#ctx0" brushRef="#br0" timeOffset="164120.13">8736 8795 464 0,'-11'-14'209'0,"1"-1"-203"0,-2-3 1 15,5 3 6-15,2 3 5 0,3 0-3 0,-1 3-3 0,2 0 2 0,0 1-1 16,2 1 1-16,0-1-4 0,1 1-5 0,0 1 0 0,2 0-3 0,-1 1-1 16,2 1 1-16,0 0 0 0,1 1 2 0,0 1 0 0,1 0-1 15,0 1 3-15,-1 1-1 0,1 0 2 0,-1 1 2 0,1 1-1 0,0 1 3 16,2 1 2-16,-1 0 5 0,1 2 2 0,0 1 2 0,1 0 5 0,0 3 0 15,3 0-1-15,1 0 0 0,2 2 3 0,-1 1 5 0,0 1 0 16,1 2 5-16,0-1 0 0,-1-1 4 0,3 1 11 0,-1-1-4 0,2 0 4 16,1-2 1-16,0 0-1 0,0 0 8 0,-2-2-8 0,2-2-2 15,-1-1-1-15,-1-1-6 0,2-1 8 0,1-1 3 0,-1-1-5 0,2-2-3 16,1-2-4-16,0-1-6 0,2-2 1 0,1-2 6 0,1 0 0 0,1-4-3 16,1-2-3-16,0-2-12 0,4-5-3 0,0-2-4 0,3-3-5 15,1-3-3-15,4-4 3 0,3-1-5 0,2-6 2 0,4-3-4 0,0-5-5 16,6-6 3-16,2-5-5 0,2-2 2 0,5-3-7 0,-1-3-9 0,4-4-11 15,5-3-24-15,2-3-30 0,8-6-46 0,4-1-44 0,9-6-50 16,9-4-16-16,9-3-26 0,12-5-61 0,15-7-342 0</inkml:trace>
  <inkml:trace contextRef="#ctx0" brushRef="#br0" timeOffset="166820.36">12864 10585 66 0,'-6'-3'33'0,"0"0"-1"0,-1 0 7 0,3 0 5 0,0 1 3 0,2 0-12 16,1 0-7-16,-1 0-4 0,1 0-9 0,-1 1-5 0,1-1-6 15,-1 1-2-15,1 0-1 0,0 0 0 0,0 1 0 0,1-1 1 0,-1 0 2 16,1 0-2-16,-1-1 0 0,1 1-2 0,0 1 1 0,-1-1 8 0,0 0 4 16,0 0 7-16,0 0 4 0,0-1 1 0,-1 0 3 0,1 1 0 15,-1-1 2-15,-1 0 1 0,1 1-3 0,0-1 2 0,-1 1-1 0,1-1-3 16,-1 2 4-16,0-2 0 0,0 0 2 0,0 1-1 0,0-1-3 15,1 1-5-15,1 1-7 0,0-1-3 0,-1 0-2 0,1 0-1 0,0 1-1 16,1-1-3-16,0 1-4 0,0 0 1 0,0-1-5 0,0 1-1 0,0 0 3 16,0 0-3-16,0 1 1 0,0-1 1 0,0 0-3 0,0 1 3 15,0-1-3-15,0 1 4 0,1 0 2 0,-1-1-1 0,1 0 6 0,-1 1-5 16,-1 0 2-16,2 0 2 0,-2 0-3 0,2 0 4 0,-1 0-2 0,0 0 2 16,-1-1 2-16,1 1-1 0,0 0-1 0,0 0-4 0,0 1 0 15,0 0 2-15,0-1 1 0,0 0-1 0,0 1-1 0,0 0 0 0,-1-1-3 16,2 1 4-16,-2-1 3 0,1 0-2 0,1 0 3 0,-2 1-2 0,2-1 1 15,-1 0-1-15,1 0-1 0,0-1-1 0,-1 1 0 0,1 0 1 16,-1-1 3-16,0 1 1 0,1-1 0 0,-1 1-1 0,0 0 1 0,1 0-2 16,-1 0 0-16,1 0-3 0,0 0 0 0,0 1-3 0,1 0 1 15,-1 0-3-15,2 0 2 0,-1 0-1 0,0 1-1 0,1 0 1 0,0 0-1 16,-1 1 0-16,1-1 1 0,-1 1-3 0,2-2 1 0,-1 2 0 0,0 0 1 16,0-1 3-16,1 1-4 0,0-1 2 0,1 0-1 0,-1 0-2 15,2 0 2-15,0-1 0 0,0 0-1 0,0 0 2 0,0 0 1 0,0 0 0 16,1-1 1-16,-1 0 0 0,1 0 1 0,-1 0 3 0,2-1 0 15,0 0 2-15,0 0 4 0,0 1-3 0,1 1-1 0,0-1 1 0,0 1-1 16,-1 0-1-16,1 1 6 0,1 1 0 0,-1-1 1 0,1 2 3 0,0 0-3 16,-1 1 5-16,1 0-2 0,-1 0-5 0,1 0 0 0,1 2-2 15,-1 0 4-15,0-1 4 0,1-1 1 0,0 1-5 0,-1-1-3 0,1 0 1 16,0 0 4-16,-1 0 5 0,1-1 3 0,0-1-3 0,1-1 4 0,0 0-2 16,-1 0 9-16,2 0 5 0,-2-1-3 0,2 0 2 0,0-1-5 15,-1 0 2-15,1-1-1 0,-1 0-5 0,0-1 0 0,1 0 0 0,-1-2-6 16,2 1 9-16,1-3-10 0,0 1 2 0,2-2 3 0,2-1-7 0,1-2 2 15,0-2-6-15,3-1-9 0,1-2 1 0,1-2-4 0,4 0 3 16,1-2 1-16,4-4-2 0,2-1-2 0,4-1-3 0,2-3 3 0,1-2-2 16,4-4 2-16,5-4 3 0,2-3-5 0,5-3 2 0,5-3-1 15,3-4-1-15,8-3-8 0,4-5 4 0,7-4-4 0,6-5-4 0,7-4 1 16,9-7-25-16,10-4-30 0,8-4-31 0,9-5-29 0,12 1-15 16,8-3-7-16,10 3-5 0,7 0-15 0,6 2-2 0,6 3-19 0,3 3-13 15,-3 11-50-15,-4 6-114 0</inkml:trace>
  <inkml:trace contextRef="#ctx0" brushRef="#br0" timeOffset="167786.36">17430 11519 1367 0,'-5'-1'481'0,"2"0"-389"16,-1 0-56-16,3 1-32 0,0-1-47 0,1 1-53 0,1-1-60 0,1 2-25 16,2 0 7-16,3 2 37 0,4 3 47 0,4 2 41 0,3 3 28 15,4 2 11-15,1 1 9 0,0 3 5 0,2 0 5 0,-1 0 8 0,-2-1 1 16,2 1 1-16,-1-1-4 0,1 1 8 0,0-2 6 0,-1 0 4 0,0 0 7 16,0-1-1-16,1-3 6 0,1-1 12 0,-1-2 10 0,0-1 10 15,0-2 4-15,-3-1-1 0,1-2-8 0,-2-1-3 0,2-1-9 0,1-3-7 16,-1 0-9-16,3-3-12 0,2-3-8 0,1-1-7 0,6-4-1 0,3-5-5 15,4-2 1-15,5-5-4 0,4-3-1 0,6-3 2 0,5-7-6 16,2-2-2-16,4-6-12 0,1-3 1 0,3-4 0 0,2-3-6 0,3-3 9 16,2-5-12-16,2-3-13 0,4-2-33 0,3-4-61 0,5-2-81 15,7-2-103-15,13-3-28 0,13-3-161 0,20-2 97 0</inkml:trace>
  <inkml:trace contextRef="#ctx0" brushRef="#br0" timeOffset="-192356.9">9271 5028 2421 0,'-17'-5'11'0,"4"1"7"0,1 0 1 0,6 2-2 0,6 0-4 15,-1-1-7-15,2 0-8 0,0-1 2 0,-1 0-4 0,1-1-3 0,-1 2 0 16,-1-1-6-16,-1 0-4 0,-1 1-6 0,-2-1-11 0,0-1-9 16,-1 0 1-16,0-2 0 0,-1 0 11 0,0 0 4 0,1-2 14 0,-3 0 7 15,0-1 6-15,0 0 3 0,-1-2 5 0,1-1-2 0,0-1 4 0,0 0-1 16,0-2 0-16,-1-1 8 0,1-1-8 0,1 0 2 0,0-1-5 16,2-1-3-16,0 2 0 0,2-1 3 0,0 1-3 0,1 3-6 0,0 2 3 15,0 2 1-15,-1 1 5 0,1 1 0 0,-1 1-1 0,-1 1-10 0,1 1-1 16,-1 3-3-16,0 1-4 0,1 1-4 0,-1 1-8 0,1 0-4 15,0 1-11-15,-1 2-8 0,0-1-6 0,0 1-15 0,1 0-15 0,0 0-7 16,1-1-11-16,0-1-6 0,2-1-16 0,1 0-49 0,0-2-61 16,1-1-145-16,0-1-142 0</inkml:trace>
  <inkml:trace contextRef="#ctx0" brushRef="#br0" timeOffset="-191105.4">9407 4880 3036 0,'-16'-1'81'0,"5"0"-107"0,0 1-16 0,10 2-7 0,7 0-3 0,2-1 5 16,3-1 2-16,1-2-7 0,-1 0-2 0,-2-2 11 0,0-1 16 16,-1 1 11-16,-1-2 11 0,-1 0 3 0,-1-1-1 0,-1-2 1 0,0-2-6 15,2-1 2-15,-1-3 1 0,-1-2 2 0,2-3-2 0,-2-1 4 0,0-1-1 16,-2-2 4-16,0 0 4 0,-2-2-3 0,-1-2-3 0,-1 1 3 16,-2-3 1-16,1 2-8 0,-2-1 11 0,0 1-2 0,-2 1-1 0,-1 2 9 15,-1-1-8-15,0 2 2 0,0 3-4 0,-1 2 8 0,0 2-1 0,-1 3 1 16,0 3 4-16,-1 1-4 0,-1 4 1 0,1 2-1 0,-1 2-1 15,-3 4-3-15,1 2-4 0,-1 2-1 0,-1 4-6 0,-1 3 1 0,1 1 0 16,1 5 0-16,0 2-1 0,1 3 1 0,0 3 0 0,4 1-5 16,0 4 9-16,3 1 1 0,2 4-2 0,3 2 8 0,2 2-6 0,1 2 1 15,1 1 8-15,2 1 9 0,1 2 5 0,1 0 5 0,3-2 4 0,1-2-9 16,3-2-3-16,4-3-5 0,1-3-17 0,3-2-7 0,3-4 2 16,3-2-2-16,1-4 9 0,3-1 0 0,0-3-1 0,1-1-4 0,-1-5 3 15,1 1-2-15,-3-3 0 0,1-2 2 0,-3-2 2 0,1-2 0 0,-1-3 1 16,0-2 4-16,0-1-2 0,-3-3-2 0,0-3-4 0,-3-3 1 15,-1-3-2-15,1-3 2 0,-2-2-2 0,-1-4 2 0,0-3-17 0,-2-2 14 16,-2-4-4-16,-2-2 4 0,-1-3 11 0,-2-3-9 0,-1 0 4 16,-1-1-3-16,-1 2 2 0,0 0-1 0,-1 0 1 0,1 2 0 0,-1 1 1 15,-1 3 1-15,0 4-1 0,0 3 4 0,0 1-6 0,-1 4 6 0,1 0 0 16,0 4-5-16,-1 2 3 0,1 4 0 0,-1 2 0 16,0 1 0-16,0 3 0 0,0 2-1 0,1 1-2 0,-1 2 1 0,2 2 2 0,0 2-10 15,1 3 3-15,1 1 1 0,1 1-5 0,0 2 12 0,2 1-3 0,1 2 2 16,1 0 2-16,0 1-5 0,0 0 5 0,0 0 1 0,-1-2 1 15,2 1 3-15,-1 0-2 0,0-2-5 0,0 0 4 0,1-3-4 0,0 0 0 16,-1 0-1-16,-1-1 1 0,0-1 2 0,-1-2-2 0,0-1 6 16,0-2-2-16,-1-2 1 0,-1 0 2 0,0-1 2 0,-2-2 4 0,1-1 1 15,-2-2 3-15,-1-2-6 0,1-2 1 0,0-2 1 0,0-1-5 0,0-1-1 16,-1 0-1-16,-1-2-5 0,-1-1-3 0,1 0 6 0,-1 1-7 16,1 1 2-16,-1 0-1 0,1 2 4 0,1 2 1 0,-1 2-5 0,1 2-1 15,-1 2-2-15,1 2 2 0,1 1 2 0,-2 2 3 0,3 2-4 0,-1 1 1 16,1 2-6-16,1 1-1 0,0 2 6 0,0 2-5 0,0 1 8 15,1 1-4-15,0-1-8 0,-1-1 8 0,1 1 0 0,-1-1-2 0,1-1 0 16,1-1-2-16,0-2-7 0,-1-2 9 0,2-2-2 0,-1 0 0 16,0-2 6-16,-1-2-8 0,1-1 4 0,-1-1 2 0,0-2 0 0,2-2 0 15,-1-1 1-15,-1-3 5 0,1-1-5 0,-2-1-3 0,0 0 2 0,1-2-2 16,-1-1-5-16,0-1 6 0,-1-1 3 0,0-1-6 0,0-2 2 16,0 2 0-16,0-2-18 0,1 0 13 0,-1 3 5 0,2-1-4 0,0 3 13 15,0 1-11-15,2 4-1 0,-1 0 1 0,1 2 0 0,0 2-3 0,-1 1-4 16,1 3 0-16,1 0 0 0,-1 3 7 0,1 0-4 0,0 2 6 15,0 0-1-15,1 2-1 0,1 0 4 0,1 0-6 0,-1 1 4 0,0 0 2 16,1-1-8-16,0 0 8 0,0-1-5 0,1-1 3 0,-2 0 3 0,2-1-1 16,0-1-4-16,0 0 2 0,0-1-2 0,0-1 2 0,0 0 2 15,-1-1-5-15,1-1 4 0,-1 0 1 0,1 0-2 0,-1-1 0 0,-1-1 2 16,0 1-4-16,-3-2 2 0,2 1-2 0,-1-1 6 0,-1-1 0 16,1 0-3-16,-2-1 7 0,-1-1-7 0,-1 0-1 0,0-2 8 0,-1 2-5 15,0-2-1-15,-1 0 3 0,-1 0-5 0,-1-1 4 0,-1 1-6 0,0-2 2 16,-2 0 0-16,-2 0-2 0,-1 1 1 0,-1-1-7 0,-2 1-1 15,-2 0-1-15,0 1-1 0,-3 3 2 0,-2 1 2 0,-1 2-1 0,-1 1 3 16,-2 2 0-16,-1 2-1 0,-1 2 1 0,0 1 1 0,-1 3-1 16,-1 1 0-16,1 2-4 0,-1 1 0 0,0 3 4 0,-1 2-2 0,0 0 1 15,1 1 3-15,1-1 1 0,2 0-2 0,3 0 1 0,2 0-6 0,3-3-5 16,2 0-9-16,2-1-5 0,3-1-17 0,2-1-14 0,1-1-14 0,2-3-13 16,1 0 0-16,1-2 10 0,3-1 13 0,2-2 12 0,2-1 16 15,1-1 4-15,2-2 7 0,0-1 4 0,4-1 2 0,1 0 2 0,1 0 4 16,2 1 1-16,2 2 6 0,0 0 5 0,1 2-1 0,1 2 2 15,1 2-1-15,4 2-3 0,0 3 2 0,2 3-4 0,-1 3-4 0,1 6-18 16,1 7-1-16,-1 3 6 0,1 0 5 0,0 0 17 0,0-3-6 0,0 2-3 16,1-1 2-16,-3 2 1 0,-2 0 10 0,-2 1-4 0,-1-2 2 15,-3 0-4-15,-4 0 4 0,0 1 2 0,-5 0 5 0,-3 0 8 0,-2 0 1 16,-3 1 6-16,-4 0-1 0,-3-1 1 0,-4 2 1 0,-3-2-4 0,-2 1-1 16,-3-3 1-16,-4 0-3 0,-2-4 9 0,-1-2-10 0,-3-4-3 15,-1-4-1-15,0-4-8 0,-3-3 8 0,1-2 1 0,-2-5 5 0,1-4 5 16,-1-4 17-16,3-3 6 0,0-6-6 0,2-4 2 0,2-5-20 0,2-7-6 15,2-3-9-15,3-5-16 0,4-5-21 0,2-2-19 16,4-2-7-16,4 0-9 0,5-1 3 0,2 3-7 0,5 0-13 0,2 3-8 0,3 0-27 16,2 1-39-16,1 0-63 0,2-1-111 0,2 0-156 0,0-1-262 15</inkml:trace>
  <inkml:trace contextRef="#ctx0" brushRef="#br0" timeOffset="-190256.4">11809 3467 3087 0,'-14'-17'9'0,"1"0"-47"0,0-7-20 15,6 3-11-15,4-4 10 0,0-5 23 0,0-1-4 0,-3-4 5 0,-1 2 14 16,0 0 8-16,-4 2 10 0,-1 4 8 0,1 4-5 0,0 4 4 0,2 4 6 15,2 3 2-15,0 3-6 0,1 3-2 0,0 1-3 0,1 4-1 16,1 0 4-16,-1 3 2 0,1 3 2 0,0 1 4 0,-1 3 3 0,2 2-2 16,-1 5 2-16,3 4-5 0,0 4-2 0,0 5-11 0,3 4 1 0,1 5 1 15,3 4-3-15,3 3 9 0,1 4-6 0,1 2-3 0,1 3 1 16,0 2 0-16,3 1-2 0,1-1 1 0,0 0 3 0,0-2-11 0,1-2 6 16,0-1-1-16,-1-4-5 0,0-3 11 0,0-4-9 0,-1-6-10 15,0-5 0-15,-4-3-7 0,1-4 2 0,-2-4 11 0,-1-1 2 0,-2-5 11 16,-2-2 4-16,0-3-1 0,-2-3 6 0,0-1-2 0,-2-2 9 0,-1-1 1 15,0-2 5-15,0-3-3 0,-1-4-3 0,-1-3-10 0,-2-5-8 16,2-1-6-16,-1-4-9 0,-1-3 0 0,2 1-3 0,-1-4 3 0,1-1 4 16,1-1 1-16,1 1 3 0,1-1-7 0,0 3 7 0,2 2 2 0,1 2 3 15,0 3 8-15,2 1-4 0,-1 1-1 0,0 3 2 0,1 3-1 16,1 1 1-16,-2 0 0 0,1 2-2 0,0 1-6 0,-1 0 0 0,1 3-6 16,0 0-2-16,0 1 2 0,0 0-1 0,-1 3 0 0,0 0 2 15,0 1 4-15,-2 1-5 0,1 0 6 0,-2 1 0 0,1 0-3 0,-2 1 1 16,0 0-3-16,-2 0 1 0,1 0 4 0,-3-1 4 0,0 2-1 0,0-1 2 15,0 1 1-15,-1 0-1 0,0 1 0 0,-1 0 2 0,0 2-2 16,1 0 0-16,-1 0 1 0,-1 0 1 0,1 1-4 0,0 0 2 0,1 2 0 16,1-1 0-16,0 1-3 0,2 0 0 0,-1 0-2 0,1-1-4 0,1 0-4 15,0 0-2-15,-1 0 1 0,1-1 2 0,-1 0 12 0,0 0 5 16,0-2 1-16,1 0 3 0,0 0-5 0,1-1-1 0,-1-1-4 0,1-1-2 16,1-1 1-16,-1 0 1 0,1 0 2 0,-1-2 2 0,0 0 0 15,0 0 3-15,0-2 2 0,0 1 1 0,0-1 1 0,1 0 1 0,0-1-5 16,0 0 3-16,0-1-2 0,0-1 1 0,0 0-7 0,0 0-2 0,1 0-2 15,0-1-3-15,0 0 4 0,0 1-2 0,0 0 10 0,1 1-2 16,0 1 2-16,2 0 2 0,-1 0-11 0,1 1 1 0,1 0 2 0,1 0-3 16,0 1 3-16,0-1 2 0,0 1-2 0,0 0 0 0,0 0 1 0,1 0-1 15,-2 0-1-15,2 0 1 0,-2 0 2 0,1 1-2 0,-1-1 6 16,1 0-1-16,0 0-2 0,-1 0 3 0,1 0 0 0,0 0-3 0,0 0 0 16,0-1 0-16,-1 0-3 0,2 0 2 0,-2 0-2 0,1-1-3 15,-1 1 2-15,-1-1-2 0,1 0-5 0,0 0-2 0,-2 1-3 0,1-1 0 16,1 0 6-16,-2 1 0 0,0 0 5 0,1 0 1 0,-2 1-2 0,1 0-1 15,0 0-2-15,0 0-1 0,-1 1 0 0,0 0 5 0,-1-1-1 16,-1 1 0-16,1-1 5 0,-1 0-2 0,0 1 3 0,1-1 1 0,-2 0 1 16,0 0-2-16,-1 0 0 0,1 0 0 0,-1-1-2 0,0 1 2 0,0-1-2 15,0 0-1-15,-2-1 0 0,0 1 0 0,0-1 3 0,-2-1-1 16,0 0-1-16,-2 0 2 0,-1-1-1 0,-2 0 1 0,0 0-2 0,-2-1-5 16,-1 0-1-16,-1-1-6 0,-2 1-2 0,-2 0 2 0,-1-1 0 15,1 0-2-15,-1 1 0 0,1 1-3 0,1-1-3 0,0 2 0 0,1 0-4 16,1 2-3-16,1 1-14 0,2 0-18 0,0 2-28 0,0 1-29 0,1 1-32 15,1 1-40-15,2 1-49 0,2 0-97 0,0 2-128 0</inkml:trace>
  <inkml:trace contextRef="#ctx0" brushRef="#br0" timeOffset="-189989.4">12297 3712 2247 0,'-3'0'441'16,"2"1"-462"-16,1 2-40 0,6 2 1 0,4 0 14 0,3 2 27 0,1 0-1 16,-1 0 3-16,0 1 0 0,0 2-4 0,0 0 13 0,-1 2 2 15,-1 1 4-15,2-2 2 0,0 0-1 0,0 1-1 0,0-2-8 0,0 0-3 16,1 0-2-16,-1-1 5 0,1-1 2 0,-2 1-1 0,-1-2-10 0,-1-1-17 15,-1-2-18-15,-2-1-11 0,-1-1-17 0,0-1-19 0,-2-1-16 16,-1-1-20-16,0-2-25 0,-1-1-42 0,0-3-49 0,-1-2-75 0,-2-2-226 16</inkml:trace>
  <inkml:trace contextRef="#ctx0" brushRef="#br0" timeOffset="-189389.4">12539 3587 2680 0,'-3'3'381'0,"2"4"-381"0,3 3-25 0,5 3-13 0,5 0 2 15,2 0 12-15,1 1 11 0,0 1 6 0,1 0 2 0,-1 0-2 16,0 1 4-16,-2 1-1 0,-1-2 3 0,0-2 2 0,0 0 1 0,-1-1-2 16,0-1-7-16,1-1-4 0,-1-2-1 0,1 0-3 0,-1-2 5 0,-1 0 8 15,-2-2 2-15,1-2 7 0,-2 0 3 0,-1-1-2 0,-2-2 7 16,-1-1 0-16,0 0 6 0,-1-2 4 0,-1-1-3 0,0-2 5 0,0-1-3 15,-1-1-12-15,0-3 0 0,0 0-6 0,0-1-10 0,0 1 9 16,-1 1-1-16,0-2-1 0,1 2-1 0,-1 0 0 0,1 1-4 0,0 1 0 16,-1 2 1-16,2 0-6 0,0 2-4 0,0 1-4 0,1 2-6 0,-1 1 1 15,1 0 4-15,0 1 3 0,1 2 6 0,1 0 4 0,0 3-2 16,0 0 1-16,2 3 2 0,-1 0 1 0,1 1-3 0,0 1 3 0,-1 0 1 16,1-1 0-16,0-1 0 0,0 1 0 0,-1-2-4 0,0 0 6 15,0-1-2-15,0 0 2 0,1-2-1 0,-1-1-1 0,0-2 0 0,0 0-5 16,-1-1 4-16,1-2-3 0,0-1-3 0,0-1 7 0,0-2-3 0,1 0 5 15,-2-2 1-15,1 1-1 0,0-1 3 0,0-1 0 0,0 0 2 16,-2-1-2-16,1 1-3 0,0 0-4 0,-1 2 2 0,0 1 0 0,0-1-2 16,0 2-3-16,0 1 0 0,1 1-3 0,-1 0-3 0,0 2 1 0,0 0 0 15,0 1 4-15,1 2 0 0,0 0 0 0,1 0-1 0,0 2 2 16,-1 0-3-16,0 0-1 0,1 1-2 0,-1 0-1 0,1-2-3 0,0 1-3 16,-1 0-7-16,1-1-7 0,0 0-1 0,-1-2 2 0,1 0 4 15,1-1 6-15,-1-2 15 0,-1 0 4 0,0-1 9 0,-1-1 1 0,1 0-5 16,1 0 3-16,-1-1-1 0,1-1-2 0,-1 1-1 0,0 1-2 0,0-1 0 15,-1 0 3-15,1 1-3 0,-1-1-3 0,2 1 1 0,-1 1-2 16,1 0-1-16,0 0-3 0,1 1-3 0,0 1 1 0,-1 1-3 0,1 0 5 16,0 1 0-16,-1 1 0 0,0 1 4 0,2 1 2 0,1 0-1 0,-1 1 0 15,1 1 0-15,1 1-5 0,0 0 5 0,-1 1 1 0,1 1 0 16,-1-1 2-16,0 1-1 0,0 1-2 0,-1-1 0 0,2-1-1 0,-2 1 3 16,0-2-1-16,0-1 2 0,0 0-6 0,-1 0-5 0,0-1-4 0,-1 0-7 15,1 0 2-15,-2-2 3 0,0 0 1 0,0-1 1 0,-2-1-9 16,0-1-17-16,-1-1-28 0,-1 0-27 0,-1-1-36 0,0-2-25 0,-1 0-46 15,0-2-26-15,-2-2-32 0,-2-1-69 0,-2-1-272 0</inkml:trace>
  <inkml:trace contextRef="#ctx0" brushRef="#br0" timeOffset="-189222.4">13129 3210 2678 0,'-5'4'299'0,"2"3"-323"15,0 2-51-15,5 2 3 0,3 1-4 0,1-1 11 0,2 0-21 0,-1 0-50 16,-1 1-40-16,0-1-22 0,-2 0-15 0,0-2-10 0,-3-1-14 16,0-1-17-16,0-3-12 0,-1-1-16 0,1-2-162 0</inkml:trace>
  <inkml:trace contextRef="#ctx0" brushRef="#br0" timeOffset="-188922.4">13543 3572 2827 0,'9'15'27'0,"5"5"-27"0,7 5-15 15,5-2 0-15,0-3 4 0,2-3 1 0,-1-2 0 0,-1-1 1 16,-1-1 1-16,-1-1 2 0,1-3 2 0,-3-1-4 0,1-2 2 0,-2-2 6 16,-1-3-4-16,1-2 11 0,-2-4-1 0,-2-1 3 0,-1-3 10 0,-1-3 6 15,-1-2 3-15,-1-3 8 0,-3-1-3 0,0-2-4 0,-2-2-5 16,-2 1-2-16,-1-3-5 0,-2-2-2 0,-2 0 3 0,-2-1-8 0,-2 0-3 15,-2 1 3-15,-2 1-8 0,-1-1-4 0,-3 1-3 0,-1 1-9 0,-3 0-5 16,-2 2-5-16,-1 1-5 0,-1 2-5 0,-2 1 0 0,-1 3-4 16,0 2 16-16,-1 3-1 0,1 3 3 0,-2 3 0 0,1 1-28 0,0 2 1 15,-2 3-7-15,0 1-7 0,0 1 1 0,0 1-2 0,0 2-9 0,0 2-3 16,2 3-12-16,0-1-23 0,1 3-10 0,3 0-15 0,0 1-1 16,1-1 3-16,1-1-5 0,3 0-19 0,0-1-20 0,2-1-35 0,4-2-78 15,1-2-171-15</inkml:trace>
  <inkml:trace contextRef="#ctx0" brushRef="#br0" timeOffset="-188273.4">13816 2376 2837 0,'-3'-3'32'0,"2"2"-40"0,1 1-36 0,3 4 2 0,4 3 12 0,3 3 20 16,1 3 4-16,0 2-1 0,0 6 4 0,-1 3-4 0,0 3 4 15,0 6 1-15,-2 1-4 0,1 6 3 0,-1 4-2 0,0 3-2 0,-1 3 7 16,2 1-3-16,-1 2-2 0,1 1 4 0,0-2-4 0,1-2 0 16,0-3-3-16,-1-2-7 0,1-1-7 0,0-4-20 0,-1-3-8 0,1-1-6 15,1-4 0-15,-2-1 16 0,1-4 11 0,0-2 11 0,-2-4 12 0,0-4 8 16,0-2 2-16,-1-2 7 0,0-2-4 0,-1-3 1 0,1 0-1 16,-1-2-2-16,0-1-3 0,-1-1-1 0,1-1-5 0,-2-2-6 0,1 0-6 15,-1-2-11-15,0-1-9 0,-1-1-10 0,0-2-1 0,1-1 3 0,-2 0 2 16,2-1 9-16,0-1 9 0,0-1 6 0,1 0 11 0,-1-2 4 15,1-2 0-15,1 0 1 0,0-2-3 0,1-1-3 0,-1 1 4 0,2 1-2 16,-2 0 2-16,2 1 1 0,1 0 3 0,0 2 0 0,0 2 6 16,0 1-1-16,0 1 2 0,0 1 0 0,2 1 2 0,0 2 2 0,2 2 3 15,-1 1 4-15,-1 1 4 0,1 2 1 0,1 1 1 0,0 1 4 0,0 1-4 16,0 1 4-16,2-1-1 0,-2 1-4 0,2 0-2 0,-2 0-12 16,1-1-7-16,1 0 1 0,0-2-5 0,-1-1 7 0,-1 0 1 0,1-3 4 15,-2 0 7-15,0-1 1 0,-1-1 5 0,1-1 1 0,-1 0 4 16,-1-2-4-16,0-1 4 0,-2-1 2 0,1 0-2 0,-2-1 7 0,0 1-4 15,2-2-2-15,-4 1-2 0,2-1 9 0,-2 1 6 0,-1-1-7 0,-1 0 1 16,-2-1-10-16,-1-2-4 0,-1 1-2 0,-1-1-6 0,-2 0-14 16,-2 2-11-16,-2-1-7 0,-2 0-5 0,-2 1 3 0,1 1 0 0,-3-1 2 15,-1 2-2-15,-1 2-3 0,1 0 4 0,-1 2-1 0,-1 2-1 0,0 0 2 16,0 3-2-16,-1 2 0 0,0 1 0 0,1 2 2 0,0 0 2 16,-1 3 0-16,0 2 1 0,3 1-1 0,-1 0-10 0,1 1 1 0,3-1-3 15,2 2-4-15,2 0 6 0,2 0 1 0,2-1-7 0,1 0 3 0,2-1-2 16,2 0-10-16,1-1-3 0,2-1-14 0,2-2 6 0,2-1 9 15,0-1 9-15,3-3 4 0,1-1-5 0,1-2 0 0,3-2 7 0,-1-2 14 16,3-1 11-16,-1-2 7 0,1 1 4 0,0-1 2 0,1 0 2 0,1 0 2 16,-2 2 11-16,2 0 8 0,-1 2 17 0,0 0 1 0,0 3 5 15,1 0-8-15,0 0-14 0,1 2 7 0,0 0-11 0,0 1 5 0,-1 1-3 16,1-1-5-16,-1 1-5 0,1 0-9 0,1-1-6 0,0 0-3 16,0 0-2-16,0-1-1 0,1-2 2 0,0-1-7 0,-1 0 2 0,0-2-3 15,-1-1-7-15,-2-2-10 0,2 0-22 0,-2-1-27 0,-1-2-60 0,-1-1-108 16,-2 0-162-16,-1-4-510 0</inkml:trace>
  <inkml:trace contextRef="#ctx0" brushRef="#br0" timeOffset="-187689.37">16772 2310 1958 0,'-8'-17'214'15,"0"1"-190"-15,-1-4-11 0,4 7-13 0,3 4-3 0,2 3-3 0,0-1 6 16,0 2-1-16,0 2 7 0,0 1-6 0,-1 2 4 0,-1 2 3 15,-1 2 5-15,-2 3 1 0,0 1 8 0,-1 4 3 0,-1 3 6 0,-1 2 6 16,-1 1 2-16,0 2-1 0,2 2-3 0,-1-1-3 0,0 1 1 0,0 0-2 16,2-2-7-16,1 2-2 0,2-1-7 0,1-2 1 0,3-1-2 15,2-1-2-15,2-2-3 0,1 0-3 0,2-1 1 0,3-1 1 0,2-2-11 16,3-3 0-16,3 1-8 0,0 0 4 0,2-1 8 0,3-1 3 16,1 1 10-16,2-2-5 0,-1 0 0 0,1 1-3 0,-1-2-5 0,-1 2 4 15,-1-1 0-15,-2-1 1 0,0 1 0 0,-3-1 3 0,-2 0 0 0,-3 1 2 16,-2-1 3-16,-3 0-1 0,-1 1-1 0,-2 0 1 0,-2 1-1 15,-2 2 1-15,-2 0-4 0,-1 1-1 0,-3 1 1 0,-1-1-6 0,-3 0 4 16,-2 1-1-16,-2 1-5 0,-2-1-6 0,-2 0-17 0,-4-1-19 0,-3-1-10 16,-1 0-18-16,-2-1-8 0,-3-1-5 0,-1-1-11 0,1-1-4 15,-1-3-9-15,1-3-17 0,-1-2-22 0,0-3-34 0,1-3-34 0,2-2-21 16,2-3-3-16,3-1 27 0,3-3 39 0,2-2 45 0,4-1 34 16,3-3 19-16,3-2-8 0,4 0-102 0</inkml:trace>
  <inkml:trace contextRef="#ctx0" brushRef="#br0" timeOffset="-187539.37">16583 2423 512 0,'2'-18'342'0,"-1"-1"-159"0,1-4-46 15,1 5-26-15,1 3-13 0,0 2-6 0,2 1-7 0,-1 1-2 0,1 4 7 16,0-1 6-16,0 3 5 0,2 0 0 0,1 2-13 0,0 1-21 0,2 0-22 16,2 1-15-16,1 2-12 0,2 0-8 0,2 1-5 0,1 0-10 15,0-1 1-15,1-1-10 0,1 0-2 0,-1-3-8 0,1 0-8 0,-1-1-5 16,-1-1-8-16,1 0-13 0,-2-2-25 0,0 1-24 0,-2 0-18 16,-1 0-8-16,-2 0 3 0,1 0 9 0,1 1 4 0,-1 0 3 0,0 1 9 15,0-1-2-15,0 1-15 0,2-1-52 0,0 0-247 0</inkml:trace>
  <inkml:trace contextRef="#ctx0" brushRef="#br0" timeOffset="-187256.37">17466 2269 1493 0,'-1'12'119'0,"3"2"-49"0,2 6-22 0,1 2-26 16,4-1-3-16,1 1-1 0,1 0 7 0,-1-1 6 0,-2 4 13 0,0 0 13 16,0 2 9-16,0 1 4 0,1 0-13 0,1 0-22 0,0-2-6 15,0 2-7-15,0-2 2 0,2 1 4 0,0-1-5 0,1-2 1 0,0 0-3 16,0-4 0-16,2 0 2 0,0-4-3 0,0-1 1 0,-1-4 2 0,1 0-1 15,1-3 0-15,1-1-6 0,-2-1-4 0,0 0-4 0,0-2 6 16,-1-3 5-16,-1-2 3 0,2-2 6 0,-2-2-3 0,-1-2 7 0,-2-2 9 16,0-2 1-16,-3-2 5 0,1-2-6 0,-1-2-6 0,0-2-11 15,-2 0-16-15,0-1-6 0,-2-1-6 0,-1 0-2 0,-2 1-1 0,-2 0-8 16,-2 2-10-16,-3 0 3 0,-2 1-13 0,-4 1 4 0,-1 1-5 0,-4 0-5 16,-2 0 7-16,-1 2 5 0,-3 2 7 0,1 0-4 0,1 3-5 15,-1 2-7-15,-1 2-13 0,1 2-14 0,0 2-14 0,-1 2-12 0,0 3-4 16,-1 1-4-16,2 3-8 0,1 2-3 0,1 1-10 0,3 2-16 0,2 0-35 15,2 0-44-15,2-2-96 0,5 1-282 0</inkml:trace>
  <inkml:trace contextRef="#ctx0" brushRef="#br0" timeOffset="-186956.37">18212 2639 3216 0,'0'-1'33'0,"4"2"-72"16,5 3-54-16,7 3-11 0,5 1 31 0,1 2 36 0,1-1 23 0,-4 0 18 16,-2-1-6-16,-3 1-5 0,-1 0 1 0,-2-1-3 0,-2 1 1 0,0-1 4 15,0-1 3-15,0-2 2 0,-1 0 4 0,1-1 0 0,-1-2-1 16,-2-1 1-16,1-1 2 0,-1-1 1 0,0-3 4 0,0 0 5 0,-2-2 0 16,0-2 3-16,-1-1 2 0,-2-3-3 0,0 0-5 0,-2-2-9 15,-1-2-17-15,0-1-7 0,-2 2 7 0,0-1-2 0,-2-1 4 0,-1 1 2 16,-2-2-14-16,-1 1-2 0,-2 0 2 0,-3 3 0 0,-1-1-1 0,-1 0 2 15,-4 1 1-15,-1 2-7 0,1 0 6 0,-3 1-2 0,0 1-1 16,1 2 0-16,-2 0-7 0,3 1-4 0,-1 3-8 0,0 0-4 0,3 2-8 16,-1 2-14-16,3 1-7 0,2 2-7 0,1 0-4 0,0 3 0 0,2 1-12 15,1 1-33-15,3-1-33 0,1 3-38 0,1 0-18 0,2 2-14 16,2-1-33-16,1 0-247 0</inkml:trace>
  <inkml:trace contextRef="#ctx0" brushRef="#br0" timeOffset="-186639.37">18839 2418 3175 0,'0'2'130'16,"4"5"-191"-16,5 5-71 0,7 6-27 0,3 0 25 0,4 2 63 15,0-2 45-15,-5-2 29 0,0-2 4 0,-3 1-2 0,-2-1-4 0,1 0-7 16,0-3-1-16,0 1-1 0,0-2 5 0,-1-2 8 0,2-1 1 0,1-1 4 15,2-3-2-15,-2 0 2 0,2-2 3 0,-2-3 0 0,-1 0 6 16,0-2 2-16,-1-1 1 0,0-1 1 0,-1-2-6 0,-2 1-4 0,0-2 16 16,0 0 5-16,0-1 2 0,-1-4-2 0,1-3-19 0,-2-2-2 0,-1 1-3 15,-1-1 2-15,-1-1-3 0,-1 0 1 0,-2-1-1 0,-2 0-4 16,-1 2-1-16,-4-1-8 0,0 1-5 0,-3 1-3 0,-2 0-12 0,-2-2-2 16,-3 2-8-16,-3-1-2 0,-3 1-3 0,1 3-12 0,-2 2-4 15,-2 2-8-15,0 3-7 0,-4 1-13 0,-1 4-16 0,-1 2-23 0,0 3-12 16,1 4-2-16,0 2 5 0,1 3 9 0,0 2-7 0,4 2-32 0,1 4-79 15,3 3-119-15,2-1-312 0</inkml:trace>
  <inkml:trace contextRef="#ctx0" brushRef="#br0" timeOffset="-185855.37">19981 2173 2318 0,'0'2'301'0,"1"3"-333"0,5 5-42 0,5 8-6 15,5 3 24-15,4 5 27 0,2 3 17 0,0-3 3 0,-3 3 3 0,1 0 1 16,-2 2 2-16,0-1 5 0,-1 2-1 0,-1-1-1 0,0-2-6 0,0-3 0 15,0-1-3-15,-1-2 0 0,-1-3 8 0,-2-2 1 0,-2-3 3 16,-1-3 3-16,-2-2 6 0,-2-2 6 0,-2-2 12 0,-3-2 20 0,0-2 17 16,-2-1 3-16,-2-2-3 0,-1-1-21 0,-3-2-22 0,-1-3-16 15,-1-2-6-15,-3-2 1 0,0-2 7 0,-2-4 8 0,0-1 1 0,1 0 4 16,0-2 10-16,3 0-5 0,0 0 1 0,3-1-6 0,1-1-9 0,1-1-8 16,0-1-6-16,3-1-3 0,0 1-7 0,1-1-4 0,2 0-7 15,0 1-16-15,2 1-12 0,2 3-13 0,1-2 0 0,2 3 18 0,-1 3 12 16,2 0 11-16,0 3 4 0,1 2-6 0,-1 1-10 0,2 0-3 0,0 1-4 15,0 1-1-15,2 2 1 0,0-1-13 0,0 2-14 0,-1 0-42 16,-1 0-53-16,0 1-57 0,1 1-62 0,1 2-42 0,1-1-91 0,0 0-100 16</inkml:trace>
  <inkml:trace contextRef="#ctx0" brushRef="#br0" timeOffset="-185538.37">20565 2372 3585 0,'-3'8'-13'15,"3"8"-103"-15,3 6-64 0,6 6-2 0,5-1 43 0,2 0 85 0,0-3 42 16,-2-3 12-16,-2-1-1 0,0 1 1 0,0-2 0 0,1 1 1 0,-1-2-1 16,0-4-3-16,1 0-2 0,0-3 2 0,1-2-3 0,-1-2 6 15,-1-3 7-15,0-1 2 0,-1-2 1 0,0-2 10 0,-1-2 9 0,-1-2 12 16,-1-1 5-16,0-3-6 0,0-2-7 0,0-2-12 0,-1-1-14 0,1-2-4 15,-2-2-10-15,0 0-5 0,-3-2 14 0,0 0 3 0,0 1-3 16,-2-2 3-16,-1-3-14 0,-2 2 0 0,-1-1-1 0,0-1-8 0,-4 2-1 16,-2-1-7-16,-2 0 2 0,-2 1 4 0,-2 0-6 0,0 0-9 15,-4 0-18-15,-1 0-7 0,0 2-3 0,-1 1 13 0,0 2 3 0,0 3-6 16,-3 2-4-16,0 1-19 0,0 1 1 0,-2 3-10 0,1 1-2 0,-1 4 4 16,2 1-10-16,0 2-19 0,2 4-29 0,2 1-36 0,0 3-47 15,0 2-21-15,2 0-13 0,0 2-25 0,2 2-171 0</inkml:trace>
  <inkml:trace contextRef="#ctx0" brushRef="#br0" timeOffset="-185205.37">21102 2277 3446 0,'-4'-1'70'0,"1"1"-196"0,1 4-84 16,5 3-15-16,3 2 63 0,3 3 91 0,0 2 61 0,1 1 28 0,-3 2 5 15,1 3 0-15,-1 4 2 0,0 1-2 0,-1 4 0 0,1 0 1 16,0 1-2-16,1-1-12 0,0 0 2 0,0-1-7 0,1-1-2 0,0-2 9 16,1-3 0-16,-1-1-4 0,1-3 1 0,-2-4-4 0,1-2-2 15,-1-3 4-15,-1-3 0 0,0-2 1 0,-1-2 8 0,1-3 11 0,-2-2 15 16,1-2 10-16,-1-5-1 0,0-2-3 0,0-5-16 0,1-5-14 0,0-3-11 15,2-2-7-15,1-3 7 0,1 0-5 0,0-3-4 0,2 0-3 16,0-3-10-16,0 2-4 0,1 0-4 0,-1 0-9 0,0 2-14 0,1 0-22 16,0 2-25-16,-2 1-36 0,-1 4-24 0,0 2-8 0,-1 5 0 0,-1 4 11 15,-1 3-6-15,-3 2-23 0,1 0-57 0,-1 3-88 0,-2-1-109 16,0 2-221-16</inkml:trace>
  <inkml:trace contextRef="#ctx0" brushRef="#br0" timeOffset="-184970.37">21284 2239 3862 0,'3'14'-41'0,"3"8"-87"0,5 8-45 0,6 7 10 0,4-2 55 15,3 0 78-15,-2 0 35 0,-1-1 10 0,-2 0-12 0,-3 0 3 0,0-1-6 16,-1-2-8-16,-1-1 10 0,-1-5-9 0,1-2-2 0,0-4-1 0,0-5-5 15,0-3 5-15,0-3 3 0,1-4 3 0,-1-3 13 16,0-2 2-16,1-5 5 0,2-3 7 0,0-3-7 0,-1-4-6 0,2-5-15 0,-1-3-32 16,2-5-43-16,0-3-38 0,0-3-53 0,0-2-55 0,-1-4-25 0,-1-2-59 15,0-1-99-15,-2-3-205 0,-2-3-139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1:18:15.7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4583 8520 225 0,'0'-1'79'15,"2"1"-30"-15,0-1-15 0,-1 1-14 0,0 0-7 0,1 0-7 0,-2 2-4 16,2-1 1-16,1 2-3 0,0 0 0 0,0 0 1 0,0 1-2 15,1-1-1-15,1 1-1 0,1 0 0 0,-1-1-1 0,3-1-2 0,-2 0 1 16,0-1 2-16,0 0-1 0,-1 0 2 0,-1-1 0 0,0 0 1 0,-1-1 2 16,0-1 5-16,0 1 4 0,-1-2 9 0,1 0 9 0,-1 1 7 15,-1-1 7-15,1 0-2 0,-1 0 1 0,0 0-1 0,0 0-3 0,0-1 1 16,0 1-4-16,0 0-1 0,1 0-3 0,-1 0-4 0,1 0 0 0,0 1-5 16,0-1 1-16,0 1-5 0,2-1 1 0,2 1 1 0,0 0 0 15,3-1 4-15,-1 1 1 0,2-1 1 0,1 1 6 0,2 1 3 0,1-1 2 16,1 2-6-16,3-1 0 0,2 1-11 0,2 1-1 0,2 1-3 0,2 1-1 15,-1 0 5-15,3 1-2 0,0 0-1 0,1 1-3 0,0 0-3 16,3 1 1-16,-1-1-1 0,0 1 2 0,2 0 2 0,-1-1-1 0,1-1 0 16,2 0-1-16,-2 0-2 0,1-1-1 0,0-1 3 0,0-1-2 15,1 0-2-15,-1-1-2 0,1 0-2 0,-1 0-8 0,1-2 1 0,-1 0 1 16,-2-2 0-16,2 0 9 0,-3 0-2 0,0-2 3 0,-2-1 3 0,0 0 3 16,-2-1 2-16,1-1 2 0,0 0 4 0,-3-2 1 0,0 2 0 15,-1-1 2-15,-2 1-1 0,-1-2 2 0,-2 0-1 0,0-1 1 0,0 1 1 16,-1-1 1-16,0 0-1 0,-1-1-3 0,1-2-1 0,-2 0-1 0,1 0 0 15,-2-1-2-15,-1-1-2 0,0 0-18 0,0 1-5 0,1-3 3 16,-1 2 2-16,-1-1 12 0,1-1 2 0,-2 0-5 0,-1-1-5 0,-1 0-1 16,-2-1 2-16,0 0-2 0,-3 0 1 0,-1-1-4 0,-1 2 0 0,-2 0-3 15,-2-1-5-15,-2 2 2 0,-2-1-3 0,-1-2 0 0,-3 1 4 16,-2-2-4-16,-3 2 1 0,-1 1 4 0,-2 1-6 0,-1 0 9 0,-3 1-2 16,-2 1-1-16,-4 0 0 0,-1 0-9 0,-3 2 1 0,-2-1-2 15,-1 0 2-15,-2 2 2 0,-4 2-3 0,-2 0 0 0,-2 1 4 0,-3 1 1 16,1 1 3-16,-2 0 2 0,1 2-2 0,-2 0 7 0,0 3 9 15,-1 0-4-15,0 2 6 0,0 0-11 0,0 0-2 0,-2 2 2 0,1 1-9 16,0 1 7-16,1 2-4 0,0 2 6 0,1 1 0 0,-1 0 1 0,1 4 4 16,1 0 6-16,-1 2 0 0,1 1-1 0,1 1-1 0,3 4-6 0,3 0 1 15,-2 1 1-15,4 0-2 0,1 2-3 0,1 0 5 0,6 1-6 16,-1 4 5-16,4 0-2 0,0 3-4 0,4-1 1 0,2 1-2 0,1-3-2 16,5 2 4-16,2-1 2 0,3 1-3 0,1-2 2 0,4 1-4 15,0-1-2-15,3-2-7 0,3 1 0 0,0-2-3 0,2-1-1 0,2 0 0 16,0-2-3-16,2 0-3 0,2-1-11 0,0-1-7 0,3 1-16 0,1-3-6 15,2-2-7-15,1 1-10 0,3-2-3 0,1 0-12 0,3-1-9 16,4 0-7-16,3 0-14 0,3-1-12 0,2 1-36 0,5-1-93 0,5 1-84 16</inkml:trace>
  <inkml:trace contextRef="#ctx0" brushRef="#br0" timeOffset="873.99">5407 9957 1133 0,'3'-18'535'0,"4"2"-555"15,4-3 64-15,5 5-20 0,0 1 19 0,3-1 8 0,1 1 4 16,1-1-9-16,3 0-20 0,2 0-16 0,2 0-13 0,6-1-1 0,3 1-1 16,5-1 3-16,6 3 1 0,4 2-1 0,3 1 2 0,2 2-5 15,4 1 5-15,3 2-4 0,2 2-7 0,0 1 5 0,0 2-3 0,0 2 1 16,-2 2 6-16,3 1-2 0,0 0 0 0,-2 3 3 0,1-1 2 0,-2-1-1 16,2 1-4-16,-1 0-3 0,-1 0 1 0,1 0 6 0,-1 0 1 0,0-2-1 15,2 1 3-15,-2-2-7 0,1 1 5 0,-1 0-2 0,1 0-2 16,0 0-1-16,1 0 3 0,0-1-1 0,0 0 5 0,0 1 5 15,-3 0 4-15,-2 0 6 0,-2-1 4 0,-3 1 2 0,-1-2 1 0,-1 0 4 16,-2-1 4-16,0 0 2 0,-2-1 3 0,-2 1-6 0,-1-2-3 0,1 1-1 16,-1 0-1-16,0-1 3 0,0 0-5 0,-1 0-7 0,1-1-6 0,0 0 2 15,-2 1-1-15,0-1-2 0,0 0 1 0,-1 0-5 0,-2 0-2 16,0-1 4-16,0 0-6 0,-1-1 5 0,0 0-5 0,1 0-3 0,-1-1 7 16,0-1 1-16,2 0-5 0,-2-1 5 0,2 0-10 0,1 0 1 0,-1 0 7 15,0-1-5-15,1-2 4 0,0-1-2 0,0 1-6 0,-2-2 0 16,1 0 4-16,-2-1-1 0,-1-3 2 0,1 0 3 0,-3-1-7 0,-1 0 5 15,0 0 2-15,-3-2 2 0,0 0 6 0,-3 0-4 0,0-2 0 16,-3 0 1-16,-1 0 1 0,-1-1 3 0,-1-1 3 0,-2 1 2 0,-4 0 3 16,0-1-14-16,-2 2 1 0,-3 1 6 0,0-1-1 0,-2 0 10 0,-3 1-5 15,-1-2-11-15,-2 1-8 0,-2 1-8 0,-3-1-11 0,-3-1-16 16,-3 0-14-16,-3-2-2 0,-2 0-1 0,-2-1-2 0,-5-1 8 0,-3-2-2 16,-9-4 9-16,-5 0 10 0,-8-2 7 0,-5 1 16 0,-5-2 4 0,-6-1 4 15,-4-3 1-15,-4 0-12 0,-4 0 15 0,-2 0-5 0,-2-1 7 16,-4 0 12-16,-1 1-5 0,-2 0 7 0,-2 2-4 0,-2 2-4 0,0 0-4 15,-3 4-4-15,1-1-1 0,-3 3-2 0,-1 2-8 0,-1 2 4 0,-1 4-4 16,-2 3 1-16,0 1 1 0,-3 4-3 0,-3 2-2 0,-2 3-2 16,-3 1 1-16,-1 2 3 0,-1 1 0 0,1 2 0 0,-2 1 6 0,2 2 3 15,0 0 0-15,3 0 9 0,2 2-9 0,4-1 4 0,4 2-1 16,1 2-3-16,5 1 2 0,5 3-5 0,0 0-6 0,6 1 4 0,3 2-2 16,2 1-2-16,6 2 9 0,1 0-3 0,2 1 1 0,2 1-4 0,1-1-7 15,3 0 2-15,2 1 1 0,4-3 2 0,3 2 2 0,3 0 0 16,2 1 3-16,0 0-2 0,-1 2 2 0,3 0 7 0,2 2-3 0,-1-1-4 15,2 0 3-15,2 1-12 0,2-1 9 0,1 1 8 0,2 2-4 0,2 0 2 16,-2 1 0-16,4 0-7 0,2 1 1 0,1-1 1 0,5 1-5 16,2 1 4-16,2-1-2 0,3 1 1 0,3-3-1 0,0-1-1 0,1-1-1 15,2-1-1-15,0 0 4 0,1-3 2 0,3 0 1 0,0-2-1 16,1-3-1-16,1 0 0 0,0 1 2 0,2-1-1 0,-1-1 1 0,2-1-1 16,-1 0-7-16,1-1 2 0,0 0-1 0,0-1-2 0,1 0 20 0,0-1 2 15,0 1 0-15,2-2 3 0,-1 0-21 0,-1-1 2 0,2-1-4 16,1 1 4-16,0-1 1 0,-1-1-8 0,2 0 1 0,0 0-10 0,2-1-9 15,1 1-11-15,1-1-18 0,3 1-21 0,2-1-28 0,3 1-37 16,3 0-32-16,5 1-24 0,2-1-25 0,6 1-24 0,9-1-78 0,5 2-160 16</inkml:trace>
  <inkml:trace contextRef="#ctx0" brushRef="#br0" timeOffset="2974.99">4445 11011 1067 0,'5'-3'-6'0,"5"1"25"0,4 0 8 0,2 0 19 16,3 1 15-16,2 1 1 0,2 0 0 0,3 1-6 0,2 1-14 0,2 0-8 15,3 1-4-15,2 1-7 0,1 0-2 0,6 0 0 0,2 1-2 0,3 2 1 16,3 0-3-16,2 0-2 0,4 2-2 0,4 1 0 0,3-1-4 16,5 1 2-16,0 0-2 0,4 0-1 0,1 0-3 0,3 1-8 0,2 0-3 15,2 0-2-15,4 3 6 0,3 0 2 0,3 0 2 0,0-1 1 0,0-3-10 16,0 1 4-16,1 0 1 0,1-1 1 0,1-2 2 0,0 0 6 15,0-1-6-15,0 0-1 0,2 0 5 0,-2-1 2 0,1-1-1 0,-2 0 2 16,-2-1-2-16,-2 0 2 0,-2 0-9 0,-4-1 3 0,-1 0-6 16,-3-2 1-16,-1-1 10 0,-4-1-1 0,0-1 4 0,-2-1-3 0,-5 0-4 15,-1-2 7-15,-4 1-1 0,-2-2 4 0,-3 1 3 0,0-1-1 0,-2 0-3 16,-1-1-2-16,-1 1 2 0,0-1 2 0,-4-1-5 0,-1 1-1 16,-1-1-4-16,-1 1 0 0,-1-2 6 0,-1 1-2 0,0 1 2 0,-1-1-2 15,-3 0 0-15,-2 0 6 0,0-2 1 0,-2 0 3 0,-1-1 0 0,-1 1 3 16,-2-2 0-16,-3 1 2 0,1 0 4 0,-3-2-5 0,0 1 1 15,-2-2 0-15,-1 0-7 0,0 0 1 0,-3-1 0 0,1 2-4 0,-1-1 0 16,-2 0-1-16,-2-1 1 0,0 1-1 0,-3-1-4 0,-1-1-2 16,-3-1 6-16,-1 1-2 0,-2-2 1 0,-1 0 1 0,-2 1-11 0,-2-2 2 15,0 0-4-15,-3 0 4 0,-2 2 7 0,-2-2-4 0,-1 0 6 0,-2 0-1 16,1-3-6-16,-4 0 5 0,0 1 3 0,-3-3 0 0,-1 1 6 16,0-1-4-16,-4-1 1 0,-1 1-7 0,-1-3 2 0,-3 0-2 0,0-3-1 15,-2 1-6-15,-2-2 2 0,0 1-2 0,-3-2 0 0,-2 1 1 0,-3-3-8 16,-3 0-11-16,-2-1 9 0,-2 1-6 0,-3-3 5 0,-3 1 8 15,-4-2-15-15,-4 1 3 0,-3 0-4 0,-2 1 5 0,-1 2 2 0,-2 0-2 16,-2-1 2-16,-3 2-4 0,-4-2 0 0,-2 4 3 0,-4-1-1 0,-1 1 4 16,-1 1-1-16,-2 1 2 0,5 0-9 0,-1 3-1 0,2 0 5 15,3 3 7-15,-1 1 8 0,0 0-1 0,-2 1-7 0,-3-1-10 0,0 1-6 16,0 2-6-16,-1-1-6 0,0 1 6 0,0 1-3 0,-2 1-7 16,-1 1-4-16,1-2 2 0,-1 2 8 0,3-2 14 0,2 0 16 0,1 0-4 15,3 1 0-15,0 1 4 0,-1 0-7 0,2 4-1 0,1 2 6 0,0 1-7 16,1 2 6-16,1 3 11 0,0 2-2 0,2 2 6 0,-1 2-2 15,-1 2-7-15,1 1 0 0,0 2-2 0,1 2 4 0,3 0 2 0,-2 4-1 16,1 2 0-16,1 2-5 0,0 1-1 0,1 1 3 0,2 1-3 16,1-1 4-16,3 1-1 0,3 1 0 0,3-1 6 0,1 3-4 0,2 1 4 15,1 1 0-15,2 1-6 0,4-1 4 0,4 1-6 0,2-1 3 0,1 1 11 16,3 2-1-16,0 0 3 0,4 2 0 0,2-1-7 0,3 1 2 16,1 0-2-16,3 0 0 0,1 1-4 0,3 3 0 0,3-1 1 0,5 0-2 15,-1-2 2-15,4 0 0 0,2-3-2 0,2 2-1 0,2-2 5 0,1 0-6 16,1 1 3-16,1-2-11 0,1-2 2 0,0 1-1 0,2-2 10 15,0-1 1-15,0 1 5 0,1-2 1 0,-2-1-11 0,2 0 4 0,0 0-3 16,0 0-2-16,0-1 7 0,-1-2-1 0,2 1-2 0,-1 0-1 0,0 0-4 16,1-2 8-16,-1 2-1 0,1-1-5 0,1-3 5 0,-1 1-7 15,0-2 3-15,1 0 5 0,-1-1-5 0,0 1 1 0,0-1-5 0,0 0 2 16,0 0 2-16,1 1-1 0,0 0-1 0,-1 1-1 0,1 0-3 16,0-1 8-16,-1 1-5 0,0-2 0 0,1 1 1 0,-1-2-1 0,0-1 2 15,0 0 2-15,1-1-7 0,-1-1 0 0,0 0 0 0,-1-1 2 0,0-1 5 16,-1-1 1-16,1 1 1 0,-1-1 0 0,0 0 1 0,-1 0 6 15,0 0-6-15,0-2-1 0,-1 2 4 0,1-2-9 0,0 0 2 0,-1 0 8 16,0 0-6-16,-1 0 1 0,1 0-2 0,0-1-4 0,0 1 5 0,0 0-4 16,-1 0-1-16,1 0 5 0,-1 0-3 0,0 0 2 0,0 0 1 15,0 0 0-15,-1 1-4 0,1-1-1 0,-1 0 3 0,1-1 5 0,-1-2-5 16,0 2 5-16,0 0-3 0,-1 0-5 0,0-1 3 0,1 0 1 16,-1-1-1-16,0 2 4 0,0-1-1 0,0 0 0 0,0 0 5 0,-1 0-5 15,1-1 5-15,-1 1-1 0,0-1-4 0,1 1 2 0,-1 0-1 0,-1-1-1 16,2 0 0-16,-1 1-3 0,0-1 1 0,0 0-4 0,-1 1 4 15,2-1 4-15,-1 1-6 0,0 0 0 0,1 0-4 0,-2-1 4 0,1 0-2 16,0 1 0-16,0-1 1 0,0 1-1 0,0-1 2 0,0 1-2 0,0-1-2 16,1 1 1-16,-2-2 2 0,1 1 2 0,-1 1 1 0,0-1-1 15,1-1 2-15,-1 1-2 0,0 0-3 0,1 0-2 0,0 0 1 0,-1 0 2 16,0 0 9-16,0 0-4 0,-1 0-3 0,0 0-1 0,-1 0-5 0,1 0 1 16,0-1 4-16,0 0-1 0,1 1-1 0,-2-1 2 0,1 1 3 15,0 1-4-15,-1-1-1 0,1 0 2 0,0 0-5 0,1 0 1 0,-1 1 4 16,0-1-2-16,0 1 1 0,0-1-1 0,0-1-3 0,1 2 3 15,-1 0 3-15,1-1-3 0,0 0 0 0,-1 0 0 0,1 1 4 0,-1 0-6 16,0-1 2-16,1 1-3 0,0-1-4 0,1 0 11 0,-1 0-9 0,0 0 2 16,0 0-2-16,0 0-10 0,0 0-1 0,0 0-6 0,1-1-11 15,0 0-10-15,0 0-6 0,-1 0-12 0,2 0-2 0,-1 0 0 0,1 0-14 16,0-1-10-16,0 1 3 0,0-1-13 0,0 1 1 0,0 0 1 0,0 1-10 16,0 0 9-16,0 1 7 0,0 1 3 0,0 1 8 0,-1 2-1 15,0 4 6-15,-1 4 4 0,-1 3 1 0,0 3 1 0,-1 4-3 0,-1 5 1 16,-1 1-2-16,0 5-3 0,2 5-7 0,-1 1-26 0,2 2-36 15,0 3-107-15</inkml:trace>
  <inkml:trace contextRef="#ctx0" brushRef="#br0" timeOffset="4818.99">3792 12623 1212 0,'-12'0'44'0,"0"0"-21"0,-1 1-5 0,5 1 10 15,1-1 15-15,0 1 6 0,1-1 2 0,-1 0-10 0,2 0-8 0,0-1-11 16,1 0-5-16,1 0-6 0,0 0-4 0,1 0 0 0,1 0-2 0,0 0-1 15,1 0 0-15,0 1-2 0,-1-1-1 0,1 0 8 0,0 0 0 16,0 0-1-16,0 1 3 0,0-2-1 0,0 1 4 0,-1 0 6 0,2 0 3 16,-1 1 3-16,0-2 8 0,0 1-4 0,0 1-2 0,1-2-6 15,-1 1-7-15,1 0 0 0,0 0-2 0,0-1 2 0,0 1-9 0,0 0 1 16,0-1-1-16,1 1-3 0,1 0 6 0,2-1-5 0,0 0 5 0,2 0-6 16,2 0-2-16,1 0 7 0,0 0-5 0,3-1 4 0,1 1 0 15,2-1-4-15,2 1 5 0,1-1-4 0,2 1 3 0,-1-1 0 0,2 0-5 16,3 0 3-16,0 0 2 0,3 2-1 0,0-1 1 0,1 0-1 0,-1 0-5 15,0 1 6-15,1-1-1 0,2 0 3 0,0 0-5 0,3 1 2 16,1-1 11-16,1 1-6 0,1-1 5 0,0 0-3 0,1-1-4 0,0 0 1 16,2-1-1-16,1 1-2 0,2-1-1 0,1 0 1 0,1 0 1 0,0 0 2 15,-1-1-4-15,2 1 1 0,0 0-2 0,1-1 1 0,0-1-1 16,1 0 1-16,0 0 0 0,-1 0-1 0,0-1 4 0,0 0 1 0,1-1-2 16,-2 1-2-16,0-1 0 0,-1-1 0 0,0 0 1 0,-1 0 4 0,0 1-5 15,-1-2-5-15,1 0 2 0,-1-1-1 0,0 0 5 0,1 0 2 16,-2 0-4-16,0 0 4 0,1-1-4 0,-1 0-2 0,-1-1 1 0,1 1-2 15,-4-2-1-15,-1 1 1 0,1-1 2 0,-2 1 1 0,-1 0 3 16,0 2-7-16,-2-3-2 0,0 1 1 0,-2 0 1 0,-1 0 8 0,-1 2 1 16,-1-2-3-16,-2 0-1 0,0 0 4 0,-2-1-3 0,0 1 1 0,2-2 1 15,-2 0-4-15,-1 1-2 0,0-1 2 0,-4 1-8 0,0-1 7 16,-1 0-4-16,-2 0-9 0,-2 2 9 0,0 1 5 0,-2-1 3 0,-1 1 9 16,-1-1 3-16,-2 0-3 0,-1-2 1 0,-1 1 1 0,-2-1-3 0,-1 0-2 15,-1 1 5-15,-2-1 0 0,-1-2-1 0,-1-1 0 0,-2 1-4 16,-2-2 6-16,-2 1-5 0,-2 0-11 0,-2-1 3 0,-1-1-9 0,-2 2-4 15,-2-1 3-15,-2 0-7 0,-3-1-8 0,-1 2 0 0,-4-2 4 16,-1 0-4-16,-2 1 8 0,-2 0 5 0,-3 0-6 0,-2 0 3 0,-5 1 0 16,-2-2 0-16,-3 1 7 0,-2 1 1 0,-4 2-2 0,0 0 7 0,-4 1-4 15,0 1-5-15,-4 2-3 0,0 1 2 0,-2 1 1 0,-2 2 7 16,-1 1 16-16,-1 2-5 0,1 1-2 0,-2 1 12 0,1 2-13 0,-3-1-3 16,2 2 13-16,2 0-16 0,0 0 5 0,4 2 8 0,0 0 1 0,2 2 4 15,2 1-1-15,2 0-6 0,2 1-1 0,3 1-2 0,2 0 2 16,1 0-6-16,3 3-8 0,2 0 6 0,2 2-7 0,3-1 5 0,2 1-3 15,0 1-6-15,5 1 3 0,0 1-6 0,3-1 2 0,0 0 2 0,1 1-1 16,0 0 3-16,2 0-1 0,0 2-1 0,1 0-4 0,3 1 0 16,-1 0 4-16,1 0-4 0,2 0 4 0,2-4-2 0,-1 2 0 0,3 0 2 15,-2 1 0-15,1 0-1 0,2 2-2 0,3 0-1 0,2-1 0 16,-1 2 4-16,2 0 5 0,1-2 1 0,2 1-3 0,2 0-2 0,0-2-2 16,3 1-1-16,-1-1 5 0,1-2 3 0,3 1 3 0,-1 0-1 0,2-1 4 15,0-1 2-15,2 0-6 0,0-2 0 0,1 0-2 0,1-1 1 16,-1 0 2-16,3 0 1 0,-1 0-2 0,3-2-2 0,-1 0-1 0,0-1 5 15,-1 1-2-15,0 0-4 0,-1-1 4 0,0 0-3 0,0-1 1 0,0 0 4 16,-1-1 2-16,0 0-11 0,2 0 4 0,-1 0-2 0,-1 0 0 16,0-1 5-16,-1 0-5 0,0 0 1 0,0-1 1 0,-1 0-2 0,0-2 0 15,0 1-3-15,1-1 3 0,-1 1-2 0,-2-1 4 0,2-1 3 16,-3 0-2-16,1-1 4 0,-1 0-7 0,0 0 3 0,-1 0 4 0,0 0-2 16,-1-1 7-16,0 1-7 0,0-1 2 0,0 0-1 0,1 0 6 0,-2 0 0 15,0 0-2-15,0 0 2 0,-1 0-5 0,0 0 4 0,1 0-3 16,0 0 2-16,0 1 1 0,0-1-6 0,0 0 4 0,1 1-1 0,-1-1 1 15,-1 0-4-15,1 0-3 0,-1 0-2 0,1 1 0 0,-1 0 2 16,0-1-1-16,1 0-2 0,0 1-3 0,1-1 6 0,-1 1-6 0,-1 1 8 16,1-1-1-16,-1 0-3 0,2 0 2 0,-1 1-4 0,0 0-3 0,1-1 5 15,-1 1 2-15,0-1 1 0,0 1-4 0,-2 0 1 0,2-1 5 16,-1 1 0-16,1 0 0 0,0-1-8 0,-1 1-4 0,1-1 3 0,-1 0 6 16,1-1 3-16,0 1 0 0,-1-1-8 0,1 0 1 0,-1 0 4 0,1 0 0 15,-1 0 3-15,1 0-3 0,-1 0-2 0,1 0 0 0,0 0 1 16,0 0 5-16,0 0-6 0,0 0 0 0,0 0-2 0,-1 0 0 0,0 0 4 15,1 0 1-15,-1 0-6 0,1 0 3 0,-2 0-4 0,2 0 8 0,0 0 5 16,-2 0-9-16,2 0 3 0,-1 0-5 0,-1 0 1 0,2-1 2 16,-1 1 1-16,0 0-2 0,2 0-2 0,-2 0 2 0,0 0 2 0,1 0 0 15,-1-1 3-15,0 1-3 0,1 0-6 0,-1 0 8 0,1-1-4 16,-2 1 2-16,1 0-1 0,0 0-4 0,0 0 6 0,1 0-1 0,-1-1-4 16,1 1 4-16,-2 0-9 0,2 1 7 0,-2-1 4 0,1 0-8 0,0 0 6 15,0 1-4-15,1-1 0 0,-1 1 2 0,1 0 0 16,-2-1 0-16,0 1 0 0,1 0 2 0,-2 0 0 0,2 0-4 0,-1 1 2 0,0-1 0 15,1 1-2-15,-1-1 4 0,1 0 0 0,0-1-6 0,0 1 6 0,1 0 0 16,-2 0 1-16,2-1-1 0,0 1-2 0,-2 0-2 0,2 0-3 16,-1-1 3-16,1 0 2 0,0 0-3 0,0 0 5 0,0 0-2 0,-1 1 3 15,1-1-1-15,0 0-6 0,-1 0 3 0,2 1-1 0,-2 0 4 0,2 0 5 16,-1-1-2-16,-1 0-7 0,1 1-1 0,-2-1-1 0,1 1 2 16,1 0 2-16,-1 0 2 0,1-1-5 0,0 0-1 0,0 1 6 0,-1 0-2 15,1 1 2-15,-1-2-2 0,1 1-2 0,0 0 0 0,-1 0 4 16,1 0-2-16,-1 0-2 0,1 0 2 0,0-1-5 0,0 1 5 0,1 0 2 15,-1-1-2-15,-1 1 3 0,1-1-6 0,0 1 1 0,0 0 2 0,1 0 0 16,-1 0 0-16,0 0-2 0,0 0 4 0,0-1-2 0,-1 2 3 16,1-1-3-16,0 0 0 0,-1 0 2 0,1 0-4 0,-1 0 4 0,1-1-2 15,0 1 0-15,0 0-2 0,0 0 6 0,-1 0-2 0,1-1-2 0,0 1-2 16,0-1-2-16,-1 1 4 0,1 0 0 0,0-1 2 0,-1 1 0 16,1-1-4-16,0 0 6 0,-1 0-6 0,1 1-2 0,0-1 3 0,0 0 1 15,-1 0 0-15,1 0 1 0,0 0 3 0,-1 1-6 0,0-1 0 16,1 0 2-16,-1 0 0 0,1 0-1 0,-1 0-1 0,0 0 5 0,1 0-4 15,-2 0 2-15,2 1 5 0,-1-1-8 0,0 0 4 0,0 1-2 0,0-1 0 16,1 0 0-16,-1 1-2 0,0 0 0 0,0-1 0 0,0 1 2 16,1-1 6-16,0 0-6 0,-1-1-6 0,0 2 6 0,-1-1-3 0,2 0 6 15,-1 0 1-15,0 0-4 0,1 0-4 0,0 0 4 0,-1 1-7 0,1-1 4 16,0 0-2-16,0 0-2 0,0 0 3 0,0 0-1 0,-1 0 2 16,0 1 3-16,1-1-7 0,0 0 0 0,-1 0 3 0,1 1 1 0,0-1 6 15,0 1-3-15,0-1-2 0,-1 0 1 0,1 0-1 0,-1 0 4 16,0 1-1-16,1 0-2 0,0-1-6 0,-1 0 0 0,0 0-3 0,1-1-2 15,-1 1-2-15,1-1-3 0,1 1-9 0,-1 0-6 0,1-1 0 0,-1 0-14 16,0 1 3-16,0-1-3 0,0 0-2 0,1 0 0 0,-1 0-2 16,2-1 4-16,-1 1-6 0,-1 1 2 0,1-2-8 0,1 0-1 0,-1 0-9 15,1 0-3-15,0 0-6 0,0 1-18 0,0-2-4 0,0 1-10 0,0-1-7 16,1 0 4-16,1 1-3 0,1 1-2 0,0 0-6 0,0 0-14 16,1 2-14-16,0 0-12 0,2 2-26 0,2 2-205 0</inkml:trace>
  <inkml:trace contextRef="#ctx0" brushRef="#br0" timeOffset="5840.99">4206 13996 1660 0,'3'-1'-10'0,"3"-1"-4"0,2 0 14 0,3 0 18 0,0 1 20 0,2 1 12 16,-1 0-3-16,2 1-12 0,1 0-11 0,2 1-7 0,4 1-2 16,2 0-3-16,1 1 6 0,5 1-7 0,2-1 1 0,3 0-1 0,1 1-4 15,2-1 4-15,3 1-4 0,2 0 3 0,2-1 1 0,3 1 2 16,2 0 5-16,1-1-6 0,3-1-5 0,0-1-1 0,3 1-6 0,0 0 4 15,3 0 6-15,2-1-7 0,1 0 4 0,0-1-2 0,1-1 2 0,1-1 7 16,1 0-4-16,0 0 6 0,0-1-2 0,-1-2-2 0,-1 1 8 16,0-2 5-16,-2 1 4 0,-1 0 2 0,0-1 5 0,-3 0 3 0,0 0-1 15,-1 0 0-15,-2 0-10 0,-1 0 0 0,-1 1-2 0,-3-1 2 0,0 0 5 16,0 1-1-16,-2 0 8 0,1 1 1 0,-2 1 5 0,-2 1-4 16,1-1-9-16,1 2-3 0,-1-2-9 0,-1 1-4 0,0 1 3 0,2 0-5 15,-1 1 0-15,1 0-6 0,1-1-2 0,2-1-2 0,-1 1-2 16,1-1 0-16,2 0-1 0,-1-1 3 0,3 0-1 0,0-1-3 0,0 0 4 15,-1-1-6-15,0 0 7 0,0-2-2 0,0 1-4 0,1-1 5 0,-1 0-3 16,0 0-8-16,1-1 0 0,-1 0 6 0,1 0-4 0,0-2 9 16,0 1 6-16,-1 0-13 0,-1-1 5 0,-1-1-4 0,-1 0-5 0,-1 1 3 15,0 0 0-15,-3 1 3 0,-1 1 1 0,-4 0-2 0,0 0-3 0,-2 1 3 16,-1 1 1-16,-2 1 3 0,-3 0-3 0,0 0 3 0,-3 1-1 16,-1 0-2-16,0 0 3 0,-2 1-6 0,-1 0 5 0,-2 1 1 0,-1 1-1 15,-1-1 3-15,-2 1 0 0,0 0-5 0,-1-1 0 0,-2 1 2 16,1 1-2-16,-2-1 5 0,-2 1 2 0,-1 0-2 0,-2-1 2 0,-1 1 10 15,-1-1-7-15,0 1 4 0,-2-1-4 0,1 1-5 0,-1 1 4 0,-1-1 8 16,-2 0-5-16,0 1 4 0,1-2 2 0,0 1-8 0,-1 0 16 16,0 1-12-16,-1-1 2 0,0 0 2 0,1 1-9 0,-1 0 0 0,0 0 3 15,-1 0-5-15,1-1 0 0,0 1 0 0,0 0-7 0,-1 0 8 0,1 0-7 16,0 1 3-16,-1-1 3 0,0 1-5 0,0-1 1 0,0 1 3 16,0-1-6-16,0 1 0 0,0-1 0 0,0-1 2 0,0 1 7 0,0 0-6 15,0 0-1-15,0 0 2 0,0-1-1 0,0 1 4 0,-1 0 2 16,2 1-3-16,-2-1-8 0,1 1 9 0,1-2-7 0,-2 1 7 0,2 1 4 15,-1-1-5-15,0 0 3 0,0 1-2 0,-1-1 2 0,1 0-2 0,-1 0 1 16,1 0-6-16,0 0 1 0,0 0 8 0,0 0-7 0,1 0 1 16,-1 0 1-16,-1 0-1 0,1 0 1 0,0 0 5 0,0-1-9 0,1 1-2 15,-1-1 0-15,1 0 1 0,0 1 1 0,0 0 4 0,-1 0 1 0,0-1-5 16,0 1 5-16,0 0-5 0,0-1 2 0,0 1-2 0,1 0 0 16,-1 0 12-16,1 0-10 0,-1 0 9 0,1 0-20 0,-1 0-10 0,0 0 10 15,0 0 12-15,0 0 15 0,0 0-1 0,1 0-8 0,-1-1-7 16,1 2 0-16,-1-1 3 0,0 0-1 0,0 1-6 0,1-1-6 0,-2 1 10 15,1 0 5-15,0 0-5 0,0-1 0 0,1 0-4 0,-1 0-4 0,0 1 10 16,0-1-1-16,-1 1 3 0,1 0-5 0,0-1 3 0,-1 2 2 16,0-1-1-16,1-1-1 0,-1 1 1 0,1-1-1 0,0 2 3 0,-1-1 6 15,1 0-7-15,0 0 3 0,-1-1-3 0,1 1-6 0,-1 0 5 0,1 0-3 16,-1 0 0-16,1-1 4 0,0 0-4 0,-1 1-1 0,0-1 1 16,1 0-4-16,0 1 4 0,-1-1-2 0,0 1 0 0,0-1 0 0,0 1-4 15,0 0 2-15,0-1 4 0,1 1-4 0,-1-1 2 0,1 1-2 16,-1 0 0-16,0 0 3 0,0-1 1 0,0 1 2 0,0 0-6 0,1-1-2 15,-1 1-2-15,0-1 2 0,1 1 6 0,-1-1-6 0,0-1 4 0,0 1 0 16,1 1-2-16,-1-1 2 0,0 0 2 0,0 0-10 0,1 0 4 16,-1 0 0-16,0 0-5 0,0 0 8 0,0 0-4 0,0 0-7 0,1-1 1 15,-1 0-7-15,0 1 1 0,0-1 2 0,-1 0-12 0,1-1-11 0,0 0-1 16,0 1-12-16,0-1-2 0,-1 1-8 0,1-1-17 0,0 0-12 16,0-1-17-16,0 1-6 0,0 0-17 0,0 0-20 0,0-1-27 0,1 0-33 15,-1-2-34-15,2 0-28 0,1-2-21 0,1-4-14 0,3-3-3 16,1-6-41-16,4-9-128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1:19:17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10022 5131 1515 0,'-9'-6'223'0,"-1"1"-172"0,-2-2-26 0,1 3-15 0,2-1-12 16,0-1 5-16,0 0-4 0,0-2-11 0,-1 0-16 0,-2-1-38 15,0 0-38-15,-2-1-33 0,-2 1-14 0,-2 0 14 0,-1 0 22 0,-1 1 39 16,-2 0 27-16,1 0 24 0,-3 1 19 0,1 0 5 0,-1 2 7 0,-2 2 5 16,-1-1 10-16,-2 2 14 0,-2 0 14 0,0 2 15 0,0 2 8 15,-3 1 2-15,2 1-2 0,-3-1-6 0,1 3-3 0,1 0-13 0,0 1-6 16,0 2-11-16,0 1-11 0,0 1-9 0,-1 2-9 0,1 2-4 15,0 2-4-15,1 1-2 0,0 0-4 0,0 3 4 0,-1 1 1 0,1 1 2 16,1 3 8-16,4 0 0 0,1 1-2 0,2 0 4 0,1-1-3 0,2 2-1 16,4-3 0-16,2 2-1 0,4-1-2 0,2-1-2 0,1 0 2 15,3-2-3-15,2 0 0 0,2-3 1 0,3 1 0 0,1 0 1 0,3-1 4 16,3 2-6-16,1 0 2 0,3-2 0 0,2 2-2 0,1 0 2 0,4-1-5 16,1 1 1-16,-1 1 7 0,2-2-1 0,1 2 3 0,1-1 1 15,4 0-5-15,0 2 4 0,2-1 0 0,-1 0-3 0,1 0 4 0,1-1-5 16,2 2 6-16,1-2-3 0,2 3-2 0,-2-2 5 0,2-1-2 0,1-1 6 15,-2-1 5-15,2-3 8 0,0-1 6 0,1-1 10 0,3-3 0 16,0-1 2-16,1-3-3 0,2-1-2 0,-1-2-4 0,1-4-3 0,0-2 3 16,0-3-8-16,1-3 1 0,1-1-2 0,2-4-5 0,-1-4-2 15,1-3-5-15,-1-2-2 0,0-6 2 0,2-2 0 0,-2-5-1 0,1-1-6 16,0-2 0-16,-2 0 2 0,0-1-3 0,-2-4 4 0,-1 0-14 0,0 0 10 16,-2-2-3-16,-2 1 3 0,0-1 14 0,-4-2-6 0,-1 2 2 15,-2-1 0-15,-2-1 2 0,-3-1-6 0,0 0-3 0,-3 0-2 0,-3 1-5 16,-4-1-7-16,-6 0 4 0,-4 3-6 0,-4 0-1 0,-5-1 7 0,-5 3 1 15,-3 1 1-15,-9 1 7 0,-5 4 7 0,-4 1 5 0,-7 0 3 16,-3 4-4-16,-4 0-5 0,-6 3-14 0,-4 3-2 0,-5 2-10 0,-4 4-10 16,-5 3-11-16,-4 2-29 0,-5 6-23 0,-4 7-10 0,-6 8-13 15,-3 8 14-15,-5 6 4 0,-3 6-12 0,-3 8-24 0,-6 8-46 0,-1 9-52 16,-5 10-109-16,-4 10-173 0</inkml:trace>
  <inkml:trace contextRef="#ctx0" brushRef="#br0" timeOffset="1382.99">8426 8116 857 0,'-36'-17'-4'0,"0"1"64"0,-8-6-1 0,7 4-10 0,7 2-8 16,1 0-1-16,2 0 1 0,2 1-1 0,4 0-6 0,0 1-6 0,4-2-13 15,2 0 0-15,2 2-8 0,3-1-4 0,3 2-1 0,1 0-9 0,1 0-1 16,3 1 2-16,0-2-3 0,2 0 1 0,1-1 1 0,2 0 5 16,0-2 0-16,1-1 1 0,1 1-1 0,0-1-6 0,1-1-2 0,1 1 1 15,-1 1 1-15,3 0 5 0,-1 1 4 0,0 2 3 0,0 2-1 0,-1 1 2 16,1 2-1-16,-1 0-1 0,1 2 7 0,1 1-2 0,2 2-2 15,3 1 2-15,1 4-1 0,1 1 2 0,2 4 2 0,-1 2 2 0,0 2-1 16,2 3 0-16,1 0-8 0,2 2-4 0,2 2 3 0,2 2-1 16,0 2 4-16,2 1 0 0,0 2-1 0,2-1-3 0,2 2-1 0,1-1-1 15,0-1-1-15,2-3 0 0,-1-5 3 0,2-2 1 0,-2-5 0 0,0-3 5 16,0-2-1-16,-1-2 0 0,-1-1 0 0,-2-1-1 0,-1-1-2 16,-2 0-1-16,1-2 5 0,-3 1-5 0,0 0 2 0,-1-2 1 0,-2 1 1 15,-1-2 0-15,1 0 1 0,-2 0 1 0,0 0-3 0,2 0 0 0,0 0 1 16,1 0-2-16,0 2-2 0,3 1 3 0,1 1 0 0,1 0 1 15,2 2 3-15,0 1 1 0,1 1 2 0,1 3 1 0,1 0 2 0,1 3 1 16,0 0-1-16,2 2 2 0,2-1-5 0,1 1-1 0,0 0-1 0,-1 1-3 16,2-1-2-16,1 1-3 0,1-2 0 0,1 1 1 0,0-1-2 15,1-2-1-15,0-1 1 0,0-3-2 0,1-3 7 0,-1-2-1 0,2-2 1 16,-1-4 2-16,-1-2-3 0,-1-2-1 0,0-1 0 0,-2-1 1 16,-1-1-3-16,2-1 1 0,-2 1 2 0,-2-2-5 0,2-1 4 0,-4 0-1 15,2 1-3-15,-2-2 3 0,0 1 0 0,2 1-4 0,0-1-1 0,0 1 3 16,2 1 2-16,-2 1 3 0,0 2 9 0,-2 2 12 0,1 3 4 15,1 1 5-15,0 2-1 0,1 1-16 0,-1 1-5 0,2 0-5 0,1 2-2 16,0 2-2-16,0 0-1 0,2 2 1 0,1-1-3 0,0 1 0 0,1-1-10 16,0 1 11-16,0-2-8 0,-1 0 6 0,2-1-2 0,1-2-4 15,-2 1 11-15,0-3-11 0,-1 1 15 0,1-3-9 0,-3 0-1 0,0 0 3 16,1-1-4-16,-2 1 3 0,-1 1-3 0,0 1 1 0,-5 3 2 16,-1 2-3-16,0 2 2 0,-1 2 2 0,2 2-1 0,-1 2 1 0,0 1-7 15,0 1-3-15,0 4 4 0,2 1 2 0,4 2 2 0,6 0 1 0,5 0 0 16,3 0-3-16,0-2-1 0,-2 1-1 0,1-1-2 0,1-3 1 15,2-4 3-15,1-6-4 0,0-6 3 0,1-8 2 0,-1-6-2 0,2-8 2 16,3-4-5-16,-1-6 5 0,1-6 3 0,0-5-2 0,0-3 1 0,1-4-8 16,-1-2-3-16,1-3 0 0,-3 3-2 0,-2 1-7 0,-2 6-15 15,-4 6-25-15,-1 5-35 0,-3 6-43 0,1 4-56 0,0 7-64 0,2 5-77 16,1 8-289-16</inkml:trace>
  <inkml:trace contextRef="#ctx0" brushRef="#br0" timeOffset="4583.51">14217 7641 1607 0,'-1'-4'55'0,"1"0"-40"0,0-1-15 0,3 1-1 0,2 0 1 16,2-1-4-16,1-1 4 0,-2 0 5 0,2 2 1 0,-3-2-3 0,0 1 3 15,-2 1 1-15,-1 0-5 0,-1 1 11 0,0 0-6 0,-2 1 5 0,-1 0 7 16,-1 0 6-16,-1 1 10 0,-2 1 7 0,-1 0 7 0,-1 1 5 16,-1 1 3-16,-1-1 5 0,-1 1 5 0,1 1-2 0,-1-2 1 0,0 2-4 15,0-1-8-15,0 0-1 0,1 0-16 0,0 1 5 0,1-1-10 16,1-1-6-16,1 0 11 0,-1 0-13 0,1 0 5 0,1 0 0 0,-1 1 1 15,1 0-4-15,0-1-3 0,1 1 3 0,0 0 2 0,1-1 6 0,0 1 6 16,0 0 2-16,0-1 1 0,1 0 2 0,-1 0 0 0,2 0 2 16,-1-1-7-16,1 0-5 0,0 0 1 0,1-1-8 0,-1 1 1 0,1 0-8 15,0-1-4-15,0 0-3 0,0 0-5 0,0 0 2 0,0-1-4 0,1 1-1 16,-1-1-1-16,1 1-3 0,-1 0 2 0,1-1-3 0,1 0 5 16,-1-1 1-16,0 2-7 0,1-1 15 0,0 0-4 0,0 0-2 0,0 1 6 15,0-1-14-15,1 0 3 0,-1 2-4 0,0 0-2 0,1 0 2 16,-1 1-3-16,1 1-14 0,0 1 8 0,1 0-2 0,-1 1-4 0,1 1 19 15,0-1-6-15,0 2 4 0,1 0-2 0,0-1 2 0,-1 1 9 0,1-2 0 16,1 1 2-16,0-2-4 0,0 1-6 0,0 0-1 0,0-1-2 16,-1 1 4-16,-1-2 1 0,0 0-1 0,0-1 0 0,-1 0 1 0,0 0-1 15,1-1-2-15,0 0 0 0,0-1 1 0,0-1-1 0,-1 0 6 0,2 0-1 16,-1-2-1-16,1 1 1 0,0-1-3 0,-1 0-2 0,1 0-1 16,0 0-4-16,0 0-1 0,0 0 0 0,-1 0-1 0,1 1 7 0,-1 1-1 15,1 0-2-15,-1 2 4 0,0 0-5 0,-1 1 1 0,1 1 2 16,-1 1-1-16,1 1 12 0,1 1-1 0,-1 1 4 0,1 1-8 0,-1 2-5 15,1 0 2-15,-1-1-4 0,1 0 2 0,0 0 1 0,1 0-5 0,0-2 4 16,0 0 0-16,1 0 0 0,0-1 2 0,-1-1-4 0,0-1 9 16,1 0-1-16,-1-2 1 0,-1 1 0 0,-1-2-1 0,-1 0 5 0,-1 0 0 15,0-1-1-15,-1 1 3 0,0-2-6 0,-1 1 6 0,-1-1 3 0,-2-2-5 16,0 1 2-16,-3-1 4 0,0 1-7 0,0-1 1 0,-1 1 3 16,-1-1-9-16,1 1 9 0,1 0-8 0,0 1-1 0,1 1-1 0,2 0-8 15,0 1 4-15,0 0 0 0,1 1-4 0,2 0 2 0,-1 0-4 16,0 2-1-16,2 0 3 0,-1 0-8 0,2 1-6 0,0-2-18 0,0 1-35 15,1-2-56-15,-1 0-94 0,1-2-123 0,0-2-180 0,2-2-225 0,0-4-445 16</inkml:trace>
  <inkml:trace contextRef="#ctx0" brushRef="#br0" timeOffset="14150.28">15738 6546 1317 0,'-7'-15'209'0,"1"-1"-159"0,-1-1-12 16,4 3-6-16,2 3-11 0,1 1-7 0,0 0-4 0,0 1-3 16,1 1-2-16,0 0-3 0,0 2 0 0,0 0-1 0,-1 1 2 0,1 1 0 15,-2 2 4-15,1 1-1 0,-2 0 6 0,0 1 8 0,0 0 2 0,-2 1 2 16,0 0 4-16,0 1-5 0,-2 0 1 0,-1 2 2 0,-2 0-2 15,1 0-1-15,-1 0-3 0,0 1-2 0,0 0 1 0,1 0-1 0,0-1-6 16,0 0 3-16,1-1-1 0,0 0-4 0,1-2 13 0,1-1 8 0,1 0 3 16,0-2 12-16,0-2 5 0,2 0 0 0,-1-1 2 0,0-2-3 15,2 0-4-15,-1-3-2 0,2-1 5 0,0-1-11 0,1-1-5 0,1-1-4 16,1-1-8-16,1 0 13 0,0 0-1 0,1 1-2 0,2-1-1 16,1-1-12-16,0 1 4 0,2 1-4 0,1 0-8 0,0 2 10 0,3 1-8 15,1 1 0-15,2 2 1 0,1 1-11 0,2 1 0 0,0 1-2 0,1 2 2 16,1 1-2-16,2 1 1 0,-1 2-1 0,1 2-1 0,-1 3-3 15,1 1-1-15,0 2-2 0,0 1 4 0,1 4 3 0,-2 2 0 0,-3 2 2 16,0 1-6-16,-2 2-11 0,-3 3 5 0,-1 0 0 0,-3 3 3 16,-2 2 14-16,-4 3-9 0,-2 0 2 0,-3 1-1 0,-3 0-1 0,-3 1 4 15,-3 1-1-15,-4 0-2 0,-4 1-1 0,-2 0-2 0,-5-1 6 0,-4-1 0 16,-4 1 0-16,-3 0-1 0,-3 0-2 0,0 0-8 0,-1-1 4 16,-1-2 0-16,1-2 5 0,1 0 3 0,1-3 2 0,3-1 2 0,3-3 0 15,3-2 3-15,3-2 2 0,4-1-2 0,4-3-2 0,3 0 2 0,3-3-6 16,4-1 4-16,3-2-1 0,1-2 3 0,3 1 7 0,3-1 4 15,1 0 6-15,3 0 3 0,2-1 8 0,2-1 0 0,5-1-3 0,0-1 2 16,4 0-8-16,2-2-8 0,1 1-3 0,1-2-6 0,1 0 4 0,1 0-7 16,1-1 0-16,-1 0-1 0,2-1-7 0,0 0 5 0,0 0-4 15,-1 0-4-15,1 1 2 0,-2 0 0 0,0 0-4 0,0 1-12 0,-1-1-36 16,-1 1-38-16,-4-2-38 0,0 0-36 0,-1-1-31 0,-2-2-36 16,1-1-37-16,0-2-36 0,0-2-43 0,-1-1-50 0,2-4-379 0</inkml:trace>
  <inkml:trace contextRef="#ctx0" brushRef="#br0" timeOffset="14517.28">16655 6730 2633 0,'-8'0'102'0,"1"3"-58"15,-1 3-32-15,4 4-10 0,2 3-9 0,3 4 14 0,-1 4-6 0,1 0-2 16,1 2 1-16,-1 2-2 0,1-1-1 0,0 1-2 0,1-2-3 15,1 2-6-15,0-2 9 0,2-1 1 0,1 1 5 0,0-4 2 0,1 0-4 16,0-2 1-16,2-2-2 0,2-3 2 0,0-1-1 0,2-1 4 0,0-3 2 16,3-1 1-16,2-3 4 0,1-1-2 0,0-2 4 0,1-3 3 15,0-2 6-15,1-1 1 0,1-3 0 0,-2-3-2 0,3-1-1 0,-1-4-3 16,-1-2 0-16,-1-1-3 0,1-2-4 0,-3-1-2 0,1 1 3 16,-2-1 0-16,-3-1 4 0,-1 1 1 0,-3-3-6 0,-2 2-4 0,-1-2 2 15,-3-1-4-15,-1 1 3 0,-3-1-1 0,-2 0 0 0,-3-1 4 0,-1 0 1 16,-3-3 0-16,-1 2 4 0,-2-1-8 0,-2 2 1 0,-2 1 0 15,-3 1-7-15,-1 4 1 0,0 0-2 0,-3 3 1 0,0 2 0 0,-2 2 0 16,-1 3 3-16,-2 2-5 0,0 3 4 0,-1 4-7 0,2 2-2 0,0 1 3 16,1 2 1-16,2 2-1 0,1 3-3 0,2 3-5 0,1 4-16 15,0 4-8-15,3 0-17 0,0 5-28 0,1 0-26 0,2 0-39 0,2 3-51 16,0 1-48-16,2 3-51 0,3 2-25 0,2 1-10 0,3-2-60 16,3 0-223-16</inkml:trace>
  <inkml:trace contextRef="#ctx0" brushRef="#br0" timeOffset="14667.28">17673 7021 3196 0,'-4'-8'159'0,"2"4"-182"16,1 1-44-16,5 7-27 0,4 2-12 0,4 3-9 0,1 1-27 0,0-1-36 15,-2-1-29-15,-1-2-35 0,-3 1-25 0,-1-1-27 0,-2-1-39 0,-1 0-92 16,-1-1-204-16</inkml:trace>
  <inkml:trace contextRef="#ctx0" brushRef="#br0" timeOffset="15084.28">18339 6541 3887 0,'-6'-1'-8'0,"-1"4"-17"16,2 6-10-16,1 8-5 0,7 12 2 0,2 3 15 0,1 4 7 16,1-2-3-16,1-1 4 0,0-1 0 0,-1-1 2 0,1-3 5 0,1 1-12 15,0-1-29-15,0-1-27 0,3 0-8 0,1-2 6 0,0-3 20 0,1-2 28 16,-1-3 12-16,2-1 7 0,0-4 4 0,1-2 4 0,0-2-1 15,2-2 3-15,0-2-1 0,-1-4 2 0,2-3 2 0,0-2 1 0,1-4-1 16,1-1 0-16,1-4-2 0,0-3 3 0,2-2-6 0,-1-2 1 0,-2-1 5 16,0-2 3-16,-2 2-3 0,-4-2 4 0,0 0-1 0,-4 0-6 15,-2-1 12-15,-3 0 1 0,-4-1-5 0,-3 1 7 0,-3-2-6 0,-3 2 0 16,-2-2 0-16,-1-1 7 0,-3 2 2 0,0-1 0 0,-4 2-5 16,0 1-8-16,0 1 0 0,0 3-5 0,0 1 2 0,0 1-2 0,1 4 2 15,-1 1-4-15,0 4-3 0,1 1-1 0,1 3-8 0,-2 2-2 0,-1 2 5 16,0 2-2-16,-2 2 2 0,-1 2-3 0,-2 3-11 0,-2 3-12 15,-1 4-23-15,1 1-33 0,-2 4-30 0,1 2-49 0,-1 1-49 0,1 3-50 16,1 2-51-16,1 3-39 0,4-1-54 0,2 3-395 0</inkml:trace>
  <inkml:trace contextRef="#ctx0" brushRef="#br0" timeOffset="15450.28">19080 6525 3767 0,'-5'-5'118'0,"2"5"-118"0,2 6-23 0,6 11-10 0,4 8 0 16,4 8 10-16,2 4 8 0,1 2 3 0,0-3-3 0,1-2 2 0,-2 0 5 15,-3-3 6-15,1 1-2 0,0-1-3 0,1 0-29 0,-1 0-13 0,1-1 13 16,1-3-3-16,-1-1 24 0,2-2 11 0,-1-4-7 0,2-1 9 15,0-2-3-15,0-4 1 0,1-2 2 0,2-3 2 0,-1-2-3 0,2-2 1 16,1-3-2-16,1-2 4 0,1-3 2 0,1-2 0 0,1-4 5 0,0-2-5 16,0-4 4-16,0-2-1 0,-1-3-3 0,0-1 2 0,0-2-14 15,-2 0-4-15,0-3 10 0,-3-1-2 0,-3-2 10 0,-2-1 2 0,-3-4-12 16,-3 0 1-16,-3-3-1 0,-3-1 2 0,-4-4 4 0,-3-3 2 16,-3-1 9-16,-3 0-2 0,-3-1 3 0,-2 0-1 0,-2 3-15 0,-3-1 6 15,-1 4 1-15,1 1-6 0,-1 4 12 0,0 3-15 0,3 6-6 0,-1 4-9 16,0 5-10-16,0 4-28 0,-3 5-47 0,-1 3-60 0,-1 4-67 15,-4 6-75-15,-2 4-79 0,-5 6-95 0,-3 5-324 0,-5 4 105 0</inkml:trace>
  <inkml:trace contextRef="#ctx0" brushRef="#br0" timeOffset="16167.87">15512 8416 2288 0,'11'-4'70'0,"8"1"-48"0,7 0-18 0,6 3-1 0,5 0-1 16,6 2 1-16,7-1 1 0,5 0-2 0,8 1 3 0,5-1-2 15,4 0-3-15,7-1 3 0,5 0 0 0,8-2 1 0,7-1 1 0,9-3 3 16,6-1 1-16,10-1 14 0,5-3 15 0,8-1 12 0,7 1 10 0,5-1 1 15,8 3-6-15,4-2-4 0,5 2-1 0,3 2-7 0,4 2-3 16,-1 3-6-16,0 2-7 0,-3 3-3 0,-2 0-1 0,-3 1 6 0,-2 1 7 16,-1-1 3-16,-5-1 11 0,-3 0-5 0,-3-1-3 0,-7 0 1 15,-4 1-10-15,-5-1-3 0,-4-1-6 0,-5 1-4 0,-4-1-7 0,-4 0-2 16,-7-1-8-16,-4 0 1 0,-5 0 2 0,-7-1-5 0,-4-1-1 0,-7 0 2 16,-6-2-13-16,-5-1-23 0,-8-1-37 0,-7-3-61 0,-7-2-44 15,-4-4-67-15,-8-2-57 0,-5-4-36 0,-3-6-73 0,-7-3-67 0,-4-8-315 16</inkml:trace>
  <inkml:trace contextRef="#ctx0" brushRef="#br0" timeOffset="16600.87">19670 5987 672 0,'-1'-3'234'0,"0"0"-208"0,0 0-32 0,0 3-7 16,1 1-6-16,1 1 5 0,-1 0 10 0,0 1 4 0,0 1 7 0,-1-1 7 15,0 1 9-15,0-1 8 0,-1 1 8 0,0 0 8 0,-1 0 2 16,0-1 0-16,0 0 0 0,-1 0-6 0,-1 1-1 0,0-2-2 16,-2 0 1-16,-2 0 5 0,-1-1-1 0,-1 1 7 0,-2-1 5 0,-1-1-5 15,0 1 0-15,0 0-5 0,-1 0-10 0,-1 0-4 0,-1 1-6 0,2 0-8 16,-1 0 2-16,-1 2-7 0,-1 0-2 0,2 1-1 0,-2 1-11 0,0 0 1 15,0 1-2-15,0 2 1 0,-2 1 0 0,0 1-2 0,2 2 1 16,-2 2-5-16,2 1 2 0,0 5-9 0,1 1-20 0,1 1-61 0,0 3-94 16,3 0-75-16,-1 0-144 0,-1-1-221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1:22:15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16009 7724 2049 0,'-47'-8'195'0,"-6"1"-124"0,-14-1-76 0,4 3-71 16,7 2-46-16,0 1-25 0,0 0 2 0,-1 1 30 0,-1 1 36 0,0 0 29 16,-4 1 16-16,0 0 6 0,-3 1-5 0,-3 2 2 0,-1 1 8 0,-2 2 7 15,-1 3 13-15,-2 1 9 0,-1 2 5 0,-1 2 7 0,1 0 3 16,-1-1 6-16,-1 2 5 0,1 1 13 0,-1 0 2 0,2 0 6 0,0 3 0 16,-1 1-9-16,1-1 1 0,-1 2-14 0,-1 1 0 0,1-2-4 0,-1 1-12 15,1 2 4-15,0-1-8 0,-2 3 0 0,1 0 3 0,1 2 0 16,-1 1 0-16,1 1-6 0,-1 1-1 0,1 3 2 0,0 0-4 0,1 4 5 15,0-1-6-15,3 1-1 0,-1 2 3 0,2 2-3 0,2 0 5 16,0 3-3-16,2-2-1 0,1 0 2 0,3 3-6 0,0 0 1 0,3 1-5 16,0 2 5-16,2 1 2 0,2 1 0 0,3 1 7 0,2 1-2 0,1 1-5 15,2 0 0-15,1 1-4 0,4 0-5 0,2 1 3 0,2 1 0 16,2 1 5-16,1 2-2 0,2 3 5 0,4-1 0 0,3 3-5 0,4 1 0 16,3-1-3-16,2 0 0 0,3 0-3 0,5 0 2 0,3-1 4 0,4 3-6 15,3-2 3-15,4-1-1 0,4 1-6 0,3-1 7 0,5-1 3 16,4-1-4-16,3-1-6 0,3-1 0 0,4-1-8 0,5 0 7 0,3-1 7 15,4-2-2-15,3 1 5 0,2 0-4 0,3-1-3 0,4-2-2 16,3-2 1-16,3-1-2 0,3-1 5 0,4-1-4 0,4-1 12 0,2-1 2 16,3-1-4-16,2-1 11 0,4-3-14 0,3-1-1 0,1 0 4 0,6-1 1 15,1-1 10-15,4 1 9 0,1-3-2 0,2-2 0 0,5 0-2 16,1-2-8-16,3 2-1 0,1-2 0 0,3-1-12 0,3-2 9 0,1 1 1 16,2-3-2-16,2 1 13 0,1-2-6 0,2 0 3 0,2-1 1 0,1-2-1 15,1 0-7-15,2-3 7 0,4 0-2 0,-1-1 1 0,3-1 0 16,-1 1-3-16,3-3 1 0,1 0-1 0,1-5-1 0,-1 0 1 0,1 0-1 15,2-1 2-15,-2-1 3 0,3-2 1 0,0-1-10 0,-1-1 8 0,3-1 0 16,-1 0-3-16,-1-2 6 0,0 0-6 0,1-1 5 0,-2-2 1 16,1-1-1-16,0-2 2 0,-1-1 9 0,0-2-5 0,1-1 0 0,-2-2 6 15,3-2-10-15,0-2 0 0,-2-1-4 0,1-2-4 0,-2 0 0 16,-1-4 3-16,-1-1-2 0,0 0-1 0,-1-3-1 0,0 1-4 0,-1 0 3 16,-3-1 1-16,-3 0-4 0,-3-1 3 0,0-1-1 0,-2 0 0 0,0-2-4 15,-1 0 9-15,-3-1-4 0,-1-1 12 0,-2-1 5 0,-3-1-9 0,0-2 2 16,-2 1-11-16,-1-2-3 0,-1 2 1 0,-4-1 8 0,-1-2-1 15,-1-1-3-15,-3-2-2 0,-1 1-2 0,-1 1-3 0,-3-3 3 0,-3-1 4 16,2-2-9-16,-4-2 5 0,-1 0 7 0,-3-1-5 0,-2 0 2 16,-2-2-9-16,-5 0-1 0,0-4-5 0,-3-1-5 0,-5-1 3 0,-2-1 1 15,-4 1 1-15,-3 0-6 0,-3-1 2 0,-4 1 4 0,-3-1 2 16,-4 1 7-16,-4-2-4 0,-4 1 0 0,-2-1 4 0,-3 1 3 0,-3-1 2 16,-4 2 1-16,-4 0-4 0,-4 1 7 0,-2 1-4 0,-5-1 1 0,-2 1-1 15,-5-1-3-15,-1 2 2 0,-4-3-5 0,-3 2-3 0,-2-2 0 16,-4 0-7-16,-1 1 4 0,-5-1-7 0,-3 1 6 0,-3-2 4 0,-2 1-2 15,-5 1 8-15,-3 0-9 0,-5 1 1 0,-1-2-3 0,-2 1 3 0,-3-1-3 16,-3-1 1-16,-5 1 3 0,-3 0-11 0,-3 1 9 0,-3 0 1 16,-3 0 3-16,-2 1 7 0,-4-1-8 0,-2 2 1 0,-2-3-2 0,-2 1 0 15,-2 1 9-15,-3 0-2 0,-3 2 1 0,-1 1-6 0,-2-1 2 0,0 3 5 16,-3 0-4-16,-2 1 7 0,-1 1-6 0,-3 2-2 0,-1 2 2 16,-3-1-1-16,0 2 1 0,0 1-2 0,-5 0 1 0,1 3 1 0,-1 2 1 15,-4-1 0-15,2 2-1 0,-1-1-5 0,-2 2 4 0,1 0 1 16,-2 1 1-16,-1 1 7 0,-2 1-8 0,1 0-1 0,-3 3 4 0,0 0-5 15,-2 1 3-15,-2 2 0 0,0-1-4 0,-1 2 2 0,-3-1-2 0,2 0 2 16,-3 1 1-16,1 0-4 0,0 1 1 0,-1 2 4 0,1 1-1 16,-1 1-1-16,0 2 6 0,0 0-7 0,0-1 6 0,2 2 1 0,-2 1-2 15,2 1-2-15,0 1 0 0,1 1 10 0,0 3-1 0,0 2-2 0,0 1 3 16,2 3-7-16,1 3 1 0,-1 3-2 0,2 2-2 0,-1 5 4 16,0 4-7-16,1 1 0 0,-1 6 0 0,0 4-4 0,-1 2-1 0,-1 7 0 15,1 5-9-15,-4 3-26 0,-1 3-69 0,0 5-101 0,-5 7-109 16,-2 4-109-16,-6 7-186 0,-3 7-153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3T11:22:39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5490 7261 11 0,'0'-6'19'0,"1"1"8"0,1-2-1 16,0 2-4-16,-1 2-3 0,1-1-2 0,0 0 3 0,0 1 1 16,-1 1 0-16,0 0-3 0,0 0-8 0,0 0 0 0,0 1-3 0,0-1 1 15,-1 2 0-15,0-2 3 0,0 1 3 0,0 0 4 0,0-1 3 0,0 1 0 16,0-1-2-16,0 0-2 0,0 0 3 0,-1 1-3 0,1-2 1 15,0 2-1-15,0-1-1 0,0 0-1 0,-1 0 0 0,-1 0 3 0,1 0-2 16,-1 0-1-16,1-1-3 0,-1 0-2 0,-1 0 1 0,1 1-2 16,-1 0 3-16,1-1 0 0,-1 1 2 0,0 0 4 0,0 0 0 0,-1-1 0 15,1 0 1-15,-1 1-5 0,1 0-2 0,0 0-1 0,0 0-1 0,2 0-3 16,0 0-1-16,-1 0 0 0,2 0-4 0,-1 1 1 0,1 0 0 16,0 0-2-16,0 1 1 0,0 0-3 0,0 0-1 0,1 0 1 0,0 0-3 15,1 0 6-15,-1 1-3 0,2-1 4 0,2 1 1 0,0-1-1 0,2 1 3 16,0 1 1-16,2 0 0 0,2 0 3 0,1-1-1 0,0 1 0 15,2-1 4-15,1 1-1 0,1 0-4 0,0 0 2 0,3-1-3 0,0 1 2 16,1-1 3-16,2 1 1 0,1-1 0 0,1-1-3 0,3 1 2 16,0-1-1-16,3 1-3 0,0 0 2 0,3 0-1 0,1 0-2 0,1 0 1 15,1 1-3-15,0 0 0 0,0 0-1 0,1-1-4 0,1 2 2 16,-1-1-2-16,0 2-2 0,1 0 1 0,-1-1-2 0,0 0 1 0,-2-1 4 16,0 1 0-16,-1 0-1 0,0 1 2 0,-1 0 1 0,0 1 4 0,1-1 2 15,-3 2 2-15,1-1 1 0,-3 0 0 0,1 1 4 0,-1 0-4 0,1 1 1 16,-1-1 2-16,1 0-2 0,-1 1 4 0,1-1-6 0,0 0-2 15,1 0 2-15,0-1-1 0,3 0 3 0,0 0-4 0,2 0-3 0,2 1-1 16,0-1-3-16,3 0-1 0,0 0 4 0,2 1-4 0,-1-1 0 16,2 1 0-16,0-1-2 0,1-1 1 0,1 1-3 0,0 0 0 0,0 0 1 15,1 0-2-15,0 0 4 0,0 0-1 0,1 0-3 0,-2-1 3 0,3 0-1 16,-4 1 1-16,0 0-1 0,-1 1 1 0,1-2 1 0,0 1-2 16,-2-1 0-16,0 1 0 0,1-1-1 0,0 0 1 0,0 0 3 0,1-1-3 15,2-1 1-15,0 0 1 0,2-1-1 0,0 0 2 0,2-2 1 0,0 0 1 16,1-2-1-16,1-2 2 0,0-1-1 0,2 0-1 0,0-2 3 15,-1 0-2-15,3 1 1 0,-3-1-1 0,1-1 0 0,-1 1 4 0,-1-1-4 16,0-1 4-16,-1 1 1 0,0 1 1 0,1-2 1 0,-2 1-1 16,0-1 2-16,-1 1-2 0,2-1-1 0,-1 1-2 0,2-1 1 0,0-1-4 15,-4 0 2-15,-1 1-3 0,0-1-1 0,-1 1 2 0,2 0-1 0,-2-1 1 16,0-1-3-16,-2 1 1 0,-1-1-2 0,0 1 4 0,-2-1-1 16,1-1-1-16,-3-1 1 0,-4 1 0 0,0-2-1 0,-4 0 2 0,1-1-1 15,-3 0 1-15,0-1-1 0,-3-1-6 0,-1-2-1 0,-3 2 5 0,-1-1 4 16,-2 0 14-16,-4 0 4 0,-1-1-1 0,-2 0 2 0,-3 0-2 15,-2-1 4-15,-1 1-2 0,-3 0-1 0,-2 0 0 0,-2 1-8 0,0-1 2 16,-3 0-5-16,-2 0-6 0,-2 1-6 0,-1 0-3 0,-3-2-2 16,-3 1-2-16,-2-1-3 0,-3 0 0 0,-3 3-1 0,-1-2-2 0,-4 2 3 15,-3-1-2-15,-3 1 0 0,-2-1 1 0,-4-2-1 0,-1 3 2 0,-3-1 2 16,-4 1 0-16,-1 1 3 0,-3-1-4 0,-3 2 3 0,-3 0 3 16,-3 1 3-16,-4 1-1 0,-1-1-1 0,0-1-2 0,-1 4 2 0,-3-2 3 15,0 1 0-15,-3 1-2 0,-3 1 2 0,-1 2-3 0,-2 0 0 16,-1 1 1-16,-4 1-1 0,-2 1 2 0,1 2 0 0,-1 0 1 0,0 1-2 15,0 0 1-15,0 2-2 0,1 2-1 0,-2 1 3 0,2 1-4 0,1 2 2 16,0-1-1-16,3 2 2 0,0 1 3 0,0 0 0 0,1 2-2 16,-1-1 0-16,-2 3-4 0,-1 1-6 0,1 0-1 0,0 2-7 0,0-1 1 15,2 1 0-15,-3 0 1 0,0-2-4 0,-2 1-3 0,-1-2 1 0,1 2 7 16,0 1 7-16,0 0 9 0,0-1 6 0,-3-1-2 0,0 1-1 16,0 0-1-16,-1 1-2 0,2-2 1 0,0 2 0 0,1-1 3 0,1 0 1 15,2-1-4-15,0 0 4 0,0 1-2 0,3 0 4 0,0 0 2 0,2 1 2 16,4-1-1-16,1 3-4 0,1 0-1 0,4 2-4 0,3-1 2 15,4 0-4-15,6 0-1 0,6-1-14 0,6 1-22 0,4 1-37 0,7-1-37 16,5 0-39-16,5 2-26 0,6 2-63 0,4 1-227 0</inkml:trace>
  <inkml:trace contextRef="#ctx0" brushRef="#br0" timeOffset="114222.6">22053 7801 327 0,'-7'-3'175'0,"2"1"-57"16,-3 1-20-16,0-1-21 0,3 1-8 0,-1-1-7 0,1 1-7 0,0 0-2 16,-1 1-6-16,1-1-8 0,1 0-5 0,0 0-2 0,0 0-2 15,-1-1 1-15,0 1 3 0,0-1 5 0,0 1 3 0,1 0 2 0,0 0 5 16,0 1 0-16,0-1 5 0,0 0 3 0,1 1-3 0,-1 0 0 0,0 0-9 15,1 2-3-15,0 1-2 0,0 1-1 0,-2 1 4 0,-1 5 0 16,0 1 0-16,0 3-5 0,1 4-2 0,-1 2-2 0,0 3-5 0,1 3-4 16,0 2 0-16,2 2-5 0,0 1 1 0,1 0-3 0,2 3-3 0,-1 0-5 15,2 1-2-15,-1-2-8 0,2-1-2 0,0-2 7 0,1 0-5 16,-1 0 7-16,0 1 1 0,-1-2-5 0,-1 0 0 0,0-2 3 0,-1-1 0 16,0 0-5-16,-1 0 4 0,0-1-2 0,0-3-6 0,-1-1 6 0,1-3-3 15,-1-2 0-15,0-1-5 0,0-1-8 0,1-2-13 0,-1-1-20 16,0-2-35-16,1 1-48 0,-1 0-41 0,2-1-48 0,-1 0-33 0,-1-1-47 15,2-2-120-15,-1-3-109 0</inkml:trace>
  <inkml:trace contextRef="#ctx0" brushRef="#br0" timeOffset="114555.6">22423 8131 195 0,'-3'-2'157'0,"-1"0"-105"0,0 0-34 16,2 2-8-16,1-1-11 0,0 1-10 0,0 0-17 0,0-1-16 0,-1 1-8 16,1 0-9-16,-1 1-7 0,0-1-16 0,1 1 2 0</inkml:trace>
  <inkml:trace contextRef="#ctx0" brushRef="#br0" timeOffset="114872.6">22387 8117 137 0,'-1'0'131'0,"2"0"-15"0,0-1-3 0,-1 1-18 15,2 0-19-15,-2 0-9 0,1-1-14 0,0 1-2 0,0-1-4 16,0 1-5-16,0-1 1 0,1 0-3 0,-1 0-4 0,2 0 0 0,-1 1 0 16,1-1 1-16,-1 0 0 0,1 1-1 0,0-1 1 0,0 0-3 15,2 1-1-15,-1-1-3 0,1 1-4 0,0 0-3 0,1 0 4 0,0 0 4 16,1 0 2-16,0 0 8 0,2-1 4 0,-1 0-1 0,3 1 3 0,1-1 2 15,0 0-6-15,2 1-1 0,0-1-3 0,4 0-5 0,1 0 1 0,-1 0-6 16,3-1-5-16,1 0 4 0,0 0-7 0,3 0 10 0,-1 0-1 16,0 0-6-16,1-1 2 0,-1 0-3 0,1-1-1 0,-1 0 4 0,-2 0-1 15,3 0 0-15,-1-1-1 0,2 0-4 0,-1 0 1 0,-2 0-8 16,0-1 1-16,-2 1-2 0,0 1-6 0,0-1 2 0,-2 1 1 0,1-1-3 16,-2 1 5-16,-2-1-4 0,-2 1-1 0,0 0 1 0,-1 1-3 0,-1 0 1 15,-2 0 2-15,-2 1-3 0,0 0 0 0,-2-1-1 0,-1 2-4 16,0-1 2-16,-2 1-2 0,0 1-2 0,-1-1 0 0,-1 0-10 0,0 0-13 15,-1 1-21-15,-1 0-30 0,1-1-20 0,-2 1-27 0,1 0-17 0,-1 0-14 16,0 0-21-16,0 0-41 0,-2 0-57 0,-2 0-171 0,0-1-61 16</inkml:trace>
  <inkml:trace contextRef="#ctx0" brushRef="#br0" timeOffset="115455.6">24158 7470 734 0,'-6'-10'422'0,"0"2"-349"0,0-1-4 15,2 5-29-15,2 2-23 0,1 2-7 0,0 0-12 0,1 1-4 0,0 0 4 16,0 0-4-16,-1 1 6 0,0 0 3 0,0 1-3 0,0-1 1 16,0-1 0-16,0 0 0 0,-1 0 4 0,1 0-3 0,-1-1 4 0,0 1 1 15,1-2 3-15,-2 1 6 0,0 0 7 0,1-1 8 0,0 1 7 0,0-1 8 16,0 0 2-16,-1-1 1 0,1 0-3 0,0-1-5 0,0 1-5 16,0-1-3-16,0 1-3 0,-1 0-2 0,2-1-2 0,0 0-2 0,0 0 0 15,0 0 0-15,0 0 1 0,0 2-5 0,1-1-2 0,-1 1-4 0,0 1-1 16,1-1-5-16,-2 2-2 0,1 1-1 0,0-1 0 0,-1 4 0 15,-1 2 7-15,0 2 4 0,-1 4 1 0,-1 1 3 0,0 2-1 0,-3 5 0 16,0 1-11-16,0 1-3 0,0 3-1 0,-1 0 0 0,0 0 10 16,1 1-4-16,-2-2 2 0,1 2-8 0,0-3-2 0,0 0 1 0,0 0-5 15,1-4 2-15,1 1-4 0,0-2 2 0,1-1-4 0,0 1-1 16,0-3 1-16,0 0-12 0,0-4-2 0,-1 1-12 0,1-1-10 0,0-1-6 16,1-1-18-16,-2-2-13 0,0-1-15 0,-1-1-21 0,-1 0-21 0,-1-2-36 15,-1-1-44-15,-1-1-56 0,-1-1-196 0</inkml:trace>
  <inkml:trace contextRef="#ctx0" brushRef="#br0" timeOffset="115706.59">23635 7428 992 0,'-5'-13'779'0,"1"1"-674"16,1 0 5-16,2 8-53 0,4 4-20 0,2 3-15 0,2 1-7 15,2 2 6-15,3 3-7 0,2 1-1 0,1 3-4 0,1 2-5 0,2 3 1 16,1 0-5-16,-1 4 0 0,1-1-11 0,-2 0 0 0,1 1 1 0,-2-1 5 16,2 0 5-16,-1 1 5 0,0-2-2 0,0 0-5 0,0-1 2 15,2-1 0-15,-2-3 0 0,1 0 0 0,0-2 2 0,-1-1-5 0,2-2 0 16,0-1-2-16,-1-3-2 0,-1 0-3 0,0 0-10 0,0-2-6 16,-1-1-18-16,1-1-16 0,0-2-27 0,-1 0-26 0,-1-1-23 0,1-1-15 15,-2-1-17-15,0-2-25 0,-3-1-48 0,1-1-159 0,0-1 2 16</inkml:trace>
  <inkml:trace contextRef="#ctx0" brushRef="#br0" timeOffset="116056.59">24433 7592 1503 0,'-2'-6'119'0,"0"2"-12"0,1 0-42 0,1 3-18 15,1 2-16-15,1 0-7 0,0 0-3 0,3 2-8 0,1 1 0 0,0 2-5 16,2 0-2-16,0-1-5 0,-1 2 6 0,1 0 0 0,0 0-3 15,0 1 2-15,0-1-5 0,1 1-1 0,-1-2 0 0,1 0 1 0,0-1-1 16,-2-1 7-16,2 1 0 0,-1-2 5 0,1 0 3 0,0 0 2 0,0-2 6 16,1 0 5-16,-3-3 5 0,2 1-1 0,0-2 3 0,0 0 0 15,1-1-5-15,-2-2-3 0,1 2-8 0,-2-2-5 0,0 0-4 0,1-1-1 16,-1 0-1-16,-2-1-5 0,0 1-3 0,-2-1-2 0,-1 0-1 0,-1 1 3 16,-2-2-4-16,-1 0-2 0,-2 2-2 0,-2-2 2 0,-2 1 2 15,-3-2 5-15,-1 1-1 0,-3-1 3 0,-1 0 2 16,-1 0 2-16,0 1 2 0,-1 0-1 0,0 2 2 0,0 2-4 0,1 2-1 0,1 0-3 15,-1 3-2-15,2 1 0 0,0 2-2 0,-1 1 1 0,1 1 1 0,3 2 0 16,-1 1 0-16,2 0-2 0,1 1-4 0,1 0-2 0,3 0-7 0,0 0-12 16,3 0-21-16,2 0-17 0,1 0-10 0,1 0-12 0,3 0-2 15,1 1-7-15,1-3-2 0,2 1 0 0,1-1-1 0,2-1 3 0,0-2 1 16,2 0 0-16,1-2-4 0,2 0-8 0,2-2-12 0,-2 0-23 16,2-2-31-16,1-2-103 0,-1 0-22 0</inkml:trace>
  <inkml:trace contextRef="#ctx0" brushRef="#br0" timeOffset="116639.96">24873 7554 506 0,'0'0'182'0,"0"-1"-48"0,0 1-31 16,0 0-18-16,0 1-3 0,1-1-13 0,-1 0-10 0,1 0-10 0,1 0-13 15,0 0-8-15,1 1-5 0,-1 0-2 0,0 0-12 0,1 1 5 0,-1-1-9 16,1 1-3-16,0-1 5 0,0 0-8 0,0 0 9 0,0 0 1 15,0 0-3-15,0-1 3 0,0 1-3 0,1-2 2 0,1 1 3 0,-1-2 2 16,1 0 4-16,0-1 5 0,0-1 3 0,1-1-4 0,1-1 1 16,0 0-10-16,2-3-2 0,-1-1 4 0,2-1-6 0,-1 1 3 0,2-2-2 15,-1 1 1-15,0-2-1 0,0 0 0 0,1 0-1 0,0-1-3 0,1 2 3 16,0-2-6-16,-1 1 4 0,1-1 0 0,-1 0 4 0,0-1 1 16,0-1-1-16,-1-1-1 0,-2 0-2 0,1-3 0 0,-1 0-1 0,-1-1 3 15,-2-2-3-15,0 0 0 0,-1 2 4 0,-1-1 0 0,-1-1 1 0,0 2 0 16,-1-2 1-16,0 1 0 0,0 1 1 0,-1 1-1 0,-2 2 5 15,1 2-1-15,0 2 2 0,-1 1 4 0,0 3 0 0,0 2 5 0,0 3-2 16,0 1-1-16,0 0-5 0,1 2-3 0,-1 1-8 0,0 1 2 16,1 2-3-16,-1 1-4 0,0 1-4 0,-1 2-5 0,-1 3-1 0,-1 4 5 15,0 2 12-15,-2 5 2 0,1 0 1 0,0 4-10 0,0 3-2 0,-1 1-4 16,1 2 1-16,1 3 4 0,-1 1 0 0,0 3 4 0,2 2-6 16,0-1 1-16,1 1-4 0,1-1 2 0,1-1-2 0,0 0-1 0,1-1 2 15,1-1-8-15,0-1 0 0,1-2 6 0,0-2-2 0,0-1 10 0,0-2 3 16,0-1-7-16,1-1 2 0,0-4-4 0,0-2-1 0,0 0 6 15,1-4 0-15,0 2-3 0,0-1 12 0,0-2-6 0,-1-1-2 0,1-1 6 16,0-1-11-16,-1 0 1 0,0-2 0 0,0-2 1 0,-2-1 5 16,0-1 1-16,1-2-3 0,-1-3 1 0,0 0-1 0,-1-1 2 0,0-1 1 15,1 0 1-15,0-2-5 0,0-1 0 0,-1-2-2 0,1-4-4 0,0-1 3 16,0-2-1-16,1-2-1 0,-1 2 7 0,-1-4 2 0,0 1 2 16,0 0 3-16,-1-1 1 0,0 1 5 0,-1 0 4 0,1 1 1 0,-1 0 1 15,1 1 3-15,1 2-3 0,-1 2 4 0,1 0-5 0,0 1-4 0,0 1-12 16,1 1-5-16,0 1-1 0,-1 1-5 0,1 1 5 0,1 0 1 15,-1 0-2-15,0 1 0 0,0 1-2 0,-1 0-2 0,1 1-4 0,-1 0-8 16,1 1-8-16,-1 0-20 0,0 0-26 0,2 1-28 0,-1 0-39 0,0 0-38 16,2-1-33-16,0 1-44 0,0-1-41 0,3 1-138 0,1-2-105 15</inkml:trace>
  <inkml:trace contextRef="#ctx0" brushRef="#br0" timeOffset="117072.96">25658 7279 2093 0,'-3'-10'61'0,"2"2"0"0,0 0-39 15,4 7-12-15,3 2-8 0,3 2 1 0,3 1 1 0,3 1-4 0,1 1-1 16,4 0-2-16,0 1 3 0,-2 0 0 0,1 0 4 0,-1 0-4 0,0 1-7 16,-2-1-3-16,0-1-1 0,-1 1-4 0,-1-1-4 0,2 0-1 15,-1 0-6-15,-1-1-6 0,1-2-1 0,-3 1-7 0,2 0-6 0,0-2-8 16,1 0-13-16,-2 0-12 0,1-1-15 0,0 0-12 0,0-2-8 0,-1 0-19 16,2-1-17-16,-2 0-31 0,0 1-64 0,-2 0-298 0</inkml:trace>
  <inkml:trace contextRef="#ctx0" brushRef="#br0" timeOffset="117255.96">25647 7611 1268 0,'-3'-9'534'0,"0"2"-495"0,0 1-11 0,2 5-29 0,3 3-9 0,2-1 1 16,0 2-3-16,4 0-7 0,1 1-18 0,2-1-18 0,1 0-13 0,1 0-14 15,-1-1-11-15,2-1 0 0,-2 0-14 0,0-2-3 0,1-1-7 16,-1-1-21-16,3-1-30 0,1-2-116 0,1-3-84 0</inkml:trace>
  <inkml:trace contextRef="#ctx0" brushRef="#br0" timeOffset="117538.96">26324 7124 1411 0,'-9'-9'128'16,"3"3"-76"-16,-2-1-13 0,4 5-26 0,2 3-7 0,2 2-2 15,1 0-3-15,1 2-1 0,1 1-4 0,2 1 0 0,0 1 1 0,0 1-1 16,2 1 1-16,0 0 2 0,0 0 0 0,0-1 5 0,0 2-2 0,1 0 2 16,1 1-3-16,-1 2 0 0,1-2 10 0,-1 1-2 0,1 0 3 15,1-1 2-15,0 1-7 0,0-2 7 0,-1 0 2 0,-1 1 1 0,1-1 6 16,-2 0 1-16,0-2 0 0,-2-1 0 0,-1 0-4 0,-1 0 4 15,-2-1-3-15,-1 0-3 0,-2 2 1 0,-2 0-8 0,-2 0 0 0,-2 1-3 16,-3 0-5-16,-2 1-4 0,-1-1-8 0,-4 1-14 0,-1-2-16 0,-3 3-9 16,-1-1-12-16,-2-1-1 0,1 0-6 0,0 0-11 0,2-3-18 15,1 1-35-15,2-1-35 0,2-1-45 0,2 0-59 0,1 0-246 0</inkml:trace>
  <inkml:trace contextRef="#ctx0" brushRef="#br0" timeOffset="118272.96">27022 6946 1290 0,'-3'-10'249'0,"0"2"-167"15,0-1 11-15,2 6-38 0,1 3-7 0,0 0-13 0,1 1-11 0,0 1-2 16,-1 1-5-16,1 0 3 0,0 1 2 0,0 0 0 0,-1 1 11 0,0 1 4 16,-1 3-1-16,0 0 1 0,0 2-1 0,-1 0 3 0,-1 0-2 0,0 3 5 15,-1 1-2-15,-1 1-2 0,1 1 6 0,-1 2-1 0,1 0 1 16,0 0-9-16,0 1-3 0,-1 1-7 0,2 1-4 0,0 3 0 0,1 0-7 16,1-1-3-16,1 2-4 0,0-1-1 0,2 0-3 0,1 0-3 0,1-3 2 15,1 1 1-15,0-2-4 0,0 0 2 0,1-1 3 0,1-1-4 16,0-3 4-16,-1 0 4 0,-1-1-1 0,0-2-9 0,-1-2-7 0,0-1-4 15,-1 0 1-15,0-1 8 0,-2-1 4 0,1 0-2 0,-2-1-6 16,1-2-8-16,0 0-13 0,-2-2-10 0,2 0-24 0,-2-1-19 0,0-1-29 16,0 0-29-16,0-1-14 0,0-2-9 0,1 0-18 0,-1-1-51 0,-1-2-71 15,0-1-393-15</inkml:trace>
  <inkml:trace contextRef="#ctx0" brushRef="#br0" timeOffset="118689.47">27320 7224 2573 0,'-6'-16'308'0,"1"4"-280"15,0 2 0-15,4 12-40 0,2 5 2 0,1 4 4 0,3 3 0 0,0 2-1 16,3 3 4-16,0 2-4 0,2-1 0 0,-1 1-1 0,-1 1-1 0,1-3 3 15,-2-1 1-15,0 0-4 0,0-1-2 0,-1-2-3 0,2 1 1 16,-1-1 3-16,0-2 2 0,2-2 3 0,-1-1 2 0,1-2 4 0,1-1 1 16,-1-2 1-16,1-2 6 0,-1-2-4 0,2-2 3 0,2-1 5 0,-1-1 0 15,0-2 4-15,0 0-2 0,-2-2-1 0,1-1-6 0,0 1-3 16,1-2 3-16,-1 0-8 0,-1 0 2 0,0 1 1 0,0-1 2 0,-2 0 1 16,-1 1-1-16,0-2 1 0,-2 1-2 0,-1-1-3 0,1 0 3 15,-1 0-4-15,-1 0 2 0,-1 0 4 0,-2-1-6 0,1 0 4 0,-2-1-6 16,-1 1 2-16,0 1 0 0,-2-2-2 0,-1 0 4 0,1-1-9 0,-3-1 2 15,-1 0 2-15,-1-1 1 0,-2 1 9 0,-1-1-2 0,1 2 5 16,-2-1-8-16,0 1-1 0,0 2 5 0,-1 1-6 0,1 2 6 0,-1 4-4 16,0-1 1-16,1 2-3 0,-1 1 0 0,2 2-1 0,0 1-3 0,-1 2-2 15,0 0-1-15,0 2-10 0,2-1-14 0,0 2-12 0,0 0-30 16,1 1-24-16,0 0-25 0,1 1-24 0,-1 1-25 0,2-1-22 0,1 0-22 16,1-1-23-16,0 1-32 0,1 1-45 0,1 0-338 0</inkml:trace>
  <inkml:trace contextRef="#ctx0" brushRef="#br0" timeOffset="119072.47">28018 7153 2625 0,'-4'-9'52'0,"1"1"8"15,1 1-41-15,2 8-15 0,0 3-6 0,1 2 2 0,0 4-2 16,1 2-1-16,0 2 3 0,0 2-6 0,0 1 4 0,0 1-1 0,-1-1-1 16,1-1 1-16,1-1-2 0,1-1 2 0,-1-2-7 0,2 2-1 0,1-1 6 15,0-2 0-15,2 0-1 0,-1-4 9 0,2 0-5 0,0-1 4 16,2-1 1-16,1-2 2 0,0-2 5 0,2 0 3 0,-1-2 5 0,2-1 0 16,0-2-2-16,0 0 1 0,-1-1-4 0,2-1-5 0,0 1 0 15,-1-2-3-15,-1-1 4 0,-2 1-1 0,1 0-1 0,-1-1-1 0,0 1 3 16,0-1-6-16,-3 1 4 0,1-1 0 0,-2-1-7 0,-2 1 5 0,-1-2 0 15,-1 1 0-15,0-1 1 0,-1 1-4 0,-2-2 0 0,-1 0-2 16,-2 0 3-16,-1 1-5 0,-1-1-1 0,-1 1 3 0,-2 0-13 0,-1-1 8 16,-1 2-2-16,-3-1-5 0,0 2 5 0,-3 0-3 0,1 0-5 0,-1 1 2 15,0 0-3-15,0 1-6 0,-2 2 1 0,1 1-1 0,0 1-5 16,0 1-6-16,1 1-6 0,1 1-9 0,2 2-17 0,-1 0-13 0,2 0-20 16,0 2-21-16,1 0-30 0,3 1-23 0,0 0-16 0,1-1-29 15,1 0-23-15,1 2-29 0,1 0-62 0,2-1-164 0</inkml:trace>
  <inkml:trace contextRef="#ctx0" brushRef="#br0" timeOffset="119423.47">28660 7173 1360 0,'2'-12'904'15,"1"3"-883"-15,0 1 19 0,0 8-35 0,1 4-7 0,2 3 11 0,2 1-6 16,0 3-1-16,2 1-1 0,0 2-5 0,0 2 4 0,1 1 0 16,0-1-2-16,-1 1 1 0,2-2 2 0,-1-1-1 0,1-1 2 0,1 2-2 15,0-2 1-15,2 1-1 0,1-3-1 0,1 1 5 0,-1-2 2 16,1-2 3-16,0 0 1 0,2-2 0 0,-2-2-1 0,3-1 7 0,0-2 5 16,-2-2 4-16,3-1 3 0,0-2 0 0,-1-2-5 0,1-1 1 0,-2-1-3 15,0-1-4-15,0-1 1 0,-1 1-2 0,-1-1-2 0,2-1-3 16,-2-1 2-16,-1 0 2 0,-2-3 4 0,-1 2 4 0,-1-1 0 0,-1-1-2 15,-2 0 0-15,-2-1-6 0,-1-2 5 0,-3 1-3 0,-3 0-6 16,-1-2-2-16,-4 1-8 0,-1-2-2 0,-4 1-6 0,-3-1-3 0,-3-1-3 16,-3 2 0-16,-1 0-6 0,-4 2-2 0,-1 5-5 0,-2 1-10 0,-1 2-11 15,-4 2-22-15,0 2-21 0,-3 2-38 0,-1 3-34 0,0 2-34 16,1 3-43-16,0 1-50 0,3 2-100 0,-2 0-357 0</inkml:trace>
  <inkml:trace contextRef="#ctx0" brushRef="#br0" timeOffset="123373.46">22406 9565 636 0,'-8'-7'160'0,"0"2"-56"0,0-1-13 0,1 3-24 0,1 0-11 0,1 2-11 16,0 0-6-16,1 0-1 0,1 1-8 0,2 0 4 0,-2 0-1 0,0 1-3 16,-1-1 0-16,1 2-6 0,-1-1 4 0,1 1 4 0,0 0 3 15,-1 1 7-15,1-1 5 0,0 1 1 0,-1-1 3 0,1 2 5 0,-1 0 2 16,0-1 0-16,0 2-2 0,0 0-1 0,0 1-7 0,1 1-3 0,-2 1-5 15,1 1-5-15,0 1-6 0,0 0-1 0,0 3-6 0,0 1-5 16,0 2 4-16,0 1-3 0,1 2 5 0,0 1-1 0,2 1 1 0,0 1-5 16,1 2-1-16,0-1-2 0,2 0-3 0,1-1-2 0,1 1-3 0,1-1-4 15,1-1 4-15,0 0-1 0,2-1-2 0,0-2 3 0,0-1-3 16,1-1-2-16,-1-1 1 0,0-3 0 0,0 0 3 0,-1-1-3 0,0-1 1 16,0-2-8-16,-2-1-2 0,2-1 6 0,-1-1-3 0,-1 1 6 15,0-1 0-15,0-1-6 0,-1 0 0 0,0-2-8 0,0 0-7 0,-1 0-15 16,0-1-13-16,0-1-20 0,-1 0-20 0,1-1-19 0,-1 1-26 0,1-3-12 15,0 0-14-15,-1-1-16 0,2-4-24 0,0 1-38 0,3-2-97 16,2-3-221-16</inkml:trace>
  <inkml:trace contextRef="#ctx0" brushRef="#br0" timeOffset="123639.46">22872 9770 1431 0,'0'-10'362'0,"1"1"-252"0,1 0-38 16,3 6-44-16,3 1-7 0,2 1-3 0,3 1-1 0,3 0-6 0,3 1 2 15,0 1-6-15,2-1-2 0,1 2-1 0,-1 0 0 0,2 0-4 16,0 0 3-16,0 1-4 0,2-1 2 0,-3-1 2 0,1 1 0 0,0-2 2 16,-3-1-10-16,2 0 5 0,-1-1-2 0,-2 0-1 0,1-1 11 15,0-1 5-15,-2 0-5 0,0-1 10 0,0-1-1 0,0 0-2 0,-2 1 1 16,0-1-5-16,-1 0-5 0,0 0 3 0,-2 0-6 0,0 0 5 0,1 1-6 15,-1-1-4-15,-2 1-4 0,1 0-16 0,0 0-14 0,-1 1-22 16,-1 0-27-16,0 0-43 0,-3 0-38 0,2 1-38 0,-1-1-42 0,1-1-41 16,0 0-127-16,0 0-57 0</inkml:trace>
  <inkml:trace contextRef="#ctx0" brushRef="#br0" timeOffset="123923.46">24161 9102 2398 0,'-8'-16'82'0,"1"3"3"0,0 0-54 16,3 8-19-16,3 6-9 0,0 2-8 0,0 2-3 0,2 2 0 0,-1 2 3 16,1 3 4-16,-1 2 2 0,-1 2-1 0,-1 1-3 0,0 1 1 15,-1 0-1-15,-2 1 2 0,2 1 4 0,-2 1 0 0,-1 0-5 0,1 3 4 16,0 3-4-16,0 0 4 0,1 3 0 0,0 1 1 0,-1 1-13 0,2 0 9 15,0 2 1-15,2-1-8 0,0 0 8 0,1 1-7 0,1-3 0 16,1 1-17-16,1-2-31 0,2 0-34 0,2 1-23 0,2-1-13 0,2-2-7 16,0-2-9-16,3-4-8 0,1-4-1 0,1-2 11 0,0-2-13 0,-1-2-6 15,-2-2 38-15,-3-2 22 0,-1-4 24 0,-1-4-2 0,0-5-54 16,1-4-124-16,2-4-61 0</inkml:trace>
  <inkml:trace contextRef="#ctx0" brushRef="#br0" timeOffset="124589.46">24375 9530 529 0,'-1'-12'154'0,"1"0"-40"15,0-2-8-15,1 2-10 0,-1 2 1 0,1 2-9 0,1 0-23 16,-1 1-11-16,2 0-25 0,-1 0-16 0,1 1-11 0,1 0-11 0,-1 0-5 16,2 2-3-16,1 1-3 0,1 0-5 0,2 2 8 0,-2 0-1 0,2 0 7 15,0 2 9-15,0-1 1 0,-1 1 7 0,-1 1 5 0,-1 0 5 16,-3-1 6-16,0 0 0 0,-2 0 10 0,-1 0 4 0,-1 1 6 0,-1 0 9 16,-1 0-5-16,0 0-4 0,-1 1-5 0,-2 1-8 0,0 1-3 15,-2-1 0-15,0 1-2 0,-2 1-9 0,1 1 1 0,-2-1-1 0,0 2-2 16,-1 0 11-16,1 1-6 0,0 0 5 0,1-1-2 0,1 1-6 0,0 0-4 15,1 1-7-15,3 1-3 0,0-1-4 0,2 0 2 0,1 0-7 16,1 0 0-16,2 0-3 0,2-1-2 0,0-1-2 0,2-1-1 0,1-1 3 16,1-1 3-16,1 0 4 0,1 0 6 0,-1-2-1 0,1-1 5 0,2 0-1 15,-1-2 2-15,1 0 4 0,1-1-5 0,-1-2 7 0,1 0-7 16,1-1 0-16,0-1 1 0,0 0-1 0,-2 0 0 0,0 0 1 0,1-1 2 16,-1-1-3-16,1 0 4 0,-2 1-3 0,0 0 1 0,0 0-1 15,-1 1 3-15,-1 0 6 0,0 2 0 0,-1 0 3 0,-2 2 1 0,-1 0-6 16,1 1 2-16,-1 0-3 0,-1 1-3 0,0 2 2 0,0-1-3 0,-1 3 4 15,1-1-3-15,-1 2-2 0,0 1 1 0,0 1-3 0,0 1 0 16,1 0 0-16,2 1-2 0,1 0-5 0,0 0-3 0,1 1-5 0,0 0-3 16,1 1-5-16,2-2-2 0,0 1 0 0,1-1 1 0,0-2 2 0,0-2 6 15,2 0 0-15,-1-1 6 0,1-1-2 0,0-2 3 0,0-1 3 16,1-2-2-16,-1-1 6 0,1-2-4 0,-2 0 1 0,-1-1 0 0,2 0-1 16,-1-3 5-16,2 1-3 0,-2-2 3 0,2 0-5 0,-1 0 1 15,1-1 4-15,1 0-2 0,-1 0 4 0,1-1 3 0,-1-1-5 0,0 1 7 16,-3-2-1-16,2 1-2 0,-2 2 6 0,1 0-4 0,-1 3-2 0,-1 1 1 15,-2 1 0-15,-1 2-1 0,1 1 5 0,-3 1 4 0,0 1-7 16,-1 0 1-16,-1 2-6 0,0 1 0 0,-1 1 3 0,0 2-4 0,0-1 1 16,-1 3-6-16,1 2 2 0,0 1-2 0,1 1-1 0,0 0 2 0,-1 0 0 15,0-1-1-15,1 1-3 0,0 0 2 0,1 0-4 0,0 0 0 16,2-1 0-16,-1 0 3 0,0 0-2 0,1-3 2 0,1 2 3 0,0-4-8 16,0 0 8-16,-2 0 2 0,0-3-2 0,0 0 7 0,-1-2-2 15,0 0 4-15,0-1 0 0,1-2-2 0,1 0-1 0,0-1-6 0,-1-1 8 16,2 0-1-16,0-2-5 0,0 2 2 0,2-3-3 0,-1 0 0 0,0 0 1 15,1-1 3-15,-1 0 2 0,0-1-2 0,-1 0-1 0,1 1 1 16,0-1 0-16,0 2 6 0,0 0-1 0,-1 1 1 0,-1 1 4 0,0 0 7 16,-1 2-2-16,-1 1-2 0,0 1 2 0,-1 1-9 0,0 1 0 0,0 1-3 15,0 1-4-15,0 0-1 0,-1 2-2 0,0 1 0 0,0 1-5 16,0 2-2-16,-1 2-6 0,0 0-4 0,0 2-2 0,0 0-5 0,-1 0-9 16,0 0-7-16,0 0-14 0,0 2-17 0,1-2-13 0,0 0-15 15,0-1-17-15,1-1-17 0,2 1-20 0,-1-2-27 0,2-1-24 0,0 0-53 16,0-3-242-16</inkml:trace>
  <inkml:trace contextRef="#ctx0" brushRef="#br0" timeOffset="125040.46">25887 9364 2297 0,'-1'-9'86'0,"1"1"-48"0,1 0-44 15,1 5-11-15,2 2 2 0,2 1 1 0,0 2-3 0,2 1-2 16,-1 2-2-16,1 2 0 0,-2 0 7 0,1 1 8 0,-1 1 3 0,-2 1 2 16,2 2-4-16,0 0-1 0,1 1 2 0,-2-1-5 0,0 0-4 15,1 0 7-15,-2 0 0 0,1 1 6 0,-1-1 10 0,1 1-5 0,-1-1 2 16,0 1-6-16,0-2 1 0,-1-1-1 0,1-2 1 0,-1 0 2 0,-1 0-4 15,1-1 0-15,1 0-1 0,-1-1 7 0,0 0-6 0,-1-1 4 16,0-1 2-16,0-1-6 0,-1-1 9 0,0 1-1 0,1-1-2 0,-1-2 3 16,1 1-3-16,0-1 3 0,0 0 0 0,0-1-3 0,1 1 3 0,0-2-5 15,0 0 1-15,0-1-4 0,0 1-2 0,1-2 2 0,0 0-1 16,0-2 2-16,1 1-1 0,1-2-1 0,-1-1-1 0,0 0 1 0,1 1 1 16,-1-1-1-16,0 1 0 0,2 0 0 0,-2 0 2 0,1 1-1 15,0 2 2-15,0-2 0 0,-1 2 5 0,1 1 4 0,-2 1 6 0,0 1-1 16,1 0 0-16,-2 1-6 0,1 1 0 0,0 0-5 0,0 1-1 0,-1 1-2 15,0 1-3-15,1 2 1 0,1 0-5 0,-1 1 1 0,0 0 1 16,0 0-3-16,1-1 4 0,0 2-10 0,-1 0-12 0,1 1-5 0,0-1-13 16,-1 0-10-16,0 0-10 0,0-1-18 0,0-1-16 0,1 0-13 0,0-1-19 15,-1-1-9-15,1-1-12 0,-1-1-21 0,0-1-25 0,1-1-40 16,0-2-67-16,0-1-189 0</inkml:trace>
  <inkml:trace contextRef="#ctx0" brushRef="#br0" timeOffset="125223.46">26676 9369 1868 0,'2'-10'368'0,"1"2"-315"0,2-1-44 0,2 5-30 0,2 3 5 16,2 0 4-16,1 1-4 0,1 1-17 0,-1 1-21 0,0 1-20 0,0 1-19 15,-1 0-10-15,-2 0-8 0,0 0-1 0,0 0-1 0,-1 0 1 16,-1-1 2-16,0 0-13 0,-1-2-16 0,0 1-19 0,-1 0-36 0,0 0-82 15,-1-1-72-15</inkml:trace>
  <inkml:trace contextRef="#ctx0" brushRef="#br0" timeOffset="125373.46">26671 9556 1352 0,'1'0'216'0,"0"0"-198"0,2 0-52 0,2 1-27 15,2 0-5-15,4 2-2 0,2 1-23 0,2-1-32 0,0-1-23 0,3 0-19 16,1-1-48-16,2-1-244 0</inkml:trace>
  <inkml:trace contextRef="#ctx0" brushRef="#br0" timeOffset="128790.32">27300 9161 471 0,'-2'-2'95'0,"1"0"-39"16,0-1 7-16,1 1-3 0,0 0-9 0,0 0-11 0,1-1-10 0,0 1-6 15,0 1-7-15,0-1-7 0,0 1-7 0,0 1 1 0,0-1-2 16,1 1 0-16,-2-1 4 0,1 0 0 0,-1 1 5 0,1 0 3 0,-1-1 6 16,1 1 8-16,-1 0 10 0,0 0 11 0,0 0 9 0,0-1 9 15,0-1 2-15,0 1 7 0,-1 0-3 0,1 0-6 0,-1 0-1 0,1 0-6 16,-1-1-4-16,0 1-1 0,0-1-4 0,0 1-3 0,2-1 1 0,0 1 2 16,-1-1-6-16,1 0-1 0,1-2-2 0,1 1 1 0,0 0 1 15,2-1-3-15,1 0-7 0,2 1-3 0,1-1-3 0,1 1-1 0,0 0 3 16,2 1-5-16,1 0-4 0,0 1 1 0,0 1-7 0,0 0-1 0,1 2-6 15,0 0-2-15,-1 2 0 0,0 1-3 0,0 0 5 16,-1 2-3-16,-1 0-1 0,0 1-1 0,-2 1-1 0,0 0 1 0,0 1-1 0,-2 2-2 16,0 0 0-16,-2 0 3 0,0 0 5 0,-1 1-1 0,-2-2 3 0,-1 1-7 15,-2 1-3-15,0-2 0 0,-1 1 5 0,-1 0 3 0,0-1 1 16,0 0 5-16,-2-1-3 0,1 0 7 0,0 1-2 0,0 0 0 0,-1 0 5 16,1 0-3-16,-2-2 4 0,1 0-4 0,1 0 0 0,-1-1-8 0,1-1 1 15,1 0-4-15,1-1-6 0,1-1 4 0,0 0-5 0,2-1 2 16,0-2 0-16,2 1 1 0,0 0-3 0,2-1 2 0,1 0-2 0,-1 0-2 15,3-1 4-15,0-1-4 0,1-1-1 0,1 0-1 0,0-1 1 16,0 0 1-16,0-1-6 0,1-1-5 0,2 1-11 0,0-2-10 0,0-1-10 16,1 0-7-16,-1-1-7 0,1 1-13 0,1-1-11 0,0 0-22 0,1-1-20 15,2 0-35-15,-2 1-33 0,-2-1-30 0,0 1-54 0,0 0-93 16,-2 0-279-16</inkml:trace>
  <inkml:trace contextRef="#ctx0" brushRef="#br0" timeOffset="129474.72">28018 9235 1125 0,'-5'-1'120'0,"1"0"-26"16,-1-1 4-16,0 2-8 0,2-1 8 0,-2 1-11 0,1 0-11 0,1-1-16 16,-1 2-16-16,0 0-10 0,0 1-3 0,0 1 3 0,0 1 3 15,1-1 11-15,-1 1 4 0,2 0-5 0,-1 1 2 0,0 0-8 0,2 2-2 16,0-1-1-16,1 1-5 0,1 0-1 0,-1 0-6 0,3 0-1 0,0 1 5 15,3-2-7-15,0 2 7 0,1-1-8 0,3 0 3 0,-1-1 4 16,2-1-5-16,2-1 8 0,-2 0-4 0,3-1-2 0,0 0-3 0,2-1 3 16,-1-1 2-16,2-1-3 0,-1-1 2 0,0 0 0 0,0-1-1 15,0-1 8-15,0-1-3 0,0 0 1 0,-2 0-4 0,1-1 1 0,-1 0-1 16,-1 0-5-16,-1 0-2 0,-1-1-7 0,0 1-2 0,0 0-2 0,-2-1-4 16,0 0 2-16,-1 0 0 0,-3 0-3 0,1 0 0 0,-2-1 0 15,0 0 3-15,-1 0 2 0,-2-1-6 0,-1 2-1 0,-1-2 4 0,-1 0-5 16,-2 0 9-16,0-1-4 0,-3 1-2 0,0-1 6 0,-1 0-6 0,-3 0 1 15,-1 0 1-15,-1 1-3 0,-1 0 1 0,-1 0-3 0,-2 0-2 16,0 2 5-16,0 1-7 0,-1 0 4 0,-1 1 0 0,0 1-2 0,0 1 4 16,0 1-4-16,1 1-2 0,2 1 0 0,-1 2-2 0,1 0 1 15,2 1-1-15,0 1-7 0,1 0 2 0,0 0-12 0,0 1-7 0,2 1-15 16,0 0-18-16,0 1-9 0,1-1-16 0,1 1-3 0,1 0-8 0,0-2-6 16,4 1-1-16,2 0-14 0,1-1-9 0,1-1-4 0,3 1-12 15,1-2 1-15,3 0-11 0,4-2-2 0,0-1 7 0,2 0 11 0,2-1 25 16,1-1 20-16,2-1 25 0,1 0 19 0,1-1 18 0,2 0 7 0,1 0 5 15,-1 0 10-15,1 1 6 0,-1 1 12 0,2 0 12 0,-1 1 10 16,-1-2 13-16,1 1 11 0,-1 1 11 0,-1-1 6 0,0 1 10 0,0-1 7 16,-1 1 0-16,1 1 3 0,-2-1 3 0,-1 1 11 0,-2 1 6 0,-1-1 3 15,1 2-9-15,-3 0-11 0,1 1-13 0,1 0-10 0,-3 1-10 16,1-1-8-16,0 2-8 0,-1-1-10 0,1 2-5 0,-1 0-10 0,-1 0-1 16,2 0 3-16,0 0-6 0,0 0 2 0,1-1-4 0,-1 0-1 0,2 0-1 15,-1-3 0-15,0 2-6 0,0-1 5 0,1-1-1 0,-1 0 2 16,0-2 3-16,-2 0-4 0,-1-1 9 0,0-1 0 0,-1-1 7 0,0 0 6 15,-1-1 1-15,-1-1 4 0,-1-1-1 0,0 2 0 0,-1-3-4 16,-2 0-2-16,1 0-5 0,-2-1 1 0,-2 0-3 0,0 0-8 0,-3-1-2 16,0 1-7-16,-2 0 0 0,-2-1 0 0,-2-1-5 0,-2-1 5 15,0 1 0-15,-2-1-2 0,-1 1-1 0,-1 1-4 0,0-1-4 0,0 1 2 16,-1 2-2-16,1 1 2 0,1 0-2 0,1 2-5 0,0 1-2 0,2 1-7 16,0 0-6-16,2 1-10 0,1 1-13 0,1 0-8 0,1 0-13 15,1 0-9-15,1 1-19 0,1 1-10 0,1-1-14 0,1 1-11 0,2 0-8 16,1 1-15-16,1-1-16 0,2 0-26 0,0 0-15 0,4 1-18 0,0 0-14 15,2 0-28-15,1-1-117 0,1 1-76 0</inkml:trace>
  <inkml:trace contextRef="#ctx0" brushRef="#br0" timeOffset="133723.71">22995 10739 1070 0,'-12'-5'161'0,"0"3"-39"0,-2-1-2 0,4 4-22 0,1 0-25 0,0 1-30 16,1 0-10-16,-1 0-14 0,1 0 1 0,2 0-3 0,-1 0-4 16,-1-1 2-16,1 2 2 0,0-1-2 0,0-1-2 0,1 1 2 0,1-1 4 15,2 1 5-15,1-1 2 0,0-1 9 0,1-1-7 0,2-1 4 0,1 0-1 16,2 0-3-16,2-2 0 0,3 1-4 0,1-2 2 0,4 0-2 16,2 0 5-16,0 1-11 0,4 1 2 0,0 0-5 0,-1 1-7 0,3 1 5 15,-1 0-10-15,1 2-4 0,0 1 2 0,-3 0-8 0,1 1 1 16,-2 3 1-16,-1-1-2 0,-2 3 4 0,0 1 9 0,-2 1-8 0,-1 2 5 15,-1-1 0-15,-2 2-13 0,0 2 5 0,-1 1-2 0,-1 0 2 0,-2 1 7 16,0 0-1-16,-1 1-1 0,-2-3-1 0,0 2 4 0,-2 0 3 16,0 0 0-16,-1-1 0 0,-1 1 3 0,1-1 7 0,-1 0 13 0,1 1-1 15,-1-1 3-15,0-1-2 0,0-2-4 0,0 0-2 0,1 0-3 0,1 0-12 16,1-1 3-16,-1-3-5 0,1 0 3 0,2-1-2 0,1-2-9 16,0 0 2-16,2-1-2 0,0-2-1 0,3-1 2 0,2-1-7 0,2-1-9 15,1 0-8-15,-1-3-21 0,3 0-28 0,1-2-38 0,2-2-66 16,-1 0-86-16,1-1-95 0,1-1-182 0,-2-1-131 0</inkml:trace>
  <inkml:trace contextRef="#ctx0" brushRef="#br0" timeOffset="133906.71">24142 10757 2577 0,'3'-11'100'0,"4"4"-14"15,5 0-41-15,6 4-12 0,5 3-2 0,4 1-9 0,0 1-10 0,3 1-3 0,0 1-11 16,2 1-7-16,-1 1-7 0,0 0-8 0,-3 1-11 0,-1 0-10 16,-3-1-14-16,0 0-26 0,-3 1-20 0,-2 0-30 0,-3-1-34 0,-1 1-44 15,-2-2-49-15,-3-1-44 0,0 0-28 0,0-2-38 0,-1-1-191 0</inkml:trace>
  <inkml:trace contextRef="#ctx0" brushRef="#br0" timeOffset="135906.71">25473 10778 2566 0,'-12'-12'88'0,"2"-1"-41"0,-2-1-13 0,5 2-6 16,3 3-15-16,2 3-6 0,2-1-1 0,0-1-7 0,1 0 6 15,-1-2-2-15,2-1-5 0,1-2 7 0,0 0-6 0,1-2 1 0,-1-1 1 16,-1-1-4-16,0 1 1 0,0-2-3 0,-1 0-3 0,0 2 2 0,-1-2-4 16,-1 0 3-16,0 1-6 0,-2 1 0 0,1-2 1 0,-2 1 6 15,0 1 1-15,-1 0 2 0,0 0 3 0,-1 1 3 0,-1 1 0 0,-1-1-4 16,1 2 4-16,-1 1-3 0,0 2 0 0,0 2 8 0,1 1-6 15,0 1-1-15,0 3 1 0,1 1-13 0,-1 3 1 0,0 2-2 0,0 1 1 16,-1 3 1-16,1 1-1 0,-1 4 1 0,1 3 2 0,0 2 4 0,1 3-1 16,0 5-6-16,-1 4 6 0,0 3 2 0,0 2-1 0,2 2 3 15,-1-1-2-15,2 3 1 0,2 0-1 0,2 1 1 0,2 1-9 0,2-2 0 16,2 0 5-16,0-1-1 0,3-3 7 0,1 0-1 0,0-3 2 0,1-1 2 16,1-3 2-16,0-2 5 0,0-2 2 0,-2 0 0 0,1-1 0 15,-1-3-2-15,-1 0 0 0,1-5 1 0,-2-1-10 0,1-2 3 0,-2-2-4 16,0-1 4-16,-1-1 1 0,0-3-3 0,-1-2-4 0,0-2 2 15,-1-1-5-15,-1 0 4 0,0-1 1 0,0-2-7 0,1-2 6 0,0-4-7 16,0-1-3-16,0-3 1 0,1-3 0 0,1-1 4 0,-1-1 6 16,1-1-2-16,-2-1 7 0,1 3 0 0,0 0-3 0,-1 0-1 0,1 4 1 15,0 0-1-15,0 0 3 0,-1 3-1 0,0 1-6 0,1 2 4 0,-1 4 2 16,-1 0-3-16,0 2 7 0,-1 1-4 0,0 1-1 0,-1 1 2 0,0 0-5 16,1 1-6-16,-1 3-4 0,-1 0 2 0,0 2-1 0,0 2-3 15,-1 1-1-15,0 1 1 0,-1-1-4 0,0 0 1 0,0 1 3 0,0 1-1 16,0-1-1-16,1 0-2 0,-2 0 1 0,1-2 2 0,-1 2 3 15,0-1 2-15,0 0-2 0,0 0-1 0,-1 0 3 0,0-2 3 0,0 0 4 16,-1-2 1-16,1-1-2 0,1 0-5 0,-1-1-9 0,1-1-14 0,1 0-31 16,0-2-33-16,2 0-40 0,-1-1-39 0,2-1-25 0,0 0-34 15,2-1-30-15,1-2-28 0,1-1-205 0</inkml:trace>
  <inkml:trace contextRef="#ctx0" brushRef="#br0" timeOffset="136356.71">25711 10911 1669 0,'-4'4'107'0,"2"3"-57"0,-1 2-32 0,3 2-8 0,0 1-2 0,2 0-1 16,0 2-1-16,2 0-5 0,0 1 4 0,0 0 2 0,0 0 0 0,1-1 1 16,1 0-9-16,1-2-2 0,0-2 2 0,0 1-3 0,0-3-1 15,0 0 0-15,2-2-4 0,0-1-4 0,1-1 4 0,0-2-12 0,0-2-1 16,1-2-4-16,0-2-16 0,1-2 3 0,1-2 2 0,1-1 2 15,-2-2 13-15,0-1 7 0,-1-1 8 0,0-2 9 0,-1 0 1 0,0 1 7 16,-1 1 2-16,0-1 5 0,-1 1 6 0,0 0 12 0,0 2 3 0,-1 1 4 16,0 0 3-16,-1 3-5 0,-1 0 1 0,0 1-7 0,-1 2-1 15,-1 2-11-15,0 0-6 0,0 2-8 0,-1 0-4 0,0 1 1 0,0 1-4 16,-1 2-2-16,1 1-8 0,-1 2-3 0,2 1 3 0,-2 0-1 0,1 1 5 16,0-1 2-16,0 2 0 0,0 0-1 0,1 0 1 0,1 0-5 15,0 0-2-15,1-3 2 0,0 2-1 0,1-2 3 0,0-1-2 0,0 0 2 16,0-1-2-16,1-1 3 0,0 0-11 0,-1 0-3 0,-1 0 7 15,0 0 2-15,1-1 13 0,-1-3-2 0,3-2 3 0,0-2-5 0,0 0 1 16,0-2 7-16,1 0-5 0,1-1 8 0,-1 0 2 0,2-1-1 0,-1-1 1 16,0 1-8-16,0 0-1 0,0 0-5 0,-2 0 4 0,2 1 0 15,-1-1 0-15,0 2 1 0,-1 1-3 0,0 0 2 0,-2 2 7 0,0-1-3 16,-1 2 5-16,0 0 0 0,-1 2-2 0,0 0-2 0,-1 1-3 0,0 1-3 16,-1 0 2-16,0 1-3 0,1 0 1 0,-1 3 6 0,0 1-3 15,1 0-5-15,-2 1-2 0,0 1-2 0,0 1-8 0,-1-1 5 0,0-1-3 16,1 1-11-16,-1-1-5 0,1-1-22 0,0 0-49 0,0-1-59 15,0 0-66-15,0-1-62 0,0 1-423 0</inkml:trace>
  <inkml:trace contextRef="#ctx0" brushRef="#br0" timeOffset="136690.71">26853 10807 1816 0,'-2'0'104'16,"1"2"-48"-16,0 1-32 0,1 2-10 0,0 1 3 0,2 1-2 15,1 0-5-15,0 0-1 0,2 1-1 0,-2 1-6 0,2 1-1 0,1 0-1 16,0 0-1-16,1 0 1 0,-2-1-2 0,1 0-5 0,0 0-6 0,0-2 2 15,1 0 0-15,-2-1-2 0,-1-1 0 0,1-1 4 0,1-1-1 16,0-1 3-16,0-1 4 0,0-1-4 0,1-1-3 0,0 0 4 0,0-1-3 16,-1-2 11-16,0-1-1 0,1-1 2 0,1-1-3 0,0 1-11 15,1-2 4-15,0 0-4 0,0 0-4 0,0 0-3 0,0 0-8 16,2 0-3-16,-1 1-3 0,1-1-10 0,-1 1-10 0,1 0-11 0,0 1-11 0,1 1-16 16,0 0-18-16,0 0-14 0,-1-1-14 0,0 1-10 0,1-1-15 15,1 1-40-15,1-1-194 0</inkml:trace>
  <inkml:trace contextRef="#ctx0" brushRef="#br0" timeOffset="136890.63">27166 11161 1379 0,'3'-1'96'0,"1"1"-76"0,3 0-29 0,3 1-10 0,1 0-10 16,3-1-17-16,0-1-29 0,0-1-35 0,2-1-34 0,1-1-40 0,0 0-80 15,3-1-199-15</inkml:trace>
  <inkml:trace contextRef="#ctx0" brushRef="#br0" timeOffset="137241.25">27741 10694 1705 0,'-3'-6'764'0,"1"-1"-716"0,0 1-45 0,3 2-24 0,2 3-4 15,2-1 6-15,2 0 5 0,3-1 3 0,1 1-3 0,0 0 1 16,0 0-3-16,1 0-3 0,-1 1-4 0,0 1 5 0,1 0 1 0,-3 0 7 16,0 0 8-16,0 0-1 0,0 1 2 0,-1 0-7 0,1 2 5 0,-1-1 0 15,0 1-3-15,1 1 3 0,1-1-6 0,-1 2 2 0,-1 1-1 16,-1 1 2-16,-1 0-2 0,-2 1 0 0,-1 0 2 0,0 0 5 0,-2 1 1 16,0 0 3-16,-1 0-9 0,-1 1 2 0,0 0 1 0,0 0 4 15,0 2 3-15,-1 1 4 0,1-1-1 0,0 0-5 0,-1-1-1 0,-1-1 1 16,2 1-2-16,-1-1-3 0,0-1 0 0,1 0-3 0,-1-1-12 0,1-1-10 15,1 0-14-15,0-2-18 0,1 1-55 0,0-2-43 0,1-1-55 0,1-1-40 16,0-2-9-16,1 0-35 0,2-3-262 0</inkml:trace>
  <inkml:trace contextRef="#ctx0" brushRef="#br0" timeOffset="137524.25">28315 10730 1652 0,'0'3'231'0,"2"0"-171"0,3 3-46 0,0 1-16 16,3 1 1-16,1 0 4 0,2 1-2 0,2-2 6 0,0 1-3 0,-1 1-2 15,2-1-7-15,0 0 1 0,-1-1-1 0,0-1-1 0,-2-1 5 16,-1-1 2-16,1-2-1 0,-2 0 3 0,0-2-4 0,-1 0 2 0,0-1 6 16,0 0-2-16,0-1 8 0,0-2-6 0,-1-1-2 0,0-1 1 0,-1 0 1 15,0-1 4-15,-1 0 2 0,-1-1 7 0,-1-1-8 0,-2 1 0 16,0-2 1-16,-2 1-1 0,1-1 7 0,-2-1-2 0,-1 1-8 0,0-1-6 15,-2 0-7-15,-1 0-7 0,0 0 1 0,-1 1-1 0,0 1-1 0,0 1-2 16,-1 2 0-16,0 1 1 0,0 0-7 0,0 2 1 0,-1 1-7 16,0 1-10-16,1 2-9 0,0 0-9 0,0 2-16 0,1 0-26 0,0 0-36 15,0 2-50-15,0 0-46 0,0 0-55 0,2 2-245 0</inkml:trace>
  <inkml:trace contextRef="#ctx0" brushRef="#br0" timeOffset="137741.26">29085 10646 2271 0,'13'1'109'0,"2"2"-39"0,6 1-45 0,2 1-1 0,1 2 7 15,1-2 5-15,1 0-9 0,-1-1-8 0,-1-1-9 0,-1 0-13 16,1-1-12-16,0-1-21 0,-3-1-23 0,1-1-20 0,-2-2-17 0,-3-1-7 16,-1-1 4-16,-2-2 7 0,-1-1 18 0,-3 0 11 0,-3-1 13 0,-2-1 11 15,-1 1 3-15,-2-1 8 0,-2 0 5 0,-3 0 9 0,-3 1 10 16,-1 0 6-16,-3 1-9 0,-3-1 1 0,-4 2-12 0,-2 1-5 0,-2 0-14 15,-4 1-15-15,0 2-27 0,-4 2-40 0,-1-1-66 0,-5 1-110 0,-2 2-329 16</inkml:trace>
  <inkml:trace contextRef="#ctx0" brushRef="#br0" timeOffset="138240.26">27895 10530 1211 0,'-2'-1'111'16,"-1"0"-32"-16,1 0-23 0,1 2-3 0,0 0 3 0,0 1 0 0,0-1 0 15,0 0-5-15,0 2-4 0,0 0-3 0,0-1-3 0,0 1 1 16,1 0-2-16,0-1-6 0,1 2-4 0,0-2-1 0,1 0-5 0,1 0-2 16,0 1-2-16,0-1-12 0,2 1 4 0,-1 0-5 0,3-1 0 0,1 0 0 15,0-1-5-15,2 0-1 0,0 1 4 0,1-1-2 0,0 0 2 16,1 0 0-16,0-1-7 0,-1 1 2 0,0 0-3 0,-1 0 0 0,1 0 3 15,-2 0-5-15,-1 1-4 0,0 0-3 0,-2-1 4 0,-1 1 3 0,0 1-3 16,-1 0 4-16,-1 1-4 0,-1 0 3 0,-2 1 6 0,0 0-4 16,0 0 2-16,-1 2 1 0,-2 0 1 0,0 0 5 0,-2 2 0 0,0-1 1 15,-1 1-1-15,0 1 1 0,-1 1 6 0,0 0 0 0,0 0-2 16,0-1-5-16,2 1-6 0,-1 0-1 0,0 1 1 0,2 0 6 0,0-1-5 16,2 1 2-16,-1 0 0 0,1 0 1 0,1-1-1 0,1 0-3 0,1-2-1 15,2 0-7-15,0-1 4 0,2 1-3 0,2-2-3 0,1 1-5 16,0-1-12-16,2-2-6 0,2 0-21 0,2 0-21 0,1-2-33 0,2 0-54 15,2-1-51-15,2-1-76 0,-1-2-143 0,1-1-132 0</inkml:trace>
  <inkml:trace contextRef="#ctx0" brushRef="#br0" timeOffset="140741.25">23397 11984 567 0,'1'-2'391'0,"3"-1"-292"0,1-1-38 0,1 1-14 0,0 0 0 16,0 0-6-16,0 0-11 0,0 1-5 0,1-1-3 0,0 0-10 15,1 2-2-15,-1-1-7 0,2 0 4 0,-1 1 0 0,0 0-4 0,-1 0 2 16,-1 0-4-16,-1 0 1 0,-1 0 3 0,0 0 2 0,-1 1 2 0,0 0 8 16,-1 0 5-16,1 1 13 0,0-1 5 0,0 1 5 0,0 1 11 15,-1 0-3-15,1 2 5 0,-1 0 3 0,0 0-4 0,0 3-3 0,0 0-2 16,0 1-2-16,1 2-8 0,-1 0 1 0,-1 4-7 0,2 0-13 15,-1 3 12-15,0 0-6 0,1 1 1 0,-1 4 2 0,0-1-9 0,1 3-1 16,1 1 2-16,-2-1 0 0,1 2 1 0,0-1-5 0,1 1 0 0,-1 0 0 16,1 0 2-16,0 0-5 0,-1-1 0 0,1 0-5 0,0-3-4 15,0-1 6-15,0 0-6 0,-1-1 0 0,-1 0-2 0,0-1-2 0,1 0 2 16,-1-2 5-16,-1 1-1 0,1-1-4 0,-1-3-1 0,-1 0 1 16,1-1 5-16,-1-2-1 0,0-1-5 0,0-2-2 0,0-2-3 0,-1 0 21 15,0 0 3-15,0-1-8 0,1-1 1 0,-1 0-22 0,1 0 0 0,-1-2 3 16,1 1-1-16,0-2-5 0,-1 0-5 0,1-1-5 0,0 0-12 15,0 0-23-15,1-1-35 0,-1-1-49 0,0-2-55 0,1-2-67 0,0-3-62 16,1-1-105-16,2-2-385 0</inkml:trace>
  <inkml:trace contextRef="#ctx0" brushRef="#br0" timeOffset="140941.25">23951 12315 1989 0,'1'-1'205'0,"1"2"-129"16,4 1-42-16,1 0-10 0,3 1 2 0,2 0 6 0,-1-1-2 0,2 1 0 16,1 0 2-16,1-2-10 0,1 2-5 0,-1 0 2 0,2 0-13 15,0 1 2-15,0-2 0 0,-1 0-9 0,0-1-1 0,-2 0-4 0,-2-1-12 16,1-2 3-16,-1 1-21 0,0-2-31 0,0-1-31 0,-2 0-42 0,-1-2-25 16,1-1-12-16,0-1-15 0,1-2-13 0,-1-1-30 0,1-2-47 15,-2-1-292-15</inkml:trace>
  <inkml:trace contextRef="#ctx0" brushRef="#br0" timeOffset="141174.25">24656 11754 1639 0,'-1'-5'167'0,"-1"-1"-59"0,0-2-39 0,1 1-16 0,1 2-6 16,0-1-5-16,1 3-8 0,0 0 0 0,0 1-3 0,0 1 1 15,1 2-5-15,-1 0 2 0,-1 0 4 0,1 2-6 0,0 1 7 0,-1 2 0 16,0 3-2-16,0 2 1 0,0 1-7 0,0 4-8 0,-1 3-6 0,0 4-8 15,-1 1 0-15,2 6-8 0,-1 1-4 0,0 4 1 0,-1 3-1 16,-1-1-6-16,1 0 19 0,0-1-5 0,0-2 0 0,2-1 5 0,0-1-19 16,1-3-4-16,3-2-8 0,-1-3-5 0,2-2-12 0,1-1-15 15,1-2-14-15,1-2-26 0,0-1-25 0,1-3-37 0,0 0-180 0,1-1 4 16,-1 1 8-16,-1-2-10 0,1-4-39 0</inkml:trace>
  <inkml:trace contextRef="#ctx0" brushRef="#br0" timeOffset="141541.25">24810 12166 410 0,'-1'-7'271'0,"0"-1"-212"15,0-1-30-15,1 1-4 0,1-1 2 0,1 2 1 0,2-1-4 16,0 0-6-16,-1 2-4 0,3-2-4 0,0 1 1 0,2 0 2 0,2 1 2 16,-1 1-4-16,0 1-2 0,1 2 1 0,0-1-3 0,1 2 6 15,-1 0-3-15,1 1 0 0,0 1 2 0,0 1 7 0,-1 0 4 0,-1 1 14 16,-1 0 8-16,-2 2 2 0,0 1 2 0,-1-1-14 0,-1 1-3 0,-2 1-7 16,-2-1-4-16,0 2-4 0,-1 0-4 0,-2 0-2 0,-1 0-2 15,-2 1-1-15,0-1 4 0,-2 1-2 0,-1 0 2 0,-1 0 3 0,-2 0 0 16,1 0 9-16,0 0 1 0,2 0 5 0,-1-1 5 0,1 0-7 15,1-1 2-15,1 0-3 0,0-3-3 0,3 3-3 0,0-2-9 0,2-1-8 16,2 1-4-16,0-3-5 0,2 1-6 0,1 0-4 0,1 0 0 0,0-1 6 16,2 0 4-16,0 0 3 0,2 0-1 0,1-1-3 0,1-1-3 15,0 0 5-15,2-1-6 0,1-1 3 0,0 0-2 0,0-1-1 0,-2 0 5 16,2-1-4-16,0-1 9 0,-1 0-2 0,1 1-1 0,-2 0 7 0,0 0-4 16,-1 0 4-16,-1 0 0 0,0-1-2 0,-1 1 3 0,-1 0 3 15,0 1 1-15,1 0 5 0,0 1 1 0,-1 0-1 0,0 0 2 0,-2 1-7 16,0 0 1-16,-1 1 2 0,-2 1-2 0,1 0-3 0,0 0 1 0,-1 1-4 15,0 0 2-15,-1 2 2 0,-1-1 0 0,1 2-1 0,0 0-5 16,0 0-3-16,0 3-4 0,1-1 5 0,0 1-6 0,0 0-2 0,0 0-1 16,1 0-7-16,0 0 1 0,2-2-6 0,0-1-5 0,2 1-3 15,0-1-3-15,2-1-8 0,0-1-12 0,1-1-40 0,2-2-39 0,1-1-31 16,0-2-25-16,0-1-5 0,-2-3-23 0,3-2-158 0</inkml:trace>
  <inkml:trace contextRef="#ctx0" brushRef="#br0" timeOffset="141858.25">25440 12186 2102 0,'-1'9'60'0,"0"3"-58"0,1 3-33 0,2-1 0 0,2-2 5 16,2 0 0-16,2-1 0 0,-1 0-12 0,3-1-8 0,-1-1-23 0,2-2-29 15,-1 0-29-15,0-2-46 0,0-2-37 0,1-2-14 0,0-2 10 16,0-2 37-16,0-3 48 0,0-1 47 0,-2 0 38 0,1-2 26 0,1-1 20 16,-1 0 17-16,-1 0 21 0,1 0 24 0,-3 1 28 0,1 1 15 0,0 0 11 15,-1 0 5-15,-1 0-11 0,-1 1-7 0,0-1-12 0,-1 1-14 16,1 0-9-16,-1 2-13 0,-1-1-9 0,1 2-5 0,-1 0-6 0,0 2-2 16,0 1-1-16,-1 1-7 0,0 1 0 0,0 0-1 0,0 1-7 0,-1 2 2 15,1 1-4-15,-1 2-7 0,0 1-4 0,0 3-8 0,0 1-9 16,-1 3-5-16,0 1-11 0,0 0 0 0,-1 4-1 0,0 0-3 0,-1 1-7 15,0 2-11-15,-1 0-18 0,1 0-30 0,0 0-56 0,-1-1-75 16,0 1-480-16</inkml:trace>
  <inkml:trace contextRef="#ctx0" brushRef="#br0" timeOffset="142441.25">26437 12035 2262 0,'-7'1'161'0,"1"2"-68"0,-1 0-76 0,2 0-12 15,2 0 6-15,1 0 5 0,0 1 11 0,-1 1 16 0,2 2-11 0,0 1-16 16,0 0-6-16,0 2-18 0,0 2 1 0,0 0 6 0,-1 0-6 0,0 1-3 15,-1 2 4-15,0 1 0 0,0 0 7 0,0 2-2 0,1 0-7 16,0-1 3-16,1 2-3 0,0 1 6 0,1-1 1 0,0 0 1 0,1 1-2 16,0-1-3-16,0-2-1 0,2 0-1 0,0-3 1 0,-1 1-2 0,2-4-6 15,-1 1-1-15,1-2 0 0,0-1-7 0,0-2-5 0,-1-1-21 16,1-1-29-16,0-1-36 0,0-3-50 0,0 0-60 0,1-1-50 0,1-2-45 16,-1-2-41-16,3-4-302 0</inkml:trace>
  <inkml:trace contextRef="#ctx0" brushRef="#br0" timeOffset="142608.25">26721 12233 1813 0,'1'0'359'15,"0"2"-266"-15,2 1-64 0,2 0-22 0,1 0 13 0,0 1-4 16,3-1 4-16,0 0-5 0,1 1-4 0,1 0-1 0,1 0-7 0,-1 1-7 16,2-2-7-16,1 0-9 0,-1 0-4 0,0-1-6 0,-1-1-25 0,0 0-19 15,1-1-15-15,0-1-28 0,0 0-11 0,0-1-24 0,0-1-23 16,-1-1-12-16,0-1-9 0,0 0 3 0,0-1-4 0,0-1-13 15,0 0-191-15</inkml:trace>
  <inkml:trace contextRef="#ctx0" brushRef="#br0" timeOffset="143391.25">27217 12043 2571 0,'-5'8'70'0,"2"0"-26"0,0 5-56 0,3 2 11 0,1 1 2 16,3 1-4-16,1 0 5 0,1 1-4 0,2 1-3 0,-1 0-6 0,3 1-8 15,0-1-5-15,1-2-8 0,0 0-1 0,0-1-8 0,-1-2-9 16,1-3-4-16,0 1-1 0,-1-3 9 0,1 0 11 0,-2-3 1 0,0 0 11 16,1-2 5-16,-1-2 8 0,0-1 19 0,-1-2 14 0,0 0 9 0,-1-2 13 15,0-1 6-15,1 0 7 0,0-1 1 0,0 0-3 0,0-1-8 16,0 0-13-16,0 0-4 0,-1 0-9 0,0 0-2 0,1 2-6 0,-1-1-3 15,0 1-4-15,-1 1 1 0,0 2-3 0,0 0-3 0,-1 1 2 0,0 2-8 16,-2 1-1-16,1 1-5 0,-1 3-11 0,0 0 0 0,1 4-11 16,-1 2-3-16,0 2 4 0,-2 2-6 0,1 3 7 0,-1 2 2 0,0-1-2 15,1 1-3-15,-1 0 1 0,1-1-6 0,-1 1 2 0,2 0 3 16,-1-1-1-16,0-1-3 0,0 0-4 0,-1-3 1 0,-1 1 5 0,-1-1 14 16,0-3 4-16,-1-2 16 0,-2 0 6 0,0-3 8 0,-2 0 11 0,0-1-9 15,-1-2-4-15,-2-1-14 0,1-2-11 0,-2-1-20 0,0-2-17 16,0-2-3-16,1-1 2 0,-1-3-5 0,3-1 1 0,-1 0-4 0,0-1-21 15,1 0 10-15,1 0 2 0,0-3 9 0,2 1 20 0,0-4 14 0,1 0 11 16,2 0 6-16,0 0 11 0,2 0 3 0,1 1 6 0,2 0 2 16,0 1-6-16,2 2 1 0,2 0-2 0,0 1 1 0,1 2 0 0,0 0-2 15,2 2 6-15,-1 1-3 0,2 1 7 0,-1 1 1 0,0 0-3 16,0 1 3-16,1 0-9 0,1 0 0 0,-1 0-2 0,1 1-5 0,-2-1 4 16,2 2-6-16,0-2 3 0,1 0 2 0,0 1 0 0,0-1-2 0,0-1-2 15,1 0-2-15,1-1 1 0,-1 0 4 0,1-1 3 0,0-1 9 16,0 1 7-16,-3-1 5 0,0 0 8 0,0-1-1 0,0 1 0 0,-3-2-2 15,1 0-5-15,-1 1-2 0,-1-1-4 0,-2 1-4 0,-1-2-3 0,-1 1-5 16,-2-2-4-16,-2 1-5 0,-2-1-1 0,-1 1 0 0,-2 0 0 16,-1-1 0-16,-2 0-2 0,-2 1-2 0,-1 1 2 0,-1 0 8 0,0 0 2 15,-1 2-2-15,-2 0-4 0,1 1-4 0,0 0-4 0,0 1 0 16,-2 1 0-16,1 1-6 0,0 1 0 0,2 1 1 0,1 1-7 0,0 0-8 16,1 0-12-16,2 1-7 0,0 0-1 0,1 0-2 0,1 0-3 0,2-2-6 15,1 1 0-15,0-1 1 0,2-1 6 0,1 1 4 16,0 0 7-16,1 1 5 0,1-1 10 0,1 0 7 0,1 0 7 0,0 0 2 0,1-1-2 15,1 0-1-15,1 0-3 0,2 0 3 0,0 0 2 0,2 1 2 0,1 0-1 16,-1 0 0-16,4 1 4 0,-1 0 3 0,1 1 3 0,-3 1 5 16,1 2-1-16,0 2-1 0,0 0 6 0,0 2-2 0,0-1 1 0,0 3 0 15,1 0-3-15,0 1 3 0,0 0 0 0,-1-2 1 0,1 3-3 16,-2-1 2-16,0-1 4 0,-1-1 6 0,0-2 8 0,-1-1-2 0,0 0 3 16,-2-2-3-16,-1 0-3 0,-2-3 1 0,-1 0 2 0,-1-3-1 0,-1 0-3 15,-1-1-5-15,-1-1-5 0,0-1-9 0,0-2-3 0,-2-1-1 16,-1 0-1-16,0-2-2 0,-1 1 3 0,-1-3-3 0,-1 0 0 0,1-2 0 15,-1 0 3-15,0 0-2 0,1 0 1 0,0-1 0 0,0 0 0 0,1-2-2 16,1 2-6-16,0 0-16 0,0 0-21 0,2 2-29 0,0 0-30 16,0 1-43-16,2 0-55 0,1 0-246 0</inkml:trace>
  <inkml:trace contextRef="#ctx0" brushRef="#br0" timeOffset="143907.25">28276 12242 1943 0,'3'4'96'0,"1"3"-60"0,3 3-36 0,2 2-12 0,0-1 12 16,0 0 7-16,0 0-4 0,-1 1 1 0,2 0-5 0,-1 2-6 0,0 0 3 15,-1-1-4-15,1 1 3 0,-1-2 2 0,0 0-1 0,0-1-2 0,0-2 3 16,0 0-2-16,-1 0-5 0,2-2-4 0,-1 0 0 0,1-1-2 16,0-1 5-16,1-1 3 0,0-1 1 0,-1-1 4 0,0-2 5 0,0 0 9 15,-2 0 5-15,2-1 5 0,1-1 7 0,-1-1-5 0,1 0 4 16,0-2-3-16,-2 0-4 0,0-1-1 0,0 0-2 0,-1 0 2 0,1 0-3 16,0-1-1-16,-2 1-6 0,1 0-9 0,-1 0 0 0,-2-1 6 0,1 1-6 15,0 1 4-15,-1 1-4 0,-1 1-3 0,0 0 0 0,-1 1-5 16,1 0-4-16,-1 0 0 0,1 2-3 0,-1-1 4 0,-1 2-5 0,1 0-9 15,0 0 1-15,0 0-7 0,1 0-1 0,-1-1-1 0,0 1 1 0,1 1-1 16,0 0 1-16,0 0 2 0,1 0 1 0,0 1 7 0,1 0 8 16,0 0-1-16,0 1 6 0,0-1 2 0,-1 1-1 0,1-1 7 0,0 1 1 15,-1 0 0-15,1-1 1 0,0 0 1 0,1 0-1 0,-2 0 1 16,2-1 2-16,-1-1 0 0,1 1-4 0,1-2 0 0,-1 0-1 0,1 0-3 16,1-2 4-16,-1 1 1 0,0-2-1 0,-1 0 2 0,2 1-5 0,0-2 3 15,-1 2 0-15,1-1 0 0,-1 0 7 0,0 0-1 0,-1 0 9 16,0 1 5-16,0 1 3 0,-1-1-3 0,1 2 0 0,-2-1 1 0,0 0-1 15,-1 1 6-15,0 0-8 0,-1 1-4 0,0 0-4 0,0 1-7 0,-1 0 0 16,0 1-8-16,-1 0-3 0,0 2-9 0,0-2-8 0,0 2-9 16,0 1-18-16,0-1-21 0,-1 1-29 0,0 0-45 0,0 0-51 0,1-1-44 15,-2 0-87-15,1 1-237 0</inkml:trace>
  <inkml:trace contextRef="#ctx0" brushRef="#br0" timeOffset="144091.25">28788 11805 2976 0,'-6'1'63'0,"3"1"-116"15,-1 1-62-15,2 1-18 0,2 0 23 0,1 1 28 0,1 1-7 16,0 0-53-16,1 1-108 0,-1 1-130 0,0 0-136 0,-1 1-312 0</inkml:trace>
  <inkml:trace contextRef="#ctx0" brushRef="#br0" timeOffset="144407.25">29223 12154 2569 0,'0'1'151'0,"1"2"-118"0,1 0-62 0,1 1-1 0,2 0 24 16,1 1 24-16,-1-1 9 0,3 0-7 0,0 1-12 0,1 0-8 0,0-1-6 15,1 1-6-15,-1-1-2 0,0 0-6 0,0-1-9 0,0 0 1 16,1-1-2-16,0-1-12 0,1 0-2 0,-2 0-18 0,2-1-9 0,0 0-5 15,0-1-4-15,1 1 14 0,-1-1 13 0,0 0 12 0,2 0 11 0,-1 0 5 16,1 0-4-16,-2 0-6 0,0-1-16 0,-1 0-16 0,-1-1-24 16,0 1-19-16,-2 0-14 0,1 0-19 0,-1 0-15 0,-1 1-23 0,-1 0-50 15,0 0-118-15,-1 1-30 0</inkml:trace>
  <inkml:trace contextRef="#ctx0" brushRef="#br0" timeOffset="144591.25">29291 12498 2203 0,'0'2'82'0,"0"0"-75"0,0 1-29 0,1 0 4 0,1 0 9 0,0-1 15 16,2 0-9-16,-1 0-9 0,0 0-20 0,1-1-14 0,1 1-14 0,1-1-12 15,1-1-11-15,-1 1-22 0,2-2-18 0,1 0-26 0,1 0-25 16,1-1-31-16,1-1-44 0,1-1-84 0,1-3-133 0</inkml:trace>
  <inkml:trace contextRef="#ctx0" brushRef="#br0" timeOffset="145257.25">29855 12010 2164 0,'-5'-1'106'0,"-2"2"-52"0,0 2-39 0,1 0 0 15,2 0 12-15,0 1 13 0,2-1 3 0,0 2-4 0,0 1-7 16,0-1-26-16,0 2-11 0,1 0 16 0,-1 0 0 0,2 2 8 0,-1 1-1 15,1 0-10-15,0 1-3 0,1 1-1 0,0-1 4 0,1 2-3 0,1 1 2 16,2 0-4-16,1 1 0 0,1 2-3 0,1 2 5 0,0-1-4 16,1 0-2-16,1 1 6 0,1 1-2 0,1-1 6 0,0 3 4 0,1-1-3 15,0-1 1-15,0 0 2 0,0-1 0 0,-1-2 4 0,0 1-4 0,1-1 3 16,-1-2 1-16,0-1-1 0,-2 0 2 0,-1 0-1 0,-1-2 1 16,-2 0-8-16,0-3 2 0,-1 0 2 0,-3-1-9 0,0-1 8 0,-2-1-4 15,-1 0 2-15,-1-1 8 0,-1-1-9 0,-1-1-6 0,-1 0-15 0,-2-1-12 16,0 0-11-16,-2-1-3 0,-3 0-23 0,-1 0 1 0,-2 1-4 15,0-3 2-15,-1 0 7 0,0-2-18 0,0-1-13 0,2-2-12 0,-1-2-9 16,0 0-11-16,0-2-35 0,1-3-49 0,-2-2-77 0,0-5-96 0,1-3-371 16</inkml:trace>
  <inkml:trace contextRef="#ctx0" brushRef="#br0" timeOffset="145408.25">29757 12037 1884 0,'-2'0'582'15,"1"0"-506"-15,-1 0-57 0,2 0-28 0,1-1 6 0,1 2 8 0,1-1 2 16,0 1-2-16,2 0-17 0,-1 1-11 0,1 0-11 0,1 0-14 16,0 0 0-16,-1-1-19 0,2 1-15 0,1-1-15 0,1 1-30 0,1 0-10 15,2 1-14-15,-1-1-31 0,0 0-37 0,1 1-32 0,2-2-29 0,2 1-33 16,0 0-83-16</inkml:trace>
  <inkml:trace contextRef="#ctx0" brushRef="#br0" timeOffset="145674.25">30466 12089 838 0,'4'6'560'0,"1"2"-442"0,1 4-58 16,0-1-15-16,0 2 16 0,0 2 20 0,1 0 12 0,-1 0 5 15,0 2-13-15,0 1-12 0,0 1-8 0,1 0-6 0,0 1-10 0,-1 0-15 16,1-1-5-16,-1 1-14 0,1 1-3 0,0-3 0 0,0 0-7 16,0-2-5-16,3-1 0 0,-2-3-5 0,2-1 4 0,1-1 2 0,0-2-1 15,-1-2 3-15,2-3 3 0,-1 0 11 0,0-2 0 0,0-1 11 0,-1-1 9 16,0-3 7-16,0-1 10 0,1-2-4 0,-2 0 5 0,0-1-5 15,0-2 0-15,-3-1-2 0,0 0-6 0,-2-1-5 0,-1-3-14 0,-1-2-4 16,-2 0-17-16,-2-3-14 0,-2-1-7 0,-2 1-4 0,-1-2-1 0,-2 0 5 16,-3 1 4-16,-2-1-13 0,-1 0-5 0,-1 3-18 0,-2-1-25 15,-3 1-22-15,-1 2-30 0,-3-1-30 0,-2 2-40 0,0 2-29 0,-2 3-65 16,1 2-107-16,-4 0-401 0</inkml:trace>
  <inkml:trace contextRef="#ctx0" brushRef="#br0" timeOffset="149558.24">26080 6178 1830 0,'-78'-30'170'0,"-5"1"-165"0,-16-7 0 0,16 8-4 0,12 5 0 0,2 3-2 15,0-1-2-15,1 1 5 0,1 2-9 0,2 0-10 0,-2 3-15 0,2 1-20 16,-1 3-13-16,-2 4-7 0,-1 1 12 0,0 4 12 0,-2 1 19 16,-1 2 11-16,-2 2 5 0,-4 2 7 0,-1 1 0 0,0 4-2 0,-3 3 5 15,-1 1 3-15,-1 3 8 0,0 1 6 0,0 3-1 0,0 1-2 16,-1 2 0-16,2 2 3 0,-2 0 0 0,1 2 7 0,1-3-2 0,1 3 2 16,1 0-3-16,-1 2-10 0,3 3 1 0,0 1-8 0,3 2-4 0,2 3 2 15,0 3-4-15,1 1 1 0,1 4 7 0,2 1-1 0,2 2-3 16,-1 3 5-16,2 1-2 0,0 2 4 0,1 1 2 0,2 0 2 0,2 1-6 15,2 2 7-15,0 3-1 0,3 1-7 0,2 4 9 0,2 2-7 0,2 1-3 16,2 4-1-16,1 1-1 0,2 1-5 0,3 2 1 0,2 2 1 16,1 3-1-16,2 5 1 0,1 2 1 0,3 5-1 0,3 0-4 0,1 4 7 15,2-1-4-15,3 2 2 0,0 1 2 0,5 1-3 0,1 0-2 16,1 2 1-16,3 3-1 0,3 0-2 0,1 2 2 0,3 0 1 0,2 0-1 16,3-1 2-16,1 0 2 0,2 1-1 0,2 2 8 0,2 0-16 0,3 0 9 15,2 0 1-15,2 0-6 0,2 1 15 0,3-1-1 0,2 1 2 16,2 1-1-16,4-1-4 0,2 1-1 0,3-2-2 0,2-1 6 0,3-2-4 15,4 0-4-15,3-1 4 0,3 0-8 0,3 1 1 0,3 1-1 0,6-1-3 16,2-2 2-16,3 1 0 0,3-2 2 0,1 1-3 0,5-2-5 16,2-3 9-16,1-1 0 0,2-3 1 0,1-1 0 0,3-5-3 0,2-2-4 15,1-5 1-15,5-4 1 0,2-3 0 0,0-5-1 0,4-2 2 16,-1-2 5-16,3-3 0 0,0-3 0 0,2 0-1 0,1-5 3 0,2-3 2 16,3-1 6-16,3-3 3 0,3-2-7 0,3-1-1 0,2-2 0 0,3-1-2 15,2 0 6-15,1 0 0 0,4-1-2 0,2-1 0 0,3 0 1 16,4-1 3-16,3 0-4 0,3 0 1 0,3-2 1 0,3-3-12 0,-2-2 1 15,2-4-8-15,-1-1-7 0,0-4 5 0,4-1-6 0,0-2 2 0,3-3-1 16,1-2-6-16,0-1-20 0,2-3-22 0,0-2-8 0,1-2-6 16,0-2 6-16,-1-3 15 0,-1-3 8 0,0-3 11 0,-1-3 20 0,-3-4 14 15,-1-2 7-15,-2-3 3 0,-5-1-1 0,-2-3 3 0,-2-2 7 16,-6-2 20-16,-2-3 25 0,-2-3 24 0,-3-1 28 0,-2-4 6 0,-4 1-6 16,-1-3-8-16,-3-1-12 0,-2-3-10 0,-2-4-3 0,-1 0-13 0,-3-2-8 15,-1-3-7-15,-3-1-6 0,-2-3-8 0,0 0-12 0,-5-2-9 16,0-2-4-16,-5-1-11 0,0-3 9 0,-5-1 10 0,-2-2-1 0,-1-2 9 15,-3-3-15-15,-2-2-9 0,-3-2-4 0,-3-2 2 0,-5 0-5 0,0-5 0 16,-4-4 1-16,-34 40 28 0,7-11 5 0,0-2-9 0,5-12-1 16,-4-2-37-16,4-12-2 0,-3-2-2 0,5-12-2 0,-4-2 7 0,-3-2 1 15,-4-1 5-15,-3-2 0 0,-2 0-4 0,-3 0 5 0,-3-1 4 16,-2-1 5-16,-4-1 11 0,-1-1-1 0,-5-2 3 0,-3 0-2 0,-1-1 1 16,-3 0 4-16,-2 0 1 0,-2 0 13 0,-1 2 8 0,-3 3 5 0,-2 1 14 15,-3 1-1-15,0 1-9 0,-3-1-2 0,-2 2-10 0,-3-1-3 16,-3-3-4-16,-1 1-6 0,-2-3-13 0,-4-1 1 0,-2-2 0 0,-2-1-5 15,-37-102 7-15,3 26-36 0,4 24 4 0,5 30-2 0,5 16-2 0,-4 3 33 16,0 3-9-16,-2 1-2 0,-3 2 5 0,-2 0 4 0,-4 4 2 16,0 1-6-16,-1 2-6 0,-1 4-4 0,0 2 14 0,-3 3 6 0,-2 2 2 15,0 0-1-15,-1 0-12 0,-5 2 1 0,0 0-5 0,-4 3 7 16,-1 1-1-16,0 0-1 0,-2 6 4 0,1-2-7 0,-4 3-5 0,-1 2 2 16,-3 2 1-16,-1 1-3 0,-4 5 17 0,1 0 1 0,-3 3 3 0,-3 4-2 15,0 2-14-15,-2 1 3 0,-3 3-5 0,-1 1 11 0,-2 4-4 16,-1 4 2-16,1 2 0 0,-4 1 1 0,-1 2 5 0,-1 5-6 0,-4 0-11 15,-1 5 2-15,-3 2 14 0,3 2 11 0,3 6 10 0,1 2-13 0,2 3-17 16,-6 4-8-16,-2 3 0 0,0 4 8 0,1 3 2 0,3 2-3 16,1 4-4-16,1 3-3 0,1 4-2 0,-1 3-7 0,0 4-7 0,2 3-7 15,0 3 0-15,2 2-6 0,1 3-21 0,1 3-24 0,1 4-31 16,-1 7-32-16,-1 4-5 0,1 6-7 0,2 2-21 0,5 3-29 0,2 3-86 16,2 4-135-16,-2 6-421 0</inkml:trace>
  <inkml:trace contextRef="#ctx0" brushRef="#br0" timeOffset="158509.68">10406 6757 202 0,'-4'-5'194'0,"0"1"-104"0,1 0-34 16,0 2-23-16,1 0-13 0,0 0-9 0,1 0-5 0,1 0-3 0,-1 1-3 15,1 0-2-15,0-1-3 0,0 0-1 0,0 0 1 0,0-1 2 16,0 1 1-16,-1-1 4 0,1-1 2 0,0 0-1 0,-1 1 6 0,1-1 4 15,0-1 8-15,0 1 9 0,1-2 9 0,1 2 7 0,0-1 1 0,0-1-6 16,2 0-3-16,0 0-10 0,2-1-2 0,2-1-6 0,2-1-2 16,2-1 2-16,1 0-4 0,1-2 1 0,4 0-4 0,4 0-2 0,1 0-3 15,4 2-2-15,2-2 2 0,1 1-1 0,4-1 0 0,2 0 4 16,2 2 0-16,4-3 2 0,-1-1 2 0,2 0-1 0,4 0 3 0,2 1-2 16,3-1 0-16,1 0-1 0,3-1-7 0,2 1-1 0,4-2-3 0,3 0-2 15,4-1 6-15,3 1 1 0,4-2-3 0,3-1 3 0,2 0-2 16,3-2-2-16,3 0 3 0,3 0-1 0,3-2 1 0,4 1 3 0,4-1-2 15,1 1-1-15,4-2 2 0,2 1 0 0,3-2 5 0,2-1 2 0,3-1 0 16,3 0 6-16,2 0 4 0,2 0 0 0,4 2 3 0,3-3 0 16,2 1-1-16,4-1 1 0,1 0-5 0,2-1-2 0,3 2 4 0,0-2 6 15,4 1 1-15,1 1 4 0,2-1-12 0,1 2-4 0,3-1-5 16,1 2-4-16,2-1 4 0,2 2 2 0,2-1 0 0,1-1-2 0,1 0-4 16,2-2 3-16,1 0-1 0,2-1-2 0,2 2 2 0,1 2-6 0,1 0 2 15,-2 0 3-15,-1 0-9 0,0 1 4 0,1 1 1 0,0 0-2 16,0 1 5-16,0 0 1 0,-3 1 4 0,-1 1 3 0,-2 1 4 0,1 0-1 15,-3 2-4-15,1 1-2 0,-2 2-8 0,-3 2-1 0,-2 3 6 0,-4 0-4 16,-2 2 6-16,-3 0-3 0,-2 3-2 0,-2 1 3 0,-4 2-3 16,-1 1 1-16,-4 2-2 0,-5 1-5 0,-2 3 2 0,-4 0 2 0,-4 1 0 15,-4 1 5-15,-6 2-2 0,-2 1-3 0,-5 3-3 0,-2 1-5 16,-3 0 13-16,-5 4-3 0,-4 1-11 0,-6 1 3 0,-2 1-11 0,-4 1 1 16,-2 0 13-16,-5 2 0 0,-5-1-5 0,-5-1 2 0,-5 1-3 0,-2-1 2 15,-5 1-4-15,-3 0 2 0,-4 0 0 0,-5 2-1 0,-3-2 2 16,-5 2-2-16,-1-2-1 0,-5-2-2 0,-5 0-2 0,-3-1-10 0,-4-1-6 15,-4 0-16-15,-4 1-14 0,-3-2-19 0,-4 1-22 0,-4 0-17 0,-4-2-22 16,-5 0-5-16,-4-1-2 0,-4-3-4 0,-3 0 2 0,-3-1-2 0,-4-2-1 16,-2-1-1-16,-5-1-18 0,-3-1-35 0,-3-1-167 0</inkml:trace>
  <inkml:trace contextRef="#ctx0" brushRef="#br0" timeOffset="158725.68">21781 5730 309 0,'5'1'220'16,"2"1"-117"-16,4 1-41 0,3 1-31 0,4 1-18 0,2 2-10 15,2 1-5-15,4 2-5 0,0 1-1 0,3 2-2 0,0 2 3 0,3 1 2 16,1-1 2-16,0 1 3 0,-1 2 2 0,1 0 9 0,-1 1 7 0,1 3 11 16,1 0 12-16,-1 1 2 0,0 1-4 0,-2-2-4 0,-3 2-6 15,1-1-4-15,-2 0 4 0,0 1 0 0,0-1-1 0,1 2 6 0,-2 0 4 16,3-2 6-16,-1 0 7 0,2-2 4 0,1-1-3 0,1-3 1 16,1-2 1-16,2-5-7 0,0 0-1 0,4-3-9 0,1-2-14 0,3-4-3 15,4-4-9-15,2-2 0 0,1-4-10 0,5-1-6 0,1-3-13 0,3-4-22 16,3-3-22-16,1-2-32 0,1-4-40 0,3-1-57 0,1-3-154 15,4 0-200-15</inkml:trace>
  <inkml:trace contextRef="#ctx0" brushRef="#br0" timeOffset="186360.43">5642 8370 1018 0,'6'-3'131'0,"3"1"-101"0,2-1-8 0,0 3-7 16,-1 1-3-16,1 1-10 0,-1 1-1 0,1 1 2 0,1 1-5 0,0 1 2 0,1 0-3 16,0 0-3-16,1 1-1 0,0 1-3 0,2 0 1 0,0 1 3 0,3 0-1 15,0 0 1-15,1 0 3 0,2-2 1 0,-1 2 3 0,-1 0 0 16,1 0 4-16,0 0 1 0,0 0-1 0,1 0 2 0,0-1 0 0,1 0 0 16,2 0 1-16,-1 0 3 0,2 1-1 0,2-1 2 0,-1 0-3 0,2-1 2 15,-1 0 2-15,2 1-3 0,2-1 2 0,1 2 1 0,0-1-3 16,2 0 0-16,0 0-1 0,2 0-1 0,2 0 2 0,-1 0 1 0,1 0 6 15,1 0-2-15,1 1 0 0,2 0 3 0,3-1-5 0,0-1-2 16,2 1 1-16,2 0-4 0,2 0 4 0,2-1 0 0,3 0-2 0,1-1 0 16,1-1-2-16,3 1 5 0,0-1-2 0,0 1-4 0,3 0-1 0,-1 0-6 15,0-1 0-15,2 2 3 0,1-1-1 0,1 0 0 0,0 1 3 16,0-1-12-16,0-1 0 0,0 0 0 0,1 0-5 0,-2 1 11 0,0 0 1 16,3 0-1-16,-2 0 3 0,0 1 1 0,1-1-2 15,-2 0 5-15,1-2-4 0,1 1 0 0,-2-1 1 0,0 0 10 0,1-2 2 0,1 0 6 16,0 0 2-16,1-2-4 0,0 1 4 0,0-2-1 0,-1 0 5 0,2-1-8 15,-1 0-2-15,1-1 4 0,0-1-6 0,0-2 1 0,-1 1-2 16,2-2-2-16,0-1 0 0,0 0 1 0,1-1-5 0,-1 0 3 0,0 0-2 16,-1 0 1-16,-1-2 1 0,0-1-5 0,-1-2 3 0,-1 0-7 0,-1 0 0 15,-1-1-4-15,-1-2 2 0,-1-1 7 0,2 0 3 0,-2-2 1 16,0 0 3-16,0-1 1 0,-2-1-2 0,-1-2 2 0,-2 1-1 0,-1-3-1 16,-3 0 4-16,-1-2 0 0,-1 2-2 0,-2-1-1 0,-3 0-4 0,-2 1-1 15,-4-1-1-15,-1 0 3 0,-4 0-7 0,-2 1 3 0,-4 0 5 16,-2 0-8-16,-4 1 5 0,-2-2 0 0,-4 1-8 0,-3-2 7 0,-1 2-4 15,-4-1-1-15,-3 0 0 0,-4 1-2 0,-2-1-1 0,-3 0 2 16,-2-2-1-16,-3 0-4 0,-2 0 3 0,-4 0 0 0,-2 0 0 0,-1 2 5 16,-4-1-1-16,-2 1-1 0,-1-2-1 0,-5 2-8 0,-2 1-5 0,-2 0 11 15,-3 3 0-15,-3-2 5 0,-1 2-1 0,-5 1-8 0,-4-1 1 16,-2 4-2-16,-3-1 3 0,-1 1-1 0,-4 1-3 0,-2 3 4 0,-3 1-1 16,-3 1-1-16,-3 0 2 0,-4 3-2 0,-2-1 1 0,-1 2-1 0,-5 1-2 15,-2 1 4-15,-1 1 2 0,-4 2 0 0,-2 2 0 0,-2 0-1 16,-3 1 1-16,-1 0-1 0,-2 2 1 0,-3 0 0 0,1 1 1 0,-2 0 0 15,-1 1 5-15,1 0-1 0,-3 0-1 0,-2 1 0 0,1 0-2 16,-1 1 2-16,-1 1 4 0,-1 0-1 0,0 1-4 0,-1-1 6 0,0 1 0 16,-1-1 4-16,0 1 6 0,1-1-1 0,0 0 8 0,1-1-1 0,0 0 4 15,-1-1 1-15,1 1-5 0,0 0 0 0,-2 0-7 0,2 1-5 16,-2 0-6-16,-1 2-2 0,-1 1-3 0,0 1 2 0,-1 1 4 0,0 1-6 16,-1 1-1-16,0 2-1 0,-1 0 2 0,0 1 6 0,3-1-8 0,-1 1-2 15,2 1-7-15,1-1-7 0,2 2 15 0,0 0-3 0,0 1-2 16,2-1-5-16,1 3-17 0,2 1-18 0,1 1-17 0,2 2-51 0,0-1-68 15,2 2-106-15,0 3-133 0,1 1-440 0</inkml:trace>
  <inkml:trace contextRef="#ctx0" brushRef="#br0" timeOffset="188593.63">20092 15074 3166 0,'5'15'25'0,"3"1"14"0,0 2 14 0,0 5 14 16,-4-11-20-16,-1 3-9 0,2 4-21 0,-1 5-1 0,-1 8-10 0,0 9-13 15,-1 5 8-15,-2 8-17 0,-1 4-6 0,-2 3-11 0,-3 2-18 16,-2 2-10-16,-1 2-14 0,-2 1-9 0,-1 2-32 0,1-1-27 0,0 0-21 16,1 2-36-16,1-3-23 0,1-2-24 0,1-1-8 0,1-5 20 0,4 0 31 15,0-3 38-15,2-4 42 0,1-2 21 0,1-4 13 0,0-2 2 16,4-5-14-16,1-3 3 0,1-3 10 0,1-4 6 0,1-3 0 0,3-5-92 15</inkml:trace>
  <inkml:trace contextRef="#ctx0" brushRef="#br0" timeOffset="188927.17">20825 15657 1100 0,'8'-23'294'16,"3"-1"-134"-16,0-3-19 0,-3 7-7 0,-1 5-19 0,-3 4-27 0,-1 2-17 15,0 4-10-15,-1 3 0 0,0 2 3 0,-1 3-7 0,1 1-10 16,-2 3 7-16,1 1-6 0,1 5 4 0,0 4-1 0,1 1-8 0,-1 3 2 15,1 2-9-15,-1 3-6 0,1 4-6 0,0 1-9 0,1 1-3 0,1 1-11 16,1 0 11-16,1 0-1 0,2 0-2 0,0-1-6 0,5-1-10 16,2-1 2-16,4-1 4 0,1-3 7 0,5 1-9 0,0 0-5 0,3-3 0 15,2 0 3-15,3-4 1 0,2-3 1 0,3-3 0 0,-1-3 11 0,1-3-1 16,2-3 7-16,-2-2 0 0,1-3-9 0,0-2 10 0,-2-2 0 16,-1-3 22-16,-1-3 0 0,0-3-1 0,0-3 10 0,-2-3 1 0,-3-4 7 15,-2-2 6-15,0-2-16 0,-2-1-10 0,0-1-4 0,-1-2-1 16,-4-1 4-16,-1-2-19 0,-3-2-7 0,-4 1 6 0,-1-2 2 0,-3-1 7 15,-2 0-4-15,-3 0-14 0,-3 0-14 0,-3 0-6 0,-4 1-1 0,-3-1-3 16,-3-1-9-16,-2 3-3 0,-3 0-11 0,-4 4 2 0,-2 2 9 16,-3 3 3-16,-2 1 12 0,-2 3-6 0,-3 3 0 0,-1 4 4 0,-4 3-5 15,-2 4 1-15,-1 5-3 0,-3 3-3 0,3 4 0 0,0 3-14 16,0 5-32-16,1 3-61 0,0 3-127 0,2 4-152 0,1 3-180 0,-1 3-407 16</inkml:trace>
  <inkml:trace contextRef="#ctx0" brushRef="#br0" timeOffset="189143.86">22821 15504 3541 0,'9'9'15'0,"2"3"5"0,3 4-1 0,2 5 0 0,-7-2-14 15,1 3-7-15,0 4 0 0,1 5-7 0,0 2-21 0,-1 2-35 16,0 3 19-16,1-1-20 0,-2-1-12 0,1-3-22 0,-2-2-80 0,0-6-48 16,0 0-93-16,1-5-69 0,1-2-92 0,1-3-44 0,4-5-262 0</inkml:trace>
  <inkml:trace contextRef="#ctx0" brushRef="#br0" timeOffset="189277.86">23450 15776 1068 0,'23'-22'675'0,"2"-2"-352"0,5-6-91 0,-5 0-31 15,-5 2-20-15,-1-1-30 0,0-2-29 0,-2-1-33 0,-3 0-28 16,0-4-12-16,-2 0-19 0,-3 0-9 0,-1 0-12 0,-4 2-21 0,-4 1-15 15,-3 2-22-15,-5-1-26 0,-1 3-17 0,-5 1 7 0,-4 2 9 0,-1 1 17 16,-6 3 15-16,-2 3-8 0,-4 2 6 0,1 4 3 0,-2 3 2 16,2 4-4-16,-2 3-8 0,1 3-23 0,-2 2-22 0,1 1-41 0,0 3-44 15,3 1-59-15,0 1-46 0,3 3-50 0,1 0-34 0,1 2-149 16</inkml:trace>
  <inkml:trace contextRef="#ctx0" brushRef="#br0" timeOffset="189610.66">24926 15544 3891 0,'28'5'108'0,"-3"0"-52"0,8 1-40 0,-5-1-16 16,-4-3-16-16,2 0-14 0,0 0-27 0,2-1-18 0,1 0 3 0,1-2 9 15,0-2 19-15,0-2 8 0,-3-3 4 0,-1-1-4 0,-3 0-15 0,-3-3-12 16,-1-2-3-16,-2-3 2 0,-3-1-1 0,0-4 29 0,-1-1 15 16,-1-2 14-16,-2-1 18 0,-3-1-1 0,-2-3 19 0,-2 0 9 0,-2-4 5 15,-2 1-5-15,-3-3 8 0,-4 0-6 0,-2-3-3 0,-6 0 14 16,-3 0-27-16,-4-3-5 0,-6 2-6 0,-3 0-11 0,-6 0 4 0,-3 4-3 16,-4 3-3-16,-2 4 8 0,0 5-8 0,1 7 0 0,0 4 0 0,1 5-2 15,1 4 2-15,2 5-7 0,0 5-5 0,-3 5-5 0,0 6-1 16,-1 7-16-16,-1 7-22 0,-4 5-32 0,-1 7-41 0,-3 5-42 0,-2 5-66 15,-2 5-97-15,-3 3-110 0,-1 3-92 0,-1 4-55 0,2 1-143 16</inkml:trace>
  <inkml:trace contextRef="#ctx0" brushRef="#br0" timeOffset="190393.66">22186 17388 2348 0,'0'1'266'0,"-1"-1"-64"0,0 1-49 0,0 0-48 16,0 1-37-16,1 0-30 0,-1 2-25 0,1 2-8 0,0 2-5 15,2 3-11-15,0 1 6 0,1 4-4 0,0 5 0 0,1 4 4 0,0 4 3 16,2 1-5-16,-1 4 11 0,1 2 8 0,-3-16 9 0,1 3 8 0,-1-1-26 15,0 4-19-15,1-2-28 0,0 4-12 0,1 0-5 0,0 1-24 16,0 0-3-16,0 1-18 0,1 1-25 0,0 0-34 0,0 1-23 0,1 0-25 16,0-2 0-16,-1 2-46 0,1-2-13 0,1 0 0 0,-1-2-7 15,0-2 44-15,0-1-166 0</inkml:trace>
  <inkml:trace contextRef="#ctx0" brushRef="#br0" timeOffset="190727.66">22759 17709 1320 0,'2'-1'726'0,"0"1"-468"0,1-1-8 16,-1 1-46-16,1 0-31 0,1 0-55 0,-1-1-22 0,0 2-29 0,0 0-28 16,2 2 4-16,0 1-36 0,0 1-9 0,2 2 10 0,-3-2 17 0,0 0-9 15,1 2-3-15,1 1-1 0,0 2-19 0,2 1 9 0,-2 2-6 16,3-1 4-16,0 3-5 0,2 0-13 0,-1 2 0 0,2 0-7 0,-1 1 12 16,2 2 6-16,1-1 0 0,1 1-2 0,-1-1 0 0,2 0 5 0,0-2 10 15,0 1-3-15,0-3 3 0,1 0 6 0,0-3-5 0,1 0 6 16,-2-2-6-16,2-2 6 0,0-2 6 0,-1-2 3 0,2-2 5 0,-1-2 2 15,1-1-5-15,-2-3 4 0,0-1-2 0,1-1-1 0,-3-3 5 16,2-1 4-16,-2-1 0 0,0-1 1 0,-3-2-4 0,1-2-5 0,-2 0-5 16,-1 0-15-16,-2-3 0 0,-2 0-4 0,1-20-27 0,-4 1-2 0,-6 2 4 15,-4 2-20-15,-4 3 19 0,-3 4-8 0,-2 2-6 0,-1 5 22 16,-2 4 10-16,-1 1-1 0,-1 2-4 0,-3 1 7 0,-1 2-9 0,1 3 6 16,-2 2-1-16,0 3-17 0,-1 2 8 0,1 3-6 0,-1 1-12 0,1 3 1 15,1 4-25-15,-1 1-9 0,2 2-25 0,1 2-41 0,2-1-34 16,11-6-62-16,1 2-58 0,-1-1-56 0,1 2-16 0,2 0-13 0,0 2 15 15,2 0-8-15,2 2-29 0</inkml:trace>
  <inkml:trace contextRef="#ctx0" brushRef="#br0" timeOffset="190977.66">23793 17816 1824 0,'7'0'322'0,"-1"-1"-67"16,1 1-48-16,2-1-34 0,3 1-23 0,2-1-37 0,2 1-33 0,1 0-22 15,3 0-21-15,2 1-8 0,1 0-15 0,4 0-11 0,0 0 8 16,4 1-4-16,-1 0-3 0,2 0-6 0,0 1 0 0,0 0-3 0,0 0 3 15,0 0 2-15,0 0 0 0,-1-1-9 0,0 0 6 0,0 0-5 0,-2-1 0 16,0-1 15-16,-1-1-6 0,0 0 7 0,-1-2 6 0,-1-2-12 16,22-5 10-16,-5-2-8 0,-7-1-4 0,-6-2 30 0,-4 0-3 0,-5-1-1 15,-7 0-4-15,-5 3-8 0,-3-1-5 0,-2-1-1 0,-2-1-8 16,-2 1-11-16,-3-1-2 0,-3-2 6 0,-2 1-10 0,-1-1-17 0,-5-1 10 16,-2 1-3-16,-3 0-7 0,-2 1 4 0,-5 1-9 0,-1 1 9 0,-5 5 13 15,-1 1-1-15,-3 3 6 0,-1 3 0 0,-3 3-11 0,1 3-6 16,0 2-28-16,-2 4-38 0,2 1-45 0,2 1-57 0,-1 4-59 0,3 2-70 15,0 2-62-15,1 1-53 0,2 4-12 0,-1 0-89 0</inkml:trace>
  <inkml:trace contextRef="#ctx0" brushRef="#br0" timeOffset="196210.67">3291 9997 1027 0,'0'0'28'0,"2"2"7"0,2 0-10 16,3 1 6-16,2-1 2 0,1 0 4 0,2 0-5 0,4 0-7 0,3 1-4 15,1-1-10-15,2 1-3 0,2 1-3 0,-1 1-1 0,2 2-1 16,0-1-2-16,2 0 2 0,3 1-2 0,0-1 1 0,3 0-1 0,1-2 3 15,0 1-4-15,3-2-3 0,-1 0 6 0,4-1-4 0,-2-1 6 0,2-1 2 16,2-1 1-16,1 1 8 0,-1-2 4 0,0 1 2 0,1 0 4 16,-2 0 5-16,0-1 1 0,2 0 5 0,-1-1-2 0,0 0-6 0,1-1 1 15,-1 0-6-15,0 0 5 0,1-1-2 0,-2-1-3 0,2 1-3 0,-1-3-2 16,2-1 4-16,-1 0 0 0,-1-2-2 0,1-1-4 0,-2 1 0 16,0-3-5-16,2-1-1 0,-2 0 0 0,-1 0-6 0,1-2 3 0,-2 0 1 15,0-1-4-15,1-1 2 0,-3-1 1 0,0-1-2 0,0-1 6 16,-3-1-3-16,-1 0 2 0,-4 1-3 0,-1 0-1 0,-1 1 4 0,-1-1-2 15,-1 0 2-15,-2-1 0 0,0-1 2 0,-3 0-13 0,-1 1-1 0,0-2-1 16,-3 1-5-16,-2-1 17 0,0-1 0 0,-2 0-4 0,-1-1 5 16,-2 1-6-16,-3-1 0 0,-1 1 4 0,-1 0-2 0,-3-1 0 0,0 1-2 15,-3-1 0-15,-1-1 1 0,-2-1-2 0,-2 0 4 0,-2-1-1 0,-3 3-7 16,-1 0 10-16,-2 1-6 0,0-1 2 0,-4 0 5 0,-2 2-14 16,0-2 3-16,-4 3 3 0,-1 0-2 0,-1 0 9 0,-3 2 1 0,1-1-7 15,-4 2 0-15,-2-1-1 0,-2 2-3 0,-3 1-1 0,0 1 1 16,-4 1-2-16,0 1 8 0,-2 3-6 0,-1-1 8 0,-1 2-1 0,-3 0-3 15,-2 3 5-15,0 1-6 0,-1 2 0 0,-1 1 0 0,-1 0 5 0,1 2-4 16,-2 2 4-16,3 0 4 0,1 3 0 0,-1 1 4 0,3 3 1 16,-1 1-2-16,2 3 0 0,0 2 0 0,3 3 1 0,0 2-1 0,1 0 0 15,1 3-4-15,3 2 0 0,1 1-10 0,4 3 1 0,2 0 0 0,3 2-6 16,2 0-3-16,6 0 2 0,1 1-1 0,3-1 0 0,5 3 3 16,1-2-14-16,2 1-9 0,2-1-15 0,2 0-15 0,3 0-36 0,0 3-47 15,1-1-47-15,1 1-55 0,1-1-47 0,2-2-24 0,1-2-21 0,0 1-176 16</inkml:trace>
  <inkml:trace contextRef="#ctx0" brushRef="#br0" timeOffset="196843.66">3604 10825 1154 0,'-29'-16'401'15,"2"-2"-346"-15,-5-2 16 0,11 3 12 0,5 1-1 0,2 1-4 0,1 0-15 16,1-2-12-16,0 0-14 0,1 0-12 0,3 1-8 0,0 0-4 15,1 2-4-15,1 1-5 0,2 3-4 0,0-1-2 0,0 2-1 0,1 0-6 16,1 1-4-16,1 1-4 0,-1 1-3 0,2 0 0 0,-1 1 3 0,0-1-3 16,1 0 3-16,-1 1 8 0,1 1-1 0,0-1 7 0,1 1-3 15,1-2 2-15,-1 1 2 0,1-1-1 0,2 1 4 0,1-1-5 0,0-1 1 16,2-1-2-16,2-2-1 0,2-1 5 0,2-2 4 0,3-1 3 16,-1-1 1-16,2 0-2 0,3 0-4 0,-1 0 6 0,3 0-2 0,1-1 1 15,0 0 1-15,1 0-1 0,1 0 1 0,1-1 2 0,1 0 4 0,0 2 0 16,0-1 1-16,0 2-4 0,2 1-3 0,-1 1-1 0,2-1-1 15,0 1 5-15,1-1 0 0,0 3 3 0,3 1-3 0,-1 2 1 0,3 0 0 16,-3 1-7-16,3 0 2 0,0 1-1 0,1 2-2 0,2 1-2 16,0 1-2-16,1 1-4 0,2 2 4 0,1 2-2 0,1 0 3 0,1 2 0 15,0 0-3-15,2 2-1 0,-1-1-7 0,0 2 4 0,-2 3 1 0,-1 2 5 16,-1 0 7-16,2 2 0 0,-3 1-6 0,-1 1 1 0,-1 1-8 16,-3-1 2-16,0 2 4 0,-3 0-2 0,-1 0 5 0,-1 1-2 0,-2 1 2 15,-3-1-2-15,0 4 0 0,0-2-2 0,-2 2 0 0,-2 0 4 0,-2-2 0 16,-2 1-2-16,-2 1 3 0,-4 1-1 0,0 3-1 0,-4 0 5 15,-2 3-3-15,-4 0-2 0,-3 3-1 0,-4 3 2 0,-5 0 2 0,-2 2 0 16,-4 0 4-16,-5 2-1 0,-6 2-1 0,-2 2 3 0,-5 2-1 0,-1-2-2 16,-2 1-1-16,-3 0 1 0,-2-1-2 0,-2 2 6 0,-4-1-4 15,2 1 7-15,-3-3-1 0,1-1-1 0,-1-1 7 0,0-1-2 0,-2-2-2 16,0 0 5-16,-1-1-4 0,1-3 0 0,2-2 4 0,-2-5-6 0,3-1 0 16,-1-3-6-16,1-1-3 0,1-2 0 0,-2-2-5 0,3-1 1 15,3-3 1-15,0-3-2 0,0-1-4 0,1-3-9 0,1-1-19 0,1-2-31 16,1-2-66-16,1-1-71 0,1-3-97 0,1-2-127 0,0-1-268 15</inkml:trace>
  <inkml:trace contextRef="#ctx0" brushRef="#br0" timeOffset="-210018.13">14355 8557 134 0,'-31'-2'116'0,"-2"2"-57"0,-9 2 9 0,6 2-5 0,3 1-8 15,1 1-11-15,1 0-6 0,-2 1-8 0,2 1-3 0,1 0-3 0,1 2-1 16,-1 0-1-16,1 1-4 0,-2 0 1 0,1 3-3 0,1 1 0 15,-1 2 3-15,1 0-7 0,-1 2 1 0,0 0-4 0,-2 0-2 0,2 3 1 16,-2 0-5-16,2-1-1 0,-1 2 2 0,2 0 1 0,-4 0 2 0,2 2 0 16,0 1-2-16,0 0-2 0,3 2 1 0,2-2-3 0,0 1 0 15,1 1-2-15,0 1 0 0,1 1 1 0,1 2-2 0,-1-2 0 0,3 1 2 16,-2 0 0-16,1 3 2 0,0 0-1 0,-1 1-3 0,0 0-3 16,0 0 0-16,-1 0 2 0,2 0 2 0,0 3 2 0,0-2 2 0,1 0 0 15,0 1 2-15,0-1 2 0,1 2 0 0,0 0 2 0,1-1-4 0,4 1 1 16,1-3-1-16,2 2-2 0,3 0-1 0,1 0-6 0,2 2-4 15,1-1 4-15,4 1-1 0,0-2 3 0,2 1 5 0,0 0-2 0,3-2 0 16,2 0-2-16,2 0-2 0,2-1 3 0,1 2-1 0,3-2 1 0,0-1 0 16,3-5 3-16,1 1-2 0,1-2 3 0,1 1 5 0,2-2-2 15,1 1 4-15,3-3 0 0,3 0 1 0,0-2 4 0,3-1 11 0,2-1 1 16,0 2 3-16,3-3 0 0,1-1-7 0,2 1 2 0,1-2-3 16,0-1-2-16,2 0 0 0,2-3 0 0,0-1 2 0,2 0-7 0,0 0 1 15,1-1-6-15,0 0-3 0,-1 0-2 0,2 0-2 0,0 0-2 0,-1 0 2 16,1 0 0-16,-1-2-1 0,0 0 1 0,2-1 2 0,-4-2 1 15,2 0 1-15,-1-1 3 0,-1-1 1 0,1-2 3 0,-2-2 5 0,0 1 2 16,0-2 5-16,1 0 7 0,-1-1 0 0,-1 0-3 0,0 0-2 0,-1-2-4 16,0 0 0-16,1 0-2 0,0-1-1 0,-2-1-4 0,-1 0 2 15,1 0-4-15,-2-1 2 0,1-1 2 0,1-1 2 0,-2-2 4 0,0-1-5 16,2-2 2-16,-1-1-3 0,0-1 2 0,0 1 0 0,-1-2-9 16,2-2 1-16,0 1-7 0,-1-2 4 0,-1-1 2 0,1 0-4 0,-3 0 5 15,1-1-5-15,1 0-4 0,-3 1 0 0,1-1 3 0,-1 1 12 0,-1-1 0 16,0-1 5-16,-2 0-2 0,0 1 0 0,-2-1 1 0,-1 0 0 15,2-1 3-15,-1 0-8 0,0 1 0 0,-2-1 1 0,-1 0-5 0,-2 1 0 16,2-3-2-16,0 1-4 0,-2-3 0 0,1 0 0 0,-1 1-3 0,0 0 6 16,-1 1-2-16,0-3-4 0,-1 1 4 0,0-3-2 0,0-1-6 15,-2 0 1-15,1 0 4 0,-2-1 4 0,-2 1 6 0,-1-4-2 0,-1-1-7 16,-2-1 2-16,1 0-1 0,-1 0 3 0,-2-3 7 0,-1 0-5 16,-1 0 3-16,-1-2 1 0,-2 1-2 0,-3 0 4 0,-1-1-5 0,-2 0-9 15,-2-2 5-15,-1-1-6 0,-4 2 11 0,-1-1 7 0,-3 1-9 0,-4-1 1 16,-3 0-5-16,-2 1-1 0,-4-2 3 0,-3 1-6 0,-1 1-2 15,-5 0 1-15,-3 0-5 0,-4 1-4 0,-3 2 11 0,-2 0-10 0,-4 1 1 16,-2 2 5-16,-3 0-6 0,-3 1 5 0,-5 2 4 0,-5 2-7 0,-4 0-8 16,-6 4 3-16,-3 0-1 0,-5 3-3 0,-5 1 6 0,-2 4 0 15,-6 4-2-15,1 2 6 0,-2 2 0 0,0 4-3 0,4 1 3 0,0 3-2 16,5 2 0-16,1 3 1 0,1 3-4 0,2 3 0 0,-2 3 5 0,2 3 0 16,3 4-5-16,3 1 0 0,4 4-1 0,3 2-4 0,4 0-1 15,6 4-13-15,3 1-32 0,5 4-32 0,4 2-43 0,2 4-38 0,4 5-45 16,4 2-44-16,4 2-48 0,1 5-43 0,4 3-63 0,1 2-93 15</inkml:trace>
  <inkml:trace contextRef="#ctx0" brushRef="#br0" timeOffset="-206751.14">17192 9760 75 0,'0'-3'51'15,"1"0"-18"-15,0-1-9 0,1 0-8 0,0 1-2 0,0 1-1 16,0 0 4-16,-1 1 1 0,1-1-1 0,-1 0 2 0,0 0-4 0,0 0 1 15,-1 1 1-15,1 0-1 0,-1 0 0 0,1-1 0 0,0 1-2 0,0 0 1 16,0 1 0-16,0-1 0 0,0 1 0 0,-1 0-4 0,1 0-2 16,-1 0-4-16,1 1-2 0,0-1 2 0,0 1-4 0,1 0 1 0,1 0-1 15,0 1 2-15,0 1-1 0,1-1 1 0,1 1-1 0,2-1 0 0,-1-1 2 16,2 1 0-16,0-1 2 0,-1 1 1 0,1 0 0 0,0 0 1 16,0 0 3-16,1 1 5 0,1-2 3 0,-1 1 2 0,1-1 1 0,-1-1 0 15,-1 0 3-15,1 0-2 0,0 1 1 0,0-1-2 0,0 0-4 0,1 1 1 16,0-1-2-16,-1 2-1 0,2-1 2 0,0 0-1 0,1 1 0 15,0-1 2-15,-1 0-3 0,2 1-2 0,0 0 0 0,1 0-1 0,1 1-2 16,-1-1-1-16,2 2 0 0,0-1-1 0,1-1 1 0,-1 1 1 16,1-1-3-16,1 0 2 0,-2 0-1 0,3 0 1 0,0 0 2 0,-1-2-3 15,0 1 0-15,1 0 0 0,-1-1-1 0,0 2 1 0,1-2 1 0,0 0-1 16,0 1 1-16,3-2-2 0,-1 1 4 0,0 0-1 0,0-1-1 16,-1 0 2-16,-1 0-2 0,2 0 3 0,0 0 0 0,0-1-2 0,1 0 4 15,0 0-5-15,0 0 0 0,0 0 2 0,0-1-3 0,0 0 3 0,1 0 2 16,-2-1-1-16,1 1 1 0,0 0-4 0,-2 0 1 0,2 1-3 15,0 0-2-15,-1-1 5 0,1 1-3 0,0 0 1 0,-2-1-2 0,2 0-6 16,-1 0 6-16,0 0-2 0,2 1-2 0,0 0 4 0,1 1-3 0,0-1 2 16,-1-1 2-16,0 0-2 0,0 1 1 0,0-1-1 0,1 0-1 15,-1 0 4-15,1 1-6 0,1-1 3 0,-3 0-1 0,2 0-5 16,-1 0 2-16,0 0 2 0,1 0-3 0,-2 0 3 0,1 1 0 0,0-1 1 16,-1 0-2-16,1 1 6 0,-2-1-3 0,0 1-4 0,0-2 1 0,-1 2-1 15,1-1 6-15,1 1-2 0,-1-1 4 0,2-1 0 0,-1 1 0 0,-1 0 3 16,1 1-4-16,-1 0 1 0,-2 0-3 0,2 0 0 0,0 0-1 15,-1 0 0-15,1 1-3 0,0 0 0 0,-2 0 3 0,2 0-3 0,-1 0-1 16,-1 0 2-16,1 0-4 0,-1 0 2 0,-2 0 0 0,2 0-2 0,-1 0 4 16,-1 0-3-16,1 1 3 0,0-1 0 0,1 0-4 0,-3 1 1 15,1-1 0-15,0 0 1 0,-1 1-2 0,-1-1 2 0,2 0-3 0,-1 0 0 16,0 1-1-16,1-1 5 0,0 1 0 0,0-1 2 0,-1 1-3 16,-1 0-2-16,0-1 2 0,0 1-2 0,-1 0 0 0,1-1 4 0,0 1-4 15,0 0 0-15,-2 0 1 0,2 1-1 0,0-1 2 0,-1 0 0 0,-1 0 0 16,1 0-2-16,-1 0 0 0,1 0 2 0,0 1-2 0,-2-1 0 15,1 0 1-15,0 0-1 0,-1 0 2 0,1 1-3 0,-3-1 4 0,1 1-1 16,0 0 0-16,-1-1-1 0,0 1-1 0,1 0-1 0,-2-1 1 0,0 0 4 16,0 1-6-16,-1 0 5 0,0 0 1 0,0-1-3 0,0 0 3 15,-2 0-3-15,1 0 2 0,-2 1-2 0,0-1 1 0,1 1 0 0,0 0 1 16,-1-1-1-16,0 0 0 0,-1 0-5 0,0 0 3 0,0 1 1 16,0-1 1-16,0 1 0 0,-2-1 0 0,1 0-2 0,0 0 0 0,0 0 0 15,1 1-4-15,-1-1 4 0,0 1 1 0,0-1-1 0,-1 0 0 0,2 1-5 16,-1-1 1-16,0 0-4 0,0 2-4 0,1-1-10 0,-2 0-33 15,2 2-40-15,0 0-50 0,-1 0-43 0,2 2-36 0,-1 0-31 0,2 2-272 16</inkml:trace>
  <inkml:trace contextRef="#ctx0" brushRef="#br0" timeOffset="-206301.14">17311 9773 8 0,'5'-3'5'0,"0"0"-3"0,2 0-3 0,-1 0 0 16,0 1-2-16,0-1-4 0</inkml:trace>
  <inkml:trace contextRef="#ctx0" brushRef="#br0" timeOffset="-205701.14">17283 9610 43 0,'-7'1'21'0,"-1"0"-6"0,-2 1 1 0,1-1-1 15,1 0 0-15,0 0 2 0,1-1-1 0,0 1 4 0,1 0-2 0,-1 0 0 16,0 0 1-16,1-1-3 0,-1 0-2 0,1 1-1 0,0-1-1 0,0 1-3 15,1 0-2-15,0 0-5 0,0 0 2 0,-1 0-2 0,1-1 0 16,0 1 3-16,1-1-2 0,-1 0 1 0,1 0 0 0,0 1-2 0,0-1 2 16,1 0-2-16,0 0 1 0,0 0-2 0,2 1 2 0,-1-1 0 15,0 0 1-15,0 0 0 0,1 0 0 0,0 0-1 0,1-1-2 0,-1 2 0 16,1-1-1-16,0 0 0 0,0 1 1 0,1-1 1 0,0 0 1 0,1 0-1 16,1 1 1-16,-1 0-2 0,3-1 1 0,1 1 2 0,1-1-2 15,0 1 0-15,1 0 1 0,1-1-1 0,0 1-1 0,1-1 3 0,0 0 0 16,1 1 2-16,0 0 0 0,3-1 0 0,0 0 0 0,1 1 2 0,1-1 0 15,-1 1 0-15,0 0 0 0,0 0-1 0,0 0 0 0,2 0-1 16,-2 0-1-16,1 0 0 0,2 0 0 0,1-1-2 0,-1 1 0 0,3-1-3 16,1 0 1-16,-1 1 1 0,2-2-1 0,0 1 1 0,0 0 1 15,0 0-2-15,-1-1 0 0,1 0-1 0,0 0 1 0,-1-1-1 0,0 0-1 16,1 1 4-16,-2-1-1 0,-1 1 1 0,0 0-2 0,-1-1 0 0,1 1 1 16,-1 0-2-16,2-1 2 0,1 0-2 0,1 0-1 0,-2 1 2 15,0 0 0-15,0 0 0 0,-1-1 0 0,0 1 1 0,1 0-2 0,-1 0 1 16,3 0 0-16,-2 0 0 0,2 0 0 0,0-1-1 0,-1 0 0 0,1 0 2 15,1 0 1-15,-2 0 0 0,2 0 1 0,-1 0-1 0,1 1 2 16,0 0-1-16,-1 0 0 0,1 0 0 0,-2 0-3 0,-1 1 3 0,0 0-1 16,-1 0-2-16,2 0 3 0,1 0-3 0,-1 1 2 0,1 0-2 15,-1-1 0-15,-2 1 1 0,0 0-3 0,-1 0 2 0,0 0-1 0,1-1 0 16,0 1 0-16,-1 0 0 0,1-1 0 0,0 2 0 0,-2-1 0 0,0 1 0 16,0 0 0-16,0 0-3 0,-1-1 3 0,1 0 0 0,0 0-2 15,0 1 0-15,0 0 1 0,1 0 0 0,0 0 1 0,0-1 1 0,1 1-2 16,-1-1 1-16,-2 1 0 0,0-1 0 0,-1 0 1 0,-1 0 0 0,1 0-1 15,-1 0 1-15,0 0 1 0,1-1-1 0,0 0-2 0,1 0 1 16,-2 0-2-16,-1 1 2 0,1 0 0 0,-1 1-1 0,0-1-1 0,-1 0-1 16,-1 0 0-16,2 0-1 0,-1 0-1 0,1 0-3 0,-1 0-2 15,1-1-4-15,-1 1-5 0,0-1-8 0,-1 0-9 0,-1 1-7 0,1 0-12 16,0 1-13-16,1 0-44 0,0-2-43 0</inkml:trace>
  <inkml:trace contextRef="#ctx0" brushRef="#br0" timeOffset="-191502.11">6991 9680 1041 0,'-3'20'1'0,"-1"9"5"0,-1 6-3 0,-1 10 0 0,2-13 0 0,2-4-9 15,0 0 5-15,1-5-4 0,1-3-3 0,0-2-1 0,1-1-13 0,0-3-15 16,2 0-34-16,1-1-31 0,0-1-53 0,1-2-241 0</inkml:trace>
  <inkml:trace contextRef="#ctx0" brushRef="#br0" timeOffset="-173582.98">6237 9636 1331 0,'-17'3'158'16,"3"0"-150"-16,-2 0-2 0,10-1-9 0,3-1 7 0,1-1-5 15,2 1 1-15,0-1-3 0,1 0-2 0,1 0-1 0,2 0 3 0,0 1 2 16,-1 0 2-16,2 0 0 0,-1 0-1 0,2 1 2 0,0 0 1 0,0 1 4 15,0 0 1-15,1 1 3 0,1 1 7 0,1 0 2 0,-1 0 5 16,2 2 0-16,2 0-2 0,2 0 0 0,2 0-6 0,-1 1 0 0,4 0-5 16,1 1-1-16,-1-1-3 0,3 1-3 0,4-1 2 0,0-1-9 0,3 0 9 15,2-3-2-15,-1-1 6 0,2-1 8 0,2-2 8 0,1-1 7 16,2-3 4-16,2-2 4 0,-1-2 1 0,0-2 4 0,0-1 8 0,-2 1 3 16,2-2 1-16,-2 0 5 0,-1 0-2 0,0 0-3 0,0 0 5 15,0-1-8-15,-1 1-3 0,0 0-3 0,-3 1 0 0,0 1 3 0,0-2 1 16,-1 1-5-16,0-1-3 0,1 0 0 0,-2 0-31 0,1 1 7 0,-1-1-9 15,0-1-4-15,-2 2 23 0,1-1-13 0,-3 1-2 0,1 0 2 16,-1-1-4-16,-3 0 1 0,0 1-3 0,0 0-4 0,-1 0-2 0,2 0 5 16,-2-1-1-16,0 0-3 0,-1 1-2 0,-3-1-12 0,0 1 5 15,-1 0-12-15,-1 2-4 0,-2-1-16 0,0 2-27 0,-2 0-38 0,-1 0-70 16,-2 1-85-16,-2 0-122 0,-2-1-223 0,-2-1-417 0</inkml:trace>
  <inkml:trace contextRef="#ctx0" brushRef="#br0" timeOffset="-172846.97">6242 11518 3046 0,'-7'-4'131'0,"7"-1"-128"0,6-4-24 0,9-2-2 16,12-3 20-16,3-1 8 0,6-2 2 0,4-1 9 0,5-3-4 15,8-1-1-15,3-1 8 0,5-2-17 0,4 1 3 0,4 0-3 0,3 1-7 16,5 1 5-16,1 2-4 0,1 3 2 0,1 2 9 0,1 1-10 0,1 2-4 16,-1 2-11-16,3 3-15 0,-2 3-20 0,4 2-38 0,0 2-68 15,1 3-120-15,5 6-217 0,-1 5-286 0,4 5-154 0</inkml:trace>
  <inkml:trace contextRef="#ctx0" brushRef="#br0" timeOffset="-168947.96">3417 5564 1158 0,'-27'-17'-20'0,"3"-2"43"15,-3-3 3-15,10 4-5 0,7 3-2 0,4 1-3 0,2-2-8 0,5-1-2 16,4 0-11-16,4-2-4 0,6-2 0 0,6-3-3 0,4 2 4 16,5-2-1-16,3 1-1 0,6-2 1 0,4-1-2 0,7-1 1 0,5-3 0 15,3 1-1-15,6-3 8 0,3 1 3 0,8-4 4 0,5 0 0 0,3-2-3 16,10-1-1-16,2-2 2 0,9 0 0 0,5-2 0 0,6-2 3 16,7 0 0-16,6-2-5 0,5 2-1 0,6 0-4 15,4 1-5-15,4 0 9 0,3 2 1 0,4 3 0 0,3-1 4 0,1 4-3 0,1 0-1 16,0 5 1-16,2 1-3 0,-1 4-3 0,0 1 2 0,0 3-4 0,-1 1 2 15,0 2 2-15,0 1 0 0,-2 5 1 0,0 3 1 0,-3 4-1 0,-2 4 1 16,-4 4 2-16,-1 5-2 0,-5 3-3 0,-4 6 0 0,-6 3-4 16,-2 2 6-16,-6 3 0 0,-3 4 1 0,-7 2-2 0,-5 4-5 0,-6 2-3 15,-7 4 1-15,-7 1-1 0,-7 1 5 0,-6 3 3 0,-7 0-5 16,-7 3 5-16,-6-1-4 0,-6 1 1 0,-6-1 5 0,-7 0-1 0,-6 0-2 16,-5-4-1-16,-6-1 1 0,-6-1 3 0,-4 1-2 0,-6-4 5 0,-4 0 7 15,-5-3 1-15,-6 1 10 0,-5-1 0 0,-8-2-2 0,-8 1 5 16,-8-2-1-16,-9 1 6 0,-10 0-1 0,-8-1-3 0,-9-1 1 0,-7-4-2 15,-7-2 1-15,-5-2-3 0,-7-3 9 0,-1-1 15 0,-2-2 11 0,0-4 16 16,0-3 7-16,3-3-6 0,2-1-10 0,-1-3-9 0,2 0-9 16,0 0-6-16,-1-1-8 0,4-1-5 0,0-1-7 0,2 1-5 0,1 1-3 15,3 0-9-15,-1 0-4 0,1 1 0 0,0 2-5 0,1 1-5 0,-2 1-20 16,2 4-58-16,-4 1-62 0,0 0-60 0,-2 5-61 0,-2 0-40 16,-2 3-289-16</inkml:trace>
  <inkml:trace contextRef="#ctx0" brushRef="#br0" timeOffset="-168365.96">2451 11706 2024 0,'-39'-14'-28'0,"1"0"54"0,-7-4 2 16,10 3 1-16,10 2-3 0,1 0-5 0,2-2-4 0,0-2-5 0,1-1-6 15,1-2-5-15,-1-2-7 0,1 2 4 0,2-3-13 0,-1 1 8 16,-1 2-5-16,1-1-2 0,-1 0-2 0,-1-1-17 0,1 0-7 0,1-2-6 16,-1 1-1-16,-1-3-2 0,-1 0 6 0,-2-2 5 0,1-1 9 0,-3-2 8 15,12 13 10-15,-2-3 1 0,-2-1 29 0,-5-5 0 0,0-2-3 16,-5-5 3-16,0-4-25 0,-5-4 8 0,1-3 2 0,-2-3 2 0,1-3 1 16,-1-1-7-16,0-5-1 0,-1-2-5 0,0-3 1 0,0-2 5 15,-1-4 5-15,1-1 15 0,-3-3 11 0,1-2 1 0,18 35 9 0,0-4 48 16,-2-2 5-16,-1-5 5 0,1-3 3 0,-3-4-57 0,1-2-4 0,-1-6 1 15,1-1 0-15,-1-6 2 0,1-2-2 0,-1-7 1 0,3 1-3 16,-1-7-6-16,1-2-1 0,1-4-11 0,2-4-13 0,2 2 4 0,3-2 0 16,3 0 2-16,2-1 5 0,3-1-6 0,4 1-2 0,2-1-7 0,3 0 3 15,4 0 4-15,3 0 0 0,4-1 5 0,3 2-4 0,5-7-78 16,25-83 5-16,6 13-2 0,5 16 2 0,1 16 71 0,0 15-7 0,1 16 0 16,-5 17-2-16,-5 19-4 0,-2 3-14 0,2 4 0 0,0 5 3 15,0 3 2-15,-2 3-2 0,41-38-4 0,-16 22-7 0,-14 20 2 0,-13 15 12 16,-10 7-1-16,-2 4 8 0,-2 1-9 0,-5 5 1 0,1 2-11 0,-3 3-4 15,-1 4-8-15,-3 5-15 0,-5 0-16 0,-4 2-34 0,-1 2-45 0,-3 0-43 16,-3 1-29-16,-1 1-8 0,-2 0 8 0,-3 0-18 0,-1 0-37 16,-3-2-225-16</inkml:trace>
  <inkml:trace contextRef="#ctx0" brushRef="#br0" timeOffset="-168065.96">1543 5244 882 0,'-4'0'187'0,"2"0"-205"16,2 0 10-16,-1 1-2 0,0 0 9 0,3 2 8 0,2 1 6 0,2 1-3 15,2 0-1-15,2 1-4 0,3 1-3 0,3-1 3 0,4 2-4 16,1 0 1-16,3 1-11 0,3-1 2 0,29 8 3 0,-1-4-4 0,-6-1 12 16,-6-4-5-16,-5-1 2 0,1-2 2 0,0-1-3 0,2-1 2 15,1 0 1-15,-1-2 3 0,0-1 6 0,-2-2 5 0,0-2 8 0,0 0 8 16,2-2 10-16,-2 0 2 0,0 0 8 0,-3-2 3 0,-1-1-3 0,1 0 2 15,-1 0-3-15,-1 0-6 0,0 0-2 0,-1 2-5 0,-1-2-6 0,1 2-3 16,-3 0-3-16,-1 1-2 0,-5 1-5 0,0 2-6 0,-4 1-6 16,0 3-2-16,-1 1-1 0,-2 2 2 0,-2 3-3 0,-2 3-2 0,-3 3-3 15,-1 3-4-15,-4 2-1 0,-3 5 2 0,-4 6 0 0,-5 6 2 16,-3 6-8-16,-4 7-2 0,-5 6-10 0,-3 8-26 0,-6 8-42 0,-4 9-36 16,-7 13-49-16,-7 10-61 0,-4 13-80 0,-6 10-226 0</inkml:trace>
  <inkml:trace contextRef="#ctx0" brushRef="#br0" timeOffset="-164315.71">8764 6395 1488 0,'-32'-22'56'0,"-3"1"-23"0,-6-5-16 0,7 10-10 0,6 3-11 15,0 0 1-15,-1 1-10 0,1 1-16 0,-2 1-20 0,-1-1-23 0,-3 2-22 16,-2 0-2-16,-3 1 3 0,-1 2 19 0,-2 0 24 0,-2 1 17 15,-1-2 23-15,1 0 11 0,-2-1 9 0,-2-1 9 0,1 0 3 0,0-1 10 16,0 0 4-16,-3 1 4 0,1-1 0 0,-1 1-4 0,-2 1-5 0,2-1-6 16,-2 3-9-16,-2 0-6 0,-1 1-2 0,0 3-3 0,0-1-1 15,0 1-4-15,-1 1-2 0,-1 0 0 0,1-1-1 0,-1 1 3 0,0 0 0 16,0 1-1-16,-1 0 2 0,-2 2 3 0,0 0-1 0,-1 2 2 16,1 0-3-16,0 0 1 0,0 2 4 0,1 1 1 0,-1 0 3 0,1 2 0 15,1 2-2-15,2 2 4 0,-1 1-6 0,0 3 1 0,1 2-2 0,0 2-6 16,0 2 4-16,0 2-6 0,0 2 1 0,0 1-2 0,2 1 4 15,3 2 1-15,2 0 3 0,4 3 4 0,1 0-6 0,1 3-3 0,3-1-3 16,1 3-3-16,0 3 1 0,3-1 0 0,1 1-1 0,1-1 0 0,1 1 3 16,0 1-3-16,2 0-1 0,3 0-7 0,3-2 7 0,0 0 4 15,3 0 0-15,2 0 7 0,2-2-8 0,3 1 4 0,2-1-2 0,3 1 4 16,2-2 3-16,1 1-4 0,3-1 4 0,2-3-3 0,3-1 0 0,3 1 0 16,2 0 1-16,2 0 0 0,1-2-4 0,4 1 8 0,2-1 0 15,3 0 3-15,1 1 6 0,3-1-5 0,3-1 7 0,0-1-3 16,5-1 3-16,4-1 3 0,4 1-4 0,2-2 4 0,2-2-6 0,3-1 1 15,6-3 0-15,2 0-2 0,4-2-3 0,2-1-2 0,4 1-2 0,2-2 1 16,5-1 1-16,2 0 2 0,2 0-1 0,4-2 6 0,1-2-11 0,1 1-2 16,5-1 1-16,-1-1-11 0,4-1 5 0,-1-2 5 0,2 0-4 15,1 1 2-15,0 0 5 0,3 0-4 0,0-1 5 0,4-1 5 0,-1 0-3 16,0 1 0-16,3 0-12 0,-1 1 0 0,1-2-3 0,3 0 3 0,-2 0 3 16,3 0 0-16,-1-1-4 0,-2 1 0 0,3-1 1 0,-1 0 1 15,0 0 0-15,1-1 5 0,-1 0-2 0,-2-2 2 0,0-1-1 0,-1-1-3 16,-1-2 5-16,0 1-3 0,-2-2 1 0,-2 0 3 0,-2-3 2 0,0 0 0 15,-2-2 2-15,-1-2 2 0,-1-1-2 0,1-3 4 0,-3-2 0 16,3 0-1-16,-2-2 0 0,-2-2-8 0,1-1-3 0,-3-2 2 0,0 0 6 16,-2 0 1-16,-3-4 2 0,1 0-2 0,-4-2-6 0,-3-1 5 15,-2 1 0-15,-6-1 0 0,-2 2 4 0,-2-3-4 0,-3 0-2 0,-3-2 3 16,-2-1-5-16,-3-2 5 0,-3 1-2 0,0-1-2 0,-2-1 1 16,-4 0-2-16,-2-1 2 0,-2-1-6 0,-3 1 6 0,-3-1 0 0,-3-1 2 15,-4 1 3-15,-3-1-5 0,-2-2-4 0,-2 1 0 0,-1-1 0 0,-3-3-3 16,-2 0 3-16,-5-1-2 0,-2-2-1 0,-4 2 0 0,-3-2 0 15,-4 0-14-15,-2-2 6 0,-5 1-4 0,-4 0 3 0,-2 0 6 0,-7 0-4 16,-4 0-3-16,-6 0-2 0,-5-1 2 0,-5 0 2 0,-4 0-1 0,-5 1-1 16,-6 3 3-16,-5 2-6 0,-6 0 4 0,-3 5 9 0,-4 3-2 15,-6 2 7-15,-5 4-4 0,-4 6 2 0,-5 3-5 0,-6 7-6 0,-5 6-7 16,-5 6-14-16,-4 8-10 0,-8 8-14 0,-4 9-28 0,-6 7-101 0,-8 11-107 16,-5 11-111-16,-6 9-197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FE22-14E8-DE87-5AB1-8F2A34B69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75E3C-B727-4349-AAD7-8E3C484DA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02610-D6B1-0A94-C3B5-4B6F9A27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00FB5-01BA-9D90-3E4F-93CEE47C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2077-3334-8A13-C963-9FC63240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6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B6BB-295F-93EE-96DE-60ECDEF0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00B6-A516-C668-3D8D-1F3A7825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FBB9D-9D1A-DE1C-1065-AC745D29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C9C82-1B1E-3571-2190-BC77FFC8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D5858-EF66-B3AB-3280-9AB72A7B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5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8FD3-8FCB-8C5D-6CF7-0FC5814F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AC82B-4008-CA94-0915-E5E3126C7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4CB3D-86A0-4A53-C09D-953F6CC1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824AA-E7DD-3063-06F5-018CDD01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0ABC-4EC3-F24B-FB10-BD6EE85B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17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D684-07C8-531E-277C-6239C05F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CA1FF-116D-93CB-7C93-437BCB929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A550D-BB5F-EC2D-B29B-D40EAC9F0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867B6-B820-8127-3579-162B54A3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66836-2F6A-6B68-1E28-D9F3679A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07C7A-25CA-0A58-C392-FABB80E1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40E3-B8DF-9D44-65FB-D779DCD0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765F4-AAAB-8D48-6925-D04E3746E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19B10-7B5E-2BF2-12D3-E61771082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5B90C5-00E7-D0A2-9B90-D8324FBA1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16D80-2CDA-B0CA-3753-36569C4D7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E541F-FF61-1DAF-1180-36C82235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9D777-2AA8-2A78-0075-E823A8F8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ED9C4-71CB-6397-23DA-0B541A1B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52FC-E9BE-D76D-94E2-F9E7226F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B1880-D8DE-1E0B-8735-44281D8C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70155-57D8-9E0D-00E0-E0DE078C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A87C3-2485-1C25-B13C-17D6576F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2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2C027-D3FF-22CA-5040-0782C9E2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9E7BB-E90D-10B4-6170-EF4DCF9A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557F1-5A3A-ACA8-5245-A32CD2E0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0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1B41-CB03-85A4-4F76-F64F82DC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8A42-9BCC-46AD-CFB7-8D454EB14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D883D-F6C8-ED8C-4C15-804807E35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77877-827D-34F7-73E2-77ED3697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CC029-F3EE-8D4F-7A7D-19967A53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2B0D5-671F-F168-8FAD-4406A2D7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4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A4C2-4E08-7726-0DB0-00CC32A9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C3D7D-89A8-29DA-E1CC-4DB98B42A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4194B-1AA4-F63B-0BF3-A44186535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CE48C-17E4-503B-1F2F-A8DDA7EE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EC87A-9182-46B0-4E99-9510B5A5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7BF49-A5E0-5567-F1F5-88335B4F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8274-C8C5-FBC1-D317-90E4D6AD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99538-0ABF-FDA1-AEA8-ABF7A30A3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8DD94-C9B5-A91C-6655-3F8F4DBD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CD484-4439-4199-F2C6-59671E6B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69183-D4CE-11C8-3F75-5814CD0D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3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202D8-8A46-836D-2655-B9B114B83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A78AE-E91F-11AC-4C1A-D101CB38F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8AF9B-BBB3-7AFC-579A-B4121301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20C49-CBDE-288D-EE19-6640B51C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7236A-3B2F-906E-4C73-7C3D5FBC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9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7D093-8C33-B0DD-3109-9CF270C5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4D53A-4389-0083-7559-B70631441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040CB-6E8C-0076-89B8-E18FE57EC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949FA-2282-47B6-9546-86CBFF0502A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12C63-DAC3-7819-74AD-19EAEF070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A45E6-9C59-58DD-38FA-DC6B3BF3D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550E6-0FF4-4B24-ACFE-437ADB912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2423-8549-1282-663B-405336B14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51F61-FCD4-D30F-F24E-45AB8C3C3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52544"/>
            <a:ext cx="9144000" cy="705255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188908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7C7F-42DF-423C-516E-2D0240EA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DCAC-A41C-9040-8616-F36BB5EB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- </a:t>
            </a:r>
            <a:r>
              <a:rPr lang="en-US" dirty="0" err="1"/>
              <a:t>kutubxonasi</a:t>
            </a:r>
            <a:endParaRPr lang="en-US" dirty="0"/>
          </a:p>
          <a:p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</a:p>
          <a:p>
            <a:r>
              <a:rPr lang="en-US" dirty="0" err="1"/>
              <a:t>Oraliq</a:t>
            </a:r>
            <a:r>
              <a:rPr lang="en-US" dirty="0"/>
              <a:t>: Project</a:t>
            </a:r>
          </a:p>
          <a:p>
            <a:r>
              <a:rPr lang="en-US" dirty="0"/>
              <a:t>Ridge Regression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618591-B98F-1BA3-DE94-A26B91ECF42B}"/>
                  </a:ext>
                </a:extLst>
              </p14:cNvPr>
              <p14:cNvContentPartPr/>
              <p14:nvPr/>
            </p14:nvContentPartPr>
            <p14:xfrm>
              <a:off x="918000" y="1658160"/>
              <a:ext cx="3447720" cy="3433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618591-B98F-1BA3-DE94-A26B91ECF4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8640" y="1648800"/>
                <a:ext cx="3466440" cy="345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88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18E5-2CF8-99E0-9ADC-D3E13D0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665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97DC-2E42-881E-026A-0F7CD64AC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6EA36-9705-2957-0F5C-16B67ACA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94F58-5B6D-BBBF-9AA4-46787D221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 err="1"/>
              <a:t>Qo’shimcha</a:t>
            </a:r>
            <a:r>
              <a:rPr lang="en-US" dirty="0"/>
              <a:t>: Visual </a:t>
            </a:r>
            <a:r>
              <a:rPr lang="en-US" dirty="0" err="1"/>
              <a:t>Kutubxonalar</a:t>
            </a:r>
            <a:endParaRPr lang="en-US" dirty="0"/>
          </a:p>
          <a:p>
            <a:r>
              <a:rPr lang="en-US" dirty="0"/>
              <a:t>Built-in functions</a:t>
            </a:r>
          </a:p>
          <a:p>
            <a:r>
              <a:rPr lang="en-US" dirty="0"/>
              <a:t>Project1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5C82B4-C316-2297-091B-EC2417D5B80C}"/>
                  </a:ext>
                </a:extLst>
              </p14:cNvPr>
              <p14:cNvContentPartPr/>
              <p14:nvPr/>
            </p14:nvContentPartPr>
            <p14:xfrm>
              <a:off x="1131120" y="2260440"/>
              <a:ext cx="5806800" cy="3713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5C82B4-C316-2297-091B-EC2417D5B8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1760" y="2251080"/>
                <a:ext cx="5825520" cy="373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50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DA36-5340-AEF0-C55B-16AE7B67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72FB-44A4-D761-4169-E90962C45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Datasetlarni</a:t>
            </a:r>
            <a:r>
              <a:rPr lang="en-US" b="1" dirty="0"/>
              <a:t> </a:t>
            </a:r>
            <a:r>
              <a:rPr lang="en-US" b="1" dirty="0" err="1"/>
              <a:t>saqlash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43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2DB0-2075-B73B-6A53-19338A83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AE13-7BA0-AB29-AB71-06D37B0B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E2962-0DAB-A034-1C28-FE108616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dataset</a:t>
            </a:r>
          </a:p>
          <a:p>
            <a:r>
              <a:rPr lang="en-US" dirty="0"/>
              <a:t>Preprocessed</a:t>
            </a:r>
          </a:p>
          <a:p>
            <a:r>
              <a:rPr lang="en-US" dirty="0"/>
              <a:t>Engineered</a:t>
            </a:r>
          </a:p>
          <a:p>
            <a:r>
              <a:rPr lang="en-US" dirty="0"/>
              <a:t>Predictions(results)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1BAD7C-AC7D-5484-BDE2-03D9BD4B2ED3}"/>
                  </a:ext>
                </a:extLst>
              </p14:cNvPr>
              <p14:cNvContentPartPr/>
              <p14:nvPr/>
            </p14:nvContentPartPr>
            <p14:xfrm>
              <a:off x="950760" y="1592640"/>
              <a:ext cx="3424320" cy="2767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1BAD7C-AC7D-5484-BDE2-03D9BD4B2E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400" y="1583280"/>
                <a:ext cx="3443040" cy="278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48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288E-9F93-C4F6-07BF-4387D896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4B491-BD46-9586-0322-324A3D12A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kutubxonasi</a:t>
            </a:r>
            <a:r>
              <a:rPr lang="en-US" dirty="0"/>
              <a:t>---OS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709C1-DD61-F946-39A2-A5A9AC131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2476905"/>
            <a:ext cx="10906125" cy="2857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0304BD-23E7-11E3-7886-99D17576CE2B}"/>
                  </a:ext>
                </a:extLst>
              </p14:cNvPr>
              <p14:cNvContentPartPr/>
              <p14:nvPr/>
            </p14:nvContentPartPr>
            <p14:xfrm>
              <a:off x="1264320" y="1738440"/>
              <a:ext cx="7610760" cy="349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0304BD-23E7-11E3-7886-99D17576CE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4960" y="1729080"/>
                <a:ext cx="7629480" cy="350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029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6BEAF-8C95-B6C5-1EB5-F5814BFE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7F5D6-0D3F-998C-1731-AC014CBF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Oraliq</a:t>
            </a:r>
            <a:r>
              <a:rPr lang="en-US" b="1" dirty="0"/>
              <a:t>: Project</a:t>
            </a:r>
          </a:p>
        </p:txBody>
      </p:sp>
    </p:spTree>
    <p:extLst>
      <p:ext uri="{BB962C8B-B14F-4D97-AF65-F5344CB8AC3E}">
        <p14:creationId xmlns:p14="http://schemas.microsoft.com/office/powerpoint/2010/main" val="174925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90D2-EF3B-4FE7-2E30-75E3946D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5E605-4317-7739-1A8B-1F652A3D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Tartibli</a:t>
            </a:r>
            <a:r>
              <a:rPr lang="en-US" dirty="0"/>
              <a:t> </a:t>
            </a:r>
          </a:p>
          <a:p>
            <a:r>
              <a:rPr lang="en-US" dirty="0" err="1"/>
              <a:t>Natijalarni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papkada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projectlar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profile </a:t>
            </a:r>
            <a:r>
              <a:rPr lang="en-US" dirty="0" err="1"/>
              <a:t>oching</a:t>
            </a:r>
            <a:endParaRPr lang="en-US" dirty="0"/>
          </a:p>
          <a:p>
            <a:r>
              <a:rPr lang="en-US" dirty="0" err="1"/>
              <a:t>Qiziqarli</a:t>
            </a:r>
            <a:r>
              <a:rPr lang="en-US" dirty="0"/>
              <a:t> idea</a:t>
            </a:r>
          </a:p>
          <a:p>
            <a:r>
              <a:rPr lang="en-US" dirty="0"/>
              <a:t>Talab </a:t>
            </a:r>
            <a:r>
              <a:rPr lang="en-US" dirty="0" err="1"/>
              <a:t>qilinadigan</a:t>
            </a:r>
            <a:r>
              <a:rPr lang="en-US" dirty="0"/>
              <a:t> </a:t>
            </a:r>
            <a:r>
              <a:rPr lang="en-US" dirty="0" err="1"/>
              <a:t>qismlar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Problem Statement</a:t>
            </a:r>
          </a:p>
          <a:p>
            <a:pPr lvl="1"/>
            <a:r>
              <a:rPr lang="en-US" dirty="0"/>
              <a:t>Feature </a:t>
            </a:r>
            <a:r>
              <a:rPr lang="en-US" dirty="0" err="1"/>
              <a:t>va</a:t>
            </a:r>
            <a:r>
              <a:rPr lang="en-US" dirty="0"/>
              <a:t> output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malumot</a:t>
            </a:r>
            <a:endParaRPr lang="en-US" dirty="0"/>
          </a:p>
          <a:p>
            <a:pPr lvl="1"/>
            <a:r>
              <a:rPr lang="en-US" dirty="0"/>
              <a:t>Data preprocessing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pPr lvl="1"/>
            <a:r>
              <a:rPr lang="en-US" dirty="0"/>
              <a:t>Data Analysis </a:t>
            </a:r>
            <a:r>
              <a:rPr lang="en-US" dirty="0" err="1"/>
              <a:t>va</a:t>
            </a:r>
            <a:r>
              <a:rPr lang="en-US" dirty="0"/>
              <a:t> report</a:t>
            </a:r>
          </a:p>
          <a:p>
            <a:pPr lvl="1"/>
            <a:r>
              <a:rPr lang="en-US" dirty="0" err="1"/>
              <a:t>Funksiya</a:t>
            </a:r>
            <a:endParaRPr lang="en-US" dirty="0"/>
          </a:p>
          <a:p>
            <a:pPr lvl="1"/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qiyoslang</a:t>
            </a:r>
            <a:endParaRPr lang="en-US" dirty="0"/>
          </a:p>
          <a:p>
            <a:pPr lvl="1"/>
            <a:r>
              <a:rPr lang="en-US" dirty="0"/>
              <a:t>Eng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tabulateda</a:t>
            </a:r>
            <a:r>
              <a:rPr lang="en-US" dirty="0"/>
              <a:t> </a:t>
            </a:r>
            <a:r>
              <a:rPr lang="en-US" dirty="0" err="1"/>
              <a:t>korsating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ADCA92-2DC5-AE6E-A6D8-E822ADDB582D}"/>
                  </a:ext>
                </a:extLst>
              </p14:cNvPr>
              <p14:cNvContentPartPr/>
              <p14:nvPr/>
            </p14:nvContentPartPr>
            <p14:xfrm>
              <a:off x="1100880" y="756360"/>
              <a:ext cx="7284600" cy="535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ADCA92-2DC5-AE6E-A6D8-E822ADDB58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1520" y="747000"/>
                <a:ext cx="7303320" cy="53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63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36D4-A993-F29D-3C6B-2388CB48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94CA-1CDE-D8DF-0691-38B0D0AA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C23C-F102-7FD5-C09A-3829DFBA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Topshiriladi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yuklanadi</a:t>
            </a:r>
            <a:r>
              <a:rPr lang="en-US" dirty="0"/>
              <a:t>: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raw</a:t>
            </a:r>
          </a:p>
          <a:p>
            <a:pPr lvl="1"/>
            <a:r>
              <a:rPr lang="en-US" dirty="0"/>
              <a:t>Preprocessed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Model </a:t>
            </a:r>
          </a:p>
          <a:p>
            <a:pPr lvl="1"/>
            <a:r>
              <a:rPr lang="en-US" dirty="0"/>
              <a:t>Best model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22F921-9857-BFDB-7435-BAC34D48791B}"/>
                  </a:ext>
                </a:extLst>
              </p14:cNvPr>
              <p14:cNvContentPartPr/>
              <p14:nvPr/>
            </p14:nvContentPartPr>
            <p14:xfrm>
              <a:off x="1329840" y="2728080"/>
              <a:ext cx="2368800" cy="235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22F921-9857-BFDB-7435-BAC34D4879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0480" y="2718720"/>
                <a:ext cx="2387520" cy="23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47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B55C-1651-99E9-0F9A-8F25575D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A34F-9D52-A5FC-A69B-58631836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FA4A3-7E05-C2A9-6C3B-A3942E8E6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Maximim</a:t>
            </a:r>
            <a:r>
              <a:rPr lang="en-US" dirty="0"/>
              <a:t> ball: 50</a:t>
            </a:r>
          </a:p>
          <a:p>
            <a:r>
              <a:rPr lang="en-US" dirty="0" err="1"/>
              <a:t>Oxirgi</a:t>
            </a:r>
            <a:r>
              <a:rPr lang="en-US" dirty="0"/>
              <a:t> sana: 28.08.2025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A83784-7A13-ACD8-4FA6-3259A68182A2}"/>
                  </a:ext>
                </a:extLst>
              </p14:cNvPr>
              <p14:cNvContentPartPr/>
              <p14:nvPr/>
            </p14:nvContentPartPr>
            <p14:xfrm>
              <a:off x="2895480" y="1661400"/>
              <a:ext cx="4917240" cy="1368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A83784-7A13-ACD8-4FA6-3259A68182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1652040"/>
                <a:ext cx="4935960" cy="13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118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99EB3-6A4A-362D-D97B-6CBDED6E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D0AB-93DC-3329-670C-E7928D3C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Ridge Regression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A55A44-D4E2-CA83-6BEB-53AC45187B2C}"/>
                  </a:ext>
                </a:extLst>
              </p14:cNvPr>
              <p14:cNvContentPartPr/>
              <p14:nvPr/>
            </p14:nvContentPartPr>
            <p14:xfrm>
              <a:off x="4090320" y="2542320"/>
              <a:ext cx="4663440" cy="1941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A55A44-D4E2-CA83-6BEB-53AC45187B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0960" y="2532960"/>
                <a:ext cx="4682160" cy="19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9298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73A3E-DAAC-2CBF-EA78-81CC3EFF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65B6-DB84-DAF8-DF90-A7B28530B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  <a:p>
            <a:pPr lvl="1"/>
            <a:r>
              <a:rPr lang="en-US" dirty="0"/>
              <a:t>Highly correlated</a:t>
            </a:r>
          </a:p>
          <a:p>
            <a:pPr lvl="1"/>
            <a:r>
              <a:rPr lang="en-US" dirty="0"/>
              <a:t>Too many features</a:t>
            </a:r>
          </a:p>
          <a:p>
            <a:r>
              <a:rPr lang="en-US" dirty="0"/>
              <a:t>Ridge (L2)</a:t>
            </a:r>
          </a:p>
          <a:p>
            <a:r>
              <a:rPr lang="en-US" dirty="0"/>
              <a:t>Lasso(L1)</a:t>
            </a:r>
          </a:p>
        </p:txBody>
      </p:sp>
      <p:pic>
        <p:nvPicPr>
          <p:cNvPr id="1026" name="Picture 2" descr="Regularization Part 1: Ridge (L2) Regression - YouTube">
            <a:extLst>
              <a:ext uri="{FF2B5EF4-FFF2-40B4-BE49-F238E27FC236}">
                <a16:creationId xmlns:a16="http://schemas.microsoft.com/office/drawing/2014/main" id="{9723E928-CE16-2853-9459-0CBD4A3C1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6289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7B263A-58F0-BC99-6618-5D3E076F5B48}"/>
                  </a:ext>
                </a:extLst>
              </p14:cNvPr>
              <p14:cNvContentPartPr/>
              <p14:nvPr/>
            </p14:nvContentPartPr>
            <p14:xfrm>
              <a:off x="289440" y="1476720"/>
              <a:ext cx="11403720" cy="508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7B263A-58F0-BC99-6618-5D3E076F5B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080" y="1467360"/>
                <a:ext cx="11422440" cy="509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1235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ECE7-6C11-14E5-C74C-33C686FE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FAF0B-5737-5291-4F94-2F847DE81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Projectni</a:t>
            </a:r>
            <a:r>
              <a:rPr lang="en-US" dirty="0"/>
              <a:t> </a:t>
            </a:r>
            <a:r>
              <a:rPr lang="en-US" dirty="0" err="1"/>
              <a:t>boshlang</a:t>
            </a:r>
            <a:endParaRPr lang="en-US" dirty="0"/>
          </a:p>
          <a:p>
            <a:r>
              <a:rPr lang="en-US" dirty="0"/>
              <a:t>Nazariy </a:t>
            </a:r>
            <a:r>
              <a:rPr lang="en-US" dirty="0" err="1"/>
              <a:t>bilimlarni</a:t>
            </a:r>
            <a:r>
              <a:rPr lang="en-US" dirty="0"/>
              <a:t> </a:t>
            </a:r>
            <a:r>
              <a:rPr lang="en-US" dirty="0" err="1"/>
              <a:t>qaytaring</a:t>
            </a:r>
            <a:endParaRPr lang="en-US" dirty="0"/>
          </a:p>
          <a:p>
            <a:r>
              <a:rPr lang="en-US" dirty="0" err="1"/>
              <a:t>Codewars</a:t>
            </a:r>
            <a:r>
              <a:rPr lang="en-US" dirty="0"/>
              <a:t>: Problem solving (20 ta </a:t>
            </a:r>
            <a:r>
              <a:rPr lang="en-US" dirty="0" err="1"/>
              <a:t>misol</a:t>
            </a:r>
            <a:r>
              <a:rPr lang="en-US" dirty="0"/>
              <a:t> </a:t>
            </a:r>
            <a:r>
              <a:rPr lang="en-US" dirty="0" err="1"/>
              <a:t>ishlang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022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160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4-dars</vt:lpstr>
      <vt:lpstr>Bugun</vt:lpstr>
      <vt:lpstr>Takrorlash</vt:lpstr>
      <vt:lpstr>Takrorlash</vt:lpstr>
      <vt:lpstr>Datasetlarni saqlash </vt:lpstr>
      <vt:lpstr>Datasetlarni saqlash  </vt:lpstr>
      <vt:lpstr>Datasetlarni saqlash  </vt:lpstr>
      <vt:lpstr>Oraliq: Project</vt:lpstr>
      <vt:lpstr>Project </vt:lpstr>
      <vt:lpstr>Project </vt:lpstr>
      <vt:lpstr>Project </vt:lpstr>
      <vt:lpstr>Ridge Regression</vt:lpstr>
      <vt:lpstr>Ridge Regression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2025-08-23T09:06:06Z</dcterms:created>
  <dcterms:modified xsi:type="dcterms:W3CDTF">2025-08-23T11:37:47Z</dcterms:modified>
</cp:coreProperties>
</file>