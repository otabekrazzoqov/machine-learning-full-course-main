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7" r:id="rId4"/>
    <p:sldId id="295" r:id="rId5"/>
    <p:sldId id="299" r:id="rId6"/>
    <p:sldId id="289" r:id="rId7"/>
    <p:sldId id="301" r:id="rId8"/>
    <p:sldId id="300" r:id="rId9"/>
    <p:sldId id="288" r:id="rId10"/>
    <p:sldId id="302" r:id="rId11"/>
    <p:sldId id="30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10:59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15774 1708 7 0,'-11'35'476'0,"3"-14"733"16,-1 3 709-16,-1 2-1914 0,-1 6-4 0,8-6-25 0,-3 9-53 0,-2 32 2 15,4 12 14-15,2 2 21 0,0-15 39 0,-2-2 9 0,-2-4 0 16,-2-1 4-16,-2-4 0 0,-1 1 0 0,-3-2-6 0,2 1-3 0,-1 0 0 16,-1-2-2-16,1-2-2 0,0-3-5 0,-1-1-2 0,0-3-6 15,-1-1 5-15,-1-4-1 0,1-2 5 0,-2-3 6 0,0-2 2 0,0-1 7 16,-1-4-2-16,1 0 1 0,0-3-14 0,3-4 3 0,0-1-3 0,2-3 1 16,1-2 10-16,1-3-1 0,3-1-1 0,1-2-6 0,0-2 5 15,3-2 1-15,1-1-3 0,2-1 7 0,1-2 1 0,1 1-6 0,1-1-2 16,2 2 0-16,2-1-2 0,2 1 4 0,5 0 3 0,2 0 0 0,2 0 4 15,3 0 1-15,3-2 1 0,1 0-2 0,3-2 0 0,2-3-2 16,2-1 10-16,-1-3-5 0,3-2 3 0,-1-2 5 0,2-2-12 0,0-1 8 16,1-2-1-16,1-2-4 0,-1-1-1 0,3-3-6 0,0 1 1 15,-1-4-3-15,2 0 5 0,-3 0 3 0,2-2-5 0,-2-1 1 0,1-2 5 16,-1-2-7-16,-2 0 5 0,-1-2-1 0,-3 1-8 0,0-2 4 0,-4 1 1 16,-1-2 9-16,-4-1-13 0,-1 2 22 0,-3-3-4 0,-3 3 0 15,-2-1 10-15,-2-1-18 0,-5 1 4 0,-4 0 1 0,-3-1 1 0,-4-2 2 16,-4-1-3-16,-3 1 1 0,-3 1 1 0,-4 2-7 0,-4 3 1 0,-3 0-4 15,10 17 4-15,-5-4 7 0,-2 3-3 0,-8-5-16 0,-1 2-10 16,-9-2-13-16,-1 1-11 0,-9-2 21 0,-2 3-7 0,-2 2-1 0,-2 2 2 16,-2 5 0-16,-1 2-3 0,0 2 11 0,0 5-8 0,2 2 4 0,1 3 5 15,3 3-7-15,3 4-6 0,4 2-9 0,3 5-20 0,2 2-17 16,-29 27-16-16,16 3-2 0,14 0 4 0,14-5-2 0,6-4-8 0,3 0-34 16,3 1-52-16,5 3-61 0,3 0-74 0,4-1-80 0,5 0-80 15,5-4 6-15,4 0-175 0</inkml:trace>
  <inkml:trace contextRef="#ctx0" brushRef="#br0" timeOffset="332.99">17519 1931 3212 0,'-7'6'163'0,"0"0"-186"0,-2 3-33 0,0 6-51 15,-9 17-1-15,3 6 33 0,7 0 36 0,3-5 61 0,0 2 18 16,-2 1 6-16,0 4 8 0,-2 3-6 0,2 3-6 0,-2 4 1 0,1 4-11 16,1 5 4-16,0 2-18 0,1 5 0 0,0 4-3 0,1 3-10 15,1 4 10-15,0 3-13 0,1 0-2 0,0 4 1 0,1-2-2 0,1 1-1 16,1 0-2-16,1-4 0 0,1-4 4 0,2-5 0 0,-1-5 4 0,3-6-6 15,0-6-1-15,1-4 3 0,1-3-24 0,-1-5 9 0,2-4-8 16,-1-2-15-16,0-5 4 0,-1-2-16 0,0-5-9 0,-1-2-9 0,-1-3-27 16,0-4-35-16,-1-5-56 0,-1-2-75 0,0-5-81 0,-1-3-82 0,-1-4-19 15,-2-5 34-15,0-8-120 0</inkml:trace>
  <inkml:trace contextRef="#ctx0" brushRef="#br0" timeOffset="649.99">17274 2347 2856 0,'-2'-12'97'0,"0"-1"-110"0,3-4-36 15,3 0-26-15,5-1 4 0,3-1 30 0,4 0 28 0,3 1 25 16,1-1 15-16,5 0 13 0,1 2 11 0,1-1 0 0,6 0 0 0,1 2-7 16,3 1-13-16,5 1-9 0,1 1 6 0,2 3-6 0,2 2 2 15,0 3-8-15,1 2-5 0,-1 2-3 0,1 1-1 0,-1 3 7 0,-1 1-5 16,0 2-4-16,-1 3 4 0,-1 0-5 0,-3 2 1 0,-2 2 2 0,-4 0-2 15,-3 1 4-15,-3 1 4 0,-6 2-3 0,-3-1 6 0,-5 1 2 0,-4 1-4 16,-4 0 4-16,-5 0 0 0,-3 1 6 0,-4 3 3 0,-6 0 0 16,-6 4-5-16,-5 0-6 0,-4 1 3 0,-5-1-5 0,-2-2 12 0,-3 1-4 15,-3-1 4-15,0 2-5 0,-2-1-5 0,0-2-4 0,1 0-5 16,0-1-9-16,0-2-5 0,1 0 12 0,0-3-5 0,4-3 10 0,3 1-10 16,0-2-34-16,3-2-27 0,0-2-35 0,1 0-34 0,1-2-36 15,0-2-39-15,2 0-42 0,-1 0-78 0,3-2-93 0,-1-1-71 0,0 0-22 16,1-2-156-16</inkml:trace>
  <inkml:trace contextRef="#ctx0" brushRef="#br0" timeOffset="1317.17">17597 1554 2200 0,'-17'-15'368'0,"-1"-1"-419"0,-5-4-46 0,-4-4-28 0,-6-5 2 16,15 14 54-16,-5-3 42 0,-2 0 21 0,-3-2 5 0,-3 1-16 0,-5-2 13 15,-2 1 13-15,-6 0 19 0,-3 1 22 0,-5-1 9 0,-4 3 5 16,-5 0-4-16,-3 2 2 0,-7 0-9 0,-3 3-5 0,-4 1-2 0,-5 2-12 15,-2 4-2-15,-1 4 8 0,-4 3 4 0,0 4 17 0,-8 6-23 0,-80 17 10 16,11 9-1-16,11 6-10 0,11 6 22 0,13 5-13 0,15 4-13 16,15 0-14-16,21-4-3 0,4 1-11 0,3 1 7 0,6 4-2 0,2 0-10 15,-47 59-15-15,24-15-8 0,21-13 6 0,20-13 10 0,11-9 9 0,3 0-4 16,5 1 0-16,2-2-1 0,5 0-6 0,3 2 2 0,4 1 0 16,5-1 1-16,3 2 9 0,4-3-3 0,5 0 2 0,3 0-1 0,5-3 5 15,5 0-12-15,3-1 5 0,5 0 6 0,4-1 2 0,2 0 10 0,5 0-7 16,4-1-1-16,2-2-4 0,5 0 7 0,3-2-1 0,3-1-8 15,2 0 6-15,3-2 1 0,2-1 6 0,3-2 7 0,4-2 5 0,5 0-3 16,3-3 10-16,4-1 4 0,2-5-10 0,2-3 0 0,3-2-5 16,0-3-6-16,1-3 11 0,3-1-2 0,1-3-12 0,2-5 7 0,2-3-4 15,-1-3-3-15,2-6 15 0,-1-2-4 0,2-5-9 0,1-3 3 0,0-4-6 16,-1-5-3-16,-1-3-6 0,1-3 9 0,0-5 1 0,0-2-2 16,-1-2 2-16,0-4-5 0,-3-2-3 0,-1-3 1 0,-2-1-10 0,-1-4 6 15,0-2 3-15,2-6 3 0,0-6 15 0,0-6-8 0,-1 0 0 16,-5-1-19-16,-2 0 4 0,-3 0-5 0,-5 0-5 0,-4 2 17 0,-3 2-7 15,-5 1 10-15,-4-2-2 0,-3-1-3 0,-3-1 7 0,-4-2-3 0,0-1-7 16,-4 0 10-16,-1-3-2 0,-4 1 1 0,-4 1 9 0,-3-1-9 16,-4-1-1-16,-5 0 2 0,-2-1 4 0,-6-1 1 0,-4 2 3 0,-4-1 4 15,-4-1-8-15,-5 0 2 0,-5 0-8 0,-2 1-6 0,-6-2 0 0,-5 0-6 16,-4 0 0-16,-6-1 0 0,13 34 0 0,-5-7 0 0,-3-1 0 16,-7-7 0-16,-4 2 0 0,-7-8 0 0,-4 1 0 0,-11-6-18 0,-5 2-20 15,-5 1 10-15,-6 5-4 0,-3 5 5 0,-6 3 9 0,-4 3-13 0,-3 7 2 16,-2 4-4-16,-2 8-2 0,0 5 2 0,-2 6-3 0,2 7-8 15,-2 8-11-15,1 7-14 0,0 7-17 0,1 6-16 0,1 9-33 0,-1 6-44 16,2 7-42-16,-2 6-71 0,3 6-88 0,-1 5-93 0,-77 67-51 16,25-8 52-16,23-16-68 0</inkml:trace>
  <inkml:trace contextRef="#ctx0" brushRef="#br0" timeOffset="1850.17">14244 4023 2991 0,'-2'-2'180'15,"1"1"-173"-15,2 0-26 0,2 0-14 0,1 1 1 0,2 0 8 0,0 2 5 0,-1 0 10 16,-2 1 3-16,-2 0 4 0,0 1 7 0,-2 0 0 0,0 2 4 16,-1 0-4-16,0 1 2 0,-2 0 0 0,0 2-2 0,-2 1 0 0,-2 0-5 15,0 1 0-15,-3 1 2 0,-2 0 1 0,-2 3 1 0,-2 2 1 0,0 0-3 16,-4 0-4-16,-1 1-3 0,-2 1 0 0,-4 1-2 0,-1 3 5 15,-4 1 4-15,2 1-4 0,-4 3 2 0,0 0 4 0,-2 3-4 0,-3-1-6 16,1 3 3-16,-2 1-1 0,-3 3 10 0,0 1 2 0,-1 1 4 0,0 2 6 16,-3 1-2-16,-1 1 1 0,-2 3 2 0,-1-1-5 0,-2 1 1 15,0 1-5-15,-2 2-1 0,0 0-11 0,-1 1 8 0,-1 0-3 0,-1 1 2 16,-1 2 6-16,-1-1-7 0,-2 2-1 0,1-3 3 0,0 1 2 16,1-2 0-16,1 0-3 0,-1 0 7 0,2 1-3 0,1-1 4 0,1 0 5 15,0 0-5-15,1 0 8 0,1 0-1 0,1-2-3 0,3-1 8 0,0 0-7 16,4-1 4-16,2-2-3 0,2-3-6 0,1-1 3 0,4-2-12 15,1-1-4-15,2-1-7 0,2-4 12 0,2 1 6 0,2-4-1 0,0 1 6 16,3-3-18-16,0-2 1 0,3-3 4 0,4-1-6 0,1-3-3 0,4-4-9 16,1 1-7-16,5-1-9 0,0-3-19 0,3-1-15 0,2-3-32 15,2-2-20-15,1 0-30 0,3-1-53 0,2-2-85 0,2-2-76 0,3-2-95 16,4-2-50-16,4-3 57 0,4-4-121 0</inkml:trace>
  <inkml:trace contextRef="#ctx0" brushRef="#br0" timeOffset="2416.17">14509 4073 751 0,'-5'12'282'0,"0"5"-313"0,1 8-31 16,3 2-9-16,2 1 5 0,2 2 16 0,0-2 22 0,0 2 16 0,1 1 9 15,0 0 9-15,1 3 13 0,1 0 17 0,3 0 9 0,2 2 7 16,2 0 0-16,2 4-7 0,2 0-2 0,1 3-5 0,2 1 0 0,4 3 4 16,2 0 5-16,2 2 9 0,0 1 7 0,3 1 7 0,0 3 14 15,3 0 8-15,1 2 9 0,4 1 6 0,1 1 0 0,3 2 6 0,4 3-4 16,0 2-20-16,2 2-16 0,0 2-16 0,2 0-8 0,2 3-2 0,2 2-2 15,-1 2-5-15,0 2-6 0,-1 1 3 0,1 1 2 0,0 2 11 16,0 0 0-16,-2 0-5 0,0 2 1 0,-1-3-11 0,-2 2 1 0,-1 0 1 16,-1-1-1-16,-2 1 3 0,-2-3-14 0,-3 1 8 0,0-1-8 15,-2-4 0-15,-1-1 15 0,0-2 3 0,-3-2 3 0,0 0-3 0,-3-2-1 16,1-2-22-16,-3-1 4 0,0-3-6 0,-2-3-6 0,-1-3 5 0,-3-3-8 16,-1-1-2-16,0-3-3 0,-1-2 3 0,1-1-5 0,-2-2 0 15,-2-3-2-15,-2-1-4 0,0-4-16 0,-2-4-9 0,-1-1-23 0,-1-4-41 16,0-1-30-16,-2-3-53 0,0-3-52 0,-1-2-70 0,0-4-111 0,0-2-95 15,-1-3-23-15,-1-3-105 0</inkml:trace>
  <inkml:trace contextRef="#ctx0" brushRef="#br0" timeOffset="3034.17">15144 4158 881 0,'30'10'449'15,"10"3"-406"-15,14 4-6 0,3 4-22 0,0 1-10 0,3 1-2 0,2 2-6 16,2 2 3-16,3 2-3 0,2 1 1 0,-2 2-2 0,3 0-7 15,1 4-2-15,-1-1-1 0,2 4-2 0,0-1 1 0,1 1 2 0,3 4 0 16,2-1 7-16,2 3 1 0,2 0 3 0,2 2-1 0,1 0 2 16,3 0-2-16,1 3-2 0,2 0-2 0,2 2 2 0,1 0 12 0,3 0 14 15,3 3 17-15,2 2 6 0,2 1 6 0,4 1-6 0,3-1 2 0,2-1 12 16,2 0 12-16,4 0 27 0,1 0 16 0,3 0 14 0,2-1 8 16,3-1-6-16,1 1-7 0,1-1 5 0,4 0-14 0,-1-2-3 0,5 0-18 15,2 0-20-15,0 0-21 0,1 0-6 0,-1-1 3 0,1-1-9 0,-2 1 10 16,3-2-1-16,-1 2 0 0,-3 1-15 0,1-1-2 0,-1-2-13 15,-1 0-4-15,-1-1 8 0,1 0-2 0,-1 0 7 0,2-3 4 0,-4-2-9 16,1-2 0-16,0 1-7 0,-5-2-8 0,-1-1 1 0,-2 2-3 0,-3-2-3 16,-1 1 2-16,-4 0 1 0,0-4-5 0,-4 2 8 0,-1-2 1 15,-2 0-7-15,-2 1 2 0,-2-3-19 0,-3 0 5 0,-3-1 9 0,-2-2 2 16,-2 2 14-16,-4-2-11 0,-1 1 2 0,-5-3-10 0,-3 0 6 16,-3-1 1-16,-6 0-4 0,-2 0 2 0,-4-1 3 0,-2-1-8 0,-4-1 6 15,-3-1-4-15,-4-1-16 0,-5 1-14 0,-3-3-36 0,-5 0-46 0,-5-1-56 16,-4-1-76-16,-4 0-109 0,-7 0-209 0,-2 0-160 0,-6 1-193 15</inkml:trace>
  <inkml:trace contextRef="#ctx0" brushRef="#br0" timeOffset="4283.18">11725 6139 905 0,'3'-6'122'0,"0"2"-50"15,2-2-32-15,-1 4-23 0,3 1-10 0,0 1-2 0,1 1 1 0,-1 2 0 16,0 2 2-16,-1 1 10 0,0 1 13 0,-2 2 15 0,-1 1 9 15,-1 1 1-15,-1 0-3 0,-1 1-3 0,-1-1-3 0,0 1 3 0,-2 1-1 16,-1 0 3-16,-1 1 5 0,-3 0 5 0,-2 2 1 0,-2 1-5 0,-2 0-4 16,-2 3-7-16,-3 2 6 0,-2 1-3 0,-2 3 1 0,-3 2-10 15,-4 1-11-15,-4 3-8 0,-2 0-4 0,-3 2-3 0,-2 4-1 0,-2 1-2 16,-1 2-5-16,-4-1 5 0,-1 0 2 0,-1 3 0 0,-4 1 0 0,-1 1-10 16,-2 3 4-16,-4 0 1 0,-1 2 0 0,-3 1 10 0,-2 1-7 15,-1 2-1-15,-2 0 3 0,-3 1 0 0,-1 2 0 0,-3 1 0 0,-4 2-1 16,0 1-10-16,-5 1 8 0,-2 1 0 0,-1 0 5 0,-3 2 11 0,0 1 2 15,-2-1 11-15,1 0-1 0,-1 0 9 0,-1-1-3 0,2 1 11 16,1-2 3-16,2 0 1 0,0-1 5 0,2 0-20 0,2 1-1 0,0-2-9 16,2 0-7-16,-1-1 2 0,3 0-3 0,0-1-2 0,1 0 7 15,2-1-5-15,3-3 2 0,3 0-1 0,0 0-5 0,2-1-3 0,2-1-5 16,2-1-6-16,2-3-5 0,3-2 0 0,2-1 1 0,1-1-12 0,2-1 16 16,3-2-3-16,2 0 10 0,3-2 8 0,4-5-20 0,1 1-6 15,4-2-13-15,3 1-9 0,1-1-24 0,4 0-39 0,1 0-56 0,2-2-73 16,2-1-93-16,3-1-157 0,4 2-193 0,1 1-22 0,3 2-21 0</inkml:trace>
  <inkml:trace contextRef="#ctx0" brushRef="#br0" timeOffset="6650.19">2027 10679 2231 0,'-15'5'143'0,"2"2"21"0,-2 4-14 0,11 4-44 0,5 4-29 0,1 4-23 16,4 3-26-16,1 6-2 0,4 2-5 0,3 5 8 0,2 3-9 15,1 3-4-15,1 2-9 0,0 5-4 0,-1 0-3 0,2 1 2 0,0 3-4 16,1 2 2-16,-3 3-8 0,1 5 4 0,1 3 1 0,-2 2 1 0,3 3 7 16,-2 2-7-16,-1-1 6 0,1 0-6 0,-1-3 2 0,1-5-10 15,-3-2-13-15,1-3 8 0,0-5-7 0,-1-3 1 0,-1-6 11 0,1-4-9 16,-1-5-3-16,-1-3 4 0,-3-7-16 0,-1-4-4 0,-1-4-5 16,-1-5-12-16,-1-3-1 0,-1-3-17 0,-2-5-15 0,-1-3-45 0,-2-3-60 15,-3-4-87-15,-3-4-123 0,-2-6-38 0,-3-6-48 0,-3-9 23 0</inkml:trace>
  <inkml:trace contextRef="#ctx0" brushRef="#br0" timeOffset="6817.19">1568 11045 1929 0,'-23'-7'497'0,"2"1"-283"0,-4-2 17 0,-1-1-41 16,-4-2-53-16,0-2-28 0,4 0-32 0,5 1-16 0,4-1-15 0,3-1-24 15,5 0-6-15,2 0-12 0,3 0 4 0,3-1-8 0,2 0-8 0,5 0 10 16,1 1-2-16,4-1 4 0,4 0 5 0,2 0-7 0,3 0-15 15,4 2-2-15,2 0-16 0,4 0-17 0,1 0-16 0,5 1-32 0,0 1-31 16,4 0-67-16,38-9-35 0,-5 6-54 0,-7 6-112 0,-11 2-80 0,-6 2-2 16,2 2 10-16,1-1-25 0</inkml:trace>
  <inkml:trace contextRef="#ctx0" brushRef="#br0" timeOffset="7150.2">2724 11150 2213 0,'-16'27'197'0,"-1"2"31"0,1 10-30 0,9-3-40 0,8-4-37 16,4-1-28-16,3-1-45 0,2-2-8 0,1-1-6 0,1 0-18 15,1-1 11-15,4 1-8 0,0-2-12 0,1-1 0 0,1-1-5 0,-1-2-2 16,1-2 2-16,1-3-4 0,1-1 2 0,0-3 2 0,1-2-6 16,1-3 8-16,-3-2-10 0,1-1-1 0,0-3 0 0,-3-2 1 0,1-1 3 15,-2-3-3-15,0-1 4 0,-4-2 2 0,1-3 8 0,-3 0-3 0,-3-3-1 16,0 0 3-16,-3-5-1 0,0-2 8 0,-4-1-5 0,1-2-12 15,-3 0 4-15,0-3-10 0,-4 1 11 0,-3 1 2 0,-1-1 9 0,-4 3 1 16,0-1-6-16,-2 0-1 0,-3 3-11 0,-2 0 1 0,-2 0 1 0,-3 4-2 16,-1 0 8-16,-2 2 5 0,-1 2-7 0,1 3-2 0,0 2 0 15,3 2-2-15,0 3 9 0,2 3-1 0,1 3-10 0,-1 4 0 0,1 1-1 16,-1 2 7-16,1 3-4 0,3 2 0 0,1 1-9 0,2 1-7 16,2 2 9-16,3 1-13 0,3-1-13 0,1 1-17 0,3 0-41 0,3-1-54 15,3-1-49-15,3-2-76 0,3 0-123 0,2-3-126 0,4 0-24 0,2-4-259 16</inkml:trace>
  <inkml:trace contextRef="#ctx0" brushRef="#br0" timeOffset="7533.19">3300 10526 3278 0,'-29'-12'152'15,"6"3"13"-15,-1-3-39 0,13 4-51 0,9 1-28 0,4-2-22 0,4-2-17 16,4 0-5-16,4-2 5 0,4 2-8 0,1 1-2 0,2 3-4 16,1 2-1-16,0 2-3 0,1 1-4 0,-2 3-3 0,1 2-10 0,-1 2-8 15,-1 3-3-15,0 3-15 0,0 3 0 0,-1 3-9 0,-1 2-9 0,-1 4 3 16,0 1-4-16,-3 2-4 0,0 3-2 0,-2 1 4 0,-2 4 8 15,0 0 16-15,-4 1 23 0,0-2 5 0,-1-1 15 0,-2-1 7 0,-1-2 1 16,0-1 16-16,-2 1-6 0,1-2 6 0,-2 2 9 0,0-2-1 0,0 0 10 16,0-1 2-16,0 2 3 0,1-1-1 0,1-1 0 0,0-1-2 15,2-2-10-15,0-2-4 0,1 0-5 0,0-3-3 0,2 0-11 0,1 0 3 16,1-3-5-16,2 0-6 0,-1-1 4 0,2-2-9 0,1 0-4 16,-1-3 1-16,1 0-5 0,-2-3 3 0,1-1 1 0,0-1-6 0,-1-3-8 15,0 0-14-15,0-3-26 0,-2-1-35 0,0-2-51 0,0-1-79 0,-1-1-86 16,-1 0-69-16,-1-3-66 0,-2-2 13 0,-1-1 66 0,-1-1-138 15</inkml:trace>
  <inkml:trace contextRef="#ctx0" brushRef="#br0" timeOffset="8000.19">3458 11098 1070 0,'-26'2'527'0,"-1"0"-278"0,-3 0-12 0,6 1-87 16,8-2-38-16,4 0-22 0,2 0-20 0,3-1-20 0,3 0-7 0,1 0-17 15,2-2-2-15,2 0-7 0,1-1-7 0,3-1 0 0,2-3 1 0,3-1-6 16,2 0 0-16,2-2-2 0,3-1-6 0,2 0 9 0,-1-1-4 15,3-1-2-15,1 0-2 0,1 0-3 0,3-1 10 0,-2 1-5 0,2 0 4 16,-1-1-6-16,1-1 0 0,1 0 2 0,-2 2-3 0,1 1 11 0,-3 0-6 16,1 1-1-16,0 0 3 0,-2 2-3 0,0 2 6 0,-2 0-6 15,-2 1-5-15,0 0-5 0,-2 2 3 0,-1 0 4 0,0 2 9 0,0 0-6 16,-1 1 3-16,0 1-1 0,0 0 0 0,0 1 4 0,-1 1-6 16,1 0 6-16,-3 1-2 0,1 0 10 0,-1 0 3 0,1 0-7 0,0 1 6 15,-1-1-9-15,0 1 0 0,0 0 9 0,0 0-4 0,0-2 4 0,1 1-5 16,-2 0 3-16,1-1 0 0,1 0 0 0,-1-2 6 0,-1 1-6 15,-1-2 2-15,1 0 2 0,1-1-2 0,-2-1 0 0,1 0 1 0,-1 0-6 16,-1-2 7-16,0-1 3 0,0-1-2 0,-1-1 4 0,0-3-10 0,-2 0 14 16,-1-2 2-16,-1 0-5 0,-1-2 4 0,-1-2-24 0,-2 0 1 15,-1 1 3-15,-1 0-9 0,-1 0 3 0,-3 2-5 0,-1-2-3 0,-2 2 1 16,-1 1-3-16,-4 1-11 0,-1 4-3 0,-1 1-4 0,-1 1 4 16,-3 1 1-16,-2 2 5 0,2 1 6 0,-2 2 2 0,1 0 5 0,3 2 2 15,-2 1-5-15,2 1 10 0,0 3-5 0,0-1 5 0,1 1-5 0,3 2 2 16,2 0 9-16,3 2-11 0,1-1 10 0,3 1-3 0,1-1-3 15,2 1 5-15,2 0-6 0,1 0-3 0,3 1 9 0,1-1-2 0,2 0 2 16,2 0 3-16,2 0-1 0,2 1 0 0,0-2-8 0,5-2-3 0,2-2 0 16,1-1 2-16,2-3 14 0,0-1-2 0,2-3-3 0,3-3-2 15,2-1 6-15,2-4-3 0,1-4 4 0,3-3-6 0,0-1-12 0,2-2 0 16,0-3-7-16,0 1 0 0,0-3-11 0,-2 0-20 0,0 3-34 16,-4 1-40-16,-1 1-48 0,-1 0-92 0,0-4-135 0,-3-2-146 0,-1-2-72 15,-3-3-209-15</inkml:trace>
  <inkml:trace contextRef="#ctx0" brushRef="#br0" timeOffset="9117.19">4240 9212 2952 0,'-22'-4'151'16,"2"1"15"-16,-2 0-51 0,8 5-32 0,8 1-28 0,1 3-21 0,2 2-18 15,2 4-10-15,1 5-2 0,3 4-2 0,1 6-1 0,2 4 1 0,2 5 0 16,1 3 0-16,0 3-2 0,4 4-13 0,2 1 22 0,2 1-3 15,2 1-2-15,2 2 5 0,2 1-18 0,-1 2 3 0,2 0-1 0,0 0 5 16,1-2-10-16,0-1 3 0,-2-1-10 0,0 0-21 0,-2-3-3 0,-1-1-24 16,0-3-31-16,0 0-14 0,0-3-31 0,1-2-13 0,0-2 2 15,-2-1-23-15,0 0-1 0,-2-2 16 0,-1-3 19 0,-2-5 46 0,-2-6 36 16,-2-7 29-16,-2-5 21 0,-2-7 23 0,-3-1 30 0,0-4 22 0,1-5 12 16,-1-3 7-16,0-5 3 0,-1-2-4 0,-1-5 5 0,-2-2-7 15,1-2 1-15,-1-2-7 0,-1 1-10 0,0-1-5 0,1 2-18 0,0 1 6 16,2 3-4-16,2 1 3 0,0 5 0 0,2 5-10 0,0 3-5 15,2 4-5-15,0 3-4 0,1 3 1 0,1 4 0 0,0 2 6 0,2 3 1 16,1 4 4-16,2 0-4 0,1 3-1 0,0 2 2 0,2 0-3 0,-1 0-8 16,0 1-3-16,0 0-3 0,1-2-6 0,0 0 4 0,0-1-1 15,1-1-5-15,-2 0 5 0,1-4-6 0,-2 1 6 0,1-3-3 0,-1-2 3 16,0-2-2-16,-3-2 0 0,1-2 4 0,-1-3 2 0,0-2 2 0,-1-1 2 16,-2-3-6-16,1 0 0 0,-2 0-8 0,0-4 3 0,1 0-4 15,-3-2-2-15,1-1 5 0,-1 1-9 0,-2-2 2 0,-1 0 0 0,-2-1-2 16,-1-1 6-16,-1 0-11 0,-1 1 3 0,1 1-2 0,-4-2-20 15,-1 1 9-15,-3 2 8 0,0 0-4 0,-1 1 18 0,0 0-5 0,-2 1-15 16,2 0-3-16,-2 3-12 0,1 1-3 0,1 3-12 0,1 2-12 0,0 1-9 16,1 3-6-16,-1 2 2 0,1 2-1 0,-2 2 0 0,2 2 1 15,-1 2 5-15,2 0 0 0,1 1 1 0,0 1-3 0,2-1 0 0,1 0 0 16,2 0-6-16,2-3-11 0,2-1-13 0,0 0-9 0,3-1-5 0,-1 0 6 16,3-1-1-16,2-2 0 0,1-1-7 0,0-1-1 0,1 0 1 15,-1-1 7-15,3-1 9 0,-1-1 15 0,1 0 18 0,1 0 16 0,-2 0 18 16,2 0 14-16,1 2 15 0,1 0 22 0,-2 1 21 15,2 0 19-15,-2 1 11 0,0 1 9 0,-2 1 4 0,2 0 7 0,-1 1 2 0,0 1 3 16,-1-2-7-16,1 2 10 0,0 1 5 0,0 0 1 0,-1 2 12 0,1 0-20 16,0 0-13-16,-1 0-7 0,-1 1-13 0,-1-2-9 0,1 1-9 15,1-1-11-15,1-1-15 0,0 1-2 0,-2-2-17 0,1 1-5 0,-1 0-4 16,-1 0-4-16,1-1 8 0,-2 1-7 0,0-2 2 0,-1-1 0 16,-1-1-6-16,-1-2 2 0,0 0-7 0,-1-2 4 0,-1-1 3 0,0-2-1 15,0-1 3-15,0-3-12 0,0-3-1 0,-1-1-7 0,0-2-6 0,0-2-4 16,1-2-5-16,-1-3 3 0,0 2 20 0,-2-3 5 0,2 0 14 0,-1 0 9 15,1-2-5-15,0 2-1 0,-2-1 3 0,0 1 6 0,0 2 1 16,0 1 5-16,-1 1 1 0,0 2 4 0,0-1-1 0,0 1 7 0,0 1-2 16,-1 1-3-16,0 1 4 0,-1 1-5 0,-1 0 4 0,0 3-4 15,0 0 1-15,0 2 3 0,0 1 3 0,-1 1 2 0,1 1-1 0,-1 0-5 16,0 1-3-16,0 1 1 0,0 0-6 0,2 2 7 0,0 0-7 0,2 1-4 16,-1 1 1-16,1 0-6 0,1 2 3 0,0 0-4 0,2 2 3 15,2 1-5-15,0 2 4 0,1 1 1 0,1 1-10 0,1-1 7 0,1 3 2 16,0-1-4-16,0 2-1 0,1-2-1 0,0-1-6 0,0 2 5 15,1-2 0-15,-2 1-5 0,1 0 2 0,-3-2-3 0,3 0 6 0,-1 0 1 16,-1-1-2-16,0 0-1 0,-4-1-6 0,0 1-2 0,-2 0 0 0,-2 0 2 16,0 0-2-16,-3 1-1 0,0 1-4 0,-3 0-13 0,-1-1-12 0,-3 1-17 15,-1-2-17-15,-2 1-15 0,-2 1 0 0,1-2-5 0,-4 1 9 16,1-3 6-16,0-1 4 0,1 0 6 0,0-3 4 0,1-1 8 0,2-2 7 16,1-3 5-16,1-1 4 0,2-2-2 0,1-3-10 0,4-1-11 15,0-3-15-15,3 0-8 0,2-4 10 0,2-3 13 0,2 1 22 0,2-5 20 16,2 0 9-16,0-2 8 0,2-4 7 0,1 0 1 0,1-3 7 0,1 2 8 15,0 1 9-15,1 0 22 0,0 1 13 0,1 2 9 0,-1 0 9 16,2 3-3-16,-1 1-4 0,-2 4 7 0,-1 2 6 0,1 3-1 0,0 3-1 16,-1 3-8-16,1 3-14 0,-1 1-5 0,2 3 0 0,-1 3-3 15,2 2 6-15,1 3-3 0,-2 2-13 0,-1 1-6 0,1 1-7 0,0 3 5 16,0 0 5-16,-2-1 0 0,1 3-5 0,-2 0-21 0,0 0-6 0,0-2-5 16,-3 1-1-16,1-1 0 0,1 1-3 0,-4 1-3 0,0-1 1 15,-1 1 2-15,-3-3 2 0,-1-1 4 0,-1-4-3 0,-2-1 1 0,1-2 0 16,-1-1 0-16,0-2 2 0,-1-2 5 0,0-1 1 0,0-1 1 0,0-1-2 15,-1-4 1-15,-1-2 2 0,1-3 4 0,0-1 5 0,1-2 7 16,1-1 3-16,2-2 1 0,0 1 1 0,3 3-6 0,-1-1 2 0,4 3-1 16,2 1-12-16,1 2 7 0,2 4-2 0,2 2-4 0,-1 2 7 0,5 3-8 15,0 4 11-15,2 2-4 0,3 5-7 0,1 3 3 0,3 3-30 16,1 3-3-16,2 6-15 0,2 1-27 0,-4 5-45 0,2 1-79 0,-1 5-125 16,1 2-366-16,-2 9-109 0,-4 11-63 0</inkml:trace>
  <inkml:trace contextRef="#ctx0" brushRef="#br0" timeOffset="9684.19">3888 12520 2937 0,'-20'-4'568'16,"3"2"-476"-16,1 0-15 0,10 4-47 0,7 3-20 0,3 3-8 16,5 4-4-16,3 2-6 0,3 5 6 0,3 4-5 0,3 2-7 0,1 3 5 15,-3 3-8-15,-1 5-8 0,-3 3-14 0,-3 4-26 0,-1 3-15 0,-3 3-15 16,-3 3-3-16,-2 3-1 0,-3 0-4 0,-3 1-2 0,-1-1-7 15,-3 0-5-15,0-2-2 0,1-3-3 0,2-3 22 0,-1-5 28 0,0-3 28 16,0-7 31-16,0-5 23 0,-1-6 17 0,0-4 26 0,0-4 21 0,-1-4 26 16,1-5 20-16,1-2 7 0,1-2-3 0,2-2-14 0,0-1-15 15,3-1-23-15,1-1-12 0,2-1-3 0,2-1-14 0,4 0 4 0,2 0-7 16,3 0-7-16,3 1 7 0,3-2-3 0,2 1-7 0,0-2 6 16,3 1-10-16,0-2-6 0,2-1-1 0,3-1-11 0,-1-3-1 0,1-1-7 15,-2-1 4-15,0 0-4 0,-2-3 0 0,0-1 2 0,0 0-2 0,-3-4 4 16,-2 0 2-16,-3-2-1 0,-2-5 3 0,-2-1 3 0,-2-2-5 15,-2-2 4-15,-1-1 1 0,-2-3-5 0,-2 0 7 0,-2-1-5 0,-3 0-4 16,-3 0 5-16,-4 2-3 0,-2 0 4 0,-5 1-3 0,-2 3 3 0,-5 0-1 16,-6 2 3-16,-3 1 0 0,-4 1-5 0,-5 2-7 0,-3 3-9 15,-4 2-3-15,-3 4 10 0,-1 1-2 0,-2 2 8 0,0 4-2 0,-3 2-10 16,-1 4 3-16,2 4 1 0,0 3-10 0,4 6-1 0,2 5-2 16,0 4-4-16,2 6 5 0,2 5 3 0,1 3 0 0,1 4 1 0,6 3 1 15,3 4 3-15,5 1 6 0,3 2-7 0,4-1-6 0,4 3-10 0,4-1-12 16,4 1-12-16,3 2-23 0,3-2-24 0,4 1-23 0,2-2-22 15,4-3-23-15,3-3-38 0,5-3-78 0,2-5-98 0,6-3-70 0,1-6-19 16,4-4 62-16,4-4-160 0</inkml:trace>
  <inkml:trace contextRef="#ctx0" brushRef="#br0" timeOffset="10100.19">4380 12684 1968 0,'-5'-4'401'0,"2"1"-156"0,0 0-98 16,3 2-37-16,1 1-11 0,2 0 1 0,0 1-13 0,0 0-27 15,1 1-10-15,1 3-14 0,1 1-4 0,2 4 3 0,1 2 1 0,1 2-18 16,0 2 1-16,1 2-1 0,2 4-9 0,2 1 2 0,-1 2-3 0,3 1-3 16,0 2 1-16,0 0-1 0,1-1-1 0,1 3-4 0,1-3 2 15,-2-2-6-15,0-2 6 0,-1-3 2 0,0-2-4 0,-2-3 2 0,1-4-6 16,1-1 2-16,0-2 0 0,1-2 2 0,-1-3 0 0,1-2-2 16,-3-2 1-16,2-3-5 0,-1-2 0 0,-1-2-1 0,-2-2 3 0,0-2 4 15,-2-3 4-15,0-3 3 0,-3-3-3 0,-1-2 4 0,-1-5-5 0,1-2 3 16,0-4 3-16,-3 2-3 0,0-4 5 0,-3 2-6 0,0-1 3 15,-2-2 3-15,-1 4-2 0,-1-1 12 0,-2 4-2 0,-1 0-8 0,0 4 8 16,2 3-8-16,0 4 4 0,1 4 10 0,0 3-2 0,1 3 5 0,2 2 3 16,-1 4-6-16,1 2 0 0,0 1-4 0,-1 1 1 0,2 1-7 15,-1 2-3-15,0 2-4 0,2 2-4 0,-1 2 4 0,2 2-5 0,1 1 5 16,1 3-4-16,2 1 0 0,-1 1 2 0,1 1-2 0,1 1-16 16,-2-2 14-16,2 1-6 0,-1-1 0 0,0 1 18 0,0-3-18 0,1 1-2 15,0-2-2-15,0 1 2 0,0-3 1 0,0 0 3 0,1-1-6 0,-2-1-6 16,1-1 8-16,0-2-7 0,1 1 3 0,1 0-2 0,-1-1-7 15,0-1-8-15,0 0-10 0,-1-1-5 0,3-2-11 0,0-1-7 0,0-1-4 16,0-3-8-16,1-2 8 0,1-1-9 0,1-1-4 0,1-3-4 0,0-1-26 16,-1-1-16-16,1 0-26 0,0-1-46 0,0 1-51 0,0-1-36 15,0 1-72-15,1-1-45 0,0 0 4 0,-1 0 41 0,1-2-98 0</inkml:trace>
  <inkml:trace contextRef="#ctx0" brushRef="#br0" timeOffset="10367.19">5522 11789 1492 0,'-18'-4'1128'0,"-1"0"-975"0,-2 1 0 15,8 3-54-15,3 2-17 0,3 0-9 0,1 2-11 0,1 1-23 0,2 4-15 16,1 3-13-16,2 3 3 0,1 6 8 0,2 4 1 0,1 3 5 15,2 5-1-15,2 4-9 0,3 3 6 0,0 3-7 0,3 2-10 0,1 2 4 16,1 1-13-16,0 1 4 0,2 0-2 0,1 0-2 0,1 1 6 0,-1-2-6 16,1-1 0-16,-1-3 6 0,0-1-4 0,2-2-15 0,-3-2 12 15,-1-1-12-15,-1-2-7 0,-1-1-2 0,0-1-33 0,-3-2-27 0,0-3-23 16,-1-1-29-16,-2-4-38 0,-1-2-58 0,0-1-107 0,-1 1-214 16,-1-1-52-16,-2 2 73 0,-2-1 21 0</inkml:trace>
  <inkml:trace contextRef="#ctx0" brushRef="#br0" timeOffset="10634.19">5403 12400 1489 0,'-24'-25'587'0,"-2"-1"-399"0,-2-7 3 0,7 6-72 15,7 5 3-15,3 2-10 0,3 2-17 0,2-1-21 0,3 0-17 0,2 2-21 16,2-1-12-16,3 1-4 0,0 0-3 0,3 1 2 0,2-1-1 16,2 2-13-16,2 1 4 0,2 3-2 0,0-1-2 0,3 1 11 0,2 3-12 15,1 0-4-15,2 3 3 0,0 3 4 0,-1 1 6 0,2 2 3 16,-2 2-4-16,-1 1 1 0,1 2-6 0,-3 1 4 0,-1 1-6 0,-2 1-3 15,-2 1 7-15,-1 1-2 0,-5 2 4 0,0 2 2 0,-1 3-8 0,-3-1 2 16,-2 3-3-16,-2 1-2 0,-4 0 0 0,-2 2-6 0,-3 1 8 0,0 0-3 16,-3 2-1-16,-3-1-3 0,-3 3-8 0,-1-1 5 0,-2-2 5 15,-1-1 6-15,1-4 2 0,0-1-10 0,0-2-1 0,2-3-5 0,2-3-4 16,1-1-6-16,4-3-26 0,2-1-32 0,1 0-33 0,2-4-47 16,2-1-45-16,2-2-53 0,1-3-55 0,2-2-72 0,2-4-32 0,2-3 3 15,3-5 55-15,2-4-101 0</inkml:trace>
  <inkml:trace contextRef="#ctx0" brushRef="#br0" timeOffset="11000.2">5641 11248 2588 0,'-11'-10'157'0,"1"0"7"0,-1-1-63 16,5 4-25-16,3 4-5 0,1 1-14 0,1 2-22 0,2 0-6 0,0 1-11 15,0 3-13-15,2 2 10 0,2 6-1 0,1 4-1 0,1 6 3 0,2 6 0 16,1 6-5-16,0 5-5 0,2 5 10 0,2 2 2 0,1 5-7 15,-1 1 8-15,1-1-8 0,-2 1-11 0,1-3 7 0,1 0-7 0,0-3 2 16,1-3 0-16,-1-3 1 0,1-2-4 0,0-2-9 0,0-2-14 0,2-4 1 16,-3 0-3-16,0-4-1 0,-1 0 9 0,-1-4-9 0,0-2 3 15,-2-2 10-15,-1-4 7 0,-1-2 8 0,0-2-2 0,-1-2 1 0,-2-2 5 16,0-2-1-16,-2-2 1 0,-1-2-5 0,2-1-5 0,-2-2 3 16,1-1 4-16,0-2-2 0,-1-3-2 0,-1-1 4 0,2-2-1 0,-1 0 3 15,-2-1 3-15,2-1-5 0,-2-1-2 0,2 2-4 0,0-1 3 0,0 2 2 16,1 1 1-16,0 1-5 0,1 2 1 0,0 1 4 0,1 2-1 15,1 2 14-15,1 1-12 0,0 1-3 0,1 1-3 0,1 1 5 0,0 1-15 16,0 2 2-16,2 2 2 0,0 2 2 0,1 2 12 0,0 3 1 0,-1 0-10 16,1 2 1-16,1 0-6 0,-1 1 2 0,-2 1-4 0,-1-1-9 15,0 0-1-15,-1-1-14 0,0 0-16 0,-2-1-26 0,-1-3-32 0,0 1-38 16,-1-2-42-16,-1-2-60 0,-1-1-39 0,-2-3-75 0,0-1-56 16,0-2 10-16,-2-3 48 0,-1-2-57 0</inkml:trace>
  <inkml:trace contextRef="#ctx0" brushRef="#br0" timeOffset="11134.19">6040 11759 3138 0,'-14'3'151'15,"4"1"-16"-15,0 0-89 0,6 0-25 0,3 0-7 0,2-1-12 0,3 0-4 16,2 2-1-16,3 0-14 0,3 2 0 0,1 1-12 0,0-2-24 0,0 2-34 16,1-1-84-16,0 0-121 0,2 0-201 0,0-1-182 0,1 0-2 15,0-2-86-15</inkml:trace>
  <inkml:trace contextRef="#ctx0" brushRef="#br0" timeOffset="11701.19">6599 11744 2641 0,'-10'-3'326'0,"1"2"-179"0,-1-1-88 0,4 1-25 16,1-1 5-16,1 0-4 0,0 0-2 0,-1 0-15 0,0-1-9 0,-1 1-6 15,0 1-3-15,-1 1 0 0,-1 0-7 0,-2 2-9 0,0 1-7 0,-1 1-10 16,-1 2 1-16,-1 1 6 0,1 1 1 0,0 0 11 0,1 2 3 15,-1 1 4-15,0 2 9 0,1 1-2 0,1 0-3 0,1 2 3 0,0 1 1 16,2 1 5-16,0-1 4 0,0 3-3 0,2 0-2 0,0-1-3 0,2 1-5 16,4 0 10-16,1 0-16 0,3 1 12 0,1 0-1 0,2-2 3 15,0 1 13-15,1-3-13 0,-1-2 1 0,2-1-13 0,2-1 1 0,-1-1 1 16,2-3 0-16,0 0 1 0,0-4-1 0,1 0-2 0,-1-1 3 0,1-2 1 16,-2-2-2-16,0-2-1 0,0-1-6 0,-1-2 5 0,-2 0 4 15,0 0 1-15,-1-3 9 0,1 1 2 0,-1-2-4 0,0 0 4 0,-1-1-1 16,0 0 8-16,0 0 2 0,0-2 3 0,-1 0 1 0,0 1-5 15,0 0-1-15,0 2-7 0,1 0-3 0,1 1 5 0,0 0-1 0,0 2 7 16,0 0 1-16,0 1 3 0,1 2-2 0,-1 1-3 0,1 1-3 0,0 1-8 16,1 1 3-16,1 1-1 0,1 1 6 0,1 1-10 0,1 0 3 15,0 1-10-15,0 0-3 0,1-1-4 0,0-1-2 0,0 0-3 0,0-1 17 16,0 0 7-16,-1 0 3 0,-1-1 7 0,-1-1-18 0,-2 0-4 0,0-2-12 16,-1 1-1-16,-1-1 7 0,0-1 8 0,-1 1 11 0,-2-1 4 15,0-2 1-15,-3 1-14 0,1-2 4 0,0-1 1 0,-2-1-5 0,-1-1 4 16,-1 1-4-16,0-3-4 0,-2 0 3 0,0 0-5 0,-3-2-10 15,-2 2-6-15,-2-2-11 0,-3 0-7 0,-1 1-3 0,1-1-9 0,-3 3-3 16,-3 0-11-16,0 1-14 0,0 2-4 0,-1 1 3 0,2 2 13 0,2 3 17 16,-1 2 17-16,3 1 8 0,1 2 10 0,1 0 13 0,2 2 6 15,0 0 8-15,3 2 4 0,1 0-1 0,3 1 4 0,0 2-3 0,2-1 10 16,2 1-6-16,1-1 0 0,2 0 2 0,3-1-6 0,0 1 3 16,3-2 3-16,1-1-3 0,-1 0 1 0,4-1-2 0,-1-2 1 0,1 0 6 15,0-1 3-15,1-1 1 0,2-1 5 0,0 0-2 0,0-2-3 0,0 0-5 16,1 0-8-16,0-2-2 0,1 0-3 0,1-2 1 0,-1 0-8 0,0-1 1 15,1-2-8-15,0 0-4 0,-1-1 0 0,1-1-13 0,1 1-17 16,-2-3-39-16,0-1-42 0,-1-1-50 0,-4-1-79 0,0 0-81 0,-1-2-141 16,-2-2-58-16,-1-1 47 0,0-4-80 0</inkml:trace>
  <inkml:trace contextRef="#ctx0" brushRef="#br0" timeOffset="11884.18">7154 11053 3145 0,'-10'-3'194'0,"2"0"-52"15,-1 0-58-15,4 3-20 0,3-1 4 0,1 1-24 0,1 1-18 0,1 1-14 16,1 2-20-16,1 2 8 0,2 4 0 0,1 4 0 0,1 3 8 0,1 5-6 16,1 2 0-16,0 6 0 0,3 4-10 0,0 4 6 0,3 3-2 15,-1 3-2-15,0 1 1 0,2 0-1 0,0 0-7 0,1-1-1 0,-2-2 1 16,2-2-18-16,-2-2-6 0,1-3-27 0,-3-1-24 0,2-3-36 0,-2-3-32 16,0-1-43-16,-2-4-51 0,-1-4-71 0,0 0-83 0,-2-5-61 15,-2-1 9-15,-1-3 90 0,0-3 102 0,-3-1 104 0,-1-4-73 0</inkml:trace>
  <inkml:trace contextRef="#ctx0" brushRef="#br0" timeOffset="12501.19">7300 11667 1173 0,'-10'-6'358'0,"0"-1"-77"0,-3-1-76 0,2 1-42 0,2 2-16 0,1 1-25 15,2 0-29-15,0-1-19 0,2 2-23 0,0-1-14 0,0 1-1 16,2 1-10-16,0 0-1 0,1 0-8 0,-1 0-8 0,2-1-5 0,1 1-6 16,0 0 7-16,2 0-3 0,1-1 4 0,1 0 6 0,0-1 1 0,2 0 9 15,1 0 2-15,1-2 4 0,2 1 5 0,1-1-3 0,1-1 3 16,0 0 0-16,2 0-7 0,1-1 3 0,1 0-1 0,0-1-1 15,1 1-1-15,1-1-5 0,-2-1-6 0,2-1-7 0,1 0 1 0,-2-1-3 16,2 1-15-16,0-2 12 0,-3 1-1 0,1-1-2 0,-1 0 18 0,-1 0-18 16,-3-2-4-16,0 1 10 0,-2-1-8 0,-1 2 5 0,-1-1 1 0,-2 0-11 15,-1 0 7-15,-3 1-4 0,1-1-3 0,-2 1 11 0,-2 0-4 16,0 1 2-16,-2 1-4 0,-2 0-4 0,0 1 1 0,-2 0 5 0,-2 1 0 16,0 1 2-16,-2 2-2 0,0 1-2 0,0 2 2 0,-1 0-2 0,0 1 2 15,1 1 0-15,0 1 0 0,1 1 4 0,0 0-2 0,2 2-2 16,0 1 5-16,1 0-5 0,0 2 0 0,2 2 9 0,0 0-7 0,1 2-4 15,1 2-2-15,1 0 3 0,2 1 1 0,1 3 7 0,2 1-2 16,2 2-9-16,0 1 8 0,2 1-4 0,0 0 5 0,1 0 4 0,1 0-12 16,1-2-8-16,1-1 16 0,1-1-3 0,-1 0 4 0,2-2 15 0,-1 0-19 15,0-2-2-15,-1-2 4 0,2-2-13 0,-1-2 7 0,0 0 0 16,1-1 2-16,-2-2 7 0,2-1-9 0,-1-2 2 0,1-2-1 0,-2-2 1 16,-2-1 1-16,1-1 8 0,-1-1-5 0,-1 0 0 0,0-2 1 0,-1 1-1 15,-2-1 6-15,0 0-1 0,0-1-3 0,0-2 7 0,0 0 1 16,0-1-3-16,-1-2 5 0,1 1-6 0,-1-1-1 0,0 2 0 0,0-2-2 15,1 1 1-15,1 1-7 0,2 1 3 0,0 3 3 0,0 0 1 16,0 1 7-16,0 3 1 0,-1 0 8 0,2 2-3 0,0 1 3 0,0 1-3 16,2 1-8-16,-1 1-2 0,0 0-3 0,1 1-1 0,1 0 1 0,-1 0 3 15,1 0-3-15,-3 0-5 0,2 0-1 0,0 1 2 0,0-3-2 16,-1 1-2-16,0 0 0 0,-2-2-6 0,0 1 14 0,0-2-8 0,0 0 2 16,0 0 0-16,0-1-10 0,-1-1 12 0,0-1-4 0,1-1 0 15,-2 0 5-15,1-1-1 0,-2-1 10 0,-1 2-9 0,-1-1-1 0,0 1 0 16,-1-1-6-16,-1 0 6 0,1 0-4 0,-2-2 4 0,0-1-4 0,-1 0 2 15,-1-1-1-15,-1 1-2 0,-2-2 2 0,0 1-1 0,-2-2-5 16,-1-1 3-16,-3 0-6 0,-1 0-3 0,-3 0 3 0,1-1-5 0,-3 1 0 16,-1 0-1-16,0 2 7 0,-1 0-6 0,-2 3-2 0,0 3-10 0,0 2-6 15,-1 1-1-15,-1 1-7 0,1 1-3 0,-1 1-6 0,2 2 6 16,1 2 6-16,1 2-1 0,2 1-6 0,4 1-14 0,0 2-18 0,3 1-34 16,0 1-46-16,2 0-46 0,0-2-53 0,2 2-75 0,2-1-99 0,1 0-55 15,2-2 46-15,1-2-48 0</inkml:trace>
  <inkml:trace contextRef="#ctx0" brushRef="#br0" timeOffset="12684.21">8203 10382 3513 0,'-4'-3'270'16,"1"2"-164"-16,0-1-51 0,3 4-18 0,3 0-5 0,2 3-4 0,2 2 6 15,6 4-26-15,3 4 4 0,2 7-12 0,1 6-2 0,2 2 4 16,1 5-14-16,1 4 4 0,2 3-8 0,1 5-22 0,2 6-33 0,-1 3-25 15,0 3-38-15,0 1-42 0,-1 0-49 0,0-2-125 0,-1 0-262 0,-1-3-234 16,-2-2-237-16</inkml:trace>
  <inkml:trace contextRef="#ctx0" brushRef="#br0" timeOffset="13517.9">1220 8666 2057 0,'-11'-6'156'0,"2"1"21"0,-1-1-18 15,0 0-20-15,-1 0-19 0,-1 0-25 0,3 0-22 0,2 2-19 0,3 2-28 16,1 0-3-16,2 2-13 0,0 2-3 0,2 2 2 0,2 2 0 0,0 4 1 15,2 3 4-15,2 4 4 0,2 5 1 0,1 4 7 0,1 5-6 16,1 4-15-16,2 4 9 0,1 3-8 0,1 4-1 0,-1 2 11 0,2 3-12 16,0 4 1-16,0 0-3 0,-1 2-2 0,0 0 0 0,2 0 2 0,-2-1-13 15,-1-1 6-15,0-2-10 0,0-4-4 0,-1-1 6 0,-2-5-22 16,1-4-16-16,0-3-22 0,-1-4-26 0,0-3-21 0,-3-5-23 0,1-3-51 16,-1-3-68-16,-2-5-78 0,-1-4-72 0,-2-3-5 0,-1-5 40 15,-3-4-138-15</inkml:trace>
  <inkml:trace contextRef="#ctx0" brushRef="#br0" timeOffset="13667.9">1174 8913 981 0,'-12'-14'746'0,"3"3"-586"0,-1-2 13 0,-2-3-22 15,2-1-26-15,1-2-21 0,2 2-13 0,4 0-14 0,2 3-10 16,4 1-17-16,2 0-4 0,3 1-9 0,1 2-13 0,2 0 3 0,3 3-3 16,3 2 1-16,1 2-3 0,1 2-4 0,4 2-4 0,-1 2-7 0,3 2-6 15,1 3-4-15,0 1-9 0,2 1-5 0,-1 1-5 0,0 1-16 16,0-1-23-16,2 1-23 0,-1 1-35 0,-1 0-49 0,1-1-75 0,-2 0-120 15,1 0-49-15,-1 0 13 0,-2-1 49 0,-1-2 97 0,-3-1-84 16</inkml:trace>
  <inkml:trace contextRef="#ctx0" brushRef="#br0" timeOffset="13834.61">1848 8433 606 0,'-12'-7'593'0,"-1"1"-361"15,-1 0-1-15,3 3-47 0,7 4-41 0,-1 0-23 0,1 1-18 0,-1 1-22 16,0 2-20-16,-2 1-11 0,2 2-13 0,-1 2-11 0,0 1-1 0,1 3-9 15,0 3-2-15,2 3-10 0,-1 1-5 0,2 4-6 0,0 1 1 16,1 3 3-16,0 1 18 0,0 4-32 0,2 0-10 0,-1 1-12 0,0 1-46 16,0 1 4-16,0-1-56 0,-1 0-75 0,0 0-52 0,0-3-96 0,0 0 21 15,-1-4 35-15,0-1-165 0</inkml:trace>
  <inkml:trace contextRef="#ctx0" brushRef="#br0" timeOffset="14017.61">1738 8396 1925 0,'-2'-5'195'0,"1"0"-6"0,0-1-60 0,1 0-51 0,1-1 9 16,1 0-12-16,2 1-21 0,3 3-16 0,10 1-12 0,2 5-8 0,-1 5-5 15,1 5 1-15,0 2-6 0,1 4-1 0,0 3-4 0,1 3-3 16,-1 1-2-16,0 3-1 0,1 1 0 0,0 3-4 0,0-1-3 0,0 1-2 16,-1-2-7-16,1 1-14 0,-1 0-20 0,-1 0-40 0,-2 2-78 0,0-2-131 15,-2-2-160-15,-1-1-51 0,1-2 53 0,-2-1-91 0</inkml:trace>
  <inkml:trace contextRef="#ctx0" brushRef="#br0" timeOffset="14217.61">2361 8380 1781 0,'-11'-6'732'0,"3"1"-607"0,-1 0-28 15,6 3-54-15,5 2-12 0,1 1-9 0,3 0 3 0,1 3-9 16,3 1-12-16,2 3-4 0,1 4-5 0,1 2-4 0,0 5 11 0,1 0-2 15,1 2 0-15,0 1-5 0,-1 1 3 0,1 1-3 0,0 1-3 16,1-1-5-16,-3-1-10 0,1-1-9 0,-2-3-14 0,-1-1-22 0,0-1-34 16,-2-2-55-16,1-2-78 0,-2-2-79 0,-1-1-59 0,0-3-4 0,-2-3 45 15,0-3 51-15,-1-6-100 0</inkml:trace>
  <inkml:trace contextRef="#ctx0" brushRef="#br0" timeOffset="14351.61">2352 8114 2342 0,'-17'-6'223'0,"0"1"-90"16,-2 0-37-16,9 2-33 0,7 2-19 0,0 0-22 0,3 0-10 0,1 1-21 16,2 1-9-16,0 0-11 0,4 1-14 0,0 1-12 0,1 1-28 0,2 1-54 15,0 0-105-15,1 1-147 0,-1-1-97 0,2 0-6 0,2 0-56 16</inkml:trace>
  <inkml:trace contextRef="#ctx0" brushRef="#br0" timeOffset="14667.61">2804 7808 1977 0,'-14'-3'473'0,"0"2"-376"15,-1 1-16-15,2 3-36 0,3 1-2 0,1 2 2 0,-1 2-7 16,-1 0-8-16,0 3-10 0,0 2-7 0,-1 2 1 0,1 3-12 0,1 0 3 16,1 5-7-16,0 0 0 0,2-1 4 0,0 2-5 0,1-1-1 0,2-1 1 15,1 0 3-15,1-1-4 0,1 0 6 0,1-1-9 0,3 1-4 16,3-2 11-16,0 0-5 0,2-1 1 0,2-1 4 0,1-1-5 0,2-1-1 15,3-1-1-15,2-2 4 0,0 0-1 0,-1-1 11 0,2-1 3 0,-2-1-2 16,1 0 2-16,1-2 4 0,-2 0 1 0,0 0 0 0,1-1 2 16,-1 0 1-16,1 0-1 0,-3 0 0 0,0 0-5 0,-1 0 4 0,-1 1-6 15,-2 0 0-15,-2 1-1 0,-2 1-2 0,0-1-2 0,-3 1 2 16,-2 1-4-16,0 0-8 0,-2 1-2 0,-2 2-10 0,-2 1-4 0,-3 0-1 16,-2 0-7-16,-2 2 1 0,-2-1-4 0,-3 0-5 0,0-2-10 0,0 0-4 15,-2-1-9-15,1-1-16 0,1-2-9 0,1-2-26 0,3-2-34 16,1-3-53-16,2-1-75 0,3-1-60 0,2-1-22 0,3-1 30 0,2-2 64 15,3-3-140-15</inkml:trace>
  <inkml:trace contextRef="#ctx0" brushRef="#br0" timeOffset="15001.05">3259 7930 2381 0,'-14'-13'260'0,"0"0"-130"0,-1-2-54 16,3 2-24-16,3 3-8 0,0 2-5 0,-2-1-13 0,0 4-9 0,0 0-8 15,-1 1 1-15,2 2 1 0,-2 2-5 0,-1 1 3 0,-1 2-2 0,1 1 0 16,0 1 0-16,-1 3-4 0,1 2-1 0,0 2 2 0,1 0-3 16,-1 1 3-16,3-1-1 0,-1 2-3 0,2 1 2 0,1-1-4 0,2-1-3 15,0 2 2-15,1-3 1 0,0 0-2 0,3-1 1 0,2-1-4 0,0-1 0 16,2 0-2-16,1 0 1 0,2-1 1 0,2 0-2 0,0 0 6 16,3-1 3-16,1-1 3 0,2 0 1 0,-1-1-3 0,0-1 3 0,2 0 1 15,1-2 4-15,1 0 1 0,0 0 4 0,1-1-4 0,-1 1 1 0,0-1 1 16,0 0-1-16,0 0 1 0,1 0 5 0,-3 0-3 0,-3 2 1 15,0 0-8-15,-1 0 0 0,-1 2-2 0,-1 0 0 0,-1 0 2 0,-2 1 1 16,-1 1-5-16,0 2 4 0,-4 0 0 0,1 1-5 0,-1 2-4 0,-1-1-3 16,0 3-2-16,-2 1 0 0,0-1-11 0,-1 1 4 0,0 0 0 15,-1 1-6-15,-1 0 10 0,1 0-8 0,0-1-13 0,-1-1-6 16,1-1-25-16,1-3-35 0,1-2-36 0,1 0-37 0,0-3-40 0,1-2-44 16,2-2-55-16,-1-2-59 0,2-4-11 0,0-3 37 0,3-3 67 0,2-6-94 15</inkml:trace>
  <inkml:trace contextRef="#ctx0" brushRef="#br0" timeOffset="15151.05">3507 7889 1610 0,'3'-6'259'0,"4"-1"-89"0,2-1-53 16,1 4 0-16,0 0-6 0,2 3-15 0,-1-1-26 0,3 2-19 15,1 2-16-15,-1 1-12 0,1 1-7 0,-3 2-6 0,1 1-5 0,1 1-2 16,-1 2 0-16,-1 0-3 0,2 1-3 0,-2 2-2 0,0 1-3 0,-1 1-3 16,-2-2-2-16,-1 2-11 0,0 0-21 0,-2 0-34 0,-1-1-71 15,-1 1-65-15,-2-2-63 0,-1 0-48 0,-2-2-5 0,0-2 15 0,-2 0 29 16,-2-1-162-16</inkml:trace>
  <inkml:trace contextRef="#ctx0" brushRef="#br0" timeOffset="15734.05">3494 7726 2778 0,'-10'-9'162'16,"3"0"-35"-16,0 0-65 0,5 2-16 0,2 1-4 0,2 2-6 15,0 0-20-15,2 0-5 0,0 2-10 0,2 0-6 0,1 1-2 0,0 2-9 16,0-1-5-16,1 2-8 0,0 0-8 0,1 0-17 0,0 1-12 15,1 1-13-15,-1-1-9 0,-1 2 3 0,0-1 0 0,0-1 6 0,0 1 1 16,0-2-2-16,0 1 6 0,-1-1-2 0,1-1 1 0,-2-1 5 0,1-1-4 16,0 0 2-16,1-1-4 0,0-1 1 0,1-1 7 0,-1 0 4 15,0 0 12-15,0 0 14 0,0-1 14 0,1 0 12 0,0-1 7 0,1 0 4 16,1 2-5-16,-1-2 2 0,0 2-2 0,2 0 5 0,1 2 3 16,0 0-2-16,1 1 5 0,0 1-2 0,0 0 5 0,-1 2 0 0,0 1 1 15,-2 0 1-15,2 1 0 0,1 1 4 0,-1 0-4 0,1 1 4 0,-2 0 2 16,2 0 2-16,0 1 8 0,-1 0 10 0,0 0-4 0,-1 0 4 15,-1 0-1-15,1 0-8 0,0-1 8 0,0-1-6 0,0 0-4 0,0 1 0 16,0-1 0-16,-1 0 5 0,1 2 0 0,-2-1 1 0,1 0-7 0,1 0-6 16,-1-2-5-16,0 1-4 0,-1-1-3 0,1 1 0 0,0 0-6 15,1 0 1-15,0-1-1 0,-1 1 2 0,0 0 1 0,1-1 0 0,-1 0-6 16,1 1-8-16,1-2 5 0,-1 1-4 0,2-1 6 0,1 0-2 0,0 0-7 16,-1-1 0-16,1-1-8 0,1-1 0 0,0-2-2 0,1 0-12 15,1-3-3-15,0 0-8 0,-2-4-4 0,-1-2 12 0,2-4 14 0,0-3 19 16,-2-1 19-16,1-5 10 0,0 0 9 0,0-3 1 0,-1-2 5 15,0 0 1-15,-1-3 7 0,-2 0 2 0,-1-4 2 0,-3-2-1 0,0 1-2 16,-1-1-3-16,-1 0 1 0,-2 0-3 0,-2-2 5 0,-2 2 6 0,-3 2 7 16,-2 2-1-16,-4 4 4 0,-2 2-7 0,-3 3-6 0,-3 5-1 15,-4 3-11-15,-2 3-5 0,-2 2-12 0,0 3-7 0,0 2-6 0,1 2-11 16,1 5 0-16,-1 3-6 0,1 3-4 0,0 3 0 0,-1 3 0 0,2 3 5 16,-1 2 7-16,3 2 9 0,4 0 6 0,2 2 5 0,3 0-1 15,4 0-7-15,3 3-5 0,3 0-2 0,5 6-3 0,3 0 5 0,4 3 0 16,4 0 5-16,3-1 12 0,6-2 7 0,1 2 20 0,7-2 13 15,0 0 7-15,4 0 8 0,0-1-2 0,2-2-12 0,2 1 17 0,0-2-1 16,2 0 1-16,-1 2 14 0,-3-1-20 0,1 1-5 0,-3-1-5 0,-1 3-40 16,-2 1-26-16,-4 4 0 0,-1 3 0 0,-4 5 0 0,-5 3 0 15,-2 3 0-15,-3 5 0 0,-5 4 0 0,-6 6-74 0,-5 5-66 0,-7 6-73 16,-7 6-100-16,-7 5-206 0,-8 5-382 0,-8 7-390 0</inkml:trace>
  <inkml:trace contextRef="#ctx0" brushRef="#br0" timeOffset="16851.71">6365 5831 2295 0,'-30'-40'244'16,"2"-2"-206"-16,-7-10 23 0,11 9-6 0,6 10-10 0,1 4-15 0,2 5-17 16,0 2-5-16,-1 3-11 0,-3 4-7 0,-4 2-11 0,-4 2-20 0,-5 3-14 15,-7 3-8-15,-4 2-11 0,-8 2 1 0,-5 2 5 0,-5 1 8 16,-5 1 12-16,-3 1 14 0,-4 2 8 0,-3-1 2 0,-1 2-1 0,-2 0-9 16,-5 2-10-16,0 2-6 0,-5 0-7 0,-2 3 2 0,-2 2 10 0,-1 1 2 15,-2 2 5-15,-1 4 8 0,-1 0 0 0,0 3 10 0,1 2 1 16,-1 1 3-16,3 2 9 0,-3 2-1 0,2 2 9 0,1 2 1 0,-1 2-5 15,2 4 4-15,0 2-2 0,3 3 1 0,0 3 4 0,2 3 4 16,0 3 10-16,2 4 11 0,2 4 11 0,2 4 22 0,4 1 5 0,2 2-2 16,2 4-5-16,3 0-24 0,1 3-8 0,2 2-13 0,6 1-9 0,1 3 14 15,3 2-7-15,3 2 2 0,4 1 2 0,3 0-21 0,3 5 1 16,1-1 1-16,-1 3 1 0,3 3-1 0,2 1 2 0,3 1-1 0,5 1-3 16,2 1-5-16,17-52-4 0,-3 14 0 0,1 2 0 0,-3 15 6 15,3 0 20-15,-3 15 7 0,2 3 4 0,-1 15-2 0,0 3-19 0,1 1-10 16,3 3 3-16,1 2-1 0,1 2 8 0,1 4 0 0,2 1-6 0,1 1 6 15,2 2-3-15,0 2 7 0,4 2 20 0,0 1 21 0,3-1 23 16,1 1 12-16,3 0 2 0,3-2-14 0,3-3-6 0,4 1-10 0,3-1-29 16,2-3-5-16,26 111-14 0,2-35-1 0,-2-36 26 0,-4-34 1 0,0-15 13 15,5-2-7-15,4 1 11 0,2-3-5 0,1 0-4 0,3-4-3 16,0-1-12-16,4-5-16 0,4-2-5 0,3-3 2 0,1-1-7 0,4-5 14 16,3-2 6-16,-1-2-17 0,5-4 9 0,1-5-8 0,1-5-2 15,4-5 13-15,0-6-13 0,2-4 0 0,1-3-7 0,-1-4 1 0,4-4 2 16,-1-6-8-16,2-5 12 0,1-4 1 0,2-5-3 0,0-6 7 0,0-4-5 15,3-6-2-15,-1-5 9 0,4-3 0 0,0-5-4 0,-1-5 4 16,2-4 0-16,0-6 1 0,0-2 3 0,1-6-6 0,2-3 0 0,-1-4-12 16,1-5 8-16,1-4-1 0,-1-5-2 0,0-3 16 0,1-4-11 0,-2-4 4 15,1-4-1-15,-2-5-14 0,-2-2 6 0,1-5 0 0,-2-4 4 16,0-4-1-16,-2-5 8 0,-2-4-4 0,-2-4-1 0,-2-4 3 0,2-2-7 16,-4-3-19-16,0-1 12 0,-3-3 1 0,0-2 3 0,-2-6 11 15,1-4-2-15,-3-1-14 0,-2-3-1 0,-3 0-2 0,-4 0-4 0,-4 0 3 16,-2-1-1-16,-5 0-3 0,-2 0-1 0,-5-1 3 0,-4 0 0 0,-4-1-1 15,-5-1 1-15,-4-1 3 0,-3-2 2 0,-3-2-2 0,-3-2 11 16,-4-3-7-16,-4-1 3 0,-7 1 4 0,-2 0-2 0,-5-1 3 0,-3 1-6 16,-5 1-4-16,-5-2 1 0,-4 2 3 0,-4 0-8 0,-4-2 10 0,-5 2-3 15,-6 0 11-15,-2 2 18 0,-5 0-24 0,-3 0 10 0,-3 3-8 16,-3 1-8-16,-3 1 21 0,-3 2-14 0,-3 2 7 0,-3 2 3 0,-2 3-8 16,-2 1 3-16,-3 2-11 0,-2 5-15 0,-3 2 10 0,-2 5 5 0,-3 5-3 15,-1 2 14-15,-2 4-3 0,-4 2-15 0,-3 3-12 0,-3 3 6 16,-4 2-15-16,-2 3-4 0,-4 4 15 0,-1 3-6 0,-4 2 11 0,-1 4 8 15,-1 5-6-15,-1 2 4 0,-3 7-1 0,-2 5-11 0,-1 5-3 16,-4 4 6-16,1 6-4 0,0 4 9 0,-3 8 1 0,1 6-7 0,-2 8-8 16,2 6-3-16,2 5-9 0,4 4-39 0,4 4-33 0,5 5-32 0,3 6-52 15,3 8-34-15,4 8-82 0,3 10-100 0,4 9-50 0,3 8-121 16</inkml:trace>
  <inkml:trace contextRef="#ctx0" brushRef="#br0" timeOffset="17368.31">3025 3647 3189 0,'0'-1'-5'0,"2"1"-1"0,3 2-6 15,3 4-7-15,5 5 5 0,2 7 2 0,0 5-1 0,2 9 12 0,0 4-13 16,-2 6-7-16,-2 4 23 0,0 2-4 0,0 1 5 0,0 0 6 16,-1 2-18-16,0-1-3 0,1 0 0 0,0 0 2 0,1 1-6 0,-1-2-4 15,-1 0-8-15,0-1-16 0,2-2-23 0,-1-2 2 0,-1 0-24 0,2-2-17 16,1-2-15-16,-1-1-45 0,0-2-21 0,-2-2-19 0,1 2-7 16,1-3-17-16,-1-1-30 0,0-3-20 0,-2-3-5 0,-1-5-195 0</inkml:trace>
  <inkml:trace contextRef="#ctx0" brushRef="#br0" timeOffset="17601.31">2399 3860 2752 0,'-21'-37'52'16,"6"3"35"-16,2-6-26 0,14 7-27 0,10 5-31 0,9 0-8 15,7 0-10-15,6 0 3 0,4-1 14 0,5 1-2 0,1-1 0 0,2 4-2 16,2 1 2-16,2 4-5 0,1 1-2 0,0 2 4 0,0 1-11 16,1 3 1-16,1-1-16 0,0 3-16 0,-2 2-20 0,0 2-44 0,-1 4-34 15,-2 3-50-15,0 4-51 0,-1 3-34 0,-1 5-54 0,-1 5-24 0,-3 5 6 16,-4 7-201-16</inkml:trace>
  <inkml:trace contextRef="#ctx0" brushRef="#br0" timeOffset="17767.32">3201 5088 2348 0,'-9'-4'392'0,"5"2"-364"0,5-1-23 16,11 3-12-16,9-1 1 0,9-1 6 0,9-2-2 0,4-2-11 16,6-2-7-16,0-2-24 0,-1-1-29 0,0-2-35 0,0-3-41 0,-2-3-47 15,-2-2-72-15,-4-3-60 0,-2-2-44 0,-3 0-6 0,-2-4-203 0</inkml:trace>
  <inkml:trace contextRef="#ctx0" brushRef="#br0" timeOffset="18167.31">2028 3143 3133 0,'-1'-81'19'0,"14"-8"93"0,14-23-6 16,27 8-41-16,22 6-13 0,19-3-21 0,21-1-23 0,15-2 14 16,13 8-11-16,8 8-1 0,-75 50-9 0,23-7 11 0,1 7-5 0,22-1-1 15,2 9 5-15,21-1-24 0,-1 11-17 0,20 5-17 0,0 12-26 0,-3 11-9 16,133 33-1-16,-47 20-11 0,-49 10-13 0,-46 0-40 0,-26 1-33 16,-8 7-21-16,-7 4-14 0,-12 5-12 0,-9 7 18 0,-12 8 31 0,-14 8 38 15,-12 5 60-15,-15 0 27 0,-14-3 9 0,-13-9 10 0,-12-7-6 0,-15-5-17 16,-10-6-2-16,-14 1 1 0,-10 2 16 15,-9 1 29-15,-10 3 34 0,-8 1 18 0,-5 3 8 0,-7 2-1 0,-5 1-17 0,-5 3-21 0,-4 2-1 16,-5 4-5-16,-6 5-4 0,-7 1 5 0,-4 2-13 0,-1-2 0 16,-5-3 6-16,-2-5 4 0,-4-4 7 0,-1-4 10 0,-1-8 8 0,0-7 8 15,0-11 14-15,2-8 1 0,0-10 3 0,1-9 3 0,4-14-1 0,3-13 36 16,6-14 44-16,7-17 31 0,8-15-12 0,6-14-57 0,6-16-54 16,2-14-41-16,5-10 0 0,9-14 9 0,5-7-3 0,42 47-8 0,-6-14 4 15,6-3 11-15,-6-14-5 0,6 0-13 0,-4-16-37 0,7 1-20 0,0-16-18 16,9-1-13-16,8-1-20 0,11-2-50 0,12 0-48 0,36-109-16 15,26 32-7-15,17 33 2 0,5 36-5 0,2 18-196 0</inkml:trace>
  <inkml:trace contextRef="#ctx0" brushRef="#br0" timeOffset="18734.31">16484 11876 1 0,'14'84'408'0,"-5"-39"883"0,0-23 859 0,-15-19-2097 0,1-2-32 0,1 1-21 16,0 0-25-16,3 2-10 0,2 1-33 0,4 6-1 0,4 5-1 15,5 10 4-15,4 7 21 0,2 7 17 0,1 5 10 0,-1 4 9 0,-1 6 5 16,-2 3-11-16,0 5-5 0,-1 3-9 0,-1 2-21 0,0 2-16 0,1 1-13 15,-1 0-23-15,0-2-11 0,1 1-21 0,0-2-31 0,0-3-25 16,0-2-31-16,1-4-17 0,-1-2-25 0,0-2-16 0,1 0-40 0,-1 1-23 16,1 2 23-16,-1 5-124 0</inkml:trace>
  <inkml:trace contextRef="#ctx0" brushRef="#br0" timeOffset="18901.31">16909 12565 3526 0,'1'0'73'0,"0"2"-55"0,0-1 9 0,1 1-5 0,2 1-16 0,4 3-10 15,6 3-13-15,5 4-2 0,3 3 4 0,1 2-2 0,2 3 19 16,-1 2-4-16,0 2 1 0,-1 3 1 0,-1 2-17 0,-1 2-21 0,1 2-17 16,-1 1-17-16,2 2-24 0,-1 0-6 0,1 1-17 0,0 0-41 0,-1 0-51 15,-1-2-80-15,0-1-91 0,-1-1-70 0,0 0-21 0,1 1 26 16,0 4-100-16</inkml:trace>
  <inkml:trace contextRef="#ctx0" brushRef="#br0" timeOffset="19234.31">15800 11989 3467 0,'-13'-11'83'0,"1"0"-46"0,0-3-7 0,4 0-1 15,5 2-35-15,6-1-24 0,5-2-11 0,6-2-2 0,7-1 21 16,7-2 14-16,3 0 8 0,3 1 9 0,7 0-1 0,3 0 5 0,3 1-2 16,4-1-6-16,4 0-1 0,5 0-4 0,2 2-4 0,3-1 6 15,2 0-7-15,2 2 7 0,3-1-6 0,1 2 2 0,0 0 6 0,-1 0-4 16,-1 0 3-16,0 1-1 0,-1 3-2 0,-3 1 4 0,-3 3-2 0,-4 1 0 16,-3 1-2-16,-3 2-6 0,-4 3 4 0,-1 1 0 0,-2 2-11 0,-2 2 4 15,-2 3-15-15,0 1-2 0,-3 5 4 0,-2 3-11 0,-1 3 4 16,-2 2-20-16,-3 4-10 0,-3 4-9 0,-2 5-13 0,-3 2-12 0,-2 4 4 15,-2 2-1-15,-4 0 16 0,-2 2 13 0,-3 1 4 0,-3-1 11 16,-4-1 15-16,-1-2 11 0,-2-3 9 0,-1-2 11 0,-1-4-11 0,-1-4-5 16,0-4-20-16,-1-3-15 0,-1-3-20 0,0-4 0 0,-1-4-2 0,0-4-7 15,0-4-5-15,0-2-25 0,2-2-26 0,0-4-23 0,1-4-80 16,0-5-15-16,0-4-30 0,0-4-17 0,0-11-155 0</inkml:trace>
  <inkml:trace contextRef="#ctx0" brushRef="#br0" timeOffset="19634.08">16770 13874 3600 0,'24'-1'72'0,"2"-1"-44"0,11 1 9 0,2-1-11 0,3 1-12 0,5 0-4 16,7 0-16-16,4 0 2 0,4 0 0 0,1-1-4 0,-3 1 8 15,-2-1-2-15,-5 0 1 0,-5 0 6 0,-4 1-9 0,-3 0-7 0,-5 0-8 16,-4 0-12-16,-2 1-7 0,-4 1 6 0,-3 0-13 0,-3 1-16 0,-3 0-26 16,-5 0-35-16,-2 0-36 0,-3 1-32 0,-3-1-41 0,-2 0-74 15,-3 2-117-15,-3-2-118 0,-5 0-31 0,-6-1-132 0</inkml:trace>
  <inkml:trace contextRef="#ctx0" brushRef="#br0" timeOffset="20084.08">15048 12261 3668 0,'-4'-38'31'0,"5"-4"-24"0,5-14-9 0,10-2 8 16,11-5-16-16,15-6-5 0,16-9 4 0,17-5-8 0,9 1 4 0,11 5-6 16,3 7 10-16,1 8 5 0,5 7 4 0,1 7 8 0,1 6-10 15,2 8-3-15,1 6-6 0,0 8 0 0,4 6 1 0,4 7-6 0,3 9-10 16,4 7-24-16,3 9-15 0,3 9-18 0,1 11-22 0,0 12-16 0,-1 8-21 16,-4 10-14-16,-4 7-22 0,-2 10-29 0,-5 8-23 0,-4 10-19 15,-4 7-6-15,-7 6 30 0,-6 9 24 0,-6 6 18 0,-8 7 46 0,-8 5 47 16,-7 5 35-16,-10-3 49 0,-9-6 35 0,-9-12 48 0,-9-11 63 15,-9-8 46-15,-9-4 18 0,-6-3-25 0,-7-1-44 0,-8 3-33 0,-7-1-14 16,-7 2-13-16,-10 2 0 0,-7 1 0 0,-6 0 0 0,-8-2 6 0,-5-3 3 16,-6-3 11-16,-7-2-8 0,-7-4-7 0,-7-1-14 0,-9-2-19 15,-8-3-19-15,-4-6-7 0,-5-3-2 0,-4-7-4 0,-2-7 13 0,-2-4 4 16,-4-6 1-16,-1-7 4 0,-3-6-3 0,-2-7 4 0,1-9 10 0,-1-9 5 16,-1-8 5-16,-1-12 3 0,-2-12 1 0,-3-12-5 0,1-15 3 15,2-15-15-15,3-13-3 0,8-11-2 0,9-7-10 0,8-7 0 0,11-4-4 16,8-7-15-16,7-6-3 0,8-4-12 0,8-6-5 0,11-2-4 0,9-2-2 15,10 2 5-15,10 0-5 0,8 3 4 0,8 2 4 0,8 1-2 16,8 4 2-16,6 4-8 0,7 2-1 0,4 5-9 0,7 4-11 0,3 6-16 16,6 4-22-16,3 6-36 0,4 2-47 0,2 2-73 0,4 4-125 15,2-1-270-15,1-2-67 0,2-6-96 0</inkml:trace>
  <inkml:trace contextRef="#ctx0" brushRef="#br0" timeOffset="20684.08">17567 7555 1518 0,'-131'-14'53'0,"-18"2"-40"0,-41 2-27 16,10 11-19-16,17 10-15 0,0 6 8 0,0 8-3 0,-2 4 15 15,1 7 15-15,-1 3 6 0,-1 8 19 0,2 2 5 0,1 8 6 0,0 4 1 16,3 5 3-16,1 6 1 0,1 5 4 0,3 6 5 0,3 6 6 0,5 5 14 16,3 4 18-16,7 3 22 0,7 0 9 0,7-1-7 0,11 0-14 0,9-2-19 15,10 0-16-15,10-2-13 0,9-3-18 0,11 1-17 0,11-4-20 16,11 5-8-16,10-2-19 0,11 4-17 0,12 0-1 0,9 1-3 0,9 0 9 15,12-3 17-15,9-2 10 0,9-3 8 0,9-4 5 0,9-3 5 0,9-5 1 16,8-1 7-16,9-3 7 0,12 0 3 0,8-4 18 0,11 0 3 16,10-1 12-16,9-5 17 0,9-4 1 0,6-6 13 0,6-6 2 0,4-6 6 15,3-5-9-15,4-3 2 0,2-6-15 0,2-3-11 0,4-3 3 16,1-2-5-16,4-2 15 0,2-2-7 0,1-3-3 0,4-1-4 0,4-3 2 16,3-1-2-16,4-4-5 0,0-2-9 0,-2-2-11 0,-4-5 1 0,-5-1-6 15,-3-5-2-15,-4-3-5 0,-5 0-7 0,-4-4 3 0,-3-1 4 16,-7-1 0-16,-2-4 0 0,-5-2-6 0,-7-3-4 0,-4-3-4 0,-10-1 2 15,-8-2-2-15,-6-1-1 0,-6-4-6 0,-8-4-5 0,-4-3 4 0,-5-3-1 16,-8-2 10-16,-8-2-1 0,-6-1 0 0,-10-3-1 0,-8-1-9 16,-9-2 8-16,-7 0 8 0,-10-2-4 0,-8-5 5 0,-8-3-16 0,-10-7 3 15,-6-5 5-15,-10-4-2 0,-7-5 8 0,-8-2 2 0,-8-1 3 16,-6 1 6-16,-7 3 1 0,-7 0 7 0,-8 2-7 0,-8 2 3 0,-8 0-5 16,-9 1-9-16,-10 1 1 0,-6 3 5 0,-9 4-10 0,-6 5 17 0,-5 3-12 15,-7 4 0-15,-4 5 0 0,-7 1-29 0,-9 1-16 0,-7 3-31 16,-10 2-16-16,-2 5-1 0,-3 5-17 0,-4 8-52 0,-5 7-41 0,-5 9-28 15,1 10 20-15,7 13 22 0,11 9-10 0,9 12-12 0,9 10-19 0,3 10-22 16,6 14-63-16,3 8 67 0</inkml:trace>
  <inkml:trace contextRef="#ctx0" brushRef="#br0" timeOffset="20885.08">18752 10168 3150 0,'-3'1'-101'0,"-1"3"-112"0,0 1-168 0,-1 2-197 0,4 1-17 0,1 2 91 15,2 3 142-15,0 2 3 0</inkml:trace>
  <inkml:trace contextRef="#ctx0" brushRef="#br0" timeOffset="22018.08">26718 8223 1 0,'-7'-5'313'0,"-3"-4"665"0,-3-3 667 0,-5-4-1615 16,2 3-45-16,-1 0-29 0,-1-1-28 0,-1-2-6 0,-2-2 10 0,-1 1 10 15,-4 0 13-15,-5-1 7 0,-2 1 0 0,-6 2 4 0,-3 1-2 16,-4 2 5-16,-2 3 2 0,-3 2 9 0,-1 2 13 0,0 4-1 0,-2 1 1 16,0 2-5-16,1 3-6 0,-2 3-8 0,2 4-7 0,0 3-4 15,-1 3-5-15,0 4 1 0,1 6 3 0,0 3 1 0,2 6 8 0,1 4-4 16,2 3 4-16,1 5 8 0,3 1 8 0,5 3 15 0,3-2 5 0,6 1 4 16,4-3 5-16,7-1-5 0,6-1-1 0,4-4-3 0,8-1 0 15,5-2 10-15,7 1-2 0,4-3-5 0,6 0 4 0,3-2 2 0,3-2 3 16,4 2 8-16,4-3-1 0,2 0 1 0,1-2 12 0,0 1 9 0,1-1 15 15,-2 1 10-15,0-3 6 0,-2 1 1 0,-1-2 1 0,-3-1 3 16,-4-2-5-16,-3 1-6 0,-3-1-9 0,-4-1-18 0,-2 0-9 0,-4-1 0 16,-3 1-8-16,-4-2-8 0,-3-1 9 0,-3 2-2 0,-2-3-9 15,-3 1 7-15,-4 0-24 0,-4-1-5 0,-2-1-3 0,-4-1-15 0,-3 0-3 16,-3-2-4-16,-3 0-6 0,-2-2 7 0,-3 0 1 0,1-2-2 0,0-1-3 16,-1-2-9-16,4-1-16 0,-2-2-41 0,4-3-44 0,1 0-71 15,3-4-102-15,1-2-113 0,3-2-103 0,2-4-178 0</inkml:trace>
  <inkml:trace contextRef="#ctx0" brushRef="#br0" timeOffset="22604.08">26972 8774 3366 0,'4'-5'35'16,"0"0"-44"-16,3-2-13 0,1-1-5 0,2 0 9 0,1 0 7 0,-1 0 5 15,0 1 12-15,-3 1-4 0,-3 0 1 0,-3 1 4 0,-3 1 1 16,-3-2 2-16,-5 1-10 0,-2-1-9 0,-3-1-14 0,-3 1-13 0,-2 0-3 16,-3 0 0-16,-1-1 4 0,-3 2 19 0,-1 1 5 0,-1-1 13 0,0 2 7 15,-1 1-11-15,0 1 6 0,0 1-10 0,-2 2-4 0,0 1 3 16,-1 2-9-16,0 2 9 0,2 3 0 0,0 3 2 0,2 1 3 0,0 4-5 16,0 2 7-16,3 6-5 0,-1 2 7 0,4 5-6 0,0 3-13 15,1 4 7-15,5 2-1 0,0 2 10 0,2 3 14 0,2 1-2 0,5-1-3 16,2 0-1-16,4-1-3 0,4 0-4 0,4-3-2 0,3-3-5 0,6-1 0 15,4-2-3-15,4-3 8 0,3-1-10 0,4-4 3 0,2 0 4 16,4-6-2-16,0-1 19 0,2-3-1 0,2-3-3 0,1-4 4 0,0-2 8 16,1-4 4-16,-2-3 9 0,-2-3 0 0,0-4 1 0,-2-1-6 0,1-3-1 15,-2-2-4-15,-1-1 2 0,0-2 2 0,-2-1 1 0,-1-2 2 16,-2 1-11-16,-1-1 6 0,-3-1 1 0,0 0 5 0,-3 1 1 0,-2-2-14 16,-2 2 5-16,-1 0-16 0,-1 4 3 0,-3 0-3 0,1 3-5 15,-2 0 7-15,-1 3-1 0,-2 2-6 0,-2 1 1 0,-1 3-3 0,-1 2 0 16,-1 1 2-16,0 2-7 0,0 2-1 0,1 2-1 0,-2 1-3 0,1 4-5 15,0 1 2-15,-1 3-4 0,1 2 10 0,1-1-2 0,0 2-4 16,0 1 3-16,2-2 1 0,1 1 5 0,2-2-1 0,2-2 7 0,1 0 0 16,0-2-6-16,3 0 0 0,2-2-1 0,1-2 1 0,0-2 8 0,3-2-1 15,-1-2 1-15,-1-1 0 0,0-1 9 0,-1-2 5 0,-2-1 3 16,1-1-8-16,-1-2 3 0,-2-1-10 0,0-2 0 0,-2-2 7 0,0 0-15 16,-2-3 9-16,-2 1-3 0,-2-3-4 0,-1 0 6 0,-3-1-10 15,-2 0 0-15,-3-3-9 0,-3-2 0 0,-2-3-24 0,-3 2 5 0,-3-4-1 16,-3 3-2-16,-2-2 26 0,0 2-20 0,-4 3-8 0,2 1-15 0,-1 4-4 15,-1 3-6-15,0 4-1 0,-1 3 4 0,0 3-13 0,0 2 2 16,-1 3-11-16,1 2-3 0,0 2-6 0,0 2-12 0,0 2-19 0,2 2-40 16,-1 1-31-16,2 1-18 0,2 0-10 0,1-2-23 0,4-2 5 0,4 1 14 15,4-3 11-15,3-1 37 0,5 0 17 0,2-1 26 0,3-2-106 16</inkml:trace>
  <inkml:trace contextRef="#ctx0" brushRef="#br0" timeOffset="22719.08">27407 9595 257 0,'19'0'201'0,"4"0"-3"0,4 1 3 15,1 2-2-15,-4 1-9 0,1 2-15 0,2 1-2 0,0 2-17 16,2 2-8-16,-1 2-14 0,1 3-15 0,-2-2-14 0,1 3-13 0,1-1-13 15,-1 0-17-15,2-1-13 0,-1 0-19 0,3 0-6 0,-1-1-16 16,0-2-8-16,-1-3-2 0,0 0-6 0,-2-2-5 0,1-3-6 0,-2-3-17 16,0-2-31-16,-3-3-46 0,-1-4-46 0,-2-2-49 0,-2-2-41 0,-2-5-77 15,-2-3-40-15,-2-3 9 0,-1-6 33 0,-1-3 17 0</inkml:trace>
  <inkml:trace contextRef="#ctx0" brushRef="#br0" timeOffset="23068.08">28175 8251 3343 0,'-9'2'52'0,"2"3"-72"0,0 1-16 15,3 3 9-15,4 3 2 0,0 4 28 0,3 4 10 0,0 4 0 0,0 4 3 16,0 2 5-16,-1 3 3 0,1 4-2 0,0 5 3 0,0 3-8 0,1 4-2 16,0 3-8-16,1 1 2 0,0 3-3 0,1 0-6 0,0 2-4 0,-1-2-2 15,2-2-6-15,1-2 2 0,0-4 5 0,-1-1-10 0,2 0 2 16,-1-2-14-16,0-3-11 0,0-2-16 0,1-3-12 0,0-4-10 0,0-1-8 15,2-2 4-15,-1-3 8 0,0-5 8 0,2-3 18 0,1-2 18 16,-1-5 10-16,3-3 14 0,-2-3 1 0,1-1 2 0,1-4 2 0,-1-1-1 16,0-2-1-16,1-2-1 0,2-1 7 0,-1-3 0 0,0 1-5 0,2-2 13 15,0-2 0-15,1 2 5 0,-3-2 5 0,1 2-4 0,0-1-1 16,-1 1 4-16,0 2 0 0,-1 2 5 0,0 1 0 0,-1 4 4 0,0 1 3 16,0 2-3-16,-1 2-2 0,-1 2 1 0,-1 3-7 0,1 2-2 0,-1 0-12 15,0 1 1-15,-1 3 1 0,-1 0-4 0,-1 0 3 0,1 2-10 16,-1 0 4-16,0-2-13 0,-1 1-1 0,-2-1-1 0,-1-2-10 0,-1-1 2 15,0-1-8-15,0-3-7 0,-1-1-13 0,1-2-15 0,-1-3-22 16,-1-1-43-16,0-4-57 0,0-1-65 0,0-3-61 0,-2-3-89 0,-1-5-23 16,1-4 10-16,-2-9-88 0</inkml:trace>
  <inkml:trace contextRef="#ctx0" brushRef="#br0" timeOffset="23801.08">28815 9025 2996 0,'-4'4'79'15,"1"0"-87"-15,1 1-17 0,3 0-7 0,3 0 8 0,0 0 10 0,1 1 1 16,1 0 9-16,0-2 4 0,0 1-2 0,1-2-3 0,0 0-8 16,0 0-14-16,1-1-9 0,-1 0-7 0,-2 0-11 0,2 0-9 0,-1-1-8 15,1 0-9-15,0-1-9 0,0 1-8 0,0-2-8 0,0 1-9 16,-1-1-2-16,0 0-15 0,1-1-13 0,1 1-10 0,1-1 1 0,-1 0 16 16,1 0 19-16,-1 0 20 0,0 1 22 0,0 0 19 0,0 0 25 0,2 1 20 15,-1 1 12-15,0 0 12 0,1 2 6 0,-1 1 7 0,0 0 12 16,0 2 5-16,2 1 4 0,0 2 3 0,1 1-1 0,-1 1-1 0,1 2-2 15,0 1-10-15,0 4-11 0,-1 1-8 0,1 3-5 0,0 3-4 0,-1 1 4 16,0 2 2-16,-2 1 4 0,-2 1 10 0,0 1 6 0,-3 1 4 16,0-1 5-16,-1-1-11 0,-1-2 1 0,0 1-5 0,-1-4-5 0,1-1 7 15,-1-1-10-15,1-5 7 0,1-2-1 0,0-1 7 0,0-4 4 16,0-2 6-16,1-1 4 0,1-3 1 0,-1-2 4 0,2-2 4 0,0-2 4 16,1 0 1-16,1-3-1 0,1 0-17 0,2-3-9 0,0 1-7 0,3-3-11 15,-1-1 1-15,2-1-3 0,1-2 0 0,0 1 1 0,-2-1-4 0,1-1 4 16,0 1 3-16,-1-1 7 0,-1 2 4 0,1 0-3 0,0 1 1 15,0 1-4-15,0 3 4 0,-1 2 2 0,0 2-2 0,-1 3 2 0,0 3 1 16,-2 1 6-16,-1 2-15 0,0 2 6 0,0 2-9 0,-1 3-19 16,0 1 14-16,-1 5-16 0,0 1-1 0,0 1 4 0,-1 1-6 0,2 0 2 15,1-1 3-15,-1 0-1 0,0-1-7 0,1-3-3 0,1 1-4 0,0-3-1 16,2 0-3-16,1-4 0 0,0-1-4 0,3-1 6 0,-1-2 1 16,3-2 5-16,1-2 2 0,0-2 1 0,0-2 4 0,0-2 1 0,0-1 7 15,0-2 1-15,2-1 2 0,1-2 0 0,-1 0 1 0,3 1 4 16,-2-3 2-16,1 0 9 0,0 0-3 0,-2-2 5 0,2 3 7 0,-2-2-6 15,1 0 6-15,0 0 0 0,-2 0-4 0,0 0-2 0,-1 0-2 0,-1 0 0 16,-3 0 1-16,0 1 12 0,-3 0-5 0,-3 1 0 0,-2 0 3 16,-3-1 0-16,-1 1-2 0,-3 0-1 0,-3 1-12 0,-2 1-18 0,-3 1-8 15,-4 0-6-15,-3 1 6 0,-2-1 6 0,-1 1 2 0,-2 0-4 0,0 0 6 16,-1 0-9-16,-1 1 4 0,-1-1 3 0,1 0-11 0,-1 0 9 16,0 0-5-16,-1 0 4 0,1 0 1 0,0 0-3 0,-1-1 8 0,2 1-4 15,1 0-1-15,1 2 2 0,0 0 2 0,2 0-8 0,2 2 5 16,1 2-5-16,2 2-2 0,3 1 13 0,1 1-7 0,3 1 2 0,1 2-5 15,2 1-2-15,3 2 0 0,1 1 0 0,2 1 0 0,3 2 0 0,2 2 5 16,3 3 2-16,1 1 2 0,4-1 0 0,1 4 5 0,3 1 2 16,2 0 3-16,3 1 2 0,1 0 1 0,3 0 3 0,1 1-8 0,2 1 6 15,-1 2-2-15,2 0-1 0,-1 1 2 0,1 1-6 0,-3 0 7 0,0 0 4 16,-4 0 7-16,-1 0 10 0,-2 2-1 0,-4-1 6 0,-2 0-18 16,-4-1 13-16,-4-1-2 0,-5 1-10 0,-5-2 7 0,-4 2-26 0,-7-1-16 15,-5-1-6-15,-4 0-7 0,-6-1-17 0,-6-1-19 0,-7-1-6 0,-6-1-39 16,-6-2-21-16,-6-3-25 0,-5-3-54 0,-3-5-55 0,-5-4-86 15,-1-4-84-15,-4-5-125 0,-1-4-38 0,-2-6 105 0</inkml:trace>
  <inkml:trace contextRef="#ctx0" brushRef="#br0" timeOffset="24286.08">25470 8236 3612 0,'-7'-2'79'0,"0"-1"11"0,-3-1-7 15,1-2-48-15,9-2-126 0,9-1-20 0,10-5 3 0,11-3 50 0,11-3 49 16,7 1 16-16,8-3 18 0,4 0-1 0,4-2 2 0,2-1 2 0,7 0-3 16,4-3-6-16,4 0-2 0,6-1-8 0,5 0 3 0,3 1 1 15,7 1 1-15,4 0 1 0,4 1-15 0,5 3 0 0,4 0 4 0,3 2-6 16,4 3 4-16,3 1-4 0,3 2-10 0,3 3-13 0,0 5 1 15,6 2-9-15,2 4 11 0,-1 5-3 0,1 3-14 0,-1 6 0 0,-3 5-22 16,-1 5 4-16,0 4 0 0,-3 6 0 0,-2 6 5 0,-2 4-3 0,-2 7 4 16,-2 6-9-16,-4 3-4 0,-1 6 6 0,-3 4-15 0,-4 8 15 15,-1 7 15-15,-4 4 6 0,-4 7 28 0,-4 3 2 0,-5 4 0 0,-4 4-7 16,-4 0 9-16,-7 3-5 0,-5 2 4 0,-7 2 9 0,-5-1-10 0,-7 0 7 16,-5 2 4-16,-5 3 2 0,-4 2 14 0,-7 1 6 0,-6 2 7 15,-6-3 10-15,-6 1 10 0,-6-2 6 0,-8-1 6 0,-5 0 0 0,-8-2-2 16,-6-1-12-16,-9-1-12 0,-7-2-5 0,-10-3-6 0,-7-2-4 15,-9-3-5-15,-8-1 1 0,-8 0-3 0,-7-2-7 0,-9-1 3 0,-8-1 0 16,-8-2-4-16,-5-3 11 0,-6-5-9 0,-7-4 0 0,-4-6 4 0,-7-7-6 16,-7-3 0-16,-4-4-14 0,-10-3-1 0,-6-3-3 0,-3-5-6 15,-4-6 10-15,1-9-1 0,0-8 12 0,-2-6 7 0,-1-7-2 0,-2-7-6 16,-3-7-3-16,0-6-6 0,0-8 6 0,-1-6-4 0,3-7-5 0,3-6 7 16,6-8 2-16,4-7-11 0,4-6 21 0,4-8 0 0,6-8-3 15,5-7 6-15,4-8-23 0,6-7 3 0,7-8-10 0,6-4-5 0,8-6-24 16,7-2-40-16,6-7-28 0,10-7-44 0,5-5-21 0,9-4-87 15,7-3-131-15,6-1-180 0,8-7-84 0,5-6-104 0</inkml:trace>
  <inkml:trace contextRef="#ctx0" brushRef="#br0" timeOffset="28018.08">14186 1209 935 0,'-1'2'46'0,"0"0"-28"0,0 1-3 15,1 1-11-15,0 1-13 0,1 3-7 0,2 9-4 0,1 4 6 16,1 5 9-16,2 5 10 0,1 5 3 0,2 3-2 0,-1 5 0 0,-2 3 3 16,-2 2-3-16,0 5-1 0,-3 4 2 0,0 4-6 0,-4 62-9 0,-3-10 1 15,-2-14 1-15,-2-14 3 0,-1-7 10 0,-1 1-1 0,-1 4 0 16,-2 0-8-16,1-1 4 0,-1 1 1 0,-1-2 4 0,-1-2 6 0,1 1 2 15,-2-1 0-15,1-3 2 0,2-2-2 0,2-2-3 0,-1-2 7 0,2-5-1 16,2-1 9-16,0-2 4 0,1-2-2 0,3-2 0 0,-1-2-2 16,0-5 0-16,2 0-2 0,1-3-7 0,1-3-4 0,2-1 1 0,0-5-3 15,2-1 5-15,2-1 0 0,0-3-7 0,2 0 3 0,1-3 2 16,0 1-1-16,1-2 3 0,2-1-5 0,1 0-1 0,1-2 1 0,1-3 3 16,2 0 1-16,1-3-2 0,3 0-2 0,-1-1-1 0,3-3 0 0,1 0 3 15,1-2-5-15,2-1-3 0,0-2 1 0,4-2-4 0,2-1 4 16,3-2-7-16,0-2 1 0,3-1 0 0,0-2 1 0,3-1 1 0,2-1-5 15,2-3 2-15,1 0 4 0,5-3 0 0,0 1-3 0,1-3 1 0,2 0-3 16,1-1 0-16,1-1 3 0,3-1 6 0,1 1-3 0,1-1 2 16,1 0-4-16,1 0-5 0,2 0 4 0,1 0 0 0,2 0-4 0,2-2 6 15,2-1-5-15,3-1 7 0,1 0 1 0,2 0-1 0,2-2-2 16,2-1-2-16,3 0-4 0,3-1-2 0,0 0 7 0,3 0-4 0,0-1 2 16,5-1 2-16,0 1-3 0,4 1-2 0,1 0 5 0,0 2-6 0,4 0 1 15,-1 2 3-15,1 1-4 0,2 1 10 0,1 0-5 0,0 1-4 16,-1 2 4-16,3 0 17 0,1 0 7 0,0 2 7 0,-1 1-8 0,-4 2-15 15,0 2-9-15,-2 1 0 0,-2 1 1 0,-2 1-5 0,-4 0 6 0,-1 1-11 16,-2 1 2-16,-3-1 2 0,-2 0-4 0,-3 1 10 0,-3-2 0 16,-1 1-3-16,-2-2-3 0,-3-1 1 0,-4 0-2 0,-2-1 4 0,-7 1 1 15,-3 0 1-15,-3-1-5 0,-6 0-3 0,-5 0-1 0,-6-1-1 16,-5-1 1-16,-5 0-8 0,-4-2-14 0,-4 0-29 0,-4-2-23 0,-5-4 0 16,-3-2 10-16,-3-3 19 0,-4-1 11 0,-2-5-12 0,-5-3-19 0,-4-4-18 15,-3-3-19-15,-4-4 0 0,-3-1-3 0,-5-3 4 0,-3-1-17 16,-4-2-238-16</inkml:trace>
  <inkml:trace contextRef="#ctx0" brushRef="#br0" timeOffset="28535.08">15586 765 1 0,'-14'6'238'15,"1"-4"427"-15,-2-1 381 0,-1-1-1000 0,0 0-16 0,-1-1-14 0,-1 1-36 16,1-1-31-16,2-1-14 0,-1 1-16 0,3 0-1 0,0 0-7 0,4 0-6 15,1 1-20-15,7-3-30 0,5 1-16 0,6 2-7 0,4 0 14 16,6 1 33-16,5 1 22 0,2 3 27 0,5 0 27 0,2 1 14 0,4 2 16 16,3 0 7-16,3 2 4 0,2-1 2 0,2 1 5 0,3 0 5 15,2 0 2-15,1-2 7 0,2 1 3 0,2-2 6 0,3 0 6 0,1 0 3 16,1-4-2-16,2 1 1 0,1-3 0 0,2 0-6 0,1-2 2 0,1-2-3 16,2 0 1-16,1-2 2 0,2 0 5 0,0-1 3 0,2 0-5 15,1-1-1-15,1 1-5 0,-1 0-7 0,2 1 4 0,1 0-7 0,1 1 5 16,1 1-7-16,0 1 2 0,0 1-4 0,1 1-6 0,1 2 3 0,-3 1-5 15,1 1 9-15,-1 1-1 0,-1 1 0 0,-2 2-1 0,-1 0-2 16,-3 2 0-16,-1 0 4 0,-2 1 2 0,-3 2 3 0,-3 1 3 0,-2 1 1 16,-4 0 0-16,-3 2 6 0,-3 1 6 0,-3 1 7 0,-3 0 5 0,-2 2 8 15,-5 1-1-15,-2 1 0 0,-2 2-13 0,26 27-22 0,-11 2-5 16,-10 1-8-16,-9 1 11 0,-8 1 12 0,-5 2 0 0,-5 0-4 0,-6 0-6 16,-2 0-2-16,-2 2-3 0,-1 3-10 0,-3 12-8 0,0 56-4 0,-5-14 1 15,-1-13 6-15,-1-25 2 0,0-2-6 0,1-1-13 0,0-1-23 16,1-4-44-16,1-2-39 0,1-4-34 0,2-4-46 0,1-3-20 0,2-4-16 15,2-4-157-15</inkml:trace>
  <inkml:trace contextRef="#ctx0" brushRef="#br0" timeOffset="62739.7">6357 4335 775 0,'4'-1'51'0,"-1"1"-82"15,3 0-32-15,-2 3-13 0,2 1-6 0,1 1-10 0,-3 0-16 16,0 1-97-16</inkml:trace>
  <inkml:trace contextRef="#ctx0" brushRef="#br0" timeOffset="62922.7">6305 4431 793 0,'11'-6'54'16,"4"-2"-41"-16,8-2-4 0,0 3 10 0,2 1 3 0,3-1-2 0,-1 2-3 15,6-1-5-15,0 1-9 0,2 1-5 0,2 2-6 0,-2-1-4 0,4 2-4 16,-1 0 0-16,3 1 5 0,1 1 3 0,-2-1 8 0,1 1 6 16,0-1 0-16,-2 1 0 0,0 0 0 0,-2 0 0 0,-1 0 1 0,1 0-1 15,-3 1-2-15,0 1-1 0,0 0-2 0,-5 1-3 0,0 0 1 16,-2 1-1-16,-1 0-1 0,-1 0-3 0,-2 0-3 0,0 1-11 0,-3-2-22 15,-2 1-27-15,-1-1-49 0,-2 0-48 0,-3-1-207 0</inkml:trace>
  <inkml:trace contextRef="#ctx0" brushRef="#br0" timeOffset="63970.07">19743 12666 1675 0,'-3'3'69'0,"0"3"-57"0,-1 0-16 0,1 1-25 0,1-1-16 16,-2 1-19-16,1 1-14 0,-1 2-5 0,0 0 5 0,-2-1 12 0,0 1 12 16,-2 0 14-16,0 0 6 0,-1-1 12 0,-1 2 11 0,-1-2 21 0,-2-1 23 15,1-1 23-15,0-2 33 0,1-3 28 0,2 1 17 0,1-3 13 16,1-1-6-16,1-1-13 0,2-1-14 0,1-1-10 0,2-2-15 0,1-1-15 16,0-1-17-16,2-2-12 0,1-2-4 0,0 0-8 0,3 0 0 0,1-2 1 15,4 0-1-15,0-3 5 0,4-1-3 0,2 0 11 0,2-2-4 16,3 0 1-16,7-1 1 0,1-3-12 0,3 0 0 0,2 1 1 0,1-2-4 15,1 2 2-15,2-2-3 0,3 1 0 0,0 1 1 0,2-1-13 0,1 0-4 16,0 1-10-16,0 0-2 0,-1 0 4 0,1 1-1 0,0 1-10 16,-1 2-7-16,-2 0-7 0,1 1-9 0,-4 2-11 0,0-1-28 0,-1 0-37 15,-1 2-60-15,-1 2-73 0,-1-1-117 0,-1 0-134 0,3-1-78 16,2-2-236-16</inkml:trace>
  <inkml:trace contextRef="#ctx0" brushRef="#br0" timeOffset="64353.07">27093 13447 2133 0,'12'-1'355'0,"2"1"-226"0,8 0-82 0,2 0-41 0,0-1 5 0,6 0 2 16,2-1 7-16,6 1-2 0,4 0 0 0,2 0-3 0,5 0-5 15,1 1 1-15,7 1-6 0,3-1 0 0,5 1 0 0,5 0 0 0,6-1 0 16,6 0 1-16,2-1-1 0,4 0 2 0,3-1 5 0,1-1 3 16,0 0 3-16,1-2-1 0,2-2-10 0,4 1-4 0,6-2-3 0,8 2-7 15,6-2-3-15,5 0-8 0,-1 1 1 0,-4 0-6 0,-9 0-20 0,-7 0-49 16,-7 0-111-16,-1 0-163 0,-2 1-228 0,7 1-442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13:16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5820 4934 1739 0,'-32'-11'113'0,"-3"0"-128"0,-9-4 11 0,5 1-7 0,3 2 1 0,-1-1-1 16,0 1-13-16,-2 0-15 0,0 1-21 0,0 1-7 0,-2 1-10 0,0 3 2 15,-2 1 7-15,-2 2 14 0,-5 3 13 0,1 2 8 0,-3 1 15 16,0 3 3-16,-2 1 7 0,-1 3 4 0,-2 0 2 0,-1 2-2 0,-1 2-1 16,0 0 3-16,-1 4-2 0,-2 1 4 0,1 0 4 0,0 3 3 0,2 0 4 15,1 1 3-15,1 2 1 0,2 0 0 0,0 2-1 0,1 0-5 16,3 0 6-16,3 2 1 0,-1 0-3 0,4 3 6 0,1 0-9 0,4 1-1 15,1-1 3-15,3 2 0 0,1-1 0 0,3 2 7 0,1 2-7 16,2-1 7-16,2 0 0 0,3-1-1 0,0 1 10 0,3 0-8 0,2 0 3 16,3 1-10-16,0-1 0 0,4 0-1 0,2 1-1 0,1 0 4 0,3 1-10 15,1-1 3-15,3-2-10 0,2 1 2 0,3-1 2 0,2-1-6 16,2-1 4-16,3-1 0 0,1-4-1 0,3 0 1 0,3-2 2 0,2 1 2 16,2-1 5-16,3 1-2 0,1 0 1 0,2-4-4 0,3 0-1 0,0-2 4 15,4 0-4-15,3 0 4 0,0-2 4 0,3 0-9 0,0 0 1 16,3-2-2-16,1-1 1 0,1 0 1 0,2-2 0 0,2-1-2 0,3-2 1 15,1 1-2-15,2-2 2 0,1 0 1 0,0 0-2 0,2-2-1 16,3-1 1-16,1-2-1 0,0 0-4 0,2-1 3 0,0-1-3 0,1-2 0 16,1-1 2-16,1 0-1 0,1-1-1 15,1-1 7-15,2-1-3 0,-1-1 0 0,1 0 0 0,1 0-3 0,-1 1 1 0,1-3-1 0,1-1 1 16,-1 0-4-16,2-1 4 0,0-1-2 0,0 0 3 0,0-1 3 0,0 0-2 16,-1-2-5-16,0-1-4 0,0-2-1 0,-1 1 1 0,0-3 3 0,0-1 6 15,-2-1-5-15,2 0-2 0,-3-1 1 0,0 1-2 0,-1-1 7 16,-2-1 4-16,-1 0 1 0,0-1 1 0,-1-1 3 0,-2-1 0 0,-1 1 3 15,-3-3-3-15,-1 2 0 0,-2-2 1 16,-2 1-3-16,-2-1 4 0,-2-3 3 0,0 1 2 0,-3-1 2 0,-2 0 2 0,-1 0-2 0,-2 1-1 16,-3-2 4-16,-3 1 0 0,-3-2 7 0,-2 0-7 0,-2-1 8 0,-1 1-2 15,-4 0-3-15,-2-1 11 0,-3-1-11 0,-4-1 1 0,0-1 0 16,-5 1-1-16,-2-2 3 0,-3-2 4 0,-4-2 4 0,-2-1-3 0,-4-2-11 16,-4 1-5-16,-5 0-6 0,-3-1-8 0,-4 1-1 0,-4 0 5 0,-3 1-5 15,-4 0 6-15,-2 2-3 0,-4-2-14 0,-5 2-5 0,-3 1-2 16,-3 0-2-16,-4 1-4 0,-1-1 1 0,-3 2-7 0,-3 2-5 0,-2 3 5 15,-3 3-4-15,-2 2 6 0,-2 3 4 0,-3 2-10 0,-1 3 0 0,-1 4-6 16,0 3-5-16,-4 5-1 0,0 2-12 0,-1 3-16 0,-2 4-17 16,1 3-39-16,1 4-63 0,-1 4-80 0,-1 5-67 0,-2 5-136 0</inkml:trace>
  <inkml:trace contextRef="#ctx0" brushRef="#br0" timeOffset="11977.14">11381 1186 1362 0,'-4'-3'239'16,"1"0"-145"-16,1 0 15 0,-2 0-26 0,0-1-35 0,0 1-6 0,-1 0-5 15,0 0 4-15,1-1-3 0,-1 1-3 0,0 1 2 0,-1-1-3 0,1 1 4 16,-1 0 1-16,2 2 6 0,1 1 5 0,0 2 5 0,0 1 2 15,1 1-5-15,0 1-7 0,-1 9-40 0,2 1-8 0,0 4-3 0,1 3-1 16,1 1 33-16,1 3-2 0,1-1-7 0,0 3-2 0,0 1-4 0,1 2-4 16,0 3-1-16,1 3-4 0,0 1 4 0,0 2-1 0,0 2 3 15,0 1-1-15,0 0-1 0,0 3-6 0,0-3-3 0,3 38-15 0,0-12 0 16,-2-12 10-16,-1-14-5 0,0-8 16 0,-1-1-1 0,1-3-2 16,-2-2-2-16,1 2 1 0,-1-3-2 0,0-2-2 0,-1-2-3 0,0-3-5 15,0-3-5-15,-1-2-10 0,1-3-10 0,-2-2-15 0,0-2-19 0,0-2-19 16,-1-3-48-16,-1-3-47 0,-2-2-67 0,-1-2-72 0,-2-2 1 15,-1-3 9-15,-3-3 61 0,0-6-72 0</inkml:trace>
  <inkml:trace contextRef="#ctx0" brushRef="#br0" timeOffset="12096.14">11098 1400 405 0,'-5'-13'406'16,"0"1"-224"-16,0 0 11 0,-1-4-14 0,0-1-61 0,1-1-40 0,0 2-11 15,2 2-18-15,1 8 20 0,0-1-37 0,1-3-9 0,0 3-2 16,1 4 7-16,0-1 18 0,1 2 8 0,-1-1-8 0,1 1-52 0,0 0 5 15,1 0-6-15,-1 1-3 0,1 0-11 0,0 0-76 0,3 0-88 0,-1 1-90 16,3 0-48-16,-1 1 16 0,-2 0 44 0,0 0-124 0</inkml:trace>
  <inkml:trace contextRef="#ctx0" brushRef="#br0" timeOffset="12628.14">11224 1142 2295 0,'-3'-3'62'0,"1"0"-16"0,1 0-9 0,0 0-28 0,0-1-9 15,1-1-6-15,2-1 6 0,0 0-8 0,2-1 5 0,0 0-5 0,2-2 7 16,2 0 5-16,0 0 4 0,1-2 12 0,4 1-6 0,1 0 14 0,2 0 0 16,0 0 2-16,2 0 2 0,1 1 1 0,0 0-4 0,1 0-3 15,0 0-2-15,1 2-7 0,0 0 4 0,0 2-2 0,-1 0-2 0,0 3-6 16,1 1-4-16,-2 1 3 0,1 2-2 0,0 0 4 0,0 3-1 16,-2 3 1-16,1 2-7 0,0 3 5 0,-2 2-3 0,1 2-2 0,14 23-35 15,-1 5-2-15,-4 5 2 0,-4 3 1 0,-1 2 44 0,-3 2-2 16,-4-1-2-16,-1-3 4 0,-2-2-8 0,0 0-1 0,-1 0-2 0,1-2-3 15,-1 1 3-15,1-3-4 0,-1-3-4 0,0-2-4 0,8 32-17 0,-2-16 2 16,-3-12-1-16,-3-12-9 0,-4-8 7 0,0-1-9 0,-2-1-12 16,-1-3-23-16,-1 0-48 0,-2 0-28 0,-2 0-51 0,-2-1-59 0,-3-1-48 15,-3-3-25-15,-2-3 8 0,-4-3 47 0,-1-2 21 0,-2-3-28 0</inkml:trace>
  <inkml:trace contextRef="#ctx0" brushRef="#br0" timeOffset="12760.14">11640 2005 830 0,'-18'-16'330'0,"0"-2"-111"0,7 6-2 0,-2-1-46 0,3 1-57 0,-1 0-19 15,4 0-22-15,-2-1-13 0,2 0-4 0,0-1-15 0,2 2-6 0,1 0-6 16,2-1-7-16,2 1-5 0,1 0-4 0,1 2-4 0,2-1-1 0,2 0-10 16,2 0-7-16,1 0-13 0,0 0-17 0,3 1-41 0,1-1-99 15,1 0-109-15,1-2-83 0,-1-1-42 0,2 1 17 0,1-3-34 0</inkml:trace>
  <inkml:trace contextRef="#ctx0" brushRef="#br0" timeOffset="13043.14">12742 951 2748 0,'-2'-1'17'16,"-1"-1"-21"-16,1 0 1 0,-2 2-15 0,1-2-8 0,-1 1-7 0,-2-1-5 15,1 1 12-15,-2 0 1 0,-1 1 21 0,-2 0 6 0,-2 0 6 0,0 2 3 16,-2 0 5-16,-1 1 8 0,-2 3-4 0,-1 2 4 0,-1 2-13 15,-1 1 9-15,-2 3-1 0,0 1-4 0,-1 3 0 0,-23 22-55 0,3 3 6 16,3 5 4-16,6 2 2 0,5 2 44 0,8 0-4 0,5 0-3 16,6-3 3-16,5-1-3 0,2-1-2 0,3 1-6 0,4-3-1 0,2-2-3 15,4-3-7-15,2 0 1 0,3-6-12 0,4-1-13 0,3-5-9 0,2-2-17 16,4-5-6-16,1-1-9 0,3-4-26 0,1-4-22 0,3-4-50 16,0-3-68-16,1-2-37 0,0-3-14 0,-1-3-47 0,1-1 39 0,-1-1-115 15</inkml:trace>
  <inkml:trace contextRef="#ctx0" brushRef="#br0" timeOffset="13477.14">13383 802 2750 0,'-3'-1'43'0,"0"0"-12"16,0 0-9-16,0 0-19 0,-1 1-13 0,1 0-5 0,0 1 0 0,0 1 5 16,0 2 4-16,-1 1 4 0,1 1 4 0,0 2-2 0,1 3 3 15,-1 3 2-15,1 5-2 0,2 2 7 0,0 5 10 0,1 7-46 0,3 35 4 16,2 7-6-16,0 5-5 0,1 2 40 0,1 3-12 0,1-2-8 16,0-8-18-16,1-12-11 0,2-2-9 0,1-4-14 0,1-3-5 0,-1-5-16 15,3-6-10-15,1-3-35 0,10 21-29 0,-4-18-22 0,-5-16-24 0,-7-13 12 16,-2-2 10-16,0-5 4 0,0-2 13 0,-2-3 3 0,-1-3-2 15,-1-1-53-15,-1-2-48 0</inkml:trace>
  <inkml:trace contextRef="#ctx0" brushRef="#br0" timeOffset="13860.14">13110 815 1007 0,'-1'-2'-65'0,"-1"1"-54"0,1-1-18 16,-1 0-10-16,1 1 13 0,0-1 35 0,0 1 33 0,0-1 19 0,0 1 22 15,0 0 11-15,0 0 11 0,1 0 6 0,-1 0 5 0,0 1 6 16,2 0 2-16,-1 1 7 0,1 0 4 0,0 0 6 0,0 1 8 0,0 0 4 15,0-1 4-15,0 1 4 0,0-1 1 0,1 1 9 0,-1-1 17 0,0 0 7 16,1 0 13-16,0 0 0 0,0-1-9 0,0 0-5 0,1 0-10 0,1 0 1 16,0 0-8-16,1-1-2 0,1 0-3 0,0 0-4 0,1 0 3 15,1 0-3-15,2-1-4 0,0 1-5 0,1-1-1 0,1 1-9 0,-1-1 1 16,3 0-13-16,0 1-8 0,1 0-2 0,-1 0-4 0,2 0 5 16,0 0-5-16,1 1-3 0,-2 0-7 0,1 1 2 0,0-1 3 0,0 1 0 15,-2 1 2-15,1 0-2 0,-1 0-9 0,0 0 0 0,-1 1 1 0,-1 0-1 16,0 0 1-16,-1 0-2 0,-1 0-5 0,-1 1-6 0,-1-2-10 15,-1 2-12-15,0 0-10 0,-1 0-44 0,-1-1-36 0,0 1-30 0,-1 0-23 16,-1 0 2-16,0-1-10 0,-1 1 5 0,0 0 13 0,0-1 13 0,-1 1 20 16,0-1 16-16,0 1-64 0</inkml:trace>
  <inkml:trace contextRef="#ctx0" brushRef="#br0" timeOffset="14377.14">13350 1026 44 0,'-1'0'36'0,"0"0"-32"15,-1 1-3-15,1-1-3 0,-1 1-2 0,0 0-2 0,0 1-2 0,0 0-9 16,-1-1-8-16,0 1 3 0</inkml:trace>
  <inkml:trace contextRef="#ctx0" brushRef="#br0" timeOffset="14910.14">14132 604 3423 0,'0'-1'-26'15,"1"0"-16"-15,0 0-1 0,2-1-5 0,0 0 17 0,1 0 15 0,1-1-3 16,1 0 8-16,1-1 2 0,1 1 1 0,0 0 4 0,0-1 1 0,2 0 3 16,1 1-4-16,0-1 6 0,1 1 1 0,-1 1-3 0,0 0 0 15,1 1-3-15,-1 1-16 0,-1 1 3 0,0 2-2 0,-2 1-4 0,0 2 6 16,-1 2-3-16,0 1-31 0,-3 2 4 0,0 2 12 0,-1 2 2 16,-2 1 29-16,-1 3 5 0,-1 1 3 0,-1 1 1 0,0 2 8 0,-2 1-1 15,0 0 3-15,0 2-6 0,-1-1 3 0,1 1 6 0,-1 0 3 0,1-2 4 16,2 1-5-16,-1-1-6 0,1 1-4 0,2-2-1 0,1-2 6 15,1 1-6-15,1-2 3 0,8 16-40 0,3-3 0 0,3-5 13 0,2-4-19 16,1-5 36-16,2-3-6 0,-1-4-14 0,0-4 5 0,1-3-12 0,0-1-15 16,3-3-20-16,0-1-4 0,1-1 0 0,1-3 4 0,1-1 22 15,-14 1 31-15,3-1-23 0,-1-1-27 0,2-2-44 0,1 0-69 0,1-2-22 16,0-1-47-16,2-3-31 0,0-1-23 0,3-2 0 0,0 0 39 16,0-4 50-16,2-2 44 0,0-1 32 0,0-2-90 0</inkml:trace>
  <inkml:trace contextRef="#ctx0" brushRef="#br0" timeOffset="15160.14">15298 541 202 0,'0'-4'210'15,"-1"1"-80"-15,1 0-11 0,-1-1-4 0,0 0-2 0,-1 0-1 0,0 1-2 16,0 0 1-16,-1-1-12 0,0 1-15 0,0 1-16 0,0 0-10 0,-1 2-10 16,-1 0 11-16,0 3 3 0,0 2 9 0,-1 2 14 0,1 0-2 15,-1 4-1-15,1 1-10 0,0 3-32 0,0 1-5 0,0 1-17 0,1 2-11 16,1 2 15-16,0 1-3 0,1 1 0 0,0 1 1 0,1 1-8 16,1 1-6-16,2-1 4 0,0 1-5 0,1-1-2 0,1 0 3 0,2-1-14 15,1-2-1-15,2-1 2 0,2 0-5 0,2-3 0 0,1-2 9 0,0-2 6 16,3-3 7-16,1-3 11 0,0-2-1 0,2-4 10 0,2-2 15 15,-1-3 11-15,2-2 0 0,1-2 0 0,0-4-13 0,0 0-12 0,0-3 4 16,1 0-12-16,-1 0-4 0,-1-2 9 0,0 0-12 0,-2 1 4 0,0 2 7 16,0 0-6-16,-1 2 16 0,-3 2-4 0,1 3-12 0,-2 3-8 15,-2 3-15-15,0 4 1 0,-2 4-18 0,-2 3-6 0,-1 3-34 0,-2 3-52 16,-3 4-42-16,-2 3-78 0,-3 5-98 0,-3 28-48 0,-8 3-12 16,-5 1 26-16,-6-1 61 0,-4-5-128 0</inkml:trace>
  <inkml:trace contextRef="#ctx0" brushRef="#br0" timeOffset="15628.14">10865 1051 1887 0,'-6'-4'706'0,"2"0"-707"0,0-1-22 0,0 0-16 0,1-2-19 0,2 0-1 16,1-1 3-16,2-1 12 0,3-1 14 0,2-2-1 0,4-1 7 15,3-1 7-15,2-1-3 0,6-3 4 0,6 0-1 0,7 1-3 0,4-2-2 16,8 0 47-16,5-1 8 0,5 0 1 0,6-2-8 0,6 0-55 16,3 1-8-16,7-2-1 0,5 1 11 0,3-1 6 0,7 0-12 0,3 2 8 15,4-2-6-15,5 1 6 0,3 2 14 0,4-1-6 0,3 0-6 0,3 2-13 16,3-1 0-16,3 1 3 0,3 2-5 0,1-1 4 0,3 1 2 15,1 1 2-15,1 1 68 0,1 0 7 0,0 1 0 0,1 2 2 0,0 2-52 16,-2 0-3-16,2 2 16 0,-2 2 5 0,-1 2 5 0,-2 3 6 0,-3 2-21 16,-1 3 2-16,-3 4 4 0,-2 2 7 0,-3 3 12 0,-2 4 8 15,-4 4 6-15,-3 1-36 0,-3 5 15 0,-4 2-21 0,-3 2-2 0,-6 3 44 16,-3 2-6-16,-6 3 21 0,-5 3 3 0,-5 2-4 0,-5 1 4 16,-6 2 2-16,-6 3-2 0,-6 4-30 0,33 48-6 0,-22-3 1 0,-21-1-3 15,-20-2 39-15,-16-3-3 0,-12-5 0 0,-11-3-5 0,-10-9-1 0,-37 68-22 16,-7-12-3-16,-4-20 14 0,3-17-10 0,-2-9 24 0,-6 1-8 15,-2 0-14-15,-4-1-17 0,-4-3-1 0,-2 0-2 0,-4-3-8 0,-5 2 7 16,-4-3-19-16,-3-1-5 0,-4-1-13 0,0-6-8 0,-1-6-26 0,-1-5-12 16,-1-2-9-16,-5-6-12 0,-2-3 0 0,-3-4-31 0,-3-3-56 15,-1-5-53-15,-2-6-111 0,-1-5-157 0,-3-9-412 0</inkml:trace>
  <inkml:trace contextRef="#ctx0" brushRef="#br0" timeOffset="54884.71">16913 4844 2824 0,'3'23'0'0,"2"13"-2"0,1 11 1 0,1 13-11 0,-2-11 1 0,-2 3-1 0,0 3 4 0,1 0 9 16,-1 1 1-16,0 0 5 0,1-3-6 0,0-1 4 0,1-5 9 0,2-6 12 15,0-5 18-15,0-7 13 0,1-4 9 0,1-5 10 0,0-5 3 16,1-2 4-16,0-5 4 0,0-2-5 0,0-4-10 0,1-2-6 0,0-4-10 16,0-4-9-16,2-4-5 0,2-3-8 0,2-6-11 0,2-3-2 0,1-2-7 15,3-5-12-15,0 1 0 0,0-5 1 0,-1-1-5 0,-1-4 4 16,-2-2 0-16,0-1-4 0,-2 0 4 0,0-4-7 0,1 0-11 0,0 0 8 15,1 1 3-15,-2 1-1 0,1 6 4 0,1 3-21 0,-3 4-9 16,0 6-8-16,-1 2-13 0,-1 3-7 0,-2 4-4 0,0 1-13 0,0 2-14 16,-1 2-23-16,-1 4-34 0,-1 1-43 0,-2 3-44 0,0 1-62 0,-1 2-81 15,-1 2-92-15,-2 3-39 0,-1 2-203 0</inkml:trace>
  <inkml:trace contextRef="#ctx0" brushRef="#br0" timeOffset="55167.67">17049 4771 3364 0,'-6'1'11'0,"2"2"-42"0,1 3-3 0,8 5 7 16,4 0 18-16,1 4 6 0,2 2-1 0,0 2 4 0,0 3 0 16,0 3-2-16,2 3 2 0,0 5 0 0,1 3 2 0,1 3-13 0,0 3 6 15,1 2 0-15,-1 1-1 0,-1 2 8 0,0-3-5 0,1-3-1 16,0 1 2-16,0-4 2 0,2-1-1 0,1-2 1 0,0-5-4 0,2-3 2 15,1-3 0-15,-1-3 1 0,0-2 8 0,1-4 7 0,-2-2 4 0,1-3 0 16,-2-2-6-16,-1-3 3 0,1-2-1 0,-1-3 2 0,0-1-1 16,-1-3-3-16,1-2-8 0,0-1-4 0,-2-2-7 0,1-2-10 0,-2 1-10 15,-1-3-21-15,-3 1-14 0,1-2-23 0,-1 0-17 0,-1-1-5 0,-1-2-20 16,0-1-10-16,-1 0-17 0,-1-1-35 0,2-2-37 0,-1 0-78 16,2-1-74-16,0 0-21 0,1-1 21 0,-2-1-110 0</inkml:trace>
  <inkml:trace contextRef="#ctx0" brushRef="#br0" timeOffset="55917.98">18145 3997 2499 0,'-11'-11'880'0,"3"3"-893"0,-1 1-32 15,6 8 2-15,4 6 13 0,1 4 17 0,1 2 6 0,-1 7 2 0,0 5 1 16,-2 5 2-16,-1 10 4 0,-2 5 0 0,-1 6 3 0,-2 7 1 15,-1 5 1-15,-1 6-7 0,-2 4 0 0,-1 1-7 0,-1 0-4 0,-1-2 7 16,2-3-1-16,0-6 3 0,3-2 4 0,1-7-2 0,3-1 2 16,1-5-13-16,4-1 2 0,2-4 2 0,3-4 2 0,0 0 7 0,1-7-1 15,1-2 3-15,1-5 0 0,0-4 3 0,0-2 9 0,0-4 3 0,1-2 4 16,-2-4 0-16,1-2-1 0,1-2-8 0,0-3 3 0,0-1-12 16,0-4 0-16,0-1 4 0,1-3-3 0,2-1 3 0,0-3 2 0,2-1-6 15,-2-2 1-15,2-3 3 0,1-2-4 0,-1 0 3 0,-1-2-3 0,2 0-1 16,-1 1-1-16,0 0 1 0,-2 3 0 0,1 2 3 0,-2 4-3 15,0 1-1-15,-2 2 1 0,-2 3 0 0,0 2-2 0,-2 3-2 0,0 2 1 16,-2 2-4-16,0 1 5 0,-1 3-1 0,-1 2 3 0,-1 1 3 0,-1 4-5 16,-1 1-2-16,-1 1 6 0,-1 1 1 0,-1 1-5 0,-1-1-2 15,1-1 0-15,0 0-2 0,1-2 2 0,1-1 4 0,0-2-6 0,1-1 0 16,2-2 2-16,0-1-7 0,2-1-1 0,2-2-4 0,0-1 1 16,2-2 0-16,0 0-2 0,1-2-5 0,2-2 3 0,-1-1 0 0,2-2-1 15,1-2 0-15,0-2-4 0,-1-1 2 0,1 0 5 0,-1-2 1 0,0-1 6 16,1-1-2-16,-1 0 2 0,1 1 6 0,-2 1-3 0,1 0 1 15,0 0 4-15,0 2-4 0,-1 2 2 0,0 3 2 0,-1 2-4 0,1 2 0 16,-2 2 4-16,1 1-2 0,0 2 0 0,-1 2 3 0,1 3-4 0,-1 2 2 16,1 2-2-16,0 2 2 0,0 1-4 0,1 2 1 0,0 2 4 15,0-1-4-15,-1 3-5 0,1-1-4 0,1-1-1 0,1 0-4 0,2-3 12 16,-1-4 1-16,3 0 1 0,1-2 2 0,1-2-5 0,0-2 3 16,2-2-3-16,0-3 8 0,0-1 1 0,1-3 1 0,-1-2 4 0,-1-2-2 15,1-3 2-15,-1-1-2 0,-1-1 4 0,0 1-1 0,-1-2 1 0,-2-2 5 16,-3-1-5-16,0-1 3 0,0-1 2 0,-1-1-10 0,-2 1 1 15,-1 1-2-15,-1-2-1 0,-2 0 5 0,-1-1-5 0,-2 0 1 0,-1-2-7 16,-3 0-7-16,-1-1 4 0,-3 0-8 0,-1 1 6 0,-1-1-2 0,-3 3 7 16,-1 2 4-16,-3 1-2 0,-1 2 4 0,-2 2-12 0,-3 4-2 15,0 1-8-15,-1 4 0 0,-1 2-9 0,1 0-7 0,-1 3-4 0,-1 1-4 16,1 3 5-16,0 3 2 0,2 1 4 0,2 0-10 0,1 1-23 0,1-1-10 16,5-1-2-16,0 2 1 0,4 0 9 0,2 0 5 0,3 0 8 15,2-1 8-15,2-3 11 0,2 1 9 0,2-2 1 0,1-1 5 0,2-2 12 16,1-1 2-16,3 0 16 0,1-2 6 0,0-1 6 0,1-1 0 15,0 0 1-15,3-1 0 0,1 0-4 0,0 1 0 0,-1 0-4 0,1 1-2 16,-1 0-3-16,-1 2 2 0,2 1-1 0,1 0-4 0,-1 1-5 0,3 0 4 16,0 2-2-16,-2 0-1 0,1 0 1 0,-1 1-5 0,0 0-3 15,0-1-7-15,1 0 1 0,1-1-5 0,-2 0-2 0,2-1-6 0,-1-2-13 16,0 0-29-16,0-2-44 0,-1-3-36 0,-1-1-36 0,-1-2-19 0,0-4-11 16,-2-3-27-16,-1-4-2 0,1-3 9 0,1-3 12 0,-2-4 32 15,-1-2 33-15,2-2-105 0</inkml:trace>
  <inkml:trace contextRef="#ctx0" brushRef="#br0" timeOffset="56117.98">19641 4576 303 0,'4'-31'73'0,"0"-2"-41"0,3-7-2 0,0 3 25 0,-1 7 36 0,2 2 40 16,0 6 43-16,0 3 29 0,-2 4 5 0,1 5 4 0,-1 4-10 15,-1 2-20-15,-1 3-28 0,-1 1-24 0,0 2-27 0,-1 1-17 0,0 3-5 16,1 2-4-16,0 4-12 0,-1 2-8 0,1 4-12 0,-1 3-9 0,0 6-10 16,0 4-11-16,-1 7 3 0,0 3-4 0,-1 5-3 0,1 5 12 15,-1 2-18-15,1 5 0 0,-1 2 0 0,1 2-13 0,1 2 3 0,2-1-13 16,0 1-38-16,2 1-31 0,1-2-37 0,2-4-15 0,-1-3 3 15,2-3 8-15,1-4 12 0,-1-4-6 0,1-3 1 0,-1-4-122 0,-2-5 14 16,1-2 37-16,-1-4 42 0,-2-5 119 0,-2-6-2 0,-2-6-60 0,-2-4-80 16,-2-4-20-16,-4-5-30 0,-2-6 10 0</inkml:trace>
  <inkml:trace contextRef="#ctx0" brushRef="#br0" timeOffset="56234.99">19363 5061 2421 0,'-1'0'-8'0,"2"0"-92"0,6 1-10 15,5 0 32-15,5 1 35 0,4-1 17 0,3 0 3 0,4 0 2 0,2 0-20 16,5-2-42-16,0 0-109 0,3-2-136 0,5-1-73 0,1-1 1 0,2-2-51 16</inkml:trace>
  <inkml:trace contextRef="#ctx0" brushRef="#br0" timeOffset="56484.07">21290 5010 2616 0,'-3'5'943'0,"1"4"-1172"0,2 5-84 15,4 7 21-15,4 3 97 0,1 2 129 0,-1 1 66 0,0-2 10 0,-1 1 4 16,-3 1 0-16,-2-1 0 0,-1 1-13 0,1-2-16 0,-1 1-49 15,-1-1-41-15,0-1-28 0,-2 0-15 0,0-4 6 0,-1 1-11 0,-2-4-33 16,0-3-57-16,0-3-53 0,0-3-21 0,-2-2 19 0,-1-4-54 0</inkml:trace>
  <inkml:trace contextRef="#ctx0" brushRef="#br0" timeOffset="56617.53">21249 4544 3410 0,'-6'2'-134'0,"5"1"-180"16,2 3-4-16,6 5 77 0,3 1 91 0,0 1 29 0,1-1-68 0,-2-1-86 16,-1 1-69-16,0 0-54 0,-1-1-76 0,-1 1 85 0</inkml:trace>
  <inkml:trace contextRef="#ctx0" brushRef="#br0" timeOffset="56917.91">22077 4555 3180 0,'-16'1'-44'0,"1"1"-169"0,-4 2-14 16,2 2 61-16,3 2 94 0,1 0 74 0,-3 0-1 0,-2 1-9 0,-1 1-4 16,0 1-6-16,-2 2 2 0,2-1-14 0,1 1-8 0,2-1-4 15,0 2 7-15,0 0 14 0,4 0 11 0,0 0-3 0,3-1-5 0,1 1-12 16,3 1-7-16,1 0 9 0,1-3 3 0,3 1 12 0,2-2 6 0,1 0 7 15,1 1 0-15,2-2 2 0,1 1 1 0,2 1-5 0,2-1 5 16,-1 1-3-16,1 0 0 0,0-1 3 0,1 3-7 0,0-1 5 0,0 1 5 16,-2 0-3-16,2-1 4 0,-1 2 1 0,0 0 4 0,0 0 2 15,-2 0 5-15,0 0 8 0,-1-1-9 0,-2 0-5 0,-1-1-4 0,-1 1-15 16,-2 2 6-16,-1 0 0 0,-2-2-7 0,-2 2-7 0,-1 0-9 0,-2 0-26 16,-3 0-35-16,-1 0-48 0,-2-1-61 0,-2 1-56 0,-2-3-58 15,-2 3-31-15,1 2-5 0,-4 0-40 0</inkml:trace>
  <inkml:trace contextRef="#ctx0" brushRef="#br0" timeOffset="59600.94">23888 4100 2513 0,'-6'-4'23'0,"2"3"-46"15,1 3-7-15,3 7-1 0,4 4 14 0,2 2 14 0,1 3 7 0,0 2 4 16,0 2 1-16,0 4 1 0,-2 3 2 0,0 4-1 0,-1 3-2 0,0 6-1 15,-1 0-9-15,-1 4-6 0,-2 2 1 0,-2 2 3 0,-1 2 5 16,-1 1-1-16,-1 2-1 0,-1 0 2 0,-2 0-4 0,0-1 4 0,0-2 1 16,0-1-2-16,1-3-1 0,2-4-1 0,2-2-4 0,1-3 8 15,2-5 11-15,3-3 13 0,1-5 8 0,2-1 9 0,3-4 1 0,2-1 4 16,3-2 0-16,2 0-6 0,2-4-5 0,3 1-5 0,2-2-3 0,2-3-3 16,1-2-5-16,2-3 0 0,3-4-4 0,1-1-3 0,3-2-1 15,-1-3-7-15,0-2 1 0,-1-2-4 0,2-2-1 0,2 0-3 0,0 0-7 16,0 0 0-16,-1-2-5 0,0 0-5 0,-1-1-5 0,-2 1-10 0,0 0-17 15,-2-1-18-15,-1-2-21 0,-2-1-25 0,-2-1-27 0,-1-2-53 16,-2-1-36-16,-1-1-37 0,-4-3-38 0,-2 2-2 0,-5-3-22 0,-4-2 15 16,-4-2-118-16</inkml:trace>
  <inkml:trace contextRef="#ctx0" brushRef="#br0" timeOffset="59784.94">24024 4028 2093 0,'-27'-12'65'0,"3"1"-23"0,-5 0-14 0,11 4-7 15,7 3-5-15,4 2 8 0,4 1 8 0,2 0 8 0,3 1 8 0,3 1 4 16,2 2 1-16,2 0-9 0,2 1-4 0,4-1-6 0,4 1-4 0,3-1-1 16,1 1-6-16,3-1-5 0,1 0-7 0,5 0-4 0,1 0 3 15,3 0-5-15,0 1-2 0,0-1-1 0,1 0-9 0,0 0-8 0,0-2-9 16,0 1-17-16,-3 1-15 0,0 0-38 0,-4 1-53 0,-2 1-85 0,-2 0-117 16,-4 0-81-16,-1 3 3 0,-2-1 53 0,-2 1-79 0</inkml:trace>
  <inkml:trace contextRef="#ctx0" brushRef="#br0" timeOffset="59967.94">24095 4659 2429 0,'-2'0'369'16,"3"4"-419"-16,5 2-20 0,9 3 4 0,7 1 17 0,6-2 21 15,2-2 13-15,4 0 3 0,0 0-4 0,2 0-1 0,1 0 0 0,1-1 0 16,2-1-4-16,-2-1-1 0,2 1-7 0,-1-3-16 0,-1-1-17 0,0 0-35 15,-2-2-61-15,-2-2-116 0,0 0-82 0,-1-2-14 0,1-1 38 16,-2-1 79-16,1 0-88 0</inkml:trace>
  <inkml:trace contextRef="#ctx0" brushRef="#br0" timeOffset="60333.94">25239 4494 2028 0,'-7'2'34'0,"0"3"-40"0,-1 3-1 0,4 4 6 0,2 1 12 0,0 2 15 15,2 2 18-15,-1 1 13 0,0 4 6 0,0 1 9 0,-1 2 2 16,1 1 3-16,1 3 0 0,0 3-7 0,0 1-9 0,1 1-9 0,1 0-13 16,1-3-2-16,0 1-13 0,2-3-4 0,0 0-10 0,3-2-3 15,0-1-2-15,3-2-3 0,-1-3-7 0,1-1-4 0,0-4 1 0,1-2 0 16,1 0 8-16,0-3 1 0,0-1-1 0,0-3 7 0,0-3-4 0,0-2 7 16,-1-2 6-16,1-2-1 0,0-2 2 0,0-4-4 0,1-1-4 15,0-2 2-15,-2-2 3 0,2 0 6 0,0 0 4 0,0 0-12 0,0-2 2 16,-2-2-5-16,1 2-4 0,1-2 7 0,-1 1-3 0,0 1-2 0,0 2-4 15,0 1-1-15,0 1 1 0,-1 2-3 0,-2 2 9 0,1 3-11 16,-2 2 0-16,1 3 6 0,-2 1-9 0,0 3 6 0,0 1-4 0,-2 2-2 16,-2 3-2-16,1 1 0 0,0 1 3 0,-1 2-8 0,-1 1 4 15,1 0-4-15,-1-1 0 0,0 0 5 0,1-2-14 0,0 0-6 0,0-1-12 16,1-3-3-16,0 0 3 0,1 0-2 0,0-1-5 0,2-2-6 0,0-1-23 16,1-1-6-16,-1-1 1 0,0-1-13 0,1-1-7 0,-1-2-35 15,-1-1-35-15,1-2-27 0,2-1 1 0,-1-2 7 0,2 0 14 0,0-2 15 16,-1-1 5-16,2 2 16 0,0-2 11 0,0-1 12 0,2-1 9 0,1-2 8 15,1 1 0-15,2 0-83 0</inkml:trace>
  <inkml:trace contextRef="#ctx0" brushRef="#br0" timeOffset="60852.94">26430 4805 1063 0,'1'-1'615'0,"0"1"-543"0,2 0-70 15,-1 1 3-15,2 1 5 0,1 0 7 0,0-1 8 0,0 1-4 0,-1 1 5 16,-1-1 3-16,0-1 10 0,-2 0 14 0,-1-1 9 0,-1 0-1 0,0-1-5 15,-2-1-7-15,-1-1-10 0,-2 0-6 0,-1-2-4 0,-2 1-7 16,-2-1-4-16,-2-1 4 0,0-1-4 0,0 0-6 0,0 0 2 0,-2 1-3 16,1 2-4-16,-1-1 4 0,1 2-6 0,-1 2 1 0,2 1-5 0,-1 2 1 15,1 3 1-15,2 0-4 0,-2 3 2 0,1 3 1 0,1 0-5 16,1 3 3-16,1 3-8 0,2 3 5 0,1 1 0 0,0 2-4 0,2 3 9 16,1-1-5-16,2 3 3 0,2-2 5 0,1 0-2 0,1-2-6 15,3-1-2-15,1-1 3 0,1-2-1 0,3-1 11 0,3 1 0 0,0-4-7 16,2 0-1-16,0-2 0 0,2-1-1 0,1-2 1 0,0-2 3 0,2-1 5 15,-1-2 1-15,0-2 2 0,1-1-2 0,-2-2-3 0,0-1 8 16,0-3 7-16,-1-1 2 0,0-2 4 0,-1-1-3 0,1 0 2 0,-2-3-2 16,-2 0 0-16,0 0 2 0,0 0-7 0,1-2 3 0,-2 2-6 0,-2-2-3 15,0 2 0-15,-1 0-6 0,1 2-2 0,-1 2-8 16,1 2 1-16,-3 1 4 0,0 2 1 0,0 2 9 0,0 1-1 0,-2 2 2 0,0 2-1 16,0 2 0-16,-1 0-6 0,1 2-4 0,1 1 0 0,-1-1-2 0,0 3 1 15,1-1-2-15,1 0 2 0,1 0-2 0,1-1 1 0,0-1 3 16,2 1-8-16,2-2 7 0,1-1-1 0,2-2-2 0,-1-1 4 0,2 0-5 15,1-3 7-15,0-1 1 0,1 0 0 0,0-2 13 0,-1 0-7 16,1-2 3-16,-1-1 0 0,1 0-7 0,0-2 6 0,0 0-5 0,-2-1-3 16,0-1 1-16,-1 1-3 0,-1-2 3 0,-2 2 3 0,-1-1-7 0,-1-1 6 15,-2 0-2-15,-1 1-2 0,-2-1 9 0,-2 0-7 0,0 0 1 16,-3-2-3-16,-2-1-5 0,-1 0-7 0,-3 0-5 0,-1-1-10 0,-3 3-2 16,-3-2-9-16,-1-2 0 0,-2 1 2 0,-1 0-1 0,-1-2 7 15,-2 2 0-15,-1 0-6 0,1 3-6 0,-1 2-3 0,0 4 1 0,0 0 2 16,0 3 1-16,0 1-2 0,2 1-8 0,1 2-13 0,0 0-10 0,1 0-25 15,1 2-27-15,3 0-27 0,1-1-29 0,2 2-30 0,1-2-27 16,1 1-20-16,2 1 4 0,2-2 20 0,2 1 44 0,2-1 40 0,1 1 14 16,3-2-55-16</inkml:trace>
  <inkml:trace contextRef="#ctx0" brushRef="#br0" timeOffset="61183.94">27370 5194 1760 0,'9'1'147'0,"2"1"-145"0,4 2-8 0,0 0 9 15,1 0 2-15,1 1 6 0,0-1 0 0,-1 0-5 0,1 2 6 16,-1-1 5-16,-1 1 8 0,0 0 4 0,1-1 2 0,-1 0-2 0,0-2-9 16,-2 1-3-16,1 0-1 0,0-1 5 0,1 0 10 0,-2-2 3 0,2 1-2 15,1 0 3-15,-1-2 1 0,-1 1-2 0,1 0 8 0,-1-2-6 16,1 0-3-16,-2-1 6 0,2 0-1 0,-2-1-4 0,0 0 2 0,0 0-9 16,-2-1-5-16,2-2-1 0,-1 0-1 0,-1-1-10 0,1 0 6 0,-3-1-3 15,1 0 2-15,0-1 3 0,-1-1-2 0,-1 0 3 0,-1-2 2 16,-2 0-1-16,-1 0-2 0,-2-2-4 0,-3 0-12 0,-3-1-4 0,-2 1 2 15,-3-2-2-15,-1-1 7 0,-2 0 2 0,-1 0-7 0,0 0 3 16,-2 0-3-16,-2 1-3 0,1 1-2 0,0 0-2 0,-2-1-6 0,0 2-4 16,-1 2-6-16,0 2-4 0,-2 1 1 0,2 2 3 0,-3 2 5 0,-2 0-2 15,2 2 1-15,-3 1-4 0,2 2-3 0,-3 1 2 0,0 1 5 16,1 0-8-16,-1 1-3 0,2 1-8 0,1 0-15 0,0 0-10 0,5 0-11 16,1 1-3-16,3-1-22 0,4-2-53 0,4 0-68 0,4 0-95 0,3-1-14 15,4 1 31-15,3 0 49 0,3-1 74 0,4 1 37 0,1-2-89 16</inkml:trace>
  <inkml:trace contextRef="#ctx0" brushRef="#br0" timeOffset="61550.94">28126 4600 2197 0,'-2'-12'61'0,"0"-1"-46"16,0-2 0-16,0 3 7 0,2-1 1 0,0 2 4 0,0 2-1 0,-1 2-3 15,0 3 3-15,-1 2 3 0,2 1 15 0,-1 2 3 0,0 2 2 16,0 1-4-16,-1 2-14 0,1 3-4 0,0 2-14 0,-1 3-4 0,1 1-1 15,-2 5-8-15,1 3-2 0,0 2 0 0,0 4-1 0,1 2-3 0,0 3 6 16,0 2-4-16,1-1 1 0,0 0 0 0,1-2 1 0,1-1 1 16,0-1-3-16,1 1 3 0,1-1-9 0,0 0 2 0,2-4-10 0,2 1 4 15,0-3 6-15,1-2-2 0,-1 0 12 0,2-3-6 0,1-1-2 0,1-3 6 16,1-2 2-16,-1-3 6 0,1-2 1 0,-1-1 1 0,1-2 4 16,-1-2 4-16,-1-3 2 0,1-1-1 0,0-3-7 0,1 0-9 0,0-2 0 15,-2-2-1-15,1 0 0 0,-2-1 6 0,0 0-2 0,0-1 1 16,-2-1-1-16,1 1-2 0,-2 1-1 0,0 1-3 0,0 0 0 0,0 3 5 15,-1 2 2-15,-1 2 1 0,0 0 2 0,0 2 0 0,-2 1-2 0,0 3 2 16,1 2-2-16,-2 1-4 0,1 2-3 0,0 3-1 0,0 0-1 16,0 2 2-16,0 1-6 0,0 0 2 0,0-2 1 0,0 2-3 0,1 0 4 15,0 0-3-15,0-2-2 0,2 0-8 0,0 0-5 0,-1-2 0 16,1-2-2-16,-1 0 0 0,0-3-5 0,0-2-34 0,-1-2-50 0,-1-1-42 16,-1-4-47-16,0-1-51 0,-2-4-26 0,0-3-35 0,-2-3-13 0,1-2 16 15,-1-6 36-15,0-4-91 0</inkml:trace>
  <inkml:trace contextRef="#ctx0" brushRef="#br0" timeOffset="62117.94">28495 4976 1595 0,'0'0'392'0,"0"0"-362"15,2 3-28-15,0 2 4 0,2 1 11 0,2 1 3 0,-1 1 3 0,2 2-5 16,0 1-8-16,1-1 9 0,0 0 0 0,0 1 8 0,1-1-2 16,1-1-12-16,-1 0-5 0,1 0-10 0,1-1 1 0,-1 1 8 0,0 1-2 15,0-2-1-15,-1-1 0 0,0-1-5 0,-1 0 2 0,0-1-1 16,-1-1 0-16,0-1 0 0,-1 0 0 0,-1-1 0 0,0 1-1 0,0-2-6 15,0 0 1-15,0-1-3 0,0 0-13 0,1 0-7 0,1-1-8 0,0 0 0 16,0 0 6-16,0 0 5 0,0 0 4 0,0-1 2 0,0 1 6 16,0-1 3-16,0 1 4 0,-1 1 3 0,1-1 3 0,-1 1 1 0,0 0 1 15,0 1-2-15,-1-1 1 0,2 1 1 0,0 1-1 0,0 1 1 0,-1 1-3 16,1 1 0-16,0-1 0 0,-1 2 2 0,2-1 1 0,-2 1-2 16,2 0 7-16,-1 0 4 0,1 1-3 0,0-1 1 0,1 0-3 0,1 2-4 15,-1-1 0-15,2 0 5 0,-2 0 1 16,2-1 8-16,0-1-1 0,-1 0-1 0,1-1-4 0,0 0-7 0,0 0 3 0,1 1-4 0,0 0 2 15,-1 0 0-15,1 0-3 0,-1 0 4 0,-1 1-2 0,0-1 0 0,0 0 1 16,-1 0 0-16,1-2-1 0,0 1 3 0,1-2 4 0,0 0-2 16,1-1 2-16,0-1 1 0,2 0 1 0,1-2 2 0,0-1 9 0,-1-1 3 15,1-1 1-15,-1-1 10 0,0 0 3 0,-1-2 3 0,-1 0 3 16,0-1-3-16,0 0-7 0,-1-1-8 0,0-2-9 0,-1-2-4 0,-1-1-4 16,0 2-9-16,-2-2-2 0,-1 0-4 0,-1-1-4 0,-2 1 1 0,-2-1-1 15,-3 0-4-15,-1 1 5 0,-2 3 15 0,-2 0 2 0,-2 2 10 0,-1 2 7 16,-1 0 1-16,-1 1-1 0,0 1 2 0,-2 1-8 0,0 1-8 15,0 2 0-15,-1 0-3 0,0 1 1 0,-1 1 5 0,2 2 1 0,0 0 7 16,1 0 1-16,2 3-1 0,2-1-9 0,3 2-9 0,2 0-15 16,2 2-5-16,1 0-11 0,2 0-6 0,2 1 10 0,1 0 1 0,2 2 14 15,4 2 7-15,0 0-1 0,3 2-1 0,0-1 4 0,2 2-1 0,1 1 2 16,2-1-1-16,1 1 0 0,1 0-2 0,1 0 1 0,0-1 2 16,1 2-1-16,-1 0 5 0,-2 1 1 0,0-1-5 0,-2 2 5 0,-2 1 2 15,-3-1 3-15,-1 1 5 0,-2 0 7 0,-2-2-4 0,-3 1-3 0,-2-1 2 16,-4-1-15-16,-2 2-5 0,-3-1-7 0,-4 0-4 0,-2 1-4 15,-3-1-8-15,-4-2-7 0,-3 1-7 0,-1-1 4 0,-4-3-6 0,1-2 3 16,-3-1 7-16,2-2-8 0,1 0-13 0,0-2-39 0,3-3-64 0,1-1-69 16,4-3-79-16,4-3-62 0,2-2-32 0,5-3 19 0,4-3-92 15</inkml:trace>
  <inkml:trace contextRef="#ctx0" brushRef="#br0" timeOffset="62450.93">30176 4964 2817 0,'-1'-8'262'0,"1"0"-347"0,1-2 17 0,2 3 26 0,0 2 17 0,3 0 3 16,-1 1-4-16,0 2 8 0,0 0 4 0,-2 0 19 0,1 2 22 15,-1-1 3-15,0 1 5 0,0 0-7 0,0 1-14 0,1 0-7 0,1 1-6 16,-1 0-2-16,2 1 2 0,-2 2 3 0,1-1-3 0,2 1 3 15,0 1-2-15,0-1 1 0,0 0-1 0,0 0 1 0,1 1 0 0,1-1-8 16,-1 1 2-16,1 0-2 0,-1 0 0 0,0 1 1 0,-1 0-1 0,1 1-8 16,0 1 1-16,-1 0-6 0,1 1-8 0,0-1 3 0,-1 1-8 15,1 2-4-15,-3-2-11 0,0 3-6 0,0-2 6 0,-2 2 0 0,1 2 12 16,-2 1 4-16,0 0 6 0,0-1 6 0,-1 2 3 0,-1-1 3 0,0 0-5 16,-1 1 1-16,-1 0-2 0,0 1 0 0,-2-3 1 0,0 2-4 15,-1 0-9-15,0 0-17 0,0-2-26 0,-3 1-31 0,1-1-25 0,0 0-32 16,-1-3-46-16,1 0-45 0,0-1-28 0,-1-1-12 0,3-1 22 15,0 0-112-15</inkml:trace>
  <inkml:trace contextRef="#ctx0" brushRef="#br0" timeOffset="62586.93">30331 6119 2280 0,'2'2'-351'0,"0"1"-138"0,1 1-8 16,-1 0-85-16</inkml:trace>
  <inkml:trace contextRef="#ctx0" brushRef="#br0" timeOffset="64101.05">16455 4782 190 0,'-1'-12'22'15,"2"0"1"-15,2-2 1 0,4 2-1 0,1 3 3 0,3 0-5 0,1 0-1 16,2 0 1-16,2 1 0 0,2-1 1 0,2 1 0 0,4-1-2 15,4 1 0-15,2 0-2 0,2 0-2 0,1 1-1 0,0 1-2 0,2 0 0 16,0 1-2-16,3 1 1 0,-1 0-2 0,0 1-4 0,1 0 2 0,-2 2 0 16,0-1 2-16,-1 1 4 0,0 0 1 0,-2 1 0 0,-1 1-1 15,0 1-1-15,-1 0 0 0,2 0-3 0,-3 1-5 0,1 2 3 0,-4 0-4 16,-1 2 0-16,1 2-1 0,-1 1-3 0,2 2-1 0,-2 1 0 0,2 1-1 16,-2 4-1-16,0 3-5 0,0-1 1 0,0 3-1 0,1 1-2 15,-2 0 6-15,2 3-4 0,-2 1-1 0,0 3 1 0,-1 2-4 0,-3 4-1 16,-2 1-1-16,-2 2 0 0,-4 4 4 0,-1 0 1 15,-3 2 5-15,-3-1 0 0,-1 0 0 0,-3-3 2 0,0-2-1 0,0-1-1 0,-2-5 2 16,0-3 0-16,0-3 1 0,-1-1 0 0,-1-5 1 0,-1 0-1 0,-1-3 3 16,-1-2 2-16,-1-1 2 0,-2-1 3 0,-2-1 3 0,-1 0-1 15,-3-3-2-15,-3 0-2 0,-4 0 0 0,-2 1 0 0,-4 1 0 0,-3-2 1 16,-2 0 1-16,-1 0 3 0,-4-2 0 0,1 0 1 0,-3-2-3 16,-1-1 0-16,1-3 1 0,1-1 3 0,0-2 1 0,1-2 1 0,-2-1 2 15,1-2 6-15,1-2 2 0,2-1 0 0,1-3 5 0,0-1-5 0,2-1-1 16,-1 0-3-16,2-2-4 0,2 1-3 0,1-1-5 0,1 1-6 15,2-1-7-15,2 0-5 0,2 1-6 0,5 2-12 0,3 0-24 0,2 1-38 16,4 1-39-16,3-1-46 0,2 0-119 0</inkml:trace>
  <inkml:trace contextRef="#ctx0" brushRef="#br0" timeOffset="64601.05">18067 4225 346 0,'-17'-9'-12'0,"-1"-1"40"0,-1 0-11 0,3 4-3 16,5 2-4-16,2 1-6 0,0 2-3 0,2-1-2 0,1 2-1 0,-1 0-2 16,0 0 0-16,-1-1 2 0,0 0 0 0,-1 0 2 0,0-2 2 15,1 1-1-15,-1-1 1 0,0 0 1 0,0-1-1 0,0 0 1 0,1-1 2 16,0 0-3-16,1 0 3 0,1-1 0 0,0 0-2 0,0 1 2 0,1 0-1 16,0 1 0-16,1-2 2 0,1 1 1 0,1-1 0 0,0 0 1 15,1 0-2-15,2 0 2 0,0 0-1 0,2 0 0 0,2-1 2 0,3 2-2 16,1-3 3-16,3 1 1 0,2 0 2 0,3 0 4 0,4 0-1 15,0 0 1-15,4 2 1 0,-2 1-2 0,1 0 0 0,1 2 1 0,-1 1 0 16,2 2-1-16,0 1 2 0,1 2-6 0,1 1 1 0,-2 2 0 0,0 1-9 16,-1 3 2-16,1 1-2 0,-2 1-1 0,1 4 2 0,0 2 0 15,-1 2-3-15,1 0 0 0,-2 1 0 0,1 0-3 0,-2 1 0 0,-2 1-1 16,2 1 0-16,-1 1 1 0,-1 1-3 0,1 2 1 0,-2 0-5 0,-4 2 0 16,-1-1 2-16,-4 3-1 0,-2 0 4 0,-2 2 0 0,-3 0-2 15,-3 2-5-15,-3-2 2 0,-3 2-4 0,-2-1 2 0,-3-2 2 0,-2-1 1 16,-3-5 2-16,-3-2 3 0,-3-2 3 0,-1-3 0 0,-3 0 1 15,1-1-3-15,-4 0 0 0,0-2 1 0,-1-1-2 0,1-1-1 0,0-1-10 16,1-1-17-16,4-1-19 0,0-4-24 0,5-1-17 0,1-2-17 0,2-1-95 16</inkml:trace>
  <inkml:trace contextRef="#ctx0" brushRef="#br0" timeOffset="65184.92">18845 4754 340 0,'-2'-22'98'0,"2"-3"-71"0,2-2 1 0,2 7-10 0,3 7-7 0,2 2-8 16,2 1-5-16,5 2-2 0,3 1-1 0,4 1 1 0,2 1 1 15,3 1 0-15,-1 1-1 0,3 1 0 0,-3 2 0 0,1 0 0 0,2 2 0 16,-1 1 2-16,-1 2 2 0,0 1 0 0,-2 1 3 0,-3 5-3 0,2 0 3 15,-1 4-3-15,1 1 1 0,-1 4 1 0,-2 2-2 0,0 2-3 16,-3 3 1-16,0 0-4 0,-2 3-2 0,-1 2 0 0,-4 1 0 0,-1 1 1 16,-2 2 1-16,-3-3-3 0,-4 0 2 0,-2-2 1 0,-3-2-2 15,-3-1 2-15,-3 0-3 0,-3-3 2 0,-2 0 0 16,-4-3 3-16,-1-1 2 0,-1-2 1 0,-2-1 2 0,-1-2 0 0,2 0-1 0,-1-1-10 0,1-1-21 16,3-1-23-16,-1-1-22 0,2-2-95 0</inkml:trace>
  <inkml:trace contextRef="#ctx0" brushRef="#br0" timeOffset="66002.92">16549 4011 965 0,'18'-36'-31'0,"11"-1"98"0,10-8-40 0,8 8-5 15,8 9-2-15,7 1-1 0,6 0-5 0,11 3-4 0,5-1-5 16,4 4-3-16,5 2 0 0,2 3-1 0,4 2-4 0,2 1-8 0,2 4 1 16,4 2 0-16,3 2-2 0,0 2 6 0,2 2-3 0,0 2-5 15,-1 1 0-15,3 3 3 0,-1 3-1 0,-1 1 5 0,-1 7-2 0,-5 3-2 16,-4 4 2-16,-4 7 1 0,-3 1-1 0,-2 6 2 0,-3 2 1 0,-3 4-4 16,-2 6 3-16,-3 3-4 0,-3 6-3 0,-3 3 2 0,-3 4-3 15,-5 5 0-15,-2 1-7 0,-4 4 3 0,-4 4 1 0,-3 2 3 0,-3 4 8 16,-5 2-3-16,-3 1-1 0,-4 2 0 0,-5-3-5 0,-5 2 2 0,-4-2 0 15,-4-1-3-15,-4-1 5 0,-4-4 0 0,-4-1 0 0,-4-6-3 16,-4-5 4-16,-6-4 6 0,-5-3 2 0,-6-4 8 0,-4-4 5 0,-6-1 9 16,-5-4 17-16,-3-2 24 0,-6-2 19 0,-7-6 5 0,-3-1-10 0,-3-2-19 15,-4-3-19-15,-3 0-14 0,-3-3-7 0,-5 0-5 0,-5-3-4 16,-3 0 1-16,-5-2 2 0,-1-4 2 0,-2-3 5 0,-1-4 4 0,-1-5 5 16,-1-5 7-16,1-5 8 0,1-5 4 0,-1-6 0 0,-1-5 6 15,-2-4-3-15,-2-4-8 0,-1-4 8 0,0-3-6 0,2-6 7 0,0-2 16 16,4-4 13-16,2-2 14 0,2-5 1 0,1-4-4 0,2-4-29 0,1-3-16 15,-1-4-15-15,1-1-18 0,2 0 8 0,1-3-3 0,4 1-2 16,5 3 3-16,5 1-22 0,4 2-3 0,6 5 3 0,8 4 6 0,6 5 14 16,11 4-11-16,6 3-11 0,4 4-3 0,6 2-20 0,5 3-25 15,7 2-50-15,6 2-94 0,7 1-99 0,9 3-73 0,9 2-41 0,11 3-156 16</inkml:trace>
  <inkml:trace contextRef="#ctx0" brushRef="#br0" timeOffset="66551.92">21485 4125 767 0,'-39'-32'350'0,"-1"-1"-281"0,-11-5 3 0,8 10-12 0,8 7-7 0,5 2-7 16,4 3-7-16,4 2-9 0,4 1-4 0,2 1 12 0,4 2 2 15,2 1 10-15,3 1 2 0,2 0 2 0,3-1 5 0,1 1 1 0,2-1-4 16,2 0-5-16,3 0-15 0,4 1-15 0,4-1-2 0,7 0-4 15,5-1 4-15,8 2-1 0,8-1-1 0,7 2-11 0,7 2-1 0,7 1-3 16,4 2-3-16,4 4 1 0,3 2-4 0,2 5-5 0,1 4-4 0,0 5 10 16,0 5 6-16,-2 6 1 0,0 5 1 0,-2 7-12 0,-2 3-2 15,-2 8 0-15,0 4 1 0,0 5 5 0,-1 5 2 0,1 3-2 0,-2 1-2 16,-6 2 0-16,-4 2-5 0,-3-2-2 0,-5 2-2 0,-6-3-7 0,-7-5-12 16,-7-2 1-16,-9-6-4 0,-6-2-2 0,-7-3 2 0,-5-2 0 15,-6-3 5-15,-6-2 4 0,-7-1 3 0,-8-1-1 0,-9 2-2 0,-10-1-2 16,-7-2 2-16,-9 0-4 0,-8-2-6 0,-6-4-10 0,-7 0-14 0,-7-4-4 15,-4-3-3-15,-9-1 3 0,-7-4 6 0,-8-4 6 0,-9-2 9 16,-7-5 15-16,-1-5 16 0,5-6 15 0,9-7 13 0,12-7 21 0,13-5 28 16,10-4 16-16,10-2 5 0,8-3-12 0,7 0-28 0,4-1-16 15,3-1-15-15,4 0-8 0,3-2-17 0,4-1-16 0,6-1-6 0,6 0 0 16,7 0 2-16,7 1 9 0,6 0-4 0,7 5-7 0,6 0-16 0,6 1-22 16,7-1-15-16,8 0-8 0,9 1 4 0,8-1 1 0,9 2-7 15,8-2-27-15,11 4-13 0,9 1-3 0,7-1-108 0</inkml:trace>
  <inkml:trace contextRef="#ctx0" brushRef="#br0" timeOffset="67067.92">23221 3712 2209 0,'-19'-47'37'0,"-2"0"35"0,-1-6-48 0,8 15-18 16,8 15-3-16,3 2-3 0,3 3 1 0,2 2-1 0,3-1 0 0,1 1 3 16,6 0 3-16,3 0 5 0,5-3 6 0,2-1 1 0,8 0 2 15,2-4 0-15,8 1 4 0,6-2 0 0,6-1 1 0,8 1-4 0,7-1 9 16,8 0-1-16,5 1-1 0,9 1 11 0,6 2-12 0,10 2-1 0,8 2 1 16,7 3-4-16,8 3 0 0,8 4-2 0,7 3-4 0,6 5-9 15,5 5-8-15,6 5 5 0,5 4 2 0,4 6-4 0,6 6 0 0,4 2-11 16,4 7-2-16,5 2 2 0,3 4-1 0,3 5 8 0,1 0 1 0,-1 2 3 15,-1 3-3-15,-2 1 5 0,-3-1 0 0,-4-1 0 0,-4-3-3 16,-4-2 8-16,-7 0-7 0,-7-1-8 0,-10-3 8 0,-6-1-9 0,-5 2 11 16,-4 0 5-16,1 3-9 0,-3 3 6 0,-7 3-5 0,-7 0-4 15,-8 3 4-15,-6 4-4 0,-3 2-5 0,-10 4-3 0,-8-1 9 0,-11-1-1 16,-12-3 7-16,-10-2 3 0,-8 2-4 0,-9 1-3 0,-4 3 1 0,-7 2-2 16,-4 1 2-16,-5 3-9 0,-7 1 5 0,-5 2 1 0,-8 1-1 15,-5 0 9-15,-7 2-7 0,-7-3 1 0,-7 1-2 0,-7 0 6 0,-5-3-20 16,-6-4 5-16,-6-3 1 0,-6-6-2 0,-5-3 22 0,-3-4-2 0,-3-3 9 15,-4-2 9-15,-3-2 0 0,-2-3-5 0,-4-1 0 0,1-2-8 16,-6 1-6-16,-1-1-1 0,-3-2-12 0,-4 0-2 0,-4-3-5 0,-6-3 0 16,-6-2 5-16,-3-1 2 0,-3-5 4 0,-3-4-3 0,-1-4-1 15,-6-3-5-15,0-4 2 0,-3-4 4 0,-4-3-1 0,-2-3 2 0,-7-5-1 16,-4-3 3-16,-3-5-9 0,-4-6-7 0,-4-4-3 0,-3-3-20 0,-1-4 0 16,2-5-9-16,1-3-16 0,2-4 0 0,5-2-13 15,6-1-16-15,8-3-7 0,7-2-32 0,7-1-46 0,9-1-73 0,6 0-82 0,4 0-74 16,2 0-29-16,0-1-32 0</inkml:trace>
  <inkml:trace contextRef="#ctx0" brushRef="#br0" timeOffset="68185.03">19394 6984 2704 0,'-11'-12'216'16,"1"2"-143"-16,0-1-94 0,6 7-20 0,2 3 4 0,1 1 19 0,1 0-6 16,1 0 8-16,-1 1 4 0,1 0 2 0,0 1 20 0,-1-1 3 0,1 1 6 15,-1 1-3-15,1 0 0 0,-1 1 0 0,0 0 1 0,1 1 4 16,-1 0 4-16,0 0 2 0,0 0 3 0,-1 0 7 0,1-1-4 0,-1 1-1 16,0 0-4-16,0 1-12 0,0-1-2 0,-1 1 2 0,1-1-4 0,-1-1 0 15,1 1 6-15,-1-2-7 0,1 0 3 0,-1-1-1 0,0-1-6 16,1 1 4-16,0-1-1 0,0 0 1 0,0 0-2 0,1 0-2 0,-1-1-7 15,0 2 2-15,1 0 4 0,0 0-3 0,0 2-1 0,0 0 0 0,1 3 1 16,0 2-3-16,1 3-1 0,1 4-3 0,2 1-1 0,0 6-1 16,3 3 6-16,0 6-3 0,3 4 1 0,1 4-2 0,1 0 2 0,1 1 1 15,0 3-5-15,2 1-1 0,1 1 2 0,-1 1-13 0,2 0 19 16,0-2-2-16,-1-2 1 0,-1-2 10 0,0-4-10 0,1-3 2 0,-1-3-4 16,-3-3 1-16,1-1 1 0,-3-3 0 0,-1-4 3 0,-1-2-1 0,-1-2 2 15,-2-3-1-15,-1-1-1 0,0-2 3 0,-1-1-5 0,-2-2 0 16,0-1 0-16,-1-1 2 0,-1-2 2 0,0-1-2 0,-1-1-2 0,-1-1-2 15,0 0 0-15,-2-1 0 0,0 0-5 0,-2-1-2 0,-1-1 0 0,0-1-2 16,-3 0 11-16,0-1 0 0,-1-1 2 0,-2 0 2 0,1 0-6 16,-2 0 2-16,-1 0 2 0,0 1-1 0,0 0-1 0,-1-1-1 0,0 1-1 15,-1 0 2-15,2 1-2 0,-2 1 0 0,1 0 0 0,0 1 4 0,0 0-2 16,-1 0 2-16,0 1 0 0,1-1 3 0,1 1 2 0,0 0-3 16,0 0 0-16,0-1-4 0,2 1 3 0,0 0 4 0,1 0 1 0,1 0 2 15,1-1 1-15,3 0 2 0,-1 1-2 0,1-1 3 0,2-1-3 16,2 1 9-16,1 0-1 0,0 1 6 0,2-1 5 0,1 0-3 0,0-1 1 15,1 0-5-15,0 0-3 0,1 1-1 0,1-1-6 0,2 1-3 16,1 0 1-16,1 1-4 0,2 0 7 0,2 0-5 0,2 0-3 0,2 1-1 16,1 0 1-16,2 0-6 0,3 1 4 0,-2-1-4 0,3 1-6 0,0-1 6 15,-2 1 0-15,2 0-4 0,-2-1 3 0,-1 1-1 0,0 0-12 0,-2 0-8 16,-2-1-12-16,-1 0-20 0,-1 0-17 0,0-1-11 0,-3 0-16 16,1-1-9-16,-1 0-19 0,-1-1-26 0,0-1-36 0,0 0-34 0,0-2-47 15,1-1-53-15,0-2-50 0,1-1-12 0,3-3 19 0,3-5 53 16,8-4-87-16</inkml:trace>
  <inkml:trace contextRef="#ctx0" brushRef="#br0" timeOffset="68870.03">22658 6806 2193 0,'-2'-11'467'0,"-2"0"-424"0,0-2-92 0,0 3-23 0,2 2 26 0,0 1 27 16,0 0 15-16,-1 0 11 0,0 0 4 0,-2 0 18 0,-1-1 15 16,0 0 6-16,0 0 2 0,-1 0-5 0,0 1-14 0,-1 0-5 0,0 0-1 15,-1 0-4-15,1 0-1 0,0 0 5 0,-1 0-5 0,1 1-4 16,0 0 6-16,1 1-5 0,-1-2-2 0,1 2 6 0,0-1 1 0,0 1-7 15,1 0 4-15,0-1 2 0,-1 1-11 0,2 1 5 0,0-1-1 0,-1 0 5 16,2 0 2-16,0 0 2 0,1-2-4 0,1 1 1 0,0 0-1 16,2-2-1-16,0 1 0 0,1-1-4 0,1 0-3 0,1 1 3 0,1-2-5 15,1-1-3-15,1 0 6 0,1 0-3 0,-1 1 0 0,3-1-2 0,0 3-3 16,1-2-3-16,1 2 1 0,1 1-6 0,0 0 4 0,4 1-4 16,0 0-1-16,1 1 3 0,1 1-2 0,2 2-2 0,2 1 0 0,0 1 3 15,2 2-7-15,0 2 1 0,2 1-2 0,0 3-4 0,-1 1 6 16,1 3-4-16,-2 1 2 0,1 3 0 0,0 0-2 0,-2 2-2 0,-1 2-3 15,-3 1-4-15,-3 2 0 0,-2 2 6 0,-1 1 1 0,-3-1-1 0,-3 1-4 16,-3-1-3-16,-2 0-9 0,-2-1-2 0,-3 2-6 0,-2-1-9 16,-4 0 11-16,-3 2 10 0,-2-2 11 0,-3 0-4 0,-2-1 2 0,-3-1 7 15,-1 1 3-15,1-1 9 0,-1 0 4 0,1 0-2 0,0-2-6 0,-1 1 7 16,1-3-5-16,-1 1 2 0,1-1 6 0,2-1-8 0,1-1 4 16,2 1 1-16,1-3 5 0,1 2 0 0,1-1 9 0,2-2 3 0,2-1 3 15,2 0 7-15,1-2 0 0,1 0-2 0,1-2 5 0,1-1 5 16,3-3 1-16,0 1-1 0,2-1-2 0,0-1-2 0,2-1-2 0,1 0-2 15,1 0-3-15,1-1-5 0,1-1 4 0,-1 0 2 0,3 0 5 16,0-2 3-16,2 0 1 0,0-1-3 0,2-1-1 0,-1 0-1 0,2 0-1 16,0 0-2-16,1-2-2 0,-1 1-4 0,3 0-1 0,0-1-1 0,1 1-5 15,1-1-1-15,0 1 1 0,1-1-6 0,-1 1 0 0,2-1-4 0,3 3 0 16,-2-2-2-16,1 1-2 0,-1 1 4 0,-1 0-8 0,0 1 8 16,-2-1-4-16,0 2-2 0,0-1 0 0,0 1-2 0,-2 1-4 0,0 0 2 15,0 0 2-15,-3 0-4 0,0 0 2 0,-1 1 0 0,-1 0-6 16,0 0 4-16,-3 0-4 0,-1 0-12 0,-1 0-10 0,-1 0-7 0,-1-1-6 15,-2 0-10-15,0 0-12 0,-1-1-10 0,0 0-6 0,-1 0-4 0,-1-1-5 16,0 0-12-16,-1 0-11 0,1-2-21 0,-1 0-7 0,0-1-12 0,0-1-12 16,0-1-19-16,0 0-42 0,1-3-57 0,2 0-87 0,-1-3-70 15,1-4-20-15,3-5-90 0</inkml:trace>
  <inkml:trace contextRef="#ctx0" brushRef="#br0" timeOffset="69434.55">26159 6476 3465 0,'-2'-3'-19'0,"1"1"-79"0,0-1-15 0,1 2 37 0,1 0 52 15,1 0 18-15,-1 1 8 0,0-1 7 0,0 1 7 0,0-1 19 0,0 0 0 16,0 0 3-16,0 0-13 0,0 0-4 0,1 0-3 0,0 0-2 0,0-1 3 16,1 1-14-16,0-1 9 0,1-1-4 0,0 1-5 0,2-1 6 15,-1 1-7-15,1 0 5 0,2-1-4 0,-1 1-3 0,2 1 2 0,-1 0-6 16,1 1 4-16,-1 1-2 0,-1 0-4 0,0 2-1 0,1 1-12 0,-1 0-1 16,-1 4-4-16,0 3-7 0,0 2 2 0,-1 2-5 0,-1 2 2 15,0 4 8-15,-3 2 1 0,-1 2-2 0,-1 4 4 0,-3 1-15 16,-1 0 6-16,-1-1-6 0,-1-1 1 0,-1-3 9 0,-1 1 0 0,-1-1 5 15,1-4 7-15,-1 2 5 0,0-3-1 0,0-1 6 0,-1-1-1 0,2-1 1 16,1-2-8-16,1-1 0 0,0-1 5 0,1-2 1 0,0-1 11 0,1-1 3 16,1-2-5-16,2 0-8 0,2-2 5 0,0-1-2 0,2-1 1 15,1 0 4-15,1-1-6 0,2 0-11 0,1 0 2 0,2 0-4 0,0 0 6 16,3 1 10-16,1-1 3 0,2 1 6 0,1 1 5 0,1 0 1 16,2 1 1-16,1 0 1 0,-1 2-2 0,3 2 5 0,0 1 1 0,-1 2 1 15,3 2-2-15,-1 0-11 0,0 0-4 0,1 3 0 0,-2-1 0 0,0 1-2 16,-1 1 4-16,-2 1-2 0,-1-1 0 0,-2 3-2 0,-2-2 0 15,0 0-1-15,-2 0 3 0,-2-2-2 0,-2 0 0 0,-1-2-3 0,-2-1-2 16,-1 0 3-16,-2 0-6 0,-1-2 3 0,0 1 2 0,-1-1-4 16,-2-1 9-16,0-1-2 0,0 0 1 0,-1-2 1 0,0 0-4 0,-1 0-1 15,-1-1-9-15,1 0-6 0,-1-1-6 0,-1-1-7 0,1 0-9 0,-1-1-22 16,0-1-7-16,0-1-2 0,0-1-5 0,-1 0 2 0,1-1-8 16,0-1-21-16,-1 0-20 0,0-2-28 0,0-1-51 0,-1-2-54 0,0-2-48 15,-1-1-41-15,-3-2-29 0,-4-6 28 0,-5-6-96 0</inkml:trace>
  <inkml:trace contextRef="#ctx0" brushRef="#br0" timeOffset="87268.99">18321 5215 651 0,'5'-2'-4'0,"0"0"83"0,2 1-46 0,-1 0-17 16,0 0-15-16,0 2-8 0,2 1-9 0,0 1-7 0,1 2-11 15,-1-1-10-15,1 1-9 0,1 1-17 0,0 1-9 0,1-1-7 0,-1 0-6 16,-1-1-89-16</inkml:trace>
  <inkml:trace contextRef="#ctx0" brushRef="#br0" timeOffset="114749.74">5925 8681 164 0,'6'-2'88'0,"2"2"-66"0,4-1 5 0,2 2 1 0,2 0-1 15,2 1-1-15,1 1-5 0,2 0 3 0,3 1-5 0,2 0-4 16,2 1-5-16,2 0-9 0,2 2 0 0,0 0-5 0,1-1 0 0,2 1 1 16,0 0-2-16,2 0 2 0,-2 1-2 0,1-2 1 0,2 0 0 15,-2 1-6-15,3-1-1 0,-2 1 0 0,0-2 0 0,-1 1 0 0,0-1 2 16,3 1-2-16,-2-1 0 0,3 0 2 0,-2-1 2 0,-1-2 1 0,3 1 3 15,-2 0 1-15,0-1 1 0,2-1 2 0,0-1 0 0,-1-1 1 16,2-1 3-16,-3-2 2 0,-1 0 4 0,-1-2 4 0,-1-1 5 0,0 0 7 16,-1-2 4-16,-1-1 8 0,-2-2 6 0,-1 0 8 0,-4-2 10 0,1-2 3 15,-4 0 1-15,2-1-8 0,-1-1-11 0,-3-1-11 0,0-1-9 16,-1-1-7-16,-3 0-4 0,1 0-7 0,-1-1-5 0,-1 0-9 0,0 1-8 16,0-1-7-16,-1 2-6 0,-1 1-2 0,-3-1-1 0,0 1 3 0,-2 0 7 15,0-1 5-15,-2 0 4 0,-1 0 6 0,-2 0 1 0,-1-1 3 16,-2 2 2-16,-1-3 3 0,-2 0 0 0,-2 0 0 0,-1-2 3 0,-3 0 1 15,0 1 1-15,-2-1 4 0,-2 1-1 0,0-1-1 0,-4-2 1 16,-1 2-2-16,-2-2 2 0,1-1 3 0,-2-1 3 0,-1 0 4 0,-1-1 1 16,-2 2 2-16,-1 1-4 0,-3 0-6 0,-3-1-4 0,0 1-7 0,-1 1 3 15,-5 0 0-15,0 0-4 0,-3 3 4 0,-2 0-6 0,-2 0 0 16,-1 3 5-16,-5-1-6 0,-1 0 4 0,-1 2-1 0,-3 0-5 0,0 1-3 16,-2 3-7-16,-4-1 1 0,-1 3 1 0,-2 0 1 0,-1 2 3 15,-1 1-2-15,-2 1-7 0,0 2 3 0,-2 1-1 0,1 1 2 0,0 3 9 16,0 2 3-16,2 1 7 0,2 2 8 0,2 1 8 0,1 2 6 0,2 0 3 15,1 1 4-15,3 2-2 0,2 0-3 0,3 2-7 0,-1 2 2 16,4-1-4-16,1 3-6 0,1 2-5 0,0 1-8 0,2 2-5 0,2 1-7 16,0-1-2-16,0 3-1 0,2 1 2 0,1 0 6 0,0 2-6 0,2 0-1 15,-1 2-5-15,3-1-2 0,1 2 7 0,0-1-4 0,2 1 4 16,-1 1 0-16,1-1-4 0,1-1 3 0,3 0 2 0,0-2 2 0,4 0 2 16,-1 0 1-16,4 1-1 0,2 0 1 0,1 0 1 0,2 2 0 15,1-4-6-15,2 2 1 0,0-3 5 0,3 0-1 0,3 0 8 0,3-3-3 16,1 0-5-16,2-1 3 0,3-2-7 0,0-1 3 0,2-1 0 0,1-3-4 15,0-1 3-15,2 0-2 0,2 0-1 0,0 0 2 0,0-2-2 16,0 0 3-16,1 0-2 0,0-1-5 0,0-1-3 0,3 0-8 0,-1-2-11 16,2-2-19-16,1 1-22 0,1-1-27 0,1-2-18 0,3 0-8 15,3 0 3-15,0 0 9 0,3-1 9 0,1 0-102 0</inkml:trace>
  <inkml:trace contextRef="#ctx0" brushRef="#br0" timeOffset="115733.74">5866 9923 862 0,'5'-3'86'0,"2"-1"-25"0,4-1-2 0,3 1-9 16,3 1 10-16,0 0 0 0,2 1-4 0,3 0-12 0,2 0-15 0,2 0-7 15,5 1-12-15,3 1-5 0,2 0-10 0,4 1-7 0,1 1-2 0,3 0-4 16,3-1-4-16,0-1-7 0,2 0-6 0,3 0-8 0,1-1-6 16,1 0-2-16,2 0-1 0,-1-1 13 0,1 0 4 0,2-1 6 0,-1 0 10 15,2-1 2-15,-2 0 7 0,0 0 5 0,3-1 3 0,-1 1 1 0,-1 1-5 16,0 0 5-16,-2 1 3 0,0-1-4 0,1 1 7 0,0-1 0 16,2 0 1-16,0 0 6 0,-1 0-1 0,0 1-1 0,0-1 3 0,0 1 1 15,1-1 3-15,1-1 0 0,0 1-7 0,3 0-2 0,-2-1-5 16,0 2-2-16,-1 0 2 0,1-1-4 0,1 0 1 0,-2-1 0 0,2 1-2 15,-3-1 3-15,-1-1-3 0,-2 0 3 0,-3-1 2 0,1-1 0 0,-2 0 1 16,0-1-4-16,1-1 2 0,-2 1-4 0,1 0 1 0,0-1 1 16,-2 0-2-16,0 0 0 0,0 0 0 0,-2-1-2 0,-2 2 1 0,-3-2 2 15,1 0 3-15,-2-1 1 0,-3 0 0 0,-1 0 1 0,-5 2 0 0,1-3 1 16,-2 1 3-16,1-2 3 0,-3 0 9 0,-3 1 3 0,-1-2-3 16,1 1 1-16,-2-2 2 0,1 2-3 0,-2-1 5 0,-1-1-1 0,-1-2-5 15,-2 1 3-15,-1-1-1 0,-1 0 6 0,-2-1 4 0,-3 0 2 0,0 0 4 16,-2-1-3-16,-1 1 4 0,-2 1 6 0,-2 0 2 0,-3-1 1 15,-3 1-3-15,-1-1-13 0,-2-1-8 0,-2-1-12 0,-2-2-16 0,-2-2 6 16,-3 1-11-16,-2 0 2 0,-3 1-2 0,-3 2-23 0,-3-4-4 16,-4 0-13-16,-6-4-5 0,-4 1-7 0,-3 1 7 0,-8-1 5 0,-5 2 9 15,-7-1 17-15,-8 2 11 0,-5 0 9 0,-2-1 9 0,-4 1 11 0,-2 1 4 16,-1-1 7-16,-2 2 10 0,0 0 2 0,1 1 7 0,1 0-2 16,2 1-10-16,1 1-7 0,-1-2-13 0,-2 2-9 0,0 2-9 0,-2 3-2 15,1 1-2-15,0 2-2 0,-1 2-1 0,1 3 2 0,-3 2-2 0,-3 2 5 16,1 1 0-16,-3 2 1 0,2 2 10 0,-1 2 1 0,0 1 3 15,0 3-2-15,0 2-4 0,2 2-2 0,0 2 1 0,1 4 1 0,2 1-1 16,1 1-1-16,2 3-2 0,4-1-1 0,-1-1-1 0,6 3 1 16,0-1-6-16,5 0-3 0,4 1-2 0,3 0-2 0,4 1-3 0,2 0-6 15,3-1-16-15,2 1-8 0,3 0 6 0,0-1 1 0,2 0 16 16,3 0 9-16,1 0 3 0,5-2 10 0,2 0-1 0,1-1 9 0,3 0-3 16,2 1 6-16,4-1 10 0,0 2 0 0,4 0 11 0,3-1-1 0,2-2-10 15,3-2 2-15,4-1-15 0,4-2-4 0,3 1-5 0,4-4-6 16,3 0-1-16,3-1-4 0,3-1-3 0,1 0-3 0,4-1-7 0,3-1-5 15,3 0-6-15,0-1-9 0,4 0-5 0,0-1-18 0,2 0-22 0,1 0-31 16,1-1-9-16,1-2 0 0,3 1 6 0,1-1 20 0,1 2-135 16</inkml:trace>
  <inkml:trace contextRef="#ctx0" brushRef="#br0" timeOffset="116750.74">6536 11037 885 0,'0'-7'265'0,"1"-1"-201"15,1 1-16-15,4 0-23 0,1 1-13 0,1 0 5 0,1 0 4 16,3 1-3-16,2 0-6 0,1 2-9 0,1-1-5 0,3 0-2 0,3 1-4 15,2 0-4-15,5 1-7 0,1 1-7 0,2-1-16 0,3 1-13 0,1 1-12 16,0 0-5-16,2 0-1 0,3 1 0 0,-1 1-7 0,2-1-4 16,0 2-2-16,-1 1-2 0,-1 1 18 0,0 1 16 0,-1 1 17 0,0 0 22 15,3 0 10-15,0 0 10 0,0 0 9 0,2 0 2 0,-1 0 6 16,2 0-4-16,1 2 4 0,1-1 2 0,0 0 2 0,1 2-1 0,1-1 9 16,2-1 7-16,3 1 12 0,0-1 5 0,2-1-4 0,0 0-11 0,-1 1-12 15,1-1-3-15,1 1 3 0,1 0 4 0,4 1 1 0,1-1-6 16,0 0-8-16,1 0-8 0,-2-1-7 0,0-1 0 0,0 0-3 0,1-1 2 15,-3 1 1-15,1 0-6 0,0-2 1 0,-1 1 1 0,1-2-6 16,0 0 2-16,-1 0-3 0,-1 0 0 0,0-1 1 0,-2 0 0 0,1 0 2 16,-1-1-1-16,1-1 3 0,1 1-1 0,1-2 2 0,1 0-2 0,1 0 1 15,1-2 0-15,-1 1-5 0,-1-1 2 0,1 0 3 0,-3 0 3 0,0-1 3 16,1 0 1-16,-1 0-3 0,-1-1 0 0,0 1-1 0,-2 0 8 16,-1 1-5-16,-1-1-7 0,-2 0-1 0,-2-1-5 0,-1 1 3 0,0-1 2 15,-3 0 3-15,3-1-5 0,1 1-2 0,0-1-1 0,1 0-4 16,-1 0 0-16,-2 1 1 0,-2-1 4 0,-2-1-3 0,-1 1 7 0,-3-1 6 15,-2 1 4-15,1-1 11 0,-3-2 6 0,-1 1 5 0,-3-1 3 0,-1-1-2 16,0 1-9-16,1-1 0 0,-2 0-10 0,0 0 1 0,-3 0-4 16,0 0-4-16,-2-2 2 0,1 1 1 0,-3 0 1 0,-1 0 0 0,-2 1-6 15,-2-2-3-15,0 0-1 0,-2-1-6 0,-3-1 9 0,-1 1 2 0,-3-1 3 16,0-1 4-16,-1 2-4 0,-2-1-8 0,-2-1-6 0,-1 0-8 16,-4-2-13-16,-1 1 0 0,-1-2-5 0,-4-3-3 0,-4-2 8 0,-4-4-4 15,-8-3 5-15,-6-3 5 0,-7-2 0 0,-7-4 3 0,-8-2 4 16,-7-2 4-16,-3-3 3 0,-3 2 5 0,-1-1 5 0,-2 3-1 0,0-2 11 15,-3 2 3-15,-1 2 14 0,1-1 12 0,-1 3-3 0,1 1 3 0,-1-2-14 16,-3 3-8-16,-2 0-4 0,-3 1-2 0,-6-2-3 0,-5-1-2 16,-5-1-3-16,-2 1-4 0,0 3-5 0,-2 1 3 0,-3 2 0 0,-2 2 0 15,-4-1-4-15,-2 3-11 0,-1 1-1 0,-3-1 1 0,0 5 5 0,-1-1 8 16,0 3 1-16,1 1-1 0,2 2-1 0,2 4 4 0,5 2 2 16,4 2 6-16,2 1 6 0,3 2-2 0,3 0 0 0,1 2 4 0,4 0-3 15,2 2 3-15,2 0 2 0,0 1-6 0,3 1 0 0,0 0-2 16,1 2-6-16,2 1 4 0,0 1-4 0,0 1-1 0,3 0 0 0,-3 0-6 15,3 0 2-15,0 1-6 0,3 1-1 0,0 2 1 0,2 2-3 0,1 1 2 16,4 2-4-16,1 2-11 0,1 2-4 0,1 0-4 0,2 3-3 16,2-1-6-16,5 0-2 0,4 0-14 0,3 1-2 0,5 1-27 0,2-2-35 15,4 2-41-15,3 2-42 0,3-1-68 0,5 0 5 0</inkml:trace>
  <inkml:trace contextRef="#ctx0" brushRef="#br0" timeOffset="117499.74">6396 11212 983 0,'12'-6'75'0,"5"1"6"16,5-2-26-16,7 2-8 0,1 0 16 0,5 0 2 0,3 0 4 0,2-1-7 15,4 0-14-15,4 1-11 0,2 0-20 0,5 1-9 0,2 1-7 0,3 1-6 16,2 1 4-16,3 1-5 0,0 1-3 0,1 1-5 0,2 0-3 16,1 1-5-16,-1 1-8 0,2 2 5 0,1 0-8 0,0 0-3 0,2 0 3 15,-1 1-1-15,0 0 8 0,0 2 5 0,-3-2 7 0,2 1-1 0,-2 1 1 16,0 0 3-16,-3-1 2 0,0 1 4 0,0 0 9 0,-3-3-2 0,-1 1 4 16,-4-1 3-16,-3 0 5 0,-3-1 3 0,-3-1 1 0,-1 0 7 15,-1 0 5-15,-3-1 6 0,-2 1 5 0,-2-1 3 0,-4 0-1 0,-2 0-7 16,2 0-3-16,-3 1-11 0,1-2-4 0,-3 3-8 0,0 0-8 15,-1 0 3-15,-1 1 1 0,-1 0-1 0,-2 2 0 0,-2 0-4 0,-2 1-10 16,-3 0 4-16,-3 2-5 0,-1 2-8 0,-3 2-7 0,-2 1-16 0,-2 1-25 16,-2 2-12-16,-2 2-8 0,-2 0-10 0,-2 2-8 0,-3-1 2 15,-3 2 4-15,-1 0 16 0,-1-2 31 0,-1 3 25 0,-1-2 20 0,0-4 15 16,-1 1 1-16,-2-2 3 0,-1-2-1 0,-3 1 1 0,0 0 3 16,-2-1-1-16,-2-2 2 0,-1 1 1 0,-2-1 5 0,-2 1 3 0,0-3 4 15,-3 1 1-15,-2-2-2 0,-3 0 2 0,-3-2 0 0,-2 0 5 0,-2-2-2 16,-1 0-1-16,-1 0 3 0,-3-2 0 0,-1 0 10 0,-1-2 1 15,-3-1-2-15,-2-1-3 0,0-1-11 0,0-1-9 0,1 1-5 0,2-1-11 16,2-1-9-16,0 0-3 0,1 0-11 0,3-1-14 0,-1 1-23 16,1 0-34-16,-3 1-28 0,2 0-18 0,1 0 3 0,1-1 4 0,2 2 7 15,1 0 2-15,0 0-5 0,-2 1-5 0,0 0-112 0</inkml:trace>
  <inkml:trace contextRef="#ctx0" brushRef="#br0" timeOffset="118115.74">6773 12167 853 0,'3'-4'412'0,"1"0"-288"0,4-1-72 0,0 0-53 16,1 2-6-16,3 0 6 0,0-1 12 0,1 2 1 0,1-1 4 0,1 1-6 16,4 0-5-16,1 0-2 0,1 1-4 0,5 1 1 0,1 1-2 15,4 0-3-15,2 1 3 0,3 0 0 0,4 0 1 0,2 1 0 0,3 0-4 16,1 1-3-16,2 0-1 0,4 1-7 0,3 1-6 0,4 1-4 16,2 0-11-16,2 0-5 0,0-1 4 0,1 1 6 0,0-1 8 0,-1 1 9 15,2-1 6-15,-1 1 1 0,-1-1 0 0,1 0 7 0,-1-1-1 0,-1 0 3 16,-1-1 3-16,0 1-2 0,-2-1 5 0,-1 1 1 0,0-1 3 0,0 1 0 15,1 0 0-15,2 0-2 0,0 0 0 0,-1 1-5 0,-2-1-6 16,-4 1-1-16,-1-1-3 0,-1 3 4 0,-2 0 1 0,0 1 2 0,0 1-4 16,-2-1 0-16,2 1 3 0,-1 0 1 0,-1 1 3 0,0 2-1 15,-1 0-1-15,-1 1-1 0,-4 0 3 0,0 1-2 0,0 2-2 0,-2 1 1 16,0 0-8-16,0 1 0 0,-2 0 1 0,-1 1 1 0,1 1-2 0,-3 2 7 16,1-1-9-16,-2 1 0 0,-1-2 8 0,-2 2-5 0,-3 0 7 15,-3-1 3-15,0 2 2 0,-2-2 6 0,-1 0 7 0,-1 2 2 0,-4-2 2 16,1 1-1-16,-2 0 3 0,0-1-1 0,-3 2-8 0,-1 0-3 0,-1-2-9 15,-1 2-13-15,-2-3-7 0,-3 0-11 0,-1 1-8 0,-2-1-7 16,-3 1 0-16,-2-1 4 0,-2-1 9 0,-2-1 10 0,-1 1 14 0,0-2 8 16,-2 0 3-16,-1-1 4 0,1-1-2 0,-3-1 0 0,-1-1 1 15,-2 2 1-15,0-2 0 0,-4 0-2 0,-2-1 0 0,-2 0-3 0,-3 0-2 16,-2 0 0-16,-4-2 1 0,0 1 10 0,-6 0 3 0,0-1 2 0,-3-1-1 16,-4 1-3-16,-1-3-1 0,-4 3 3 0,-4-2 0 0,-3 0-3 15,-4 0-2-15,-4-2 12 0,-6-2 12 0,-10-1 15 0,-9-2 8 0,-9-2-20 16,-4-1-23-16,2-2-23 0,4-4-14 0,3 0-1 0,1 0 0 0,0-2 6 15,0 0 7-15,2 0 4 0,4-2-2 0,1 1 2 0,5-3-4 16,2-1-9-16,2-2-7 0,2 1-21 0,2-1-24 0,3 0-40 0,2 0-52 16,2 1-54-16,4-2-59 0,-3 1-156 0</inkml:trace>
  <inkml:trace contextRef="#ctx0" brushRef="#br0" timeOffset="193349.77">4073 7936 2729 0,'-8'-5'24'0,"0"4"-32"0,-1 3-5 0,4 4-5 0,0 2 2 15,2 0 9-15,-1 2-1 0,0 0-10 0,1 4-9 0,-1 3-37 16,-1 6-35-16,-2 3-34 0,0 7-28 0,0 3 11 0,1 3 21 0,0 3 36 16,0 0 39-16,0 1 25 0,-1 2 21 0,1 2 10 0,-2 1 3 0,-1 2 5 15,1 1 2-15,-2 2 0 0,0 3 1 0,-2-1-3 0,0 1-2 16,-1 1 3-16,1-2-3 0,-2-1 0 0,1-2 1 0,0-3-7 0,3-1 2 16,1-3 0-16,0-1-3 0,1-3 3 0,2-1-1 0,0-3-2 15,1-2 4-15,1-2-2 0,1-1 2 0,1 0 6 0,0-3-4 0,2 0 6 16,0-3 11-16,1-2-7 0,2 1 6 0,0-2-3 0,2 1-10 0,0-1 1 15,2-2-2-15,0 0 0 0,2-1 3 0,-1-2-3 0,1 0 4 16,1-1-3-16,2 0-1 0,0-1-5 0,2 1 2 0,0 0-5 0,1-3 2 16,2 1 5-16,0-1-5 0,2-2-1 0,2 1 1 0,2-2-3 0,0-1 2 15,2 1 4-15,-2-1-4 0,2-1-1 0,0 1 0 0,0-3 4 16,3 1 0-16,0-1 1 0,4 0-1 0,-1-3-3 0,3 0 0 0,1-1-4 16,3-1 2-16,2-1 0 0,1 0 5 0,2-1 3 0,1-1 0 15,3 0-4-15,-1-1-1 0,3 0 1 0,1 0 2 0,-1 0-2 0,0-1 1 16,3 1-4-16,0-1-2 0,1 1-1 0,3 0 2 0,0 0 0 0,1 1 5 15,2 0-5-15,0 1 4 0,1 1-1 0,0 0 0 0,0-1 4 16,2 1-15-16,0 0 0 0,2 0-1 0,0 1 2 0,1-1 13 0,0 1-5 16,3 0-2-16,-2-1 2 0,2 0-2 0,1 1 2 0,-1 0-2 0,2 0-6 15,-1 0 5-15,0 0-6 0,-1 0 10 0,4-1-3 0,-1 1-2 16,2-1 7-16,0 0-2 0,-2 1-1 0,3 0-1 0,0 0 5 0,1 0 3 16,0 0 10-16,0 0 4 0,1 0 5 0,0 0 4 0,1 0-3 15,-1 1 2-15,1 0-1 0,0-1-3 0,3 1 1 0,-1-1-4 0,0 1-3 16,2 0-2-16,-4 0-6 0,2-1-9 0,0 0 2 0,-2 1-4 0,3-1 7 15,0 0-3-15,0 1-1 0,0 0 1 0,-1 0 0 0,-1 0 1 16,-1-1-3-16,0 0 4 0,2 0-4 0,-1-1 9 0,0 1-1 0,1-2 5 16,-1 1-8-16,0-1 5 0,0-1-2 0,-1 1-4 0,1 0 7 0,-3-1-9 15,-1 0 4-15,1 1-2 0,-2 0-1 0,0-1 2 0,-2 0-4 16,-1 1 0-16,-2 0 0 0,0 1-3 0,-3-1 4 0,-1 0-2 0,-1 1 1 16,-3-1 0-16,-1 0-7 0,-1 0 5 0,-1 0-4 0,-1-1 1 15,-3 0 7-15,-3 0-3 0,1 0 5 0,-4 0-1 0,-1-2-4 0,-2 1 5 16,-2 0-1-16,-3-1 4 0,-2-1 6 0,0 0-4 0,-2 0-3 0,-2-1-2 15,-3-1 5-15,-1 1 2 0,-3-1 5 0,0 0-2 0,-4-1 1 16,1-2-2-16,-3 0 5 0,-2-1 0 0,1-1-7 0,-4-1 5 0,1 1-6 16,-3-2 3-16,-1-2 4 0,0-1-6 0,-3 0 4 0,0-3-3 0,-1-2-3 15,-2-1 1-15,-2-4 2 0,0 0-2 0,-2-3-10 0,-1 0 4 16,-4-2-6-16,0-2 2 0,-1 0 6 0,-2-3-17 0,-1-1 16 0,-2-1-2 16,-1-2-2-16,-2-2 13 0,-1-2-15 0,0-1 1 0,-2 0-1 15,0-2 3-15,-2 0-5 0,1-1 1 0,-3 0 4 0,-1 0 1 0,0 0-2 16,-1-1-10-16,-1 0 6 0,1 0 3 0,-2 2 1 0,0 0 15 0,0 0-15 15,-2 0 1-15,1-2-1 0,-2 1-3 0,0 0 3 0,0 0-5 16,-1 1 0-16,1 2-5 0,-2-1-10 0,2 2 12 0,-4 1 5 0,1 4 8 16,0 2 6-16,-1 0-8 0,1 2-1 0,0 1-5 0,-2 3 3 0,1 0-1 15,-2 2-4-15,1-1 1 0,0 3-1 0,0 0 2 0,-2 2 2 16,1 3-2-16,-1 2-2 0,1 2-6 0,-2-1-5 0,2 2 2 0,-2 2-1 16,1 1-1-16,-1 2 7 0,-1 1-5 0,0 1 1 0,0 1-3 0,3 2-3 15,-2 0 3-15,1 0-5 0,-2 1 0 0,0 2-5 0,0-1-10 16,0 1-4-16,0 0-19 0,-1 0-8 0,1 0 1 0,0 0 1 0,1 0 15 15,0 0 10-15,-1 1 7 0,0 1 10 0,-1-1 5 0,0-1 7 16,0 1 2-16,1 1 4 0,0-1 2 0,-1 1 13 0,0-1-1 0,-1 0 0 16,0 0 0-16,0-1-7 0,-2-1-4 0,1 1-1 0,-1 0 1 0,0 0-3 15,0-1-2-15,0 1 2 0,-1 1-3 0,-1-2 2 0,-1 0-1 16,0 0-6-16,1-1-2 0,-1 1-7 0,-2 0-5 0,0-1 0 0,0 1 0 16,-1-1 1-16,0-1 2 0,1 1-5 0,-1-2 1 0,1 1-2 0,-1-1-4 15,-1 0 7-15,0 1 5 0,0-1 2 0,0 0 2 0,0 0 2 16,-2 1 2-16,-2 0 8 0,0 0 1 0,-2 0 1 0,1 0 2 0,-1 1-1 15,-1-1 4-15,-1 0 0 0,-3 1 0 0,0-1 1 0,0 0-6 16,2 0 2-16,0 0 8 0,-2 1-3 0,-1-1 4 0,-1 1-1 0,0 0-4 16,-1 0-1-16,1 1 2 0,-2 0 0 0,0-1 3 0,0 2 6 0,0-1-1 15,0 0 8-15,1 0 3 0,0 0-1 0,1 1 3 0,0 0 2 16,-1 1 0-16,0 0 7 0,1 1-1 0,-1 1-4 0,1 1 1 0,0 1-4 16,-2 1 1-16,2 2-2 0,-1 2-4 0,2 2-7 0,0 2 2 0,-2 1 3 15,1 2-4-15,-1 0 4 0,-1 3-8 0,3 1-2 0,-1 0 4 16,-1 2 1-16,1 1-4 0,1 0 0 0,0 3-12 0,2-1-6 0,-1 1 1 15,0 2-6-15,-1 0-5 0,1 0-23 0,1 0-9 0,1 0-28 16,0 2-32-16,0-1-52 0,0 1-86 0,0 0-100 0,1-1-142 0,-2 1-73 16,-1 0-246-16</inkml:trace>
  <inkml:trace contextRef="#ctx0" brushRef="#br0" timeOffset="202949.67">11805 12500 1 0,'-51'10'371'0,"7"-14"677"0,5-10 331 0,-6-4-1347 15,8 2 11-15,5 1-6 0,8 1-3 0,6 2-10 0,3-3-24 0,6-2-5 16,5-3-9-16,2-2 2 0,6-4 0 0,3-1-1 0,3-2 4 0,5 1-9 15,2-1-2-15,4 1-10 0,3-2-28 0,3 0-26 0,4 0-2 16,2 0-6-16,4-2 6 0,2-1 11 0,4-3-19 0,0-1-11 0,1-1-6 16,2-1-9-16,2-1 12 0,1-4 18 0,2-2 21 0,0-1 33 0,1-4 18 15,1-1 15-15,1-4 2 0,-1-3 7 0,2-3 3 0,2-4 5 16,1-2 11-16,1-6 2 0,3-2 13 0,3-3 4 0,3-3 9 0,0-2 13 16,1-2 8-16,3-2 11 0,2-3 1 0,3-5-3 0,2-1-10 0,-1-3-12 15,5-2-6-15,0 0-10 0,1-4-5 0,3 0-12 0,0-2-3 16,4-1-10-16,2-2-3 0,2-2 6 0,1 0-9 0,3-2 4 0,-1-1-11 15,3 0 9-15,2 1 5 0,2 0-2 0,1 0 7 0,-1-1-14 16,1 4-1-16,-4 3 2 0,-1 5-1 0,1 1 1 0,-1 2-3 0,-1 1-2 16,3-1-1-16,-5 6 7 0,-1 3-1 0,-1 4 2 0,-3 3-1 0,-2 4-11 15,-2 3-1-15,-2 3 3 0,-4 3-4 0,-3 4 6 0,-3 4 5 16,-3 3-4-16,-3 2-2 0,-4 5-4 0,-4 3-3 0,-5 2 1 0,-4 2 0 16,-3 3-7-16,-5 4-2 0,-5 5-9 0,-3 3-13 0,-6 5-7 0,-3 1-11 15,-6 5-13-15,-3 2-1 0,-4 2-4 0,-4 3 3 0,-3 3 5 16,-4 3-3-16,-3 1-8 0,-2-1-18 0,-4 0-15 0,-3 0-14 0,-4-1-21 15,-2 0-18-15,-4 1-8 0,-4-1 11 0,-4 0 33 0,-3 0 38 16,-2-1 32-16,-2 1 19 0,-2 0 19 0,-2 1 8 0,-2 1 11 0,0 0 15 16,-1 1 12-16,1 1 15 0,0 0 13 0,1 0 3 0,-1 0-1 0,1 0-8 15,-2 0-3-15,4 2-8 0,-1 0 0 0,2 0 2 0,1 2 4 16,1-2 11-16,3 1 8 0,2 0 14 0,2 1 6 0,4-1 16 0,4 0-1 16,3 0-13-16,4 0-20 0,4-1-37 0,5 0-29 0,2 0-26 0,6-1-11 15,6 0-8-15,4-1 12 0,6 0-2 0,5-1-2 0,4 0 3 16,5 1-10-16,2-2-5 0,3-1-8 0,3 1 6 0,1-1 8 0,3-1 13 15,-1 0 15-15,3-1 6 0,-1 0 8 0,0-2 3 0,2-1 6 0,0-1 1 16,0 1 5-16,3 1 1 0,-2-2 6 0,1 1 2 0,1 0 0 16,0 1 10-16,1 1 2 0,-1 0 8 0,-1 2 9 0,0 1 4 0,0 2 0 15,-4 1-4-15,-1 3-2 0,-2 2 3 0,-2 2 7 0,-1 2 7 16,-3 2-1-16,-1 1-7 0,-2 3 0 0,-2 1-7 0,-3 2-5 0,-5 3-5 16,-1 3-15-16,-3 5-10 0,-2 4-6 0,-3 6-4 0,-4 5-2 0,-3 5-4 15,-4 7-11-15,-5 9-26 0,-6 10-35 0,-6 11-57 0,-5 9-79 16,-6 13-128-16,-8 12-154 0,-8 13-1 0,-10 15-137 0</inkml:trace>
  <inkml:trace contextRef="#ctx0" brushRef="#br0" timeOffset="206500.67">21817 10076 2100 0,'-6'-18'122'0,"0"1"-47"15,0-5-15-15,5 6-19 0,2 4-15 0,2 4-14 0,3 4-1 0,1 2 2 16,-1 4 7-16,2 2 9 0,0 4 6 0,-1 7-2 0,2 5 1 16,-1 7-7-16,-1 7-17 0,1 6 4 0,-3 5-9 0,1 5 0 0,-3 2 9 15,-1 4-15-15,-1 3 2 0,0 1-7 0,0 2 1 0,0 0 5 16,1-1 0-16,0-1-18 0,1 0-1 0,0-1-18 0,1-2-15 0,1 0-6 15,-1-2-23-15,1-3-1 0,-1-4 13 0,0-6 28 0,0-9 28 0,-1-6 21 16,-1-7 18-16,-1-6 5 0,0-3 6 0,-1-3 13 0,1-2 3 0,-1-4 11 16,0-1 1-16,0-3-1 0,0-1-2 0,0-4-3 0,0-1-12 15,0-3-4-15,1-2-10 0,-1-4-8 0,2-2-1 0,-1-4-2 0,1-2-2 16,1-2 1-16,-1-1-1 0,2 0-5 0,1 1-3 0,2 2-8 0,2 2-4 16,0 4-5-16,4 3-4 0,1 2 7 0,0 4-8 0,1 4 2 15,-2 2 9-15,1 3-4 0,0 1 1 0,-1 2-1 0,-1 1-7 0,0 0 1 16,0 0-3-16,-1 0-1 0,1 0-11 0,1-1-6 0,0-2-7 15,1-1-8-15,0-2 1 0,1-1 5 0,-1-2 10 0,1-3 9 0,-1-2 6 16,0-3 11-16,-4-3 11 0,1-1 0 0,-1-2-4 0,1-2 16 0,-1 0-1 16,0-2 4-16,-3-1 8 0,2-2-13 0,-3-1 2 0,0-1-3 15,-1-1 4-15,0-1 4 0,-2-1-7 0,-1 0 4 0,-2-3 4 0,-2-1-6 16,1-1 4-16,-1 0-9 0,-1 4-1 0,2 0-7 0,0 5-1 0,0 1 8 16,1 7 0-16,0 3 1 0,1 5 3 0,-1 4 8 0,0 5 10 15,0 2 8-15,-1 3 6 0,0 1-8 0,0 3-9 0,1 4-8 0,0 3-16 16,0 5-7-16,0 5 1 0,-1 4-3 0,1 3 2 0,-1 5-2 15,0 3-4-15,-1 3 3 0,1 3-3 0,1 0 2 0,0-2-3 0,2 1-8 16,0-1 8-16,1-1-26 0,2-1-29 0,1-3-32 0,1-2-60 0,2-2-53 16,0-2-65-16,2-1-135 0,2-4-146 0,0-2-17 0,0-2 121 15,-1-1-3-15</inkml:trace>
  <inkml:trace contextRef="#ctx0" brushRef="#br0" timeOffset="206817.67">22729 10807 2230 0,'1'-1'211'0,"2"-1"-150"0,3 1-39 0,3-2-16 0,2 0-3 16,3 0 3-16,0-2-6 0,2 1 13 0,1 0-15 0,0 0 7 0,0 2 3 15,1-3-8-15,0 1 13 0,-2-1-12 0,-1-1-2 0,0 0 2 16,0-1 2-16,-3-1 2 0,-1 0 0 0,0 0-3 0,-3 0 6 0,-1-1 1 16,-2-1 1-16,-1 0 4 0,-1 0 2 0,-1-1 4 0,-3 1 10 15,-2-1 1-15,-2 0 0 0,-3 0-6 0,-1 1-7 0,-3 1 0 0,-3 1 1 16,0 1 4-16,-3 1 4 0,-1 1-3 0,0 2 3 0,0 1-2 0,0 1-4 15,2 2-4-15,2 2-10 0,1 0-2 0,1 2-2 0,3 1-5 16,1 2 4-16,1 1 0 0,2 2 0 0,1 1 3 0,2 3-7 0,1 0 5 16,2 3 1-16,2 0 4 0,3 2 8 0,1-1-4 0,3 2-10 15,1-1 7-15,3-1-3 0,2 2 3 0,1-1 7 0,2-2-7 0,3 0-4 16,-1-1-5-16,1-2 7 0,1-1-5 0,0-1-6 0,-1-2 2 0,1-1-12 16,1-3 0-16,-2-1-10 0,2-4-24 0,0 0-11 0,-1-2-10 15,1-3-1-15,-1-1-6 0,-2-4-27 0,0-4-35 0,-2-4-46 0,0-3-51 16,0-3-60-16,-2-4-52 0,-1-2-22 0,0-4 17 0,-1 0 65 0,0-4-85 15</inkml:trace>
  <inkml:trace contextRef="#ctx0" brushRef="#br0" timeOffset="207000.67">23429 10059 1312 0,'-2'-28'227'0,"-1"-2"-46"0,1-7-26 0,2 4-22 16,1 7-2-16,1 0-5 0,1 6-7 0,-1 2-11 0,-2 4-8 0,1 4 1 16,-2 4-6-16,1 3 5 0,0 4-18 0,-1 1-6 0,1 3-17 15,-1 4-15-15,1 2-2 0,-1 5-12 0,1 4 0 0,0 5-3 0,0 3-7 16,0 8-1-16,-1 4-6 0,0 6 0 0,-1 5 1 0,0 2-3 0,0 3 3 15,0 1-10-15,2 2-8 0,0 2 1 0,1 0-8 0,1-2 0 16,2 1-16-16,2-3-32 0,2-2-39 0,0-2-55 0,1-3-66 0,3-1-87 16,1-5-119-16,2-1-120 0,0-1 8 0,1-5 105 0,0-3-34 0</inkml:trace>
  <inkml:trace contextRef="#ctx0" brushRef="#br0" timeOffset="207183.67">24079 9567 2814 0,'-4'4'189'0,"1"4"-144"0,0 3-37 15,2 6-11-15,3 4-1 0,2 5 3 0,1 6-3 0,0 6-1 16,-1 6 2-16,-2 5-1 0,-1 4 8 0,-1 3 1 0,-1 1-7 0,-2 2-1 16,0 0-6-16,0 1-3 0,-1 0-2 0,1-3-17 0,0-2-28 0,1 0-58 15,0-3-106-15,1-2-236 0,1 0-232 0,0 0-16 0,1 1 95 16</inkml:trace>
  <inkml:trace contextRef="#ctx0" brushRef="#br0" timeOffset="207486.67">24427 10174 2712 0,'0'9'421'0,"2"4"-376"0,2 5-32 0,2 4-17 0,5 5 2 0,2 4 8 16,2 4-1-16,-1 4-3 0,1 3-4 0,1 5-3 0,-1 0 5 0,-1-1 3 15,1-1 3-15,0-2-3 0,1-3-5 0,1-2 8 0,1-6-6 16,2-3 1-16,-1-7 3 0,3-2 0 0,3-4 12 0,2-4 3 0,1-2 8 16,0-4-4-16,0-3-5 0,-2-3 7 0,0-4 1 0,-2-4-1 0,-1-4 4 15,-1-1-12-15,-2-4-8 0,-2-2 15 0,0-1-4 0,-2-3 6 16,-3-2-4-16,-1-1-22 0,-3-4 2 0,-2 1 4 0,-3-2 5 0,-3-1-7 16,-4-2-8-16,-3-1-1 0,-3-2-3 0,-3 0 8 0,0 2-7 15,-2 2-1-15,-2 5-1 0,1 3-8 0,-1 3 6 0,-3 6-2 0,0 2 4 16,-2 5 3-16,-2 4-6 0,0 4-3 0,-2 3 0 0,-3 2 1 0,1 3 3 15,-1 3-9-15,3 3-9 0,0 2-18 0,2 4-26 0,4 3-35 16,-1 1-47-16,2 3-53 0,1 0-70 0,-1 4-108 0,1 0-132 0,2 0-40 16,1-1 52-16,1-3 58 0</inkml:trace>
  <inkml:trace contextRef="#ctx0" brushRef="#br0" timeOffset="207966.67">25550 10451 3271 0,'0'-3'97'16,"3"0"-62"-16,2 0-30 0,6-1 6 0,3 0 2 0,4 0 5 0,3 1-12 15,1 0-1-15,0 1-3 0,2 1 13 0,0 0 9 0,2 0-2 16,0 0-2-16,2-1-16 0,1 0 0 0,0 0-6 0,1 0 4 0,-1-1-4 16,1-2 2-16,0 0-6 0,2-1-3 0,-2-1-8 0,1 0-10 0,-2 0-1 15,-2-1-14-15,-2 0-20 0,-1 1-19 0,-1-1-24 0,-2 0-12 16,0 0-6-16,-3 0-12 0,-1-1-39 0,-2 2-52 0,-2 0-69 0,-1 2-78 15,-3 0-62-15,-2 2 0 0,-3 3 68 0,-2 2-47 0</inkml:trace>
  <inkml:trace contextRef="#ctx0" brushRef="#br0" timeOffset="208118.67">26071 10592 1800 0,'-11'9'627'0,"-2"3"-435"0,-2 4-71 16,3-2-25-16,5-3 1 0,4 1 2 0,1-1-14 0,2-1-20 0,1-1-5 15,0 0-8-15,2-2-11 0,1 0-6 0,3 0-6 0,1-1-9 16,0-2-5-16,1-1-12 0,1-2-6 0,0 0-16 0,0-2 3 0,2-2-10 15,1-1-6-15,2-3-10 0,-1-3-33 0,2 0-14 0,0-2-19 16,1-4-11-16,0 0-8 0,2-2-16 0,0-3-17 0,0 0-20 0,1-1-38 16,2-2-48-16,-1-1-44 0,2-2-23 0,0-1-1 0,0-1 48 0,2 0 54 15,-1 1-46-15</inkml:trace>
  <inkml:trace contextRef="#ctx0" brushRef="#br0" timeOffset="208399.67">26611 9939 3039 0,'-7'2'150'0,"2"1"-107"0,0 1-31 0,4 1-14 16,4 1 15-16,2 0-3 0,1 1-1 0,1 1-3 0,0 0-8 0,2 2 7 15,3 1-1-15,-1-2 5 0,3 0-4 0,0 0 2 0,-1-1 1 16,2 2-3-16,1-1-5 0,1 1 0 0,1 0 0 0,3 1-4 0,1 0 4 16,1-1 0-16,2 2-1 0,0 0-12 0,2 1 11 0,-1 0 6 0,1-1 1 15,0 2 13-15,-1 0-9 0,-1 0 0 0,-1-1 6 0,0 1-8 16,-1-1 6-16,-2 0-8 0,-3-1 6 0,-1-1 2 0,-5 0-4 0,-2-1 0 15,-1 0-2-15,-3-1 4 0,-2-1 8 0,-2 0-6 0,-3 1-4 16,-3-1-11-16,-2 1-13 0,-4 0-7 0,-2-1-11 0,-2 1-7 0,-4-1 0 16,-3 0 6-16,-1 0 4 0,-3 1 10 0,1 1 8 0,-1-1-3 0,-1 2-8 15,3-2-15-15,0 0-24 0,0 0-33 0,2-2-39 0,1 0-57 16,1-3-61-16,3 0-64 0,2-1-61 0,1-2-44 0,3-1-3 0,3-2 62 16,3-3-73-16</inkml:trace>
  <inkml:trace contextRef="#ctx0" brushRef="#br0" timeOffset="208949.67">27747 9819 3492 0,'0'0'226'0,"0"1"-179"16,2 0-31-16,0 2-20 0,3 0 14 0,0 1-1 0,-1 1-3 0,0 0 4 15,-2 0-3-15,-1 0 13 0,-2-1-1 0,0 0 6 0,-1-2 7 16,-1-1-13-16,0 0 9 0,-1-2-19 0,1 0-3 0,0-1 6 0,0-2-10 15,1-1 6-15,0-1 0 0,0-2-6 0,1-1 6 0,1-1 4 16,0-1 0-16,1 1 0 0,1-2-2 0,1-1-2 0,1-1-2 0,2 0 2 16,0 1-2-16,2-2-2 0,1 0-4 0,2 0 0 0,1 1 0 0,2-1 0 15,1 0 0-15,1 1 0 0,2 3 0 0,2-1 0 0,1 1 0 16,2 2 0-16,2 1-2 0,-1 2 2 0,1 2 2 0,-1 2-2 0,0 2-2 16,1 3 0-16,-1 2 0 0,2 3 6 0,0 1-4 0,0 3-4 0,-1 2-4 15,-1 1 2-15,0 2 10 0,-2 2-4 0,-2 0 2 0,-2 2-2 16,-3 0-12-16,-1 0 8 0,-3 2 8 0,-3 2-6 0,-3 0 6 0,-3 2-12 15,-3 0 2-15,-3 2 0 0,-2-1 2 0,-4 3 2 0,-3-1-6 16,-1 3 2-16,-3 0 4 0,-2 2-4 0,-2-2 0 0,-1 1 0 0,-3 0-2 16,0-1 10-16,-2 2 4 0,-2-2 0 0,0 0 12 0,0-2 0 0,-2 1 4 15,2-2-2-15,-1 2-20 0,0-3 0 0,1 0 0 0,1-2 0 16,2-2 0-16,3-2 0 0,4-2 0 0,1-1 0 0,3-3 0 0,2-3 0 16,4-1 0-16,2-2 0 0,4-3 0 0,2-1 0 0,3-3 0 0,2-1 0 15,3 0 0-15,4-2 0 0,3 1 0 0,5-3 0 0,2 0 0 16,6-3 0-16,5-1 0 0,4-1 0 0,3-2 0 0,4 0 0 0,2-1 0 15,2-2 0-15,3 1 0 0,3-1 0 0,3 0 0 0,1 0 0 16,2 2 0-16,-1 0 0 0,0 3 0 0,0-1 0 0,0 1 0 0,0 1 0 16,-2 0 0-16,-1 1 0 0,1 1 0 0,-4 0 0 0,2 1 0 0,-3 1 0 15,0 0 0-15,-2 1 0 0,-3 1 0 0,-1 0 0 0,-2 1 0 16,-4 0 0-16,-4-1 0 0,-2 0 0 0,-3 0 0 0,-2-1 0 0,-4 0 0 16,-2-1 0-16,-2-1 0 0,-3 0 0 0,-4 0 0 0,-3-2 0 0,-1 0 0 15,-4-2-90-15,-1-1-121 0,-2-1-59 0,-3-3-91 0,-2-2-112 16,-4-5-117-16,-2-2-133 0,-5-7 86 0,-3-3 31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355 195 4041 0 0,'-14'-15'251'0'0,"1"-1"0"0"0,0-1 0 0 0,1 0 0 0 0,1 0 0 0 0,0-1 0 0 0,1-1 0 0 0,-8-23 0 0 0,17 40-259 0 0,0 0 0 0 0,0 0 0 0 0,0 0 0 0 0,0 0 0 0 0,0 0-1 0 0,0 0 1 0 0,0 1 0 0 0,-1-1 0 0 0,1 1 0 0 0,-1-1 0 0 0,1 1 0 0 0,-1-1 0 0 0,0 1-1 0 0,1 0 1 0 0,-1 0 0 0 0,0-1 0 0 0,0 1 0 0 0,0 1 0 0 0,0-1 0 0 0,-3-1 0 0 0,1 1-9 0 0,0 1 1 0 0,0-1 0 0 0,0 1-1 0 0,0 0 1 0 0,0 0 0 0 0,0 1-1 0 0,0-1 1 0 0,1 1 0 0 0,-1 0 0 0 0,-6 2-1 0 0,-3 2-139 0 0,-1 1-1 0 0,1 0 1 0 0,0 1-1 0 0,-23 17 1 0 0,24-15-428 0 0,1 1 0 0 0,-1 0 0 0 0,-14 20 0 0 0,7-5-1437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13 190 10754 0 0,'-4'-28'3440'0'0,"-3"-31"-878"0"0,6 48-2634 0 0,1 0 0 0 0,0 0 0 0 0,0 1 0 0 0,1-1 1 0 0,4-19-1 0 0,-5 29 25 0 0,0 0-1 0 0,0 1 1 0 0,0-1 0 0 0,0 0 0 0 0,1 0 0 0 0,-1 0-1 0 0,0 1 1 0 0,0-1 0 0 0,1 0 0 0 0,-1 0 0 0 0,1 1-1 0 0,-1-1 1 0 0,0 0 0 0 0,1 1 0 0 0,-1-1 0 0 0,1 1-1 0 0,0-1 1 0 0,-1 0 0 0 0,1 1 0 0 0,-1-1 0 0 0,1 1-1 0 0,0-1 1 0 0,-1 1 0 0 0,1 0 0 0 0,0-1-1 0 0,0 1 1 0 0,-1 0 0 0 0,1-1 0 0 0,0 1 0 0 0,0 0-1 0 0,0 0 1 0 0,-1 0 0 0 0,1 0 0 0 0,0 0 0 0 0,0 0-1 0 0,0 0 1 0 0,-1 0 0 0 0,1 0 0 0 0,0 0 0 0 0,0 0-1 0 0,0 0 1 0 0,-1 1 0 0 0,1-1 0 0 0,0 0 0 0 0,0 1-1 0 0,-1-1 1 0 0,1 0 0 0 0,0 1 0 0 0,-1-1 0 0 0,1 1-1 0 0,0-1 1 0 0,-1 1 0 0 0,2 0 0 0 0,2 3-394 0 0,-1-1 0 0 0,1 0 0 0 0,-1 1 0 0 0,0-1 0 0 0,0 1 0 0 0,0 0 0 0 0,4 7 0 0 0,-2 1-225 0 0,0 1 0 0 0,-1 1 0 0 0,-1-1 0 0 0,0 0 0 0 0,-1 1 0 0 0,0 0 0 0 0,-1-1 0 0 0,0 20 0 0 0,-4 15-636 0 0,-8 47-1 0 0,9-82 973 0 0,-2 13-837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3273 0 0,'15'-20'336'0'0,"3"2"-432"0"0,3-2-80 0 0,-3 8-128 0 0,-3 6-200 0 0,-1 0-145 0 0,-7 0-991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17:28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5530 6129 1646 0,'-3'-7'-1'0,"-1"-2"-3"0,0-2-7 0,0-1-19 0,1 5-44 0,1 2-82 0,0 2-52 0,0 2-24 0,0 0 21 0,-1 2 51 0,0 0 40 15,-2-1 36-15,-3 1 28 0,-2-1 22 0,-2 0 13 0,-1-1 11 0,-1 0 5 16,-1-1 5-16,1-2 5 0,0 0 6 0,-2-1 3 0,1-1 4 0,0 0 8 16,1 0 1-16,-1-1 7 0,0 1 4 0,0-1 1 0,0 1 6 15,0 1 1-15,0-2-1 0,2-1 1 0,-1 1-5 0,2 0-4 0,0 0-1 16,0 1-4-16,0 0-1 0,-1 2-2 0,1 0-4 0,-1 3-5 16,-1-1-5-16,1 0-6 0,1 2-4 0,-1-1 0 0,0 1-3 0,-1 2 0 15,1 0-1-15,1 0 0 0,-2 2 0 0,0 1 3 0,0 1-1 16,1 1-1-16,1 1 1 0,-1 0-4 0,0 0 1 0,0 0 0 0,2-2-2 15,-1 2-1-15,2-1-1 0,1 1-1 0,0 0 1 0,1 1 0 0,1-1 2 16,1 0 0-16,0-2 0 0,0 1 2 0,2-1 0 0,0-1 1 16,1-1 3-16,2-1-1 0,-1-1 2 0,2 0 0 0,0-1 0 0,1-1 4 15,1 1 3-15,1-1 1 0,0 0 3 0,2-1 6 0,1 1 4 0,0-2 8 16,2 1 5-16,1-2 5 0,1 0 5 0,2 0 3 0,1-1 5 16,3 0-1-16,2-1 4 0,3 0-8 0,1 1-4 0,3-2-3 0,3-1-6 15,3 1-3-15,3-2 0 0,3 0-7 0,2 1-3 0,4-1-5 0,2 0-7 16,2 0 3-16,1-2-5 0,2-1-4 0,4 0 3 0,3-2-6 15,3 2 2-15,3 0 1 0,1 0-6 0,3-1 2 0,4 0 3 0,3 0-7 16,2 0 4-16,2-1-4 0,1 0-3 0,0-2 2 0,2 2-3 16,-1-1 3-16,2 1 2 0,-1 1 2 0,-1 0 1 0,1 1-3 0,-1 0-6 15,-1-1-3-15,0 0-3 0,-1 0 4 0,0 1 10 0,-4 1-2 0,1 1 3 16,-1 1-1-16,-3 1-2 0,-1 1 6 0,-4 0-6 0,1 3-1 16,-2 0 0-16,-1 2 0 0,0 0 0 0,-2 1 4 0,0 0-1 0,-2 0-3 15,0 2 1-15,0 1-1 0,-1 2 2 0,0 0-6 0,-2 1 1 0,-3 2 2 16,1 1-3-16,-4 3 4 0,-1 0 5 0,-3 3 0 0,-2 1-2 15,-2 0 4-15,-2 1-6 0,-3 3-1 0,0 1 1 0,-2 0-3 0,-2 3 0 16,-3 0 2-16,0 1 3 0,-4 5 0 0,0 1-3 0,-3 2 1 0,-1 0-1 16,-1 2 1-16,-3 0-1 0,0 3-2 0,-1 4-1 0,-3 1 2 15,0 1-3-15,-1 3 4 0,-4 1-2 0,-1 1 4 0,-3 0 2 0,-2 2-4 16,-2 2 1-16,-2 0 2 0,-1 2 1 0,-3 0-2 0,-1-1 0 16,-3 1-2-16,-2-1-7 0,-3-2 4 0,-2-1 3 0,-1-2-1 0,-3-1 6 15,-1-2-1-15,0-2 0 0,-2-1 2 0,-1-3-3 0,0-3 3 0,-5-3 4 16,1-4-3-16,-3 0 3 0,0-3 0 0,-2 1-3 0,0-3 4 15,-2 1 0-15,1-2-6 0,-5-2 0 0,1 1 4 0,-2 0 0 0,-1-1 3 16,-3 2-2-16,-2-2-5 0,-1 2 0 0,-2-1 2 0,0-2 1 0,0 1-2 16,-3-1 6-16,-2-2-3 0,-3 0-5 0,-2 1 3 0,-3-2-10 15,-2 2 2-15,-3-2-2 0,0-4 2 0,-5-2-1 0,-2-2-1 0,-1-3 8 16,-3-3-1-16,0-1 0 0,-4-4 3 0,-5-2 0 0,-2-3 3 16,-6-3 2-16,-1-2-2 0,-4-1 0 0,-2-2-5 0,-1-3 4 0,-3-1 1 15,1 0 2-15,0-2 11 0,2 1 6 0,3 0 8 0,4-1 9 16,5-1-2-16,8-1-3 0,4-2-9 0,6-1-12 0,5 1-7 0,6-2-8 15,5 0-5-15,6-3-14 0,5-1-17 0,3-1-14 0,5-1-20 0,5-2-10 16,1 2-23-16,5-4-15 0,3 1-27 0,2-3-18 0,4-3-3 0,2 0-9 16,2 0-11-16,1-2-1 0,0 0-9 0,3-1-12 0,1-4 29 15,1-3-165-15</inkml:trace>
  <inkml:trace contextRef="#ctx0" brushRef="#br0" timeOffset="39264.76">5821 8216 178 0,'0'-6'28'16,"3"-1"-26"-16,0-1 29 0,5 4-13 0,2 2 1 0,1 0 2 0,1 1-1 15,1 1-3-15,1 1-2 0,2 0-4 0,2 2 0 0,1-1 0 0,1 2-4 16,3 1-1-16,0 1-2 0,3 0-2 0,2 0-2 0,1 1 0 16,3 0-3-16,0-1-4 0,1 1 3 0,3-1-1 0,-1 0-1 0,2 2 0 15,0-1-8-15,1 2-4 0,4 1-6 0,-1 1-4 0,1 1 1 16,1 0-3-16,-2-1-79 0</inkml:trace>
  <inkml:trace contextRef="#ctx0" brushRef="#br0" timeOffset="39614.76">5782 10140 106 0,'11'-12'-23'0,"3"1"42"15,7-2 18-15,4 2-19 0,0 2-7 0,2 0-6 0,1 1-2 0,2 0-2 16,4 1 0-16,3-1 0 0,4 2 0 0,4-2-1 0,2 1-1 16,1-1-2-16,4 1-4 0,2-1-6 0,3 0-8 0,4 2-31 0,1 1-28 15</inkml:trace>
  <inkml:trace contextRef="#ctx0" brushRef="#br0" timeOffset="39764.76">8273 10438 97 0,'33'27'3'15,"2"0"-12"-15,8 9 15 0,-7-7 5 0,-8-3 1 0,-1-1-7 0,-1 2-1 16,-2-1 0-16,-2 2-3 0,-1-1-1 0,-2 0 0 0,-1-1-4 16,0 0 0-16,-3 2-1 0,0-1-15 0,0 2-49 0</inkml:trace>
  <inkml:trace contextRef="#ctx0" brushRef="#br0" timeOffset="42594.58">5981 12614 1036 0,'-10'-9'150'16,"1"-1"-49"-16,-1-1-66 0,3 3-16 0,3 2 4 0,1 2 0 0,-1 0-5 15,2 0-6-15,0 2-10 0,1 0-7 0,1 1-4 0,-1 1-13 0,0 0-17 16,1 2-9-16,0 0-9 0,0 2-4 0,0 0 8 0,0 0-4 16,0 1 2-16,0-1 3 0,0 1 0 0,-1 0-2 0,1-1-1 0,-2 1-2 15,1-1-5-15,0 1 1 0,0-1-3 0,0 1 2 0,0-1 1 16,0 1 4-16,2-1 8 0,0 2 10 0,0 0 3 0,2 0-64 0,0 2-37 15</inkml:trace>
  <inkml:trace contextRef="#ctx0" brushRef="#br0" timeOffset="43043.58">6356 17047 2913 0,'-10'-3'358'0,"-3"-2"-164"16,-3-1-90-16,-2-1-58 0,0-1-14 0,0 0-5 0,1 1 1 0,1-1-14 15,0 0-9-15,1 1-3 0,3-1-2 0,-1-1 2 0,4-1-6 0,0 2-3 16,1 2-12-16,2-1-13 0,0 2-12 0,1 1-6 0,3-1 10 16,-1 3 5-16,1-1 11 0,-1 2 8 0,1 1-8 0,-1 0-9 0,1 2-9 15,0 0-5-15,0 0-8 0,-2 0-11 0,1 0-25 0,1 1-28 16,0 1-21-16,0 0-19 0,0 1-13 0,0-1-10 0,1-1-14 0,1 1-29 16,-1-1-48-16,0 0-58 0,-1 0-36 0,1-2 36 0,2 1-60 0</inkml:trace>
  <inkml:trace contextRef="#ctx0" brushRef="#br0" timeOffset="43375.58">7924 12047 1172 0,'-8'0'228'16,"1"3"-253"-16,-2 1-140 0,3 3-86 0,2 3-18 0,2 4 38 0,1 2-137 15</inkml:trace>
  <inkml:trace contextRef="#ctx0" brushRef="#br0" timeOffset="54555.9">6359 2797 2641 0,'-1'-1'-41'0,"5"2"15"0,3 0-18 15,4 1-6-15,4-2-4 0,2-1-11 0,-2-2 11 0,0 0 14 0,-1-1 10 16,-1 1 12-16,-1 0 11 0,-1 1 4 0,-3 0 0 0,-2 0 10 15,0 0 5-15,-1-1 10 0,-3 1 8 0,0 0 6 0,-1 0 3 0,-1 1-1 16,-1-1-2-16,-2 0-4 0,0-1-9 0,-1 1-7 0,-2-2 1 0,-1 1-9 16,-1-1 5-16,-4 1-2 0,-1-1-10 0,-4 0 9 0,1-1-9 15,-4-1 7-15,-2 1-1 0,0 2-9 0,-3 0 5 0,-3 0-4 0,0 2 4 16,-3 1 1-16,0 0 0 0,0 2-3 0,0 2 2 0,-2 1 5 0,2 4-6 16,-1 3 8-16,-1 2-7 0,2 3 0 0,1 3 7 0,2 4-1 15,0 2 10-15,2 5 7 0,0 2 10 0,1 2 10 0,4 2 11 0,0 2 2 16,5 2 5-16,3 3-1 0,4 2-1 0,2 4-5 0,4 1-1 0,2 2 3 15,4-1-2-15,2 0 2 0,2-1 0 0,4 0-4 0,3-4-7 16,2-3 0-16,3-4-5 0,1-3-9 0,3-4-4 0,1-2-9 0,1-2-2 16,2-2-8-16,1-2-1 0,1-2-16 0,0-2-1 0,1-3 12 15,-1 0-3-15,1-1 14 0,-2-2-3 0,-1-3-15 0,-2 0 2 0,0-3 2 16,-1-2-6-16,-1-2-2 0,1-2-3 0,-3-3-18 0,0-1-9 0,0-3-19 16,-2-2-27-16,1-3-23 0,0-1-36 0,-1-2-41 0,2-3-42 15,1-1-66-15,-1-2-98 0,-1 1-128 0,0-3-53 0,-3-1 47 0,2-2 34 16</inkml:trace>
  <inkml:trace contextRef="#ctx0" brushRef="#br0" timeOffset="54805.9">6879 2096 3729 0,'-17'0'15'15,"6"4"4"-15,-2 2-9 0,9 7-12 0,5 5-2 0,1 8 4 16,3 6 2-16,1 7 2 0,0 7-6 0,1 4 0 0,-1 5-4 0,1 4 1 16,0 8-9-16,0 5 9 0,1 3-1 0,0 4 0 0,-1 2 14 15,1 1-12-15,-1-2 2 0,2 1-2 0,0-3-9 0,0-4 1 0,0-1-3 16,1-5-11-16,1-3-18 0,0-4-36 0,2-3-34 0,1-3-35 0,-1-6-18 16,-1-5-18-16,1-6-24 0,0-5-66 0,2-3-102 0,-1-3 8 15,0-5-24-15,1-2 19 0,0-6 85 0,1-7-188 0</inkml:trace>
  <inkml:trace contextRef="#ctx0" brushRef="#br0" timeOffset="55155.9">7470 3194 3570 0,'-7'13'40'16,"4"6"-25"-16,2 8-6 0,6 5-3 0,4 4-6 0,2 1 6 0,3 2-8 15,1 0-4-15,-1-1 6 0,-1 1 0 0,-1-1-4 0,1-4 2 16,-2-1-3-16,1-6-1 0,-2-2 4 0,-1-2-3 0,1-4-3 0,1-1 1 16,-1-3-3-16,1-4-1 0,-1-3 5 0,0-2-3 0,1-3 0 0,-1-2 1 15,1-2 3-15,0-2-1 0,1-3 6 0,0-1 4 0,-1-2-2 16,0-3-1-16,-2-3-1 0,0 0 4 0,-2-2-2 0,0-1 2 0,-1-1 0 16,1 0-4-16,-1 0 1 0,0-1 1 0,-1-1-4 0,-1-1-3 15,-1-1-5-15,-1 1 1 0,-2-2-6 0,-1 2 4 0,-1 0 0 0,-2-1 4 16,-1 0 5-16,-2 1 0 0,-2-2 2 0,-1 2-2 0,-2-1 4 0,-1 2-17 15,-2 2 4-15,-2 1 8 0,-1 2 1 0,1 2 13 0,-1 4-2 16,0 1-9-16,3 2-2 0,-2 4-5 0,2 2-1 0,0 4 3 16,2 2 5-16,-1 3 4 0,0 1-6 0,2 4-15 0,2 3 1 0,1 2 3 0,1 2-3 15,0 3-1-15,1 2-42 0,2 0-70 0,0 1-72 0,1-1-71 16,2-1-79-16,0-1-102 0,1-1-70 0,2-2 32 0,1 0-145 0</inkml:trace>
  <inkml:trace contextRef="#ctx0" brushRef="#br0" timeOffset="55355.9">7933 3518 2957 0,'-1'6'70'0,"4"4"-42"0,3 3-18 0,3 1-3 0,2 0 0 0,2-1 0 16,1 0-2-16,1-1-5 0,0 1 5 0,-1-1-8 0,-1 0-4 15,1 1 3-15,-1 0-3 0,-3-1 6 0,2 0 2 0,-2 0-8 0,-1 0-1 16,1-1-11-16,-2-1-16 0,-1-1-16 0,-2-3-21 0,0 1-22 0,-1-1-14 15,0-2-5-15,-1 1 2 0,0-1-6 0,0-2-4 0,-1 0-21 16,0-2-35-16,0 0-46 0,0-1-42 0,1-1-26 0,1-2-4 0,0-1 44 16,1-1-114-16</inkml:trace>
  <inkml:trace contextRef="#ctx0" brushRef="#br0" timeOffset="55722.9">8717 3115 2576 0,'-7'-5'75'0,"0"1"-43"0,-2-1-22 0,4 2 0 0,-1 1 1 0,-1 0-1 15,0 1-4-15,-3 1-3 0,-1 1 2 0,-3 2 5 0,0 1 7 16,-3 2 9-16,-1 2-1 0,0 2 3 0,-1 1-1 0,-2 0-4 0,1 2 3 16,1 0-6-16,0 1-7 0,0 0 6 0,3 0-14 0,-1-1-6 0,2 1 4 15,2 0-6-15,2-1 8 0,0 1 2 0,2 0-6 0,2 0-6 16,2 0 0-16,1-3 0 0,3 2-2 0,1-1 0 0,3-1 2 0,1 1-5 15,2-1-2-15,3 0 2 0,0 0-2 0,2-1 4 0,-1-1 4 16,3 1-2-16,2-2-3 0,1 2 4 0,0-1-2 0,3 1 6 0,1-1 2 16,-1 0-2-16,2 0-1 0,1-1 0 0,-1 2 2 0,0 0 2 0,0 1 3 15,-1 1 4-15,0-1 4 0,-2 0 7 0,-2 0 9 0,-1 1 2 16,-1 0-6-16,-2 0 6 0,-2 0-5 0,-2 1-2 0,-3 1-1 0,-2 0-2 16,-2 1-7-16,-1 2 3 0,-4 1-4 0,-1 1-1 0,-3 0 2 0,-3 1-5 15,-1 0-2-15,-2-2-5 0,0 0-22 0,-2-1 4 0,-2-3-8 16,0 1-13-16,0-2 2 0,0-2-27 0,0-1-23 0,1-2-31 0,2-4-44 15,-1-1-61-15,1-3-79 0,2-2-96 0,2-2-58 0,1-2 46 16,1-4 94-16,2-2-123 0</inkml:trace>
  <inkml:trace contextRef="#ctx0" brushRef="#br0" timeOffset="56088.9">9338 2961 2765 0,'-7'-2'96'0,"1"1"-37"16,-4 0-36-16,1 2-9 0,-1 2-14 0,-5 1-12 0,-2 2-2 0,-3 2-2 15,-2 3 5-15,-3 3 8 0,0 2 1 0,-3 0 7 0,-1 3 4 16,-1 1-2-16,1 0-1 0,-1 1 3 0,0 1-4 0,3-2 0 0,1 0 0 16,4-1-2-16,2-2-13 0,4 0-5 0,2-1 3 0,2-1-8 0,1-1 12 15,2-1 1-15,3-1-8 0,1-2 1 0,2-1-4 0,3-1 1 16,0-2 6-16,4 1-2 0,1-1 9 0,4 0 4 0,1 1 2 0,2-1 6 15,2 1 1-15,4-1-4 0,1 1-2 0,1-3 2 0,3 1-4 16,2 0 3-16,-1-1 4 0,3 1 4 0,-1-1 6 0,-1 2 7 0,0 1 4 16,-3 0-4-16,1 1 1 0,-1 1-4 0,-3 0-5 0,0 1 2 0,-3 2 2 15,-3 0-1-15,-2 0 10 0,-2 1 1 0,-1 2 4 0,-3 1 13 16,-1 0-2-16,-3 1-1 0,-2 0-5 0,-2 1-6 0,-3 0-3 0,-2 2-2 16,-4 0-9-16,-1 1-5 0,-1 2-4 0,-3 0-2 0,-1-1-1 0,0 1-3 15,-1-1-1-15,0-1-15 0,1-1 2 0,1 0 1 0,0-3-5 16,1 0 2-16,1-2-20 0,1-1-31 0,1-4-35 0,0 0-35 0,1-3-36 15,2-1-44-15,0-3-49 0,1-2-55 0,1-2-81 0,1-3-67 16,1-2 46-16,1-2 87 0,2-5-80 0</inkml:trace>
  <inkml:trace contextRef="#ctx0" brushRef="#br0" timeOffset="56305.9">9467 2378 3390 0,'-4'-4'143'0,"4"1"-117"0,1 1-15 0,5 6-3 0,4 3-8 0,2 4 2 16,2 5 0-16,2 4-6 0,0 7 0 0,-1 5-1 0,2 6-3 0,-1 4-1 15,-1 6-6-15,0 6 9 0,1 4-5 0,-1 6 6 0,0 4 3 16,-3 1-7-16,-1 2-3 0,0-1-15 0,-2-3-45 0,-1-2-27 0,-1-2-45 16,0-4-37-16,0-5-22 0,0-4-41 0,0-5-37 0,1-5-40 0,1-4-31 15,0-6 3-15,1-4 37 0,-1-6 57 0,3-6 67 0,0-2 50 16,1-3-124-16</inkml:trace>
  <inkml:trace contextRef="#ctx0" brushRef="#br0" timeOffset="56822.93">9994 3417 950 0,'0'-2'740'0,"1"-1"-458"15,1 1-68-15,1 1-58 0,0 1-32 0,2 1-22 0,1 1-22 16,1 3-12-16,2 1-8 0,0 4-7 0,1 1-3 0,2 3-9 0,1 3-4 16,0 2-5-16,1 0-3 0,2 2 1 0,0 0-10 0,0-1-2 0,-1-2-6 15,0 0 0-15,2-3-5 0,-1-1 0 0,1-2-3 0,2-2-1 16,0-1 4-16,1-2-7 0,0-1 7 0,0-2 0 0,-1-2 2 0,0-2 5 15,-1-3 4-15,-1-1 3 0,1-3 5 0,0-1-1 0,-1-2-1 16,-1-3-1-16,0 0-5 0,0-2 0 0,0-3-2 0,-3-2-7 0,0-1 2 16,-1-2-3-16,-2-1 4 0,-2 1 3 0,-1-1-2 0,-4 1-2 0,-1 0-4 15,-1-2 2-15,-3 2-5 0,-1-2 0 0,-3 1-4 0,-3-2-8 16,-2 0 1-16,-2 3 0 0,-2 1-1 0,-1 3 5 0,-1 1-1 0,-2 4-5 16,0 2-4-16,-1 3 11 0,1 3-5 0,0 4 0 0,-2 2 1 0,1 2-16 15,0 5-1-15,0 2-2 0,-1 3-6 0,1 3 1 0,0 1 5 16,1 1 11-16,4 2 6 0,4 1 16 0,1 1-1 0,2 1-6 0,4 1-6 15,1-1-7-15,3 2-4 0,1-1 0 0,2 0 0 0,3-1 4 16,1-2-4-16,2-1 0 0,2-1-1 0,2-3-2 0,3-1 0 0,2-1 3 16,1-2 1-16,3-3-1 0,1-3 6 0,-1-2 0 0,1-2 5 0,1-2 8 15,2-3 4-15,1-2-2 0,0-2 5 0,2-2 1 0,-2-2-1 16,2-1-8-16,-1 1 1 0,1-1-3 0,-1 0 0 0,1 1 7 0,-1 2-4 16,1 2 3-16,-2 1 0 0,1 2 1 0,0 3-1 0,-2 1 1 15,3 2-2-15,-1 5 7 0,0 1 0 0,0 3 4 0,0 3 0 0,-2 3-6 16,0 2 1-16,-1 2-4 0,-2 2 0 0,-1 0 1 0,-2-1 3 0,-1 1 0 15,-2-1-2-15,-3-1 3 0,-3 1 0 0,-2-1 4 0,-4-2 8 16,-3 0 1-16,-3-2 4 0,-4-1-2 0,-3 0 4 0,-2 0 7 0,-3-2 6 16,-1-3 8-16,-1-3-2 0,0-3-3 0,0-2 0 0,-1-3-5 0,-1-4 4 15,2-3-6-15,-1-4-9 0,1-4-2 0,0-2-10 0,3 1-11 16,0-4-2-16,2-1-4 0,1-1-2 0,2-5-6 0,3-1 0 0,0-5-1 16,4-3-1-16,1-3-10 0,2-1-13 0,4 1-24 0,3 0-26 0,5 3-26 15,1 0-30-15,5 1-22 0,2 3-38 0,0-1-53 0,4 1-92 16,0-1-172-16,3 0-149 0,2-2 72 0,4-2 3 0</inkml:trace>
  <inkml:trace contextRef="#ctx0" brushRef="#br0" timeOffset="57222.93">11835 3016 3964 0,'-1'-1'39'0,"3"1"-25"16,5 0-16-16,7 4-4 0,6-1-6 0,7 2-2 0,5-1 8 0,3 0-3 16,-1-1 3-16,2-1-4 0,0-1 0 0,1 1 2 0,2-2-10 15,-1-1 1-15,0 0-6 0,-1-1-16 0,-1 0-8 0,1 0-12 0,-2-2-8 16,0 1-6-16,-4-2-11 0,-1 1-28 0,-3-2-34 0,-1 0-33 0,-4 1-34 15,0 0-17-15,-2-1-25 0,-4 1-18 0,1-1-49 0,-1 0-37 16,-2 0-21-16,-3 0 31 0,-1 2-142 0</inkml:trace>
  <inkml:trace contextRef="#ctx0" brushRef="#br0" timeOffset="57372.93">12206 3530 3535 0,'-5'6'69'0,"3"1"-48"0,1 3-27 0,6 1-24 15,4-2-17-15,4 0-27 0,3-2-15 0,3-2-14 0,2-2-3 16,0-3 1-16,1-1-5 0,1-3-21 0,1-3-34 0,2-2-45 0,1-2-65 16,2-5-58-16,-1-2-21 0,1-2-8 0,-1-2 21 0,2-2 86 0,-1-1-156 15</inkml:trace>
  <inkml:trace contextRef="#ctx0" brushRef="#br0" timeOffset="57606.93">12838 2744 3604 0,'-8'0'140'16,"1"2"-88"-16,1 2-23 0,6 3-25 0,5 1-12 0,3 4-3 0,4-1-5 15,5 2 7-15,2 0 7 0,1 1 0 0,4-2-2 0,2 1-2 16,2-1 0-16,4 1 3 0,1-1 3 0,3 0 7 0,0 2 1 16,2-1 0-16,1 1-5 0,-1-1-4 0,-1 0-3 0,-1 1 0 0,-2 0 6 15,-2 0-2-15,-1-1 2 0,-2 2 0 0,-5 0 1 0,-1 1 1 0,-5-1-2 16,-2 3-4-16,-6-1 0 0,-2 2 6 0,-3 0-4 0,-5 4 4 0,-3 1-17 15,-5 1 5-15,-5 5-6 0,-6 1-8 0,-6 6 1 0,-6 3-35 16,-6 2-24-16,-4 3-58 0,-4 5-78 0,-4 1-123 0,-5 2-293 0,-5 5-227 16,-5 4-151-16</inkml:trace>
  <inkml:trace contextRef="#ctx0" brushRef="#br0" timeOffset="62695.09">13502 1482 812 0,'0'-1'475'0,"0"2"-401"0,0 0-27 15,2 3-16-15,2 1-11 0,0 1-3 0,3 5 1 0,2 3-2 0,1 4-1 16,3 2-4-16,1 4-3 0,-1 3 3 0,3 2-1 0,-1 4 1 16,0 1 4-16,0 3-6 0,-1 3-4 0,2 8-6 0,8 38-3 0,-3-6 8 15,-4-7 4-15,-6-16 9 0,-1 4 4 0,-3 2-4 0,1 2-1 0,-1 3-1 16,-1 0-9-16,-1 0-7 0,-2 2 2 0,-1-1 0 0,-3 1-1 15,-1 2 8-15,-1 1-7 0,-1-2 1 0,-1 1 0 0,-1-3-8 0,1 0-2 16,-1-1-1-16,2-1 3 0,1-2 7 0,0 1 0 0,1-2 3 16,1-2-3-16,1 0-3 0,1-3 0 0,1 0-7 0,0-1 4 0,0 1 4 15,1-2 0-15,0-1 11 0,0-1-4 0,0 0 2 0,1-2-1 0,1 0-5 16,0-2 2-16,2-2 6 0,-1-1 2 0,1-1 10 0,2-1 3 16,-1-3 7-16,3-3 6 0,0-1-1 0,2-2 3 0,0-2-10 0,1-3 2 15,3-3-5-15,2-1 3 0,1 1-2 0,1-3-4 0,3 0 1 16,0-3-2-16,4-2 1 0,3-1 4 0,2-3-1 0,1-1 1 0,1-2 9 15,2-1 1-15,3-1 6 0,0-1 2 0,4 0-3 0,0-3 3 0,3 0 5 16,1-1-8-16,1-1-5 0,2-1-2 0,1-1-12 0,2-3 8 16,2 0-7-16,-1-1-7 0,0 0-1 0,1-1-12 0,-1 0 14 0,0-1-5 15,-2-1-1-15,1-1 2 0,-2 1-13 0,-1-1 3 0,0-1-2 0,-3-1-1 16,0 1 3-16,-3-1-5 0,1 1 2 0,-3-2-2 0,0 0 0 16,0 1 0-16,-2-1-2 0,-2 0-2 0,-1 0-11 0,-3-1-15 0,-1-1-31 15,-1 0-36-15,-4-2-41 0,-1 1-29 0,-3-2-41 0,-2 0-44 16,-3-1-58-16,-1-2-46 0,-3-4-7 0,-3-4 63 0,-2-2-142 0</inkml:trace>
  <inkml:trace contextRef="#ctx0" brushRef="#br0" timeOffset="63095.09">13516 1615 1705 0,'-5'-8'420'15,"2"2"-416"-15,1-1-23 0,-1 0-14 0,1 0-6 0,0-1-2 0,3 1 13 16,1 2 2-16,2 1 5 0,0 0 5 0,1 1 5 0,1-1 8 0,0 0 10 16,1 1-2-16,0 0 2 0,0-1-1 0,1 1-3 0,2-1 2 15,-1 0-2-15,2-1 5 0,3 1 2 0,0-1 2 0,2 0 9 0,1 0-2 16,3 0-3-16,1-1 12 0,1 1-11 0,2-1 0 0,1 1 7 0,4 0-21 16,-1 0 11-16,4 1-2 0,0 0-6 0,2 2 11 0,1-1-10 15,2 1 1-15,-1 1 0 0,1 0-11 0,2 1 3 0,-1 1-1 0,1 1-2 16,-1 0 5-16,1 1-7 0,0 1-1 0,-2 0-1 0,0 2-17 15,1-1-29-15,-2 1-56 0,1-1-67 0,-2 0-88 0,-1 1-79 0,1-1-7 16,-2-1 64-16,2 0-130 0</inkml:trace>
  <inkml:trace contextRef="#ctx0" brushRef="#br0" timeOffset="63394.09">13710 3083 3465 0,'0'-5'5'0,"2"1"-21"0,6-1-14 0,7 3-1 0,7 0 4 16,6-1 11-16,3-2 3 0,5 1-7 0,0-2 8 0,1 1 3 0,-2-1 5 15,1 1 2-15,1 0 4 0,0 1-4 0,2 1 1 0,-2-1 1 16,-1 0 0-16,2 0 0 0,-2-1 1 0,3-1-1 0,-2-1 6 0,1 1-12 16,2-1-6-16,-2 1-29 0,1 0-26 0,-1 2-22 0,-1-1-25 0,1 0-14 15,-1 0-30-15,0 2-45 0,0 0-66 0,-3 2-124 0,-2 0-100 16,-2 1 27-16,-1 1-171 0</inkml:trace>
  <inkml:trace contextRef="#ctx0" brushRef="#br0" timeOffset="65909.82">12089 3728 1580 0,'-12'-8'53'0,"4"3"-28"0,-1-1-5 16,6 5-6-16,4 3-8 0,3 1-12 0,1 3 5 0,2 0 0 0,1 3-2 16,1 2 1-16,1 1-2 0,0 3 1 0,0 3 0 0,1 2-1 0,1 1-5 15,1 2 1-15,-2 2 7 0,1 3-6 0,-1 4 9 0,0 2-5 16,-1 2-3-16,1 4-2 0,-2 1 2 0,2 4-4 0,0 2 6 0,0 1-1 16,0-1 0-16,1 2 3 0,2 2-8 0,1 0-2 0,1 2 6 0,2-2 3 15,2 1-1-15,3-1 4 0,1 1-6 0,4 1-4 0,1 0-1 16,4-1-6-16,0-1 0 0,3 0-3 0,0-1 4 0,3 2-7 0,-1-1 10 15,2 2 3-15,1-1 4 0,1 0 15 0,-2 0-9 0,2 0 2 16,1-2 0-16,0 0-5 0,3-3 9 0,3-2-1 0,1-1 2 0,3-1 8 16,2-3-9-16,2-1 6 0,5-3 9 0,1-3-3 0,3 0 11 0,2-5 0 15,1-1-6-15,2-4 15 0,1-3 6 0,4-3 4 0,2-2 6 16,2-4 6-16,1-3 3 0,2 0 7 0,-1-5 5 0,2-1-7 0,2-2 3 16,-1-1 1-16,2-1-1 0,0-1-6 0,0-2-2 0,2-2-7 15,-2-2 1-15,3 0-4 0,-2-2 1 0,1 0-7 0,-1-1-9 0,-1-2 0 16,-1 0-13-16,1-3 6 0,-1 0 0 0,-2-1-4 0,-1-1 3 0,-1-1-8 15,-4-1-8-15,1 1 11 0,-2-2-6 0,-4 0 4 0,0 2-1 16,-2-3-10-16,-3 3 0 0,-3-1-5 0,-2 0 0 0,-3 3-3 0,-3 0-1 16,-2 0 4-16,-4 2-3 0,-2 2-2 0,-3 1-6 0,-5 0 1 0,-3 2-1 15,-1 1-1-15,-5 2-2 0,-1 0-4 0,-5 0-11 0,-1 1-8 16,-3 0-14-16,-3 0-23 0,-1-1-17 0,-2-1-20 0,-2 1-31 0,2-2-50 16,-1-1-80-16,-2 0-95 0,-1-2-90 0,-2-2-9 0,-1 0-4 0,0-4 97 15</inkml:trace>
  <inkml:trace contextRef="#ctx0" brushRef="#br0" timeOffset="66208.82">17354 4719 2883 0,'0'-9'139'16,"1"1"-163"-16,5 1-15 0,6 4-19 0,7 3-7 0,5-2 10 0,6 0 4 15,2 0 12-15,2-1 2 0,0 0 10 0,1 1 12 0,-2-1 3 16,3 2 16-16,-1-1 0 0,-2 1-1 0,3 1-2 0,-3 0-5 0,2-1 4 16,-1 1 0-16,1-1-2 0,-4 1 4 0,0 0-2 0,-3 2-2 0,0-1 2 15,-1 1 3-15,1 2 2 0,-3 1 0 0,1 0-7 0,-2 2-12 16,-4 0-2-16,-1 1 0 0,-1 3 0 0,-4 0 8 0,-1 2 0 0,-1 2 2 16,-4 1 4-16,-1 0 1 0,-2 1-4 0,-2 2 2 0,-2 2-5 0,-3 0 2 15,-1 4 1-15,-3 0-4 0,0 3 3 0,-2 1-8 0,0 1-3 16,-1 0-17-16,0-1-9 0,0 1-9 0,-1-2-24 0,1 1-50 0,1-1-96 15,0 0-144-15,1-3-95 0,-2 1-83 0,1-1 95 0</inkml:trace>
  <inkml:trace contextRef="#ctx0" brushRef="#br0" timeOffset="67043.82">18764 3918 3108 0,'-9'1'25'0,"3"2"-53"0,-1 2-21 0,5 3-9 0,4 2 22 15,2 1 21-15,-1 3 11 0,1 0 13 0,-2 1-2 0,0 3 1 16,1 2 2-16,-1 3-5 0,1 4 1 0,1 4-12 0,0 2 1 0,0 2 0 16,1 2 0-16,-1-1 8 0,1 1-4 0,1 1 2 0,-1 1 5 0,3 1-13 15,0-1 7-15,2 0-4 0,2-1-4 0,0-3 4 0,2-1-7 16,-1-4-6-16,3-1 0 0,1-3-3 0,2-2-4 0,-2-2-1 0,2-3 2 15,0-1-2-15,-1-3 9 0,2-3 2 0,-1-2 1 0,-1-3 10 0,1-2-2 16,0-3-2-16,-1-2 1 0,-3-2-4 0,0-3 2 0,-1-2-2 16,-1-3-1-16,-2-2-4 0,1-5 2 0,-1-2-3 0,-1-2 2 0,-1-4-2 15,0-1 2-15,-1-3 1 0,0-3 3 0,0 0 4 0,-1-2-4 16,-1 1 12-16,-1 0 0 0,-1-2 6 0,0 1 1 0,-2-2 2 0,1 0 8 16,-1 2 2-16,-1-1 5 0,0 3-2 0,0 1 2 0,1 2 0 0,0 3 0 15,0 3 2-15,2 4-1 0,0 4 4 0,-1 4 8 0,-1 3 0 16,0 2 5-16,-1 4-1 0,0 1-13 0,-1 3-4 0,0 1-3 0,1 3-4 15,1 2 4-15,0 3 1 0,1 2 1 0,0 2-4 0,1 5-1 0,2 2-3 16,0 2-6-16,1 2-4 0,1 1 0 0,-1 1-7 0,3 2 4 16,-1 1-11-16,1 2 3 0,2 0-1 0,-1 0-15 0,1 2 20 0,2-2-3 15,1 0-4-15,1-2 16 0,-1-1-15 0,2-3-3 0,0-1-1 16,1-3-20-16,0-1-5 0,1-1-16 0,0-2-18 0,-1-1-18 0,0-1-29 16,-1-1-30-16,-1-4-53 0,0-2-44 0,0-2-52 0,-1-3-54 0,-2-3-58 15,1-3 16-15,-4-3 84 0,-1-3-89 0</inkml:trace>
  <inkml:trace contextRef="#ctx0" brushRef="#br0" timeOffset="67661.82">20000 4050 2862 0,'-7'3'577'0,"2"3"-599"0,1 2-43 16,4 3-16-16,5 2 8 0,2 1 34 0,1 0 34 0,0-1 12 16,-1 1 10-16,0 1 3 0,0 1-2 0,-1 0 1 0,1 3-5 0,-1 1 1 15,1-1-1-15,0 2-2 0,1-1 5 0,0 0-3 0,-1 1-1 0,0-1-3 16,0-2-1-16,0 1 1 0,-1-1-5 0,1-2-5 0,0-2-13 16,-1-2 1-16,0 0 3 0,0-2 5 0,0-2 11 0,-2 0-1 0,3-2 3 15,-2-2-2-15,1 0-2 0,0-3-1 0,-1-1-2 0,1 0-2 16,0-2 2-16,-1 0 3 0,1-2-1 0,-1-2-3 0,0 0-2 0,0-2-7 15,0-2 12-15,0 0 5 0,-1-1-2 0,1-2 4 0,0 0-12 0,0-2-1 16,-1 0 4-16,1-1-4 0,0 2 5 0,0-1 1 0,-1 1 0 16,0 0-3-16,1 2 1 0,0-1 0 0,0 2 0 0,1 1 0 0,0 2 0 15,0 2-1-15,1 2 5 0,0 2-1 0,0 2-3 0,-1 1 2 0,2 2 0 16,0 1-1-16,1 2-1 0,0 2 4 0,0 2-1 0,-1 2 1 16,0 0 1-16,1 2-5 0,0 0 2 0,0 2-3 0,0 0 1 0,0-1 0 15,0 2-4-15,-1 0 2 0,1-2-2 0,0-1-12 0,-1-1 1 16,0 0 5-16,0-1-3 0,-1-2 11 0,1 0-3 0,-2-1-16 0,2-1-4 15,-1-2-6-15,-1-2-11 0,0-1-1 0,-1-1-20 0,0-2-22 0,-1-1-7 16,1-1-16-16,-1-1-2 0,0-2-12 0,-1-1-27 0,1-1-34 16,-1-1-31-16,1-2-24 0,0-1-8 0,1 0 8 0,0 0 4 0,0-2 21 15,0 0 31-15,1-1 32 0,1-1 39 0,0-1 33 0,0 0 23 0,2 1 24 16,0 0 16-16,1-1 9 0,0 1 10 0,-1 1 7 0,1 1 14 16,-1 2 15-16,1 0 13 0,0 2 13 0,0 1 12 0,-1 0 20 0,1 2 11 15,-2 2 5-15,1 1-5 0,0 3-9 0,0 0-1 0,1 2 9 16,-1 1 11-16,1 2 1 0,-1 1 0 0,1 0-6 0,0 2-18 0,-1 1-14 15,1 0-16-15,-1 1-11 0,-1 1-9 0,1 1-2 0,1 0-2 0,0 1-9 16,1 1-3-16,0 0-4 0,-2-1-4 0,2 3-7 0,0-1-2 16,0 0-4-16,1 1-3 0,-1-2-6 0,0-1-2 0,0 1-2 0,-1-2-2 15,-1-1 7-15,0 1-6 0,-1-2-8 0,-1 0-7 0,-2-1-24 0,0-1-22 16,0-1-23-16,-1 0-21 0,0-1-20 0,-2-2-31 0,1 0-39 16,-2-3-55-16,0-1-30 0,-2-1 1 0,0-3 28 0,-1-1 51 0,-2-3-67 15</inkml:trace>
  <inkml:trace contextRef="#ctx0" brushRef="#br0" timeOffset="67827.82">20800 3922 2328 0,'-3'4'865'16,"2"2"-925"-16,1 2-111 0,5 1-28 0,4 3 21 0,2-1 70 0,0 0 69 15,1-1 8-15,-2-2-34 0,-1 0-64 0,-2 0-65 0,1-1-57 0,-1-1-31 16,-1-1-1-16,1-1 22 0,1-1 36 0,0 0 40 0,1-2 46 15,-1-1 4-15,1-1-84 0</inkml:trace>
  <inkml:trace contextRef="#ctx0" brushRef="#br0" timeOffset="68193.82">21250 4202 3274 0,'-1'6'83'0,"2"2"-126"0,2 4-43 0,5 2-2 0,3 1 27 0,3 3 40 16,0-1 40-16,0 1 14 0,-1 0 9 0,0 1 11 0,0 0-9 15,1 0-1-15,-1 0-1 0,1-1-8 0,1-2-16 0,-1-1-7 0,0-2 7 16,0-2-7-16,0 0 11 0,0-3-2 0,0-1-14 0,-1-1 5 16,1-3-2-16,0-1 4 0,-1-2-4 0,-1-1 4 0,1-2-5 0,0-2-3 15,0-1 1-15,-2-1-4 0,0-2-8 0,0-1 16 0,0-1-8 0,0-2 5 16,-3-1 8-16,1-1-23 0,-1-4 7 0,-2 0-7 0,1 0-1 15,-2-2 3-15,0 0 1 0,-2 0-7 0,-1 0 1 0,0 0 0 0,-2 2 2 16,-2-1 2-16,-1 1-1 0,-2 1 1 0,-2-1-4 0,-2 0-2 16,-2 1-2-16,-2 2-1 0,-3 2 7 0,-1 1 0 0,1 3-2 0,-2 1-6 15,-1 3-6-15,2 1 3 0,-1 2-4 0,0 3 3 0,1 2 3 0,0 1-3 16,-1 2-1-16,1 3 1 0,1 2-7 0,1 1-14 0,1 2-2 0,1 1-15 16,1 0-20-16,1 2-15 0,1-1-30 0,0-1-29 0,1-2-29 15,3 1-22-15,0-2-39 0,2-1-39 0,1-2-49 0,1-1-29 16,2-2 39-16,1-2 88 0,2 0-112 0</inkml:trace>
  <inkml:trace contextRef="#ctx0" brushRef="#br0" timeOffset="68527.82">21642 4244 2029 0,'9'10'130'0,"1"2"-134"0,5 4-32 0,-1 2 4 16,1 0 24-16,1 1 26 0,0 0 14 0,-2-1 7 0,0 4 4 15,0 1 2-15,0 1-4 0,-1 2 5 0,0 0 0 0,1 2-8 0,-2 2 7 16,0 3-6-16,-1-1-6 0,0 2 0 0,-1 0-7 0,1 2-5 15,-1 0-5-15,0 0-4 0,-1 2 6 0,-1-2-5 0,1-2-2 0,-2-3 15 16,1 0-8-16,0-3 0 0,1 0-1 0,-1-3-15 0,1-1-6 0,-1-3 4 16,2-4 8-16,0-1 4 0,0-3 16 0,0-2 5 0,-2-3 3 15,3-3 4-15,-1-1-8 0,0-3 2 0,0-3-8 0,-1-2-7 0,0-1-5 16,0-5-7-16,0-3-6 0,-1-2 12 0,0-3-1 0,-1-2-5 0,0-4-2 16,-1-1-9-16,-2-3-1 0,-1 0 5 0,0-2 2 0,-2 0 1 15,-2-1 10-15,-1 0-3 0,-2-3 4 0,-2 1-2 0,-2-2-5 0,-2 1 7 16,-2 1-12-16,-2 2-2 0,1 0-5 0,-3 3-11 0,1 1-1 0,-1 4-3 15,-1 1-4-15,-1 4 1 0,-1 4 3 0,0 0-3 0,1 2-9 16,-1 0-2-16,-1 2 0 0,3 2-10 0,-1 1 11 0,2 0-14 0,2 1-20 16,2 0-22-16,0 1-27 0,3-1-32 0,1 1-29 0,2 0-29 15,2-2-18-15,2 0-14 0,1 0-8 0,0-3 9 0,3 0 17 0,0-2 33 16,2-1 38-16,2 0 36 0,1 0 37 0,2-2 27 0,1 1 11 0,-1-2-110 16</inkml:trace>
  <inkml:trace contextRef="#ctx0" brushRef="#br0" timeOffset="68943.82">22052 4013 213 0,'14'-13'142'0,"2"0"-14"0,4-4 3 15,-4 3 8-15,-4 3 13 0,1 2 4 0,-2 0 0 0,-1 1-11 0,-1 0-18 16,-1 2-12-16,0 2-16 0,0 1-13 0,0 2-11 0,-1 1-2 0,-1 2-2 16,-1 2 0-16,1 1 8 0,-2 2-1 0,1 1-11 0,-1 2-4 15,0 0-6-15,0 3-6 0,0 1 0 0,0 3 0 0,0 0-16 0,0 2-8 16,1 2-3-16,1 1-3 0,0 2 5 0,0 2 2 0,-2 1-2 0,2 0-8 16,0 0-3-16,0 0-5 0,2-4-5 0,0 0 3 0,1-2-6 15,0-2-1-15,0 0 1 0,2-3 0 0,0-1-1 0,1-4-1 0,0-1-1 16,0-2-1-16,2-2 2 0,0-2 3 0,0-2-1 0,-1-1 3 0,-1-3 0 15,0-2-2-15,1-1 4 0,-1-3 1 0,0-2 1 0,-2-2 1 16,2-3-2-16,-1-2-6 0,1-1 8 0,-1 0-2 0,0-1 1 0,-2 0 3 16,2 0-9-16,-2-1 4 0,0-1 1 0,-1 1 2 0,-1-1 2 0,0 0 0 15,-2 0 5-15,-1 1 2 0,0 0 2 0,-2 1 1 0,0 0-1 16,0-1-5-16,0 3 1 0,0 1-3 0,1 2-3 0,0 3 8 0,0 3 0 16,-1 2 9-16,0 3 10 0,1 2-6 0,-1 2 2 0,0 2-9 15,0 2-3-15,0 2-1 0,0 2-10 0,2 3-3 0,-1 3-3 0,2 2-14 16,0 5 7-16,2 4-7 0,1 2 0 0,0 4 9 0,-1 1-2 0,0 1 4 15,0 1 0-15,0-3 1 0,0 1-4 0,0-2-3 0,2-2-1 16,-1-3-6-16,1-1-2 0,0-4-7 0,1-2-5 0,-1-3-2 0,1-3-5 16,-1-3 13-16,0-2-4 0,1-1 12 0,-2-2 4 0,1-2-4 0,-2-2 3 15,0-3-5-15,0-2-11 0,-2-1-13 0,0-2-9 0,1-2-13 16,0-3-3-16,-1-1-14 0,1-2-5 0,-1 0-5 0,0-1-2 0,-1-1 6 16,1 0 6-16,-1-1 2 0,1-2 1 0,-2 1 5 0,0 1-7 15,0 0-5-15,0 0-15 0,1 0-26 0,-2 0-53 0,1 1-73 0,0 2-63 16,0 1-14-16,1 1 49 0,-2 2-18 0</inkml:trace>
  <inkml:trace contextRef="#ctx0" brushRef="#br0" timeOffset="69395.82">23166 4376 3294 0,'1'-1'14'0,"3"-1"-200"0,4 0-52 0,5-1 21 15,1 0 86-15,3-2 115 0,1 0 45 0,-1-1 6 0,-1 0-2 16,0-1-9-16,0 0-8 0,0 0-3 0,-1-2 3 0,0 1 5 0,2-1 10 15,-1 0-1-15,-2-2 1 0,1-1-3 0,0 0-1 0,-1-1-7 16,-1-1-5-16,1-1-1 0,0-2-8 0,-2 0 3 0,0-1-7 0,-2-1-4 16,-1 1 0-16,1 0-3 0,-1-1 2 0,-1 0-1 0,-1 1-2 0,-1-1 2 15,-3-1-1-15,-2 0-1 0,1 0 4 0,-1 0-1 0,-2 2 1 16,0-1-2-16,-2 2-1 0,-2 2 10 0,-2 3 1 0,-2 1 4 0,-1 2 3 16,-1 1-8-16,-1 4-2 0,1 1 4 0,-3 3 2 0,0 1 3 0,-2 2 8 15,1 3 2-15,-1 0-17 0,-1 3 5 0,-1 3-3 0,0 1-3 16,-1 5 15-16,0 3-9 0,1 2 4 0,-1 4 6 0,1 1 5 0,3 3 8 15,1 1 0-15,3 3-1 0,2 1-7 0,2 2-9 0,4-1-4 16,2-1 2-16,3 0-3 0,2-2 3 0,4-1 1 0,2-2-10 0,3 0 0 16,3-5 1-16,5-2-15 0,4-3 5 0,3-3-1 0,4-2-6 0,3-1 7 15,3-5-17-15,5-1-15 0,2-6-18 0,1-2-23 0,3-2-27 16,0-3-34-16,0-4-62 0,2-3-88 0,0-3-142 0,1-1-166 0,1-1 62 16,1-2-95-16</inkml:trace>
  <inkml:trace contextRef="#ctx0" brushRef="#br0" timeOffset="79527.64">7274 9017 12 0,'-13'16'62'0,"0"3"-14"15,-2 4-1-15,3-1 21 0,2-1 5 0,1-2-4 0,-1 2-22 16,2 1-16-16,0-2-4 0,1 0-8 0,1-1-7 0,1-2-3 0,1-1 0 15,1-1-1-15,1 0 0 0,0-2-2 0,1-1-5 0,1 1 2 0,0-2-1 16,1 1 2-16,0-3 2 0,0 2-3 0,1-1 5 0,0-1 2 16,0 0 0-16,1-1 10 0,1 1 2 0,0-2 1 0,-1 2-6 0,2 0-22 15,0 2-28-15,1-1-24 0,0 2-63 0,0-1-171 0</inkml:trace>
  <inkml:trace contextRef="#ctx0" brushRef="#br0" timeOffset="79827.64">7397 10674 210 0,'-7'8'-26'0,"0"1"184"0,-2 2-100 16,1-1-17-16,2-3 4 0,0 2-5 0,1-1-8 0,-1 0-11 0,0 0-8 16,-1-1 2-16,1-1-5 0,1 1 3 0,0-1-2 0,1 3-4 15,-1-1 3-15,1 1-4 0,0-1 4 0,1 0 6 0,1-1-6 0,1 0 0 16,0-2 0-16,1-1-7 0,1-1-2 0,0-1-6 0,2-1-19 15,0 0-11-15,2-2-11 0,0 0-29 0,0-2-126 0,1-1-32 0</inkml:trace>
  <inkml:trace contextRef="#ctx0" brushRef="#br0" timeOffset="80993.64">3350 8972 2864 0,'-14'-4'149'0,"4"0"-64"0,-1-1-29 0,5 0-16 15,4-1 15-15,-1 0 12 0,1-2 3 0,0-1-11 0,-1 0-17 0,1 0-22 16,0 0-11-16,0 0 3 0,-1 2 1 0,0 0 16 0,-2 1 5 0,1 0 2 16,-1 0 0-16,0-1-8 0,1 1 3 0,-2 1 3 0,0 0-1 15,-1 1 4-15,-1 0-2 0,0 2 0 0,-1 1 2 0,0 0 0 0,0 1-1 16,-1 1-4-16,0-1-4 0,0 2-12 0,0 0-16 0,1 2 0 0,2-1 0 16,1 2 0-16,0 0 0 0,0 1 0 0,1 1 0 0,1 2 0 15,1 1 0-15,1 0 0 0,1 5 0 0,0 0 0 0,0 3 0 16,-1-1 0-16,1 3 0 0,0 2 0 0,0-1 0 0,1 3 0 0,-1 0 0 15,1 0 0-15,-1 1 0 0,0 0 0 0,1 3 0 0,-2-1 0 0,-1 1 0 16,1 0 0-16,-2-2-6 0,1 0-58 0,0-1-31 0,-1 0-22 0,1 0-28 16,0 2-38-16,-1-1-40 0,2 0-69 0,-1 0-107 0,0 0-134 15,0 3-127-15,0-3 94 0,0 5-70 0</inkml:trace>
  <inkml:trace contextRef="#ctx0" brushRef="#br0" timeOffset="81527.64">3283 10833 2463 0,'-15'-5'170'0,"3"0"-91"0,-2-3-49 0,3 2-24 0,4-1 16 15,1-1 2-15,-1 1 11 0,1-1 5 0,0 2-11 0,-1-1 10 16,0 1-9-16,1-1-3 0,1 0 1 0,-1-1-16 0,2 1 0 0,1-1-3 16,2 1-3-16,1-2 3 0,0 0-5 0,1-1 1 0,2 1 0 15,1 0-5-15,0-1 9 0,3 1-4 0,1-1-5 0,3-1 5 0,-1 0-3 16,3 0 1-16,2 0 3 0,-1 2-3 0,3-2 1 0,2 2-1 0,1 0-1 15,1 1 0-15,2 0-4 0,1 2 5 0,-1 1-1 0,0 2-5 16,-1 0 6-16,-2 1-5 0,1 2 1 0,0 0 1 0,-1 1 0 0,-1 2 1 16,0 0 1-16,-4 1-2 0,1 3-3 0,-2 1-1 0,-1 1 1 15,-3 2 3-15,0 2-7 0,-3 1 0 0,-2 2 3 0,-3 3-3 0,-2 1 0 16,-1 1 0-16,-2 3-7 0,-4 1 4 0,-2 1 5 0,0 1-6 0,-4 0 6 16,-2 3 0-16,-1 1 0 0,-1 2 8 0,-3-1 1 0,1 0 11 15,0-2-3-15,0-1 11 0,2 0-2 0,1 0 2 0,3-3 3 0,1-2-10 16,2-3-4-16,2-2-5 0,2-2 4 0,2-2 3 0,2-2 2 0,2-2 5 15,2-2-7-15,2 0-5 0,2-1 2 0,4-2-2 0,1 0 2 16,3-2 10-16,1-2-6 0,3 1 1 0,3-2 0 0,0 0-5 0,5-2-3 16,0 0-5-16,3 0-5 0,1-2-7 0,2 1-2 0,0-2-14 0,1 0-20 15,0 0-26-15,1 1-47 0,-2-1-41 0,2 1-58 0,-2 1-86 16,1 0-122-16,1 1-132 0,-1-1-4 0,1 2-102 0</inkml:trace>
  <inkml:trace contextRef="#ctx0" brushRef="#br0" timeOffset="82010.66">2963 12707 1476 0,'-14'-7'676'0,"-2"-2"-521"0,-2-1-61 0,5 0-49 16,6 0-5-16,1-1 13 0,1-1 6 0,0-1 5 0,2 0-9 0,0 1-2 15,1-1-6-15,1 2 2 0,0-1-2 0,1 1 0 0,1 0-11 16,3-1-5-16,0 0-3 0,3 1-4 0,2 0 5 0,-1 1-6 0,4 2 10 16,1-1-3-16,3 1-1 0,0 1 1 0,4 0-5 0,0 1-2 15,1 0-7-15,3 1 1 0,2 2-3 0,-1 1-5 0,1 0 0 0,-1 2-7 16,0 2-4-16,-1-1-11 0,-3 3-10 0,0 1-20 0,-3 2-21 0,-2 1-14 15,-1 1-14-15,-2 2-14 0,-2 0-12 0,-2 2 5 0,-3 2 13 16,-1 1 26-16,0 1 32 0,-1-2 14 0,-1 1 22 0,0 0 4 0,-1-1 5 16,1-2 8-16,0 0-1 0,2-1 4 0,0-2 3 0,2-2-1 15,0-1 3-15,1-3 1 0,3 0 12 0,1 0 8 0,2-2 2 0,1-1 0 16,-2-1-14-16,3-2-2 0,1 0 1 0,0-1-4 0,1 1 19 0,2-1-2 16,1 2-1-16,-2 0 6 0,2 1-18 0,1 0 2 0,-3 1-4 0,2 2-3 15,-2 2 24-15,-1 3 6 0,0 2 11 0,0 2 5 0,-2 2-14 16,-1 0-3-16,0 3 4 0,1 1-1 0,-1 3-1 0,-1-1-14 0,0 2-1 15,-2-2-6-15,-2 1-3 0,-2 0-8 0,-3 0-4 0,-1 2-7 16,-2 0-3-16,-2 0-1 0,-2 1-16 0,-1 0-5 0,-2-2-16 0,-2 2-18 16,-4-3-17-16,-1 2-39 0,-4-1-25 0,-2-1-38 0,-2 1-27 0,-1-2-35 15,1-1-56-15,0 0-81 0,0-1-135 0,1-2-70 0,1 0 76 16,0-1 14-16</inkml:trace>
  <inkml:trace contextRef="#ctx0" brushRef="#br0" timeOffset="82428.64">3293 14071 1385 0,'-6'6'1098'0,"1"0"-916"16,0 0-84-16,4 0-60 0,4-2-26 0,1 1 12 0,4 0-4 0,1 1 6 16,0 0-3-16,4 0-13 0,-2 2-1 0,3-2-6 0,1 1 2 0,-1-1-7 15,-1 0-4-15,3-1-10 0,0-1-15 0,1-1-3 0,-2-1-17 16,1-2-9-16,0-1-1 0,0-2-8 0,-1-1-1 0,2-1 9 0,-2-1 10 16,1-3 8-16,-1 0 13 0,0-1 12 0,0-1 4 0,-2-2 11 0,0 0 9 15,-2 0-1-15,0 0 7 0,-2 0 6 0,-1 1 2 0,-1 0 7 16,0 0 8-16,-3 3 6 0,0-1 10 0,-2 2 11 0,-1 1 4 0,-1 2 7 15,0 2 9-15,-1 1 6 0,-1 1 6 0,0 2-8 0,-1 2-13 0,0 2-13 16,-1 1-12-16,0 2-3 0,-2 3-7 0,1 1 0 0,0 3-7 16,0 3-6-16,0 2-1 0,0 0 2 0,0 4-8 0,1 1-5 0,1 3-2 15,1 2-5-15,0 3 3 0,1 2 1 0,1 2-10 0,1 0 7 16,2 3-9-16,0-1 4 0,1 2 0 0,1 2-8 0,-1-3 6 0,1 0-1 16,1 1-7-16,1-1-7 0,3-1-11 0,1 0-14 0,1-1-50 0,2 0-31 15,-1 2-46-15,0-3-56 0,0-1-80 16,1-2-150-16,0-5-189 0,2 1 44 0,0-2-82 0</inkml:trace>
  <inkml:trace contextRef="#ctx0" brushRef="#br0" timeOffset="82910.66">3469 16254 2876 0,'-12'15'317'0,"2"-2"-203"0,1 4-68 15,2-5-26-15,4-5-12 0,3-1-5 0,0-1 8 0,1 0-5 16,1 2 3-16,-1 1 0 0,2-1 0 0,-1 2-7 0,1-1-4 0,0 0 15 15,0 0-11-15,-1-1 1 0,1 1-8 0,1 1-2 0,0 0 5 0,0 0 4 16,0 0 9-16,1 0-8 0,0-2 1 0,2 3 11 0,-1 0 3 16,2 1 1-16,1-1-3 0,-1 0 6 0,3-1 5 0,0 0 4 0,2 1 7 15,1-1-10-15,0 0 1 0,2 0-4 0,1 0-1 0,1-2-5 0,-1 2 8 16,2-1-7-16,0 2-11 0,-1-2 20 0,2 1-15 0,-2 0 0 16,0-2 3-16,-1 3-13 0,1 0 10 0,-1 1 5 0,-2 1-7 0,0 0-6 15,-2 0 4-15,0 0-4 0,-2 1 13 0,1 2 3 0,-1 0-10 16,-1 0 4-16,-2 2-8 0,0-2 0 0,-2-1 14 0,-1 3-16 0,0-1 10 15,-2 0-14-15,0 1-6 0,-3-1 8 0,0 2-4 0,-1 3 0 0,-1-2 0 16,-1 2 0-16,0 1 0 0,-2-1 0 0,2-10 0 0,-2 3-6 16,0 0 8-16,-2 2 0 0,0 1 0 0,-2 3-2 0,-1-1 0 0,-1 3-10 15,0-1 12-15,-2-1-12 0,-1 0-16 0,0 0-8 0,0-3-17 0,-1 0-6 16,0-3-19-16,0-2-18 0,0-1-20 0,1-4-46 0,-1-1-56 16,0-2-69-16,-1-4-113 0,1-3-140 0,-3-4-121 0,0-4 83 0,-2-5-56 15</inkml:trace>
  <inkml:trace contextRef="#ctx0" brushRef="#br0" timeOffset="83060.64">3523 16210 3410 0,'3'-3'222'0,"3"-2"-121"0,5-5-61 16,5-1-5-16,4-4-16 0,6 0 12 0,2 0-2 0,4-2-17 16,1 1 5-16,2 1-20 0,3-1-3 0,2 0-18 0,-1-1-63 0,2-1-71 15,2-3-136-15,1-2-242 0,-1-2-352 0,2-3 16 0,-1-1 38 16</inkml:trace>
  <inkml:trace contextRef="#ctx0" brushRef="#br0" timeOffset="92840.93">2877 11498 1899 0,'-7'0'396'0,"0"0"-290"16,-1 0-75-16,4 1-27 0,2-1 13 0,0 0 16 0,2-1 6 0,-1 1-9 15,2 0-14-15,0 0-10 0,0 1-14 0,1-1 0 0,1 1 4 16,0-1-6-16,2 1 2 0,0 0-3 0,3-1-3 0,2 0 2 0,-1 0 1 16,2 0 8-16,1-1 1 0,2 0 4 0,1-1 2 0,-1-1 4 0,3 0-2 15,1 0 10-15,1-1 1 0,1 0 4 0,1-1 7 0,2 0 4 16,0 0 15-16,2-1 11 0,0 1 8 0,2 0-10 0,0 1 0 0,2 0-9 16,0 1-1-16,4-1-5 0,1 1-6 0,3 1-4 0,0 0-5 15,1 0 2-15,2 1-3 0,0 0-16 0,3 1 5 0,1 0-5 0,0-1-7 16,2 1 10-16,2 0-10 0,0 1 7 0,0-1 1 0,1 2-3 0,2 0 1 15,0 1-3-15,1 0-7 0,-1-1 11 0,0 1-5 0,1 1-10 16,1-1 12-16,0-1-5 0,1 1 5 0,-1 0-1 0,0 0 2 0,1 0 1 16,2-1-5-16,0 0 15 0,1-1-7 0,-1 0 3 0,1 0 1 15,2-2-8-15,1 0-5 0,0-2 2 0,1 0 3 16,1-1 0-16,2 1 1 0,1-1-8 0,0 0 3 0,2 0-1 0,0 0 3 0,1 0 3 0,0 0-25 16,2 0 5-16,-3 0-3 0,0 0 8 0,0 1 14 0,0 1 8 15,-2 0 5-15,1 0-9 0,-1-1-2 0,0 1-4 0,1 0 1 0,0 0 7 16,-2 0 9-16,2 0-2 0,-1 1 0 0,-3 0-5 0,3-1 4 0,-2 1 1 15,1 0-8-15,1 0 10 0,0-2-13 0,1 0 5 0,0-1-1 16,1 0-2-16,0-1 6 0,1 0-11 0,1 1 7 0,-2-1-11 0,1 1-13 16,0-1 9-16,1 1-2 0,0-1 0 0,0 1 12 0,-1 0-5 0,0 1-1 15,0 0-2-15,-2 1 6 0,2 0 2 0,0 0 1 0,0 1 1 16,-2 1-8-16,0 1 1 0,1 1-1 0,0 0 14 0,-1 1 1 0,-2 0-8 16,-2-1 5-16,-2 2-3 0,-2 0 3 0,-1 1-1 0,-3-1 1 15,-1 1-8-15,0-2 5 0,-1 1 5 0,-1 0-4 0,1-1 5 0,-4 2-5 16,0-1-4-16,-1-1 3 0,0 1-7 0,-1 0 10 0,-2-1-2 0,-2-1 7 15,0 1-9-15,-4 0 6 0,0 0-2 0,-1-1-24 0,-2 1 6 16,1 0-4-16,-4-1 4 0,-1 1 16 0,-3-1 2 0,-2 1 4 0,-2-2-4 16,0 1 2-16,-1-1 14 0,-3 1-26 0,1 0-4 0,-2 0 0 0,-3-1 0 15,1 0 0-15,-2 0 0 0,-1 0 0 0,0 0 0 0,-1 0 0 16,-1-1 0-16,-1 1 0 0,-1 0 0 0,-2-1 0 0,1 1 0 0,-1-1 0 16,-1 1 0-16,-1-1 0 0,0 0 0 0,0 0 0 0,-1 0 0 15,-1 1 0-15,0-1 0 0,0 1 0 0,0-1 0 0,-1 0 0 0,-1 0 0 16,1 1 0-16,-1 0 0 0,1-1 0 0,-1 0 0 0,0 0 0 0,-1 0-26 15,-1 1-58-15,0-1-33 0,-1 0-43 0,0 0-59 0,0-1-97 16,0 0-163-16,-2 0-306 0,-2-2-36 0,-4-4-29 0</inkml:trace>
  <inkml:trace contextRef="#ctx0" brushRef="#br0" timeOffset="94014.71">3005 10771 2315 0,'-26'-9'46'0,"5"0"6"0,-2-1-32 0,11 2-13 0,9 3-7 0,2 0-5 16,2 0-4-16,4 1-1 0,1-1 0 0,6-1-1 0,2-1 5 0,4 2-2 15,5-1 2-15,2 1-3 0,5 0 3 0,2 1-3 0,4 1 1 16,2 0 2-16,3 0-4 0,3 1 2 0,3 0 2 0,2 2-3 0,0 0 3 16,2 2-4-16,-1 1 1 0,2 1 6 0,2 1 1 0,3 1 2 15,0 1 2-15,2 1-1 0,0 1 5 0,4 1 2 0,1-1 2 0,1 2 5 16,3 0 2-16,1-1-2 0,2 0 1 0,2 0-2 0,2-2 6 0,0 2 14 15,3 0 6-15,0-1 4 0,2 0 5 0,2-1 0 0,-1-2-4 16,4 0 8-16,2-1-13 0,0 0 1 0,2-1 2 0,-2-2-13 0,1 0 0 16,-3-1-15-16,3-1 5 0,1 0 1 0,-1-1-4 0,4-1 10 0,-2-1-1 15,3 0 0-15,-2-1-9 0,0 0-8 0,-1 0-8 0,0 1-1 16,0-1 9-16,1 0 3 0,0 0 0 0,0 1 1 0,1-2-5 0,0 1 3 16,0 0-2-16,-1 1-6 0,-3 0-6 0,1 1-6 0,-4 0 0 0,0 0 2 15,0 1 7-15,-5 0-2 0,2 0 1 0,-1 1 1 0,-4 1 0 16,0-1 1-16,-3 1-1 0,-2 0 2 0,0 0-2 0,-3 0 7 0,1-1 4 15,1 1 8-15,-2-2-7 0,-2 1-3 0,-3 0-7 0,-4 1-1 0,-4 0 14 16,-3 0-1-16,-2 0 0 0,-3 1-12 0,-2 0-9 0,-4 1 0 16,-2 1 1-16,-1 0-6 0,-4 0-9 0,-1 2-11 0,-3 0-19 0,-3 0-25 15,-3 1-39-15,-1 1-43 0,-4 0-46 0,0 1-66 0,-2 0-110 16,-2 2-114-16,-3 0-28 0,-2 3 118 0,-2 4-3 0</inkml:trace>
  <inkml:trace contextRef="#ctx0" brushRef="#br0" timeOffset="95096.27">3722 16377 2383 0,'-15'3'177'0,"3"0"-77"0,0 1-56 0,7-2-55 16,4 0-25-16,2 0 6 0,2-1 6 0,2 2 6 0,2 1 7 15,3 1-6-15,3 2 7 0,1 0 7 0,2 0-5 0,2 1 5 0,4 0-11 16,2 0 11-16,0-1 6 0,3 2-3 0,-1 1 6 0,5-1-9 15,1 1-2-15,2-1 5 0,0 1 3 0,1-1-7 0,1 1 8 0,1 1-7 16,2-1 3-16,1 0 5 0,1 1-5 0,2-1 11 0,-1 2-3 0,2 0 0 16,2-1 3-16,2 1-5 0,3-2 5 0,1 0 2 0,2 1-7 0,1-3 4 15,1 1-7-15,2-1-1 0,1-1 4 0,1-1-1 0,1 0 8 16,1-2-5-16,-1 0 3 0,3-1 5 0,1 0 7 0,1-1 6 0,1-1-6 16,1 0 7-16,1-2-2 0,2 1 3 0,2 0 4 0,1-1-3 15,2 0-10-15,1 0 3 0,0-1-6 0,2 1 0 0,1 1-2 0,2-1-10 16,0 0-7-16,1 1-4 0,1 0 4 0,2 0 7 0,1 0-2 0,-1 1-3 15,2-1-4-15,0 0-1 0,3 0 1 0,-1 1 13 0,2-1-10 16,-1-1 4-16,2 0 2 0,-1-1-7 0,1 1 14 0,0-1-12 0,1-1 1 16,-2-1 11-16,1 0-9 0,-2 1 14 0,1-2-3 0,-2-1-4 0,2 0 4 15,-4 0-2-15,-1 0 11 0,-2 0-1 0,-1 0-9 0,-1 0 1 16,-2 0-11-16,-2 1 6 0,0-1 6 0,-2 1-11 0,-3-1 4 0,0 0-15 16,-5 2 1-16,-2-1 4 0,-3 1-1 0,-3 1 2 0,-3 0-1 15,-3 0-3-15,-2 1-6 0,-4 1-12 0,-1 0-11 0,-4 1-5 0,-4 0-25 16,-2 1-28-16,-4 0-34 0,-2-1-25 0,-1 2-25 0,-4-1-36 0,-3 1-31 15,-2 0-66-15,-6 0-67 0,0 0-10 0,-4 0 19 0,-2 0 90 16,-2 0-73-16</inkml:trace>
  <inkml:trace contextRef="#ctx0" brushRef="#br0" timeOffset="95612.27">4023 16410 2970 0,'-16'0'137'0,"4"1"-64"0,0-1-57 0,7-1-53 0,4-1-8 15,3 0-2-15,3-1 12 0,3 0 13 0,3-1 6 0,5 1 10 0,3-1-5 16,2 0 4-16,6 0 2 0,3 1-8 0,6 0-2 0,4 0-2 0,5 0 0 16,3 0 7-16,3 1 5 0,3 0-4 0,3 0 1 0,4 0-2 15,4 0 8-15,3 0 2 0,1 1-5 0,0-2-3 0,1 2-2 0,2-1 3 16,2-1 7-16,-1 2-2 0,1-2-6 0,1 0 5 0,0-1-5 0,3 1 11 15,0-3 13-15,1-1-4 0,3 0 10 0,1-2-12 0,2 0 8 16,2-2 13-16,0 1 2 0,5-2 8 0,-1-1-3 0,5-1 5 0,0-2 6 16,2 2-3-16,1-2-8 0,0-1-7 0,1 0-17 0,-2 2 2 15,-1-1-2-15,-1 2-10 0,-1 1 5 0,1 4-4 0,-1 0 6 0,0 0 3 16,-1 1 1-16,3 1 7 0,-1 1-15 0,-1 0 0 0,-2 2 4 0,-3-1-13 16,-1 2 4-16,0-1-2 0,-4 2-4 0,1 0 10 0,-4 0-1 15,-2 2-3-15,-2 0 2 0,-5 1-10 0,-2 1 4 0,-1 0 2 0,-4 2-5 16,-1-1-1-16,-1 1 10 0,-4 1 2 0,-1 0 3 0,-3 2-7 0,-3 0 1 15,-1 0-5-15,-1 2 2 0,-2 0 8 0,-1-1-12 0,-1 3 8 16,0 1-17-16,-2 1-9 0,0 3-11 0,-3-1-33 0,1 0-55 0,-3 1-86 16,-1 0-115-16,3 1-177 0,1 4-186 0,6 6 59 0,9 5-39 0</inkml:trace>
  <inkml:trace contextRef="#ctx0" brushRef="#br0" timeOffset="97333.26">7279 8971 363 0,'-6'14'13'0,"-2"1"48"0,0 1 1 0,2-3-5 0,1-2-12 0,1-3-3 16,0 0-4-16,2-1-5 0,0-2-4 0,0 1-5 0,1-1-4 15,0-1-5-15,0 0-1 0,1 0-2 0,0-1-3 0,-1 0-3 0,1 0 2 16,0-1-5-16,0 1 2 0,-1-1 0 0,1 0 0 0,-1 0 0 16,0 0 0-16,0 1 0 0,-1 0 0 0,-2-1-2 0,1 2 1 0,-1-1 0 15,0 0-1-15,1 1-2 0,-2 0 2 0,1 0-3 0,-1 1-2 0,0 0 2 16,-1-1-2-16,1 1 2 0,1 0 2 0,0 0-3 0,0 0 0 16,-1 0-4-16,0 0 0 0,1-1 1 0,0 1-1 0,0 1 1 0,0 0-3 15,0 0 0-15,0 2-3 0,0 0 0 0,0 0-3 0,0 1 0 16,1-2-3-16,0 1 0 0,0 0-1 0,1-1-1 0,1 0-3 0,0 1-7 15,0-1-6-15,1 1-7 0,0-2-7 0,0 0-7 0,1 0-5 0,1-1-11 16,2 0-207-16</inkml:trace>
  <inkml:trace contextRef="#ctx0" brushRef="#br0" timeOffset="97775.26">7997 13465 779 0,'-18'4'22'0,"0"1"28"0,-4 2 2 0,4-2-2 16,2 0-1-16,2 0-1 0,-1 0-8 0,2-1-6 0,1 2-12 15,2-1-3-15,2-1-5 0,0 0-2 0,2 0-5 0,1-1-4 0,1-1-3 16,0 0-4-16,3 0-2 0,0 0-4 0,2-1-3 0,1 1-6 0,1 0-3 16,0 0-1-16,3 0-6 0,0-1-12 0,1-1-25 0,1 1-34 15,0-1-35-15,2-1-11 0,1 1-25 0,1-1-145 0</inkml:trace>
  <inkml:trace contextRef="#ctx0" brushRef="#br0" timeOffset="98226.26">7963 15768 27 0,'-2'4'18'16,"0"-1"-4"-16,1 2 4 0,0-2-2 0,0-1-2 0,-1 0-1 15,1 1-8-15,0 0 1 0,1-1-1 0,0 0-3 0,0 0 1 0,0-1 2 16,1 0-1-16,1 1-1 0,-2-1 1 0,2 1-2 0,0-1 0 0,0 0 3 16,2 0 2-16,-2-1 3 0,1 0 3 0,1-1 4 0,0 0-2 15,-1 0-1-15,1-1 2 0,0-1-4 0,0 1 4 0,1-2 0 0,-2 2-6 16,2-1 3-16,-3 0-3 0,0 0-4 0,0 1 3 0,0-2-2 0,0 1-2 16,-1 1 1-16,0 0 2 0,0 0-1 0,-1 1-1 0,0 1 0 15,0 0-4-15,0-1 5 0,0 1 0 0,0 0-2 0,-1 0 0 0,1 0-5 16,0 1 1-16,-1-1 0 0,1 0 0 0,0 0-3 0,0 0 2 15,0 0-3-15,1 0 1 0,-1 1 0 0,1-1-5 0,0 0 0 0,1-1-6 16,0 1-3-16,0-1-12 0,0-1-19 0,1 0-71 0,0-2-39 0</inkml:trace>
  <inkml:trace contextRef="#ctx0" brushRef="#br0" timeOffset="100404.05">15693 2933 1455 0,'-13'-7'635'0,"1"1"-625"0,-1-1-93 16,4 2-17-16,5 1 11 0,2 0 35 0,-1 1 40 0,1-1 13 15,0-1 6-15,-1 0 0 0,1 0 0 0,0 1 1 0,0-1 3 0,1 0 2 16,0-1 3-16,0 0 12 0,0 0 5 0,0 1 12 0,1 0 4 0,-1-2 0 15,2 0 2-15,-1 0-7 0,2-1-6 0,1 0-10 0,-1 0-10 16,3-2 1-16,0 1-6 0,1-3 2 0,2 0-4 0,3 0 1 0,2-2-3 16,2 1-2-16,2-2 2 0,2-1-5 0,3 0-5 0,1 2 9 15,2-1 0-15,3 0 3 0,1 0 4 0,3 0-11 0,2-1 5 0,2 1-1 16,2 1-1-16,-1 1 2 0,3 1 2 0,1 1-3 0,0 1 5 0,0 2-2 16,1 1-3-16,-2 2 1 0,1 3 1 0,0 1 1 0,-1 3 2 15,-1 2 3-15,0 1 0 0,-2 3 1 0,-1 1 0 0,-2 1-1 0,-1 2-4 16,-5-1 1-16,-3 2-2 0,-4 1 0 0,-2 3 4 0,-4-1-7 0,-2 3 3 15,-5 0-9-15,-2 2 8 0,-4 0 8 0,-5 4 2 0,-4 1 9 16,-2 3 0-16,-6 0 3 0,-3 1 6 0,-2 0 4 0,-2 1 3 0,-4-2 0 16,-1 3-3-16,-2-2-5 0,-1 0-6 0,-1-2-7 0,3-1-2 15,-2-1-3-15,1-1-6 0,0 2-3 0,1-3-3 0,0 0-3 0,1 0 5 16,1-3-2-16,1 0-10 0,1-1-2 0,2-3 7 0,2-1-2 0,4-1 13 16,2-2 1-16,1-4-11 0,3 0 1 0,1-1-2 0,3-3 0 15,1-1-2-15,2-1-1 0,2-1-4 0,1-1 0 0,2-2 2 0,1 0 0 16,0 0 3-16,1-1 1 0,4 0-1 0,2-1 2 0,2 0-4 0,2-1 1 15,3-1 0-15,3 1-3 0,3-2 6 0,2 1 2 0,2 0-2 16,2 0 0-16,2 1-5 0,2 1 2 0,2 1-1 0,-1 1-1 0,3 0 7 16,0 2-1-16,1 0-1 0,2 1 0 0,-3 1 0 0,-1 1-3 15,-1 1 1-15,-2 1 4 0,1 2 0 0,-3 1 1 0,-1 1 2 0,-4 1-3 16,-2 1 0-16,-3 0-1 0,-5 2 1 0,-1 1 2 0,-5 1 1 0,-3-1 3 16,-4 2 9-16,-5 2 2 0,-3 2 2 0,-5 1 7 0,-5 3-6 15,-3 0 1-15,-5 2 2 0,-5 1-6 0,-5-1 0 0,-3 1 4 0,-4-2-1 16,-1 1-3-16,-1-2 3 0,-2 1-8 0,0-3-3 0,3 1 1 0,0-2-10 15,4-3-9-15,2 1 12 0,0-1-5 0,3-2 4 0,2-1 3 16,4-2-21-16,2-1-13 0,2-2-7 0,3-3-14 0,0-1-3 0,3-1-3 16,4-2-7-16,2-1 1 0,2-2-15 0,1-2-7 0,3-2-10 15,1-3-11-15,2-1-11 0,1-1-10 0,2-3-6 0,1-3-4 0,2-4-5 16,4-2-9-16,1-4-38 0,3-4-25 0,4-2-19 0,3-5-12 0,3-6 19 16,5-4 24-16,1-6 50 0,6-8-161 0</inkml:trace>
  <inkml:trace contextRef="#ctx0" brushRef="#br0" timeOffset="100671.05">17720 1868 2022 0,'-4'1'945'0,"0"2"-969"16,-1 3-90-16,0 4-3 0,-1 6 32 0,0 8 38 0,-3 28 30 15,3 7 9-15,2 0 2 0,1-11 14 0,-1 4 0 0,0 4 0 0,0 3-1 16,1 0-2-16,-1 0-5 0,2-1-1 0,-1-2-12 0,1 1 3 0,1-1 3 15,-1 2-1-15,1-1 6 0,0-1-7 0,0-1-7 0,1-3-1 16,-1-1-4-16,2-3 0 0,-1-1 4 0,1-5 0 0,2-2 3 0,-1-4-3 16,2-4 8-16,0-3 4 0,-1-4 5 0,1-1 14 0,1-5-8 15,0-1 2-15,1-2-4 0,-1-3-5 0,1-2-4 0,0-2-6 0,-1-1-4 16,0-3-11-16,1-1-14 0,-2-1-19 0,0-3-33 0,-2 0-47 0,-1-3-57 16,-1-2-51-16,-1-2-50 0,-1-4-34 0,-4-3 9 0,-3-9-161 15</inkml:trace>
  <inkml:trace contextRef="#ctx0" brushRef="#br0" timeOffset="100871.05">17237 2756 2489 0,'0'-1'155'0,"1"0"-242"16,4 0-57-16,5 1-2 0,5 0 46 0,3 1 63 0,1 1 35 0,3 1 17 16,0 0-2-16,2 0-2 0,4 0-7 0,1 1-5 0,4 1-5 15,1-2 0-15,2 2-6 0,0-2 1 0,0 1 4 0,0 0-1 0,-1-2 10 16,-1 1-5-16,-3-2-6 0,0 0-4 0,-5 1-9 0,0-1-17 0,-2-1-8 15,0 0-25-15,-3-1-23 0,-3 1-24 0,-2 0-24 0,-2 0-10 16,-2 1-11-16,-2-1 5 0,-1-1 2 0,0 0 11 0,-2 0 13 0,0-2 17 16,-1 0 13-16,1 0 18 0,-1-3 26 0,1-1 14 0,-1-1 10 15,3-3-25-15,0 0-67 0</inkml:trace>
  <inkml:trace contextRef="#ctx0" brushRef="#br0" timeOffset="101254.05">18238 2683 417 0,'7'7'185'0,"1"2"-80"0,4 4-39 16,-2-1-25-16,2 2-3 0,1 0 4 0,2 1 11 0,-1 0 11 0,2 3 1 15,1 1 0-15,0-1-6 0,-2 0-7 0,1-1-4 0,2-1-1 16,-1 0-1-16,0 1 1 0,2-1 6 0,0 0-2 0,-1-2 6 0,1-1 8 16,-1 0 5-16,-1-2 10 0,1-3 3 0,-1-1 0 0,0-4-8 15,-1 0 4-15,1 0-2 0,1-3-5 0,-1-1 1 0,-1-1-5 0,0-1-8 16,-2 0 3-16,1-3-16 0,-2-1-3 0,0-2-7 0,0-1-3 0,-2 0-3 16,0-2-5-16,-3 2-6 0,-1-2-4 0,0 0-3 0,-2 0 1 15,-1 0-3-15,-1 0-1 0,-2-1-1 0,-1 0-9 0,-2-1 0 0,0 1 0 16,-3 0-4-16,-1-1 8 0,-1 0-6 0,-2 1-5 0,-2 2-6 0,-2-1-7 15,-3 2-5-15,-1 0-11 0,-1 2 2 0,-2 0-5 0,-1 1 6 16,-1 1 8-16,-3 1 2 0,1 2 4 0,-3 2-1 0,-1 1-7 0,-1 3-2 16,-3 1-2-16,2 1 3 0,0 4 8 0,3 0 5 0,1 1 13 15,2 1-4-15,3 0-1 0,2-1-9 0,4 2-16 0,2-1-7 0,2 0-12 16,3 0-6-16,3-1-2 0,2-2 8 0,1 0 9 0,4-3 17 0,0 1 15 16,2-1 10-16,2-2 7 0,1 1 8 0,2-1 5 0,2 0 7 15,2 0 8-15,4 0-1 0,2 1 0 0,1 0-2 0,3 0-8 0,3-1-3 16,3 3-3-16,3 0-5 0,0 2-2 0,4 1-4 0,-2 0 4 0,2 2-4 15,2 0-1-15,1 0 3 0,1 2-3 0,2 1-7 0,0-1 1 16,-1-2-5-16,2 1 4 0,-1 0 1 0,-3-1 3 0,0 1-8 0,-2-2-2 16,-1-2-4-16,-4 0-4 0,-1-1-4 0,-2-1-14 0,-3-1-28 15,-3-1-89-15,0-2-129 0,-1 0-127 0,-1-1-50 0,-1-2 66 0,-1-4-34 16</inkml:trace>
  <inkml:trace contextRef="#ctx0" brushRef="#br0" timeOffset="102537.05">24344 2861 808 0,'-8'-3'45'0,"1"0"-129"0,-2-1-33 0,3 1 15 0,3-1 38 0,0 1 33 16,0 1 16-16,1-1 7 0,1 0 2 0,-2 1 4 0,0 0 0 0,-1 0 6 16,-1 1 5-16,0 0 5 0,-1 1 13 0,0-1 12 0,0 2 8 15,-1-1 10-15,0 1 5 0,-1 1-3 0,2-1-2 0,0 2-10 0,0 0-6 16,0 1-10-16,1 0-6 0,-1 1-2 0,1 0-3 0,-1 1 4 0,0 1-1 15,1 0 5-15,0 2 1 0,1 2-3 0,-1-1-3 0,-1 2-3 16,2 0-2-16,-1 2-2 0,0 0-1 0,2-1 2 0,-1 2-3 0,0 0 0 16,0 2-2-16,0 0 1 0,0 2-2 0,1 2 2 0,0 1 3 15,0 2-6-15,-1 2 0 0,1 1-4 0,-1 0-6 0,1 2 3 0,0 3 4 16,1 1 1-16,-1 3 9 0,0 3 3 0,1 1 1 0,0 3 4 0,0 2 1 16,1 3 3-16,0 1 6 0,1 1 1 0,1 2 5 0,1 0-7 15,2 1-6-15,2 2-1 0,2-1-6 0,2 0 6 0,1 1 3 0,3-2 2 16,2 0 5-16,2 1 4 0,2-3 5 0,3-2 0 0,1-2 1 0,4 0 3 15,2-1-10-15,1-2-2 0,1-3-6 0,1-2-6 0,1-2 6 16,1-3 6-16,0-2-8 0,1-4 1 0,-1-1-3 0,-2-3-10 0,0-4 6 16,-3 0-7-16,0-2-3 0,0-2-1 0,-3 0-6 0,-1-3-4 15,-2-2-1-15,-2-2-4 0,-2-2-4 0,-3-1-5 0,0-2-7 0,-1-2-16 16,-1-1-27-16,-1-1-32 0,-1-2-19 0,-1-1-16 0,-2-2-22 16,0-1-40-16,-3-3-50 0,1-2-50 0,-2-4-9 0,-2-5 34 0,-1-3 62 15,-3-8-99-15</inkml:trace>
  <inkml:trace contextRef="#ctx0" brushRef="#br0" timeOffset="103037.05">24640 3689 3546 0,'-7'-2'23'0,"3"1"-202"0,0 0-66 0,5 0 16 0,5 0 71 0,2 0 99 16,4 0 58-16,0 0 10 0,1 0 0 0,3 0-11 0,2 1 2 0,1 0 0 16,2 0 2-16,3 0 2 0,0-1 5 0,0 1 0 0,1-2 1 15,-1 0 0-15,1 0-3 0,0 0 4 0,1 0-1 0,-1 0 2 0,-2 1 4 16,0-1-4-16,-4 2 4 0,1 0 1 0,-3 1-4 0,-1 1 3 0,-3 1-3 16,-1 0-3-16,-1 1-5 0,-2 2 2 0,-2 0-2 0,-1 1-3 15,-3 0 1-15,-2 2-5 0,-1 2-3 0,-2 0-3 0,-1 2-1 0,-2-2 6 16,-2 3 3-16,-2 1 3 0,-1 1 3 0,-1-1-3 0,0 1-3 0,-1 0-5 15,0 0-2-15,1-1 4 0,-1 0-2 0,1 0 6 0,3 1-4 16,0-3-5-16,2-1-4 0,1 0-8 0,3-2-2 0,1-1-3 0,2 0 2 16,2-1 8-16,1-2 2 0,1 0 5 0,1 0 6 0,1-1-1 15,1-1 3-15,1 0 0 0,1-2 3 0,2 1 2 0,0-1 2 0,0 0-2 16,2 1-4-16,1-1 6 0,1 1-1 0,-1 1 3 0,-1 0 6 0,1 2-4 16,0 0 2-16,1 2 7 0,-1 1-3 0,1 1 7 0,0 1 3 15,-2 1-4-15,-1 1 3 0,1 2-2 0,0 2-2 0,0 1-3 0,-1 0 1 16,0 2-4-16,-2 0-2 0,0-1-2 0,-2 1 4 0,-2 1-6 0,-2-1 2 15,-1 3 1-15,-3-1-8 0,-2 0 7 0,-2 0 0 0,-1 0-1 16,-3 1 7-16,-2-1-11 0,-2 0 2 0,-2 0-1 0,-2 0 0 0,0-1-1 16,-2 1 0-16,-1-2-5 0,1-2-2 0,-1 0-8 0,0-2 0 15,-1-2-12-15,1-2-17 0,1-3-7 0,0-1-22 0,2-2-13 0,-1-4-8 16,-1-3-19-16,2-4-15 0,1-3-37 0,0-4-47 0,-1-4-41 0,0-8-23 16,-2-6-30-16,0-9-41 0,1-5-9 0,0-9 58 0,3-9-99 15</inkml:trace>
  <inkml:trace contextRef="#ctx0" brushRef="#br0" timeOffset="103270.05">24971 2579 2458 0,'10'3'847'0,"5"2"-903"0,11 4-55 16,7 6 22-16,9 3 34 0,7 5 35 0,4 1 15 0,4 4 5 0,4 1 0 15,2 5-4-15,1 3 6 0,2 5-5 0,1 7 3 0,0 2 5 16,0 6 0-16,1 4 2 0,-2 5-18 0,0 6-6 0,-3 3 1 0,-2 5-3 16,-3 6 5-16,-3 2 4 0,-4 5-1 0,-2 5-1 0,-4 2 2 15,-5 6 5-15,-4 4-7 0,-8 4 5 0,-4 3-1 0,-8 4-8 0,-6 1-9 16,-8 4-70-16,-8 2-132 0,-9 7-253 0,-14 10-276 0,-12 15-146 0</inkml:trace>
  <inkml:trace contextRef="#ctx0" brushRef="#br0" timeOffset="114043.19">23441 3192 272 0,'-11'-10'8'0,"-1"-1"-5"16,-4-4-3-16,2 3-1 0,-1 0 1 0,-1-2 3 0,-2 0 1 0,-2-2 2 15,-2 1 0-15,-3-2 3 0,-1 0 3 0,-3 0 3 0,-1 1 3 0,-2-1 4 16,-1 1-2-16,-2 0-4 0,-2-3-5 0,-3 1-4 0,-4-1-3 16,-1 2-2-16,-2-1-2 0,-2 2-3 0,-2 1-4 0,-3 0-4 0,-2 1-7 15,-3 2-4-15,-3 1-3 0,-2 3-3 0,-3 1 4 0,-5 2 2 0,-4 1 8 16,-5 3 6-16,-2 0 4 0,-3 2 3 0,-2-1 2 0,2 0 3 16,-2 1 4-16,0 0 5 0,-2 0 5 0,0 0 5 0,0 1 2 0,3 1 4 15,1 2 3-15,1 1 2 0,3-1 0 0,0 3-5 0,1 1-8 16,3 2-5-16,0 1-8 0,3 2-3 0,2 1-2 0,2 3-3 0,-1 1-2 15,2 1-2-15,-1 2-1 0,1 1 1 0,3 0 0 0,0 3-1 0,1 0-1 16,2 4-3-16,0 0-1 0,1 4 1 0,-1-1 0 0,0 2-1 16,-1 0 1-16,0 2-1 0,1 3 6 0,0 1 1 0,0 3-2 0,1 1 3 15,2 0-6-15,0 0-3 0,-1 0 2 0,1-2-1 0,1 1 2 0,3 0 3 16,3 1 0-16,2-1 0 0,4-3-6 0,3 2-9 0,5-3-12 16,2 1-14-16,2 2-1 0,5-1-56 0,2 0-12 0</inkml:trace>
  <inkml:trace contextRef="#ctx0" brushRef="#br0" timeOffset="123960.12">6136 9096 745 0,'-36'-9'-38'0,"-1"2"89"0,-7 0-9 0,10 3 6 16,7 2-3-16,4 1-10 0,0-1-6 0,-1 1-12 0,2 0-7 0,-1-1-3 16,4 2-1-16,1-1-4 0,0 2 1 0,3-1-5 0,0 1-2 15,0 0 1-15,2-1-4 0,-1 0 4 0,0 0 0 0,-2-1-1 0,0 0 1 16,0-1 1-16,1 0 3 0,-2-1-1 0,0-1 3 0,-2-1-3 0,2 0 6 16,-2 1 3-16,0 0 1 0,0-1 0 0,-2 0-4 0,0-1 1 15,2-1 3-15,-1 1 3 0,-1-2 5 0,2 0 4 0,0-1 1 0,1-1 4 16,1-1 1-16,2 0-4 0,0 0-1 0,1-2-2 0,2-2-1 0,2 0 8 15,1 0-2-15,2-1-1 0,3-1-2 0,2-2-9 0,3 0 2 16,3-1-2-16,3-1-2 0,3 1-2 0,3-2 0 0,5 1-2 0,4 1-1 16,2 0 0-16,5-1-4 0,3 2 0 0,5-2-2 0,5 0-8 15,3-1 0-15,4-2 0 0,5 3-1 0,0 0 8 0,4 1 0 0,2 2-3 16,1 0 1-16,3 0-4 0,-1 1-2 0,2 1-3 0,0-1-2 0,0 2-1 16,2-1-1-16,1 2 1 0,1-2 3 0,1 0 3 0,0 1-1 15,1 2 9-15,-1 2 0 0,-3 1-1 0,2 3 1 0,-3 1-5 0,-1 1 1 16,-3 2 2-16,0 3-2 0,-3 3 0 0,-2 3-9 0,-1 3 0 0,-5 4 1 15,0 4-3-15,-2 2 10 0,-4 6-1 0,-2 2 0 0,-1 4 3 16,-4 2-3-16,-3 5 2 0,-3 2 1 0,-3 4-2 0,-4 4 1 0,-2 3 0 16,-3 3 0-16,-1 4-2 0,-4 2-3 0,-2 4 4 0,-6 2 3 15,-2-1 2-15,-2 2 4 0,-2 0 0 0,-2-3-2 0,-1-2 3 0,-3-2-1 16,0-3-1-16,-4-2-5 0,-2-1 10 0,-2 0-1 0,-3-1 2 0,0 0 6 16,-5 0-9-16,-2 1 3 0,-2 0-1 0,-6-1 1 0,-1-1 2 15,-4-4-1-15,-1-1 1 0,-1 0 4 0,-4-2-2 0,0-2 7 0,-1-3 0 16,-2-1-2-16,2-1 5 0,-1-3-5 0,-1-3 0 0,-1-2-1 0,0-3 0 15,1 0-4-15,0-4 6 0,1-1 3 0,3-4 4 0,0-4 7 16,-1-3-3-16,1-2-5 0,1-2 2 0,-2-2-5 0,3-3-1 0,1-1 2 16,-1-1-4-16,2-4-1 0,-1 0-3 0,2-1 1 0,1-3 0 15,2 1 0-15,1-2-4 0,1 0 2 0,1-1-1 0,0-3 3 0,3 0 5 16,0-1 1-16,2 1 1 0,0 0-5 0,2-1 2 0,2 0-9 0,0 0 3 16,2 0 0-16,2-2-7 0,1-1 3 15,2 1-3-15,0-1 2 0,3 0-4 0,1-1 0 0,1 2-5 0,1 0-3 0,2-1-6 0,1 2 5 16,-1 2 1-16,1 0 12 0,0 1 2 0,-1 1-2 0,3 2-1 0,-2 0-8 15,0 0 4-15,0 0-1 0,2 1-3 0,0 1 3 0,0 0-4 16,-1 1 1-16,1 0 1 0,0 0-1 0,1 1 0 0,0 0 3 0,-1 1-3 16,2 0 0-16,-2 0 3 0,1 1 0 0,2-1 0 0,-2 2-1 15,1-1-2-15,-1 0-4 0,-1 1 4 0,3 0-1 0,-2 0 2 0,0 0 2 16,2 0-3-16,-2 0 0 0,2 1 0 0,0 0 1 0,-1 1-1 0,0 0 0 16,0 0 0-16,1 0-1 0,-2 1 2 0,0 1-1 0,0 0 0 15,1 1 0-15,-1 0-2 0,0 2-4 0,1 1 0 0,0 0-1 0,0 2-3 16,1 0-3-16,1 0-11 0,2 3-13 0,1-1-21 0,4 1-55 0,0-2-76 15,4 0-125-15,5-2-94 0,4-3 57 0,4-2-114 0</inkml:trace>
  <inkml:trace contextRef="#ctx0" brushRef="#br0" timeOffset="125177.84">18085 6650 653 0,'-5'-12'152'0,"0"1"-145"0,0 0-37 15,3 5-33-15,4 5-14 0,2 1 3 0,2 1 19 0,1 0 22 16,3 1 10-16,0 0 7 0,1 0 2 0,0-1 2 0,0 0 4 0,-1 0 1 16,0 0 4-16,1-1 4 0,-1-1 4 0,0 0 5 0,0-3 10 0,-1 0 10 15,2-3 11-15,0 0 14 0,1-2 11 0,0-1 7 0,0 1 8 16,0 0 9-16,1-1 6 0,-1-1 8 0,2-1 2 0,-1 0 1 0,2 0-10 15,1 0-7-15,-1-2-12 0,0 0-11 0,3-2-10 0,2 0-12 0,0 0-10 16,4-1-12-16,3 0-5 0,1 2-13 0,4-2-4 0,0 1-1 16,3 2 4-16,0 1 8 0,2-1 4 0,3 1 0 0,-1 0-8 0,1 2 0 15,1 0-4-15,-1 2-2 0,1 1 2 0,0 1 1 0,-1 1-1 16,0 1-1-16,2 1-2 0,1 1-2 0,1 1 2 0,2 1 2 0,0 1-2 16,0 0 1-16,2 1-4 0,1 1 0 0,1 0-2 0,2 0-2 0,1 0 6 15,0 0-2-15,2 1 2 0,-2 0 2 0,-1 0-2 0,-1 2 3 16,-2-1-2-16,0 1-2 0,-1 1 1 0,0-1-1 0,0 2 3 0,-3 0 0 15,-1 0-2-15,-2 2-3 0,0 0 0 0,-3 0-1 0,0 0 2 0,2 0 0 16,-2 1 1-16,0 1 1 0,-4 2 5 0,-1 0 2 0,0 0-2 16,-1 0 1-16,1 3-8 0,-1-1-3 0,2 2 5 0,0 0 0 0,1 2 3 15,2-1-5-15,-2-1 2 0,-2 0-5 0,-5 0-2 0,-1 2 7 0,-2-1-2 16,0 4-1-16,-1 0 1 0,-3-1 1 0,0 2-3 0,-3-1 5 16,0-1 2-16,-3 4-3 0,-1-1-1 0,-2 4-1 0,0 1 1 0,-1 3-2 15,-1 3 2-15,0 1-7 0,-1 0 4 0,-4 3 3 0,0 0-1 16,-1 2 5-16,-2 1-4 0,0 0-2 0,-2 0-2 0,-1-1-1 0,-2 1 4 15,-1-2-2-15,-1-3-2 0,-1-1 5 0,-2-3-6 0,0 2-1 0,-3-1-1 16,0 1-7-16,-2-2 8 0,-1 1 7 0,0-3 5 0,-4 3 10 16,-2-3-4-16,0 0 4 0,-2-1 2 0,-1-2 0 0,-1 0 6 0,0 0-7 15,-1-2-2-15,1 2-1 0,-2-2-6 0,0 0-2 0,-1-1-1 0,-1-3-3 16,0 1 1-16,-2-3 2 0,2 1 5 0,-3-1-1 0,-1-2 3 16,0-3 1-16,-1-1-3 0,-2-2 0 0,1-2-2 0,-4-3-3 0,-1-2-5 15,-4-1-3-15,-4-3-4 0,-3-2-7 0,-5-4-1 0,-2-2 1 16,-3-5-3-16,-3-2 13 0,0-3 5 0,1-2 8 0,1-3 12 0,0-2-7 15,0-2 2-15,1-3-6 0,0 0 2 0,2-4-2 0,1-1 2 0,3-2-2 16,0 0 5-16,2 0 4 0,4-1 4 0,1 0 1 0,4-2 5 16,2 1-5-16,3 1 7 0,1-2-5 0,3 2-2 0,1 1-1 0,1-2-17 15,4 4 3-15,1 1 2 0,3 3 3 0,2 0 6 0,2 3 1 0,0-1 4 16,5 4-5-16,0 1 9 0,3 1-12 0,0 5 0 0,2 1-3 16,1 1-10-16,1 4 1 0,2 1-5 0,0 2 1 0,2 1 1 0,0 1-5 15,1 1-4-15,1 0 1 0,0 2-4 0,1 0 2 0,0 1-4 0,1 0 1 16,0 0 1-16,0 1 4 0,1-1 4 0,0 2-1 0,-1-1 4 15,2 1 7-15,-1-1 0 0,0 0 1 0,0 1 5 0,0-1-1 0,-1 0 1 16,1 0 0-16,0 1-2 0,0-1 3 0,0 1-3 0,0 0-1 16,-1 1 1-16,1 0-7 0,-1-1 1 0,0 1-4 0,1 0 0 0,-1-1 3 15,0 2-3-15,0-1 5 0,0 0-5 0,1 2-5 0,-2 0 7 0,1 0-4 16,-1 0 1-16,1 1 4 0,0 0-5 0,-1 0-1 0,1 1 2 16,-1-2-8-16,0 1-8 0,1-2-3 0,1 2-15 0,-1 0-17 0,0 1-30 15,1 0-57-15,0 0-72 0,0 0-91 0,0 0-92 0,0 1-15 0,1 1 80 16,-1-2-26-16</inkml:trace>
  <inkml:trace contextRef="#ctx0" brushRef="#br0" timeOffset="126159.87">6003 12541 603 0,'-22'-13'32'0,"1"1"30"15,-3-4 26-15,6 2 26 0,5 3 19 0,2-2-11 0,2 0-9 0,0 0-17 16,3 0-26-16,1-1-14 0,2-1-19 0,3-1-9 0,2 0-11 15,1-2-4-15,4 0-2 0,2 0-9 0,4-1 3 0,3 0-1 0,3-1 1 16,2 0 0-16,4-1-1 0,4 0 0 0,2 0-3 0,4-2 0 0,4 1-10 16,2 1-2-16,3 0 1 0,4 2 6 0,1 2 9 0,1-1-1 15,4 1-1-15,-1 2-6 0,0 0 2 0,2 2 2 0,0 1-1 0,0 1-1 16,-1 3-5-16,-1 1-3 0,-1 2 3 0,0 2-3 0,-1 2 4 16,1 2-1-16,0 2-1 0,-2 1 3 0,0 4-2 0,-2 0 1 0,-1 5-5 15,1 2 0-15,-2 3-2 0,-1 3-4 0,-2 2 2 0,1 4 1 16,-2 5 6-16,-1 1 4 0,-1 7 2 0,-2 1-3 0,0 2-3 0,-1 6 4 15,-2 0 0-15,0 3 1 0,-4 1 4 0,-1 1-2 0,-2 1 3 0,0 1-6 16,-3 0 13-16,0 1-1 0,-2-2 2 0,-3 0 12 0,-1 0-10 16,-1 1 3-16,-2-2 1 0,-3-2-3 0,-1 0 4 0,-3 0-2 0,-3 3 0 15,-2 1 4-15,-3 0-3 0,-3 3-2 0,-3-1-4 0,-4 4-2 0,-4-1 0 16,-5 0-1-16,-5-1-3 0,-5-3 4 0,-3-2-6 0,-4-3 6 16,-2-3 8-16,-4-2-4 0,-2-3 2 0,-3-3-4 0,0-1-3 0,-2-4-4 15,-2-3 0-15,-2-2-3 0,-1-3 0 0,-5-1 5 0,-1-3 4 0,-4-5 4 16,-4-1 0-16,-3-4 5 0,-2-1-3 0,-3-2 6 0,-2-1 0 15,0-2 2-15,0-2 15 0,0-2 13 0,0-2 11 0,1-2 4 16,0-2-9-16,-2-3-9 0,1-1-10 0,3-2 3 0,3-3 0 0,2 1 3 16,3-4-5-16,4 0-12 0,3-3-6 0,3-1 1 0,5-3 0 0,4 0-1 15,5 0-8-15,5 0-6 0,3-1 2 0,6 0-7 0,3 1-9 0,6-3-7 16,6 1-13-16,4-4-9 0,6-1-19 0,6-3-13 0,6-3-39 16,10-8-64-16,9-4-64 0,9-6-134 0,9-6-89 0,12-8 51 0,7-5-128 15</inkml:trace>
  <inkml:trace contextRef="#ctx0" brushRef="#br0" timeOffset="127093.88">23466 6669 2636 0,'-14'-22'62'16,"1"-1"-111"-16,-3-5-80 0,4 6-8 0,3 5 12 0,1 0 42 0,2 2 30 16,-1 0-9-16,1 1-26 0,0 1-55 0,1 0-45 0,0 1-14 15,0 1 10-15,1 2 45 0,-1-1 59 0,1 1 46 0,0-1 45 0,1-2 35 16,-1 1 24-16,2-1 14 0,1 0 3 0,1-1-15 0,0 0-24 0,2-1-20 15,4 0-24-15,1-3-7 0,4-1 5 0,6 1 6 0,2-1 10 16,4-1 18-16,5-1 8 0,2 0 6 0,5 0 5 0,3-1-9 0,4 2-7 16,3-2-5-16,4 1-10 0,6 0-2 0,4 0-3 0,5 0-3 0,4 2 4 15,3 1 9-15,2 4 7 0,2 1 4 0,2 3 4 0,2 2-7 16,0 1 0-16,4 3-9 0,1 3-7 0,1 2-3 0,1 2-7 0,-3 1-3 16,1 2 1-16,0 0-2 0,-1 2-1 0,1 1 5 0,-2 0-3 15,2 2 1-15,0 1-2 0,-3 0 1 0,0 1-3 0,-1 2-1 0,-2-2 7 16,1-1-2-16,0 1 3 0,-1 0-1 0,1-1-7 0,-1 0 1 0,1-2-1 15,-2 1 3-15,-1-1 2 0,0 0 6 0,-2 2-2 0,-2-1-1 16,-1 2-2-16,-1 1-4 0,-4 1 1 0,-2 1 1 0,-5 3-1 0,-3 2 6 16,-2 0-12-16,-2 3 9 0,-3 0 0 0,-3 3 1 0,-6 2 7 15,-2 0-4-15,-6 2-3 0,1 0-2 0,-2 3 2 0,-2 4-7 0,-1 2 0 16,-3 3-10-16,-3 2 1 0,-2 0-2 0,-1 3-2 0,-2 2 2 0,-3 1-4 16,0 2 3-16,-2 1-2 0,-3-2 5 0,-1 1 5 0,-3-1-1 15,-1-1 1-15,-2-2-3 0,-2-1 1 0,-2-2 2 0,0-4 6 0,-1-1-1 16,-4 0 3-16,-1-4-8 0,-2 0-1 0,-4-2 2 0,-3-3-7 0,0 0 12 15,-4-4 5-15,-1-4 6 0,-1-4 6 0,-4-3-6 0,-2-3-14 16,-5-1-14-16,-3-1-5 0,-4-4-7 0,-7 0 5 0,-7-4 0 0,-8-3-7 16,-6-5 1-16,-7-2 5 0,-4-4 12 0,-5-1 14 0,2-2 13 0,1-1 8 15,3 1 6-15,5 0-4 0,3 0-5 0,2-2-3 0,1-1-8 16,0 0 7-16,0-1 6 0,3-2 8 0,1 0 16 0,6 0 8 0,3 0 6 16,4 0 1-16,6 1 4 0,2 3-8 0,5-2-7 0,2 1-7 15,2-2-22-15,4 2-5 0,2 1-6 0,5 2-7 0,1 1-1 0,1 2-5 16,3 0-5-16,0 2-8 0,1 1-22 0,2 1-25 0,4 1-29 0,0 1-46 15,1 0-56-15,0 2-85 0,1 0-73 0,-1 0 16 0,0 0-96 16</inkml:trace>
  <inkml:trace contextRef="#ctx0" brushRef="#br0" timeOffset="127910.78">5404 14196 320 0,'-21'-19'65'0,"-1"-2"-28"0,-2-6 27 16,7 2 22-16,5 4 11 0,1 1 2 0,1 1-12 0,1 2-8 15,2 1-9-15,0 0-18 0,2 1-13 0,1 1-8 0,2 2-4 0,1 2-7 16,1-1-5-16,2 0-5 0,2-1-8 0,2 0 4 0,2 2-1 16,1-1-3-16,3 0 1 0,2 0-5 0,0 0 2 0,2 0 1 0,3 2 1 15,2-2 1-15,1 1-4 0,4 1 2 0,2 0 2 0,1 0-2 0,3 2 0 16,0 2-3-16,2-1 1 0,1 1-2 0,2 1 4 0,3 2 2 15,1 2-4-15,3 1-1 0,1 3 1 0,2 2 2 0,2 3 1 0,0 1 2 16,2 5-3-16,1 3-3 0,4 2-1 0,-1 4-4 0,3 3 3 0,0 0-7 16,4 3 2-16,2 1 6 0,2 4-2 0,3 1 2 0,3 2-1 15,3 3-4-15,2 1-8 0,3 3-12 0,3 2-18 0,4 0-33 0,2-1-21 16,3-1-6-16,0-4 13 0,-2-6 24 0,-3-6 22 0,-6-8 22 16,-3-6 11-16,-6-5 11 0,-8-1 8 0,-5-2 0 0,-9-1 7 0,-8 0 11 15,-8 1 12-15,-6-1 12 0,-8 1 27 0,-7-1 21 0,-5 0 28 0,-4 1 32 16,-4-1 1-16,-4 2-7 0,-3 4-21 0,-4 3-31 0,-5 4-16 15,-6 3-8-15,-4 5-13 0,-6 2-14 0,-6 6-11 0,-5 6-12 0,-8 5-4 16,-3 4-6-16,-2 1-4 0,-4 0-3 0,-1 2-5 0,-2 1-3 16,-3 1 2-16,0 0 0 0,1 1 0 0,-1-3 4 0,2-2-1 0,2-2-1 15,1-4-3-15,1 1 0 0,4-6-2 0,4-3 1 0,4-4 4 0,6-6-6 16,4-3-12-16,7-3-21 0,5-7-37 0,8-2-66 0,6-7-93 0,9-4-83 16,8-5-18-16,8-8 51 0,10-8 83 0,13-12 80 0,12-12-97 15</inkml:trace>
  <inkml:trace contextRef="#ctx0" brushRef="#br0" timeOffset="128826.56">28435 5678 2381 0,'-2'-24'374'0,"-1"2"-371"0,-1-5 4 0,0 6-16 0,0 4-4 0,0 1-5 16,1 2 0-16,1 2-14 0,0 2-32 0,0 1-55 0,1 2-70 0,0 3-68 15,2 0-41-15,0 3 11 0,0 0 42 0,2 2 74 0,1 0 62 0,2 0 54 16,2 1 39-16,3-1 24 0,1 0 19 0,2-1 10 0,3 1 3 15,2-1-5-15,5 0-7 0,6 1-13 0,4 0-8 0,7 1 0 0,2 0-3 16,5 1 6-16,5 0-1 0,4 1 3 0,4 0 3 0,4 2 0 16,2-2 5-16,1 2-1 0,1 1 7 0,0 0 9 0,0 0 9 0,0 1 14 15,-1 1 12-15,0 0 12 0,-1-1 6 0,0 2-5 0,0-1-7 0,-1 2-14 16,2 2-14-16,1 0-9 0,1 3-14 0,3 0-14 0,2 2-5 16,2 0-6-16,1 3 0 0,4 2 7 0,0-1-4 0,-1 3-2 0,2-1 2 15,-2 0 1-15,-1 1 6 0,0-2-3 0,-2 3 1 0,0 2-6 0,-1 0-1 16,0 2 2-16,-2 0-5 0,-2 0 2 0,-4-2-4 0,-4 0 3 15,-2-1-5-15,-5 0 2 0,-1 1 3 0,-2 1-1 0,-3-2 0 0,-1 2-5 16,-3-2 0-16,-3 2-3 0,-1 0 6 0,-5 0-1 0,0 3-4 16,-19-17 12-16,3 5-6 0,-1 2-2 0,4 4-1 0,-1 2-15 0,5 4-2 15,-3 1-1-15,2 5-7 0,0 2 3 0,-4 1-6 0,1 2 2 0,-3-2 5 16,-2 3 0-16,-2-2 7 0,-2 2 4 0,-2 0 5 0,-2 0 9 16,-1-1 4-16,-3 0 4 0,-1 1 8 0,-4-1 3 0,-1 0 3 0,-2 0 4 15,-1 0 5-15,-2-1 6 0,-2-1-9 0,-1 2 11 0,-2-1-2 16,-3-1 3-16,1 3 10 0,-3-2-12 0,-2 1-4 0,0 1-7 0,-5 1-8 15,-3 0-6-15,-1 0-4 0,-3 1-5 0,-4-1-4 0,-4 2-26 0,-10 3-11 16,-34 34 2-16,2-13 0 0,7-14 19 0,12-19 2 0,-2-2-12 16,-1-4-14-16,-2-3 4 0,-1-4 0 0,-2-3 0 0,-3-4-14 0,-2-2-21 15,-2-5-8-15,2-3-2 0,-2-4 16 0,1-4 10 0,0-3 14 0,-1-4 9 16,1-3 12-16,2-4 7 0,0-2 11 0,0-5 5 0,3-1 3 16,-2-3 9-16,3-3-4 0,2 1 6 0,2-4 9 0,4 0 8 0,2 0 14 15,3-1 2-15,3-2-7 0,2 0-2 0,2-3-15 0,0 0-7 16,2-1-5-16,0-3-19 0,-2-3-25 0,-2-3-59 0,-2-5-101 0,-5-7-71 15,-5-4-36-15,-8-5 51 0,-9-8-61 0</inkml:trace>
  <inkml:trace contextRef="#ctx0" brushRef="#br0" timeOffset="168945.73">5898 9094 800 0,'-24'-4'224'0,"2"0"-180"0,-5-1-21 0,10 1-20 16,6 1-5-16,1 0-1 0,4 0-3 0,0 1-3 0,0-1-6 0,3 0-15 16,0 0-21-16,1 1-24 0,-1-1-17 0,0 1-5 0,0 1 18 15,0 0 22-15,-1 0 24 0,-1 0 21 0,-1 0 10 0,-2 1 3 16,-2-1 4-16,-2 1 5 0,0 0 3 0,-2 0 3 0,2 1 6 0,-1-1 3 15,1 0 6-15,-1 0 7 0,1-2 3 0,0 0 4 16,1 0 1-16,2-1-2 0,1-1-7 0,1-1-2 0,1-1-9 0,2 0-1 0,0 0-4 0,1 0-8 16,1-2-3-16,1 0-6 0,1-3-1 0,1-1 3 0,2-1-7 15,0-1-3-15,1-1 2 0,2-2-5 0,1 2 12 0,1 0 5 0,2-2 2 16,-1 1-1-16,2-2-3 0,1 3 2 0,0-1-2 0,0 0 1 16,2 2-1-16,0 0-3 0,2-1 0 0,0 2-3 0,2-1 1 0,3 3-5 15,-2-1 2-15,4 0-1 0,2 1-1 0,1 1 1 0,4 0-3 0,1 1 1 16,2-1-1-16,0 0 0 0,2 1-1 0,0 0-3 0,4 2 3 15,1-1-10-15,-1 3-1 0,0 0-2 0,0 1-4 0,1 2 3 0,0 0 1 16,-1 3 1-16,-1 2-3 0,0 1 4 0,-1 2 3 0,0 1 3 0,0 2 5 16,-2 1 1-16,-3 2-1 0,0 2 2 0,0 0 2 0,-1 3-3 15,0 2-1-15,-2 2 0 0,0 1-3 0,-1 4 5 0,1 0 1 0,-3 3-4 16,1 1 4-16,-2 3-4 0,1 0-1 0,0 4 4 0,-3 0 0 0,0 1 5 16,-2 2 1-16,-2-2 0 0,0 3-3 0,1-1 0 0,-2 1-7 15,0 0-13-15,-3-1-11 0,-1-2-13 0,-5 2-11 0,-1-1-6 0,-2 0-5 16,-4 0 2-16,-2-2 11 0,-3 1 11 0,-1-2 10 0,-3-2 12 15,-2-1 5-15,-2-4 8 0,-4-2 5 0,-1-4 3 0,-3 0 4 0,0-2 2 16,-2-2 4-16,0-1 2 0,-2-1 3 0,-2-1 3 0,-1-4 3 0,-3-1 0 16,1 0 1-16,-1-2-4 0,1-1 3 0,-3-1-2 0,2-1 3 15,-1-2 0-15,0 0 2 0,0-1 1 0,0 0-3 0,2-2 4 0,0 0-4 16,2 0-4-16,0-1-2 0,2 0-3 0,-3 0 0 0,2-1 0 16,-1 0 0-16,1 0 0 0,3 0-3 0,0 0-4 0,1-1-1 0,2 0-3 15,-2 0-3-15,2-1 2 0,0 2-1 0,3-1-1 0,0-1 1 0,0 0 1 16,3-1-3-16,-2 0-1 0,1-1-1 0,2 0 2 0,2-2 0 0,-1 0 0 15,2 1-2-15,0-1-6 0,2 0 3 0,0 0 0 0,1-1 0 16,1-3 4-16,0 0-2 0,0-1 2 0,2-1 1 0,1 1 0 0,1-2 4 16,0 0 4-16,0 0 5 0,0 2 2 0,1-2 0 0,-1 1 4 15,0 1 0-15,2 0-2 0,-1 0-3 0,1 0 1 0,-1-1-3 0,1 1 0 16,0 1-3-16,-1 3-3 0,1-1 0 0,0 1-3 0,1 0 1 0,0 0-4 16,-1 1 1-16,2-1-2 0,-1 1 1 0,1 2-7 0,0-1-2 15,0 1-4-15,1 0-5 0,0 0-6 0,1 0-19 0,0-1-15 0,1 2-14 16,1 0-7-16,0 1-1 0,-1 1-3 0,2-1-2 0,-1 1 7 0,1 1-16 15,2-2-79-15</inkml:trace>
  <inkml:trace contextRef="#ctx0" brushRef="#br0" timeOffset="188779.61">5164 10848 568 0,'-10'-7'68'0,"2"1"-30"0,-1-3-16 15,4 3-4-15,4 0 8 0,0 0-2 0,0 1-2 0,3-1-7 0,0 0-8 16,2-1-7-16,0 0-5 0,2 2 1 0,1-1-1 0,2-1-1 0,2-1 2 16,2-1-5-16,0 0-3 0,2 0 2 0,1 0-3 0,1-1 3 15,-1 0 3-15,-2-1 2 0,2 1 2 0,0 0 1 0,1 0 0 0,-1 0 2 16,3-1-4-16,0 0 2 0,1 0 0 0,1 0-1 0,1 2 3 0,0-1-3 16,1 0 3-16,1 0-6 0,0-1 0 0,3 0 2 0,-1 1-1 15,2-2 3-15,0 1 2 0,3-1 0 0,-1 1 0 0,3-1 0 0,-1 2-1 16,1-2 0-16,2 2-2 0,2 0 1 0,0 1 2 0,-1 2 0 15,1 1-1-15,0 0-5 0,1 1 3 0,0 1 1 0,-1 1-4 0,2 1 1 16,-2 2 1-16,0 1-2 0,1 0 6 0,0 1 1 0,0 0 0 0,0 1-1 16,1 1-4-16,0 0-1 0,-1 1-2 0,1-2 0 0,-1 3 5 15,0 0-1-15,3 0 3 0,-2 1-1 0,0 0-4 0,1 1 1 0,-3 0 1 16,1 0-1-16,0-2 5 0,0 2-2 0,0 0 2 0,-2-1-2 0,1 1-1 16,0 0 5-16,0 0-5 0,0 1 2 0,-2 0 0 0,-2 0 0 15,1 1 2-15,-1 1 1 0,0 0-2 0,-1 2 1 0,0 0-2 0,-3 3 2 16,1 1 3-16,-4 1 0 0,1 1 2 0,-4 1 1 0,1 1 3 0,-3 0-1 15,-2 1 3-15,-1 0 4 0,-3 2 1 0,-2 2 1 0,-1-1-2 16,-2 2-4-16,-1-1-1 0,0 1 0 0,-3-2-1 0,0 2-4 0,-1-2-1 16,-1 0-2-16,-1 1 1 0,-1-2-1 0,0 0 0 0,-1 0-2 15,0-4-2-15,-2 2 2 0,0-1 0 0,-2-3 0 0,-2 2 1 0,0-1-2 16,0-1-1-16,-3 1 1 0,1-1 1 0,-1-1 0 0,-2 1 2 0,2-1 0 16,-3-2-7-16,0-1 2 0,-1 0-2 0,-3 0 5 0,1 0 7 15,-3 0-2-15,-1-1 4 0,0-1-1 0,0-1 2 0,-2-1 0 0,-1-1 0 16,1-1 1-16,-4 1 2 0,1-1 1 0,-2 0-3 0,-2 0-5 15,1 0-3-15,-3 0-1 0,1 0-2 0,-2-1 3 0,1 0-3 0,-1 1 3 16,-1 0-3-16,-1-1-4 0,-1 0-5 0,-1 1-6 0,2-1-3 0,-3 0-5 16,1 2-4-16,-3-1-1 0,-2 1-2 0,0 0 3 0,0 1 5 15,-3-1 6-15,0 1 2 0,-1-1 7 0,0 1-3 0,1-1 4 0,2-2 9 16,-1-1 2-16,2-2 8 0,3 0-2 0,1-3-3 0,2 1-4 0,0-3-2 16,2-2 2-16,0-1-2 0,3-2 4 0,0-2 3 0,2-2 3 15,-1-2 1-15,2-3 2 0,0 1-3 0,1-4 1 0,2 1 3 0,-1-1 2 16,2-2 5-16,0 1 5 0,2-1 2 0,-1-1 0 0,3-2-7 0,0 1-2 15,-1-1-9-15,2-1-7 0,1 1-4 0,-1-1-1 0,1 1-3 16,1-2 3-16,3-1 2 0,0 3-8 0,1-2-1 0,1 1-3 0,-1 1 1 16,1 0-1-16,2 2-3 0,1 0-6 0,-1-1-1 0,1 1-3 15,1 0-4-15,1 0-1 0,1 1-15 0,0-1-16 0,0 2-12 0,1 1-12 16,1 1-5-16,-1-1-2 0,2 3-3 0,0-1-4 0,0 0 8 0,1 0 12 16,1 1-1-16,0-1-74 0</inkml:trace>
  <inkml:trace contextRef="#ctx0" brushRef="#br0" timeOffset="192159.21">24873 7597 582 0,'1'-6'28'0,"1"-1"-62"15,1-1-23-15,0 2 0 0,0 1 8 0,2 0 12 0,-1 2 3 16,1-1-4-16,-2 1-6 0,0 0-3 0,-1 2 5 0,0 0-12 0,0 1-38 16</inkml:trace>
  <inkml:trace contextRef="#ctx0" brushRef="#br0" timeOffset="195626.2">24445 12377 359 0,'-5'-2'239'0,"1"2"-177"0,-1 0-3 16,3 0-18-16,1 0-13 0,1 0-11 0,1 0-5 0,1 0-3 15,0 0 4-15,0 1-2 0,1-1-1 0,0 1-4 0,1 0-3 0,1 1-1 16,0-1-6-16,1 0 0 0,-1 1-6 0,2-1-1 0,0 1-4 0,-1 0-5 15,0 0-9-15,-1-1-18 0,1 1-18 0,-1 0-18 0,2 0-14 16,-1 2-9-16,1 0 9 0,2 0-12 0,0-1-52 0</inkml:trace>
  <inkml:trace contextRef="#ctx0" brushRef="#br0" timeOffset="200260.88">8676 12831 316 0,'-2'-1'100'0,"0"0"-28"16,-1 0 2-16,2 1-1 0,0 1 3 0,1 0-4 0,0 0-7 16,1 0-9-16,-1 0-13 0,0 0-10 0,0 0-12 0,0 0-5 0,1 1-6 15,0 1-3-15,1 0-4 0,0 0-2 0,0 1-1 0,0-1-1 16,1 1 3-16,-1 0 0 0,2 0 1 0,1 0-1 0,0-1-1 0,2 2 2 15,1-2-6-15,1 1 3 0,1-1 2 0,1 0-4 0,1-1 5 0,2 1-4 16,1-2-1-16,3 1 2 0,0-2 0 0,2-1 0 0,2 0 3 16,0-1 1-16,2-1-3 0,3 0 2 0,1-1 2 0,3-2 2 0,1 0 3 15,0 1 1-15,1-2 1 0,2 1 1 0,2 1-2 0,1-3 0 0,1 1-1 16,2 0-3-16,1 1-1 0,0 1-2 0,3 0 0 0,-1 2 1 16,1 0 1-16,3 1 0 0,1 1 1 0,0 2 0 0,1 0-1 0,0 0 0 15,1 2-2-15,4-1 2 0,0 2-6 0,1 1-2 0,1 1 0 16,0-1 1-16,1 0 6 0,3 0 1 0,1 0 5 0,1-1 0 0,1 0 9 15,0 0 6-15,1 0-6 0,1-1 9 0,1 0 6 0,1 1 5 0,1-1 13 16,2 0 1-16,-1 0-5 0,2 0 1 0,-1 0 0 0,0 2-12 16,1-1 4-16,1 1 3 0,-1 0-5 0,2 0 6 0,0 1-9 0,0 0-4 15,0 0 3-15,-2 1-12 0,-1-1 4 0,-1 0-1 0,-1 0 3 0,0 0 11 16,-1 1-4-16,-2-1-2 0,-2 0-10 0,-1 0-3 0,-2 2-4 16,-2 0-7-16,0 0-4 0,-2-1-4 0,-2 0-1 0,-2-1 5 0,-2 0-1 15,0 0-1-15,-1 1-1 0,-2 1-2 0,-1 0 1 0,-2 1-3 16,-1-1 1-16,-1 0-2 0,-2 0-2 0,0-1-5 0,-4 1 2 0,-1-1-4 15,-3 1-4-15,-1 1 2 0,-2 0-10 0,-2 1-5 0,-3-1-11 0,-3 1-10 16,-2 0-9-16,-1 1-13 0,-1 0-15 0,0 0-11 0,-3 0-12 16,0 1-11-16,-1 1-1 0,-2 0-20 0,-1 0-4 0,1-1-2 0,0 0 1 15,0-1 4-15,0 0-2 0,-1 1 6 0,2-1 6 0,1 2 29 0,0 0 3 16,1 2-50-16</inkml:trace>
  <inkml:trace contextRef="#ctx0" brushRef="#br0" timeOffset="200694.88">13903 13324 34 0,'-2'-3'22'0,"0"1"-7"0,-2 0-4 15,0 0-2-15,-2 0-7 0,-1-1-1 0,0 1 0 0,-2-1 0 0,-1 2 0 16,-1-1 1-16,-2 1 1 0,-1 0 4 0,0 0 4 0,-3 1 9 16,-1 0 15-16,2 1 20 0,-1 0 17 0,0 0 17 0,1-1 11 0,3 1 2 15,-1-1 1-15,2 0-7 0,3 0-12 0,0-1-16 0,3 0-3 0,2 1-7 16,2-2-7-16,1 1 4 0,0 0-8 0,2-1-8 15,0 1-8-15,-1-1-5 0,3 0-6 0,1 0 0 0,1 1 3 0,1 0-3 0,2-1 0 16,1 1-1-16,3 1-1 0,0-1 3 0,1 1-4 0,3 1 1 16,1-1-1-16,1 2-1 0,4 0-2 0,2 0 0 0,3 2-7 0,5-1-6 15,1 1-2-15,5 1 0 0,4 0-3 0,2 1 8 0,3 2-3 0,5 0-5 16,1 0 2-16,2 1-4 0,2 0-8 0,1 1-6 0,0-1-5 16,2 2-7-16,-1 0 5 0,0-1 2 0,1 3-1 0,-3-1 6 0,1 2 4 15,-3 0 8-15,-1-2 8 0,-1 2 1 0,-3-1 5 0,-2 0-4 0,-3-1 5 16,-1 0 5-16,-1 0 6 0,-3 0 11 0,1-1 3 0,-1 1 5 15,-2 1 6-15,0 2 4 0,-4 0 3 0,-1 1 10 0,-1-2 4 0,-3 2 7 16,0 0 8-16,-3-1 4 0,-2 0-2 0,-1 0 0 0,-3 1-2 0,-1-1-10 16,-3 0-7-16,-1 1-9 0,-3-1-11 0,-1 0-3 0,-3-3-3 15,-2 1-3-15,-2 0-3 0,-2 1-6 0,-2 0 3 0,-3 1-10 0,-3 0-1 16,-3 1 3-16,-4-1-3 0,-2 3 9 0,-5 1-7 0,-4 1-6 16,-3-1-4-16,-6 1 2 0,-2 0 0 0,-3 0-4 0,-4 1-2 0,-2-1-13 15,-4-1-14-15,-2 1-10 0,-2 0-14 0,-3-1-10 0,1 1-18 0,0-2-27 16,-2-1-35-16,1-1-60 0,-2-3-87 0,-1-1-139 0,0-3-121 15,-5-3-143-15</inkml:trace>
  <inkml:trace contextRef="#ctx0" brushRef="#br0" timeOffset="203598.88">19790 14024 7 0,'-9'22'10'0,"-2"0"-1"0,-3 5 4 0,2-2 4 15,2-4 2-15,1 0-2 0,-1-1-5 0,0 0-1 0,0-1 2 0,1-1 1 16,0-2-1-16,1-1-2 0,2 0-7 0,0-1 1 0,0-2-2 15,1-2-1-15,0-2 2 0,0-2-2 0,0 0 0 0,1-2-3 0,0 0-1 16,0 0-2-16,0-1-1 0,-1-1-2 0,1 1 1 0,1 0-3 0,0 0 0 16,-1 0 1-16,1 0-1 0,-1 1 0 0,0-2-3 0,0 2 0 15,0 1-1-15,1-1 0 0,-1 0 3 0,0 0 4 0,0-1 2 0,-1-1 3 16,1 0 1-16,-1 0 3 0,2 0 2 0,-2-1 1 0,0-1 0 0,0-1 1 16,0 0-1-16,-1-1-1 0,1-1-1 0,-1 0-1 0,1-1 0 15,0-1 0-15,0 0 0 0,1 0 0 0,0 1 0 0,1-2-1 0,0 1-1 16,1 0-1-16,0 1-1 0,0 2 0 0,1-2 0 0,1 0 0 15,-1-1-2-15,1 0 1 0,-1-1 0 0,1-1-1 0,0 1-1 0,0 1-8 16,0-1-5-16,1 0-7 0,-1 2-2 0</inkml:trace>
  <inkml:trace contextRef="#ctx0" brushRef="#br0" timeOffset="203798.88">19564 14168 17 0,'5'-2'13'16,"0"-2"-2"-16,3 1-5 0,-1 0 2 0,1 1-1 0,0 0-1 0,-1 1 1 16,2 0-4-16,2 2 0 0,1 0-2 0,1 0 0 0,1 0 1 15,1-1-1-15,0 1 2 0,1 1-2 0,-1 0 1 0,0 2 1 0,1 0-1 16,0 1 1-16,0 1-2 0,1 2 2 0,1 2 0 0,1 0-2 0,-1 3 2 16,1 1-2-16,0 1 1 0,-1 0 0 0,0 1-1 0,1 1-2 15,0-1-2-15,1-1-2 0,-1 2-2 0,-1-1-3 0,1 1-21 16,0-1-7-16</inkml:trace>
  <inkml:trace contextRef="#ctx0" brushRef="#br0" timeOffset="-207413.67">6312 15907 1528 0,'-8'6'644'0,"-2"0"-429"0,-1 1-127 0,1-2-58 0,3-2-33 16,1 0 3-16,0-2-8 0,2 0-28 0,-1 0-9 0,1-1-25 0,2 0-21 15,-2-1-23-15,1 0-55 0,0-2-48 0,0 2-56 0,1-1-17 0,0 0 43 16,0 1 69-16,0 0 79 0,1 0 68 0,-1 1 42 0,-2 0 22 16,0 0 3-16,0 1 0 0,-1 0-11 0,0 0-8 0,-1 1-6 0,-1-1-15 15,0 1-17-15,0-1-20 0,1 1-26 0,-1 1-15 0,0-1-10 0,1 2-6 16,1-2 14-16,0 2 17 0,2 0-51 0,-1 0-4 0</inkml:trace>
  <inkml:trace contextRef="#ctx0" brushRef="#br0" timeOffset="-206493.82">5503 14505 1564 0,'-15'-5'657'0,"-2"-2"-471"0,-3-3-116 0,2-1-56 0,4 0-13 0,2 1 4 16,3-1-5-16,3 2 2 0,0-2-7 0,2 0-9 0,2 0-5 15,2 0-16-15,2 1-19 0,3-2-2 0,2 0-8 0,3-2 3 0,3 0 18 16,3-1 10-16,2-1 10 0,0-1 16 0,3 0 2 0,0 0 1 0,0-1 5 15,3 0 4-15,0 0-2 0,1 0 4 0,4-1-4 0,2 0-1 16,3-1 7-16,1-1-5 0,3 1 1 0,5-1-1 0,0-1 0 0,4 2-2 16,1-1 1-16,1 1-8 0,2 3 2 0,1-1 6 0,3 0-3 15,-1 2 6-15,3-1-2 0,-1 0-1 0,1 2-6 0,3 0 5 0,-2 1 4 16,3 0-1-16,0 1 4 0,1 2-6 0,1 0-6 0,1 4 4 0,1 0-1 16,0 2 2-16,0 3 1 0,1 2-2 0,0 2 9 0,0 1 1 15,1 3-4-15,-1 0 2 0,0 3-8 0,0 2 5 0,0 3-1 0,0 2-3 16,0 0 0-16,0 3-2 0,-3 3-3 0,-1 1-7 0,-3 2 13 15,-1 2-12-15,-3 1 4 0,-2 3 0 0,-5 0-11 0,-4 3 4 0,-3-1-3 16,-4 1-2-16,-4 1-4 0,-3 1-5 0,-5 2 0 0,-2-1 4 0,-4-2 3 16,-5 1 8-16,-4-1 3 0,-3 0 20 0,-6-1 15 0,-3 1 13 15,-4-3 7-15,-5 1 6 0,-3-2-3 0,-6-1-1 0,-3 2 7 0,-3-3-14 16,-4 0 1-16,-3-2-2 0,-6-2 9 0,-2-2 2 0,-4-2 2 0,-3 0-4 16,-5-1-11-16,-4-2 8 0,-2-2-13 0,-3-2 13 0,-3-3 1 15,0-3-6-15,0-1-3 0,-3-3-5 0,0-3-3 0,-1-1 0 0,-1-1 18 16,2-3 1-16,0 0 14 0,1-2 9 0,4 0 6 0,2-2 0 0,3 1-4 15,5-1-10-15,3-1-10 0,2 1-8 0,3-1-11 0,0 0-11 16,5 0-6-16,1 2-5 0,2 0-3 0,5 0 1 0,1 2-10 0,3 0 0 16,2 2 0-16,2 1 1 0,3 1-3 0,1 0 0 0,2 0-3 15,3 1-13-15,2 0 1 0,0 1 1 0,2 1-7 0,1-1 2 0,2 1 0 16,-2 0-9-16,2 0 3 0,-2 2 12 0,1-1-12 0,0 1 3 0,1-1-1 16,3 1-1-16,-2 0 11 0,2-1 2 0,-1 2 5 0,0-2 1 15,2 0-4-15,0 1 3 0,0-2 1 0,1 1-1 0,-1 1 4 0,1-2-7 16,0 2 7-16,0-2-3 0,1 1 1 0,0 1 2 0,2-1-13 15,-1-1 3-15,0 0-5 0,1 1-5 0,-1-1-3 0,2 1-10 0,1 0-10 16,-2 1-5-16,2 0-6 0,1 1-6 0,1 1-11 0,1 1-16 0,2 1-17 16,0 0-31-16,2 2-33 0,2 1-35 0,2 1-65 0,3 1-86 0,1-1-64 15,1 3-11-15,1 2 90 0,1 1-83 0</inkml:trace>
  <inkml:trace contextRef="#ctx0" brushRef="#br0" timeOffset="-206144.82">7812 17042 1073 0,'-6'3'523'0,"0"0"-329"0,-2 0-144 15,-1-1-69-15,3-2-45 0,1-1-59 0,0-1-58 0,1 0-60 0,2 0-15 16,-1-1 40-16,2 1 43 0,1 0 44 0,1 1 23 0,1-1-33 0,0-1-36 16</inkml:trace>
  <inkml:trace contextRef="#ctx0" brushRef="#br0" timeOffset="-205960.82">7596 16967 629 0,'-3'5'227'15,"-1"0"-87"-15,-1 0-60 0,0-2-34 0,0 0-22 0,1 0-10 0,0 0-19 16,0-1-33-16,0 1-33 0,1-2-37 0,0 0-30 0,1 0-14 16,0 0-9-16,0-1 17 0,2 1-45 0</inkml:trace>
  <inkml:trace contextRef="#ctx0" brushRef="#br0" timeOffset="-205760.82">7612 16838 1101 0,'-3'3'441'0,"0"0"-227"0,-1 2-122 15,0-2-63-15,0-1-31 0,2 1-21 0,0-2-31 0,-1 0-52 0,2 0-44 16,1-1-38-16,0 0-31 0,1-2-10 0,0 1-5 0,1-1 15 0,1-2 45 16,0-2-67-16</inkml:trace>
  <inkml:trace contextRef="#ctx0" brushRef="#br0" timeOffset="-205625.82">7772 16502 233 0,'2'-2'137'0,"0"0"9"0,-1-1 6 0,0 2 5 16,0 0 0-16,-1 2-16 0,0-1-29 0,0-1-33 0,0 1-32 15,1-1-21-15,0 0-10 0,-1 1-13 0,2 0-1 0,0 0 0 0,-1 1 0 16,1-1-2-16,-1 1-7 0,1 0-9 0,1 0-15 0,0 2-10 0,1-1-27 16,0 0-37-16,1 1-41 0,0 1-23 0,1 0 0 0,2 0 3 15,-1 2 27-15,2 1-5 0,0 2-46 0</inkml:trace>
  <inkml:trace contextRef="#ctx0" brushRef="#br0" timeOffset="-200470.86">18589 16453 1290 0,'-1'7'283'0,"0"3"-120"15,0 3-8-15,0-3-28 0,-1 0-50 0,-1-1-66 0,0-2-54 16,-1 1-31-16,1-2-28 0,1-1-33 0,-1 0-35 0,0-2-44 0,0-1-41 16,1 0-13-16,1-2 10 0,0 0 47 0,1-2-1 0,1-1 53 0</inkml:trace>
  <inkml:trace contextRef="#ctx0" brushRef="#br0" timeOffset="-200186.86">24089 16000 2224 0,'13'24'1059'0,"-1"-1"-939"0,2 6-73 16,-4-4-30-16,-5-4-8 0,-1-1-22 0,-4-3-29 0,-3-1-36 0,-3-3-53 15,-3-3-26-15,-1-2-39 0,-3-2-70 0,-1-2-152 0,0-1-199 16,-1-1-22-16,-2-3-82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33:11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19296 6936 2711 0,'-25'-17'83'0,"-1"-2"-36"0,-3-5-42 0,3 5-4 0,7 5-11 0,1 0-10 16,2 3-11-16,1 1-17 0,4-1-7 0,2 0-1 0,2 1 0 16,2 0-6-16,2 0-4 0,3 0-8 0,2 0-4 0,4-2 0 0,3-1 11 15,5-2 13-15,4 0 11 0,4-3 13 0,4-2 12 0,4-1 6 0,2-2 5 16,6-1 5-16,3 0 4 0,6-1-1 0,5 1 5 0,5-3-1 16,6 0-2-16,4-1 0 0,8-1-2 0,3 1-1 0,4 0 3 0,4 1 4 15,3-1 1-15,3 4-3 0,2 2-5 0,0 4-2 0,1 4 2 16,-3 5-1-16,2 3-1 0,-1 5 0 0,-2 6-7 0,-1 3 2 0,-3 6-5 15,-5 6-2-15,-3 5-3 0,-2 5-6 0,-6 4 8 0,-3 6-2 0,-2 3 5 16,-5 5 4-16,-5 4-10 0,-4 5 2 0,-7 2-1 0,-5 2 3 16,-6 2 4-16,-6 0 0 0,-7 2-2 0,-6 0 10 0,-8 1-2 0,-4-1 6 15,-7 1 10-15,-5 2-2 0,-8 2 6 0,-7 1-2 0,-6 2 2 0,-8-1-4 16,-4 4 9-16,-7 1 3 0,-4 1 2 0,-5 1 2 0,-7 1-6 16,-2 1-1-16,-2-1-6 0,-3-1-6 0,-1-2 1 0,1-2-5 0,-1-6 5 15,1-1 7-15,3-5-1 0,0-6 1 0,4-4-3 0,4-5-1 16,4-7 2-16,4-4 1 0,3-5-5 0,4-6 6 0,2-3-4 0,5-5-6 15,5-5-4-15,1-6-13 0,4-3-31 0,2-3-37 0,3-4-58 0,6-2-63 16,2-5-86-16,5-6-71 0,5-6-344 0</inkml:trace>
  <inkml:trace contextRef="#ctx0" brushRef="#br0" timeOffset="320.99">23719 6058 2126 0,'33'-8'-6'0,"6"1"-32"0,14 1-13 0,2 5-3 0,1 3-12 0,4 2-5 15,3 4-12-15,4 1-12 0,3 2-18 0,4 2-17 0,2 2-24 0,3 2-13 16,3 4 6-16,0 1 16 0,2 4 38 0,2 0 36 0,-1 2 32 16,1 0 19-16,-1 1 20 0,-3-1 12 0,2 1 5 0,-3 0 9 0,3 2 2 15,-1 1 0-15,0 0 1 0,1 2 4 0,-4-1 6 0,-3 1 8 16,-2 2 6-16,-3-2 12 0,-3 1 1 0,-1-4 1 0,-4 2 8 0,-2-1 5 15,-3 0 6-15,-4 2 7 0,-2-2 5 0,-3 1-13 0,-4-2 5 0,-3 0 1 16,-5-1-1-16,-5 2 4 0,-3 0-9 0,-3 0-10 0,-6 0-10 0,-2 1-7 16,-3 1-12-16,-4 3-9 0,-3 0-7 0,-4 1-12 0,-5 2-2 15,-4 1-7-15,-6 1-8 0,-3 4-4 0,-7 1-10 0,-4 2-6 0,-5 1 0 16,-7 1-13-16,-6 1-8 0,-6 3-19 0,-5-1-31 0,-6 0-24 16,-5-2-38-16,-3-2-54 0,-6-3-48 0,-2 0-49 0,-3-1-38 0,-4-4-217 15</inkml:trace>
  <inkml:trace contextRef="#ctx0" brushRef="#br0" timeOffset="2214.98">18260 8362 991 0,'-1'-2'165'0,"-1"-1"-109"0,1-2-63 0,1 1-32 16,1-1-27-16,0 0-28 0,1 1-24 0,0 0-8 0,1-1 4 15,0 1 15-15,1-1 17 0,1 1 14 0,-1 0 3 0,0-1 4 0,0-1 9 16,-1 0-25-16,0 0 32 0</inkml:trace>
  <inkml:trace contextRef="#ctx0" brushRef="#br0" timeOffset="2720.91">18299 8272 115 0,'1'-12'93'0,"-1"5"3"0,-1 1 8 0,-1 1 12 16,0 1-19-16,0 0-21 0,-1 0-15 0,0 1-13 0,1 0-11 0,0 0-6 16,-1 0-15-16,1 0-3 0,0 0-7 0,0 0-5 0,-1 1 3 15,1-1-3-15,0 0 0 0,1-1-1 0,0 0 1 0,-1 1 2 0,1 0 1 16,-2 0 6-16,2 0 5 0,-2 1 7 0,0-1 11 0,1 1 8 0,-2 0 7 16,0 0 6-16,1 0 3 0,-1 1-3 0,-1 0-2 0,1-1-8 15,0 1-6-15,-1 0-3 0,1 0-6 0,-1 1 2 0,1-2-2 0,0 1-2 16,0 1 4-16,-1-1-1 0,0 0-3 0,1 1 6 0,0-1-1 0,0 1-1 15,-1-1 2-15,0 0-1 0,2-1 4 0,0 1 1 16,1-2 7-16,2-1 4 0,0 0 3 0,2-1 6 0,1-1-6 0,1-1-6 0,3-2 0 16,1-1-8-16,2-1 5 0,2-1 7 0,3-2 1 0,3-1 7 0,2-1-4 15,1 1-3-15,2-2-12 0,3 0-4 0,-1 0-4 0,3 1-12 16,-1 1 1-16,1 0-4 0,1 0-9 0,1 3 2 0,-1-1-6 0,-1 3-5 16,-2 1-1-16,-1 2 4 0,-1 1-8 0,-1 2 0 0,0 0 2 0,-1 0-7 15,-2 1 8-15,-1 0 0 0,-2 1-1 0,-2 1 1 0,0 0-2 16,-2 1 1-16,-2 0-4 0,-3 0-2 0,-1 0-3 0,-2 1-1 0,0-1 2 15,-2-1-7-15,0 0 2 0,-2-1-17 0,-1 0-15 0,-1-1-13 0,-1-1-22 16,-1-2-14-16,-1 0-14 0,0-2-15 0,0-1-14 0,-1-1-6 16,-1-2 13-16,-2-2 4 0,1-1 2 0,-2 1 9 0,2-1-1 0,-1 0 11 15,-1-1 26-15,3 1 14 0,-3 0 17 0,1-1 11 0,1 1 11 16,0 2 8-16,1-2 6 0,0 2 8 0,0-2 7 0,0 0 7 0,1 2 10 16,0 0 10-16,0 1 13 0,0 1 15 0,1 1 17 0,0 1 11 15,1 1 7-15,1 0 1 0,0 1-6 0,1 0-3 0,0 2-13 0,2 1-14 16,0 1-13-16,2 0-14 0,1 1-13 0,1 0-5 0,2 2-7 0,1 0-1 15,0 1-2-15,3 1 0 0,2 1-1 0,1 1 0 0,2-1-3 16,0 2 1-16,3 0-4 0,0 0-6 0,0 1-1 0,4 0-6 0,0 0-2 16,0 0-1-16,2 0-5 0,0 0-3 0,1 1-3 0,-1 2-5 0,-3-1-1 15,0 0 1-15,-2 2 4 0,0-2 8 0,-1 2 8 0,1 1 8 16,-2 0 5-16,0-1 2 0,-2 0 5 0,-2-1 3 0,-1 2 3 0,-1 1 6 16,-1 2 4-16,-1 0 0 0,-1-2 0 0,-2 2 5 0,0 0-3 15,0 0-1-15,-2 2-5 0,-1 0-6 0,0 1-4 0,-1 0-4 0,0-1-11 16,-1 0-19-16,-1 0-48 0,0 0-69 0,-1 0-84 0,-1 2-155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31:33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6218 4742 2360 0,'-16'-18'-17'0,"-1"-2"10"0,-5-5-4 0,3 6-20 0,4 1-36 16,-1 1-48-16,-2 1-33 0,-2-1-16 0,0-1 2 0,0 1 30 15,-2 1 23-15,0-1 19 0,-3 1 26 0,-1 1 11 0,-5 1 18 0,0 0 5 16,-2 1 3-16,0 1 4 0,-2 2-1 0,-1 2-1 0,-3-1 0 16,-1 2 1-16,0-1 5 0,-2 2 4 0,-2 2 6 0,0 0 4 0,-1 2 3 15,-1 1 6-15,0 0 1 0,-2 1 7 0,-1 0 5 0,1 2 7 0,-2 1 5 16,3 0 2-16,-2 1 7 0,1 0 3 0,1 0 4 0,-1 0-2 0,1 1-4 15,1-1-9-15,-1 0-5 0,0 1-4 0,0 0-2 0,0-1-6 16,-1 1 1-16,-2 2 3 0,-1 0 0 0,2 2 9 0,-2 0 6 0,0 1 2 16,-2 1 3-16,0 0-2 0,-2 2-5 0,0 0 0 0,-1 0-2 15,0 0 3-15,-1 1-7 0,-1 2-3 0,2 0 0 0,-2-1-10 0,0 2-2 16,1 1-1-16,-1 2-7 0,1 1 6 0,2 3 1 0,-1 2 2 0,1 2 1 16,2 1 2-16,1 1-2 0,2-1 0 0,4 4-2 0,0-1 5 15,2 5-1-15,2 2-2 0,3 0-3 0,1 3-5 0,2 0 0 0,2 2 1 16,3 4 4-16,0 1-5 0,4 3 0 0,-2 0-3 0,3 1-3 0,1 0 4 15,3 0 2-15,2 0-2 0,2-1-7 0,3 1 10 0,3-3-4 16,2 0 4-16,3 0 8 0,2-2-13 0,2-2 2 0,3 1-3 0,3-1-5 16,2 1-3-16,2-1-1 0,3-1 0 0,2 0 3 0,3 2 5 15,3 0 9-15,2 0-2 0,5-1 0 0,2 1-1 0,2-3-12 0,1-2 2 16,0-1 1-16,5-2-4 0,1 0 10 0,3-1-7 0,4-2 11 16,3-3 10-16,2 1-3 0,4-3 9 0,3 0-7 0,2-3-2 0,3-2 4 15,1-2-7-15,3-4 4 0,1-1 11 0,2-1-4 0,3-2 3 0,2 0 0 16,2-3-17-16,-1-2-2 0,3-2-1 0,0-3 2 0,3-3 0 0,0-2 13 15,2-1 8-15,1-1-6 0,0-4-2 0,1-2-5 0,0-2-5 16,-4-4 5-16,1-4-6 0,1-1-2 0,-2-3 6 0,2-2-2 0,-1-2 3 16,-2-4 3-16,-2-2-13 0,-1-3 10 0,1 0 4 0,-1-3-2 15,-3-1 8-15,0-4-4 0,0-2 7 0,-3-2-4 0,-1-2 9 0,-1 0-2 16,-4-3-3-16,0-1-4 0,-3-2-3 0,-2-2 5 0,-1-1-2 0,-3 0 5 16,-2-1 4-16,-1-2 3 0,-6 0 15 0,-1-2-5 0,-3-1 2 15,-3 0-11-15,0-1 1 0,-5 0 1 0,-3-1-1 0,-5 1 3 0,-5-3-5 16,-3 1-8-16,-5 0-8 0,-5-2-3 0,-4 2-11 0,-5 1-5 0,-6-2-3 15,-5 3-2-15,-7 1 1 0,-5 1 0 0,-5 1-1 0,-8 3-3 16,-7 3-14-16,-5 2-11 0,-6 5-1 0,-4 1-3 0,-6 5 6 0,-4 3 1 16,-5 3-3-16,-4 6-10 0,-6 4-10 0,-6 6-30 0,-4 3-29 15,-4 6-41-15,-3 4-64 0,-3 6-121 0,-4 6-219 0,-9 7-240 0</inkml:trace>
  <inkml:trace contextRef="#ctx0" brushRef="#br0" timeOffset="4019.99">19926 8155 528 0,'-2'-1'28'0,"0"1"-18"0,1 0-9 15,2 1-7-15,1 1-2 0,1 0 2 0,2 0 2 0,0 0 3 16,1-1 1-16,2 0-1 0,-1 1 1 0,0 0 0 0,0-1-1 0,0 1 0 16,1 0 1-16,1 0 0 0,0 0 1 0,0 1 1 0,1 0 1 15,-1-1 0-15,1 1 0 0,2 0 1 0,0 0-3 0,1 0 2 0,1 0-6 16,0 0 3-16,3-1 2 0,1 0-1 0,1 0 6 0,2 0 0 0,2 2 1 16,1-1 3-16,3 0 5 0,0-1 5 0,3 1 4 0,3-1 2 15,3 0 1-15,0-1 5 0,4 0 3 0,-1-1 4 0,2 0 3 0,3 0-4 16,2 0 2-16,1-1-5 0,0 0 2 0,0-1 1 0,3 0 2 0,-2 0 6 15,0 0-1-15,3 0 2 0,-3 0-2 0,0 0 6 0,0 1 1 16,-3-1 4-16,-1 1-1 0,2 0-3 0,-1 1-2 0,0-1-7 0,0-1-14 16,2 1-8-16,-2-1-13 0,-2 0 3 0,0 0-11 0,1 0 2 15,-1 0-1-15,0 0-8 0,-1 1 5 0,-3-1-5 0,0-1 1 0,0-1 1 16,-2-1 2-16,1 0 3 0,-3-2 0 0,-1 0 3 0,1-1 3 0,-3 1 0 16,2-3 4-16,-3 0 3 0,-1 0 6 0,-2 0 4 0,-2-1 4 15,-1 1 8-15,1-1 6 0,-2-1 8 0,-2-1 10 0,0 1 4 0,-3-1 6 16,-1 0-7-16,-2-1-1 0,-1-2-4 0,-1 1-2 0,-4-3 1 0,-1-1-1 15,-2-1 0-15,-3 1-10 0,-2-3-4 0,-3 0-11 0,-3 0-14 16,-2-1-9-16,-2 1-6 0,-3-1-13 0,-4-1-5 0,-3 1 1 0,-2-2-1 16,-1 2 2-16,-5-1-6 0,-1 0-4 0,-5 4 5 0,0-2-3 15,-4 0 5-15,-1 3-3 0,-4-2-4 0,-5 2 6 0,-2 1 8 0,-3-1 4 16,-2 0 2-16,-1 2 4 0,-2 0 3 0,-1 0 1 0,0 1 10 0,0 1 3 16,0-2 0-16,-1 0-3 0,1 1 2 0,0 2-10 0,-2-1 2 15,1 2-1-15,1 1-6 0,1 1 12 0,2 3-8 0,0 1 4 0,1 2-3 16,0 1-4-16,1 3 1 0,2 2-8 0,0 2 5 0,-2 1 2 0,1 2-2 15,-1 1 6-15,2 1-6 0,3 4-4 0,1 1 5 0,1 1 2 16,-1 1 1-16,2 1 4 0,1 3-5 0,1 2 0 0,1 2 0 0,1 4-1 16,-1 3-1-16,2 5-1 0,1 2 2 0,1 2-8 0,3 2 4 15,1 1 0-15,3 1-2 0,2 3 5 0,4 0-6 0,3 0 1 0,2 1-4 16,4-1 0-16,1-2-3 0,3-1-8 0,3-2-33 0,1-4-58 0,3-2-74 16,1-1-120-16,3-5-147 0,1-2-86 0,1-5-151 0</inkml:trace>
  <inkml:trace contextRef="#ctx0" brushRef="#br0" timeOffset="38097.46">26350 9247 1840 0,'-3'-18'381'15,"0"1"-326"-15,2-3-34 0,0 8-32 0,2 1-2 0,1 2 2 0,1 1 5 16,1-1 0-16,0 1-1 0,0 2-17 0,-1 1-11 0,-1 1-19 0,0 0-17 16,0 2-9-16,-1 1-3 0,0 0 16 0,-1 1 20 0,1 0 22 15,-1 0 14-15,0-1 3 0,1 0-7 0,0 0-7 0,1 0-13 0,-2 1-1 16,3-1 1-16,0 0 4 0,1 1 14 0,1-1 2 0,1-1 10 0,1 1 10 15,1-1 10-15,1 0 2 0,1-1 8 0,-2 0-2 0,3 0-1 16,-1 0-2-16,2 0-1 0,0 1-2 0,0-1 2 0,0 0 6 0,0 1 1 16,0 0 3-16,2 1 3 0,-2-1-5 0,0 1-2 0,1 1 4 0,0 0-3 15,0 2 4-15,0 1 2 0,0 0-1 0,0 2 3 0,-1 0-4 16,2 0-2-16,-1 1-5 0,1 2-5 0,0 0-7 0,0 1-2 0,-2 1-5 16,-1 1 2-16,0 1-1 0,-1 1-5 0,1-2 5 0,-1 0-8 15,-1 2 3-15,0 0-1 0,-1 0 0 0,0 1 3 0,0-2-7 0,-1 2 5 16,-1-1-2-16,0 0-5 0,-1 1 2 0,-1-2-2 0,0 1-3 0,-1 0-2 15,-1-1-2-15,-1 0 2 0,0-1 2 0,-1 2 5 0,-1-1-1 16,-1-1 3-16,0 0-3 0,-1-3-4 0,-1 1 0 0,-1-2 6 0,-2-1 0 16,1 1 8-16,-1-1 5 0,-2-1-4 0,1 0 5 0,-1-1 0 0,0 0 3 15,-1-2-1-15,-3-1 1 0,0-1 7 0,0 0 0 0,-1-2 4 16,0 0-1-16,-3-3-6 0,-2 0 0 0,2 0-2 0,-4-2 2 0,2 1 7 16,0 0 3-16,-2-2 2 0,2 0-1 0,0-1-3 0,-1-1 0 0,0 0-4 15,2 0-3-15,0 2-4 0,0-1-5 0,1 2 0 0,2 1-1 16,0 0-2-16,1 0-1 0,2 2-10 0,0-1-1 0,2 1-2 0,0 1-1 15,1 1 1-15,1-1-1 0,1 2-10 0,0-1-10 0,2 1-16 16,0 1-19-16,2 0-30 0,-1 0-37 0,0 0-53 0,0 0-72 0,1 0-97 16,-1-1-103-16,0 1-187 0</inkml:trace>
  <inkml:trace contextRef="#ctx0" brushRef="#br0" timeOffset="38965.46">19799 10371 905 0,'2'-11'151'0,"2"1"-76"0,2-1-14 0,2 4-28 15,2 0-16-15,2 2-4 0,0 1-5 0,4-1-5 0,1 3-1 0,2 0 0 16,1 1-2-16,1 1 5 0,1 0-7 0,-2 1 2 0,1 1 2 16,1 0-2-16,-1 1 1 0,1 1 0 0,-2 1-1 0,0-1 1 0,-1 1-1 15,-2 0 2-15,-3 0-2 0,0 0 2 0,-2 0 2 0,-1 2-4 16,-1-1 5-16,-3 2 0 0,1 1 0 0,-2 1 4 0,-2 1-6 0,-2-2 5 15,-1 1 2-15,-2 1-4 0,-2-1 2 0,-2 0-5 0,-1 0-2 0,-1 0 5 16,0 1-5-16,-2 1 4 0,-1 0 1 0,-2 0-4 0,-2 0 4 16,1 0 1-16,-3 1-3 0,-1-1 2 0,0 0 3 0,1-2 3 15,-2-2 9-15,2-1 6 0,-1 0 5 0,2-1 4 0,-1 0-1 0,1-2 1 0,-1 1-5 16,2-2 2-16,-1 0-2 0,0 0-1 0,1-2 4 0,1 0-1 16,1-1 4-16,0-1 3 0,0-1-7 0,0 0 4 0,1-1-8 0,-1-1-3 15,1-1 1-15,-1-1-12 0,1-1 5 0,-1-1-4 0,0 0-3 16,2 0-5-16,0-1-8 0,3-1-4 0,0 0-9 0,4-1-7 0,1 1-8 15,2 1-17-15,2-2-3 0,2 0-12 0,3-1-11 0,4-1-11 0,3 0-24 16,3 0-18-16,4-2-16 0,3-2-14 0,1-2-12 0,6-1-26 16,3 0-26-16,6-2-226 0</inkml:trace>
  <inkml:trace contextRef="#ctx0" brushRef="#br0" timeOffset="40043.69">26292 10334 546 0,'-1'-4'184'16,"-1"1"-147"-16,1-1-43 0,-1 1-26 0,1 1-10 0,1 1-1 0,0 0-1 15,0 0-3-15,0 1-11 0,0 0-2 0,0 1 1 0,-1 0 4 0,1 1 10 16,-1-1 8-16,0 2 10 0,1-1 11 0,-1 1 8 0,0-1 6 16,1 1 6-16,0-1 0 0,0 0 4 0,0 1 0 0,0-1 0 0,1 1 3 15,-1-1-4-15,1 0 1 0,1 0 1 0,-1 0 1 0,2 0 6 16,0-1-1-16,0 0 4 0,1 0 4 0,1-1 3 0,-1 0 10 0,2 0 5 15,-1-1 9-15,1 0 4 0,0-1 6 0,1 0 0 0,0-1-3 16,0 2 0-16,0-1-3 0,1 0 6 0,-1 0 4 0,0 0 2 0,1-1-1 16,1 1-9-16,1 0-4 0,0 0-7 0,2 1-8 0,-1-1-8 0,2 0-11 15,1 1-5-15,0 0-2 0,0 1-9 0,-1-1 5 0,2 2-5 16,0-1-2-16,1 1 3 0,-2 1-4 0,0 0 3 0,1 0-4 0,-1 1 0 16,0 0 2-16,0 1-3 0,-1 0 1 0,0-1-2 0,1 0-3 0,-1 1 3 15,0 0-1-15,1 1-2 0,-2 2 2 0,0 0-7 0,1 1 3 16,0 2-1-16,-1 0 3 0,-1 0 3 0,-1 2-2 0,-1-1 4 0,1-1 1 15,-1-1 0-15,-1 1 1 0,1-1-1 0,0 1 1 0,-1 0 3 0,-2 1-3 16,1-2 6-16,-1 1-3 0,-1-1 4 0,1 1 0 0,-2 1-1 16,-1-2 1-16,0 3 0 0,-1-1 1 0,0-1-1 0,-2 2 3 0,1-1-1 15,-1 1 5-15,-1-1-1 0,0-1 2 0,-1 1 2 0,-1 0 3 0,0 0 3 16,-1-1 1-16,-1 0 0 0,-1-2-5 0,0-2 2 0,0 0 0 16,-2 0-6-16,1 0 2 0,0 1-6 0,-1 0 2 0,0-1-2 0,0-1 2 15,0 0 1-15,-1-1-8 0,1 0 2 0,-2-1-3 0,-1 0 0 16,0-2 3-16,0 0-1 0,0 0 4 0,0 0 0 0,-1-2 1 0,-1 1-4 15,-1-1 5-15,1-2 5 0,1 1 5 0,-1-1 3 0,2 1-4 0,-1-2-5 16,0 0-4-16,1-1 0 0,-2-1-1 0,1-1-5 0,-1 0 1 16,0 1 14-16,1-1-9 0,-1 1 8 0,-1 0 0 0,1-1-11 0,1 1 8 15,2 0-5-15,0 0-4 0,0 0 1 0,1 1-3 0,0 0 3 16,1 0-3-16,0 1 1 0,1 0-4 0,-1 0 0 0,2 1 3 0,-1 0 2 16,2 1-1-16,0-1 1 0,0 1 1 0,1 0-8 0,0 0 9 0,1 1-9 15,2 0-2-15,-2-1-2 0,3 0-2 0,-2 1 8 0,0 0 0 16,0 0 4-16,0-1-4 0,1 1 2 0,1 0-5 0,0-1 8 0,0 0 0 15,0 0-6-15,-1 0 4 0,1 1-4 0,0 0 3 0,1-1 4 0,-1 1-6 16,1 0 4-16,-1 0-11 0,1 0 0 0,0 0 7 0,-1 0-4 16,1 1 0-16,-1 0-1 0,0-1-4 0,1 1 1 0,0 0 3 0,0 0-2 15,0 0-3-15,-1 1-2 0,1-1 3 0,-1 0-6 0,0 0 6 16,0 0-7-16,0 1-7 0,0 0-3 0,0 0-5 0,0 0-7 0,-1-1-8 16,0 1-7-16,0 0-21 0,0-1-13 0,0 0-22 0,-1 1-38 0,0-1-49 15,0 1-81-15,-1 1-85 0,-1-2-206 0</inkml:trace>
  <inkml:trace contextRef="#ctx0" brushRef="#br0" timeOffset="50651.85">23582 11393 208 0,'2'-6'90'0,"2"0"-12"0,1-2-7 0,1 1-1 0,-1 2-6 15,0 0-9-15,0 1 1 0,0 1-6 0,0 0-6 0,0 0-1 16,0 1-10-16,1-1-8 0,0 1 5 0,1 0-7 0,1 0 1 0,0 0 1 16,1 0-5-16,2 0-1 0,0 2 1 0,2-2-3 0,2 2 7 0,1-2 3 15,0 1 2-15,2-1 3 0,2 0 2 0,0 1 0 0,3-1-2 16,1 1-3-16,0 0-1 0,2 0 3 0,0 0 2 0,3 1-3 0,0 0-8 16,1 0-2-16,0 1-3 0,1 1-1 0,0 0 3 0,3 0-7 15,-1 1 2-15,2 1 1 0,-1-1-3 0,0 1 5 0,0 0-2 0,0 0-6 16,-1-1 0-16,0 0 0 0,-3-1 0 0,0 1 10 0,1 0 4 15,-1-1-3-15,0 0 6 0,1 0-2 0,-2-2 5 0,1 0 1 0,-2 0-4 16,-1-1-1-16,-2 1-2 0,1-2-4 0,-1 1-1 0,0-1-7 0,-1 0 0 16,-3 1-7-16,-2-1 2 0,0 1-1 0,-2 0 2 0,1-1-4 0,0 1 7 15,-3 0-8-15,1-1-2 0,-2 1 5 0,-2 0-15 0,-1 0-1 16,-2 1-10-16,-1-1-5 0,-1 1-16 0,-2-1-13 0,-1 1-42 0,-2 0-60 16,-2-1-61-16,0 1-61 0,-1-1-24 0,-2 0-10 0,-2 0-67 15</inkml:trace>
  <inkml:trace contextRef="#ctx0" brushRef="#br0" timeOffset="50949.85">24815 10770 579 0,'6'-2'109'0,"1"0"-5"0,2 1-36 0,1 0-18 15,-2 2-3-15,4 0-6 0,-1 1-2 0,1 1-3 0,0 0-3 16,-1 0 1-16,0 1 0 0,1 1-4 0,1 2-7 0,1 0-2 0,0 2-9 16,1-1 0-16,0 1 1 0,0 2-4 0,0-1-3 0,2 3 2 0,0 1-4 15,1 0 0-15,0-1 5 0,1 3-4 0,0 0 1 0,-1 0 0 16,2-1-3-16,-1 1 5 0,-2 0 4 0,0 1 10 0,0-1 8 0,-2-1 11 16,-1-1 7-16,-2-2 2 0,-2-1 0 0,-2-1-1 0,-2 0-3 15,-2 0-1-15,-1 0-5 0,-2 0-6 0,-2 1-2 0,-2-1-7 0,-3 3-4 16,-3 1-2-16,-5 1-10 0,-3 1-5 0,-6 2-9 0,-6 0-10 0,-3 1-19 15,-4 2-34-15,-4 1-49 0,-4 1-86 0,-4 0-119 0,-5 2-126 16,-6-1-116-16</inkml:trace>
  <inkml:trace contextRef="#ctx0" brushRef="#br0" timeOffset="51900.85">18102 7478 1838 0,'-17'20'14'0,"0"10"22"0,-5 17-26 0,7 14-2 0,5 10-5 16,3 14-6-16,5 8 3 0,5 7-12 0,5 5-14 0,4 7-9 16,2 5-12-16,3 5-16 0,0 4 2 0,1 4-46 0,1 3-48 0,1 5-31 15,0 3-27-15,0 2 2 0,1 2 19 0,0 1 25 0,-1 3 42 0,2 3 43 16,0 3 30-16,1 4 20 0,-1 1 14 0,1 1 4 0,-3 2 8 15,-2-2 17-15,0-2 4 0,-1-3 7 0,0-3 9 0,-2-5-3 0,2-1 7 16,0-3 15-16,-1-1 8 0,2 0 9 0,0-3 0 0,0 0 0 0,0 1 2 16,0-2 6-16,0 1 14 0,-1 2 12 0,1-2 12 0,-1-1 5 15,-1-2 13-15,-3-6 12 0,0-4 4 0,-1-5 8 0,-1-4-9 0,-2-5-11 16,1-2-3-16,-4 0-3 0,1-2-7 0,-1-3-11 0,-1-5-20 0,1-4-15 16,-1-6-5-16,0-4-12 0,1-1 4 0,-1-3-4 0,2-2-17 15,-1-4 5-15,3-2-12 0,0-4-8 0,2-2-1 0,0-4-17 0,1-4 8 16,-1-1 4-16,1-5-9 0,1-2 4 0,1-3-7 0,0-5-6 15,1-1 6-15,1-4-2 0,0-4-12 0,0-1 8 0,1-5-5 0,2 0 4 16,2-4 10-16,1-2-20 0,2-3 8 0,0-3-13 0,3-1 5 16,1-3 2-16,-1-2-9 0,3-4 9 0,2-3-8 0,2-2 4 0,4-1 10 15,1-3-2-15,5-2 6 0,0-1-6 0,3-1 4 0,2-1 1 0,2-3-1 16,4 0 7-16,4-3-9 0,2-1 1 0,4 0 10 0,4-2 1 16,3 0-1-16,4-1-4 0,2 1 1 0,1-1 1 0,7-2-11 0,2 0 4 15,7 0-2-15,4-2 5 0,6-1 10 0,3 1-5 0,5-3-5 0,4 0-10 16,5 0 9-16,5-1-4 0,4 2-4 0,5-2 2 0,4 1-8 15,6 0 6-15,4 0 8 0,6 1-2 0,3-1 8 0,3 2-6 0,3 2-3 16,2 1 10-16,5 2 2 0,4 1 1 0,4 2-7 0,1 1-4 0,1 1 3 16,3 2-4-16,4 2 5 0,2 0 0 0,1 1-9 0,6 2 7 15,8 3-3-15,11 1-5 0,6 0-1 0,-7 1-1 0,-15 0-1 0,-13 0-1 16,-5 0 9-16,7-1 7 0,8 0 5 0,4 2 8 0,0-1 8 0,3 1 7 16,2 0 3-16,-3 0 11 0,-2-1-9 0,-8 0-1 0,-2-1 12 15,3 0-16-15,6 0 8 0,3-1-5 0,-3 0 6 0,-5 0 0 0,-5-1-3 16,-2-2-4-16,2 0-19 0,4 0 3 0,-2 0-5 0,-7 1-3 15,-10-1 13-15,-11 1 0 0,-10-1 4 0,-6 0-10 0,-6 1-14 0,-5 0-4 16,-3-1-2-16,-2 2-2 0,-5-1 0 0,-8 1 0 0,-7 2 0 0,-11 0-8 16,-55 0 16-16,7-1-14 0,-7 1-28 0,9 0-48 0,-8-2-70 15,5 1-59-15,-3-2-74 0,3 0-80 0,-6-1-115 0,-4-1-175 0,-3-3-398 16</inkml:trace>
  <inkml:trace contextRef="#ctx0" brushRef="#br0" timeOffset="52714.85">18789 5774 1736 0,'8'-13'60'0,"9"-3"-23"16,9-6-32-16,15 3-3 0,9-1 2 0,8 0 2 0,9 1 0 0,2-2 2 16,7 1-4-16,7 1-6 0,2-1 4 0,8 1 1 0,2 2-1 15,6 0 2-15,2 0 0 0,5 0 2 0,5-1 2 0,3 0-1 0,5-1 2 16,1 0 0-16,6 0 10 0,4-2 7 0,4 1-1 0,6 2 4 15,1-1-8-15,6 0 15 0,5-1 7 0,8-3 5 0,6-1-3 0,1 2-17 16,-1 3-10-16,-1 3-12 0,-1 2 3 0,5-1 3 0,5 0-6 0,2 0 10 16,3 2-4-16,-1 0 3 0,0 0 5 0,2 1-3 0,1 0 4 15,4 2 2-15,1 0 3 0,1 1 2 0,2 1-6 0,-2 2-4 0,-1 2 6 16,-1 1-2-16,1 1 2 0,2 3 0 0,1 1-10 0,-1 2 1 0,-1 1-7 16,-1 2 9-16,-2 1-2 0,-3 3-2 0,-2 0 8 0,-4 2-7 15,-4 1-7-15,1 1 4 0,-3 0 9 0,1 1 1 0,1 3 8 0,-3 2 0 16,-3 0-5-16,-6 3-6 0,-3-1 4 0,0 2-10 0,-3 2 10 0,0-1-2 15,-2 2-1-15,-1 2 1 0,-3 2-8 0,-3 1-3 0,-4 2-2 16,-5-2-2-16,-4 3-5 0,-2 1 3 0,-4 1-1 0,-3 4 3 0,-3 0-12 16,-5 2 4-16,-6 1 8 0,-7 0 0 0,-4 2 13 0,-5 1-3 0,-3 3-3 15,-5 2 0-15,-5 1-1 0,-8-1-2 0,-6-1-2 0,-5 1 1 16,-4 1-2-16,-6 2-1 0,-3 1 4 0,-5 1-2 0,0 1-4 0,-3 2 2 16,-4 3-3-16,0 2 3 0,-7 3 6 0,-1 3 1 0,-4 2-1 15,-2 2-6-15,0 2-1 0,-5 1-2 0,-1 4-1 0,-1 0-1 0,-5 4-1 16,-1 1-17-16,-3 3 7 0,-2 3-1 0,0 4 1 0,-3 1 11 0,1 1-1 15,-1 3-10-15,-3 0 2 0,-1 3 2 0,0 3 0 0,-1 3 4 16,0 0 1-16,-1 3-5 0,-1 0-2 0,1 4-1 0,-4 3-6 0,0 2 8 16,0 1-1-16,0 3 5 0,0 1-2 0,-2 1 4 0,1 3-2 15,1 0 3-15,0 5-1 0,2 3-2 0,-2 0 6 0,3 1-9 0,1 0 7 16,-1-1-1-16,3 0 2 0,0 5 6 0,1 0-10 0,2 4 1 0,1 0-1 16,1 1 4-16,4 6 13 0,0 8-2 0,4 3 7 0,2 4-14 15,0-8 11-15,3-10 2 0,0-7 3 0,1-6 14 0,-1 3-16 0,-8-71-1 16,4 20 17-16,0 1 1 0,3 18-4 0,0 0-5 0,3 20-28 0,0-1-7 15,3 19 12-15,1 0-2 0,0-3-4 0,-1 1-11 0,2-1-19 16,-2-1-38-16,0-2-80 0,0-1-126 0,-2 1-195 0,-1 5-358 0,-1 8-216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33:09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29549 9863 1032 0,'-4'-1'435'0,"-2"0"-358"0,-1 1-71 16,1 0-19-16,1 1-1 0,0 1 13 0,1-1 10 0,0 1 3 0,1 0-3 16,0-1-13-16,0 1-8 0,1 1-8 15,-1 0-4-15,1 0 5 0,0 1 4 0,1-1 7 0,0 0 10 0,0 0 5 0,0-1 2 0,1-1 3 16,0 0-1-16,1-1-1 0,1 0 3 0,3 0-1 0,0 0 5 0,3 0 4 16,3-1 7-16,2 1 8 0,3-2 12 0,4-1 3 0,4 0 6 15,1 0-3-15,5-1-5 0,3 1-3 0,5 0-3 0,2-1-1 0,4 0-4 16,4 0-7-16,2 1-2 0,2 0-3 0,-1-1-4 0,2 1 4 15,2 1-7-15,0-1 0 0,-1 1-1 0,0-1-2 0,-3 0 4 0,-2 0-2 16,0 0 9-16,-1 1 1 0,-2-1 4 0,0 0 8 0,-3-1 0 0,-3 0-2 16,0-1-1-16,-2 2-5 0,-1-1 6 0,-3 0 2 0,-3 0-9 15,-4-1 2-15,-3 1-11 0,-4-1-5 0,-2 2 4 0,-4 1-6 0,-4-1 2 16,-4 2 6-16,-4 0 0 0,-2 0-5 0,-4 1-6 0,-4 0-10 0,-5 0-16 16,-6 1 3-16,-3 1-6 0,-8 2 2 0,-3 2-8 0,-6 2 5 15,-4 1-2-15,-2 2 7 0,-4 3 8 0,-2 0 0 0,-3 1 3 16,1 0 4-16,-1 0-5 0,1-1 1 0,3 0 2 0,3-2 2 0,0 0 3 15,2-1 4-15,4-1-4 0,1-2 7 0,4-1-1 0,4-2-1 0,4-2 9 16,3-2 0-16,6-1 6 0,5-3 7 0,4 1 22 0,5-1-3 16,3-1 3-16,4 0-4 0,3-1-20 0,5-1-1 0,3-1-4 0,3 0-2 15,10 0-5-15,3 1-2 0,6 0 1 0,5 3 1 0,3-2-2 0,3 2-3 16,3 0-2-16,0 1-2 0,2 1-2 0,2 1-2 0,1 3-3 0,1 0 0 16,1 1 0-16,-1 1 3 0,1 1-3 0,1 1 5 0,1 1 1 15,1 2-3-15,-2 1 0 0,0 0-6 0,1 0 2 0,0 2-2 0,0 0-3 16,0 1-1-16,-2 0-5 0,1-2 3 0,2 2 9 0,0-1-9 0,-1 0-36 15,-1-2-50-15,-1-1-85 0,0-2-101 0,2 1-130 0,-1-2-230 16,-1-3-490-16</inkml:trace>
  <inkml:trace contextRef="#ctx0" brushRef="#br0" timeOffset="13214.97">24688 6014 800 0,'-13'-4'49'0,"-1"-2"-43"16,-4-1-7-16,1 0 3 0,1 1 6 0,-1 2 4 0,-1 0 2 0,-1 1 0 15,0 0-7-15,0 1-5 0,-3 1-2 0,2 0-5 0,-2 0 4 16,0 2-1-16,1-1 2 0,-2 0 0 0,-1 1 4 0,-1 0 4 0,-3 0 0 16,2 0 7-16,-3 0-3 0,0 1 5 0,0-1 0 0,-2 3 1 0,-3 1 0 15,0 1-2-15,-2 1 2 0,0 1 8 0,-1 2 5 0,-2 2 9 16,0 1 7-16,-2 3 3 0,0 1 1 0,0 0-3 0,1 2-8 0,-2 1-4 15,2-2-4-15,0 2 3 0,-2 1 6 0,2 0 0 0,-3 3 0 0,1 1-3 16,0 0-4-16,1 2-1 0,2 0-9 0,-1 2-1 0,0 0-9 16,-1 2-6-16,1 3 3 0,-1 3-3 0,0-1 0 0,1 2-3 0,1 2 2 15,1-1-1-15,1 3-3 0,0-1 0 0,0 0-2 0,1 1-1 0,-1 0 1 16,4 1-3-16,-2 0-8 0,1 2 1 0,-1 0 2 0,1 1 5 16,2 2 4-16,-1 2-2 0,2 0 0 0,-1 3-1 0,2 0-2 0,0 0-1 15,1 2-2-15,1-1-1 0,2 1-4 0,2 2 0 0,0 1 0 16,2 2 3-16,0 1 6 0,-1 2 0 0,1 1 2 0,0 0-6 0,0 1 4 15,3 0 2-15,1 0-5 0,1 1 9 0,3-1 3 0,0-1 0 16,1 1 11-16,2 0-4 0,2-2-3 0,3 0 1 0,4-1-2 0,3-2 0 16,3-1-8-16,3-2 5 0,3-1-3 0,4-2 3 0,3-1-3 0,3 1-11 15,4-2 2-15,3 1-5 0,5-2 2 0,3-2 3 0,4-2-6 0,0-1 2 16,4-2 0-16,3-2-2 0,2-2 6 0,4 0-6 0,1-4 1 16,4 0 3-16,0-2-4 0,2-4 5 0,2-1 2 0,1-2-5 0,1-4 7 15,2 1 3-15,-1-3 0 0,1-1-6 0,2-2 0 0,-1-2 1 16,-1-3 2-16,1-3 9 0,-1-2 1 0,1-3-1 0,-1-2-1 0,2-2 1 15,-2-2-4-15,2-3 3 0,-1-2-2 0,0-2 3 0,2-1 7 0,-1-2-4 16,0-1 3-16,0-3-2 0,-2 0-4 0,0 0 1 0,-1-1 1 16,0-1-2-16,1-1 5 0,-3 1-3 0,1-2 0 0,-2 0 1 0,-1-1-5 15,-2-3 1-15,-1-1 2 0,-1-1-5 0,-3-3-1 0,-1 1 2 0,-2-4 6 16,-1-1 1-16,-2-3 1 0,-2-2-2 0,-3-3-7 0,-2 0 2 16,0-2 2-16,-3-1 4 0,-2-4 6 0,-1 1 4 0,-4 0 1 0,0 0 1 15,-3-3 0-15,0 1-5 0,-2-2 8 0,-2-1 1 0,0 0 4 16,-3-2 4-16,0-2-6 0,-3-1 15 0,-1-2-2 0,-2-1-3 0,-3-3-5 15,3 1-16-15,-3 0-12 0,0-2 6 0,-1 2-2 0,-3 0-3 0,0 0 7 16,-3 0-9-16,0 1 0 0,-1 2-4 0,-1 1 2 0,1 2-1 16,-3 2-2-16,-2 0 8 0,-2 0 0 0,-2 2-1 0,-1-1 6 0,-3 3-7 15,-1 0 2-15,-4 0 0 0,-3 0-2 0,0-2-9 0,-3 2 0 0,-1 0 0 16,0 2 1-16,-1-1 7 0,0 1 6 0,-1 1-2 0,-3 0 4 16,0 0-2-16,-3 0-1 0,4 3-1 0,-4 2-2 0,0 1 7 0,-2 3-1 15,-2 1 0-15,0 1 1 0,0 4-2 0,-3 1 1 0,2 4 1 0,-2 0 7 16,1 1-3-16,-1 3-8 0,-2 1-10 0,1 2-11 0,0 3-2 15,0 0 3-15,2 2-3 0,-1 3 10 0,3 2-6 0,-1 0-5 0,1 1-2 16,2 0-23-16,1 1-7 0,3 0-2 0,1 0-12 0,0 0-8 16,2 0-8-16,1 1-8 0,3-3-3 0,0 0 4 0,1-1 7 0,2-1 9 15,0 0 12-15,1 0 12 0,2-2 4 0,1 0 10 0,0 0 7 0,0 0 7 16,0 1 5-16,2-1 4 0,0 0-5 0,-1-1-14 0,3 1-30 16,-1 2-29-16,-1 0-39 0,1 0-31 0,-1 2-32 0,0-1-37 0,1 0-32 15,1-1-198-15</inkml:trace>
  <inkml:trace contextRef="#ctx0" brushRef="#br0" timeOffset="45068.98">23636 13434 443 0,'0'-1'239'0,"0"-1"-147"0,-1 1-42 15,2 0-19-15,-1 1-7 0,1 0-9 0,-1 0-6 0,1 0-7 16,-1 0-2-16,1 1 0 0,0 0 2 0,-1 0-1 0,2 0 3 0,0 0-4 16,0-1 1-16,0 1 0 0,-1 0-2 0,1-1 2 0,-3 0-1 15,3 0 2-15,1 0 0 0,0 0 0 0,3-1-2 0,-2 1 2 0,1-1 1 16,0-1 0-16,0 1 1 0,1 0-3 0,0 0 7 0,3 2 3 0,-1-1 7 15,1 1 9-15,1 0 3 0,0 0 7 0,1 0 3 0,0 1 0 16,2 0 0-16,1 2-8 0,2-1-5 0,0 1-8 0,3 1-8 0,1 0 4 16,3 0-4-16,1 2-2 0,1 0-1 0,3 1-7 0,-1 1 4 0,3 0 1 15,0 0-1-15,3 1 1 0,4-1-3 0,1 1 7 0,4 1 2 16,-1-1 3-16,2 0 5 0,0 0 2 0,1-3 6 0,3 1 5 0,-2-1 6 16,2-1 0-16,-1 0-3 0,2-1-4 0,-3 0-3 0,-1 0-4 15,2-1 0-15,0 0-2 0,0-1-9 0,-2-1 1 0,-1 0-3 0,1 0-5 16,-2-2 3-16,1 1-2 0,-2-1 0 0,0 0 0 0,-2 0-3 0,-1-1 0 15,1-1-2-15,-3 1-3 0,3-1 3 0,-5 0-3 0,2 0 4 16,-3-1 0-16,-1 0-3 0,0-1-1 0,-1-1 3 0,-1 1-5 0,1-1 4 16,-2 0 0-16,0 0-2 0,-3 0 3 0,0-2 0 0,-2 0-1 0,0 1 9 15,0-3 4-15,-3 0 7 0,0-1 4 0,-2-1 1 0,-2 0 4 16,0 0-1-16,-2-1 7 0,-1 0 9 0,-3-1-2 0,0-1 3 0,-2 0-2 16,-3-2-2-16,-2 0-1 0,0-3-1 0,-5 0-9 0,1-2-8 15,-7 0-4-15,-3 0-3 0,-2-2-12 0,-3 1 12 0,0-3 2 0,-5-1-4 16,-1-1 15-16,-3-3-16 0,-3 1-4 0,-1-2-5 0,-4 2-2 0,-1-2-3 15,-4 1-3-15,0-1-4 0,-1 0-1 0,-2 0 7 0,1 2-1 16,-3-1 1-16,-2 3-1 0,1-1-1 0,-2 1 3 0,-1-1-3 0,-1 0 0 16,-2 1-1-16,-1-1-16 0,-2 3 1 0,-2-1-2 0,-1 0-3 0,-2 0 20 15,0 1-1-15,-3 0 3 0,0 2-2 0,-2 2-2 0,0-1 3 16,0 3-2-16,0 3 3 0,3 1 7 0,3 3 1 0,1 2 3 0,2 2-1 16,-3 1-2-16,5 3-1 0,-1 2-7 0,0 3 2 0,1 1 0 15,-1 3 0-15,0 4 5 0,1 1-8 0,1 3-2 0,0 2-1 0,-1 2 0 16,3 4 0-16,-2 2 3 0,1 2 0 0,0 4 1 0,1 0 5 0,1 1-9 15,2 1 11-15,2 0 1 0,0-1 5 0,4 2 9 0,3-2-11 16,1 0-7-16,3-2-2 0,1 0-2 0,5-1-6 0,0 1 5 0,3-1-5 16,3-2 7-16,1-1-2 0,3-4-3 0,5 0-2 0,1-2-9 0,3-1 0 15,2-1-6-15,3-1-7 0,2 0-18 0,4-1-24 0,1 2-24 16,4 0-25-16,3 0-13 0,4-1-20 0,3 2-36 0,5 1-66 0,4 0-52 16,6-1-99-16,7 0-51 0</inkml:trace>
  <inkml:trace contextRef="#ctx0" brushRef="#br0" timeOffset="46018.98">29123 13329 1123 0,'1'1'248'0,"3"-1"-152"16,-1 0-63-16,2 1-28 0,1 0 2 0,-1 1 10 0,2 0 17 0,0 0 7 15,0 0-4-15,1-1-7 0,0-1-11 0,2 2-4 0,1-1 0 16,1 1-8-16,2 1-3 0,-2-2 0 0,1 1 1 0,-1 0 6 0,1 0 10 16,2-1 5-16,-2 1 4 0,4 1-6 0,1-2-4 0,2 1-11 15,5 1-3-15,2-1-1 0,2 2-6 0,4-1 8 0,-1 1-6 0,4 1-1 16,0-1 1-16,2 1-6 0,3 0 1 0,0-1 0 0,0 2-2 0,3-1 4 15,1 1 4-15,1 0-4 0,2 0 7 0,0 1-2 0,3-1 2 16,0-1 7-16,2 0 2 0,0-1 4 0,3-1 3 0,-4 0-1 0,0 1 0 16,1 0 0-16,-3 0-1 0,3-1 1 0,-2 0 1 0,1 0 2 0,0-1-3 15,1 1 1-15,1-1-1 0,-1 0-3 0,-1-1-4 0,-1-1-4 16,0 0-4-16,0-1-7 0,2 0 1 0,-2-1 1 0,0 0-2 0,0-1 1 16,-3 0-4-16,0-1 2 0,0 0 9 0,1 0 3 0,-1 0 0 15,-2-1 0-15,0 0-11 0,-3 0 2 0,-3 0-1 0,1-1-1 0,-2 0 7 16,-1-1-1-16,-1 0 9 0,-2 0 2 0,-3-1 3 0,-4 2 8 0,1-3 5 15,-4 1 4-15,-1-1 6 0,-2-1 2 0,-2 0 6 0,0-2 7 16,-5 1 27-16,-10 4-33 0,2-3-19 0,-1 1 23 0,-1-2-34 0,-4-1 6 16,0-2 7-16,-1-2-36 0,-2-7-4 0,-9-14 24 0,-5 0 0 0,-6 0-2 15,-1 8-7-15,-1-4-3 0,-7 1 2 0,0-4 0 0,-7 0 5 16,-2-2 1-16,-3-1-3 0,-7 1 6 0,-2-3 1 0,-3 1 3 0,-5-2-8 16,-1 1-1-16,-8 0-3 0,-1 1-3 0,-2 0 13 0,-1 3-1 15,-1 2 2-15,-2 1-1 0,-1 4-8 0,-3 3 2 0,1 3-13 0,2 4 1 16,1 3-2-16,1 5-2 0,-1 3 6 0,1 6 2 0,0 3 1 0,-3 6-9 15,3 5 1-15,0 3-6 0,4 3-1 0,3 3-3 0,1 3-9 16,0 3-20-16,2 3-30 0,2 4-47 0,0 4-63 0,1 4-99 0,0 4-140 16,-2 7-154-16,-1 7-385 0</inkml:trace>
  <inkml:trace contextRef="#ctx0" brushRef="#br0" timeOffset="49987.08">22612 14190 536 0,'1'-3'136'0,"1"0"-51"0,0-1-22 0,3 2-28 15,-1 0-5-15,2 1-8 0,1 0-2 0,0 0-4 0,2 1-2 16,-1 0 3-16,2 1 0 0,0-1 1 0,2 1 0 0,-1 0-4 0,1 2 0 16,1-1 1-16,2 0 5 0,1 1 5 0,0-3 3 0,0 0 3 0,1 0 1 15,0 1-1-15,0 0 4 0,3-1-1 0,-1-1 1 0,1 0-1 0,0 0-3 16,0 0-1-16,-2-1-5 0,0-1-5 0,0 0-4 0,0 0-4 15,-1-1 0-15,2 1-2 0,-1 0-8 0,1-1 1 0,1-1-1 0,-1 0 2 16,0 0 1-16,0 0 1 0,0 0-6 0,0-1 2 0,-1 0 3 16,0-1 3-16,0-1 0 0,-2 0 3 0,1 0 1 0,0-2 1 0,0 2 16 15,0-2 7-15,0 0 3 0,0 0 1 0,-1 0 2 0,-1-2 0 0,0 0 1 16,1-1-2-16,-3-1-7 0,1 1-2 0,1-1-4 0,-1 0 0 16,1 0-15-16,-2-1 0 0,1 0 4 0,-2 2 0 0,0-1 16 0,-2 0 0 15,-1 0-2-15,-2-2 2 0,-1 0-7 0,-1 0 0 0,0 0-2 16,-3 1-5-16,-1 0 1 0,-2-1-8 0,-2 0-3 0,-1 1-4 0,-2 0-8 15,-2 0 0-15,-1 1 1 0,-1-1 2 0,-4 0-1 0,-1 0-3 0,-2 0-3 16,0 2-1-16,-3-2 1 0,-1-1 4 0,-1 1-5 0,-4 1-2 16,-1 0-1-16,-5 2-1 0,0-1 9 0,-2 1 5 0,-1 2-2 0,-1-1-3 15,1 1-2-15,-2 2 1 0,0 2 2 0,-1 0 8 0,0 2 0 0,3 1 0 16,-1 0 2-16,0 2 1 0,1 2-2 0,0 1-2 0,4 1-4 16,0 2-2-16,1 0 1 0,1 1 0 0,2 2 1 0,-1 1 2 0,3 1-3 15,-1 0-4-15,1 1 1 0,1 1 3 0,0 1 0 0,1 0-3 0,0 1 6 16,0 3-2-16,2 1 1 0,-1-1 1 0,1 2-6 0,3 0 3 15,-1 1 3-15,1 0-2 0,1 0-1 0,0 1 0 0,1-1-3 0,1 1 5 16,1 1-1-16,1-3-2 0,1 2 1 0,2-1 1 0,2-4-11 16,2 0 2-16,0-2 1 0,3 0-4 0,-1-2 11 0,1 0 9 0,2-2-1 15,-1-1 2-15,2-1 1 0,0-1-8 0,2-1-2 0,0-2 5 0,-1 0 3 16,2 0 2-16,-2-1 3 0,0 0-10 0,2 0 5 0,0 0-6 16,0-1-6-16,2 0 2 0,-1 0-8 0,1 0 3 0,1 0-7 0,-1 0-9 15,1 0-14-15,0 0-24 0,1 0-14 0,1 0-21 0,-2 1-29 16,2-1-40-16,0 1-33 0,0 0-41 0,0 1-41 0,2 0-21 0,-1 2-202 15</inkml:trace>
  <inkml:trace contextRef="#ctx0" brushRef="#br0" timeOffset="52348.09">24596 14200 472 0,'1'-6'98'0,"0"0"-6"0,1-2-24 15,0 1-10-15,-1 1-7 0,1 1-9 0,0-1-10 0,-1 2-9 0,2 0-3 16,-1 0-4-16,-1 1 2 0,1 1-4 0,0 0-5 0,0 1-2 0,0 0-3 16,0 1-5-16,0 0-4 0,0 0-3 0,0 2-4 0,-1 0 0 15,1 0 1-15,0 2-3 0,1 0-4 0,1 1 0 0,0 0 1 0,-1 0 3 16,0 0 0-16,0 1 4 0,-1 1 0 0,1-1 3 0,1 0 4 16,0-2-1-16,0 0 3 0,2-1 2 0,1 0 6 0,1 1 6 0,2-2 2 15,1 0-1-15,1-1-2 0,2-1-1 0,1 1 0 0,2-1 0 16,1-1 2-16,3 0 0 0,0-1-1 0,-1 0 3 0,1-1 0 0,-1 0 0 15,0 0 0-15,0 0 1 0,2-1 5 0,-2-1 8 0,2 0 2 0,-1-1 4 16,-2 1 0-16,1-1-4 0,0 0 4 0,-1 1-5 0,1 0-1 16,-1-1-4-16,0 1-12 0,-2-1 4 0,1 1-3 0,-2 0 0 0,0 1-1 15,-1-2-1-15,2 1-7 0,-1 0-1 0,-3 0 4 0,1 0-8 0,-1-1 2 16,-2 1-6-16,0-1-2 0,-1 1-1 0,1 1 0 0,0-1 0 16,-1 1 0-16,0-1 2 0,-2 0 3 0,1 0 4 0,-1-1 3 0,-1-1 0 15,0 1 4-15,-1 1 5 0,1-1 3 0,-2 1 7 0,-1-1 3 0,0-1 5 16,-1 1 5-16,1 1-4 0,0 0 4 0,-3 0-5 0,-1 0-1 15,1 1 2-15,-1 0-10 0,1 1 1 0,1 0-8 0,-2 1-1 0,1-1-2 16,-1 2-6-16,-1-2-3 0,-1 2-4 0,0 0 4 0,1 0-7 0,0 2 2 16,1-1-5-16,-2 0-6 0,1 1 6 0,-1 0-1 0,1 0 3 15,0 1 1-15,-1-1 2 0,0 3 2 0,-1-2-1 0,2 1 0 0,-1 0 3 16,0-1-6-16,1 0-1 0,1-1 2 0,0 1-1 0,1 1 4 16,-2-1 1-16,0 0-4 0,1-1 1 0,1 1-3 0,0 0 1 0,1 0 2 15,0-1-2-15,1 1 3 0,-2 0-5 0,1-1 1 0,-1 0 4 0,-2 0 3 16,3 0 1-16,-2-1-6 0,2 0 5 0,0 0-7 0,-1 1 4 15,1-1 3-15,0 0-7 0,0 1 8 0,-1-2-3 0,2 1-2 0,-2 0 2 16,0 0-5-16,1 1-1 0,-2-1 3 0,2 0-3 0,-1 0 1 0,0 0 0 16,2 0 2-16,-3-1 0 0,2 1 2 0,-1-1 0 0,1 0-2 15,0 0-2-15,0-1 1 0,-1-1 3 0,0 1 7 0,1-1-6 16,-1 0 3-16,0-1-3 0,1 0 2 0,-1 0 3 0,0-1-2 0,1-1-1 0,-1 1 1 16,-1-2 3-16,0-1-5 0,0 1-4 0,0-1-5 0,-1-1 2 15,0 0 3-15,0-1 8 0,-1 1-9 0,0 1 8 0,-1-1 5 0,0-1-2 16,0 0 8-16,-1-1-8 0,0 1 0 0,-2-1-2 0,0 0 0 15,-1 1 0-15,-3-1 1 0,-1 1-1 0,0 1-2 0,-2-2-3 0,-1 0 2 16,-2 0-3-16,-1 0 0 0,-3 0-2 0,1 1-2 0,-5 0 3 0,-2-1 0 16,-5 0-1-16,0 1 4 0,-4-1-5 0,-1 1 1 0,-1-1 2 15,-1-1-1-15,-1 1 2 0,-1 3-1 0,1-1-1 0,0 0 5 0,-1 0-4 16,-1-2 3-16,0 2-4 0,-1 2-2 0,0 1 1 0,2 2 1 0,0 1 2 16,2 2-3-16,0 2 2 0,2 2-6 0,2 2 2 0,1 1-1 15,3 2-3-15,1 1 7 0,2 1-3 0,1 1 1 0,1 0-2 0,2 1 1 16,1 1-3-16,-1 1 0 0,2 2 2 0,-2 0-4 0,4 1 1 15,0 2 0-15,0 0 1 0,2 0 2 0,1 2 1 0,1 0-3 0,2 0 0 16,0 1-4-16,4-1-6 0,0 0-2 0,1 1-4 0,1-2 2 0,0 2 1 16,2 0-8-16,2-2-6 0,1 1-7 0,3-1-6 0,1-1 4 15,3-1 4-15,0-1-3 0,2-2 6 0,2-1 2 0,0-1 2 0,1 0 9 16,2-2 6-16,1-1 2 0,-1 0 7 0,1-1 3 0,0-1 4 16,0-1 2-16,3-1 4 0,2-1 0 0,-4-2-4 0,2 1-2 15,-1 0-5-15,1-3-6 0,-2 1-14 0,0 0-21 0,1 0-29 0,0 0-34 0,-1 0-33 16,2-1-34-16,2 2-75 0,0 0-49 0</inkml:trace>
  <inkml:trace contextRef="#ctx0" brushRef="#br0" timeOffset="52915.09">25908 14156 273 0,'1'-2'151'0,"0"1"-58"0,0-1-18 0,1 0-6 16,0 0 9-16,0 0 9 0,1-1 7 0,0 0-6 0,1-1-13 15,0 2-13-15,0-1-9 0,2 0-14 0,0 0-9 0,2 0-5 0,2 0-5 16,1 1-1-16,3-1-1 0,-2 0 0 0,2 0-2 0,1 0 0 0,0 1 3 15,6 0-3-15,-3 0 8 0,3-1 1 0,0 0-2 0,0 1-3 16,4-1-3-16,-1 1-1 0,2-1-5 0,1 0-2 0,1 1-7 0,0-1-1 16,1 2 9-16,2-2-5 0,-1 0 3 0,2 0-6 0,0-1 0 15,1-1 0-15,0 1-1 0,-1-2 2 0,-1 0-3 0,1-1-3 0,1-2 5 16,-1-1-1-16,0 2 4 0,-2-3 5 0,-2 0 4 0,-2-1 2 0,-2 0 6 16,0-1 4-16,-2 0-7 0,0-2 5 0,-2 0-2 0,-3 1 3 15,-1 0 11-15,0-1-5 0,-3-1-2 0,-3 1 2 0,-1-3-6 0,-2 0-2 16,-2 0 1-16,-2 1-9 0,-3-2-3 0,-2-2-8 0,-3 2-6 0,-3-1 2 15,-1 0-4-15,-5 2 1 0,-1 0-1 0,-4 1-1 0,-1 2-5 16,-4 4 4-16,-5 0-4 0,-4 1-3 0,-6 2 3 0,-5 2-5 0,-4 2 1 16,-4 5 3-16,-3 3-3 0,1 2 5 0,1 3-4 0,2 2-1 15,1 0-17-15,4 3-33 0,2 2-57 0,-1 4-73 0,-1 2-93 0,-2 7-122 16,-4 2-170-16</inkml:trace>
  <inkml:trace contextRef="#ctx0" brushRef="#br0" timeOffset="58891.88">22443 14529 32 0,'0'-1'23'0,"1"0"-6"0,-1 0-5 15,0 1-5-15,0-1-1 0,-1 1-1 0,1 0-4 0,0-1-2 16,1 1-5-16,-1 0-6 0,-1 0-6 0,1 0-1 0,-1 0-7 0,1 0 8 16</inkml:trace>
  <inkml:trace contextRef="#ctx0" brushRef="#br0" timeOffset="59215.88">22335 14564 5 0,'-3'-1'3'0,"1"0"-2"0,-2-1 0 0,1 0 0 0,0 0 1 16,1 1-3-16,0-1 1 0,-1 0 0 0,1-1 0 0,0 0 1 16,-1 0 0-16,2 0-1 0,-1 0 0 0,0-1 0 0,0 0 0 0,0 0 1 15,1-1 1-15,1 0 0 0,-1 0 0 0,0-1 0 0,2 3 0 16,-1-2 0-16,2 0 0 0,1-1-3 0,-2-2 0 0,3-1 0 0,-1-1-1 16,1 1 1-16,1 0-1 0,1-1 0 0,0 1 0 0,2-1 0 0,2 0-1 15,-1 0 1-15,3 0 1 0,1 1-1 0,1-1-3 0</inkml:trace>
  <inkml:trace contextRef="#ctx0" brushRef="#br0" timeOffset="62392.88">27935 14589 52 0,'-2'-1'33'0,"1"1"-13"16,-1-1-12-16,1 1-4 0,1-1-1 0,-2 1-1 0,2 0 2 15,-1 0 4-15,-1 0 0 0,1 0 5 0,0 0 5 0,0-1 6 0,1 0 5 16,0-1 2-16,0 1 0 0,1-1 1 0,-1 0-1 0,1 0 3 0,0 0-6 15,-1-1-5-15,1 1-7 0,0-1-5 0,-1 1 0 0,1 0-3 0,1-1-2 16,-2 0-4-16,2 1 1 0,0 0 1 0,-2-1 1 0,1 1 6 16,-1 0 1-16,1 0 2 0,0 1 3 0,-1 0 5 0,2 0 0 0,-2 0 0 15,2 0 0-15,0 1-2 0,-2 1 0 0,1 0-3 0,-2-1-4 16,0 1-7-16,1-1-5 0,-1 1-2 0,1 0 2 0,-1 1-3 0,1 0-1 16,0 0-1-16,-2 0 3 0,1-1-4 0,-1 1 5 0,1 0 0 0,0-1-5 15,0 0 4-15,0 0-5 0,1-1-3 0,0 0 0 0,-1 0 3 16,1 0 1-16,0 0 2 0,-1-1 1 0,1 1-2 0,0-1 0 0,1 0 0 15,1 0-4-15,-1 0-3 0,2 0-6 0,-2 0 0 0,1 1-7 0,-1-1-1 16,-1 0-14-16,2 1-8 0,0 0-17 0,0-1-20 0,-1 2-29 16,1-1-64-16</inkml:trace>
  <inkml:trace contextRef="#ctx0" brushRef="#br0" timeOffset="62932.88">28401 14155 1930 0,'-3'-7'116'0,"-1"1"-40"0,0 0-31 0,2 2-9 0,1 1-2 0,-1 0 6 15,2 1-4-15,-2 0-6 0,2-1-5 0,-1 1-10 0,-1-1-9 16,1 1-3-16,-1 1-5 0,0 0 4 0,-1 0-2 0,1 0-2 0,0 0 1 16,0 1-4-16,1-1 8 0,-1 0 2 0,-1 0-5 0,2 0-2 0,0 0 1 15,0 0-1-15,2 0 2 0,-1-1-1 0,1 1-2 0,-1 0 0 16,1 0-5-16,0 0 2 0,0-1-3 0,1 0-6 0,1 0-2 0,1-1-4 15,0 0 8-15,1 0 1 0,1 1-2 0,-3 0-4 0,4 1-1 0,-2 1 2 16,2-1 0-16,1 0 0 0,-1 1-1 0,1 1 1 0,-2 0 4 16,1 0 1-16,-2 1 0 0,-2-1-6 0,2 2 0 0,-2-1-1 0,1 1-5 15,-1 0-4-15,-2-1-16 0,3 1-25 0,-3 1-28 0,1 0-56 0,0 2-74 16,-2 0-72-16,1 0-61 0,0 1-200 0</inkml:trace>
  <inkml:trace contextRef="#ctx0" brushRef="#br0" timeOffset="63243.39">29610 14166 2256 0,'-1'-2'72'0,"0"-1"-43"16,1 1-35-16,-1 2-15 0,1 0 7 0,-1 0-4 0,0 1 5 16,-1 0-8-16,-1 1-6 0,0 0-11 0,-3 1-12 0,-1 1-12 0,0 0-21 15,0 1-11-15,-1 1-10 0,0 0 6 0,1 0 14 0,-1-1 13 0,3 1 7 16,0-1-4-16,0-1-25 0,2 0-37 0,0-1-35 0,0 0-19 15,2 0 3-15,-1 1 22 0,3-1 29 0,0 0 20 0,1 0-89 0</inkml:trace>
  <inkml:trace contextRef="#ctx0" brushRef="#br0" timeOffset="63783.18">30842 14169 294 0,'-2'-2'168'0,"0"0"-142"0,0-1-19 0,0 1-5 0,1 1-1 0,-1 1 1 16,1 0 5-16,1 0 2 0,-1 0 0 0,0 0 2 0,0 0-3 15,-1 1-1-15,0 0-2 0,0 1-2 0,0-1-3 0,1 1 0 0,-2-1 1 16,0 1 0-16,1 1 0 0,-1-1 1 0,1 1-1 0,-1 0 0 0,1-1 1 16,0 1 0-16,0 0 1 0,1 0 4 0,-1 0 7 0,0-2 16 15,1 0 12-15,-1 1 16 0,1-1 19 0,1 0 5 0,-1-1 12 0,1-1 2 16,0 0-3-16,0 0 3 0,0 0-3 0,0 0-5 0,0-2-13 0,1 0-2 16,-1 0-4-16,0 1-4 0,0-1 0 0,0 0-6 0,1-1-10 15,1 0 0-15,0 0-10 0,0 1-10 0,0 0 1 0,-1-1-10 0,1 1-8 16,-1-1 1-16,0 1-6 0,0 0-5 0,-2-1-5 0,2 1-3 15,-1 1-5-15,0 0 1 0,0 0-6 0,-1 1-11 0,1 0-3 0,0 0-11 16,-1 1-5-16,1-1-1 0,-1 1-7 0,0 0-12 0,1 1-4 0,-1-1-15 16,0 0-5-16,1 0-18 0,0 1-32 0,0 0-23 0,0 1-24 15,0-1-10-15,2 1-8 0,-1-1-172 0</inkml:trace>
  <inkml:trace contextRef="#ctx0" brushRef="#br0" timeOffset="64874.18">30807 14605 338 0,'25'-2'90'0,"3"2"-75"0,5-1-13 0,-2 1-1 0,-5 1-4 0,-2 0-5 16,1 1-12-16,-4 0-15 0,1 0-19 0,-1-1-26 0,-1 0-97 15</inkml:trace>
  <inkml:trace contextRef="#ctx0" brushRef="#br0" timeOffset="73169.7">21412 14285 746 0,'1'-2'223'0,"-1"0"-148"0,2 0-30 0,0 0-12 0,0 1-10 15,1-1-8-15,0 1-5 0,1 0-5 0,0 0-1 0,-1 0 3 0,1 1 5 16,-1-1 1-16,1 1 3 0,-2 0-2 0,1 0-5 0,0 0-7 16,0-1 2-16,-1 2-1 0,0-1-1 0,0 0 2 0,0-1-6 0,0 0 5 15,-1 1-3-15,0-1 2 0,1 1 2 0,-1-1-1 0,0-1 4 16,0 1 0-16,-1-1 2 0,1 0 6 0,-1 1 2 0,0-1 8 0,-1 0 4 16,1-1 6-16,0 1 8 0,0 0 1 0,-1 0 9 0,1-1 0 0,0 0-7 15,-1 0-1-15,2 0-5 0,-1 0-10 0,0 0 3 0,1 0-1 16,0-1-1-16,0 1-1 0,1 0 0 0,-1 0 2 0,-1 1 0 0,2-2 1 15,-1 2-3-15,0-1 4 0,0 1 1 0,0 1 4 0,0 0 0 0,1 1-6 16,-1-2-2-16,1 1-3 0,0 1 2 0,0-1 2 0,-1 1-5 16,2 1-1-16,0-1-4 0,0 0 6 0,0 1 1 0,-1 0-2 0,-1 1 1 15,1 1-11-15,0 0 2 0,0 1 1 0,0-1-3 0,0 0 4 16,0 1 5-16,0 1-4 0,1 0 6 0,-1 1-5 0,-1 0-5 0,1-1 8 16,1 1-4-16,-2 0 1 0,1-1 0 0,0 2-1 0,-1 0-2 0,0 0-3 15,1 0 5-15,-1 0-14 0,0 1 4 0,1-1-3 0,-1 0-1 16,2 0 7-16,-1 0 3 0,0 0-6 0,0 0-2 0,0 1-3 0,-1 0-4 15,2 0 7-15,0 0-3 0,-1-1 0 0,2 0 4 0,-2 1 1 0,1-1 2 16,1 0 0-16,-1 0-4 0,0-1 1 0,1 0-3 0,-1 0 3 16,0-1-2-16,-1 1 5 0,2-1-4 0,-1 1-5 0,0-2 1 0,1 1-3 15,-2 0 4-15,0-1 4 0,1 0-6 0,-1-1 2 0,1 0 1 16,0-1 0-16,-1 0 1 0,0 0-5 0,0 0 5 0,-1 0-4 0,0-1 2 16,0 1 0-16,0-2-3 0,1 1-2 0,-1 0 3 0,0 0 1 0,0 0-8 15,0 0 5-15,0 0-4 0,-1 0-5 0,0 0 10 0,0 0-6 16,0 1-2-16,0-1 3 0,-1 1-28 0,1-1 8 0,1 1-8 0,-2 0-1 15,0 0 11-15,0 2-16 0,-1 0 3 0,0 1-13 0,0-1-10 0,0 2-9 16,-1-1-19-16,0 0-12 0,-2 1-16 0,1-2-17 0,1 2-7 16,-2 0-12-16,1 1-4 0,-1 0 3 0,-1 0-7 0,1 1-6 0,0 1-4 15,0 0-25-15,-1 2-14 0,0 2 0 0,0 1-13 0,-1 1-1 16,1 1-122-16</inkml:trace>
  <inkml:trace contextRef="#ctx0" brushRef="#br0" timeOffset="73734.21">21450 14172 1801 0,'-1'-8'473'0,"1"0"-378"0,1-1-26 16,-1 2-22-16,2 3-18 0,-1 1-26 0,1 1-20 0,1 0-11 0,0 2-8 15,-1 1 10-15,2 1 6 0,-1 1 1 0,0 0-7 0,0 4-4 16,-1 2 0-16,0 2 3 0,-2 3 6 0,-1 2 0 0,-1 1 5 0,-1 3 0 15,-1 1 4-15,0 2 1 0,-1 3 2 0,1 3 2 0,0 4 3 0,1 2 6 16,0 2-2-16,1-2-1 0,-1 0 2 0,2 0-8 0,1-5 12 0,1-1-1 16,2-2-7-16,1-2 10 0,1-1-11 0,3-4 4 0,0-2 13 15,2-2 1-15,2-3 20 0,-1-3 6 0,2-1 6 0,1-1 5 0,-1-3 6 16,1-2 6-16,0-2 9 0,-1-2 2 0,2-1 3 0,-1-2-2 16,0-1-7-16,2-1-9 0,-1-2-5 0,0 0-8 0,-2-1-10 0,0 0-9 15,1-2-4-15,-2-1-8 0,1-1-6 0,-2 0 0 0,0-3-2 0,0 0-4 16,-1-1 1-16,1-1-1 0,-1-2-6 0,-1-3-10 0,1 2 3 15,-2-2 5-15,-2 0-1 0,1-3 17 0,-1-1-4 0,0-1-5 0,-2-1 1 16,-1 0-3-16,-1 0 0 0,0 0-3 0,1-1-4 0,-2-1 0 0,1-1-4 16,-2 2-4-16,-1 1 6 0,-1 3-7 0,-1 2 1 0,0 1 5 15,-2 3 1-15,-1 1 6 0,-2 1 4 0,-1 3-1 0,0 1-3 0,-3 2 3 16,1 3 2-16,0 1-2 0,-1 1 3 0,-1 3-10 0,-2 3-3 16,1 0 3-16,-3 3-10 0,-1 3-8 0,-4 4-9 0,-1 2-15 0,-3 5-7 15,-2 3-12-15,1 2-18 0,0 3-21 0,-3 0-25 0,2 4-29 0,-2 2-25 16,2 5-32-16,-1 2-41 0,2 4-48 0,2 3-47 0,-1 3-287 15</inkml:trace>
  <inkml:trace contextRef="#ctx0" brushRef="#br0" timeOffset="75001.21">22016 15019 101 0,'1'-2'55'0,"3"0"-19"0,0-1-12 0,-1 1-15 0,1 1-5 15,-1 0-5-15,1 1-4 0,-1 1-5 0,1 1-5 0,-1 0-9 0,0 1-10 16,0 1-16-16,-1 0 0 0,-1 1 11 0</inkml:trace>
  <inkml:trace contextRef="#ctx0" brushRef="#br0" timeOffset="76345.21">21715 15669 718 0,'1'-2'228'0,"-1"0"-86"16,2-1-22-16,0 1-19 0,0-1-14 0,1 0-25 0,-2 1-21 0,1-1-17 16,-1 1-2-16,1-1-2 0,0 0-3 0,0 0 8 0,1 0-6 15,-2 2-2-15,1-2 7 0,-2 2-2 0,0-2 3 0,0 2 8 0,0-1-2 16,0 1 3-16,0 0 2 0,0 0 4 0,0 0 2 0,0-1 4 0,0 2 7 15,0-1 0-15,0 1 4 0,0-1 3 0,0 1-10 0,0-1 1 16,0 1-9-16,0 1-6 0,0-1 4 0,0 1-8 0,0 0-4 0,0 0-7 16,0 2-6-16,1 2 1 0,0 1-4 0,1 2 0 0,0 1-3 15,0 1-7-15,0 2 10 0,2 2-13 0,0 2-2 0,0 2 4 0,0 1-9 16,0 3 0-16,0 0-1 0,1-2 2 0,0 2 6 0,0-1 4 0,1 1-3 16,0 1-13-16,-1-4-15 0,1 1-3 0,-1-3-12 0,1-1-15 0,-2-2-9 15,1-2-29-15,-1-1-30 0,0-3-31 0,0-1-42 0,-2-1-41 16,-1-3-80-16,-1-3-46 0,-2-3-236 0</inkml:trace>
  <inkml:trace contextRef="#ctx0" brushRef="#br0" timeOffset="76853.21">21660 14981 1717 0,'0'-4'170'0,"0"-1"-74"15,0-1-20-15,0 1-12 0,1 0-9 0,-1 1-20 0,0-1-21 16,1 2-14-16,-1-1-5 0,1 1 2 0,-1-1-3 0,-2 1 8 0,1 1-4 15,-1-1-3-15,0 0 0 0,0-1 5 0,0 1 3 0,1-1-1 16,-1 0 1-16,1 1-8 0,2-1-1 0,-2 1 6 0,1 0 0 0,2 0 2 16,-1 0 5-16,1 0-4 0,0 0 3 0,0 2 3 0,1-2-8 0,1 1 8 15,0-1 3-15,2 1-5 0,0 0 4 0,0 1 2 0,1-1-7 16,0 1 6-16,2 0-4 0,-1 1-4 0,2 1-1 0,-2-1 0 0,-1 2 5 16,1-1-4-16,0 2 4 0,0 2-2 0,-1-1-2 0,-1 2-4 0,0-1 0 15,1 1 5-15,-2 2-11 0,-1 0 3 0,-2 1-3 0,-1 0 3 16,-1 1 4-16,0 0 2 0,-1 1 2 0,0 0-5 0,-2 0 7 0,-1 0 2 15,-1 0 2-15,-1 0 9 0,0 0 1 0,0-1 5 0,-1-1 18 0,1-1 4 16,0-1 6-16,1 0 4 0,0-1-10 0,2 0-1 0,-1-1-3 16,1 0 1-16,0-2 2 0,1 1-10 0,2-2 3 0,0 1-6 0,1-1-4 15,1-2 9-15,1 2-8 0,2-2 2 0,0 1 2 0,3 0-10 16,2 0 8-16,1 0-13 0,4-1-8 0,1 1-3 0,4-1-12 0,2 3 5 16,3-2-2-16,2 1-2 0,1-1-2 0,1 1-8 0,0 0-13 15,-1-1-31-15,-1 2-45 0,-2-1-78 0,0 1-108 0,-2-1-163 0,1 0-317 16,1-2-217-16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1T12:41:34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14752 4048 1979 0,'-9'-12'87'0,"-1"0"-81"0,1-1-23 0,3 4-12 0,1 4 4 15,2-1-3-15,-1-1 12 0,0 0 12 0,-1 1 1 0,-1 0 7 0,1 0 3 16,0 1 1-16,0 1 5 0,0 0 3 0,1 1 7 0,1 1-2 16,-1-1 6-16,1 3-1 0,0-1-4 0,0 1 6 0,2 0-2 15,-1 1-4-15,1 0 4 0,-1 2-1 0,1 2-1 0,0 2 6 0,0 5-1 0,0 2 2 16,0 2 1-16,1 3-7 0,-1 3 3 0,1 3-5 0,-1 3-8 16,0 3 6-16,1 0-6 0,-1 2 1 0,1 0-3 0,1-1-5 0,0 0-4 15,1 0-1-15,-1 2 5 0,1 0 2 0,1 1-9 16,-1-2 1-16,1 0 3 0,-1-2-2 0,1 0 8 0,0-1 8 0,0 1 2 0,1-2 2 15,-1-2 6-15,3-4 7 0,0-1 6 0,3-1 9 0,0-3 1 0,1-1 0 16,1-1-4-16,0-2-4 0,2-4-2 0,0 0-6 0,3-2-3 16,0-2 4-16,1 0 0 0,2-2-1 0,1-2 5 0,1 0-5 0,2-1-2 15,0-1 2-15,1-1-10 0,1 1-4 0,-2-1 7 0,2 0-5 0,-1-2 2 16,0 0 0-16,1 0-8 0,-1-1-5 0,0 1-9 0,0-1 4 16,-2 0-8-16,0-1 2 0,-2-1 7 0,0-1-9 0,-1 0 0 0,0-2 0 15,-2-1-2-15,1-1-2 0,-1-2-7 0,-2-1-21 0,0 0-10 16,-3-3-21-16,-1 0-19 0,-1-2-20 0,-2-1-32 0,-2-1-20 0,-1-1-27 15,-3-1-23-15,-3 0-35 0,-2 0-42 0,-3-2-45 0,-1 3-20 0,-4-2-25 16,-3-1-237-16</inkml:trace>
  <inkml:trace contextRef="#ctx0" brushRef="#br0" timeOffset="186.99">14757 4098 1850 0,'-21'-11'574'0,"0"-1"-437"15,-6-2-29-15,7 5-27 0,6 3-17 0,3 0-11 0,3 2 0 0,2 1-4 16,2 1-1-16,1-1-2 0,2 1-11 0,2 0-4 0,1-1-11 15,3 1-12-15,2 0-1 0,2-1-3 0,4 0 3 0,1 1 0 0,5-2-4 16,0 1-3-16,0 0 0 0,3-1 0 0,0 0 0 0,1 0 6 0,1 0-8 16,1 1 0-16,-1-1-7 0,2 0-8 0,-1 1-15 0,0-1-23 15,0 1-19-15,-3 0-17 0,0 0-19 0,-1 0-16 0,0 0-17 0,-1 1-39 16,-1-1-37-16,1 0-48 0,1 1-56 0,-1-1-45 0,1 1 4 16,1-2-216-16</inkml:trace>
  <inkml:trace contextRef="#ctx0" brushRef="#br0" timeOffset="469.99">15911 4415 1307 0,'-5'-1'-24'0,"1"0"-83"0,1 1-34 0,2-1-2 16,1 1 26-16,1-1 31 0,-1 0 26 0,0-1 18 0,-1 0 9 16,1 0 1-16,0-1 0 0,0 0 3 0,1-1 4 0,-2 0 4 0,2 0 1 15,-1 0-5-15,0 1-8 0,-1-1-14 0,-1 0-54 0,0 0-60 0</inkml:trace>
  <inkml:trace contextRef="#ctx0" brushRef="#br0" timeOffset="1274.99">15867 4257 178 0,'-1'-2'101'0,"-1"0"-1"0,0 0-4 0,0 1-7 0,0 0-5 0,1-1-3 16,0 2-9-16,-1-1 3 0,1 0 0 0,-2 0 0 0,2 1-5 0,-1-1 2 16,0 0 5-16,1 0 3 0,-1 1 3 0,1-1-2 0,-1 1-5 15,1 0-2-15,-1 0 0 0,0 0-1 0,1-1-1 0,-1 2-1 0,0-1-6 16,1 0-7-16,-1 1 0 0,1-1-7 0,0 1-4 0,-1-1-5 15,1 0-4-15,0 1-5 0,0-1 3 0,-1 0-1 0,0 0-1 0,1 1 6 16,-1-1-4-16,0 0 1 0,0 1 3 0,0-1 0 0,1 1-2 0,-1 0-1 16,1-1 2-16,1 1-6 0,-1 0 5 0,1 0-5 0,-1 0-3 15,0 0 4-15,1-1-7 0,1 2 5 0,0-1-4 0,0 1-1 0,0 0 0 16,0 1-4-16,0 0-2 0,0 0-2 0,0 1-3 0,1-1-1 16,0 1 3-16,0 1-11 0,0 0-2 0,1 1-3 0,0-1 1 0,0 0 6 15,0-1 0-15,-1 1 0 0,1-1 1 0,-1-1-2 0,0 1 2 0,1-1-1 16,0-1 4-16,-2 1 1 0,1-1-9 0,-1 1 11 0,-1-1-9 15,1-1 2-15,-1 0 2 0,1 0-2 0,-1 0 6 0,0-1-5 0,0 0 5 16,-1 1 1-16,1-1 1 0,1 1 1 0,-1-1 0 0,0 1 0 0,0 0-7 16,0 1 4-16,0 0-7 0,1 2-5 0,-1 1 5 0,2 0-8 15,-1 1 1-15,1 2 1 0,1 0-4 0,-1 1 12 0,0 0-10 0,1 0 3 16,0 0-1-16,-1-2-5 0,2 1 3 0,-1 0-13 0,0-2 5 16,0-1-1-16,-1 0 0 0,0-1 12 0,0-1 1 0,-1 0-2 0,0-1 2 15,1-1-1-15,-1-1-1 0,0 1 2 0,0-1 3 0,0-1 1 0,0 0-3 16,-1 0 4-16,1 0-3 0,-1-1 1 0,1-1 1 0,-1-1-4 15,1 1-1-15,0-1 10 0,-1-1 2 0,1 0 0 0,-1-1 0 0,1-1-9 16,-1 1-8-16,1 0 0 0,-1 0 2 0,1 0 2 0,-1-1 2 0,0 0-4 16,1 0 2-16,-1 1 1 0,1-1-1 0,0 0 0 0,-1 2-4 15,1-1-1-15,-1 0 4 0,0 0 1 0,0 0 4 0,0 1-4 16,0 0-2-16,0 0 0 0,0 0-4 0,1 1 6 0,-1-1-6 0,1 0 2 16,0 2 2-16,-1-1 2 0,1 0 4 0,0 0-1 0,-1 1-5 0,1 0 0 15,0 0-1-15,0-1-3 0,0 1 6 0,0 1-2 0,0 0-4 0,-1-1 6 16,1 1-4-16,-1-1 4 0,1 1 2 0,0-1-6 0,-1 0 4 0,1 0-6 15,0 0 4-15,-1 1-4 0,0-1 6 0,0 1 4 0,0-1-8 16,0-1 7-16,1 1-8 0,-1-1 3 0,0 1 5 0,0-1-1 0,0 0-4 16,0-1-4-16,0 1 4 0,-1 0 0 0,1 0 4 0,0 0-4 0,0 0 0 15,0 1-4-15,-1-1 6 0,1 1-2 0,-1 1 0 0,1-1 0 16,-1 2 2-16,0-1-2 0,0 0 4 0,1 1-2 0,-1-1-4 16,-1 1 4-16,1 1-6 0,0-1 4 0,0 1 0 0,0-1 4 0,-1 1-2 15,1-1-4-15,1 0-2 0,-1 1 4 0,0-1-4 0,0 1 6 0,1 0 0 16,-1-1-4-16,1 0 4 0,0 0-4 0,0 0 4 0,-1 0 0 15,1 0 0-15,0 0-2 0,0-1-2 0,1 1 2 0,-1 0 0 0,0-1 2 16,0 1-4-16,0-1 4 0,0 1-4 0,0 0 0 0,0 0 2 0,0 0-2 16,1 0 4-16,-2 0-2 0,1 0 2 0,-1-1-4 0,1 1 2 15,0-1 0-15,0 0 0 0,-1 2 0 0,1-1 4 0,-1 0-6 0,0 0 0 16,-1 1 2-16,1 0-8 0,-1 0 8 0,0 0-7 0,0-1-8 0,0 0-6 16,0 0-11-16,0 0-12 0,1 0-2 0,0 0-9 0,0 0-11 15,-1 0 3-15,0 0 1 0,1 1-3 0,0-1 5 0,0 0-2 0,1 0-5 16,-1 0-2-16,0 0-5 0,1 0 0 0,-2 0-1 0,1 1 0 0,0 0-1 15,-1 1-7-15,1 0-13 0,0 0-6 0,0 0-11 0,0 0-10 16,0 1-9-16,1-1-18 0,-1 2-16 0,1-1-7 0,1 2-13 0,-1 0 4 16,1 0 6-16,0 1 16 0,1 0 14 0,0-2 16 0,0-1-174 0</inkml:trace>
  <inkml:trace contextRef="#ctx0" brushRef="#br0" timeOffset="1750.99">15755 4116 2969 0,'-8'-8'112'16,"2"4"-81"-16,0-1-17 0,5 6-16 0,2 1-3 0,2 2 3 16,2 2 2-16,1 2 4 0,0 2 8 0,0 3-2 0,0 3 10 0,1 2 1 15,2 1-5-15,-1 4 1 0,1 3-4 0,0 5-4 0,0 1 3 0,-1 5-1 16,1 2-1-16,-1 1-11 0,2 0 1 0,-1-1-2 0,0 0-2 16,1-3 8-16,-2-3-6 0,2-1-3 0,0-3-1 0,1 0-1 0,0 0-2 15,1-2-7-15,-3-2-24 0,1-4-22 0,-2-1-35 0,0-3-45 16,0-3-50-16,-2-1-49 0,-1-1-54 0,-1-2-46 0,0-2-37 0,-1-2-19 15,0-2 4-15,0-4-101 0</inkml:trace>
  <inkml:trace contextRef="#ctx0" brushRef="#br0" timeOffset="1912.99">16360 4636 2683 0,'-3'0'408'0,"2"2"-398"16,1 1-10-16,3 5-12 0,2 1 0 0,2 3 5 0,-1 2 4 15,2 1 6-15,0 2 4 0,-1 1-5 0,1 1-2 0,-1 2-2 0,0 0-1 16,1 1 4-16,-1-1-4 0,0-2-6 0,0 0-15 0,1-1-38 16,-1-1-46-16,1-2-62 0,-1-1-58 0,1-2-60 0,-2 0-59 0,-1-3-62 15,1-2-9-15,-1-2-245 0</inkml:trace>
  <inkml:trace contextRef="#ctx0" brushRef="#br0" timeOffset="2242.19">16660 4166 3657 0,'-2'-6'66'0,"3"1"-75"0,3 0-10 0,6 2-10 0,5 1 9 0,6 0 6 16,3-1 11-16,1 0 4 0,2-1-2 0,-1 1-1 0,1 1-4 0,-1 1 2 16,2 1-1-16,-1-1 1 0,1 1 2 0,-2 0 2 0,-2 0 2 15,-1 2 4-15,-1-1-10 0,-4 2 8 0,-1 0-6 0,-2 2-6 0,-2 1 4 16,-2 1-11-16,-1 0-7 0,-2 2-8 0,-2 2-5 0,-1 1-9 15,-3 4 3-15,-1 3 7 0,-3 1-4 0,-1 3 13 0,-3 3-4 0,-3 1 0 16,-1 4 4-16,-2-1 2 0,0 1 0 0,-2-2 9 0,0-2 12 0,1-3 9 16,1-1 13-16,1-3 5 0,2-3-2 0,1 0-4 0,3-1-3 15,2-1-3-15,1-2 0 0,3 0-3 0,2-2-2 0,1 0-3 0,1-2-3 16,2 1 0-16,0-3-2 0,4 1 0 0,0-2 0 0,2-1 0 16,2-1-2-16,1-1-7 0,1-2 2 0,1 0-4 0,1-1-7 0,-1-2-4 15,2 0-19-15,1-2-15 0,-2 0-23 0,0-1-22 0,-1 0-38 0,-2-1-45 16,-1 1-61-16,-1 0-65 0,0-2-54 0,0-1-52 0,-2 1-3 15,1-2-232-15</inkml:trace>
  <inkml:trace contextRef="#ctx0" brushRef="#br0" timeOffset="2400.19">17699 4568 3030 0,'0'2'186'0,"3"2"-174"0,3 3-17 0,1 3-4 0,3 2 2 0,1 1 7 16,2 1-4-16,0 1 4 0,-2-1-2 0,0 1 1 0,1 2 4 0,0 0-6 15,0 1-1-15,2 1-1 0,-1 0-8 0,0 0-18 0,0-2-32 16,-1-1-37-16,-1-2-48 0,-3-2-48 0,1-1-57 0,-2-4-58 0,0 1-51 16,-1-3-27-16,-1-2 13 0,0-3 47 0,-1-3-143 0</inkml:trace>
  <inkml:trace contextRef="#ctx0" brushRef="#br0" timeOffset="2810.23">18228 3839 2129 0,'-6'-7'1475'0,"1"2"-1469"0,1-1-25 0,5 4-37 0,6 3 4 0,2 0 10 16,3 2 25-16,2-1 10 0,-2-1-2 0,2 1 9 0,1-1-9 0,0 2 3 16,0 0 6-16,2 1 2 0,-1 1-2 0,1 1 2 0,-1 1 5 15,1 0-3-15,1 1-2 0,-1-2 5 0,0 2-9 0,0 0 0 0,0 1 2 16,-3 0-1-16,-2-1 4 0,0 1-8 0,-1-1-2 0,-2 2 1 0,0-1-1 15,-2 1 3-15,-2-1 2 0,-1-1 0 0,0 1-3 0,-1-3 3 16,-1 2-5-16,0-2 0 0,-1 1-13 0,-1-1-5 0,0 0-10 0,-1-1-2 16,-1 0 7-16,1 0 3 0,-2 1 11 0,1-1-1 0,0 1-2 0,-1 1 3 15,0-1-2-15,-1 1 4 0,2 0 4 0,0 1 1 0,-1 0 8 16,1 1-1-16,0-1 5 0,1 1-3 0,0 0-1 0,1 0-1 0,2 0-3 16,1 0 1-16,0-1 3 0,2-1 2 0,0 1 1 0,2-1 3 15,0 1-3-15,0-1 3 0,1 1 2 0,-1 0-2 0,0 0 9 0,0-1 2 16,-1 1 0-16,1 0 1 0,-1 0-1 0,-1 1-2 0,1-1 2 0,-2 1-6 15,-1-1 1-15,0 0 0 0,-1 1-2 0,-1 0 1 0,-1 0-3 16,-1 0 2-16,0-1-3 0,-1 0-3 0,0 0-1 0,-2 1-4 0,0 0-1 16,-1 1-6-16,0 0-6 0,-1 0-4 0,0-1-9 0,0 1-16 0,0-1-19 15,-1-1-27-15,1-1-42 0,-1 0-47 0,2-1-56 0,0 0-61 16,0 0-44-16,2-3-25 0,1-1-22 0,0 0 24 0,2-1-163 0</inkml:trace>
  <inkml:trace contextRef="#ctx0" brushRef="#br0" timeOffset="2996.81">18935 4507 3221 0,'-2'-1'145'16,"2"4"-170"-16,1 3-22 0,3 5-8 0,4 1 14 0,2 2 20 0,-1 0 15 16,0 2 10-16,-2 0-4 0,0 0 3 0,-1 1-6 0,-1 1-8 15,2 0-22-15,-2-1-28 0,1 0-32 0,-1 0-47 0,0-3-28 0,0 0-37 16,-1 0-31-16,1-2-35 0,0-1-29 0,0-2-21 0,1-4 7 0,-1-3 25 15,2-3 19-15,0-4-99 0</inkml:trace>
  <inkml:trace contextRef="#ctx0" brushRef="#br0" timeOffset="3316.81">19516 3812 2435 0,'-7'-1'1010'0,"1"4"-1025"0,0 2-42 16,3 10-15-16,4 5 13 0,3 4 27 0,1 5 22 0,0 2 13 0,0-2-3 16,-2 0 2-16,1-1-4 0,0 2 0 0,0-2 1 0,1 1-3 15,1 0 2-15,0-2-7 0,2-2-12 0,1-2-12 0,1-3-4 0,0-2-8 16,0-3 1-16,0-1-9 0,-1-3-6 0,1-2 0 0,-1-3 9 0,1-2 18 16,-1-1 7-16,1-3 14 0,-2-2 4 0,1-2 9 0,0 0 4 15,-2-2 7-15,0-2 0 0,1-1 0 0,-1 0 4 0,0-1 1 0,0-1-1 16,1 1 2-16,-1-2-5 0,1 1 1 0,-1-1 0 15,-1 1-3-15,1 1-1 0,-1 2-2 0,0 0 4 0,0 3 2 0,-1 1 6 0,0 2-1 16,0 2 2-16,-1 1 1 0,1 2-3 0,-1 2 3 0,0 1-13 0,-1 2-3 16,0 1-2-16,1 3-6 0,-1 2-6 0,-1 2-2 0,1 0-1 0,-2 3-9 15,1 1 3-15,-2 1-10 0,0 1-21 0,-1 2-24 0,0-2-47 16,-1 1-56-16,0-1-53 0,0-4-48 0,1 0-38 0,1-1-19 0,0-3-12 16,2 0 18-16,1-1 18 0,2-2-66 0</inkml:trace>
  <inkml:trace contextRef="#ctx0" brushRef="#br0" timeOffset="3514.81">20359 4402 3196 0,'-3'-1'46'0,"1"2"-157"0,1 2-44 0,3 3 1 15,1 3 57-15,3-1 58 0,-1 2 30 0,-1-1 2 0,-1 1-1 0,-3-1-2 16,0 2-1-16,-1 1-11 0,1 2-21 0,0 1-20 0,-1 1-23 0,0-1-13 15,-1 1-17-15,1 1-21 0,-1-1-35 0,2-2-42 0,0 0-47 16,1-2-51-16,2-2-13 0,0-2-15 0,2-3-33 0</inkml:trace>
  <inkml:trace contextRef="#ctx0" brushRef="#br0" timeOffset="3834.63">20803 3840 2678 0,'-5'-3'210'16,"0"2"-251"-16,-1-1-36 0,1 5-10 0,3 1 44 0,0 2 39 0,0 2 27 16,-1 0 14-16,-2 3 9 0,1 0-4 0,-2 3 3 0,0 3-5 0,0 1-5 15,2 1-8-15,0 3-6 0,1 1-9 0,2-1-2 0,1 3-3 16,1 0 0-16,1 2-2 0,2-1-4 0,2 0-1 0,2 0 2 0,0-3 0 16,2 0-2-16,1-1 3 0,2-2-3 0,1 1 2 0,1 0 1 15,1-3 1-15,0 1 1 0,1-2-3 0,-1-2 6 0,1 2-1 0,0-2 2 16,1 1-2-16,-3-1 1 0,1-1-9 0,-1 0 1 0,0-1 10 0,-3-1 0 15,-2 2 11-15,-1-1 7 0,-2-1-12 0,-2 0 1 0,-1-2 4 16,-2 0-3-16,-2 0 2 0,-2 1-3 0,-2-2-2 0,0 1-7 0,-3-1-2 16,0-1-8-16,-3 0-7 0,-1 0-10 0,-2-1-10 0,-1-1-6 0,-1-1-12 15,0 0-9-15,1-1-4 0,-2-1-10 0,0-1-4 0,0-1-3 16,0-3-13-16,0-1-11 0,-1-2-17 0,2-3-33 0,-1-3-43 16,1-4-33-16,1-3-38 0,1-5-31 0,2-4-16 0,0-2 19 0,1-2 45 15,2-3-136-15</inkml:trace>
  <inkml:trace contextRef="#ctx0" brushRef="#br0" timeOffset="3961.63">20637 3975 1414 0,'-3'-8'289'0,"0"-3"-178"0,0-1-38 0,1 3-12 0,2 0 17 0,2 2 21 16,1-1 3-16,2 2-4 0,0-1-11 0,0 1-24 15,3 0-19-15,0 1-16 0,2 1-12 0,0 0-8 0,1-1-11 0,0 0 1 0,2 0-6 16,0 0-3-16,3 0-6 0,0-2-24 0,0 1-10 0,1-2-24 0,0 0-15 16,-1-1-15-16,2-3-17 0,0 0-13 0,0-2-30 0,-2 0-38 0,0 1-45 15,0-3-39-15,-1-1-13 0,0-1-219 0</inkml:trace>
  <inkml:trace contextRef="#ctx0" brushRef="#br0" timeOffset="4335.63">20958 3415 2375 0,'-4'-7'177'0,"1"0"-188"0,1-1-25 0,2 4-3 0,3-1 17 16,0 0 19-16,2 0 19 0,0-1 4 0,2 0 0 0,2 1 8 0,2 1-4 15,2 0-2-15,1 2 2 0,3 2 1 0,2 0 1 0,1 2 8 16,2 2 2-16,2 0 0 0,0 1-5 0,3 1-8 0,0 0-5 0,2 1-6 15,0 0-7-15,2 0 3 0,-1 1-6 0,2 1 3 0,-2 0 0 0,2 0-2 16,-2-1 2-16,1 0-7 0,-2-1 4 0,0 0-2 0,-2 0 0 16,1-1 2-16,-1 0-6 0,-2-1 6 0,-1 0 0 0,-2-1-1 0,-2 0 3 15,-1 0 1-15,-3 0-5 0,-2 0 7 0,-1-1-4 0,-2 0 5 16,-1 1 6-16,-2-1 4 0,-1 1 8 0,-3 1 1 0,-1 0 4 0,-2 1-10 16,-1 1-2-16,-1 1-4 0,-2 2-3 0,0 0 4 0,-1 2-7 15,1 2-2-15,1 1-4 0,-1 1-3 0,2 3-2 0,1 2 1 0,1 0-5 16,0 4 3-16,2 0 5 0,0 1-6 0,1 1-3 0,4 1 0 0,1 1-1 15,1 2 4-15,2 2 2 0,2 2-8 0,0 1 0 0,4-1 1 0,2 2 2 16,-1 2 0-16,4-1 19 0,0 2-3 0,1-3-2 0,1-2 7 16,0-1-18-16,0-3 6 0,0 2 7 0,-4-3 3 0,-1-1 19 0,-3-2-1 15,-5 0 19-15,-3-2 8 0,-2-2-7 0,-4 0 13 0,-1-2-15 16,-5 1-13-16,-3 0 0 0,-4-2-22 0,-2 0-10 0,-5-1-14 0,-5-2-13 16,-3 1-11-16,-5-2-20 0,-4-1-28 0,-4-2-52 0,-3-2-53 0,-3 1-74 15,-5-3-127-15,-5-1-288 0,-8-1-424 0</inkml:trace>
  <inkml:trace contextRef="#ctx0" brushRef="#br0" timeOffset="5677.63">5643 8290 2446 0,'-9'-12'23'0,"2"1"10"0,1-3-2 0,9 1-7 0,5-2-13 15,3-2-2-15,4-6-7 0,2-2-4 0,2-2 5 0,-1-3-3 0,1 0 0 16,-1-2 0-16,0 0 0 0,-1-2 2 0,-1-2-4 0,-2 0-1 15,-2-3 3-15,-3 1 3 0,-2 1-3 0,-3 0 2 0,-2-1-10 0,-3-1 0 16,-2 1 10-16,-3 0 1 0,-2-1 5 0,1 3 3 0,-4 0-9 0,0 4 4 16,-2 4-3-16,1 2-1 0,-1 3 1 0,2 2 0 0,0 4 7 15,-1 3-1-15,0 5 7 0,1 4-1 0,-1 3 3 0,1 3-2 0,1 3-10 16,0 3 7-16,2 4-8 0,1 4-3 0,0 5 3 0,3 6-5 16,0 5-4-16,2 7 11 0,1 2-7 0,1 6-10 0,1 4 9 0,1 2-8 15,1 4 3-15,2 4 8 0,0 5-6 0,2 4 4 0,1 2-1 0,2 5-3 16,1 2-9-16,1 4 5 0,0 3 2 0,1 2 3 0,-1 3 9 15,1-1-4-15,0 0-1 0,0 0-14 0,1-3 12 0,-2 0 2 16,2-2 3-16,-2-2 4 0,2-4-11 0,1-6 1 0,0-7-5 0,1-9 7 0,-2-8-1 16,1-7-1-16,1-7-6 0,-1-8 0 0,2-3 11 0,1-4 2 15,0-4 6-15,2-4 1 0,2-3-7 0,-1-4-7 0,0-5 4 0,0-4 6 16,1-4-21-16,-2-5-2 0,1-5 7 0,-2-6-3 0,-2-2 11 16,-2-6 11-16,-3-3-14 0,-2-3 3 0,-3-2 0 0,-3 0-8 0,-3-1 3 15,-4-2-4-15,-5 2-4 0,-4 0 3 0,-4 1 1 0,-3 1 7 0,-4 3 4 16,-4-1-7-16,0 4 3 0,0 4 9 0,0 4 9 0,0 5 17 15,2 5 7-15,0 5-7 0,2 2 1 0,1 4 4 0,0 3-7 0,1 2 3 16,1 1-11-16,-1 2-4 0,4 1-6 0,2 2-6 0,3-1-2 0,2 3-5 16,1 1 2-16,1 1-16 0,1 0 6 0,2 1-4 0,1 0 0 15,2 1 5-15,1 0-11 0,1-3 8 0,1-1-8 0,1-3-5 0,0-2-2 16,2-1-18-16,-1-1 6 0,2-2 11 0,0-2 3 0,2-2-2 16,1-2 1-16,0-1-2 0,0-1 6 0,0-3 10 0,2 2 15 0,-1-3-2 15,3 0 5-15,-3-1 3 0,1-1-11 0,0 2 3 0,-3-2 4 0,2 1-3 16,-1 2 8-16,0 2 2 0,2 1 7 0,0 1 1 0,0 3 1 15,3 2-1-15,-1 2-4 0,1 2 2 0,0 2-2 0,2 2 0 0,2 1-2 16,1 2-1-16,1 0-3 0,1 2-1 0,0 1-6 0,3 0 2 0,-2 0-10 16,2 1-4-16,-1-3 2 0,0 1-1 0,1-2 6 0,-2-1 0 15,1-3-4-15,1-1 8 0,-2-1-4 0,0-3 1 0,0-2 6 0,-3-2-6 16,0-3 1-16,-1-2 5 0,-3-2 1 0,2-1 0 0,-1-3 2 16,-1-3 0-16,-1 0 1 0,-2-3-3 0,0 0 4 0,-2 0-1 0,-1-3 3 15,-2 1 0-15,-2 1-8 0,-1-2 4 0,-3 1-1 0,-1-1 1 0,-2 1 0 16,-4 1-1-16,-2 0-2 0,-3 2-2 0,-3 1 2 0,-1 0-5 15,-3 2 3-15,-1 1-2 0,1 2-3 0,0 4-5 0,0 3-9 0,3 3-1 16,-3 4-2-16,1 3 1 0,1 3 0 0,0 3-5 0,0 3-4 0,-1 2-14 16,4 2-19-16,0 2-16 0,2 2-27 0,2 1-27 0,3-1-36 15,2 2-44-15,2 0-53 0,3-1-70 0,2 1-50 0,3-1-15 0,2-4-170 16</inkml:trace>
  <inkml:trace contextRef="#ctx0" brushRef="#br0" timeOffset="6045.64">6913 8210 1576 0,'-13'-2'201'0,"1"0"-76"0,-2 2-12 0,4 1-31 16,5 2-8-16,-1-1-12 0,1 2-13 0,1 2-15 0,1 0-10 0,0 2-12 16,1 2-1-16,1 3 0 0,1 1 7 0,0 3 0 0,1 1 4 15,0 1 1-15,0 1-9 0,0 2-2 0,0 0-2 0,0-1-4 0,-1-1-1 16,1 1 1-16,-1-3 0 0,-1 0 0 0,1-1-1 0,-2-2 0 16,0 0 0-16,-1-3 2 0,0-2 1 0,0-2 7 0,-1-2-1 0,0-2 13 15,-1-2 7-15,-1-1 4 0,0-2 8 0,-1-1-9 0,-2-2-2 0,1-1-4 16,-1-3-6-16,2-3-6 0,-1-2-2 0,0-2-2 0,2-1-5 0,0-4 0 15,1-1-3-15,0 0-2 0,2-3-2 0,2-1-4 0,1-1 4 16,3-3-6-16,0 1-6 0,2 0 1 0,2 1 3 0,2 1 1 0,2 3 4 16,1 0-2-16,2 2-9 0,1 3-13 0,0 2-13 0,1 3-37 15,0 2-56-15,1 2-59 0,1 3-80 0,0 1-76 0,1 2-86 0,0 2-41 16,1 0-209-16</inkml:trace>
  <inkml:trace contextRef="#ctx0" brushRef="#br0" timeOffset="6398.62">8447 8097 2536 0,'-11'-4'472'0,"0"1"-422"0,0 3-17 0,5 3-24 15,5 4-4-15,2 1-7 0,1 3 2 0,1 2-3 0,2 2-1 0,0 2 4 16,0 1-3-16,1 1-8 0,-1-1-1 0,0 1-2 0,-1 0 13 0,1-1 11 16,0 2-3-16,1-1 3 0,0 0-13 0,0-3-6 0,1 2 7 15,1-1-3-15,0-2 0 0,0 0-2 0,2-3-3 0,1-1-7 0,2-2-7 16,1-1-4-16,0-3-6 0,1-1 0 0,2-2 1 0,1-2-2 0,0-2-2 15,3-3-4-15,0-1-11 0,0-4-16 0,1-1-20 0,0-1-27 16,-2-3-26-16,1 0-33 0,-1-3-29 0,-4-2-47 0,1 0-50 0,-2-1-47 16,-2-3-21-16,-2 1-141 0</inkml:trace>
  <inkml:trace contextRef="#ctx0" brushRef="#br0" timeOffset="6551.64">8454 7745 2711 0,'-22'-15'214'0,"2"4"-146"0,-3-2-5 0,9 7-28 0,8 2-16 16,3 1-15-16,3 1-10 0,3 1-9 0,2 1-15 0,3 0-16 0,3 2-23 16,3 1-47-16,1 1-67 0,2 1-97 0,-2 1-106 0,3 0-111 0,1 1-45 15,0-1-163-15</inkml:trace>
  <inkml:trace contextRef="#ctx0" brushRef="#br0" timeOffset="6826.64">10154 7637 2935 0,'-7'-4'58'0,"0"2"-12"0,1 1-22 0,5 4-22 0,3 2 7 15,2 2-8-15,2 4-1 0,2 2 7 0,-1 3-14 0,2 3 6 0,-1 1-5 16,0 0 1-16,0 2 2 0,-1-1-4 0,0 1 2 0,0 0-4 16,0 1-8-16,1 1 1 0,-1 1-11 0,1-3-10 0,0 0-6 0,1-2-9 15,0-3-1-15,0 1-9 0,1-1-8 0,1-3-8 0,-1 0-14 16,-1-3-10-16,-1-1-18 0,-1-3-27 0,-2-2-29 0,1-2-31 0,-1-1-38 16,1-2-28-16,-1-2-22 0,-1-3-17 0,0-4-162 0</inkml:trace>
  <inkml:trace contextRef="#ctx0" brushRef="#br0" timeOffset="6986.64">10097 7206 2627 0,'-10'-10'222'0,"-1"1"-177"0,1-1-1 0,5 7-30 0,4 3-11 0,3 0-13 16,2 0-4-16,3 2-6 0,2 2-17 0,2 1-28 0,0 2-45 15,2 0-53-15,-1 1-52 0,0 1-61 0,1 0-56 0,-3 1-40 0,2 1-17 16,0 3 42-16,0-1-125 0</inkml:trace>
  <inkml:trace contextRef="#ctx0" brushRef="#br0" timeOffset="7311.64">10595 7449 1458 0,'-5'-4'1056'0,"0"3"-956"16,1 0-21-16,3 4-48 0,2 3-17 0,1 2-7 0,2 2-4 0,3 3-1 15,2 4 0-15,0 2-7 0,2 2 3 0,-1-2-14 0,-1 2 1 16,1-1 0-16,-1-3 4 0,2 3 17 0,0-1-4 0,0-3 5 0,-1 1-11 16,2-1 4-16,-2-1-1 0,1-4-6 0,-1 1 1 0,1-2-4 0,-1-3 0 15,0 0-3-15,-1-3 1 0,-1-2-1 0,0-1 6 0,-1-2 3 16,-2-1 4-16,2-2 1 0,-3-1 1 0,1-2 1 0,1-2-1 0,-1-1-4 16,1-1 2-16,1-1-5 0,0-1-1 0,0-1 6 0,0 0 0 0,1 1 1 15,-2-1-5-15,1 1 0 0,0 1 0 0,0 0 2 0,-1 4 26 16,0-1-16-16,0 2 14 0,0 3 4 0,1-1-18 0,-2 3 20 0,2 2-13 15,-1 0-2-15,1 3 1 0,0 0-10 0,1 1-6 0,1 3 0 0,0 2-2 16,0 1 8-16,0 4 6 0,2 0-1 0,0 1-5 0,-1 0 6 16,0 1-6-16,-1 0-4 0,2 0-2 0,-1-3-6 0,2 1-10 0,-1-2-17 15,0-1-17-15,0-2-31 0,0-1-26 0,-1-3-29 0,1-1-29 0,-1 0-42 16,1-2-47-16,0 0-35 0,0-2-40 0,1-2 3 0,1-1 0 16,1-2-38-16</inkml:trace>
  <inkml:trace contextRef="#ctx0" brushRef="#br0" timeOffset="7777.64">12279 7198 1921 0,'-4'-7'105'0,"2"1"-85"0,0-1-10 0,3 5-11 16,1 2-5-16,2 1-5 0,0 1 5 0,2 2-4 0,-2 1 7 0,1 1 3 15,-1-1 6-15,0 1 12 0,0 1 11 0,-2 0 8 0,1 0 5 0,0 2 4 16,0-1 0-16,0 3-1 0,1 1-5 0,-1 2-2 0,2-1-11 16,-1 0 1-16,0 2-2 0,1 0-2 0,-2 0-6 0,2 0-4 0,0 0 0 15,1-1-3-15,1 1 0 0,1-2-9 0,0 1 1 0,1-1 0 16,0-1-3-16,1 0 5 0,1-3-3 0,0 0 2 0,1-2-1 0,1-2 2 15,-1 0 5-15,0-3 1 0,1-1 8 0,-2-2-1 0,1-1-1 16,-1-2 6-16,1 0-10 0,0-1 4 0,0-2-4 0,1 0 0 0,-2-1 0 16,0-2-1-16,1-1 3 0,-1-2-4 0,0 1 7 0,-2-1-6 0,0 0 1 15,-1 0-5-15,-1-1-1 0,-1-1 3 0,-2 1-2 0,-2-2 4 0,-2-1-5 16,-2 0-4-16,-2 1-3 0,-3-3-3 0,-3 0 3 0,-3 2-4 16,-3-2 4-16,-4 1-1 0,-1 3 2 0,-4-2 1 0,0 2 5 0,0-1-4 15,-1 3-3-15,1-2 5 0,-2 3-3 0,1 2-5 0,2 2-3 16,0 2 0-16,2 3-4 0,0 1-2 0,1 3-1 0,1 2-9 0,1 2-1 15,-1 1-8-15,3 3-12 0,0 1-13 0,1 1-18 0,2 1-23 0,3-1-42 16,4 2-40-16,2-1-55 0,1 0-46 0,3 0-29 0,2-1-14 16,2 0 26-16,4 0 46 0,1 0-127 0</inkml:trace>
  <inkml:trace contextRef="#ctx0" brushRef="#br0" timeOffset="7904.64">12669 7191 1360 0,'1'0'770'0,"0"2"-558"0,3 2-45 0,3 3-78 16,1 0-44-16,2 4-16 0,1 2-10 0,0 2-11 0,3 4 0 15,1 0 4-15,1 2-9 0,-1 1 2 0,0 1-7 0,1-1 2 0,-1 1-3 16,-1 0-3-16,-1 1 2 0,0 0-10 0,-1-2-30 0,0-1-53 16,-1 0-80-16,1-3-101 0,1-2-80 0,-1-1-69 0,-1-3-26 0,0-2-191 15</inkml:trace>
  <inkml:trace contextRef="#ctx0" brushRef="#br0" timeOffset="8595.89">12653 4622 2798 0,'-18'-11'76'16,"1"4"-8"-16,0-1-14 0,9 7-35 0,6 4-14 0,3 2-5 0,2 2-3 15,4 4-1-15,3 3 1 0,4 2 3 0,0 2-2 0,2 1 4 0,0 3-2 16,2 0-5-16,0 1 3 0,-1-1-3 0,2-2 1 0,0 0 3 16,-1-1-4-16,3-1 3 0,2-2-3 0,-2-1 1 0,2 0 1 0,0-2-1 15,-3-3 1-15,2 0-4 0,-1-3-3 0,-2-2 3 0,1-2 2 0,0-3 2 16,-3-2 3-16,1-2-2 0,-1-3 7 0,-2-1-1 0,-2-3-1 16,-1 0 0-16,0-3-3 0,-2-2 7 0,-1 0-5 0,-3 1 1 15,-1-3-4-15,-2-1-6 0,-1 2-2 0,-2-3-1 0,-3-1 2 0,-1 1-1 16,-1-3 4-16,-2 1-3 0,-2 3 4 0,-2-2-2 0,-1 0 4 0,0 1 2 15,0-1-2-15,-2 0 1 0,-1 1-4 0,-2 0 3 0,1 1-8 0,-2 2 1 16,2 0 3-16,0 2-1 0,2 3 9 0,-2 3 8 0,2 3-7 16,-1 1 7-16,2 3-3 0,-3 1-12 0,0 3 3 0,0 2-13 0,1 1 5 15,-1 3 0-15,0 3 3 0,0 3 9 0,0 1 0 0,-1 1 1 0,1 1 0 16,-1 1-6-16,3 1-2 0,-1-1-2 0,1 2 2 0,2-1 0 16,2-1-6-16,0 2-20 0,3-1-24 0,2 0-19 0,1 2-25 0,2 0-10 15,2-1-10-15,2-1-3 0,1-1 7 0,2-4 2 0,1-2 13 16,2-1 15-16,1-2 18 0,2-1 22 0,2-2 18 0,1-2 11 0,2-3 4 15,0 0-3-15,2-1 3 0,2 0 1 0,0-1-2 0,3 1 6 0,1-1 1 16,0 1 1-16,0 1 1 0,-1-1-3 0,1 1 2 0,-2 0 2 16,0 0 0-16,1 1 3 0,0 0 0 0,-1-1-1 0,0 1 1 0,-1-1 1 15,-1 1-4-15,0 0 2 0,-1 0 4 0,-2 0-1 0,-1 1 3 0,-2-1-4 16,1-1-3-16,-3 1 0 0,1-1-4 0,0 0-25 0,-1 1-54 16,-1-1-49-16,1 0-54 0,0-1-17 0,1 0 10 0,-1-1 13 0,1 0-35 15,0-1-26-15</inkml:trace>
  <inkml:trace contextRef="#ctx0" brushRef="#br0" timeOffset="8993.89">13723 4523 2752 0,'-10'-9'99'0,"2"1"-3"0,-1 0-49 15,6 4-33-15,5 3-10 0,1 0-10 0,4 1 6 0,3 1-3 0,1 0 3 16,3 1 0-16,1 0-2 0,2-1 1 0,2 1 2 0,0 0 3 16,1-1-9-16,2-1 6 0,1-2-8 0,3-1-3 0,2-1 5 0,0-2-12 15,2 1-20-15,0-1-21 0,0-3-30 0,1 1-31 0,1-1-17 16,-4-1-33-16,0 3-30 0,-5-1-18 0,-1 1-22 0,-3 1-5 0,-2-1-8 15,-1 2-1-15,-3 0 5 0,-1 2-122 0,-3-1 84 0</inkml:trace>
  <inkml:trace contextRef="#ctx0" brushRef="#br0" timeOffset="9118.89">14012 4655 2324 0,'-11'5'151'0,"2"2"-52"0,-1 2-46 0,5 4-31 0,5 0-11 0,3 3-2 15,4-1-6-15,2 2-6 0,4-1-10 0,3-2-11 0,2-1-16 16,2-1-35-16,5-1-29 0,1-2-41 0,2-1-60 0,3-3-57 0,0-1-50 15,4-2-42-15,1-3-2 0,2-3-209 0</inkml:trace>
  <inkml:trace contextRef="#ctx0" brushRef="#br0" timeOffset="10286.89">13155 6861 3526 0,'-18'-16'16'0,"4"6"20"15,-1 1-40-15,10 10-20 0,6 5-15 0,5 3-29 0,4 3-23 16,3 3-37-16,0 1-48 0,4 4-78 0,0-1-96 0,-1-1-93 0,-2 1-102 16,1-1-10-16,-2-1-127 0</inkml:trace>
  <inkml:trace contextRef="#ctx0" brushRef="#br0" timeOffset="10396.89">13585 7347 3287 0,'-3'0'86'0,"3"4"-46"0,2 3-30 0,5 7-9 0,4 5-6 0,4 5 1 16,2 5-3-16,1 6-35 0,0 3-59 0,-2 2-108 0,-3 3-156 0,-2 0-236 16,-4 1-152-16,-5 1-221 0</inkml:trace>
  <inkml:trace contextRef="#ctx0" brushRef="#br0" timeOffset="10870.91">10114 9365 1964 0,'-9'4'1155'0,"2"3"-1125"16,1 8-2-16,5 9-20 0,4 5-23 0,5 8 16 0,7 3-2 16,4 6-10-16,2 2 11 0,3-1-24 0,0-1-6 0,-1-1-1 0,-1-2 1 15,-1-4 1-15,-3-2-5 0,0-3-12 0,0-3-15 0,-4 1-17 0,1-3-6 16,-1 1-19-16,-1-3-25 0,0-3-53 0,-3-2-60 0,0-4-58 15,0 0-50-15,0 0-46 0,2-2 22 0,-1 0-134 0</inkml:trace>
  <inkml:trace contextRef="#ctx0" brushRef="#br0" timeOffset="11130.91">9917 9506 3408 0,'-19'-18'68'0,"2"-1"-2"15,-1-6-34-15,9 4-13 0,7 0-21 0,5-1-9 16,5-1-8-16,5-1 0 0,4 1 3 0,2 1-3 0,3 0 4 0,1 3-10 0,0 1-5 0,1 1-1 16,0 2-9-16,-2 3 2 0,-1 2-5 0,1 1-2 0,-2 3 5 15,1 3-3-15,-1 2 5 0,-1 2 5 0,0 1 0 0,-1 3 5 0,-2 2 6 16,0 1 3-16,-2 2 4 0,-2-1 3 0,-2 1-2 0,-1 0 2 16,-2 0 1-16,-2 0-5 0,-3 2 3 0,-2 0-4 0,-1 2 0 0,-4 0 6 15,-1 1 1-15,-2-1-2 0,-2 2 4 0,-1 1-4 0,-1-1-3 16,1-1 2-16,-1-1-8 0,2 0-20 0,0-2-25 0,1-2-49 0,1-1-58 15,2-2-57-15,0-1-67 0,0 0-51 0,2-2-40 0,0-1 0 0,1 1-159 16</inkml:trace>
  <inkml:trace contextRef="#ctx0" brushRef="#br0" timeOffset="11417.91">10604 9355 2129 0,'1'0'171'0,"0"1"-70"16,3-1-62-16,3 1-21 0,2-1 2 0,1 0 1 0,1 1-11 15,2 1 0-15,1 0-5 0,-1 1-4 0,-1-1-1 0,-1-1 3 0,-1 1 0 16,0 0 1-16,-1-1-1 0,-1 2-5 0,-1-2-10 0,-3 1-4 0,-1-1-9 16,-3-1 0-16,0 0 8 0,-2-1 3 0,-2-1 8 0,-2 0 3 15,-1-1 3-15,-2-2 6 0,0-2 5 0,-1-1 7 0,0-1 6 0,1-1-2 16,-2-1-4-16,-1 0-2 0,0-1-2 0,1-1 5 0,1-1-3 0,-1-1 5 16,1-1-4-16,1-3-5 0,0-1-3 0,2 1-7 0,1-1-2 15,2 1 1-15,2 3-2 0,2 0-7 0,0 2-3 0,2 1 1 0,1 2 2 16,2 0 3-16,2-1-3 0,0 0 0 0,3-1-3 0,0 0-3 15,1 2 1-15,1 0 1 0,0 2 1 0,1 1 0 0,0 1 0 0,0 0-2 16,-1 2 1-16,1-1-4 0,0 2-4 0,1 1-8 0,-1 1-5 0,0 0-5 16,0 2-10-16,0 1-15 0,0 1-23 0,-2 0-40 0,1 1-59 15,0 1-64-15,0 0-66 0,0 1-48 0,0 0 15 0,2 1-103 0</inkml:trace>
  <inkml:trace contextRef="#ctx0" brushRef="#br0" timeOffset="11606.91">10959 9167 2953 0,'-8'5'86'0,"2"1"-43"0,-1 2-38 15,5 0-8-15,3 0 1 0,2 1-3 0,2 2-2 0,0 0-3 0,2 3 1 16,1-1 0-16,0 1-4 0,1 0-4 0,-1-1-11 0,0-2-18 0,1 1-18 16,-1 0-26-16,1 0-17 0,0 0-21 0,0-1-15 0,0-2-14 15,-1-1-15-15,1 0-16 0,-1-1-15 0,0-3-16 0,0 0-5 0,-2-3 13 16,0-1 9-16,-2-2 12 0,0-4-5 0,-1-3-160 0</inkml:trace>
  <inkml:trace contextRef="#ctx0" brushRef="#br0" timeOffset="11752.91">10979 8846 2743 0,'-9'-7'185'0,"0"1"-79"0,1-1-65 0,3 3-25 15,4 0-11-15,1 1-8 0,1 0-4 0,2 0-9 0,2 1-5 0,1 0-11 16,1 1-20-16,1 0-32 0,1 1-50 0,0-1-63 0,0 2-80 0,0-1-79 15,1 2-56-15,-1 0-21 0,1 0 45 0,-1 1-144 0</inkml:trace>
  <inkml:trace contextRef="#ctx0" brushRef="#br0" timeOffset="12017.94">11285 8934 1947 0,'-3'2'502'0,"1"1"-404"0,0 1-57 0,4 1-31 0,1 1-5 0,2 1 0 0,1 1-4 16,2 2-1-16,0 1 2 0,-2 0 1 0,2 1-1 0,-1 0 1 0,0 0-3 15,0-1 1-15,0 0-1 0,0-2 2 0,-1-1-5 0,1-1-12 16,-1-1-12-16,0-1-17 0,-1-1-11 0,0-3-5 0,-1 0-1 0,0-2 13 16,-2 0 15-16,0-2 13 0,0-2 20 0,0-1 8 0,0-3 8 15,0 1 7-15,-1-3 8 0,1-1 6 0,-1 0-2 0,1 0 0 0,1 0-5 16,-1 2 1-16,1 0 0 0,0 2-1 0,1 1-1 0,-1 2-7 0,1 1-8 16,0 2 1-16,1 0-4 0,0 2-3 0,1 1-1 0,0 0-7 0,1 2-5 15,2 2-2-15,-1 1 2 0,0 2-4 0,1 1-4 0,0 1-6 16,1 0-4-16,-1 1-8 0,1 0-10 0,-1 0-12 0,0-1-15 0,-1 0-9 15,0-1-23-15,-1-1-15 0,0 0-22 0,-1-1-19 0,-1 0-15 16,1-2-16-16,0 0-5 0,-2-2-5 0,2-2-1 0,-1 0 8 0,0-3 8 16,1-1-6-16,0-3-74 0</inkml:trace>
  <inkml:trace contextRef="#ctx0" brushRef="#br0" timeOffset="12251.94">11987 8499 2436 0,'-5'-5'494'0,"-1"2"-419"0,-1-1-43 16,4 4-28-16,3 0-4 0,-1 2-2 0,2 1-7 0,1 3 4 0,0 2-3 16,2 3 6-16,-2 2 0 0,2 3 1 0,-2 2 4 0,-1 1-6 0,1 2 3 15,-1 3 0-15,1 1-4 0,-1 4 1 0,2 3-2 0,0 2 1 16,0 2-1-16,2 1-9 0,-1-2 11 0,2 0-4 0,0-1 4 0,1-3-1 16,0 0-13-16,0-5-13 0,0-1-17 0,1-3-20 0,1-3-10 0,0 0-13 15,2-2-6-15,0-3-2 0,1-1 2 0,2 0 6 0,0-3 12 16,1-2 17-16,0-1 14 0,1-3 6 0,1-2-12 0,0-2-34 0,-1-1-41 15,0-2-40-15,1-3-34 0,-1-1-14 0,-2-2-24 0,0-3-11 16,-1-1 6-16,0-2-114 0</inkml:trace>
  <inkml:trace contextRef="#ctx0" brushRef="#br0" timeOffset="12429.94">11914 8870 2915 0,'-10'-1'153'0,"2"0"-51"0,-1 1-71 0,6 0-16 0,2 0-10 15,2-1-12-15,3 1-4 0,1 0-7 0,4 0 1 0,2-1 1 16,1 1-1-16,2-1-4 0,1-1-7 0,1 0-19 0,0 1-15 0,2-2-41 16,0 0-21-16,0 0-23 0,-1-2-27 0,1 1-18 0,-2-1-30 0,0-1-16 15,-1 0-16-15,1 0-14 0,0-2-25 0,0-2-4 0,4-2-179 16</inkml:trace>
  <inkml:trace contextRef="#ctx0" brushRef="#br0" timeOffset="12668.94">12406 8169 2396 0,'-14'-2'507'16,"0"3"-438"-16,-4 4-14 0,5 4-26 0,2 1-17 0,2 3-6 0,2 0-12 16,1 4-7-16,1 4 9 0,1 2-3 0,1 4 9 0,0 1 7 0,2 4-13 15,0 0 6-15,1 3 0 0,2 2-8 0,1 3 5 0,4 0 1 16,1 1-2-16,3 0-2 0,3-2 3 0,-1 0-1 0,5 1-1 0,1-3 4 15,1-1-14-15,3-3 6 0,2-2 2 0,-1-2-6 0,2-3 8 0,-1-3-16 16,2-1-15-16,1-3-20 0,0-4-24 0,0-1-29 0,-1-3-26 16,1-2-42-16,-3-2-49 0,1-3-66 0,-1-2-96 0,0-1-83 0,-3 0 57 15,-1-2-93-15</inkml:trace>
  <inkml:trace contextRef="#ctx0" brushRef="#br0" timeOffset="12882.94">12966 8471 2725 0,'-6'-1'183'0,"2"0"-86"0,-1 1-61 16,3 2-28-16,2-1-2 0,1 2-6 0,2 0-4 0,0 3 4 0,1 1-7 15,3 1 5-15,-1 2 2 0,2 0 0 0,0 1 2 0,1 1 0 0,0 1-2 16,0 1 2-16,1-2-2 0,1 3-2 0,2-1 7 0,1 2-8 16,1-2 4-16,0 2-2 0,2 0-5 0,-1 0 8 0,1 0-2 15,1 0 0-15,0 0-3 0,2-2 1 0,-2-1-7 0,2 0-3 0,-1-2-6 16,0 0-17-16,0-2-15 0,-1-1-26 0,0-1-18 0,-1-3-15 0,-1 0-19 15,1-2-29-15,-3-2-30 0,0-2-34 0,-1-2-19 0,-2-1-13 16,-2-5-33-16,-2-2-58 0,-3-6-263 0</inkml:trace>
  <inkml:trace contextRef="#ctx0" brushRef="#br0" timeOffset="13031.94">12999 8117 2801 0,'-9'-6'120'0,"0"0"-28"0,-1-1-50 16,3 3-27-16,4 1-11 0,1 2-10 0,2 1-9 0,0 0-2 0,0 1-2 15,2 2 0-15,-1 1 5 0,0 1-1 0,1 3-2 0,1 0-15 0,0 1-24 16,1 0-32-16,0 0-44 0,0 0-45 0,1-1-46 0,0 0-55 16,1 0-48-16,-1-1-45 0,-2 0 2 0,0-1 30 0,0-1-112 0</inkml:trace>
  <inkml:trace contextRef="#ctx0" brushRef="#br0" timeOffset="13251.94">13137 7992 2608 0,'-1'-2'246'0,"0"2"-138"0,3 1-74 0,3 3-25 0,5 2-4 0,5 1-5 16,6 3 5-16,4 1-8 0,5 2-1 0,3 4 2 0,6 2 2 0,2 1 6 15,4 2 0-15,4 2 8 0,4 2 5 0,2 1-9 0,0 0 8 0,1 4 1 16,1-1-5-16,-1 4 9 0,-3 0-9 0,-2 0-9 0,-3 0 4 16,-5 2-6-16,-3 3 1 0,0 1-3 0,-3 4-1 0,-4 4-3 0,-3-1-4 15,-6 3-2-15,-4 1-17 0,-5 4-9 0,-3 2-22 0,-4 4-20 16,-4 2-24-16,-4 2-52 0,-1 2-56 0,-4-1-73 0,-3 2-89 0,-2 2-118 15,-3 5-66-15,-2 5-79 0</inkml:trace>
  <inkml:trace contextRef="#ctx0" brushRef="#br0" timeOffset="14716.96">7679 7896 820 0,'-17'-10'11'0,"3"1"33"0,-1-1 14 16,7 2-12-16,5 2-4 0,4 1-8 0,2-1-3 0,4-3-4 0,4-3-4 15,2-2 6-15,6-3-4 0,4-1 4 0,2 0 5 0,5 0 2 0,0 2-1 16,2-1 2-16,1 0-5 0,2 2-1 0,1 2-2 0,2 1 4 15,2 2-5-15,0 1-9 0,2 0-3 0,-1 0-6 0,3 2-3 0,-1 1 1 16,3 0-8-16,2 2 1 0,0 2-2 0,3 2-2 0,-1 3 3 0,1 2-2 16,0 2-1-16,1 1-2 0,-1 3-7 0,0 3 1 0,-2 3 0 15,0 0 5-15,-3 4 7 0,-2 2 0 0,0-1-1 0,-1 3-1 0,-1 2 1 16,-2-1-2-16,0 1-1 0,-3 0-2 0,0 2 2 0,-3 0-1 0,-2 1-1 16,-1-2 2-16,-4 2-3 0,-2-3-4 0,-4 2-2 0,-5 0-5 15,-3 2-2-15,-6 2 1 0,-6 4 2 0,-6 1-6 0,-6 2 6 0,-6 1 4 16,-8 2 7-16,-5 0 11 0,-7 0 6 0,-5-1 10 0,-3-1 12 0,-6-1 16 15,-4-3 14-15,-4-1 13 0,-3-6 5 0,-4-1 7 0,1-4 8 16,0-3 5-16,0-5-2 0,2-2-12 0,3-4-16 0,2-3-19 0,4-4-15 16,2-3-8-16,6-2-9 0,3-3-10 0,4-1-3 0,5-3-5 15,0-3-6-15,5-1-2 0,0-4-7 0,6-1-8 0,2-3-13 0,3 0-20 16,5-2-12-16,4-2-18 0,5 1-18 0,4-2-25 0,5 0-40 0,3-2-33 16,4 0-29-16,6 0-27 0,3 0-19 0,3 0-45 0,6-2-59 15</inkml:trace>
  <inkml:trace contextRef="#ctx0" brushRef="#br0" timeOffset="15327.77">8863 7205 1686 0,'-68'-9'-22'0,"-3"1"94"0,-16 0 2 16,18 2-5-16,15 3 0 0,7-3 1 0,5 0-15 0,3-3-11 0,3-2-16 16,4-3-11-16,3-1 2 0,4-2-4 0,3-3-5 0,0-1 2 15,1-4-6-15,1-1 6 0,0-2 5 0,2-4-2 0,2 0-6 0,-2-5-1 16,2 0-1-16,2-3-2 0,0-4 7 0,3-1-5 0,1-4-2 0,3-2-2 15,2-3-2-15,4-2-4 0,4-3 11 0,3-3-8 0,5-2 0 16,2-3 6-16,3-2-12 0,4-5 10 0,3-1-1 0,3-3 0 0,5-3-4 16,1-1 4-16,4-1 0 0,3-3 0 0,4-1 6 15,2 0-6-15,2 1-3 0,-1 2-3 0,1 4 9 0,1 3-1 0,0 2 5 0,2 4 5 16,0 0-4-16,3-2 0 0,1 2 1 0,3-2 1 0,4 1-10 0,3 1 1 16,2-1 2-16,3 1 1 0,4 1 7 0,3 0-7 0,5-2 1 15,3 2 0-15,5-3 0 0,2-1-4 0,6 0 1 0,2-1-6 0,2 2-6 16,3 1 10-16,3-2 1 0,2 0-1 0,3 0 0 0,3 0-11 0,0 3 2 15,0 3 1-15,-2 1-3 0,-3 4 16 0,1 2-6 0,0 2-2 16,0 1-2-16,3 2 1 0,-2 2 4 0,0 1-3 0,2 4 3 0,0 0-2 16,2 3 1-16,3 0 3 0,1 1-2 0,1 2 8 0,1 2-8 0,-1 4-2 15,1 1 4-15,0 5-10 0,-1 1 1 0,-2 2 8 0,-3 2 0 16,-1 1-1-16,-4 5 1 0,-3 3-5 0,-2 3 6 0,-3 3-2 16,-4 3 0-16,-4 1 2 0,-3 3-10 0,-4 3 2 0,-2 2 0 0,-2 2-5 15,-6 1 11-15,-3 3-2 0,-2 1 3 0,-5 3-1 0,-3 2-8 0,-4 2 2 16,-4 3 0-16,-6 2 0 0,-1 2 3 0,-5 0 0 0,0 0-2 0,-3 2 8 15,-2 0 2-15,-2 3-3 0,-2 1 1 0,-3 3-7 0,-4 0-4 16,-2 3 5-16,-4-2-13 0,-3 1 4 0,-5 1 7 0,-3 0-4 0,-4 2 11 16,-1-1-5-16,-3 0-10 0,-3-1 2 0,-2 2 2 0,-5 0-2 15,-2 2 1-15,-1-2-4 0,-5-1-2 0,-2-1-7 0,-3 0-6 0,-2-1-8 16,-3 0-7-16,0-2-13 0,0-3-22 0,-1-2-21 0,2-4-44 0,0-1-69 16,0-2-43-16,4-4-54 0,1-2-22 0,3-3-273 0</inkml:trace>
  <inkml:trace contextRef="#ctx0" brushRef="#br0" timeOffset="15561.77">14818 3005 1542 0,'-9'-15'33'0,"1"1"56"15,0-1-2-15,4 7-10 0,4 5-17 0,0 3-18 0,0 1-18 0,1 3-9 16,0 1 3-16,1 2 5 0,-1 4 7 0,-1 2 10 0,0 3 2 0,-2 2 3 15,-1 6-3-15,-3 4-5 0,-2 4 2 0,-2 3-12 0,-1 6-2 16,-3 2-5-16,0 3 0 0,-3 7 6 0,-2 1-3 0,1 3-2 0,5-3-5 16,1-2-5-16,6-5-10 0,6-5-2 0,4-6-1 0,9-5-7 15,6-3 4-15,9-5-6 0,7-7-3 0,10-7-4 0,7-7-13 0,11-8-32 16,9-7-52-16,9-7-91 0,7-8-128 0,5-4-134 0,5-7-337 0</inkml:trace>
  <inkml:trace contextRef="#ctx0" brushRef="#br0" timeOffset="20558.28">12290 12834 1907 0,'-6'-4'210'0,"2"0"-162"0,-2-2-17 0,4 0-16 0,3-1-4 0,1-1-8 16,1 0-20-16,2-3-2 0,0-2-2 0,1-1 7 0,1-2 6 15,0 0-10-15,0-3 0 0,-1-1 1 0,-1-2 0 0,-2-2 4 0,0-3 6 16,-1 0 6-16,-1-2-4 0,0 2 7 0,-3-1 1 0,0 1 2 0,-2 1 8 15,0 3 4-15,-1 0 0 0,1 2 6 0,-1 3 5 0,0 1 7 16,0 3-1-16,1 2 4 0,0 3 7 0,1 3-3 0,1 1 13 0,0 1-9 16,0 2-5-16,1 2-13 0,0 0-12 0,1 1-4 0,0 1-5 0,1 1 1 15,2 2 3-15,-2 1-2 0,1 3 6 0,2 3 1 0,0 3-4 16,3 3 4-16,0 0-3 0,2 2 0 0,0 1-3 0,1-1-4 0,0 3 1 16,-1-1-7-16,1 3 6 0,2-1-6 0,0 0 2 0,0 3 3 15,-2-2-5-15,2 1-5 0,0 0 8 0,-1 0-1 0,1 0-2 0,-1 1 5 16,-2-1-5-16,1-1 3 0,-1 0 7 0,0-2-1 0,1-2 1 0,-1 0-1 15,-1-1-5-15,1-1 8 0,-2 1-4 0,0 0 0 0,-1-1 1 16,-1 0-8-16,-2-2 4 0,0-1 4 0,-2-2-3 0,0 0 1 0,-1-1-2 16,0 0-2-16,-1-2 2 0,-2 1-2 0,0-1-1 0,-2 0 0 0,-1-1-4 15,-1 0 7-15,-1-1-7 0,-1-1 4 0,1 0 3 0,-1-1-5 16,2-1 8-16,0-2 4 0,1-1 2 0,1-2-1 0,1 0 0 0,1-1 1 16,1 0 0-16,1-1 2 0,-1-1-5 0,1 0-5 0,1 0 6 15,-1 0-6-15,0 0 9 0,0 0 0 0,0-1-1 0,0-1 7 0,0 1 3 16,-1 0-7-16,1 0-1 0,-1-1-11 0,0 0-5 0,0 0 0 0,0 2-1 15,-1-2-8-15,0 2-2 0,1 0-9 0,0 1-6 0,-1 1 2 16,0 1-9-16,0 0-6 0,0 2-4 0,0 1-9 0,-1 1-1 0,2 2-9 16,0 0-31-16,0-1-45 0,3 0-69 0,1-1-100 0,2-1-153 0,2-1-122 15,3-5-149-15</inkml:trace>
  <inkml:trace contextRef="#ctx0" brushRef="#br0" timeOffset="25430.38">16506 4230 1025 0,'-8'-7'133'0,"2"1"-107"15,-3 0-17-15,4 1-7 0,1 3 1 0,2 0 1 0,1-1 5 16,0 1-1-16,0-2 3 0,1 1-1 0,0-1 1 0,1 0 6 0,0-1 2 15,1-1 2-15,0-1 7 0,1 0 0 0,1-1 0 0,1-1-3 0,1-2-8 16,1 1-1-16,2-2-3 0,2 0 4 0,2 0 2 0,2 0-3 16,1 1 5-16,4 0-2 0,2-1 2 0,1-1 3 0,3 1-3 0,2-1 1 15,3 2 1-15,2-2-3 0,4-1-6 0,2 1-6 0,1 1-5 16,2 0-5-16,2 2 4 0,-2 0-1 0,3 1 1 0,-1 0-2 0,0 1 2 16,1 2-2-16,0 0 0 0,-2 1-2 0,-1 1 2 0,-1 1 4 0,-1 1 0 15,1 2 3-15,0 1 0 0,-3 2-8 0,0 2-3 16,1 2 4-16,-3 2-4 0,0 1 6 0,-1 4 4 0,-3 4 5 0,1 3 7 0,-3 4 6 15,0 4 0-15,-1 1-2 0,-2 3-4 0,-2 5-5 0,-2 2-2 0,-3 4-8 16,-2 3 1-16,-2 1-3 0,-2 4-1 0,-2 2-3 0,-1-1-2 16,-1 1 0-16,-3-5-4 0,-2-1 7 0,-3-3-2 0,-4-2 1 0,-3 0 10 15,-3-2 5-15,-4-2 5 0,-4-2 7 0,-3-2 3 0,-3-1 5 0,-7-1 7 16,-5 1 2-16,-6-3 0 0,-3 0-5 0,-4-1 7 0,-1 0 16 16,-2-2 14-16,-3 0 18 0,1-2 0 0,0-1-12 0,0-2-17 0,2-1-17 15,2-3-16-15,1-3-5 0,2-3-2 0,2-1-1 0,1-3 9 16,3-4-11-16,1-4 13 0,-1-3 2 0,1-1 1 0,0-3 14 0,1-2-1 15,0-3-2-15,0-1 3 0,1-4 4 0,0-2-13 0,-1-2 1 0,3-1-7 16,0-3-11-16,3 0 2 0,0-2-16 0,3 0 2 0,1 2-5 16,4 0-6-16,3 1 1 0,3 1-11 0,3 0-16 0,4 3-11 0,1 0-26 15,3 0-32-15,2 0-33 0,2 0-50 0,3 0-53 0,1-1-72 0,2 0-122 16,2-1-102-16,0-1-258 0</inkml:trace>
  <inkml:trace contextRef="#ctx0" brushRef="#br0" timeOffset="27300.6">12655 13500 965 0,'-13'5'129'0,"0"0"-21"0,-5 2-16 0,3-2-17 16,5-1-19-16,-1 0-17 0,3-1-6 0,-1 1 3 0,2-2 8 15,-1 0 12-15,1-2 3 0,1 0 4 0,-2 0-6 0,2-1-8 0,-1 0-8 16,1-1-13-16,0-1 1 0,1 0 1 0,0 1-2 0,0-1 4 0,1 1-1 16,0-1-4-16,1 0 1 0,1 0-1 0,-1 0 7 0,1-1-3 15,1 1-2-15,0 0 1 0,1-2-3 0,-1 2-4 0,1-2-1 0,1 0-11 16,0 0-5-16,1-1 2 0,1 0-8 0,0 0 4 0,3 0-5 0,1-2 2 16,1 0 5-16,1 0-4 0,2-1 1 0,0 1-1 0,0 0-2 15,3 1 3-15,0 0 4 0,1-1-2 0,1 0 1 0,2 1 2 0,1 0-4 16,1 1 3-16,0 0-1 0,1 2 1 0,2 0 1 0,0 3-5 0,1 0 5 15,-1 2-8-15,1-1-1 0,-1 3 5 0,-2 0-1 0,-1 2 7 16,0 1-1-16,-3 1 0 0,1 1-2 0,-1 2 5 0,-2 0-1 16,-2-1 0-16,0 3 2 0,0-1-7 0,-3 2 4 0,1 1-4 0,-3-1 4 0,0 0 1 15,-1 1-2-15,-2 0-2 0,-1 1-4 0,-2 0 0 0,-1 2-3 16,-2 2 2-16,-2 0-2 0,-1 1-3 0,-1 2 6 0,-3-1 0 0,1 2-3 16,-1 0 5-16,-2-1-2 0,0 1-3 0,0 1 8 0,-1 1-3 15,0 1-2-15,-1 0 7 0,1-1-4 0,-1 0 7 0,-1 1-5 0,1 0 0 16,1 0 2-16,-2 2 0 0,1 0 1 0,0 0-3 0,-1-1-3 0,1 0 2 15,-1 0-1-15,0-1 4 0,1 0 0 0,-1-1 0 0,2-1 3 16,-1-2-3-16,1-1 5 0,2-2 0 0,1-3-2 0,2-4 1 0,1 0-8 16,0-3 10-16,3-1-5 0,0-2-2 0,0-1 3 0,1-2-4 0,1-1-1 15,0 0 1-15,0-1 1 0,1-1-8 0,1 0 5 0,0-1 0 16,1 0-4-16,2 0 5 0,2-1 1 0,3 0-2 0,0 0 9 0,2-2 0 16,2 1 6-16,1-1 10 0,2 0-3 0,1-1 3 0,1 0 1 15,1-1-2-15,1-1 3 0,0 1-2 0,2-1-3 0,1 1-8 0,-1 0 0 16,3 0 7-16,-2-1-5 0,1 0 1 0,0 0 1 0,-2-1-6 0,0 1 4 15,-1 0-5-15,0 0 3 0,-1-1 6 0,-3 2 0 0,1 0 0 16,-2 0 0-16,0 1-3 0,-3 0-10 0,0 1 6 0,-2 0 0 0,0 1-4 16,-1 0 4-16,-2 1 0 0,1 0 2 0,0 1-2 0,-1 0-1 0,0 0-5 15,-1 1-5-15,-1-1-1 0,0 1 9 0,0 0-2 0,0 1-3 16,0 0-3-16,0 0-2 0,-2 0 5 0,0-1 3 0,0 2-4 0,-1 0 3 16,0 0-5-16,0 0-4 0,-1 1 8 0,-1-1-4 0,1 0 0 15,0 1 2-15,-1 0-8 0,0-1 1 0,0 1 5 0,-1 0-4 0,0-1 2 16,1 1-2-16,-1 0 0 0,0 0-4 0,0 0 8 0,-1 1-4 0,0-1 4 15,0 0-2-15,0 0-6 0,0 0-2 0,-1-1-10 0,1-1 6 16,0 2-2-16,-1-1-4 0,0 1-9 0,-1-1-11 0,0-1-9 0,0 0-17 16,-1 0-17-16,0 1-34 0,0-2-42 0,0 0-55 0,-3-1-81 0,0-3-147 15,-2-1-221-15,-4-4-138 0,-3-9-72 0</inkml:trace>
  <inkml:trace contextRef="#ctx0" brushRef="#br0" timeOffset="29535.1">13046 14492 1631 0,'-10'6'111'0,"0"0"-12"0,-1 3-23 0,2-1-28 0,4-2-19 0,1 0-13 16,2-1-5-16,2 0-13 0,0 0 5 0,1-1-3 0,2 1 2 15,-2-1 6-15,2-1-5 0,-1 0 5 0,1 1-3 0,1-1 2 0,-1 0 7 16,1 1 7-16,0-1 9 0,1 0 4 0,0 0-2 0,2-1-6 0,0 0-1 15,2-1 2-15,2-2-3 0,1 0-5 0,1-1 2 0,1-1-7 16,3 0-1-16,1-1 3 0,0-1-9 0,3 1 5 0,1 0 1 0,1 0 0 16,2 0 4-16,0-1-14 0,1 0-1 0,-2 1-2 0,4 2-3 15,-1 0 8-15,0 2-2 0,0 1-2 0,-3 3-1 0,-2 1 0 0,-1 0-1 16,-2 0-7-16,-1 3 9 0,-1 1-7 0,-3 1 8 0,-1 3 2 0,-2 0-5 16,-1 2 2-16,-2 0 3 0,-2 1-1 0,-2 2-3 0,-2-2 1 15,-1 4-5-15,-2 0 2 0,-1-1 2 0,-1 2 0 16,-1 0 8-16,-1 0-5 0,-2 3 0 0,0-1 2 0,-1 0-1 0,-1-1 2 0,0-1-1 15,1 0 1-15,-3-1-6 0,0-1 3 0,1 0 2 0,-1-2 3 0,1 0 0 16,0-3 1-16,-1 1-3 0,0-2 5 0,1-1 15 0,0-1-4 0,1-3 8 16,1-1-4-16,0 0-9 0,1-3 3 0,0-1-11 0,3-1-2 15,-1-2 1-15,1 1-2 0,0-2 4 0,1 1-8 0,1-2-4 0,-1 0-4 16,3-1-3-16,0 0 11 0,2-1-7 0,1 0 2 0,1-1 0 16,1 1-7-16,0-1 5 0,1-1 0 0,1 1 2 0,1 1 1 0,1 0-7 15,0 0 6-15,3 1-1 0,1 1 3 0,2 0-2 0,1 0-5 0,-3 2 4 16,3 0 0-16,-1 1 5 0,1 0 1 0,0 1-5 0,0 1 4 15,1 1-1-15,-2-1 5 0,1 2-5 0,-2-1 5 0,0 2 0 0,-2-1 1 16,-2 0 2-16,-1 2-3 0,-3 0 6 0,0 2 2 0,-3 1 3 0,-1 0 2 16,-2 2 7-16,-1-1-7 0,-1 1 10 0,-2 2 5 0,-2 2-3 15,-3-1 13-15,-1 5-9 0,-3-1-9 0,-1 1 4 0,-2 2-5 0,0 0 7 16,0 0 0-16,-2-1 6 0,-1 0 5 0,2-2 0 0,-1 1 8 0,0-1-9 16,1-2-2-16,1 0-3 0,-2 0-3 0,1 0 0 0,0-3-9 15,0-1-2-15,-1 0 0 0,0-3-7 0,1 0-1 0,1-2-1 0,1-2-5 16,1-1-1-16,0-1-3 0,1-2-6 0,1 0 0 0,2-2-5 15,0-2-4-15,2-1-8 0,0-1-9 0,0-3-12 0,2 1-22 0,0-4-19 16,1-3-40-16,1-5-44 0,0-4-59 0,3-8-104 0,2-7-150 0,2-13-190 16,2-13-278-16</inkml:trace>
  <inkml:trace contextRef="#ctx0" brushRef="#br0" timeOffset="31062.45">13531 15620 1720 0,'-12'8'164'0,"1"3"-69"0,-3 2 2 0,3-2-19 0,3 0-32 0,1-1-21 15,3 0-11-15,1-1-17 0,1-1 4 0,3 0-1 0,1-1-4 16,1-1 5-16,1 2-2 0,1 0 2 0,0-1 5 0,2 2-9 0,1 0 3 15,1 0 0-15,0 1-1 0,1 0-2 0,1 1-2 0,2 2 5 0,3 0-1 16,1 2 4-16,5 3 0 0,2 1-5 0,1 1 4 0,3 2-4 16,1 0 1-16,3-1 1 0,-1-1-2 0,2-1 2 0,-1-3-7 0,0-1 2 15,1-2 2-15,0-3 1 0,-2-2-9 0,1-1-3 0,0-3 3 16,-3-3 0-16,-1 0 9 0,-3-1 2 0,-5-1-8 0,-2-3 8 0,-3 0-3 16,-2-1 6-16,-3-2 8 0,-1-1-2 0,-1 0 4 0,-3 0 5 0,0-1 10 15,-2 1 18-15,-2-2 2 0,1 1-1 0,-2-3-5 0,0 1-9 16,-1-2 1-16,0 1-11 0,-1-1-1 0,0 0-8 0,-1 1 1 0,0-1 2 15,-1 1-7-15,-1 0 1 0,0-1 5 0,-2 0-5 0,0 1 5 16,2 2-14-16,-2-1-2 0,-1 0 12 0,1 1-12 0,0 0 15 0,0 1-7 16,0 1-5-16,0 1 7 0,2 0-2 0,0 1-3 0,2 1 3 0,-2-1 7 15,0 3 1-15,1 0 4 0,0 1 1 0,0 2-3 0,0-1 7 16,1 2-5-16,-2-1 3 0,2 2 4 0,-2 1-3 0,2 1 0 0,-1 2-9 16,1 0 4-16,1 3-4 0,-1 2 4 0,0 1 3 0,1 3-8 0,1 0 0 15,-1 4-2-15,2 2-7 0,1 3 4 0,1 1 3 0,0 2-2 16,2 0-1-16,-1 2 2 0,1 1 3 0,2-1 3 0,0 2-3 0,1 0 0 15,0 2-5-15,1-2 2 0,-1 0 6 0,0-3-8 0,0 0-7 16,0-1 5-16,0 0-3 0,0-1 1 0,0 0 0 0,0-3-6 0,-1 0-15 16,0-2 26-16,0-3-8 0,-1 0 5 0,-1-1 4 0,0-2-18 0,0-2-7 15,0-2-15-15,-2-1-3 0,0-2-43 0,-1-3-25 0,0-1-55 16,0-1-46-16,-1-2-68 0,1-1-92 0,-1-1-80 0,-1-2-66 0,1-1-112 16</inkml:trace>
  <inkml:trace contextRef="#ctx0" brushRef="#br0" timeOffset="31537.45">14384 16534 1446 0,'-11'7'253'0,"0"1"-154"0,-3 2 20 0,3-1-28 0,1-1-17 0,2-2-24 16,1 0-30-16,1 1-10 0,1-1-4 0,1-1-2 0,-1 0 10 16,1 1-4-16,2 0-1 0,-1-1 5 0,1 1-8 0,2-2 0 0,-1 1 6 15,2 1-6-15,0 0 1 0,0 0 1 0,2 1 5 0,0 0-5 16,2 1 11-16,1 0-4 0,0 0-3 0,2 2 11 0,2 0 0 0,1 1 10 15,1 0-7-15,2 2-5 0,1-1-3 0,1 1 2 0,2 0-4 16,-1-1 6-16,2-2 2 0,-1 0-2 0,2 0 10 0,1 0-3 0,-1 1-4 16,0 0 3-16,-3-1-7 0,2 0-3 0,0 0 8 0,-2 0 4 0,2 0-7 15,-1 1 7-15,-2-1-7 0,-1 0 9 0,-1 1 3 0,-2 0-7 16,0 1 4-16,-2-1-5 0,0 0 6 0,-1-2-2 0,-2 2-5 0,0 1-15 16,-2-1 12-16,-3-5-16 0,0 1 8 0,-1 0 6 0,1 0-10 0,-1 1 12 15,0 2-18-15,-2 1 1 0,1 0 6 0,-2 1-1 0,1 0 1 16,-2 1-12-16,-1 0 2 0,-1 1-5 0,-1-1 3 0,0 0 3 0,-1 1-24 15,0-2 19-15,-1 1-5 0,2-1 0 0,-3-1-4 0,1 0-10 0,-1-1-2 16,0-1-12-16,-1-1-4 0,0-1-26 0,0-1-6 0,-1-1-22 16,0-1-27-16,-1-2-31 0,0-2-63 0,0-3-43 0,-2-3-69 0,-1-2-92 15,-1-6-52-15,-2-6-221 0</inkml:trace>
  <inkml:trace contextRef="#ctx0" brushRef="#br0" timeOffset="31685.49">14352 16389 2049 0,'2'-1'170'0,"1"0"-3"0,1-1-3 16,-1 0-34-16,3-1-34 0,1 0-26 0,4-2-22 0,2-2-22 16,3-1-13-16,1-4-11 0,2 0-4 0,1-4 2 0,0-1-13 0,3-4-23 15,2-3-35-15,-1-4-61 0,1-6-78 0,0-7-120 0,1-5-192 0,0-9-155 16,-2-10-59-16</inkml:trace>
  <inkml:trace contextRef="#ctx0" brushRef="#br0" timeOffset="-121551.7">19465 12961 3419 0,'9'23'-13'16,"5"11"-7"-16,6 10 4 0,5 11-2 0,-6-13 12 0,2 2 6 0,-2-3-18 0,-2 0 13 0,0 0-2 0,-1-1-4 0,0 0 14 15,-1-1-8-15,1-5-2 0,0-2 7 0,-1-4-4 0,-1-1 2 0,0-3 1 16,-2-2 1-16,-2-2 0 0,-1-5 5 0,-1-1 2 0,-2-3-1 16,-1-2-1-16,0-3-3 0,-2-2 3 0,-2-3 1 0,0-2-1 0,-2-3-5 15,-1-2-5-15,-3-3-4 0,-2-3-4 0,-1-2 2 0,-4-6-12 16,-1-4 5-16,-2-2-1 0,0-4 8 0,0 2 16 0,-2-2 8 0,2 0 4 16,0-2 8-16,2-1 2 0,0-2 6 0,0 2 8 0,1-2-2 0,2 0-1 15,2-1 3-15,1-1-4 0,1 1-9 0,2 0-4 0,2 4-9 16,3 2-4-16,2 4 1 0,3 2-1 0,0 2 2 0,2 4 2 0,1 2 0 15,1 2-1-15,1 4-5 0,1 1 1 0,1 2-6 0,1 3-2 0,0 2-2 16,3 4 1-16,0 1 3 0,-1 2-6 0,2 1 2 0,0 0-11 16,-1 2 7-16,2 1 2 0,0 0-5 0,1 0-5 0,-1 0-26 0,0 0-20 15,1-2-22-15,-2 1-34 0,1-2-32 0,-1-1-33 0,-2-1-52 16,1-2-31-16,-1 0-32 0,-1-2-22 0,-3-2 0 0,0 0-6 0,-1-3 6 16,-2 0 20-16,1-1 28 0,-2-1-104 0</inkml:trace>
  <inkml:trace contextRef="#ctx0" brushRef="#br0" timeOffset="-120269.83">20180 13010 2906 0,'-9'6'131'0,"3"1"-53"0,0 2-18 0,3 1-16 0,3 1-10 0,1 2-18 16,3 3-13-16,1 0 3 0,2 4-1 0,1 1 4 0,1 0 2 0,0 2 2 15,0-1-8-15,-1-2 4 0,2 0-4 0,1-2-3 0,1-3-11 16,1-1 6-16,2-2 1 0,0-1 5 0,2-2 14 0,3-2-16 0,0-3-1 15,1-2 6-15,1-2-1 0,-2-3 10 0,0-2 5 0,0-4-9 0,-3 0-2 16,1-2 16-16,-2-1-3 0,0 0 4 0,-1-4 4 0,0 0-17 16,-1-1 2-16,-2 0 1 0,-1 0-4 0,0 0 4 0,-2-1-8 0,-1 1-4 15,-3-1 7-15,-1 0-15 0,-3 2 8 0,-1-2-4 0,-3 0-2 16,-3 1-5-16,-4-2-1 0,-2 0-7 0,-3-1-7 0,-3 3 5 0,-3 0-4 16,0 2 7-16,-1 4 1 0,-3 4 2 0,1 1-10 0,-2 3-6 0,-1 1-8 15,-2 4 1-15,2 2 8 0,-1 2 14 0,1 2 12 0,4 2 0 16,2 2 3-16,1 3-3 0,3 2 4 0,2 0-4 0,1 4-2 0,2 0 0 15,4 1-10-15,1 3-4 0,2 2-2 0,1 2-7 0,2-1 7 0,2 0-11 16,1-3-8-16,4-3-3 0,2 0-24 0,3-4 10 0,3-2-6 16,3-3-5-16,3-2 11 0,1-2 3 0,4-4 16 0,2-2 19 0,3-2 19 15,3-4-1-15,0-3 1 0,1-2 7 0,0-2-12 0,-2 0 17 16,0-1 11-16,-2 0 2 0,1 0 26 0,-2 0 0 0,-1 2 3 0,-1 1 2 16,-3 1-11-16,0 2-1 0,-2 2-8 0,-3 0-9 0,0 2-5 0,-2 2-11 15,-1 1-3-15,0 2 6 0,-1 2-2 0,0 1-3 0,-2 1 6 16,1 1-10-16,0 0 2 0,0 0-11 0,0-1-8 0,-1 1 12 0,1-2-3 15,1 2 9-15,0-3 7 0,1 0-17 0,-2-1 4 0,3-3-3 0,-1 0 0 16,-1-3 13-16,-2-1-2 0,0-1 9 0,-2-3 0 0,0-1-13 16,-1-2 19-16,0-2-4 0,-2 0 8 0,1-3 8 0,-2-3-11 0,-1-1 1 15,-1-1 2-15,-1-1-8 0,-1-1 1 0,-1 0-6 0,-1-1 6 16,-1-1 9-16,0 3-13 0,1-1 8 0,-1 0-9 0,1 1-11 0,1 0 7 16,0 1-10-16,1 3 6 0,1 2-1 0,0 3-3 0,1 4 12 0,0 2-7 15,0 2 7-15,1 2-1 0,-1 1-9 0,0 1 10 0,1 3-2 16,-1 0-14-16,2 4 7 0,0 2-9 0,0 3-2 0,1 3 8 0,-1 1-10 15,0 1-2-15,1 0 1 0,-2-2 5 0,2 1 0 0,0 1 2 0,0-3-6 16,0-2 6-16,1 0-2 0,0-3-2 0,0-1 8 0,-1-1-10 16,1-3 4-16,0 0-4 0,1 0 8 0,1-3 7 0,-1 0 5 15,1-3-2-15,0-1-16 0,2-2 0 0,0-2 0 0,2 1 0 0,-1-3 4 16,-1-2 0-16,2-2-4 0,-1-1 4 0,1 0-2 0,0 0-6 0,-2-1 8 16,1 1-4-16,-1 0 6 0,-1 2 4 0,0 1-12 0,-2 2 6 0,0 1-6 15,0 3 4-15,-2 0 6 0,1 2-6 0,0 2 6 0,-1 1-10 16,0 2-6-16,-2 3 6 0,1 0-8 0,0 2 8 0,-1 1 0 0,0 1 0 15,-1 2-1-15,0 1 1 0,1 1-14 0,-1-2 4 0,0-1 2 0,1 1 7 16,1-1 7-16,-1-1-6 0,1-1 0 0,1-2-16 0,0-3 3 16,2 0 1-16,0-1 1 0,0-1-1 0,2-2-1 0,-2-1-2 0,2-1 3 15,1-1 7-15,-1 0 10 0,1-2-6 0,-3-2 1 0,2-1 4 0,0 1-4 16,0-1 8-16,0 1 4 0,0-1 1 0,-2 1-3 0,0 0 0 16,2 0-6-16,0 1 0 0,-1 0-2 0,2 1 8 0,-1 0 1 0,1 1-7 15,0 0 0-15,1 2 0 0,-1 1-2 0,-1 1 6 0,2 0 4 16,-1 2-2-16,2-1-4 0,0 1-1 0,0 1-1 0,0-2 2 0,2 1 0 15,0-1-2-15,1-2 2 0,2 0-8 0,0-2 6 0,-3-2-3 0,1-1-5 16,1-2 8-16,-1 0-2 0,-1-4 12 0,1-1-10 0,-3-2 3 16,1-3 3-16,-1 0-8 0,-1-3 8 0,-2 0 0 0,-3 0-2 0,-1-1 9 15,-3-1-9-15,-2-2-6 0,-3 0-2 0,-2 0-7 0,-5-1-1 0,-1 3 12 16,-4-1-27-16,-3 3 20 0,1 4 5 0,-3 0-6 0,1 4 27 16,-1 1-17-16,1 3 4 0,-2 3-10 0,2 2-8 0,0 2-3 0,0 2 0 15,2 3 15-15,3 1 0 0,3 0 5 0,2 3 1 0,2 0-8 16,3 1 8-16,1 2-2 0,4 1-25 0,2 2 25 0,2 0-4 0,3 3 2 15,4 2 17-15,2-1-31 0,3 3 8 0,0-1-1 0,4 0 5 0,1 0 5 16,4-1-7-16,2 1 2 0,1-2 0 0,0 0 0 0,-1 1 4 16,-1-2 0-16,-2 2-2 0,1 0 0 0,-2 1-2 0,1-1 8 0,-2 1 5 15,-2-1-7-15,-2-1 4 0,-5 0-7 0,-3-1-5 0,-2-1 10 0,-4-1-14 16,-3 1-5-16,-3 0 3 0,-3-1-11 0,-2-1-12 0,-4 1 1 16,-2-2-18-16,-3 0-3 0,-2 0 16 0,-4-3 1 0,-2 0 15 0,0-1 16 15,-1-1-3-15,1-2 2 0,1-1 12 0,1-1 3 0,2-1 10 16,2-3 1-16,3 0-3 0,1-1-2 0,4-1 7 0,2-1 12 0,3 0-10 15,2 0-6-15,2 0-9 0,0 0-11 0,2 0 4 0,1-1-8 0,2 1 6 16,4-4-8-16,0 0 4 0,3-1 6 0,3-2-10 0,1-1 16 16,1-1-14-16,2-3-2 0,2 0 6 0,0-1-9 0,1 1 1 0,-1-3 6 15,0-1-5-15,1 0 5 0,-1-2 11 0,2-2-5 0,-1 1 8 0,0-2-5 16,0 1 1-16,-1-1 1 0,-1-1-1 0,-1-1-2 0,-4-1 5 16,1-1-1-16,-3-1 3 0,-3 1-22 0,-2 0 11 0,-2 1 1 0,-2 0-3 15,-2 1 25-15,-3 2-19 0,-3 2 0 0,-2 3 8 0,-3 2-3 16,-2 1 11-16,-1 4 1 0,-3 3-9 0,0 2 3 0,-2 4-13 0,1 2-8 15,-1 2-2-15,-1 1-3 0,0 3 5 0,1 1 10 0,-1 3-1 0,1 3 3 16,3 3 2-16,2 3-6 0,2 2 12 0,2 5-10 0,1 4 1 16,1 2-16-16,2 4 7 0,4 2 15 0,2 1-13 0,3 2 28 0,3-2-14 15,2 0-14-15,3-3 12 0,4-3-10 0,0-1 0 0,5-2 4 0,1-5-6 16,1-2-2-16,3-4-14 0,1-4-12 0,1-2-1 0,-1-2-20 16,0-4-12-16,-3-3-14 0,2-3-30 0,-3-3-19 0,1-5-34 0,-2-3-59 15,0-4-73-15,0-8-96 0,-1-5-104 16,1-7-130-16,1-6 18 0,1-7-26 0</inkml:trace>
  <inkml:trace contextRef="#ctx0" brushRef="#br0" timeOffset="-120066.83">23388 11377 3018 0,'-11'5'801'0,"2"2"-733"0,0 7-50 0,3 6-16 0,4 5-4 16,2 9 6-16,1 7 3 0,0 7-5 0,1 9 10 0,-1 5 8 0,-1 3 7 15,0 7 1-15,-2 4-4 0,0 7-4 0,0 5-12 0,0 4 2 0,0 4-2 16,1 2-18-16,2-1 10 0,2-1 4 0,2-1-6 0,4-3 10 16,2-3-12-16,3-6-16 0,2-6-18 0,2-5-4 0,3-3-14 0,4-5-24 15,5-5 3-15,3-5-51 0,3-7-37 0,1-5-38 0,1-6-82 0,2-8-92 16,2-7-124-16,3-6-123 0,3-9 19 0,2-8-74 0</inkml:trace>
  <inkml:trace contextRef="#ctx0" brushRef="#br0" timeOffset="-119420.83">24389 12243 2791 0,'-6'-2'115'0,"1"-2"-54"0,-1 0-49 0,2 1-9 16,1 0-8-16,1-1 4 0,-1 0-5 0,-1-1 1 0,-1 1 10 15,-1-2 6-15,-2 1 4 0,-2 0 2 0,-2-1-5 0,-1 0 4 0,0 1-2 16,-2 0 6-16,-2 1-2 0,0 1-8 0,-2 1 6 0,-2 1-4 0,1 3 6 15,-2 2 6-15,0 2-8 0,1 2 2 0,0 3 5 0,0 2-4 16,2 3 8-16,0 2-4 0,1 1-12 0,2 4 0 0,2 2-4 0,1 1 8 16,4 0-3-16,2-2-1 0,4-1-2 0,5-3-3 0,2-1-1 15,5-1-3-15,4 0-4 0,2-4 0 0,4 2-7 0,4-2 7 0,1-2 1 16,3-2 4-16,3 1-1 0,1-2-7 0,1 1 10 0,0 0-1 0,-2 0 1 16,0-1 10-16,-2 0-15 0,0 0-4 0,-2 0 2 0,-3 2 4 15,0-1 22-15,-3 0 12 0,-2 0-2 0,-3 0 1 0,-3 2-22 0,-2-1-10 16,-4 1 7-16,0-1 1 0,-2 2 2 0,-3 0 2 0,-1 0-4 0,-2 1-1 15,-3-1-5-15,0 1 3 0,-4 0-4 0,-2 0-6 0,-2 0 2 16,-3-1-4-16,-1 2 2 0,-3-1-2 0,0 1-1 0,0-2-1 0,-1 2 4 16,0-2-5-16,1 0 3 0,1-1-7 0,0-2-1 0,2-1-12 15,3 0 0-15,-1 0-15 0,3-3-23 0,1 0-18 0,3-2-33 0,2-2-33 16,2-2-23-16,2-3-48 0,2-1-52 0,0-2-33 0,3-3-46 0,2-2-30 16,0-6-9-16,5-4 24 0,1-7-144 0</inkml:trace>
  <inkml:trace contextRef="#ctx0" brushRef="#br0" timeOffset="-119182.83">24558 12242 1475 0,'0'-12'873'0,"2"-3"-671"16,0-4-67-16,1 1-60 0,0 0-18 0,2 2 7 0,-1 1-7 0,1 3 1 15,-1 1 2-15,1 3-4 0,-1 1 10 0,-1 4-4 0,-1 3 5 16,0 1-6-16,0 2-12 0,-1 1-3 0,0 2-4 0,-1 2-1 16,0 2-9-16,0 4-10 0,1 4-1 0,-1 5-10 0,0 3 3 0,0 6-5 0,0 3-7 15,0 6-4-15,0 5 0 0,-1 2 6 0,0 5-4 0,-1 3 0 16,1 1-13-16,1 2 18 0,0-2 7 0,1-2-5 0,2-3 3 0,1-1-29 15,1-5 0-15,1-3-2 0,0-4 1 0,1-6-16 0,2-3 1 16,0-5-4-16,1-3 4 0,0-3 2 0,0-1-2 0,1-2-1 0,0-2-6 16,-1-3-4-16,-1-3-13 0,-2-2-4 0,-2-2-9 0,0-3-29 0,-2-2-35 15,-2-3-57-15,-3-3-61 0,-1-3-57 0,-3-5-75 0,-3-3-75 16,-3-6-7-16,-4-4-123 0</inkml:trace>
  <inkml:trace contextRef="#ctx0" brushRef="#br0" timeOffset="-118998.83">24299 12707 1640 0,'-7'0'666'0,"1"1"-430"0,1 0-66 16,3-1-53-16,3 0-13 0,1 0-31 0,1 0-19 0,3 0-16 0,2 0-3 16,2 0-4-16,4 0 3 0,1-2 5 0,3 1-5 0,1-2 2 0,4 0-9 15,2 0 5-15,-2-1-3 0,4 0-32 0,0 0 8 0,1-1-14 16,0 0 5-16,0 1 32 0,-3 0-14 0,0 1-3 0,-2-1 2 0,-3 0-13 16,0 1 2-16,-2 0 5 0,-3 0-10 0,-1 0 3 0,-2 1-6 0,-2 0-16 15,-1 0-13-15,-1 0-23 0,-2 0-24 0,-2 0-24 0,-1 1-21 16,1-1-22-16,-1 0-39 0,1-1-68 0,-1 0-98 0,0 0-93 0,0-1-54 15,-1-1 40-15,2 2-72 0</inkml:trace>
  <inkml:trace contextRef="#ctx0" brushRef="#br0" timeOffset="-118704.83">24922 12562 1597 0,'-2'3'410'16,"0"-1"-206"-16,0 2-76 0,0-1-38 0,2 0-11 0,-1 1-7 0,0 0-16 16,1 1-1-16,0 0 2 0,-1 1-2 0,0 1 4 0,0 1 0 0,-1 1 6 15,2 1 0-15,-1 0-4 0,1-1-24 0,0 1-11 0,0-1 18 16,1 2-7-16,0 1 10 0,1 1-6 0,1 1-28 0,1 0-6 0,1 1 2 15,2 0-7-15,1 1 7 0,1-4-7 0,0 0-2 0,1 0 2 16,0-2 0-16,1-1 0 0,1-1-2 0,1-2-2 0,1-2 0 0,0-1 2 16,1-1-2-16,0-1 4 0,0-2-4 0,-1-1 4 0,1-2 0 0,-1 1-4 15,2-3 0-15,-2-2-5 0,0-1 7 0,1-1 2 0,-1 0-2 16,0 0 1-16,-3 0-2 0,1-2 2 0,-1 1 1 0,-2 0-2 0,-1-1 8 16,-2 1 1-16,-2 2-4 0,-1 0 12 0,-3 1 3 0,0 0 5 15,0-1-23-15,-3 1-5 0,-1 1 8 0,-1 1 1 0,-3-1 23 0,-1-1 3 16,-3 0-23-16,-1 1 6 0,-1-1-4 0,-2 3-13 0,0-2-9 0,-1 1-13 15,-1 1 0-15,-1 0 0 0,0 1 5 0,1 2-5 0,0 1-3 0,0 1-4 16,0 0 2-16,1 1-4 0,0 1-4 0,3 0-3 0,2 2-11 16,1-2-23-16,2 0-21 0,2 1-46 0,0 0-57 0,2 1-49 0,0-1-51 15,3 1-51-15,2 0-33 0,1 0-24 0,1 0 7 0,3 1-90 16</inkml:trace>
  <inkml:trace contextRef="#ctx0" brushRef="#br0" timeOffset="-118246.83">25443 12563 1892 0,'-2'0'450'0,"2"2"-337"0,-1 0-77 0,1 1-30 16,0 0-4-16,1 0-4 0,-1 1 2 0,-1 0 0 0,0 0 6 0,0 1-3 15,0 0 0-15,1 1-3 0,0-2-3 0,0 2 0 0,0 0 2 0,0 1 1 16,2 1-5-16,-1 1 5 0,2-1-8 0,0 1-4 0,1-1 2 16,1 1 18-16,0 1 9 0,0 1 7 0,0-1-5 0,1 0-19 0,0-1-4 15,0-2-2-15,0 0-8 0,-1-1-19 0,1-2-16 0,0-1-9 16,0-1-3-16,0-1 7 0,0-1 14 0,0 0 13 0,1-1 15 0,0 0 10 15,0-2 7-15,1 0 5 0,-1 0-3 0,0-1 2 0,-1 1-3 0,1-1-2 16,1 0 5-16,-1 1-4 0,1 0 4 0,-1 1-2 0,1 1 2 16,-1-2 6-16,1 2 1 0,-1 0-4 0,0 1 0 0,0 1-3 0,0 1-1 15,0 0-1-15,1 0 1 0,-1 1 2 0,0 0 1 0,-1 2 3 0,1 0 4 16,0 0-9-16,0 0 10 0,0 0-4 0,-1 0 2 0,0 0 6 16,1 0-1-16,-1-2 3 0,-1 0 5 0,-2 0 2 0,0-1 3 0,1 0 0 15,-2 0-6-15,0-1 2 0,0-1-8 0,-1 0-2 0,0 0 4 16,0-1-3-16,-1 0 2 0,-1-1 1 0,0 0 2 0,0 0 2 0,-1 0-11 15,0-2 3-15,-1 1 4 0,0-2 1 0,-1 0 5 0,0 0-2 0,0-1-1 16,-1-1 0-16,0 0-2 0,-1-1 6 0,1 0-8 0,0-2 3 16,2 0-16-16,-1-1-11 0,1 0 14 0,1 0 0 0,1-2 13 0,2-3-5 15,1-1-12-15,2 0-6 0,0-2 0 0,1 0-1 0,1 1-8 0,1-1 1 16,0 2 6-16,1 1 3 0,-1 4 4 0,1-1-3 0,-1 1-3 16,0 1-3-16,-1 1 6 0,0 1-10 0,-1 2 4 0,0 0-5 0,-1 1-8 15,0 2 4-15,0 0-7 0,-3 1-7 0,1 1-8 0,-1 1-20 16,0 0-16-16,0 0-20 0,-1 1-26 0,0-1-31 0,1-1-36 0,-1 0-38 15,1 0-47-15,0-2-47 0,0 0-48 0,1-2-35 0,2-1 12 0,1-3-149 16</inkml:trace>
  <inkml:trace contextRef="#ctx0" brushRef="#br0" timeOffset="-117899.83">26263 11739 2783 0,'-4'-1'169'0,"2"2"-96"0,1-1-57 0,2 3-16 0,1 1 7 15,0 0 0-15,1 2-1 0,1 3 5 0,0 1 10 0,0 3 8 16,-1 0 13-16,0 1 2 0,-1 2-8 0,0 1-4 0,0 4-9 0,0 3-5 15,0 4 0-15,0 2-5 0,-1 4-8 0,2 1 6 0,-1 4-7 0,0 3 3 16,0 1 4-16,0 0-11 0,1 1 0 0,0-1-5 0,0-1-1 16,1 0 3-16,0-4-5 0,2-4 3 0,1-2-1 0,2-5-6 0,0-1 1 15,1-2-3-15,1-4-1 0,0 0 10 0,2-2-8 0,1-2 1 16,-1-1-8-16,0-3-7 0,0-3-3 0,-1-1-1 0,-1-3 1 0,0-1 2 16,-2-1 5-16,-2-3-18 0,0-1-18 0,-2-1-27 0,-1-2-21 0,-2-1-33 15,-2-3-46-15,-1-2-49 0,-2-4-50 0,-3-3-33 0,-2 0-31 16,-2-4-12-16,-3-3 37 0,-2-2-102 0</inkml:trace>
  <inkml:trace contextRef="#ctx0" brushRef="#br0" timeOffset="-117752.83">26216 12337 703 0,'-19'-6'346'0,"2"1"-39"16,-5-1-43-16,4 1-52 0,4 2-46 0,1-1-29 0,0 1-13 0,2 1-9 15,1 0-6-15,2 0 4 0,3 1-5 0,1 0-8 0,2 0-5 0,3-1-17 16,0 0-6-16,3 0-18 0,0 0-21 0,2 0-6 0,3 0-19 16,2-1-2-16,3 1-1 0,2-2-5 0,0 1 0 0,4-1-2 0,1-1-3 15,-1 1 0-15,4-1-4 0,0 0 4 0,0 1-8 0,0-1-16 16,-1 1-29-16,-1-1-33 0,0 1-43 0,-1 0-51 0,-1 0-75 0,-1 1-95 15,-2 1-91-15,-1-1-63 0,1 1 38 0,-1-1-27 0</inkml:trace>
  <inkml:trace contextRef="#ctx0" brushRef="#br0" timeOffset="-117581.83">26800 12423 2947 0,'0'5'623'15,"1"3"-540"-15,0 3-37 0,2 3-46 0,2 2-6 0,2 2-2 0,1 4-5 16,1 2-8-16,0 1 8 0,-1 3 0 0,-1-1 2 0,-1 3-12 16,-4-3-37-16,0 0-21 0,-1-1-43 0,-2 0-43 0,0-2-57 0,-1-2-86 15,1-4-118-15,0-1-164 0,0-2-130 0,0-3 22 0</inkml:trace>
  <inkml:trace contextRef="#ctx0" brushRef="#br0" timeOffset="-117119.83">27770 11857 2836 0,'-2'-2'152'0,"0"0"-85"0,-1 0-55 0,1 1-19 0,0-1 10 16,-1 0 4-16,0-1 0 0,-2 1 19 0,-1-2-5 0,-3-1 2 0,-1 0 10 15,-2-2-10-15,-3 1-2 0,-3-1 3 0,-2 0-8 0,0 0-4 0,-2 0-1 16,0 1 1-16,-1 1-4 0,-1 0 2 0,2 2-1 0,-2 0-7 16,0 2 0-16,1 0-11 0,-1 3 0 0,1 1 4 0,0 1-1 0,-1 2 10 15,1 1 3-15,0 0-2 0,2 2 6 0,3 1-5 0,3-1-5 16,3 0 1-16,4 1-11 0,3-1-11 0,3 0-5 0,4 1-10 0,4 0-6 15,2 1 5-15,3 1 1 0,4 0 9 0,4 2 2 0,5-2 13 0,2 1-1 16,1 1 0-16,3-1 10 0,1 1-1 0,3-1 6 0,0 1-3 16,2 0-10-16,1 1 13 0,-1-1 1 0,0 4 20 0,-1 1 4 0,-1 0-5 15,-2-1-2-15,-2 2-2 0,-4 0 11 0,-1 0-4 0,-6 0 6 0,-1-2-1 16,-5-1-12-16,-3 1-1 0,-5-1-5 0,-3 1-8 0,-4-1-10 16,-4 2 1-16,-3-1-12 0,-3 0-5 0,-4 0-4 0,-1 1-23 0,-6-2-11 15,-2 1-19-15,-2 0-12 0,-4 0-1 0,0-1-4 0,-1 1 12 16,2 0 9-16,1-3 2 0,3 0-8 0,1-3-30 0,4-2-35 0,2-4-58 15,4-2-90-15,2-4-117 0,4-4-66 0,3-4-174 0</inkml:trace>
  <inkml:trace contextRef="#ctx0" brushRef="#br0" timeOffset="-116897.83">28221 11240 3370 0,'2'0'156'0,"1"2"-93"0,2 2-44 0,1 4-23 0,1 2 2 0,2 3 0 16,-2 5-1-16,0 4-7 0,0 3-5 0,-2 5 13 0,-2 2 4 16,-1 4 8-16,-2 2 7 0,-3 2-6 0,-2 3-11 0,-2 0-6 0,0 3-1 15,-1 1 3-15,0 1 2 0,0-2-7 0,2-2 1 0,1-2-24 0,2 2-10 16,1-5-23-16,2-1-15 0,1 0-10 0,1-4-26 0,1 0-6 16,0-3-43-16,1-2-30 0,0-5-36 0,1 0-33 0,0-4-21 0,1-5-17 15,1 0 9-15,-1-4 15 0,1-3 11 0,0-3 31 0,0-3-162 16</inkml:trace>
  <inkml:trace contextRef="#ctx0" brushRef="#br0" timeOffset="-116731.83">27905 11962 2633 0,'-3'-1'216'0,"1"0"-106"0,2 0-59 0,2 1-19 0,2-1-2 16,4 0-4-16,0 0-7 0,3 1-5 0,2 0-7 0,1 0-2 0,2-1-5 15,-1 0 2-15,1 0 0 0,-1 0-9 0,-1 0-2 0,2 0-5 16,-1 0-9-16,0-1-13 0,-2 1-14 0,2 0-28 0,-1 0-28 0,-1 0-28 15,-2 0-29-15,0-1-16 0,-1 1-11 0,1-1-18 0,-1 1-21 0,1-1-16 16,-1 0-23-16,2 0-23 0,1-1 3 0,1-1-190 0</inkml:trace>
  <inkml:trace contextRef="#ctx0" brushRef="#br0" timeOffset="-116467.83">28490 11929 1936 0,'4'4'305'0,"1"0"-172"0,3 2-84 0,-2 1-32 0,1 0 3 0,0 2 12 15,-1 0 15-15,1 1 22 0,-2 1 9 0,1-1 7 0,-1 2 16 0,0 1-6 16,-1 1-6-16,0 0-12 0,-1 0-26 0,1 2-7 0,1-1-16 15,0 1-1-15,1 0-9 0,0 2-14 0,1 0-1 0,0-1-4 0,1 1-1 16,1 0 4-16,-1-1-4 0,2-2-2 0,2-1 1 0,1 0 1 16,1-1 0-16,-1-3 4 0,2 1-11 0,2-2 0 0,1-1 5 0,0-2-1 15,1-2 1-15,-1-2-3 0,0-1 0 0,0-2 2 0,0-3 7 0,-1 0 3 16,-1-3 6-16,-1-1-1 0,0-2-4 0,0-1-3 0,-3 1-5 16,-1-3 6-16,0 0 3 0,-2 0-5 0,-3 0 2 0,-3 0-1 0,-2-1 4 15,-3 0-5-15,-3-2 7 0,-2 1 2 0,-2-4 2 0,-1 0 8 0,-2 1-10 16,-2-3-4-16,-1 0-7 0,-3 0-14 0,-1-1 16 0,0 1-9 15,-4 3-3-15,2 0 7 0,-2 3-15 0,0 3 2 0,2 3-6 0,-1 1-3 16,1 3-14-16,1 2-16 0,0 1-20 0,-1 2-31 0,1 2-41 0,-2 1-43 16,0 2-37-16,1 1-48 0,1-1-56 0,1 3-86 0,2 0-68 15,0 0-198-15</inkml:trace>
  <inkml:trace contextRef="#ctx0" brushRef="#br0" timeOffset="-116220.83">29283 11857 2345 0,'2'7'1021'0,"1"0"-961"0,3 3-41 16,0 2-45-16,0 2 13 0,2 2 2 0,-1 2-3 0,-1 4 8 0,-2 2-10 15,-1 2 5-15,-1 4 6 0,-2 1 1 0,-2 2 6 0,-1 2-4 0,-1 3-5 16,-2 1 3-16,-1 2 1 0,-2 3-1 0,1 2 0 0,-1 0-8 15,1-1-3-15,1-1-10 0,1-3-17 0,2-1-27 0,2-2-36 0,0-5-7 16,2-2-14-16,0-4-23 0,1-3-21 0,1-4-52 0,1-4-38 0,1-4-49 16,1-5-38-16,2-4-29 0,0-4 20 0,0-6-130 0</inkml:trace>
  <inkml:trace contextRef="#ctx0" brushRef="#br0" timeOffset="-115929.15">29148 11880 3627 0,'1'-3'68'16,"1"0"-32"-16,3-1-55 0,3 0-10 0,2 0 3 0,2 1 5 15,4 0 15-15,2 0 3 0,0 0-1 0,0 0 10 0,0 0-5 0,0 0 1 16,-2 0 0-16,2 0-6 0,-1 1-1 0,1 0 7 0,0 0-2 0,2 2 0 16,0 0 5-16,-1 1-7 0,3 2 1 0,-1-1 2 0,-2 2-8 15,1 0 9-15,-1 1-2 0,-2 1-2 0,2 2-4 0,-1 1 3 16,-3 0-9-16,-1 1 1 0,-1 2 0 0,-3 0 1 0,-1 0 3 0,-2 0-6 15,-3 1-6-15,-2 0-8 0,-3 1-12 0,-1 0 8 0,-2 0-8 0,-2-1-4 16,-2 0 17-16,-3 1-1 0,-1-1 4 0,-2-1-7 0,-1 1-11 0,-3-1 2 16,0 1 2-16,1-2 8 0,-1-1-6 0,0 0-15 0,1 0-12 15,0-2-24-15,0 1-29 0,0-2-33 0,3-1-30 0,0-1-20 0,1-1-22 16,2 0-40-16,1-1-69 0,1-1-57 0,2-2-11 0,1 1-104 0</inkml:trace>
  <inkml:trace contextRef="#ctx0" brushRef="#br0" timeOffset="-115763.14">29872 12341 3260 0,'1'5'86'0,"0"2"-46"16,2 3-53-16,-2 0-8 0,1 0 4 0,0 0-11 0,-1 1-14 15,-2 2-15-15,-1-1-15 0,-2 2 1 0,-1-2-15 0,-3 0-39 0,-1 1-44 16,-1-3-52-16,-2 3-46 0,-1-1-49 0,1 0-78 0,0-1-74 15,2-2-266-15</inkml:trace>
  <inkml:trace contextRef="#ctx0" brushRef="#br0" timeOffset="-115363.02">30505 11582 3426 0,'-2'-1'150'0,"1"0"-109"0,0 1-48 0,-1 0-21 0,3 0 2 0,-1 0 9 16,0 0-9-16,0 0-2 0,-2 1 0 0,-1-1 12 0,-2 0 10 15,-2-1 12-15,-1 1 9 0,-2-1-1 0,-2 0 3 0,-2 0-12 0,-2-1-5 16,0 1 0-16,-2-1-1 0,-1 2 2 0,0 0 1 0,0 1-2 16,0 0-2-16,0 1 4 0,1 0 2 0,2 1-4 0,-1 0-2 0,3 0-2 15,3 1-3-15,0 1 5 0,4 0-1 0,1-1-9 0,2 1-6 0,3-1-15 16,1 1-14-16,2 0-15 0,1 0 2 0,2 0 1 0,3 0 10 15,2 1 14-15,1 1 12 0,2-1 13 0,2 2 3 0,2 0-2 0,0 1 8 16,1 0-5-16,2 2 6 0,-3 1 4 0,2 1-2 0,1 0-4 0,-3 0 4 16,1-1 4-16,-2 3 1 0,0-1 9 0,-2 2 5 0,0-1 3 15,-2 1 4-15,-2 0 2 0,-2-1-7 0,-3 1-1 0,-1 0-1 0,-2-1-7 16,-2 1 2-16,0-3-5 0,-2 2-7 0,-2 0-3 0,-3 0-1 0,-2-2 2 16,-3 1-11-16,-2-1 15 0,-1-1-6 0,-4 1-4 0,1-2 11 15,-2 2-12-15,-1-1-2 0,0-1 1 0,-1 0-1 0,1-2-5 0,-1 0-1 16,2 0-8-16,0-1-4 0,1-1-3 0,3 0-14 0,0-3-14 15,1 0-25-15,2-1-14 0,2-1-14 0,2-2-15 0,1-1-24 0,0-2-40 16,2-1-60-16,0 0-62 0,2-3-76 0,0-1-54 0,0-3-249 0</inkml:trace>
  <inkml:trace contextRef="#ctx0" brushRef="#br0" timeOffset="-115118.02">30792 11162 3384 0,'11'-1'127'0,"0"1"-77"0,3 3-50 16,1 2-19-16,1 1 6 0,2 2 8 0,-1 2 3 0,-1 1-4 0,0 2 1 15,-3 3-1-15,-2 2 6 0,0 2 10 0,-4 1-3 0,-2 3 8 16,-3 0-4-16,-1 4-20 0,-1 1 11 0,-3 4-10 0,1 2 3 0,-3 4 19 16,0 0-17-16,0 1 1 0,-1 1-7 0,1 0 7 0,-1 1-6 15,0-1-5-15,0-3-7 0,1-3-8 0,1-2-8 0,0-3-3 0,1-2-9 16,1-3-22-16,3-4-19 0,1-1-31 0,0-4-29 0,2-4-24 0,0-2-22 15,1-2-30-15,1-4-19 0,0-2-31 0,-1-2-22 0,-1-2-29 16,-1-4-12-16,-1-3-1 0,2-6-62 0</inkml:trace>
  <inkml:trace contextRef="#ctx0" brushRef="#br0" timeOffset="-114480.62">30629 11663 2748 0,'2'-1'341'0,"1"1"-288"0,2-1-76 0,3 0-29 0,4 1-2 16,1 1 18-16,3 1 12 0,1 1 11 0,1 0 13 0,2 1 10 16,0 0 12-16,0 0 16 0,0 1 1 0,-1-1 5 0,-1-2-9 0,2 2-9 15,-1 0-12-15,0-1-7 0,0 1 2 0,1-1-9 0,-1 0 7 16,0-1-5-16,0 1-8 0,-2-1 6 0,0 0-2 0,-1-1-1 0,-1 0 1 16,-1-1 2-16,0 1 2 0,-2-2 1 0,-1 1 3 0,0 0-4 0,-2 0-8 15,-1 0-3-15,-1 0 2 0,0 0 0 0,-1 0 9 0,0 0 0 16,1 0 1-16,-1 0-1 0,1 1-5 0,1-1 6 0,-2 0-12 0,3-1 6 15,0 1-2-15,-1 0-4 0,1-1 9 0,-1 1-2 0,1 0-1 16,0-1 1-16,0 0-2 0,0 1 6 0,1-1 3 0,-1 1-10 0,1-2 7 16,-1 1-7-16,-2-1 3 0,1 0 9 0,-1 0-9 0,0-1 6 0,-2-1-6 15,0 1-3-15,-1-2 6 0,-2 1-4 0,0-2-1 0,0-1 1 16,-2 0-8-16,1 0 4 0,-3-1-1 0,1 0 1 0,-1 0-4 0,-1 0 6 16,1 0 3-16,-2 1 1 0,0-1 8 0,0 3-2 0,-1 0-2 15,-2 0 9-15,0 2-1 0,-1 0-1 0,-2 1-6 0,0 2-8 0,-2 0 10 16,0 2 8-16,-1 0 0 0,0 2 5 0,0 2-5 0,-3 0-5 0,0 2 7 15,1 1-6-15,-1 0 1 0,0 2-2 0,1 1 0 0,1 1 7 0,1 2-7 16,2 1 0-16,3 1-7 0,3 1-6 0,3-1 0 0,2 0-6 16,3-1 3-16,3 0 1 0,2 0-8 0,5 0 5 0,1 0 9 0,1 1 2 15,3-1 12-15,1 2-5 0,0-2-2 0,2 0 2 0,0-2-4 16,0-1 6-16,2 0-9 0,0 0 0 0,0-2 5 0,-1-3-7 0,0 1 4 16,0-2-10-16,-1-2-5 0,0-1 2 0,0-2-7 0,-1-2 20 0,-1 0-2 15,1-1-8-15,-2 0 1 0,0-2-22 0,-1-2 2 0,1 0 1 16,-2-2-3-16,-2 0-1 0,0 0 2 0,-2-1 9 0,0-1 1 0,-1 0 6 15,-2-1 10-15,-1 1 3 0,-1 0 9 0,-1 1 7 0,-2 0-5 16,-1-1-1-16,-2 2 2 0,1 0 1 0,-3 1-4 0,0 2 9 0,0 0-3 16,-2 1 2-16,1 1 3 0,-2 0-7 0,1 2-4 0,-1 0 1 0,-1 0-2 15,-1 2-6-15,-1 1 8 0,-1 0-6 0,1 2 5 0,-1 0 8 16,1 1-3-16,0 1 3 0,-1 1 1 0,2 1-6 0,2 1 3 0,-3 3-1 16,1 1-12-16,-1 2 10 0,0 1-11 0,2 3 1 0,-1 3 8 0,1 1-5 15,0 2 1-15,0 2-5 0,3 1-1 0,-1 1 9 0,2-1-11 16,0 2 5-16,0-2-10 0,3 1-14 0,-1 0-1 0,3-1-14 0,-1-2-13 15,1-2-21-15,1-4-29 0,0 0-26 0,1-4-37 0,-1-1-39 16,-2-3-39-16,1-1-35 0,-1-2-44 0,0-1-55 0,1-4-58 0,-2-2-12 16,0-4-111-16</inkml:trace>
  <inkml:trace contextRef="#ctx0" brushRef="#br0" timeOffset="-113949.4">31736 11637 2986 0,'3'5'253'0,"1"1"-193"0,2 2-54 0,6 1-15 15,1 0 0-15,1 2 5 0,1 0 2 0,0 4 6 0,-2 1-4 16,2 1 11-16,-2-2 10 0,-2 1 8 0,0-1 18 0,-3 0 1 0,1-2-2 16,-5-1-5-16,0-1-10 0,-2-1-8 0,-1 1-12 0,1 0-5 0,-3-1 3 15,-1-1-7-15,1 0 2 0,-2 0-3 0,1-2-2 0,-1 0 4 16,-2-1-6-16,0-1-7 0,0-2 1 0,-2 0-4 0,2 0 9 0,-2-2-4 15,1 0-5-15,1 0-2 0,-2-2-9 0,1 0 0 0,2 0 4 16,-2-1 7-16,3 0 9 0,0-1 8 0,0-1 3 0,1 0-7 0,0 0 4 16,0-1 2-16,2 0-12 0,-1 0 6 0,1 0-2 0,-1 1-3 0,1-1 7 15,0 1-4-15,0-1 2 0,1 1 13 0,-1 0-4 0,0 1-5 16,1 1-1-16,0-2-10 0,-1 1 11 0,0 1-1 0,-1 0 1 0,2 0-4 16,-1 0-4-16,0 0 4 0,0 0 4 0,-1 1 2 0,0 0-8 15,0-1 2-15,1 1 2 0,-1 0-6 0,-1 0 2 0,1-1-4 0,1 0 6 16,-1 0-3-16,0 0 5 0,-2 0-4 0,1 0 2 0,2 0 3 0,0-1-4 15,0 0 2-15,0 0-1 0,0-1-1 0,0 0 1 0,4 1-4 16,-1-2 8-16,2 0-3 0,-1 0 1 0,2 1 2 0,1-1-11 0,-1 1 5 16,1 1-4-16,-1 0 1 0,0 0-3 0,1 0 5 0,0 1 3 0,2 1 1 15,-1 1 3-15,0 0-4 0,2 2-2 0,-2 0-5 0,1 2-4 16,-2 0 7-16,0 2-5 0,1 1-2 0,0 2-2 0,1 1-10 0,-2 0 4 16,0 1 9-16,-2 2-5 0,1 1 4 0,-2-1 2 0,0 3-5 0,-1-1 16 15,-4-1-4-15,2 0 2 0,-5-1 12 0,1 0-8 0,-1 0 5 16,-2 0 0-16,0-2-9 0,-5-1 5 0,-1 0-19 0,-1 0 0 0,-3 0 23 15,-1-1-15-15,-3 0 17 0,-1-2-6 0,-1 0-23 0,-2 0 9 16,-2-2-3-16,0-2-6 0,1 1-5 0,1-2-13 0,1 0-10 0,2 0-5 16,1-1-22-16,2 1-11 0,2-1-14 0,1 1-10 0,1 0-20 0,4-1-35 15,1 0-50-15,3-1-53 0,2 1-54 0,1 0-40 0,3 0-12 16,0-2 45-16,2 0-148 0</inkml:trace>
  <inkml:trace contextRef="#ctx0" brushRef="#br0" timeOffset="-113698.1">31980 10370 3244 0,'12'14'46'0,"6"5"-28"16,10 12-12-16,-13-11 26 0,6 7-10 0,4 5 13 0,5 9-6 0,2 5-31 15,6 11 4-15,2 5 0 0,7 12 21 0,0 5 14 0,1 5 13 0,-2 3 8 16,-1 5-14-16,-3 2-5 0,-3 3-8 0,-4 3-16 0,-6 0 2 16,-4 3-11-16,-6 0-2 0,-5 1-2 0,-7-1-2 0,-7 1-4 0,-8-3-19 15,-6-3-38-15,-8-2-39 0,-11-4-90 0,-8-4-153 0,-9-5-222 0,-11-5-392 16,-84 60-127-16</inkml:trace>
  <inkml:trace contextRef="#ctx0" brushRef="#br0" timeOffset="-111912.09">24343 14853 2116 0,'-2'2'167'0,"0"1"-79"0,1 0-55 0,0 0-22 15,2 0-10-15,0-2-2 0,1 2-5 0,1-1 3 0,0 1 1 0,0-1 4 16,0 0 1-16,-1 0 4 0,0-1 1 0,-1 1-2 0,1-1-1 0,-2 0 3 16,1-2 6-16,-2 1 6 0,1 1 3 0,0-1 1 0,-1 0-6 15,0 0 3-15,1 0-2 0,-1 0 3 0,1 0 7 0,-2-1 0 0,1 1 5 16,-1-1-1-16,0 0-1 0,0 1 3 0,1-1-9 0,-1 1 3 16,0-1-9-16,0 1-3 0,-1 0 3 0,2-1-5 0,-1 1-5 0,0 0 7 15,0 0-7-15,0 0 6 0,0 0-1 0,0 1-8 0,0-1-4 0,1 0-4 16,-1 0 4-16,0 0-1 0,-1 1 1 0,0-1-1 0,1 1-7 15,0 0 1-15,0 0 3 0,-1 0-1 0,1 0 7 0,-1-1-7 0,1 2 4 16,0-1 3-16,0 0-5 0,-1 0 5 0,1 0-3 0,-1-1 0 0,0 1 3 16,0 0-5-16,1 1 3 0,-1-1 4 0,0 0-2 0,1 0 4 15,-1 0-4-15,1 1 0 0,0-1 4 0,1 1 0 0,-1 0 1 0,1 0-1 16,-1 0-4-16,0-1 7 0,1 1 0 0,0 0 4 0,1 0 0 16,0-1 0-16,-1 0-2 0,1-1-4 0,1 0 1 0,-1 1 0 0,1-1-3 15,0 0 8-15,-1 0 0 0,1-1 6 0,0 1 1 0,1-1-5 0,1-1 0 16,0 0-2-16,0-1 1 0,1-1 6 0,0-1-4 0,2-2-14 15,-1 0 4-15,1-2-9 0,0-2 2 0,0-1 0 0,0-3-6 0,2-3 8 16,-1 0-10-16,0-1 1 0,0 0 5 0,-1 0-4 0,-1 0 6 0,-1-1 2 16,0-1-6-16,-1 1 4 0,-1 0 9 0,-1 0-6 0,0 3 1 15,0 0 3-15,-1 2-2 0,-1 1-7 0,0 4 6 0,0 0-4 0,-1 2-2 16,-1 1 29-16,0 3-16 0,0 0 17 0,0 3-8 0,0 0-14 16,0 1 3-16,0 0-22 0,1 1 3 0,0 0-9 0,0 1 2 0,-1 1 12 15,1 2 6-15,0 2 1 0,0 1 13 0,-1 4-2 0,2 1-8 0,0 5 10 16,1 3-19-16,0 2 2 0,0 4-7 0,0 0 1 0,1 3 8 15,1 0-2-15,0 2 4 0,1 1-6 0,0 3 8 0,0-2-10 0,2 2 2 16,0-3 2-16,1 0-11 0,1-1 11 0,0-1-2 0,1 1-2 16,1-2-5-16,1 0 14 0,1-2-6 0,1-3 4 0,-1 1 5 0,1-2-14 15,0-1 6-15,-1-2-5 0,0-3 10 0,0 0-3 0,-1-1 0 0,1-4 7 16,-1 1-13-16,-1-1-3 0,-2-1 7 0,0-1-2 0,-1-1 4 16,-2-3-2-16,-2 0 0 0,-1-1 2 0,-1 0 0 0,-1-1-2 0,-1 0-6 15,-3-1 2-15,-1 0-1 0,-3 0-3 0,-1 0 3 0,-2-2 3 0,-2 0-2 16,-1-1 2-16,-2-1 2 0,-1 0 8 0,0-3 3 0,-1 0 4 15,2 0 5-15,0 0-6 0,3 1 8 0,1-1 6 0,1 0-7 0,3 0 6 16,1 1-4-16,2 0-6 0,3 0 0 0,2-1 2 0,-1 0-5 0,2-1 5 16,1 1-4-16,0 1-1 0,0-2 1 0,2 1-9 0,0-1 4 15,1 0-10-15,1 1 0 0,2-1 4 0,-1-1 7 0,1 1-3 0,1-1-10 16,0 2 0-16,1 0 0 0,-1-1 4 0,1 0 0 0,0 1-2 16,1 0-4-16,0 1 2 0,0-1-5 0,-2 1 1 0,1 0 0 0,0 0-8 15,1 1 9-15,-2-1-1 0,-1 1-4 0,0-1 6 0,-1 1-6 0,-1 1 3 16,0-1-3-16,0 1-1 0,0 1 3 0,-2-1-6 0,0 0 1 15,-1 1 4-15,-1-1-3 0,0 1 1 0,0 0-3 0,0 0-5 0,-1 2 6 16,0-1 2-16,0 0-8 0,0 0 7 0,0 1-6 0,0 0-3 0,-1-1 8 16,1 1-11-16,0-1-1 0,0-1 7 0,0 1 1 0,0-1 6 15,0 1 6-15,-1-1-1 0,1 0 6 0,0 0 4 0,0-1-4 0,0 0-6 16,0 0 4-16,-1 1 1 0,0-1-1 0,1 1 5 0,-1-1 3 16,1 1-12-16,0 0 8 0,-1-1-2 0,1 1-3 0,-1 0 8 0,0 1-10 15,1 0 5-15,-2 0-2 0,1 0 0 0,0-1 9 0,-1 1-7 0,2 0 0 16,-1 0-3-16,0 0 3 0,1 0 5 0,0-1-3 0,-1 0 5 15,2-1 1-15,-1 1-8 0,0 1 3 0,0-2 9 0,0 1-11 0,0-1 5 16,0 0-10-16,0 0 1 0,1 0 8 0,-1 1-3 0,0-1 9 0,1-1-4 16,-1 2-7-16,0-1 4 0,1 1 2 0,-1-1-4 0,0 0-1 15,1 0-1-15,-2 0 2 0,1 0-5 0,1 0-1 0,-1 0 6 0,0 0-15 16,0 1 3-16,-1-1-6 0,1 0-17 0,-1 0-22 0,1-1-36 16,-1 1-37-16,0-1-47 0,0 0-55 0,0 0-70 0,-1-2-95 0,2 1-86 15,-1-2-49-15,1-3 61 0,3-3-30 0</inkml:trace>
  <inkml:trace contextRef="#ctx0" brushRef="#br0" timeOffset="-111635.1">25141 15444 1516 0,'-2'5'1229'0,"1"2"-1078"0,-2 1-58 0,1 0-48 0,0-1-18 0,0-2-6 16,1 2-12-16,-1 1-2 0,0-1-5 0,0 0-1 0,0-1 5 0,0-1-3 16,-1 2 8-16,-1-1-3 0,1-3-1 0,-1 2 6 0,-1 0-5 15,1-1 6-15,1 1 4 0,-2-1 0 0,1 1 1 0,0 0-3 0,1 1-5 16,0 0 1-16,1 0 3 0,-1 3-6 0,2 0 1 0,1 6-1 16,0 3-7-16,1 2 4 0,0 6-19 0,1 3 9 0,1 2 1 0,0 4-4 15,1-1 5-15,0 1-18 0,0 1-12 0,-1 2-9 0,-2 1-24 0,0-1-34 16,-1-2-77-16,1-3-137 0,-2-2-185 0,1 0-233 0,-2-1-217 15</inkml:trace>
  <inkml:trace contextRef="#ctx0" brushRef="#br0" timeOffset="-109583.11">26078 14563 1662 0,'-1'-1'487'0,"1"0"-336"0,1-1-55 0,0 1-62 0,1-1-6 0,1 0-14 15,0-1-6-15,1 1 0 0,0-1-16 0,1-1 5 0,-1 1 3 16,0-1 6-16,-2 0 19 0,0 1 14 0,0-1 7 0,-1-1-4 0,0-2-7 16,0-2-7-16,-1 0-4 0,0-1 2 0,1-2-1 0,-1 0-5 0,-1-1-4 15,0-1 1-15,-1 0 6 0,0-1 2 0,0-1 2 0,-1 2 2 16,0-2-4-16,0 0-1 0,0 2-3 0,0 1-8 0,0-1-4 0,0 1 3 15,0 1-4-15,0 1 5 0,0 3-3 0,1 0-3 0,-1 0 2 16,1 2-8-16,-1 1 3 0,-1 1-3 0,0 0-1 0,0 3 0 0,0 0-8 16,1 0 4-16,-1 3-6 0,2-1 3 0,-1 2 0 0,0 2-7 0,-1 0 7 15,0 3-1-15,1 0 6 0,0 0 0 0,0 3 1 0,1 1 1 16,0 2-2-16,2 2 0 0,-1-1 1 0,1 3-1 0,2 2-3 0,0 1 1 16,0 3 3-16,2 0-3 0,1-1 2 0,0 1-1 0,3-2-14 15,1 2 15-15,1-1 0 0,1-1 1 0,1 2 16 0,0-2-17 0,1-1 6 16,1 0-4-16,-1 0-10 0,2-3 3 0,0 1 0 0,0-2 2 0,-1-1 7 15,1 1-6-15,0 0 1 0,0-2 3 0,-3-1 3 0,1 2 1 16,-2-1-3-16,-1-1-2 0,-1-1 2 0,0-1 6 0,-1-1 2 0,-1-1 3 16,-1-1 0-16,-1-2-2 0,-1 1 4 0,-1-3-2 0,-1 0-2 0,-2-1 0 15,-1 0-5-15,0-1-1 0,-3 0 6 0,0 0 2 0,-2-1 2 16,-2-1 0-16,-1 0 0 0,-2 0 6 0,0-1-5 0,-2-1 3 0,1 1-2 16,0-2 12-16,1 1 1 0,0 1-1 0,0-1 6 0,2 0-14 0,1 0 4 15,2-1-1-15,2 2 3 0,1 0 1 0,0 0-3 0,2 0 0 16,0 0-5-16,1 0-8 0,0 0 7 0,1 0-9 0,0 0-1 0,0-1-16 15,1 0-1-15,1 1 4 0,0-1-1 0,0 0 4 0,1 0-7 16,2 0-6-16,0-1-7 0,0 0-9 0,1-1-17 0,-1 0-10 0,0 0-15 16,0 1-16-16,-1-1-21 0,0 0-42 0,-1-2-52 0,1-1-89 0,-1-1-91 15,-1-1-105-15,0-1-73 0,0-4-171 0</inkml:trace>
  <inkml:trace contextRef="#ctx0" brushRef="#br0" timeOffset="-109078.42">26681 14494 2673 0,'6'-5'333'0,"1"-1"-243"0,4-1-34 0,0 0-49 0,1-1-5 0,1-1-2 16,1 0-11-16,2 1 10 0,-2 0-3 0,0 0 2 0,-5 0 8 16,0 0-3-16,-3 0 11 0,0 0 5 0,-3 0 6 0,0-1 0 0,-2 0-7 15,-1-1 3-15,-1 1-5 0,-1 0-1 0,-1 1-4 0,-1 0-10 16,-1-1 1-16,0-1-4 0,-1 1 8 0,-1 1-6 0,1 0 9 0,-2 1-6 15,-2 1 3-15,1 2-3 0,-1-1-1 0,1 2 4 0,0 1-10 0,2 0 6 16,0 2-6-16,0 0-3 0,1 0 2 0,0 2-4 0,-1 1-2 16,1 1 0-16,1 0 2 0,0 1-4 0,2 2 4 0,1 0 6 0,1 2 1 15,0 0 4-15,1 3-4 0,1 0-3 0,0 1 7 0,1 4-8 0,2 0 1 16,0 1-2-16,1 1-4 0,1 0 4 0,1 0 2 0,-1 1-4 16,1 1 2-16,0-1-9 0,1-1 2 0,-1 0 14 0,0-1 0 0,1-1 16 15,0 1-8-15,0 0-11 0,0-1-1 0,0 0-1 0,0-1 12 16,-1 0-5-16,0-1-2 0,1-1-4 0,0-2-1 0,1 0 5 0,0-1 2 15,0-2 1-15,-1 1 4 0,0-2 0 0,0 0-1 0,0-1 6 0,-1-1-14 16,-1 0 10-16,-1 0-3 0,-1-1-2 0,0-1 3 0,-2 0-6 16,0-1 3-16,-2 0-10 0,0 0 2 0,-1 0 1 0,-1-1 3 0,0 0 1 15,-1 0-2-15,0-1 7 0,0 0 4 0,0 0 5 0,1-1 9 0,1 0-8 16,-1-1 3-16,1 0 5 0,-1-1 1 0,1-1-3 0,-1 0 0 16,1-1-9-16,0 1 3 0,0-1 3 0,1 1-5 0,-1-1 0 0,1 1 2 15,-1 0 0-15,0-1-10 0,0 1 1 0,0 0-5 0,0 0-2 16,-1 0-3-16,1 1 6 0,0 0-6 0,1 0-3 0,0 1 3 0,0 0-11 15,0 0-1-15,0 0 1 0,-1 0-13 0,1 0-8 0,0 1-8 16,0-1-15-16,0 1-19 0,0-1-24 0,0 0-31 0,1 0-25 0,0 0-34 16,1 0-35-16,1-1-33 0,1 0-30 0,1-1-15 0,1 1 0 0,2-1-12 15,0 0 0-15,3 0-149 0</inkml:trace>
  <inkml:trace contextRef="#ctx0" brushRef="#br0" timeOffset="-108917.42">27386 14827 2174 0,'6'3'321'0,"1"1"-141"0,1 2-79 0,-1 0-38 16,1 0-6-16,0 1-1 0,0-1-12 0,-1 1-6 0,0 2-9 16,-1 0-8-16,-1 1 0 0,-1 0-9 0,0 2-3 0,-1-1-7 0,0 3-2 15,0 0-4-15,-1 2-3 0,-1-1-12 0,-1 3-11 0,1 1-6 0,0 0-17 16,0 0-13-16,0 2-25 0,1 0-32 0,-1-1-27 0,1 0-44 16,-1 0-32-16,0-1-114 0,-3 2-72 0,1 3-18 0,-1 1 25 0,2 0-35 15</inkml:trace>
  <inkml:trace contextRef="#ctx0" brushRef="#br0" timeOffset="-107411.67">27840 14137 1630 0,'-10'7'853'0,"-1"-2"-751"0,-3 1-31 0,4-3-47 0,3-3 0 16,2 0 10-16,4-1-4 0,0-1-9 0,2 0-4 0,0 0-2 0,1-1 3 15,2 0 5-15,0-1 1 0,2 0 5 0,-1 1 3 0,0-1 3 16,2-1 0-16,-1 1 4 0,0-1-4 0,0 1 0 0,-1-1 0 0,0 0-12 16,-1 0 3-16,1 0-3 0,-1 0-8 0,0-1-5 0,1 0 3 0,1 1-8 15,0-1 4-15,1-1 0 0,2 0-13 0,1 0 10 0,1 0-6 16,2-1-2-16,0 0 2 0,3 0-2 0,1-1 0 0,2 0-1 0,2 2 1 15,1-1-3-15,2 2 3 0,2 0-7 0,3 2-4 0,0 3 6 16,1 1-2-16,1 1 1 0,0 3 8 0,0 2-8 0,1 2 0 0,0 2-1 16,-2 2-4-16,-1 2-1 0,0 2-3 0,-3 2-3 0,-3 2-11 15,0 0 0-15,-3 3-1 0,-2 0-5 0,-4 1 4 0,-2 2-1 0,-5 1 7 16,-3 2 13-16,-4 0 9 0,-4 1 2 0,-4-3 5 0,-4 2 8 0,-4-1 7 16,-2 2 10-16,-4 0 10 0,-1 2 1 0,0-2 9 0,-3 1 17 0,0-1 12 15,1 0 8-15,-1-1 6 0,3 1-6 0,0-2-8 0,1-1-5 16,3 0-1-16,3-3-13 0,4 0-7 0,2-3-9 0,4 1-10 0,3-2 0 15,2-1 2-15,2 0-5 0,2-3-5 0,3 0 3 0,2-3 2 16,4 0 0-16,2 0 0 0,2-1-26 0,3-1-2 0,2-1 0 0,2 0 0 16,2-1 0-16,1 1 0 0,1-2 0 0,2 1 0 0,0-2 0 0,5-2 0 15,-1 0 0-15,2-1 0 0,-1-1 0 0,0-1 0 0,-2-2 0 16,0-2 0-16,-1-2 0 0,-1-1-6 0,0-1-66 0,-3-4-17 0,-2-1-27 16,-1-3-22-16,-3-2-31 0,-1-1-51 0,-1-3-64 0,-4-2-81 0,-1-4-113 15,-1-3-119-15,-3 0-14 0,-3-5-107 0</inkml:trace>
  <inkml:trace contextRef="#ctx0" brushRef="#br0" timeOffset="-107031.67">23582 13821 2396 0,'-29'7'73'0,"-3"1"-7"0,-7 4-13 0,5 3-14 0,6 0-1 0,1 3-17 15,3 3-14-15,-2 2 4 0,0 5-6 0,-1 3 2 0,-2 5 7 16,0 5-11-16,0 5-1 0,0 7 1 0,0 5-3 0,1 5-3 0,0 5 0 15,2 5 1-15,-1 5 4 0,5 6 4 0,1 4-2 0,4 7 1 16,3 2 0-16,4 6-2 0,4 3 5 0,4 2 0 0,5 4 5 0,5 2 4 16,5 3 1-16,8 1 10 0,7 0 4 0,7-3 9 0,9-1-4 0,7-3 4 15,9-6-2-15,7-4-4 0,9-10-2 0,8-8-19 0,7-8 3 16,13-10-18-16,7-9-6 0,11-7-6 0,8-6-25 0,6-5-5 0,5-6 0 16,5-5-23-16,1-5-10 0,3-4-10 0,2-5-34 0,3-4-34 0,-1-6-43 15,1-5-57-15,-4-6-67 0,-1-8-82 0,-6-7-41 0,-1-6-204 16</inkml:trace>
  <inkml:trace contextRef="#ctx0" brushRef="#br0" timeOffset="-106764.67">29534 13342 3312 0,'-7'2'89'0,"1"2"-12"0,-1 2-27 0,1 2-15 16,3 0-13-16,1 2-5 0,2 3-4 0,1 3-16 0,2 6 1 16,4 6 4-16,0 4-6 0,4 5 8 0,2 8 3 0,0 6-5 0,3 5 6 15,3 7 5-15,-1 7-8 0,4 6 16 0,3 8-6 0,-1 6-3 16,2 2-1-16,0 3-11 0,1 1 2 0,2 3 4 0,-2 4-6 0,1 4-8 16,-4 2 6-16,-2 1-17 0,-4 0-5 0,-6-2-12 0,-2-2-22 0,-5-5-28 15,-5-1-34-15,-4-9-31 0,-7-8-54 0,-5-8-101 0,-7-8-152 16,-10-6-233-16,-12-3-371 0</inkml:trace>
  <inkml:trace contextRef="#ctx0" brushRef="#br0" timeOffset="-105848.67">23423 8220 664 0,'-7'-3'121'0,"1"-1"-7"0,-1 2 12 0,2 0-2 0,2 1-5 16,2 0-8-16,1 0-8 0,1 0-1 0,0 0-4 0,0 0-3 0,1-1-7 16,0 0-10-16,2-1-4 0,1 1-5 0,0-1-3 0,1-1-6 0,1-1-11 15,0-3-15-15,0 0-5 0,-1 0-11 0,-1-2-3 0,3 0-3 16,-1-3-7-16,1-2 4 0,-1-2-8 0,1 0 4 0,0-2-1 0,-1-2-5 16,-2 0 9-16,0-2-2 0,0-1-3 0,0 0 4 0,-1-2 0 0,0 1 0 15,-1 0 6-15,-1 2 2 0,0 1 7 0,-1 3 4 0,-1 3 7 16,0 3 4-16,0 1-4 0,-2 4 4 0,1 1-10 0,0 2-7 0,0 3-2 15,0-1-10-15,1 3 0 0,0 1-2 0,0 1-4 0,-1 2 1 0,0 2 1 16,-1 3 4-16,0 4 0 0,-2 3 4 0,-1 5-4 0,0 5-2 16,-1 3-1-16,0 3-3 0,0 2 0 0,-1-1-2 0,2 0 3 0,1 1 0 15,1 2-1-15,2 0 0 0,0 2-11 0,1-1-4 0,1 0 8 16,2 1-3-16,0-1 8 0,2 0 5 0,-1 0-5 0,0-1 2 0,0 0-1 16,1-1 2-16,-1-1-3 0,3-3 2 0,-2 0 3 0,2-5-2 0,0 0 1 15,-1-3-3-15,1 1 1 0,1-2 0 0,-2-2 1 0,0 0-1 16,-3-2-2-16,0-2-2 0,0-1-1 0,-2-2-2 0,0-2 1 0,-3-2-9 15,0-2-5-15,-2-2-3 0,-2-2-5 0,-2 0 5 0,-3-2 0 0,-2 0-4 16,-2-3 5-16,-1-2 5 0,-2-1 17 0,0-3 14 0,0-3 5 16,1-2 4-16,1-2 1 0,0 0 2 0,3-1-2 0,1 0 5 0,2 0-6 15,3 2-5-15,2 0 2 0,2 2-12 0,1 2 0 0,1 1-2 16,1 2-1-16,1 2 1 0,-1 0 2 0,1 2 4 0,0 0 1 0,0 2 4 16,0 0-4-16,-1 0 2 0,1 0-5 0,-1 1-2 0,0 0 1 0,1 0-10 15,0 0 3-15,0 0-6 0,1 0-3 0,0 1 2 0,2-1-8 16,0 0-2-16,2-1-5 0,1 0-10 0,1-1-6 0,2 0-12 0,2-1-12 15,2-1-21-15,2 0-24 0,0-2-25 0,2-1-24 0,3-2-28 0,2 1-34 16,3-2-53-16,1-1-62 0,2-1-56 0,2-1 7 0,-3 0-96 16</inkml:trace>
  <inkml:trace contextRef="#ctx0" brushRef="#br0" timeOffset="-105718.67">24265 8726 2355 0,'-3'-3'717'0,"2"5"-681"0,1 3-16 0,4 8-13 0,3 6-4 0,5 6-17 16,3 4-3-16,2 1-3 0,4 3-12 0,1 0-6 0,-1 0-41 16,0 2-58-16,-1 0-72 0,-3 3-71 0,-1 3-114 0,-2 6-178 0,-3 7-368 15</inkml:trace>
  <inkml:trace contextRef="#ctx0" brushRef="#br0" timeOffset="-105316.92">24308 15213 3312 0,'-16'2'29'0,"1"-1"22"0,-4 0-11 0,5-1-16 0,6 0-17 16,1 0-18-16,3-1-13 0,2 0-7 0,1-1-9 0,2 2 0 16,-1-1 6-16,2 0 11 0,-2 1 9 0,1 0-8 0,-1 0-2 0,0 0-12 15,0 1-20-15,1-1-22 0,0 0-61 0,0-1-93 0,1-1-142 16,3-1-236-16,0 0-260 0,6-5 205 0</inkml:trace>
  <inkml:trace contextRef="#ctx0" brushRef="#br0" timeOffset="-105078.92">28648 14832 3823 0,'4'5'4'0,"3"2"-4"0,3 2-8 15,3 2-11-15,-2-4-6 0,0 2 2 0,1-2 2 0,0 0 11 0,-1-1-5 16,-3-1-4-16,-3-1-2 0,-3-1-7 0,-3-2 5 0,-2 0-3 16,-3-2-7-16,0-1-10 0,-2-1-14 0,0-1-24 0,-1-1-32 0,-2-3-53 15,-2-2-84-15,-4-2-138 0,-4-2-182 0,-6-6-168 0,-9-5-116 0</inkml:trace>
  <inkml:trace contextRef="#ctx0" brushRef="#br0" timeOffset="-103363.75">24549 7778 1538 0,'-12'-4'561'0,"-1"-1"-525"0,-1 1-43 0,5 2-18 0,5 1 5 16,2 1 3-16,2 1 17 0,0-2 19 0,2 1 9 0,0-1 15 0,0 0 9 15,1-1 4-15,-1 0 10 0,3-1-4 0,0 0-1 0,1-1-6 16,1 1-8-16,0-1 1 0,-1-1-8 0,-1 1 2 0,1 0 0 0,0 1-8 15,1-1-2-15,-1 0-4 0,2 1-5 0,-1-1-5 0,2 1-1 0,1 1-5 16,1-1-5-16,1 0 1 0,1 0-3 0,3 0-1 0,0 1 1 16,3 1-5-16,2 0 5 0,2 2-4 0,3 2 1 0,0 1-4 0,-1 1 2 15,1 2-1-15,-3 2-1 0,1 1 4 0,-1 3-4 0,-2 0 2 0,0 2-2 16,-1 0-3-16,-3 0-3 0,-3 3-2 0,-3 1-7 0,-4 0-2 16,-4 3-2-16,-3 3-6 0,-4-1 6 0,-5 3 1 0,-3 0-1 0,-5 0 4 15,-1 0-1-15,-4 2 2 0,-2-1 3 0,-1 0 3 0,-3 1 4 16,-1 0 3-16,-3-1-9 0,1-2 11 0,-1 1-1 0,3-2 4 0,2 0 11 15,2-2-9-15,2-2 3 0,3-1-4 0,3-2 0 0,1-3 1 0,5-1 0 16,2-3 5-16,4-3 4 0,3-2 0 0,3-3-4 0,2 0 3 16,4-2-4-16,1-1 0 0,3-1 4 0,4-2-4 0,2-1 4 0,4-2-4 15,2-1-3-15,2-2 1 0,3 0-1 0,3 0 0 0,3 1 2 0,-2 0-2 16,2 2 5-16,-4 1 2 0,3 2-1 0,0 2 3 0,0 2-4 16,3 3 5-16,-2 3 4 0,2 2 3 0,0 1-2 0,1 4-1 0,1 2 0 15,0 1-7-15,-1 1 0 0,0 2 2 0,0 2-2 0,1 0 7 16,-2 2 2-16,-1-1 8 0,-4 0 1 0,-2-2 0 0,-4-2 2 0,-1 0-4 15,-4-2-6-15,-5 0 3 0,-2-3 0 0,-5 1 0 0,-3-1 1 0,-4-2-3 16,-3 1 1-16,-4-3-6 0,-3 2 8 0,-5 0-6 0,-4 0-5 16,-6 0 2-16,-3-1-12 0,-4 0 3 0,-5-1-1 0,-3 0-9 0,-1-2 0 15,1 0-1-15,0-1 12 0,2 1 11 0,2-1 1 0,0 0-2 0,1-1-19 16,5 0 0-16,0 0-8 0,4 0 3 0,2 0-1 0,2 1 0 16,2-3 3-16,4 2-5 0,2-1-9 0,3-1-3 0,2 1-10 0,0-1-3 15,3 0-7-15,0 0-15 0,1 0-13 0,1-1-23 0,0 0-22 16,2 0-24-16,1-1-24 0,1-1-19 0,1 1-24 0,1-1-22 0,1-1-25 15,1 1-32-15,0 0-31 0,2 0-24 0,2-1 14 0,0 1 40 0,2-1-52 16</inkml:trace>
  <inkml:trace contextRef="#ctx0" brushRef="#br0" timeOffset="-103161.77">26337 8609 3760 0,'5'4'114'0,"2"3"-97"0,4 6-1 0,2 5-12 16,3 9-8-16,5 8-6 0,5 11 2 0,1 6-2 0,2 6-1 0,-2 4-1 15,-1 3-7-15,-4 4 1 0,-4 4-7 0,-4 6-11 0,-5 4-14 0,-6 4-37 16,-6 5-47-16,-6 3-75 0,-7 4-73 0,-6 0-111 0,-9 3-224 16,-11 7-665-16</inkml:trace>
  <inkml:trace contextRef="#ctx0" brushRef="#br0" timeOffset="-102211.77">27090 7871 3022 0,'-12'1'31'0,"1"2"-36"0,-1 0-11 16,4 1-1-16,2 1-7 0,1 2 9 0,-1 1 8 0,1 1 0 0,-2 2 10 15,0 1 1-15,-1 1 9 0,-1 0 6 0,1-2 2 0,-1 2-2 0,0-1-7 16,0 1-9-16,0 0 1 0,1-2 3 0,2 2-4 0,1-1 8 16,1-1-8-16,2 1-1 0,2-1 1 0,0 0-1 0,0 0 1 0,2 0 1 15,0 0-1-15,1-1 1 0,0-2-4 0,1 2 2 0,1-2-1 0,1 2-4 16,1 0 8-16,1 0 0 0,0 0 2 0,1 1 2 0,0 1-18 16,4 0-5-16,2 1 9 0,1 0 0 0,1 4 10 0,2 0 4 0,2 2-7 15,0-1-4-15,3 2 7 0,1 1-1 0,0-2-1 0,0 2 6 16,1-1 0-16,2-1-6 0,-1 0 9 0,0 1-1 0,-2-2-1 0,-4 1 8 15,0-1-4-15,-3-1 4 0,-2-2 3 0,-2-1-5 0,-1-2 2 0,-2 0 0 16,-1 0 4-16,-2-3 3 0,-2 1 2 0,-1 0 1 0,-2-2-5 16,-1-1 8-16,-2 1-3 0,-1-2-9 0,0 0 1 0,-2 0-3 0,-1 0-2 15,-1 0 3-15,-1-1 3 0,-1 0-6 0,-2 0 2 0,-1 0-8 0,-1-1 2 16,-1 0-5-16,0-1 5 0,-1 0-5 0,-1 0-6 0,-2 0 0 16,-1-2-4-16,-1 1 2 0,-3-1 1 0,0 0-5 0,0 0 6 0,-1-1 0 15,0 1-4-15,1-1 6 0,0 0-2 0,2 0-2 0,0 0 2 16,0 0 0-16,0-1 0 0,2 1-7 0,1 0-3 0,1-1-5 0,1-1-4 15,0 1-3-15,1-1-2 0,1 0-6 0,2-1-9 0,0-2-7 0,3 0-18 16,1-2-14-16,0 0-11 0,2-1-20 0,0-2-11 0,0-1-34 16,1 0-24-16,0-3-38 0,0-3-46 0,1-3-37 0,1-5-33 0,1-5-19 15,1-4-4-15,1-5-79 0,1-4 87 0</inkml:trace>
  <inkml:trace contextRef="#ctx0" brushRef="#br0" timeOffset="-101992.77">26888 7790 2717 0,'2'1'44'0,"4"2"-44"0,6 1-8 0,4 1 3 0,5 3 5 16,3 0 7-16,1 2 4 0,4 1 2 0,-2-1 7 0,2 1 3 0,0 0 17 15,-2 0 9-15,0 0 5 0,-2 0-2 0,-1-1-11 0,-2 1-6 0,1 0-7 16,1-1-6-16,-3-1-4 0,2-1-4 0,-2-1-2 0,-3 0-5 16,1-2-3-16,-2 0 3 0,-2-1-5 0,0-1-1 0,-1-1-1 0,0 0-1 15,-3-2-3-15,-1 0-1 0,0 0-4 0,-2-2-7 0,-1 0-5 16,-2 0-12-16,-1-1-9 0,-1 0-17 0,-2 0-19 0,1-2-23 0,-1 0-32 15,-1-1-38-15,0-1-42 0,1-2-44 0,0 0-37 0,1-1-36 0,2-1-15 16,-1 0 11-16,2-1-206 0</inkml:trace>
  <inkml:trace contextRef="#ctx0" brushRef="#br0" timeOffset="-101784.77">28020 8285 3037 0,'0'8'70'16,"2"1"-62"-16,2 4-13 0,3 5-4 0,2 4 1 0,2 5-1 16,3 4 7-16,1 4 2 0,-1 2 2 0,2 3 1 0,-1 3 4 0,-2 0-3 15,-2 1 5-15,-1 0-4 0,-2 2-2 0,-1 1 1 0,-2 2-11 0,-2 1-4 16,-2 1-6-16,-2-2-9 0,-2 0-10 0,-2-3-19 0,-2-1-24 16,-1-3-44-16,-2-5-57 0,1-2-69 0,-3-7-98 0,-4-3-153 0,-3-4-107 15,-3-3-73-15</inkml:trace>
  <inkml:trace contextRef="#ctx0" brushRef="#br0" timeOffset="-101262.77">28456 7721 3382 0,'-10'-2'44'0,"1"1"-38"0,-2-1-17 0,4 0 0 16,2 0 0-16,1 2 0 0,0-1 7 0,1-1 4 0,-1 0 6 0,-2-1 7 15,1-1 5-15,-1-1 9 0,-2-1 10 0,1-1 2 0,0-2-13 0,1-1-2 16,0 2-11-16,3-2-3 0,0 0 23 0,2-1-6 0,2 1 3 15,1-1-5-15,1 0-17 0,1-2-1 0,2 0-7 0,2 0 4 0,1 1-4 16,1-1 2-16,2 1 6 0,1 0-7 0,1 1 3 0,2 1-4 0,0 0-5 16,3 1 1-16,1 1 0 0,1 2 2 0,1 2 4 0,0 1-2 15,-2 2-4-15,1 2 4 0,-2 1-8 0,-1 3 10 0,0 0-2 0,0 3-2 16,-2 2 1-16,0 0-1 0,0 3 2 0,-1 1 2 0,-1 1 1 0,-1 1-3 16,0 3 0-16,-1 0 0 0,-1 2-17 0,0-2 2 0,-3 2 13 15,1 1-6-15,-2 0 24 0,0 2-3 0,-1 0-11 0,-1 2 6 0,-1 1 1 16,-1-1-1-16,0 2-1 0,0-2 3 0,-1 3-4 0,1 1-3 15,-1 0 1-15,0 0-2 0,-1 0 0 0,0-2 0 0,-1 2 0 0,1-1-2 16,0 0-2-16,0 0 4 0,0 0-2 0,1-1-15 0,-1 0-1 0,0-1 9 16,0-2-5-16,-1-1 12 0,1-2 8 0,1 0-16 0,-1-1 8 15,0-3 2-15,0 0-13 0,0-2 1 0,1-3-3 0,0-2-8 0,-1-2-2 16,0-2-14-16,0-2-19 0,-1-2-15 0,0-1-17 0,1-3-10 16,-2-2-14-16,1-2-22 0,-2-2-25 0,-1-4-50 0,0 0-21 0,-2-4-17 15,1-4-18-15,-2-3 0 0,1-5-21 0,-1-5-22 0,-2 0 3 0,1-5 10 16,-1-2-93-16</inkml:trace>
  <inkml:trace contextRef="#ctx0" brushRef="#br0" timeOffset="-101129.77">28618 7897 1589 0,'-9'-1'325'0,"0"0"-179"0,0-1-20 0,4 2-32 0,4 0-20 0,2 1-15 15,2 0-14-15,2 1-1 0,2 1 9 0,1 1 11 0,3 1 10 16,0 2 6-16,2 1-11 0,2-1-13 0,0 0-17 0,0 0-12 0,0 0-7 16,3 1-4-16,0-1-4 0,-1-2-6 0,1 2 0 0,0-2-1 15,1 0-7-15,-1-1-3 0,0-1 0 0,0-2-19 0,-2-1-27 0,1-2-40 16,0-1-51-16,-1-2-51 0,-1-2-53 0,1-1-53 0,-1-2-47 0,1-3-27 15,0-4 2-15,3-3 33 0,2-4-91 0</inkml:trace>
  <inkml:trace contextRef="#ctx0" brushRef="#br0" timeOffset="-100947.77">29559 8117 2988 0,'1'8'113'0,"1"2"-99"16,3 5-8-16,1 2-3 0,1 2-1 0,2 4-13 0,-1 0 11 0,1 3-1 15,-1 1-3-15,1 2 18 0,-2-1-7 0,0 0 4 0,-1-2 3 16,-2 1-4-16,-1-2-1 0,-1-1-2 0,-2 0-4 0,0-1-8 0,-1-1-4 16,-2-2-12-16,0-2-21 0,-1-5-24 0,-1-2-29 0,-1-3-35 15,-1-3-23-15,0-3-33 0,-1-3-37 0,1-3-32 0,-1-4-42 0,-1-3-58 16,0-7-44-16,0-10-158 0</inkml:trace>
  <inkml:trace contextRef="#ctx0" brushRef="#br0" timeOffset="-100294.77">30453 7520 3098 0,'3'3'463'0,"1"1"-476"0,2 2-4 0,3 1-9 16,3 1 2-16,1 2 2 0,2 2 6 0,1 0 5 0,-1 0 0 15,2-2-6-15,-2-2 8 0,-3-1 0 0,1-3 13 0,-5-1 16 0,0-2-2 16,-2-2 2-16,-2 0-9 0,0-2 19 0,-4 1 3 0,1-3 4 0,-1-1 6 15,-3-1-7-15,0-3-13 0,-4-2-10 0,-2-1-11 0,0-4-17 16,-2 1 3-16,-1-4 1 0,-3-1-2 0,-2 0 0 0,-2-1-4 0,-2 0-2 16,-5 1-3-16,0 0-1 0,-5 0 3 0,1 2 0 0,-2 2-3 0,0 0 7 15,-2 3 1-15,0 3 8 0,-3 2 0 0,2 4 1 0,0 3-5 16,0 2-3-16,3 4 4 0,-1 2-6 0,2 3 0 0,2 2-9 0,2 4-1 16,2 2-4-16,1 1 5 0,3 2 2 0,0 2 3 0,2 1 6 15,3 1 0-15,1 0 5 0,3 0 1 0,4 0-3 0,2-1 2 0,3-1 2 16,2 0-1-16,4-2-13 0,1-2 3 0,3 1 3 0,3-2 8 0,2 0 15 15,2 0 3-15,1-2-3 0,0-1 1 0,2-3 7 0,0 0 1 16,1-2 4-16,1-1 2 0,1-2-2 0,0 0 1 0,2-3-3 0,0-1-1 16,1-2 0-16,1-1-6 0,-1-1 1 0,1-2 1 0,0-1-1 0,0-1 5 15,0-1 2-15,-1 0-6 0,-1-1 8 0,0 0-2 0,-2-1-5 16,-1-1 3-16,-1-1-5 0,-2 0-2 0,-1-1 0 0,-1 3-2 0,-1-1-9 16,-2 1 4-16,-2 1-2 0,-1 1 14 0,-1 1 10 0,-1 2-1 15,-1 1 5-15,-1 0-19 0,-1 2-2 0,-1 0 1 0,-1 2-5 0,1-1-1 16,0 1-2-16,-1 1 2 0,0 0-2 0,-1 1-16 0,1 1-4 0,0 2 3 15,-1 3 5-15,1 2 18 0,-2 2 3 0,-1 2-2 0,1 3-7 16,-2 1 2-16,-1 2 4 0,0 1-5 0,-1 2 3 0,0-1-4 0,-2 0 2 16,1 0-1-16,-1 0-4 0,-1 1 4 0,1-2 1 0,-1 0 2 0,-1-1-1 15,1-3 1-15,-1-1-4 0,1-2 2 0,1-1 3 0,-1-2-3 16,0-1 2-16,-1-1 3 0,-1 0-1 0,1-2-2 0,-1 0 3 0,3-2 1 16,-1 0-4-16,2 0 7 0,0 0-7 0,0-1 1 0,2-1-1 0,0-1-2 15,1 1 4-15,2-2 1 0,0 2 5 0,0-1 1 0,0 0-7 16,0 1-2-16,1 0-4 0,0-1 0 0,0 1 1 0,0 0 3 0,-1 1 6 15,1 0-8-15,1 1-2 0,0 1-4 0,-1 0-8 0,1 1 10 0,0 0-4 16,0 0 2-16,1-1-5 0,-1 1-3 0,0 0-2 0,-1-1-21 16,1 0-1-16,0-1-20 0,0-1-10 0,1 0-3 0,-2-1-11 0,1 0-27 15,0-2-30-15,-1-2-29 0,2-1-30 0,-2-2-21 0,1-2-36 16,0 0-30-16,2-2-37 0,-1-2-19 0,2-3-28 0,2-5-7 0,3-4-187 16</inkml:trace>
  <inkml:trace contextRef="#ctx0" brushRef="#br0" timeOffset="-100076.77">30876 8011 3272 0,'3'3'35'0,"0"3"-32"0,1 3-3 16,0 1-5-16,4 4-1 0,0 4 8 0,2 2-5 0,1 4-1 0,-1 1 4 15,0-1-2-15,-1 1-5 0,-2-2 3 0,-1 1 4 0,-2-1-3 16,-1 0 10-16,0 1-2 0,-2 0-3 0,0 0-2 0,0 0-3 0,-1-2-1 15,0 0-3-15,-1-1 1 0,0-3-6 0,0 1-9 0,0-3-11 16,1-2-18-16,0-2-21 0,-1-1-36 0,1-3-33 0,-1-1-27 0,1-4-5 16,1-3-9-16,-1-3-12 0,1-3-11 0,1-4-37 0,0-2-16 0,1-3-31 15,0-8-32-15,3-7-68 0,2-12 26 0</inkml:trace>
  <inkml:trace contextRef="#ctx0" brushRef="#br0" timeOffset="-99877.77">31538 7343 3240 0,'0'5'8'0,"3"2"-21"0,-2 4-5 15,3 5-3-15,2 3 2 0,-1 4 3 0,2 6-2 0,0 4 6 0,-1 3 10 16,0 1-10-16,-1 1 12 0,-1 0 4 0,-2-1 3 0,-3 1 15 16,-1 0-9-16,-1-1-5 0,0-1-6 0,0-1-4 0,-1 0 1 0,-1-1-6 15,0-1 0-15,0-4-11 0,2-3-12 0,3-5-11 0,-2-1-32 16,2-3-54-16,0-2-60 0,0-4-49 0,1-3-49 0,-2-3-26 0,2-3-33 15,-1-4-36-15,0-3 21 0,1-5-207 0</inkml:trace>
  <inkml:trace contextRef="#ctx0" brushRef="#br0" timeOffset="-99661.77">31745 7424 3942 0,'9'13'2'0,"-1"4"-4"16,5 9-8-16,2 4-7 0,0 6-28 0,5 9 2 0,0 3 1 16,-2 3 5-16,-1 0 31 0,-1-3-3 0,-4-1 9 0,-1-5 2 0,-3-2 0 15,-2-3-4-15,0-5-13 0,-4-2-14 0,1-3-26 0,-2-1-24 0,-1-4-22 16,2-1-21-16,-3-2-19 0,2-3-39 0,-1-3-45 0,0-2-47 16,1-3-53-16,-2-4-78 0,1-2-84 0,0-3-13 0,0-3-115 0</inkml:trace>
  <inkml:trace contextRef="#ctx0" brushRef="#br0" timeOffset="-99050.77">30337 5131 2055 0,'-179'-37'-65'0,"-25"-1"-4"0,-56-6 13 15,13 13-13-15,19 14 2 0,-4 6 6 0,-6 8 14 0,-3 5-3 0,-5 6 11 16,-2 4 0-16,-2 4 8 0,-4 6 13 0,1 5 2 0,-2 5 9 16,-1 7 3-16,3 7 5 0,-4 5 13 0,2 8 11 0,1 7 18 0,1 5 12 15,5 5 11-15,2 7 17 0,5 5-9 0,4 7 2 0,5 6-5 0,5 7-6 16,6 4 1-16,7 2-15 0,6 6 4 0,11 1-9 0,5 4 4 16,9 3 14-16,9 1-12 0,3 4 15 0,12 5-6 0,6 3-5 0,10 4 8 15,10 1-13-15,8 0 0 0,9 2-7 0,10 0-4 0,5 1-6 16,13-1-5-16,11-1-6 0,13-5-8 0,13-6-9 0,13-4-1 0,12-7-4 15,12-4 4-15,12-4 4 0,12-6 1 0,10-6-3 0,12-7 6 0,11-5-2 16,11-5-1-16,12-4 10 0,10-4-8 0,11-5-1 0,9-5-10 16,8-5-23-16,8-1 15 0,9-2 2 0,7-2-2 0,8-2 18 0,7-3-17 15,7-1 0-15,6-3 2 0,7-2-1 0,9-4 0 0,8-4-4 0,9-4 9 16,6 0-5-16,9-5-8 0,8-1-6 0,8-3-3 0,9-3-3 16,7-2 5-16,6-3 11 0,5-4-9 0,2-4 8 0,3-6 13 0,3-7 1 15,1-6 17-15,-1-8-11 0,-2-7-15 0,-3-5 19 0,-1-9-13 16,0-3 20-16,0-7 4 0,-3-3-18 0,-4-1 1 0,-8-1-8 0,-8 1 9 15,-4-2 1-15,-4-2 19 0,5-2 14 0,-1-7-12 0,0-1 8 0,-1-3-18 16,-12 0-14-16,-4 2 7 0,-8-2-7 0,-6-1 2 0,-4 0 0 16,-7-1-6-16,-2 0 8 0,-8-3-4 0,-4-5-2 0,-5-2 1 0,-83 38 9 15,19-11-6-15,-6-2-7 0,19-12-13 0,-5-2-33 0,14-12 67 16,-61 39-19-16,6-6-20 0,6-7-26 0,8-6-93 0,-3-2 74 0,6-5-5 16,-6-1 11-16,7-8 14 0,-5-1-64 0,5-6 44 0,-5-1 31 0,3-8 28 15,-4 0 33-15,2-7 20 0,-6-4-1 0,1-6-16 0,-6-2-14 16,-7-2-18-16,-8-3-19 0,-9-1-14 0,-8-2-50 0,-9-1-36 0,-9 0-2 15,-10-1 17-15,-10 0 53 0,-10 0 21 0,-10 0 48 0,-12 1 13 0,-12 3 20 16,-14 1 29-16,-85-101-19 0,-24 23-22 0,-18 26-19 0,-16 23-13 16,-33 19-9-16,-171-42 16 0,77 75-3 0,39 38-10 0,59 32-6 0,-7 7 4 15,-10 10-10-15,-10 9 7 0,-9 10 4 0,-10 9-6 0,-9 12 12 0,-8 12-14 16,-8 12-19-16,-6 14-16 0,-6 15-53 0,-5 13-98 0,-1 13-190 16,-4 13-185-16,-2 14-309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F281-ED83-6FCA-A672-ED02DAC82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0BDC4-B6FD-4453-D054-A34C1DC03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8FA78-A706-8C45-FEEA-E808CA57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D6552-7B19-36DC-8A41-41EF973B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CCEB-A07E-9E37-BB8F-A652344E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3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F17D-1945-8553-49CA-D645E16B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7102-8A62-8290-7941-5CD153B5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27D1-50F9-4C22-6E17-9E83B7EA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D36F1-7253-23DF-6011-4B011EA6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774E1-FDE2-7144-0AFB-95A48005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6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D938-16BC-152D-07A3-A865F50E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21CA8-37F1-8B53-DE4A-751FDCB5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23DA1-809E-7209-55F7-7E4F7780C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8AABE-A1EC-94A6-3FF0-C7BD1991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49A8A-8760-E6FD-3CB0-FC9130E5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7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FF527-4318-26AC-FA4A-B963AC92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12E1-F888-58BE-7513-15505578B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03BBE-680A-F88A-0C16-3F392F6E4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58D79-3E11-268C-3590-7B22B8A9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A797-AF8C-66B5-0AA4-57572B8A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B3F6A-4A73-6DCA-16BE-321C389F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7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14F1-A861-8817-87FC-F86415AC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C56ED-9A07-CCA6-9655-759AC9D67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DC2AB-8B8F-B7D2-8B70-FDA1A1F69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F221B-5589-8EB3-F241-B023CBB4D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5D789-6365-1ED9-BFA0-0D6E66960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56BDB-525E-42DF-29E3-8D446E10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50362-2CF0-2339-452B-0967849E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27039-AAC2-FF72-9DB0-4F4DA562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1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A1AA-1DF2-468B-8C81-8D74CDD5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3506E-0DC4-07B7-6765-9E902642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1CA27-61B4-2FE0-F43E-48A6F8C0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442A9-3D48-756C-6DE1-05EAE146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813155-86C7-5AD0-B933-B77C4EB8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F2C50-9E2B-6BA3-BAF1-72BC8C0E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2C8DC-1775-DC0A-701B-93623FD3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7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4B25-A790-12CB-43BA-136FD762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A775F-2096-C879-AC04-62CA72FD2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731F8-B97F-3B18-DB9E-BD471C0EB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08693-6219-E323-5524-3E86DB09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800BA-2869-412E-28E3-52974258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D426-ABD9-0A52-A48B-5895EC94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9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302A-179A-B58C-88F6-93289C61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BE1FB-09DB-C3E3-AEEA-BB78DAF5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4054B-B607-9484-AED6-57EFBC821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40DDC-E2D1-F1C3-BF60-1CC6FCB0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C7891-CB54-7D39-ACEF-92A16A26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60D76-2D5A-EBBE-964B-C20A9425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3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CC01-8B79-9828-4841-81EEBE39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6FE71-D692-B78A-0E0D-7E810E8B1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0E009-4FCA-76DA-246E-B41FDECB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5A2B7-A5EC-7E52-0D80-09629874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BFD9-F4FA-D182-A4A7-F5080C07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37F6D-16D1-13DC-78F4-1097D3224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5F6DC-71A3-3D57-2B9A-111A6E879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15F22-45BA-E81C-40B7-443B2FD5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CFCD-974F-B8B4-93E8-AD0E29C9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0314-9C2D-F4D3-90A6-F52F8AA2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7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3932D-E785-5B1C-08CD-E7E9FC6AA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97A2F-B907-ADDE-57D4-1D24CA94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CBE39-62E1-C8E1-842C-F7634C906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B459D-C981-4B67-B491-515E79DE4818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ED1EF-668E-7DC0-88DF-D68A3EA7F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E85FC-6AB7-3505-7A64-C0D2CD64E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FBD2F-178C-4C26-BAFC-D18819A6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5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7.xml"/><Relationship Id="rId3" Type="http://schemas.openxmlformats.org/officeDocument/2006/relationships/customXml" Target="../ink/ink3.xml"/><Relationship Id="rId7" Type="http://schemas.openxmlformats.org/officeDocument/2006/relationships/customXml" Target="../ink/ink4.xml"/><Relationship Id="rId12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6.xml"/><Relationship Id="rId10" Type="http://schemas.openxmlformats.org/officeDocument/2006/relationships/image" Target="../media/image16.png"/><Relationship Id="rId9" Type="http://schemas.openxmlformats.org/officeDocument/2006/relationships/customXml" Target="../ink/ink5.xml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F32C-9FAE-0E56-4A7B-E1E7DF8F8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E0D63-E448-BA4A-E2AE-1E4ACB2BF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3088"/>
            <a:ext cx="9144000" cy="724711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75660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7019-6518-8695-4165-01826EEA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CAC5-E772-D061-E4AF-595F6728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nazariy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For Loop</a:t>
            </a:r>
          </a:p>
        </p:txBody>
      </p:sp>
    </p:spTree>
    <p:extLst>
      <p:ext uri="{BB962C8B-B14F-4D97-AF65-F5344CB8AC3E}">
        <p14:creationId xmlns:p14="http://schemas.microsoft.com/office/powerpoint/2010/main" val="3467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9049-BB37-BB06-0FAE-A3461A9E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86D9-6D56-AE6F-BAE1-370E4B92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Encoding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5C4F05-9965-8797-BDB7-CEBF258D511E}"/>
                  </a:ext>
                </a:extLst>
              </p14:cNvPr>
              <p14:cNvContentPartPr/>
              <p14:nvPr/>
            </p14:nvContentPartPr>
            <p14:xfrm>
              <a:off x="396360" y="273960"/>
              <a:ext cx="10859040" cy="537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5C4F05-9965-8797-BDB7-CEBF258D51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00" y="264600"/>
                <a:ext cx="10877760" cy="539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3083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B54D-27F4-C37E-DEA7-F5444D3C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29F6-F941-BEC8-E19B-35F63BDE2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Categorical-&gt; Numerical</a:t>
            </a:r>
          </a:p>
          <a:p>
            <a:r>
              <a:rPr lang="en-US" dirty="0" err="1"/>
              <a:t>Turlari</a:t>
            </a:r>
            <a:endParaRPr lang="en-US" dirty="0"/>
          </a:p>
          <a:p>
            <a:pPr lvl="1"/>
            <a:r>
              <a:rPr lang="en-US" dirty="0"/>
              <a:t>One-Hot</a:t>
            </a:r>
          </a:p>
          <a:p>
            <a:pPr lvl="1"/>
            <a:r>
              <a:rPr lang="en-US" dirty="0"/>
              <a:t>Label Encoding</a:t>
            </a:r>
          </a:p>
          <a:p>
            <a:pPr lvl="1"/>
            <a:r>
              <a:rPr lang="en-US" dirty="0"/>
              <a:t>Frequency encoding</a:t>
            </a:r>
          </a:p>
          <a:p>
            <a:pPr lvl="1"/>
            <a:r>
              <a:rPr lang="en-US" dirty="0"/>
              <a:t>Target Encoding</a:t>
            </a:r>
          </a:p>
          <a:p>
            <a:pPr lvl="1"/>
            <a:r>
              <a:rPr lang="en-US" dirty="0"/>
              <a:t>Ordinal Encoding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29375E-8A99-67F4-BE4B-0FD0CED1FE22}"/>
                  </a:ext>
                </a:extLst>
              </p14:cNvPr>
              <p14:cNvContentPartPr/>
              <p14:nvPr/>
            </p14:nvContentPartPr>
            <p14:xfrm>
              <a:off x="1251360" y="108720"/>
              <a:ext cx="9702000" cy="4761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29375E-8A99-67F4-BE4B-0FD0CED1FE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2000" y="99360"/>
                <a:ext cx="9720720" cy="47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93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7714-7AD0-D216-933C-7A935441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DDEA-F0B1-D734-7E45-6A310D5A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One-Encoding</a:t>
            </a:r>
          </a:p>
        </p:txBody>
      </p:sp>
    </p:spTree>
    <p:extLst>
      <p:ext uri="{BB962C8B-B14F-4D97-AF65-F5344CB8AC3E}">
        <p14:creationId xmlns:p14="http://schemas.microsoft.com/office/powerpoint/2010/main" val="290054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62BD-9142-89A6-413F-53E6B682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4944-7C3F-9392-C912-FA18109A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One-hot encoding</a:t>
            </a:r>
          </a:p>
        </p:txBody>
      </p:sp>
      <p:pic>
        <p:nvPicPr>
          <p:cNvPr id="2050" name="Picture 2" descr="Using Categorical Data with One Hot Encoding">
            <a:extLst>
              <a:ext uri="{FF2B5EF4-FFF2-40B4-BE49-F238E27FC236}">
                <a16:creationId xmlns:a16="http://schemas.microsoft.com/office/drawing/2014/main" id="{9DE0F472-0980-12BC-977F-7592BE3F4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1969341"/>
            <a:ext cx="11327549" cy="444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64AE4E-595B-2492-2529-66FD3EFF12BF}"/>
                  </a:ext>
                </a:extLst>
              </p14:cNvPr>
              <p14:cNvContentPartPr/>
              <p14:nvPr/>
            </p14:nvContentPartPr>
            <p14:xfrm>
              <a:off x="7233564" y="2493965"/>
              <a:ext cx="127800" cy="70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64AE4E-595B-2492-2529-66FD3EFF12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27444" y="2487845"/>
                <a:ext cx="1400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F34BAC-67D0-CDD9-93D3-26C3136FB0BB}"/>
                  </a:ext>
                </a:extLst>
              </p14:cNvPr>
              <p14:cNvContentPartPr/>
              <p14:nvPr/>
            </p14:nvContentPartPr>
            <p14:xfrm>
              <a:off x="8910804" y="2546885"/>
              <a:ext cx="34560" cy="13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F34BAC-67D0-CDD9-93D3-26C3136FB0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4684" y="2540765"/>
                <a:ext cx="46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8EECED-DB18-A655-A18D-C898C69D4069}"/>
                  </a:ext>
                </a:extLst>
              </p14:cNvPr>
              <p14:cNvContentPartPr/>
              <p14:nvPr/>
            </p14:nvContentPartPr>
            <p14:xfrm>
              <a:off x="10547724" y="2503325"/>
              <a:ext cx="39600" cy="31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8EECED-DB18-A655-A18D-C898C69D40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41604" y="2497205"/>
                <a:ext cx="518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B541FB-5319-9A26-2024-4C7F3A37EAC3}"/>
                  </a:ext>
                </a:extLst>
              </p14:cNvPr>
              <p14:cNvContentPartPr/>
              <p14:nvPr/>
            </p14:nvContentPartPr>
            <p14:xfrm>
              <a:off x="1024560" y="519120"/>
              <a:ext cx="10646640" cy="571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B541FB-5319-9A26-2024-4C7F3A37EA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5200" y="509760"/>
                <a:ext cx="10665360" cy="57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D314209-81E7-7DE4-4B2C-0D9D879CDAEC}"/>
                  </a:ext>
                </a:extLst>
              </p14:cNvPr>
              <p14:cNvContentPartPr/>
              <p14:nvPr/>
            </p14:nvContentPartPr>
            <p14:xfrm>
              <a:off x="6536160" y="2172960"/>
              <a:ext cx="3075480" cy="1006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D314209-81E7-7DE4-4B2C-0D9D879CDA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26800" y="2163600"/>
                <a:ext cx="3094200" cy="102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16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37C3-67BA-7ADB-B025-12788FE9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4C7E-0351-F64A-F2D7-43A8F918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One-Encoding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499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7E13-3EFE-FF4E-5F77-73642625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DEE1-3FDF-14A1-7720-6313D167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3074" name="Picture 2" descr="How to Perform Label Encoding in R (With Examples)">
            <a:extLst>
              <a:ext uri="{FF2B5EF4-FFF2-40B4-BE49-F238E27FC236}">
                <a16:creationId xmlns:a16="http://schemas.microsoft.com/office/drawing/2014/main" id="{49C30D6B-8F6E-E5D6-1041-697DF17A2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3282" y="2723992"/>
            <a:ext cx="3737164" cy="229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F75DAE-3DBD-5C6E-6021-EABEF161BCEE}"/>
                  </a:ext>
                </a:extLst>
              </p14:cNvPr>
              <p14:cNvContentPartPr/>
              <p14:nvPr/>
            </p14:nvContentPartPr>
            <p14:xfrm>
              <a:off x="945360" y="1558080"/>
              <a:ext cx="10723320" cy="4192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F75DAE-3DBD-5C6E-6021-EABEF161BC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000" y="1548720"/>
                <a:ext cx="10742040" cy="421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154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B3BA-246F-E78A-A565-5A869EF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C95F-8FC7-6300-2197-700A0E469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Datani bir turdan ikkinchisiga o’tazish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One-hot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Label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B3524CF-1362-1386-D6ED-9E64406A6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5963" y="329183"/>
            <a:ext cx="3429969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One Hot Encoding and How to Do It | by Michael ...">
            <a:extLst>
              <a:ext uri="{FF2B5EF4-FFF2-40B4-BE49-F238E27FC236}">
                <a16:creationId xmlns:a16="http://schemas.microsoft.com/office/drawing/2014/main" id="{B3DD4E0C-1891-6655-D454-9109E91E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" b="6740"/>
          <a:stretch/>
        </p:blipFill>
        <p:spPr bwMode="auto">
          <a:xfrm>
            <a:off x="7863840" y="4559257"/>
            <a:ext cx="3995928" cy="121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E46951-EBD8-A673-9641-DF645CC3F58F}"/>
                  </a:ext>
                </a:extLst>
              </p14:cNvPr>
              <p14:cNvContentPartPr/>
              <p14:nvPr/>
            </p14:nvContentPartPr>
            <p14:xfrm>
              <a:off x="7677360" y="2147400"/>
              <a:ext cx="3868200" cy="362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E46951-EBD8-A673-9641-DF645CC3F5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8000" y="2138040"/>
                <a:ext cx="3886920" cy="36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362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E014-80B7-5BD3-1D74-98419F07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0E8B-B75F-2632-5989-445F815A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Label-Encoding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725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FAD4-C402-4519-48A9-FE14B9F2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4316-2DD9-7264-C039-D1562D28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For Loop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E49D6F-A9EE-EE5F-CF54-5888FE8A17DA}"/>
                  </a:ext>
                </a:extLst>
              </p14:cNvPr>
              <p14:cNvContentPartPr/>
              <p14:nvPr/>
            </p14:nvContentPartPr>
            <p14:xfrm>
              <a:off x="2023560" y="774720"/>
              <a:ext cx="10163520" cy="546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E49D6F-A9EE-EE5F-CF54-5888FE8A17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4200" y="765360"/>
                <a:ext cx="10182240" cy="548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39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243E-E5BD-B700-FCDD-61CBE0CB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AEBF-A49D-995D-A4DD-4AF59952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Kaggle/</a:t>
            </a:r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dataset toping </a:t>
            </a:r>
            <a:r>
              <a:rPr lang="en-US" dirty="0" err="1"/>
              <a:t>va</a:t>
            </a:r>
            <a:r>
              <a:rPr lang="en-US" dirty="0"/>
              <a:t> 2 ta </a:t>
            </a:r>
            <a:r>
              <a:rPr lang="en-US" dirty="0" err="1"/>
              <a:t>usul</a:t>
            </a:r>
            <a:r>
              <a:rPr lang="en-US" dirty="0"/>
              <a:t> bn </a:t>
            </a:r>
            <a:r>
              <a:rPr lang="en-US" dirty="0" err="1"/>
              <a:t>enocoding</a:t>
            </a:r>
            <a:r>
              <a:rPr lang="en-US" dirty="0"/>
              <a:t> </a:t>
            </a:r>
            <a:r>
              <a:rPr lang="en-US" dirty="0" err="1"/>
              <a:t>qiling</a:t>
            </a:r>
            <a:r>
              <a:rPr lang="en-US" dirty="0"/>
              <a:t>(5 ta missing </a:t>
            </a:r>
            <a:r>
              <a:rPr lang="en-US" dirty="0" err="1"/>
              <a:t>qiymatlarini</a:t>
            </a:r>
            <a:r>
              <a:rPr lang="en-US" dirty="0"/>
              <a:t> </a:t>
            </a:r>
            <a:r>
              <a:rPr lang="en-US" dirty="0" err="1"/>
              <a:t>toldiring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loopga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misollarni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6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75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8-dars</vt:lpstr>
      <vt:lpstr>Bugun</vt:lpstr>
      <vt:lpstr>Encoding</vt:lpstr>
      <vt:lpstr>Encoding</vt:lpstr>
      <vt:lpstr>One-Encoding</vt:lpstr>
      <vt:lpstr>Encoding</vt:lpstr>
      <vt:lpstr>One-Encoding amaliy</vt:lpstr>
      <vt:lpstr>Label encoding</vt:lpstr>
      <vt:lpstr>Encoding</vt:lpstr>
      <vt:lpstr>Label-Encoding amaliy</vt:lpstr>
      <vt:lpstr>For Loop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2025-07-01T08:32:12Z</dcterms:created>
  <dcterms:modified xsi:type="dcterms:W3CDTF">2025-07-01T15:16:23Z</dcterms:modified>
</cp:coreProperties>
</file>