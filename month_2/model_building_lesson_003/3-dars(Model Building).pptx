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0:07:02.9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5214 6340 1527 0,'6'2'36'16,"4"3"-36"-16,6 2 3 0,2 0 1 0,0-1 8 0,2-1-2 0,0-1 9 16,1 0-6-16,2-2-9 0,3 1-8 0,1 1-14 0,2 1 6 15,1-1 0-15,1 0 7 0,-1 0 1 0,2-1 2 0,0 1 6 0,0-1 5 16,1 0 6-16,1 0 11 0,0-1 7 0,1 1 10 0,3-1 15 0,2 0 7 16,1 0 2-16,3 0 1 0,1-1-5 0,-1 0-8 0,3 0-4 15,2 0-9-15,0 0-9 0,2 0-3 0,0-1-5 0,2 0-4 0,-1-1 1 16,2-1 1-16,0 0-1 0,0-2-2 0,1-1 6 0,-1-2-3 15,-1-2 0-15,2-1 8 0,0-2-17 0,0 0 5 0,2-2 4 0,-4-1 1 16,1 0 12-16,-1 0 1 0,-1-3-11 0,-1-2-5 0,-1 0-2 0,-2 0-4 16,-2-1-4-16,-1-1-3 0,-1 1 0 0,-1 0-1 0,-3-1 3 15,-1 0-2-15,0-2-2 0,-3 0 3 0,-1-2-3 0,-2 0-1 0,0-3-2 16,-2 1 6-16,0 1-3 0,-2-1 4 0,-2-1 5 0,-3-1 0 0,-2-1-2 16,-2 0-9-16,-2 1 7 0,-1-2 5 0,-3 1 4 0,-3-1 10 15,-2 0-11-15,-3 0 6 0,-2 2-2 0,-2-1 1 0,-4 1 1 0,-2 0-6 16,-3 0-5-16,-4-2 0 0,-4 2-12 0,-3-1-2 0,-5 2-2 15,-3 1-5-15,-8 1 5 0,-5 0-4 0,-5 2-1 0,-5 0 3 0,-5 1-3 16,-5 2 2-16,-4 1-2 0,-4 2 11 0,-3 2 9 0,0-1 3 0,-1 0 7 16,-3 0-13-16,2-1-1 0,-1 0 0 0,1 1-2 0,1-1 0 15,0 0-2-15,1 1 0 0,3-1-1 0,-1 0 1 0,0-1 2 0,1 2 0 16,-2-2-4-16,-1 2-3 0,2 2 4 0,-4-1-2 0,1 1 1 0,0 2 3 16,-4 3-6-16,0 1-2 0,-5 3 0 0,-1 2 2 0,-3 1 0 15,-2 2-2-15,-2 1 6 0,-2 1-9 0,-3 2 5 0,-2 0 1 0,-4 2-2 16,-1 1 9-16,-2 1-2 0,3 2 1 0,-2 0 0 0,1 2-5 0,3 2 1 15,-1 2-1-15,2 2-4 0,4-1-1 0,-1 1 1 0,3 2-3 16,2 0 3-16,1 0-7 0,2 3-2 0,4 2 4 0,2-1-3 0,2 4 3 16,1 1 1-16,1 3-1 0,2 0-7 0,1 3-1 0,2 0 9 15,2 3 5-15,1 1 9 0,3 1 1 0,3 2-5 0,4 1-6 0,1 1 0 16,4 2-1-16,3-1-3 0,2 1-6 0,5 1 5 0,4 1-5 0,2 3-4 16,6 0-1-16,2 1 12 0,6 1 0 0,3-2 3 0,4 0 5 15,5-1-10-15,4 0-1 0,3 0-4 0,3-1 5 0,3-3 3 0,4 0-2 16,2-1-1-16,3-2 2 0,4-2-4 0,1-2 4 0,4-3-2 0,4 0 14 15,2-4 0-15,5 1 0 0,2-2 1 0,3-2-13 0,4-1 2 16,2-1 4-16,3-4 1 0,4 0 0 0,0-2-1 0,5-2 1 0,3-2 3 16,3-2-1-16,5-2 3 0,1-3-4 0,4-2 2 0,2-2-3 15,2-3 1-15,3-2-4 0,1-2-3 0,0-1 4 0,2-2-5 0,0-3 2 16,-1 0-8-16,0-3-14 0,-3 0-16 0,-2-2-22 0,-1-1-42 0,-3-1-49 16,-2-1-58-16,0-2-69 0,-5-3-100 0,-1-1-112 0,-1-5-360 15</inkml:trace>
  <inkml:trace contextRef="#ctx0" brushRef="#br0" timeOffset="10938.04">4873 7791 1112 0,'12'1'58'0,"4"1"8"0,7 1-4 0,4 2-5 0,2-1 8 0,3 1-16 16,2-1-18-16,3-1-14 0,1 1-11 0,2 1-3 0,3-1-3 0,1 1-3 16,1 1-3-16,1-1 3 0,2 1 0 0,1 0-1 0,0-1-3 15,0 1-1-15,1-2 2 0,1 2 0 0,-1-2 7 0,0 0-1 0,1 0-1 16,0-2 4-16,0 0 1 0,2-1 2 0,-3 0 13 0,0 0 6 0,0-2 13 15,-1 1 7-15,1-2 6 0,-2-1 3 0,-1 0-5 0,0 0-3 16,-3-1-14-16,2-1-7 0,-2 0-2 0,0 0-2 0,0-1-2 0,-3 0-5 16,0 0-3-16,0 1-4 0,0-2 3 0,-2 1-6 0,0-1 0 15,-2 0 3-15,-2-1-3 0,0-2 7 0,-2-1 1 0,0 2-1 0,-2-3 0 16,0-1 0-16,0 1-2 0,1-3 2 0,-1 1-2 0,-1-3-5 0,-2 0-4 16,-1 0 6-16,-1 0 3 0,0-1 1 0,0-1 4 0,-2-1-7 15,-1-1-1-15,-1-1 1 0,-1 1 2 0,-1-1-6 0,-3 0 3 0,0 2-1 16,-2-2 4-16,-2 1 9 0,-1 0 1 0,0-1 4 0,-1 0 6 0,-1-2-2 15,-2 0 1-15,-3 1-1 0,0 0 2 0,-3 0 3 0,-1 3-2 16,-2-1 1-16,-3 0-2 0,-1 1-5 0,-4-2-4 0,-2 0-6 0,-2-1-1 16,-3-1-7-16,-3 3 9 0,-3-2-1 0,-2 2-1 0,-4 0 6 15,-1-2-9-15,-4 1 1 0,0 1-1 0,-3-1-1 0,-1 2-2 0,-2-2-4 16,-2 2 5-16,0 1-1 0,-2-1 1 0,-1 2 2 0,2-1-1 0,-1 3 5 16,-3-2-1-16,1 0 3 0,0 1 2 0,-2 1-4 0,0 0-1 15,0 2-3-15,0 1-4 0,-1-1-1 0,-1 1 5 0,-3 0-6 0,1 2 6 16,0 1 2-16,0-1-4 0,0 0 9 0,0 1 1 0,0 1 1 0,0 0 3 15,2 0-8-15,0 2-6 0,-1 0 1 0,-2 1-8 0,-2 0 6 16,1 1-7-16,-1 0 4 0,1 0 1 0,1 1-3 0,0-1 8 0,1 1-5 16,-1 0-2-16,1 1 3 0,-1 1-8 0,1-1 4 0,-2 1-1 15,0 0-16-15,-2 1-1 0,0-1 3 0,-1 1-1 0,1-1 23 0,-1 1-1 16,0 0 2-16,1-1-1 0,0 1-6 0,2-1-1 0,-1 1 0 0,2 0 1 16,-1 1-1-16,2 0 0 0,3 2 1 0,1 0 1 0,2 2 1 15,2 0 15-15,1 2-6 0,1 1 4 0,0 2-4 0,2 2-16 0,3 2 2 16,1 2 0-16,3-1-2 0,0 4 0 0,0 1 1 0,0 0-3 0,3 1 1 15,0 1 1-15,4 2 4 0,2 1-6 0,1 3 2 0,1 1-1 16,-1 2 3-16,0 0 2 0,3 2-6 0,-1 1 3 0,1 2-3 0,1 0 2 16,-1 1-1-16,1 0-11 0,1-1 17 0,0 1-4 0,0-2 6 15,2 1 12-15,1-2-20 0,1-2 5 0,1 1-4 0,3-3 0 0,0 0 2 16,2 0-3-16,2-3 1 0,2-1-2 0,2-4 1 0,2-2-4 0,1-1 2 16,3-3-4-16,2-1 4 0,2-1 0 0,1-1 5 0,3 1 0 15,2-2-2-15,4 2-1 0,3-1-1 0,-1 0 4 0,4-1-3 0,1 0 1 16,-1-2-1-16,4 2-2 0,1 0-1 0,2 0 0 0,1 1-12 0,3-2-17 15,1 2-13-15,1-2-38 0,3 1-34 0,0-1-35 0,-2 0-55 16,3-1-43-16,-1 1-84 0,3-1-80 0,2-2-37 0,0-3-178 0</inkml:trace>
  <inkml:trace contextRef="#ctx0" brushRef="#br0" timeOffset="37979.4">5846 10413 1165 0,'-2'-1'96'0,"0"1"-16"0,2 0-32 0,3 1-6 0,3 0 9 0,2 1 9 16,2 1 7-16,3 0-3 0,-1-1-4 0,4 1-12 0,3 0-15 0,2 0-9 15,6-1-8-15,3 1-5 0,3 0-7 0,3-1-1 0,4 0-3 0,1 0-4 16,1-1 1-16,3 0 0 0,1 0-2 0,2 0 5 0,2-2 4 15,1 0 3-15,1 0 4 0,-1-2-5 0,0 1 5 0,-1-2 7 0,2 0 4 16,-2 1 7-16,1-2 0 0,-2 1 9 0,-2-1 6 0,0 0 10 16,-1 1 6-16,0-1-9 0,1-1 0 0,-2 1-7 0,0-1-3 0,2 1-5 15,-1 0-8-15,2 1-11 0,1 0-3 0,3 0-8 0,2-1 1 0,0 0-4 16,1-1-6-16,1-1-1 0,2 0 0 0,0-2 5 0,1-1 1 16,1-1-5-16,-2-1-2 0,2 0 0 0,-1-1-4 0,-1-2 9 0,-1 0-1 15,-2 0-6-15,-1-2 14 0,0-1-18 0,-2 1 9 0,-1 1 8 16,-2-2-1-16,-1 0 18 0,-1 0-6 0,-1-1 1 0,-1-1 0 0,1 1 5 15,0-2-4-15,-1 1-4 0,0 0-3 0,-2-1-6 0,3 0-3 0,-2 1-1 16,2-3-7-16,0-1 2 0,2 0-2 0,-2-1-3 0,1 0 2 16,0 0-5-16,1-1-7 0,0 1 2 0,-2-2-7 0,0 0 1 0,-2-3 0 15,0 1 3-15,-3-2-5 0,-1 1 10 0,0-1 5 0,-3 1 9 0,-2-1 15 16,-4 0-3-16,1 0 2 0,-5 1 2 0,1-1 7 0,-2 2 0 16,-2-2 14-16,-1 0 1 0,-2-2 0 0,0-1 0 0,-3 0 0 0,-1 1-7 15,1-1-7-15,-2-1-7 0,-1-1-11 0,0-3-12 0,-1 2 9 0,-2-2 5 16,-1 0-8-16,-3 0 8 0,-2-3-11 0,-2 0-15 0,-2 0-5 15,-3-3-5-15,-2-1-6 0,-5-1 3 0,-1 0 14 0,-3 0 4 0,-3-1 13 16,-3 1-2-16,-2 0 10 0,-4 0 4 0,-1 0 4 0,-1 2 9 16,-3-1-7-16,-1 1 0 0,-3-1 0 0,0 0-6 0,-2 0-3 0,1-1-2 15,-1-1 0-15,-3 2-4 0,0-1-1 0,-1 0 1 0,1 0-3 0,0-2-2 16,-1 1-8-16,-1 1-8 0,-1 0 2 0,-1 1-2 0,-1 1 0 16,0 2 2-16,-1 2-2 0,-2 1 5 0,-1 3 2 0,-1 1-5 0,-4 3 3 15,-3 0-1-15,-3 3-1 0,-2 0 3 0,-1 4 7 0,-3 0 5 0,-1 3 10 16,-2 1-1-16,1 0-1 0,0 4-2 0,1-1 1 0,0 2 2 15,1 3-2-15,1-1-6 0,1 2 6 0,0 1-9 0,-1 3-1 0,0 1-3 16,-1 3-10-16,-1 0 1 0,0 2 4 0,1 1 2 0,-1 2 4 16,2 0-5-16,0 2 9 0,-1 0-1 0,1 2-4 0,-1-1 6 0,0 3-6 15,-3 0-2-15,-2 1 3 0,0 2-3 0,-3 0 2 0,0 2 3 0,1 0 3 16,-2-1 0-16,1 2 1 0,2-1-2 0,0 1-2 0,0 0-2 16,0-1-1-16,-2 3-2 0,-1 0 6 0,-2 1-4 0,-1-1-11 0,0 1-3 15,-4 2 0-15,1 0 3 0,2 1 12 0,-1 1 2 0,1 1 5 0,0 0-1 16,2 2 1-16,2 0 3 0,2-2-7 0,1 3 2 0,4 0 2 15,1-1-4-15,2 3 1 0,2-1-3 0,1 3 4 0,0 1 0 0,0-1 0 16,3 1-3-16,-1 2-3 0,1 2-1 0,0 2-1 0,-1 2 4 16,0 2-13-16,1 2 3 0,-1 2 5 0,1 0 5 0,0 2 8 0,2-1 1 15,1 1-7-15,4-2-4 0,3 0 3 0,3 0 3 0,0 0-1 0,3-1 4 16,2 0-5-16,1-1 2 0,3 0-3 0,2 1-4 0,2 0-4 16,3 0 5-16,1 1 3 0,1 0 8 0,2 0 4 0,0 1-3 0,2 0-6 15,-1 1 1-15,2 0 2 0,2 0 0 0,1-2 3 0,1-2-3 0,2 1-3 16,3-1 0-16,1-1-4 0,3 1-5 0,2-1 9 0,2-2-3 15,2 2 9-15,1-2 3 0,2-1-9 0,1-1 1 0,3-2 2 0,0 2-3 16,2-1 5-16,0-1-2 0,4-2-3 0,0-1 3 0,2-2-2 16,3 0 2-16,0 0 0 0,2 0-1 0,2 1-2 0,1-2 0 0,2 1-8 15,1-1 4-15,2 1 7 0,2-1 3 0,2 1 3 0,4-1 2 0,0 2-10 16,3-2-2-16,0 1-3 0,2-1 0 0,2-1-2 0,1 2 3 16,0-2-2-16,2-1 2 0,0-2 0 0,2-1-3 0,1-2-3 0,1-3-6 15,1 0 2-15,1-2-5 0,0-1 3 0,-1-1 1 0,3-1 3 0,-3 0 3 16,1-1 5-16,0-1 2 0,-3-1 2 0,2-1-1 0,1-3 2 15,0 0-4-15,1-2 4 0,2-1-1 0,1-1 2 0,2-1 2 0,1-2-3 16,3 0 1-16,0-1-1 0,0 0-1 0,2-1-4 0,-1 1-7 16,1-1-3-16,-1 0 0 0,-1 1-5 0,-1 0-2 0,-1 0-18 0,1 1-28 15,-3 1-68-15,-1 0-97 0,0 1-118 0,-2-1-138 0,1 0-158 0</inkml:trace>
  <inkml:trace contextRef="#ctx0" brushRef="#br0" timeOffset="50347.79">6061 12670 971 0,'0'0'29'0,"1"-1"8"0,0 1 3 0,0-1 3 0,0-1-29 0,2 1-7 0,1 1 7 0,0-1 5 16,2-2 5-16,0 1 2 0,-1-2-11 0,3-1-5 0,0 1-10 0,1-1-2 15,1 0-7-15,-2 0-1 0,2 0 1 0,0 0 3 0,1 0-1 16,0 0 3-16,0 2-1 0,-2-1-3 0,1 1 2 0,1 0-3 0,1 2 0 16,0 0 0-16,-1 1-1 0,2 0 1 0,0 1-1 0,-1 0 8 15,1 1 2-15,-1 1 0 0,3-1 5 0,0 0-1 0,1-1 3 0,-2 0 7 16,2 1 6-16,2-1 6 0,0 1 19 0,2-2 14 0,3-1 18 0,1 0 16 16,3-1 7-16,1 1 3 0,1 0 4 0,0-2-1 0,3 0-11 0,1-1-5 15,2 0-10-15,3 0-14 0,1-1-5 0,1 0-13 0,1 0-8 16,2-1-11-16,0 0-8 0,0 0-4 0,2 0-6 0,0 1-8 0,1-2-3 15,1 1-3-15,1 0-2 0,-2 1 4 0,3 1-1 0,0 0-4 16,-1 1-5-16,1 1-1 0,-1 1 0 0,0 1 4 0,0 2 5 0,-1 0 3 16,1 2 0-16,-1 0 1 0,0 1 5 0,1 1-2 0,-1 0 5 0,-1 0 0 15,0-2 0-15,0 0 4 0,0 1-4 0,0-2 0 0,-2 1 0 16,0-2 1-16,-1 0 2 0,-1 0 4 0,2-1 1 0,1 0 8 0,2 0 8 16,1 0 4-16,-1 0-5 0,1-1-8 0,0-1-4 0,-2 1-4 0,1-1 4 15,0-1-4-15,0 1-8 0,0 0-1 0,-2 0-1 0,-1 1 1 16,2-2 4-16,-1 1-2 0,0 0-6 0,-1-1 0 0,1 0-4 0,-2 0 1 15,2-1-2-15,0-2-5 0,1 0 1 0,-2-2 2 0,0-2 1 16,-1-2 3-16,1 0 2 0,-1-1-5 0,0 1-1 0,2-1-1 0,-2 1 4 16,0-1 1-16,0-2 3 0,1 1 2 0,1-1-3 0,-1-1-4 0,2-1 0 15,-2 1-3-15,-1-3 0 0,1 0 9 0,-1 0-1 0,-1-1 0 16,0-1 1-16,1 0-4 0,-1 0 0 0,-2-3-2 0,0-1 2 0,-2 0-5 16,-1-3 0-16,1 0-3 0,-3 0-4 0,0-1 1 0,-1-1 3 0,-1 0-2 15,-3-2 10-15,1 1 5 0,-2-1 0 0,-1 1 3 0,-2-1 3 16,-1 1-1-16,-2-1 0 0,-1-1 3 0,0-1-3 0,-3 0 0 0,0 0 2 15,-2 1-3-15,-3-1 0 0,-3 1 1 0,-3-3-4 0,-1 1 6 16,-3 0-4-16,-2-1 1 0,-3 2-2 0,-1-1-2 0,-3 0-4 0,-2 0 3 16,-3 2-3-16,-2-2 1 0,-5 1 1 0,-3 0 1 0,-1-1-4 0,-4 1 5 15,-2 0 1-15,0 2 3 0,-4 0-1 0,-1 1 1 0,-3-1 6 16,-2 2-1-16,-1-2 8 0,-3 2-10 0,0 0 2 0,-2 2 4 0,-1-1-9 16,-1 0 8-16,-1 1-10 0,-1-2-5 0,-1 2 1 0,0 0 4 0,0 1 0 15,0-1 0-15,0 1-2 0,-3-1 1 0,1-1-1 0,-2 1-2 16,0-1-1-16,-1 2-7 0,1 0-6 0,-2 2 1 0,0-1 3 0,-1 0 4 15,-1 2-4-15,1 0 3 0,-2 2 1 0,0 0-1 0,-2 1-13 16,-2 2 10-16,1 2-3 0,-2 0 1 0,-3 2 18 0,1-2-7 0,-3 2 4 16,0-1-6-16,-1 0-1 0,0 1-8 0,-5 2 2 0,1-1 2 0,-1 2 0 15,0 1 2-15,3 1-8 0,-2 1 6 0,0 1 3 0,0 0 2 16,-2 2-1-16,0 0 2 0,0 2-7 0,-2-1-3 0,0 1 1 0,0 1-3 16,1-1 8-16,-1 1-4 0,0 0 9 0,-1 0-7 0,1 0-10 0,0 1 3 15,-2-1-8-15,2 1 3 0,-1 1 5 0,-1-1-1 0,1 0 8 16,0 1 0-16,-2-1-2 0,-1 1 0 0,-1 1-12 0,0 1-5 0,-2 0-2 15,1 2 8-15,-2 1 0 0,0 2 0 0,3 3 2 0,-2 3-11 16,1 1-1-16,3 3 6 0,-1 3 4 0,2 1 10 0,3 2 5 0,2 3 2 16,3-2-6-16,2 2 3 0,0 1-3 0,4 1-4 0,0 4 8 0,1 1-10 15,3 2-1-15,1 1 0 0,1-1-1 0,2 2-9 0,1 0 1 16,1 0-5-16,2 0-1 0,-1-1 8 0,2 0 3 0,1-1 6 0,0 0 4 16,1 1 2-16,1-3-3 0,2 1 8 0,1 0 4 0,1 0-3 0,1 2 10 15,4 1-1-15,1 0 2 0,1 0 18 0,3 0 18 0,0 1 13 16,2-1 8-16,1 2-6 0,1-4-6 0,1 1-13 0,4-3-2 0,1-1-11 15,5 2-12-15,0-2-1 0,2 0-16 0,2-1 7 0,2 2-4 16,1-1-6-16,3 2 10 0,3 0-11 0,2 0 0 0,2-2 4 0,2 1-4 16,1-1-4-16,2 1-4 0,0 2-1 0,3-1-4 0,1 0-9 15,1-2-9-15,3 1-15 0,2-1-1 0,1 1 4 0,2 0 0 0,-1 0-2 16,0-1 6-16,3 1 4 0,1-2 7 0,0 1 11 0,3-2-1 0,-1-1 8 16,-1-2 5-16,0 0 4 0,-1-2 4 0,-1-1 0 0,2-1 1 0,-1-1 2 15,2 0 3-15,0-3 6 0,3-1 2 0,1-2 13 0,3-2 7 16,3-1 2-16,3 0 6 0,2 0-4 0,4-1-10 0,4 0 1 0,2-1-9 15,2 2-5-15,4-1 1 0,1 1-7 0,0-2-4 0,0 0 3 16,-1 1-3-16,4 0-4 0,1 1-4 0,2 0-8 0,-1-1 1 0,-1 1-4 16,0 0-4-16,-1-2-21 0,0 0-7 0,1-2-13 0,-1 2-21 0,-2 0-10 15,1 1-34-15,-1-1-30 0,1 0-24 0,-1-1-44 0,0 0-60 16,-1 0-71-16,0-1-329 0</inkml:trace>
  <inkml:trace contextRef="#ctx0" brushRef="#br0" timeOffset="54363.96">4746 14025 1606 0,'-2'-1'341'0,"1"1"-104"0,-2-1-103 0,-1-2-60 0,0 0-30 16,-2-1-28-16,1 0-13 0,0-2-6 0,1 0-2 0,-1-1-9 15,2 1-4-15,1 0-16 0,0 1-14 0,3 0-8 0,-1 0-8 0,1 1 0 16,1 1 12-16,0 0 12 0,1 1 19 0,0 0 14 0,1-1 6 0,0 0 1 16,2 1 4-16,-1-1 0 0,2 1 2 0,0 0 1 0,1-2-11 15,0 1 1-15,1 0-3 0,2 0 2 0,0-1 10 0,3 1-5 0,1-1 6 16,2 1 3-16,1 0 0 0,2-1-1 0,1 1 1 0,0 0 1 0,2-2-8 16,2 0 1-16,1-1-7 0,1 0-1 0,2 0 4 0,2-1 4 15,1 0-1-15,4 0-3 0,0-1 4 0,2 1 1 0,4-1-1 0,0 1 8 16,1-2-4-16,1 0 2 0,1 1 3 0,2-2-2 0,3 1 2 15,1 1-3-15,0-2 2 0,1 0-2 0,-1 2-3 0,0 0 1 0,2 1-2 16,0 0-2-16,1 2-4 0,3 1 3 0,-1 0-5 0,0 1 0 0,2 1 2 16,-1 0-9-16,0 1 3 0,0 0 3 0,0 1 0 0,1-1 1 15,1 1 1-15,-2 0-3 0,1 1 2 0,-2 1 5 0,-1 0-2 16,2 1-1-16,-2 0 0 0,-1 2-2 0,-1-2 3 0,0 3 2 0,-1 1 6 0,1 1 0 16,0 0-2-16,0 1 5 0,1 1 3 0,-1 0 6 0,-1-1 3 15,0 1-8-15,0 0-1 0,-2 0 2 0,0 0-5 0,0 0 2 0,-5 0-2 16,3 0-6-16,-3 0 3 0,1 1 2 0,0-2-2 0,-3 0 4 0,0-2-10 15,0-2 0-15,-1 0 0 0,-1 0-5 0,2 0 9 0,-1-1 7 16,0 1-3-16,2-1 4 0,-2-1-6 0,2 0-4 0,0-1 1 0,3-1-1 16,-1 1 6-16,1-1-6 0,-1-1-2 0,2 0 0 0,-2-2 5 0,0 0-5 15,-2 0 4-15,-1 0-4 0,0-1-11 0,-2-1 11 0,0 0-1 16,-1-1-1-16,0 0 9 0,0 0 4 0,0 0-1 0,-2-1 0 0,0 1-1 16,-1-2-12-16,-1-2 5 0,-1 2-5 0,-1-1 3 0,-1 0-4 15,-1 0-1-15,-2-1 1 0,-2-1-4 0,-1-1 5 0,-1 1-5 0,-3-1 7 16,-1-1-2-16,-2 1 3 0,-2-2 3 0,0 0-3 0,-2 0 2 0,-1-1-2 15,1 1 1-15,-2-1-1 0,-2 0 3 0,1-2 6 0,-3 1 0 16,1-2 5-16,1-1-1 0,-3-1 0 0,1 1 2 0,-2-1 5 0,-2-1-5 16,1 2 4-16,-2-1-1 0,-1 1 4 0,-1 1 4 0,-1-2-4 15,-2-1-3-15,-1 1-8 0,-1-2-1 0,-3 0-1 0,-1 2-3 0,-4-3-14 16,0 1 13-16,-5 1-8 0,-2-2 7 0,-3 1 12 0,1 0-14 0,-3-1 0 16,-1 1 2-16,-2 0-2 0,-3 0 0 0,-1-1 0 0,-4 2 1 15,-2-2-1-15,-2 1 5 0,-4 1-1 0,-1 0 0 0,-3-1 3 0,-2 0-5 16,0 0 1-16,-2 0 1 0,-1 2-2 0,-1 0 0 0,1 1-2 0,-2 1 1 15,3-1-1-15,0 0 2 0,-1 1-2 0,0-2-5 0,0 1 2 16,1 0 1-16,0 0 1 0,1 0-15 0,-2-2 4 0,-2 3 13 0,0-2-8 16,1 0 19-16,1 1-4 0,0-2-17 0,-2 2 6 0,-1-1-2 15,-2 2 0-15,-2-1 2 0,0 0-1 0,-1 2 1 0,-3-1-2 0,0 1-2 16,-2 1 2-16,-1 1-3 0,-1 1 3 0,0 0 0 0,-3 1 3 0,0 2 1 16,1 1 0-16,-3 0-6 0,1 1-2 0,0 0 1 0,0 1-4 15,2 0 1-15,1 1 3 0,-1 1 1 0,0 0 0 0,2 1-1 0,1 2-8 16,1-1-4-16,1 1 2 0,1-1 1 0,1 0 7 0,2 1 3 0,1 0-1 15,-1 0 1-15,1 0-3 0,1 0 3 0,-3 0-5 0,1 1 0 16,-3-1-2-16,0 0-3 0,0 0 4 0,-1-1-6 0,0 0-2 0,-3-1 1 16,0 2 0-16,0-1-6 0,1 1 6 0,-2-1-11 0,0 1-4 15,0 1 0-15,-2 0-7 0,1 2-4 0,1 1-2 0,-2 2-11 0,1 2 3 16,1 2-1-16,0 3 8 0,0 4 8 0,1 1 3 0,1 4 16 16,2 1 8-16,3 1 4 0,2 2 5 0,2 2-1 0,2 1 4 0,3 2 0 15,4-1 12-15,5 2 7 0,2-3 1 0,4 0 9 0,3-2-7 0,2 1-6 16,3-1 4-16,3-2 5 0,3 3-2 0,3-3 5 0,0 2-12 0,3-1-1 15,1-1-1-15,1 1-4 0,0-1-2 0,1 2-7 0,0 1-1 16,1 0 0-16,2 1 0 0,2-1 1 0,-1-2-3 0,2-1 3 0,1-3-4 16,1 0 1-16,1-3-2 0,0-2-3 0,2 0-4 0,1-1-2 15,1-1-6-15,1-1-12 0,1 0-11 0,2-1-24 0,1 0-13 0,2 0-26 16,2-2-41-16,0 0-36 0,4 1-54 0,1 0-53 0,2 0-72 0,0 1-115 16,1 0-111-16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0:31:16.7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3443 6215 1459 0,'-7'5'23'15,"0"3"-62"-15,-2 3-20 0,1 0 5 0,1-2 14 0,0 0 25 0,0-1 8 16,1-1-59-16,-1-1-85 0,2-1-82 0,1-1-182 0,0-2 82 0</inkml:trace>
  <inkml:trace contextRef="#ctx0" brushRef="#br0" timeOffset="78">3333 6314 382 0,'-7'1'194'0,"0"1"-86"0,-4 1-50 0,-1 0-31 0,1 0-19 16,-1 1-6-16,0 2-3 0,-1 2 0 0,0 1-3 0,-1 0-1 0,0 2-7 15,0-1-11-15,0 2-21 0,1 1-26 0,0 1-10 0,1 0-8 16,0-1 2-16,-1 1-41 0,1 0-2 0,1-2 28 0</inkml:trace>
  <inkml:trace contextRef="#ctx0" brushRef="#br0" timeOffset="271.52">3000 6535 63 0,'-3'0'44'0,"0"0"-20"16,0-1-17-16,-1 2-2 0,2 0 0 0,-1 1-6 0,0 1-2 0,0 1-1 16,0 2-1-16,1 0 0 0,0 1-3 0,1 2-1 0,0-1 1 15,0 2-16-15,2-1 3 0,0 1 2 0,0 0 3 0,1-1 11 0,0 1 3 16,2-1 2-16,2-1 1 0,1-1 8 0,1-2 7 0,1-2 3 0,2-1 8 15,-1-1-9-15,3-3-6 0,1 0-1 0,-1-3-3 0,2-2 2 16,3-3 4-16,0-1 3 0,1-1 2 0,-1-1-1 0,3-2 5 0,1 0 4 16,-2 0 21-16,3 1 13 0,-2-1 15 0,0 1 10 0,1 0-7 15,0 1-6-15,0-1-16 0,-1 1-11 0,-1 1-12 0,0 2-13 0,-1 2-5 16,-2 0-6-16,0 0-7 0,-1 2-1 0,-1-1-8 0,0 1-5 0,1 0-9 16,0 0-10-16,-1 0-21 0,-1 0-47 0,1 0-60 0,-1 0-71 15,0-1-6-15</inkml:trace>
  <inkml:trace contextRef="#ctx0" brushRef="#br0" timeOffset="1136.76">3708 6265 1329 0,'0'1'26'0,"2"0"-49"0,2 2 1 0,0 2 12 15,2 0 9-15,0 0 2 0,-1 0-3 0,2 0-7 0,1 1-19 16,-1 1-25-16,2 1-22 0,0-2-2 0,0 3 14 0,1-1 31 0,0 0 24 16,-2 0 10-16,3-2 9 0,-1-1 1 0,1-1 9 0,0-1 13 15,1 0 8-15,0-2 13 0,1 1 5 0,0-1-1 0,2-1 4 0,-1 1-5 16,2 0 5-16,3-1 3 0,1 1-1 0,2-1 2 0,3 1 5 0,1 0-8 16,2 0-1-16,1-1-5 0,3 1-7 0,2-1-6 0,4 1-10 15,1 1-1-15,2-1-5 0,3 1-4 0,0 1 3 0,1 0-7 0,0 0 4 16,1 1-1-16,2 1 7 0,1-1 0 0,2 1 6 0,2-1 1 15,1-1 1-15,1 0 1 0,2 0-18 0,1-2-5 0,3 0-3 0,0-2-10 16,0-1 4-16,1 0 0 0,0-2-7 0,0 0 4 0,1-1-3 16,-2-1-2-16,0 0-2 0,2-1 2 0,-1 1 2 0,-1-1 1 0,1 2 9 15,1-2-9-15,0 0 5 0,0 0 3 0,0 0-3 0,-3 0 10 0,-1 0 7 16,1 1-4-16,-1-1-4 0,-1 1-2 0,-1-2-10 0,-1 0-1 0,0-1 0 16,0 0 0-16,0-1 1 0,-2 0-5 0,-2 1 0 0,-1-2-1 15,0 0-4-15,-2 0 6 0,-2-1 1 0,-1 0 1 0,0 0 5 0,-3-2-1 16,0 0-1-16,0 0 2 0,0-1 1 0,-1-1-1 0,-2-1-2 15,-1-1-1-15,0 0 5 0,-1-1-2 0,2-2 5 0,-4 1 0 0,1-2-4 16,-3 0 2-16,0 2-4 0,-2-2 4 0,0-1 1 0,-2 0-1 0,0-1 6 16,-2 1-2-16,-2-1-2 0,-2-1-7 0,0 1-6 0,-3-2 10 15,-1 1-4-15,-3-2 13 0,-2-1 5 0,-5-3-6 0,-1 1 3 0,-3-1-1 16,-2 0 1-16,-3 0-2 0,-3 0 1 0,-3-2-1 0,-3 0 2 0,-2-1-3 16,-5 0-1-16,-5 1-10 0,-5 1-3 0,-5-2-3 0,-3 0-6 15,-4-1-2-15,-4 1 9 0,-3 2 1 0,-6-1 4 0,-3 2 4 0,-3-2-15 16,-3 2 3-16,-3 0-6 0,-4 1 7 0,-2 1 1 0,-1 0-1 0,-1 1 7 15,-1 0-7-15,-1-1 2 0,-1 3-2 0,1 0-3 0,1 1 6 16,-2 3-1-16,0 1-2 0,-1 1-2 0,-2 2-1 0,1 1 4 0,-3 2 1 16,-2 1 5-16,0 3-9 0,-3 1-5 0,-1 1 0 0,-1 1-5 15,-2 1 7-15,0 1-2 0,0 2-9 0,0 1 2 0,-1 1 0 0,-1 2-5 16,2 1 11-16,-2 0 9 0,0 2 6 0,-1 1 0 0,1 2-3 0,-3 2-18 16,1 3-7-16,-3 2 6 0,1 3-1 0,-1 3 1 0,2 3 6 15,1 3-11-15,1 2 8 0,-1 3 0 0,4 5-3 0,2 1 8 0,4 2-1 16,4 0 3-16,4 0-2 0,4 2 0 0,4 2 1 0,4 2-3 0,3 2-6 15,4 3 7-15,4 1 1 0,4 1 0 0,4 3 11 0,3 4-9 16,3 2 1-16,5 3 1 0,2 1 0 0,5 0-5 0,4 1-7 0,3-1 13 16,6 1-1-16,5-3 3 0,4-1 6 0,3-1-11 0,3-2 0 15,4-3-8-15,5-4-3 0,3-3-12 0,4-1-18 16,2-4-39-16,3-1-44 0,3-2-31 0,4-2-22 0,2-2-18 0,3 0-9 0,1-3-47 0,2-2-75 16,2-4-328-16</inkml:trace>
  <inkml:trace contextRef="#ctx0" brushRef="#br0" timeOffset="2637.46">3571 8688 990 0,'-6'-3'471'0,"-1"0"-368"0,-1 0-80 15,0 0-23-15,1 1 0 0,3 0 5 0,-1 1 9 0,2 1 1 16,0 0-10-16,0 0-12 0,1 2-17 0,1 0-13 0,0 1 0 0,0 0 5 16,1 2 14-16,1-1 14 0,1 1 5 0,-1 0 7 0,1-1-2 0,-1 0 6 15,1 1 5-15,0-1 6 0,1 0 11 0,1-1 3 0,-1 1 8 0,3 0 6 16,1 1 5-16,1 0 1 0,2 1-5 0,-1 0-3 0,3 1-6 15,2-2 0-15,2 2-1 0,2 0-6 0,3-1-2 0,3 0-6 0,0-1-7 16,6 0-3-16,0-2 1 0,4-1-6 0,2-1-4 0,2-1-2 16,2-2-4-16,2 0 2 0,1-3-1 0,3 0-1 0,0-1-3 0,0-1 0 15,1 0-3-15,3-2-1 0,1 0 2 0,2-1 1 0,0-2-1 0,1 1 4 16,1-2-2-16,-2 2-3 0,3-2 4 0,0 0-2 0,-2-1 4 16,0 0-2-16,-3 0 4 0,0-1-4 0,-2-1-8 0,0 0 2 0,-2 0-2 15,-2-1 7-15,-2-2 3 0,-1 2 3 0,-3-3 3 0,-1-1-5 0,1 1 2 16,-3-1 4-16,-1-3-4 0,-4 1 3 0,0-3 3 0,-2-1-4 15,-2-1-11-15,-3-1 7 0,0 0-1 0,-3-1-1 0,-1 0 14 0,-1-3-4 16,-3 0-6-16,-3 1 2 0,0-2-4 0,-2 2 4 0,-2-1 7 16,-2 1 0-16,-5-2-3 0,-3 2-1 0,-3-1-5 0,-6 3-6 0,-2-1 2 15,-6 2-2-15,-3-1 0 0,-5 1 3 0,-4 0-9 0,-7 2-3 0,-2 2 6 16,-3 0-1-16,-6 3 4 0,-2 1 7 0,-3 1-12 0,-3 2 0 16,-2 2 4-16,-3 3-7 0,-3 0 8 0,-1 4 2 0,-2 0-2 0,0 3 6 15,-2 2-3-15,2 3 5 0,-1 2-1 0,0 3 7 0,0 3 2 0,1 2 2 16,-1 0 5-16,1 3-2 0,1 2-3 0,1 1 0 0,2 2-2 15,0 1 3-15,3 1-10 0,-1 2 1 0,4-1 6 0,2 2 1 0,3 1 10 16,2 1-2-16,4 1-9 0,2 0-6 0,5 1-2 0,2-1-3 16,4 3-1-16,3 2-2 0,0 2-2 0,3 3-5 0,1 2 2 0,2 2-5 15,4 0-2-15,1 2-1 0,3 2-10 0,3 2-16 0,2 2-30 0,3 1-26 16,0 1-29-16,2 1-18 0,2 2-13 0,1 1-22 0,4 3-30 16,1-1-50-16,1 2-89 0,3 1-370 0</inkml:trace>
  <inkml:trace contextRef="#ctx0" brushRef="#br0" timeOffset="3421.42">4110 11493 1774 0,'6'0'609'15,"2"1"-426"-15,2 1-109 0,-1-1-63 0,0 0-22 0,1-1-1 16,3 1 1-16,2-1-5 0,3 0-6 0,3 0-16 0,1-1-31 0,3-1-34 16,3-2-32-16,5-1-12 0,1-1 10 0,5-2 33 0,3-3 35 15,1-1 38-15,2-1 25 0,0-3 27 0,-1-2 8 0,1 0 11 0,-1-3-2 16,-3-1-7-16,-1 0-5 0,1-1-4 0,0 0 2 0,-1 1-16 0,1-1 2 16,-1 2-5-16,-1 0-3 0,2 0 9 0,-3 1-3 0,0 0-1 15,0 1 6-15,-2 0 2 0,2 1 2 0,-2-1 5 0,-3 2-5 0,-1 2-6 16,-1 0 8-16,-1 1-1 0,-1 0 0 0,1 1 0 0,-3 3 3 0,-1-2-2 15,0-1-3-15,-2 1 3 0,1-1-2 0,-1 0-1 0,2-1 10 16,-2 1-7-16,0-1-2 0,0 0-2 0,-1-2-3 0,1 0-1 0,-2 0 9 16,-2 1-3-16,0-1 0 0,-1-2 0 0,-1-2-8 0,-2 1 1 15,0-2 2-15,-3 1 2 0,-4 0 0 0,-2-2 5 0,-3 0-6 0,0 1 4 16,-2-1-6-16,-4 0-6 0,0-2-5 0,-3-2-8 0,-3 1-1 0,-5-3 2 16,-4 1 6-16,-2-1-2 0,-1 0 1 0,-3-2 0 0,-2 0 1 15,-3-1 1-15,-4 1-3 0,-2 0-10 0,-3 1 11 0,-3 1 9 0,-3 0 4 16,-4 3 6-16,-2-1-4 0,-3 4-11 0,-2 0-2 0,-3 2 4 0,-5 4-5 15,-2 0 4-15,-4 4-3 0,-3 2-2 0,-2 2 7 0,-3 3 2 16,0 2 9-16,3 3 6 0,-1 1 2 0,3 2 10 0,2 2 5 0,3 1 9 16,4 2 2-16,3 0 2 0,4 1-5 0,4 1-6 0,3 1-5 0,2 0-11 15,4 2 0-15,2 0-8 0,1 3-5 0,1-1-10 0,3 2-7 16,1 2-2-16,3 1-4 0,0 1-4 0,1 1-1 0,1 1-10 0,-1 1-6 16,0 3-14-16,2 0-18 0,-1 2-16 0,2 0-15 0,1 1-10 15,0-1-8-15,3 3-7 0,-1 1-9 0,3 2-9 0,0-1-23 0,1 0-24 16,2 0-27-16,2 2-23 0,0 1-45 0,1 3-64 0,1 0-154 0</inkml:trace>
  <inkml:trace contextRef="#ctx0" brushRef="#br0" timeOffset="4271.99">3256 14205 2301 0,'-2'5'371'16,"1"-1"-159"-16,-2 1-115 0,0-1-60 0,-2 2-19 0,2-1-12 0,0-1-7 16,1 1-6-16,0-3-15 0,1 1-20 0,1-1-30 0,1-1-20 15,2 0-18-15,1 0-7 0,3 0 15 0,1 1 12 0,1-1 31 0,2-1 26 16,3 1 18-16,2-1 21 0,0-1 3 0,1 1 6 0,1 0 6 0,1-2-7 16,1 1 5-16,3 0 0 0,0 0-7 0,-1 1 2 0,3-1-5 15,0 1 5-15,3 0-2 0,0 1 4 0,2 0-4 0,1 0-4 0,1 0-3 16,1 0 1-16,1 0 5 0,0-1 1 0,2 0 4 0,0 0-2 15,2 0 3-15,-1-1 6 0,2-2 1 0,3-1 1 0,-1-1 1 0,2-1-2 16,0-1 0-16,0-2-2 0,2-1-6 0,0 1 0 0,2 0-1 0,0-1 2 16,-1-1-9-16,1-1 0 0,-1 0 0 0,1-2-1 0,-1 2 0 15,1-2-6-15,-2 0-2 0,0 0-3 0,-1-1 4 0,-2 0 0 0,0-1-3 16,-2-1-5-16,-3 0 0 0,1-1-2 0,-3 0 8 0,-1 0-13 0,-1-1 2 16,-2-1 3-16,-1 2-3 0,-1-3 20 0,-1 0-4 0,0 1-2 15,-2-2 3-15,2 0-4 0,-4 2 0 0,1 0 3 0,0-1 5 0,-5 2-3 16,2-2 2-16,-2 0 1 0,-3 1-1 0,0-1 3 0,0 0-1 15,-3 1 1-15,1 0-1 0,-3 0-1 0,0 2 2 0,-2-2-5 0,-1 1 3 16,-2-1-4-16,0 1 3 0,-2-1 4 0,-1 0 3 0,-2 1-2 0,-1-2 3 16,-2 0-3-16,-1 1-9 0,-2-1 22 0,-1-1-4 0,-2 2 5 15,-1-2 5-15,-1 1-14 0,-2-1 11 0,0 1-4 0,-2 1 4 0,-1 1-7 16,-1-1-2-16,0 2 3 0,0 2 3 0,-1-1-6 0,0 0 2 0,-1 2-3 16,-1-2-3-16,0-1 5 0,-4 0-15 0,-2 0 2 0,-1 0-3 15,-3 1-10-15,0 0 10 0,-4 0-8 0,0-1 4 0,-4 1-1 0,-2 1-7 16,-2-2-1-16,-2 1-1 0,-2 1 1 0,-1 1-8 0,-2 1 3 15,-1 1-4-15,0 2 1 0,-3 3-1 0,-3 2 2 0,-3 2 5 0,-1 3 1 16,-1 2 1-16,-1 3-9 0,-4 3 6 0,1 2 2 0,-1 3 6 0,0 4 2 16,1 4 2-16,1 0 2 0,2 5 5 0,3 1 7 0,4 3 5 15,3 1 1-15,1 4-3 0,4 0-2 0,3 3-5 0,1-3-4 0,5 1 1 16,2 0-2-16,2-2-14 0,3 2-19 0,1-2-36 0,0 0-55 0,3-2-59 16,-2 1-81-16,3-1-87 0,-1 2-101 0,1 1-145 0,-1 3-245 15</inkml:trace>
  <inkml:trace contextRef="#ctx0" brushRef="#br0" timeOffset="24305.96">4304 6260 33 0,'1'-1'20'0,"2"0"4"0,0-1 0 0,1 0 0 0,2 0-7 15,2-1-9-15,0 1-2 0,2-1 0 0,-1 1-3 0,1-1 1 0,1 0 2 16,0 1 2-16,0-1 3 0,0-1 3 0,0 1 3 0,0 0 3 0,0 0 4 16,0 0 3-16,0 0 4 0,-1 1 6 0,-1 0 8 0,2 0 8 15,0 0 3-15,1 1 4 0,0 1-1 0,0-1 2 0,0 0-8 0,2 1-4 16,2-1-8-16,1 1-7 0,1 0-6 0,2 1-9 0,2-1-5 0,1 2-7 16,3 0 0-16,1-1-4 0,5 1-2 0,2 0-2 0,3 0 1 15,2 0-13-15,3 1-7 0,3 1-15 0,4 1-17 0,2 1-10 0,4 1-11 16,4 1-18-16,3 2-22 0,4 0-16 0,3 3-67 0</inkml:trace>
  <inkml:trace contextRef="#ctx0" brushRef="#br0" timeOffset="28325.14">6384 4600 645 0,'-8'-6'43'0,"2"-1"20"16,-2-2 3-16,3 1-1 0,1 1-4 0,1 0-6 0,1 1-7 0,1 0-11 15,1 1-5-15,-1-1-2 0,1 2-3 0,1 0 4 0,-1 2-2 16,1-1 0-16,-1 2 0 0,1 0-4 0,-1 0 1 0,0 1-4 0,1 0 1 15,0 0 2-15,0 0-4 0,0 1 4 0,1-1 0 0,0 1 2 16,1-1 3-16,-1 1-1 0,1 0-1 0,0-1 4 0,0 0 6 0,1 0 3 16,0-1 4-16,2-2 0 0,-1 0-2 0,2-2 0 0,3-3-1 0,1-1-3 15,2-2-5-15,1-2 6 0,3 0-6 0,3-2 0 0,0 0 3 16,2-1-6-16,-1-1 7 0,-1 1-1 0,0 0 2 0,1-1 3 0,-1 1 2 16,1 0 0-16,0 1-1 0,-1 1-5 0,2 0-6 0,0 1-2 0,-1 0-3 15,2 0 1-15,0 0-6 0,0-1 0 0,2-1-4 0,-1 2-5 16,2-3-5-16,0 0-1 0,1 0 4 0,0-1-1 0,1-1 0 0,2 0-9 15,-1 1-1-15,2-1 0 0,-2 0-1 0,1 1 2 0,-2 0-1 16,0-1 2-16,-2 0 1 0,0 2-1 0,-1-2 0 0,-2 2 1 0,1 0-1 16,-3 1-2-16,-1 0 3 0,-1 1 7 0,-1 1 1 0,-1 2 6 0,-2 1-2 15,-2-1-2-15,-1 1-5 0,-3 2 0 0,1 1-3 0,-2 1-1 16,-2 1-3-16,-1 2-1 0,-1 2 2 0,-2 0-4 0,-1 1-1 0,0 0-2 16,-1 1 0-16,-1 0-2 0,-1 1 1 0,0 1-1 0,-2 1 1 15,0 1-6-15,0 0 0 0,0 1-2 0,1-1-9 0,-1-1-7 0,1 0-6 16,1 0-12-16,-1-1-12 0,4-1-10 0,-1 0-13 0,0-1-12 0,2 0-14 15,-3-1-18-15,2 0-25 0,-1-2-33 0,0-1-18 0,1-1-8 16,0-2-11-16,1-1-6 0,-1-2-43 0,-1-2-174 0</inkml:trace>
  <inkml:trace contextRef="#ctx0" brushRef="#br0" timeOffset="28690.23">7432 3480 1059 0,'-9'-4'96'0,"0"0"19"0,0-1-1 0,3 3-17 15,3 0-23-15,0 1-19 0,1 1-16 0,2 0-21 0,0 2-10 16,1 0-5-16,2 2-8 0,0 1 8 0,2 2-1 0,0 0-2 0,1 2 5 16,1 0-6-16,1-1 4 0,1 0-1 0,-1-1 1 0,2-1 2 0,0-1-1 15,0 0 6-15,2-2 4 0,-1 0 10 0,1 0 6 0,0-1 3 16,-1-1 7-16,1 1 2 0,0-1 5 0,1-1-2 0,1 1 0 0,1-2-4 15,2 1-2-15,1-1-6 0,0 1-3 0,1 0-6 0,2 0-7 16,1 2-6-16,4-1-1 0,1 1-4 0,0 1-3 0,2 0 0 0,-4 0-6 16,1 2 4-16,0 0 1 0,1 1 1 0,-1-1-2 0,-2 1 1 0,0-1-1 15,-2 1-1-15,1 0-1 0,-3-1-1 0,-1 1 5 0,-1-1 5 16,-2 2 1-16,0 0 1 0,-3 1-2 0,-2 1 2 0,1 0 2 0,-3 2 3 16,-2 0 2-16,-1 3-4 0,-1 2 3 0,-3 2-6 0,-1 1 1 0,-4 4-5 15,-3 2-6-15,-3 3 3 0,-5 2-6 0,-1 2-5 0,-2 3 2 16,-4 0-7-16,-1 1-3 0,-3 4-5 0,-2 0-9 0,0 3-12 0,-3 3-29 15,0-1-51-15,-1 1-82 0,-1 1-129 0,-2 5-200 0,-2-1-176 16</inkml:trace>
  <inkml:trace contextRef="#ctx0" brushRef="#br0" timeOffset="42690.53">18486 7311 320 0,'14'-11'288'0,"0"2"-191"0,5-4-43 0,-3 3-26 0,-2 2-10 16,1 2-3-16,0 0-4 0,2 2-3 0,0 0 0 0,0 1-2 15,2 1-5-15,0 1 2 0,0 0-1 0,0 1 0 0,0 0 1 0,0 1-1 16,2 0-2-16,0-1-2 0,0 2 6 0,1-1 1 0,2 1 7 15,0 1 10-15,2 0 5 0,-1 1 8 0,3 1 13 0,-1 0 7 0,4 1 13 16,-1 1 6-16,1-1-3 0,2 1-3 0,1 0-9 0,1-1-8 0,-1 2-8 16,0 1-5-16,2 0-8 0,-1 0-4 0,1 0-9 0,1 1-4 15,-1-1-2-15,2 1 0 0,-1-1-6 0,2 0 6 0,1 0-1 0,-1-1 3 16,0-1 8-16,4-1-2 0,-1 1 2 0,2-1 0 0,1-1 0 16,-1-1-2-16,1 0 1 0,1-1 1 0,2 1 2 0,-1-1-2 0,0 1-1 15,0-1 5-15,0 1 3 0,1 0 8 0,-1 0 2 0,2 1 2 0,-1 0 0 16,2 1-4-16,0 1-1 0,-2 0-3 0,1 1-5 0,1-1-11 15,-1 1-5-15,3-1-8 0,-2 1-5 0,0 0 4 0,0 0-1 0,0 0-7 16,0-2-1-16,0 0-1 0,-1-1-1 0,0 2 11 0,0-1 5 0,1 0-1 16,1 0 8-16,0-1 7 0,0-1-2 0,0-2 2 0,0 1-1 15,1-1-8-15,1-1 6 0,1 0 2 0,0-2 4 0,0 1 0 0,0-2-3 16,0 1-1-16,1-1 2 0,1 0-3 0,0 0-8 0,1 1-5 0,0-1 0 16,1 1-4-16,0-1 4 0,-1 0-3 0,1 1 1 0,0-1 2 15,0 1-3-15,-1 0 2 0,0 0-2 0,0 0 0 0,0 1 1 0,-1 0 0 16,2 0 3-16,-1 0-1 0,0 0-1 0,1 0 0 0,-1 1 3 15,-1 0-3-15,0 0-1 0,1 0-4 0,-1 0 0 0,0 0-1 0,1-1 4 16,0 0 0-16,1 0 2 0,0 0 2 0,0-1-3 0,-1 1 4 16,0-2-4-16,1 1-6 0,-1 0 4 0,0 0-4 0,0 0 5 0,-1-1-1 15,0-1 3-15,0 1 1 0,0 0-1 0,0-1 5 0,-1 0-5 0,-1 0 0 16,1 0-2-16,1 1 12 0,0 0 1 0,1-1-1 0,-1 0-4 0,-1 0-9 16,1-1-2-16,1 0 2 0,-2 0-1 0,1-1 3 0,-2 0-3 15,-1 1 6-15,1-2 3 0,-1-1 0 0,-2 0-4 0,-1-1-6 0,-2-1 4 16,-1-1-4-16,1 0 3 0,0 0 2 0,-1-1-5 0,-1 0 2 15,-2-2-1-15,0-2 3 0,-2 1-1 0,-1-2 10 0,0 0 1 0,-2 0-2 16,-2 0 1-16,0-1-10 0,-3-1-1 0,-1 1 0 0,-2-2-1 0,-2-1 1 16,-1 0 0-16,0 0-2 0,-4 0 0 0,0 0-2 0,-2 0 0 15,-5-2-1-15,-1-1 0 0,-2-1-7 0,-3-2-4 0,-3-1-3 0,-3-1-11 16,-3 1 13-16,-4-4 2 0,-3 1 3 0,-3-4 7 0,-5 0-6 0,-4-3 0 16,-5 1-3-16,-5-1 7 0,-4-1-3 0,-3 0 5 0,0-2 3 15,-3 0-4-15,-1 1-1 0,-1 0 2 0,-5 2-2 0,0 1-8 0,-3-2-5 16,-1 3 4-16,-4-1 1 0,-1 1 5 0,-3 2 4 0,-4-3-7 0,-2 3-3 15,-2 0 3-15,-1 2 1 0,-1 1 0 0,-2 2 1 0,-4-2-2 16,-2 1 4-16,-2 1 6 0,-3 1 1 0,-2 1 0 0,-3 2-7 0,-3 1-2 16,-2 3-1-16,-4 1 1 0,-3 3 1 0,0 2 0 0,-2 3 0 15,1 3 5-15,-2 4 5 0,0 4 2 0,1 2 0 0,-2 4 0 0,4 3-1 16,-1 4 1-16,2 3 7 0,3 2 1 0,1 3 3 0,6 2 4 0,0 3-2 16,7 3 1-16,3 3-7 0,7 1-3 0,3 2-2 0,5 1-6 15,3 1 4-15,3 2-8 0,4 3-4 0,4 1-3 0,3 0-14 0,1 2-3 16,0 2-27-16,1 0-32 0,-1 1-20 0,4 0-24 0,0 1-10 0,0 1-14 15,1-3-16-15,-1-2-30 0,0-2-36 0,-1-2-64 0,-2-2-74 16,1-2-106-16</inkml:trace>
  <inkml:trace contextRef="#ctx0" brushRef="#br0" timeOffset="53140.63">1808 7685 1736 0,'-6'0'299'0,"1"2"-185"0,-1 0-57 0,-2 2-33 0,0 2-7 16,0 0 13-16,1 1 15 0,2 2 4 0,0-1-11 0,1 3-4 0,1 0-24 15,1 2-5-15,1 1-2 0,1 1-7 0,1 4 7 0,0 1 1 16,1 2-2-16,0 2 3 0,0 1-4 0,1 1-2 0,-2 2 5 0,1 0 1 16,1 2 3-16,1 0 1 0,-2 3 3 0,2 0 6 0,0 2-4 15,0 5 10-15,6 31-1 0,-3-8 1 0,0-8 10 0,-2-16-8 0,0 1-4 16,-1 0 0-16,1-1-9 0,1 0-7 0,0-3 4 0,0-1-10 0,-1-4 2 15,-2-2 1-15,0-1-5 0,0-2 2 0,0-4-1 0,-1-1-6 16,0-3 0-16,0-3 6 0,-1-2-9 0,0-2 0 0,-1-2-9 0,-1-2-15 16,-1-2-17-16,-2 0-19 0,-1-4-33 0,-1-1-31 0,-1 0-21 0,-2-3-50 15,-2-2-41-15,1-3-45 0,5 3-50 0,-2-3-65 0,0-1-86 16</inkml:trace>
  <inkml:trace contextRef="#ctx0" brushRef="#br0" timeOffset="53408.63">1417 8490 1298 0,'-1'3'143'0,"0"0"-61"0,1 0-39 0,0 2-9 0,0 1 15 0,0 1 20 15,2-1 21-15,0 3-3 0,0 1-13 0,1 0-18 0,0 2-18 16,1 2-6-16,0 0-7 0,2 2 0 0,0 3 2 0,1 0 6 0,0 3 3 16,1 3 12-16,1-1 5 0,-1 4 5 0,0 0-3 0,0 3-5 15,0 0 5-15,0 3-9 0,0 0 5 0,2 1-4 0,-2-1-6 0,0 0-2 16,1-1 4-16,1-3 2 0,0-2 8 0,0-2 6 0,1-5-2 0,0-2 5 15,0-3-4-15,0-4 0 0,1-3 1 0,0-2 0 0,0-3 3 16,-1-2-37-16,0-4 36 0,0-2-39 0,1-2-9 0,-1-2 26 0,0-2-41 16,2-5 23-16,10-13-6 0,-1 2-4 0,-2 0-5 0,-4 6 3 0,1 0-5 15,0-1 0-15,3 0-6 0,-2 2-2 0,1-1 8 0,0 2-17 16,-1 1-2-16,2 1-6 0,-1 3-1 0,1 1 7 0,1 3-19 0,-3 3-23 16,2 2-28-16,-3 2-34 0,-1 5-41 0,1 1-72 0,-4 3-81 0,1 5-83 15,-3 5-98-15,-2 4-528 0</inkml:trace>
  <inkml:trace contextRef="#ctx0" brushRef="#br0" timeOffset="53964.14">1926 10436 2926 0,'-24'-4'155'0,"2"1"-65"0,-3 0-63 0,5 3-18 0,5 2-2 16,1 0 2-16,8 0 5 0,0 0 0 0,1-1 2 0,0 3-14 15,0 0-11-15,0 3-16 0,3 3-10 0,0 1 5 0,2 18 2 0,5 5 10 16,1 1 9-16,0-3 4 0,-1 0 7 0,-1 2 1 0,-1 4-1 16,0 1-7-16,1 3 10 0,0 3-3 0,-1 3 8 0,-1 4 10 15,-1 3-5-15,1 3 5 0,-1 0-6 0,-2-1-7 0,1-2-2 0,-2-1 6 0,0 0-6 16,0-1-5-16,-1-2 0 0,1-2-5 0,0-3-2 0,0-1 7 15,2-6-2-15,0-3-5 0,-1-2 0 0,0-4-9 0,0-3-12 0,0-4-14 16,1-4-36-16,-2-3-38 0,-1-5-64 0,-2-2-55 0,0-4-29 16,2-5-51-16,-2 1-54 0,-2-2-38 0,-2-3-364 0</inkml:trace>
  <inkml:trace contextRef="#ctx0" brushRef="#br0" timeOffset="54248.51">1323 11216 1853 0,'0'7'325'0,"1"-1"-128"0,1 4-105 16,1 2-32-16,2 3-10 0,2 4 14 0,2 1 19 0,1 2 6 15,2 2-23-15,0 1-17 0,1 0-25 0,2 2-17 0,-1 1 4 0,0 2-11 16,1 1 2-16,0 3-2 0,-1 1 0 0,-1 2 7 0,2-1-4 16,-1-2 1-16,-2 1 3 0,-1-4-2 0,0-2 9 0,0-2 6 0,0-3 6 15,1-3 19-15,-1-2 11 0,0-2 17 0,-1-2 12 0,1-1-3 0,-1-2-3 16,0-4-1-16,1-1-19 0,-2-1 4 0,0-3-18 0,2-2-35 15,0-2-6-15,1-2-6 0,0-2-4 0,2-4 19 0,14-9 3 0,-3-3-12 16,-2 0-4-16,-5 4-4 0,2-1-6 0,-2-1-11 0,3 1-13 0,0-1-21 16,-1 0-22-16,3-1-19 0,0 1-26 0,2-1-37 0,2 2-44 15,-1 2-58-15,2 0-73 0,-1 2-51 0,0 2-46 0,-2 3-55 0,4 2-262 16</inkml:trace>
  <inkml:trace contextRef="#ctx0" brushRef="#br0" timeOffset="54807.51">2003 13268 1346 0,'-12'-2'578'0,"0"1"-346"0,-5-1-102 0,3 1-62 0,3 1-19 0,0-1 0 16,3 0 8-16,-2 0 11 0,1 0 6 0,-1 1-16 0,2 0-15 15,0 1-16-15,1 0-15 0,1 2-5 0,2 0-6 0,-1 1-2 0,0 2 1 16,1 0 3-16,-1 1-8 0,0 2 3 0,2 1 7 0,-1 3-3 0,2 4 19 15,1 0-2-15,-1 6-6 0,1 1 5 0,1 2 1 0,0 5 3 16,2 0 10-16,0 4 2 0,-1 5 0 0,3 2 6 0,0 3-7 0,1 2 5 16,-1 1-8-16,1 1-6 0,1 1-2 0,-1 2-14 0,0-1 3 15,0-2-4-15,1-2-1 0,1-2-6 0,0-2-4 0,0-3-3 0,2-2-6 16,-2-2-8-16,1-4-17 0,-1-3-22 0,-2-5-29 0,3-2-42 0,-3-3-52 16,-1-4-53-16,-1-2-28 0,-2-3-28 0,-1-3-34 0,-2-2-61 15,-2-5-118-15,-5-3-22 0</inkml:trace>
  <inkml:trace contextRef="#ctx0" brushRef="#br0" timeOffset="55040.5">1554 13919 2062 0,'-2'3'348'0,"0"1"-162"0,1 0-109 0,0 3-44 16,0 0-7-16,1 2 5 0,2 1 10 0,2 1 9 0,-1 1 7 15,5 2-3-15,1-1-14 0,3 2-18 0,2 2-12 0,2 1-8 0,2 1 5 16,3 3-38-16,2 2 5 0,5 6-3 0,20 23-3 0,-5-4 39 0,-8-6-5 15,-12-14 4-15,-4-1 1 0,1-1-4 0,-3 0 4 0,-2 0 9 16,1-1 9-16,-2 0 10 0,0-4 13 0,-3-2-4 0,-4-4 6 0,1-4 16 16,-2-3-9-16,-1-3 3 0,-1-3-11 0,-1-2-14 0,0-3-6 15,0-3-18-15,2-3 4 0,-1-3-8 0,1-5 1 0,0-4 16 0,0-4-13 16,5-6-2-16,1-2 4 0,1-4-7 0,2-3 0 0,0-2-5 0,2-3-2 16,4-2-3-16,1 2-20 0,-1-3-23 0,2 3-43 0,1 0-48 15,0-2-75-15,4 1-110 0,-1-2-157 0,3-1-125 0,-1-3-488 0</inkml:trace>
  <inkml:trace contextRef="#ctx0" brushRef="#br0" timeOffset="103316.04">11532 6707 1288 0,'15'-9'193'0,"4"2"-148"0,8 1-73 0,3 3-34 0,5 4-7 0,5 0 5 15,3 1 14-15,4 1 11 0,1-1-5 0,-1 1-13 0,0-1-12 16,3 1-6-16,-1 1 9 0,2 0 19 0,2 0 22 0,2-1 18 0,0 1 13 16,2-1 9-16,-1 0 7 0,1 0 4 0,1 1-2 0,3-1-1 15,0 1-5-15,0 0-4 0,0 0 1 0,3 1-4 0,0 0-2 0,3 0 0 16,2 1-3-16,0-2 0 0,1 1-3 0,1-1-4 0,-1 0 3 0,0 0 1 16,4-2 5-16,2 0 5 0,2-2 3 0,1 0 9 0,0-1 9 15,0 0 15-15,1-3 20 0,-2 0 13 0,3-1 13 0,0-1 1 0,0 0-1 16,1 1-9-16,-2-2-7 0,-1 1-15 0,-1-1-19 0,-2-1-12 0,0 0-21 15,-2 0-4-15,0 1-5 0,0 0-3 0,-4 0 3 0,0 1-3 16,-3-1-4-16,0 0 1 0,-1 0-7 0,1-1 3 0,-1 0 3 0,-2-2 3 16,-1 0 8-16,-6-1-3 0,-1-1 1 0,0 0-2 0,-3-1-4 15,1 0 1-15,-1 0 0 0,-3-3-3 0,0-1-1 0,-1-2 2 16,0 1-3-16,-1-3 0 0,-2-1-1 0,-3-2 1 0,-2-3-6 0,0-1-10 0,-5-2 2 16,-1-1-9-16,-4-3-8 0,-5 0 6 0,-3-3 9 0,-3-1 9 15,-3 0 10-15,-3-3-5 0,-1-1-24 0,-5-2-17 0,-6-2-13 0,-7-2 6 16,-7 1 5-16,-5-2 16 0,-7 0 12 0,-5-2 8 0,-6-3 3 15,-5-1 2-15,-4-3-7 0,-4-2-9 0,-3-4-6 0,-5-2-3 0,-4-1-1 16,-3 0 6-16,-3 2 11 0,-3 1 5 0,-1 1 2 0,-2 3 1 0,-5 1-2 16,-2 2-5-16,-4 2 5 0,-2 0 1 0,-3 5-5 0,-3 2 4 15,-2 6-7-15,-3 2 0 0,-1 4 5 0,-5 3 3 0,0 5 9 0,-1 3 6 16,-4 4-2-16,0 3 5 0,-2 3-1 0,-3 4 3 0,-1 5 6 0,-3 3-1 16,0 4 4-16,0 3 1 0,-3 6 2 0,-1 3 4 0,-2 3 0 15,2 5-3-15,1 3 5 0,1 5-5 0,3 5 1 0,3 3-3 0,3 4-10 16,6 3-3-16,5 5-8 0,5 3-1 0,5 4 1 0,4 2-5 0,4 2-3 15,4 2-30-15,3 4-74 0,3 4-57 0,2 2-48 0,5 6 8 16,3 3-196-16</inkml:trace>
  <inkml:trace contextRef="#ctx0" brushRef="#br0" timeOffset="112523.14">4718 8476 469 0,'-11'0'55'0,"3"1"-6"0,-2 0-4 0,5 0-6 0,3 0-3 15,0 1-2-15,0 1-4 0,0 0-7 0,1 1-5 0,-1 1-8 16,1 1-2-16,1 2-3 0,0 1-2 0,-1 2-1 0,1 0 0 0,0 2-2 15,2-1-1-15,-1 0 0 0,1-2-1 0,1 0-3 0,-2 0 0 0,2-2-1 16,-1 1 2-16,1-1 3 0,0-2-1 0,1 1 1 0,0 0 3 16,-1-2 0-16,1 1 2 0,-1-1 4 0,0 0 5 0,0 0 12 0,2-1 20 15,0-1 22-15,0 0 23 0,2-1 24 0,0 0 13 0,2-3 8 16,0-1-2-16,4-1-16 0,0-2-13 0,4-2-17 0,2-2-19 0,2 0-6 16,0-2-12-16,3 1-11 0,-1-3-6 0,2-1-13 0,-1-1-3 0,0-1 1 15,2-1-5-15,0-2 3 0,0-1-9 0,1 1 1 0,-1-3-1 16,0 0-10-16,1 1 2 0,1-3-4 0,0 0-1 0,1-2 3 0,-2-1 1 15,2-1-18-15,-3-2 0 0,1 2 7 0,-2-2-3 0,-2 2 10 16,0-2 8-16,-1 1-5 0,-3-3 1 0,0 2 7 0,-2-1-2 0,-2 0-1 16,0-2 0-16,-2-1 1 0,-1-2 0 0,-1-1 4 0,-2 1-1 0,0-2 0 15,-2 0 1-15,-1 0-3 0,-3-2 1 0,0 2 6 0,-2 0-2 16,-1 2-2-16,-2 1 8 0,-1-1-10 0,-2 3 3 0,-2 0 0 0,-2 4-2 16,-1 0-2-16,-1 3 5 0,-2-1 3 0,-1 2 0 0,-2 1-3 0,-2 1-4 15,-1 3-5-15,-2 2 1 0,-1 3-1 0,-1 3-3 0,-2 3 2 16,0 3-8-16,-4 3 1 0,-1 2 1 0,-5 3-4 0,-2 3 2 0,-1 1-4 15,-3 2-2-15,3 1-3 0,-1 1-2 0,-1 0-2 0,-1 1-4 0,2-1-3 16,-1 1 3-16,1 1-1 0,0 0-1 0,0-1 1 0,2 0 2 16,0-2 1-16,3 0 11 0,0 1 2 0,0-1 2 0,1 0 8 0,0 0 4 15,3 0-1-15,0 0 3 0,2 1-3 0,-1 0 4 0,0 1 4 16,1 0-1-16,-1 1 1 0,3 2 4 0,-1 1-4 0,0 2-2 0,0 0 3 16,2 4-4-16,1 0 2 0,0 1-4 0,3 2-9 0,1 0-3 0,1 1 3 15,3 3 5-15,0 0 8 0,1 3-1 0,1-3 2 0,2 0-13 16,2-2 0-16,0 1 2 0,1 0-3 0,2 1 4 0,1 0-2 0,2-2-2 15,1 2 3-15,2-4-1 0,3 1 1 0,1-1-1 0,2-1 1 0,0 2-3 16,0-1 0-16,1 0 2 0,2 0 1 0,-1-1 1 0,2-1-3 16,0-3-5-16,1-1-1 0,1-1 2 0,0 0 2 0,1-1 6 0,0-1 3 15,0-2-4-15,2 0-3 0,0-2-1 0,1-2-3 0,0 1-4 16,2-2 3-16,0 0-10 0,1-1-11 0,-1-1-9 0,2 0-29 0,1-1-37 16,0 0-46-16,2-2-38 0,1 2-23 0,1-2-3 0,2 1 9 0,0 1 36 15,1 0 6-15,0 1-139 0</inkml:trace>
  <inkml:trace contextRef="#ctx0" brushRef="#br0" timeOffset="113438.31">5216 10775 625 0,'-20'-3'117'0,"0"0"-88"0,-3 0 5 16,7 0 7-16,4 1 7 0,1 1 5 0,1-1-6 0,0 1-13 0,2-1-8 15,0 1-14-15,0 0-10 0,2 1-9 0,2 0-15 0,1 1-6 16,2-1-11-16,1 2-4 0,0-1 0 0,0 2-1 0,2 0 9 0,1 2 0 16,0-1 1-16,-1 1-1 0,0 1-8 0,-1 1-3 0,1 1-1 0,1 2 5 15,-2 1 6-15,1 0 12 0,0 0 9 0,0 3 8 0,0-1 9 16,-1 2 3-16,-1-1 4 0,0-1 8 0,-1 2 5 0,1-1 6 0,-1-1 10 15,1-1 6-15,0 0 8 0,1-1 9 0,0 0 7 0,1 0 7 16,0-1 8-16,0-1 8 0,0 0 5 0,-1-1 4 0,1 0-8 0,0-1-5 16,0 0-9-16,0-1-9 0,1 0-3 0,1-2-9 0,-1 1-1 15,1 0-9-15,1 0-4 0,0 1-3 0,1-2-5 0,0 0-3 0,1 0-2 16,1-2 1-16,-1 1-9 0,2 0 2 0,1-1-8 0,1 1-3 0,1-1 1 16,1-2-4-16,2 0 0 0,0-1-3 0,1-1 2 0,0 0-3 0,0-1-2 15,2-2 3-15,0-1-3 0,0-2-2 0,0-2 1 0,1-2-6 16,-1-1 1-16,1-2 4 0,0-2-5 0,-1 1 3 0,0-2-3 0,0-1 2 15,0-1 4-15,-2 1-6 0,0-2-2 0,0 0 0 0,0-1-3 16,-2-2 5-16,0 2-1 0,-1-2 6 0,-1 2-2 0,-2 0 1 0,0-1 5 16,-1 0-3-16,0 0-2 0,0-1 1 0,-1 3 0 0,1-2-2 0,-3 0 5 15,-1 3 3-15,0-2-3 0,-1 1 2 0,-2 3-3 0,-2-2 4 16,1 1 0-16,-3 1 1 0,-2-2 0 0,1 2 1 0,-2 0-1 0,-2 2 0 16,1-1-2-16,-1 1 1 0,1 2-3 0,0 1-3 0,-1-1 5 0,0 0-5 15,-1 1 2-15,0 0 1 0,-1 0-4 0,0 1 4 0,-2 1-4 16,-2 0 1-16,0 2-2 0,-1-2 0 0,-1 1 7 0,-1 1-7 0,-2 1 2 15,2 1-2-15,-3 1-8 0,-1 2 10 0,1 2-1 0,-1 1 1 16,-1 1-1-16,1 2 1 0,-1 2 1 0,-1 1 10 0,1 1-4 0,0 2 2 16,0 0 1-16,-1 2-11 0,0 2 5 0,0-1 0 0,2 2-1 0,2 1-2 15,0 2-2-15,5 0 2 0,-1 1-1 0,4 2-2 0,1 0-6 16,2 4 1-16,1 3 2 0,1 2-1 0,2 3 1 0,-1-1-5 0,2 2 1 16,0-1 1-16,2 1-5 0,0 0 4 0,3 1-8 0,-1 0-2 0,1 1-4 15,0-2-9-15,0 2-4 0,2 1-8 0,0-1-3 0,3 2-12 16,-1-1-23-16,2-1-47 0,1 0-78 0,1-1-67 0,0 1-32 0,2 0 10 15,2-1 69-15,2-2-160 0</inkml:trace>
  <inkml:trace contextRef="#ctx0" brushRef="#br0" timeOffset="114136.45">5036 13682 771 0,'-11'4'175'0,"0"0"-87"0,-1 0-14 0,6-1-16 0,2-1-2 0,1 0 0 15,1-1-1-15,1 0-6 0,1-1-12 0,0 0-15 0,1 0-10 16,0-1-9-16,1 0-3 0,1 1 3 0,-1-2 1 0,1 1 2 0,0-1 7 15,0-1 9-15,0 1 6 0,0-1 8 0,0 0 5 0,0 0 0 16,0 0 7-16,0-1-6 0,0-1 0 0,1-1-2 0,-1-1-5 0,2-1 4 16,0-1-2-16,0-3-1 0,4 0-5 0,-1-2-2 0,2 0-2 0,0-1-4 15,-2-1 0-15,0-1-6 0,1 0-3 0,1-2-6 0,2 0-4 16,-2 0 2-16,2 1 2 0,-2-2-2 0,2 0-1 0,1 2-5 0,-1-2 0 16,0 1-2-16,-2 0 5 0,0-1 1 0,-1 1 2 0,-1-1 4 0,-1-2-1 15,0 0 3-15,-1 1-9 0,0-2 4 0,0 0-1 0,0 0 0 16,-1-2 1-16,0 0-4 0,-1-1 2 0,1-1-5 0,-1-4 1 0,1 1 1 15,0-3-2-15,0 2 3 0,-1 0 0 0,1 1-5 0,-2-2 5 16,1 1-4-16,1-1-1 0,-2 2-2 0,-1 0 1 0,-1 2 6 0,0 0-3 16,-1 2 9-16,-3 2-5 0,0 1 4 0,-2 2 1 0,-1 0 6 0,-2 2 0 15,-2 1 1-15,-2 2 10 0,-1 0 4 0,-1 2 2 0,-1 0 5 16,-5 3-1-16,-2 0 0 0,-1 1 0 0,-1 1-4 0,0 2-6 0,-3 0-5 16,1 1-5-16,-2 2-3 0,-2 0 1 0,1 2-7 0,-2 2 1 0,1 3-7 15,-1 1 3-15,0 2 4 0,0 2 1 0,0 1 0 0,-1 3-5 16,1 1 0-16,-1 1-4 0,3 3 6 0,-1 1-6 0,2 1 0 0,0 2 2 15,2 3 1-15,1 0 9 0,3 3-2 0,4 2-4 0,3 0-12 0,3 5-1 16,3 3 0-16,2 3 1 0,5 5 3 0,1 2-6 0,2 2-5 16,2 3-3-16,4 1 3 0,2 0-10 0,4 0-10 0,3-3-14 0,1-1-12 15,5-2-34-15,3-4-42 0,1 0-44 0,2-6-54 0,2-2-47 16,2-5-48-16,2-4-12 0,5-6 45 0,1-3-181 0</inkml:trace>
  <inkml:trace contextRef="#ctx0" brushRef="#br0" timeOffset="130503.03">18794 9965 211 0,'1'-1'128'0,"1"-1"-62"15,1-1-13-15,2 1-16 0,-1 0-11 0,1 0-10 0,2 0-6 0,1 0-4 16,2 1-3-16,1 0 0 0,2 0-1 0,1 1-2 0,2 1 3 16,0-1-3-16,3 1 1 0,1 1 3 0,2 0 0 0,1 0 6 0,0 1 2 15,3 0 4-15,-1 1 3 0,6-1-2 0,1 1 1 0,4-1-1 0,1 0 0 16,1 1-1-16,2-2-5 0,2 2 0 0,4-1-6 0,2 1-2 16,0-1-1-16,2 1-6 0,1 0-1 0,2-1-3 0,0 1-6 0,3-2-4 15,1 0-4-15,1-1 3 0,1-1-2 0,0 0 3 0,0-1 2 16,-1-1 5-16,-1-1 5 0,-1-1 4 0,-3-2 7 0,-3-1 7 0,-1-2 7 15,-2 0 9-15,-2-4 5 0,-3 0 6 0,-2-2 7 0,-2 0 1 0,-2-1 4 16,1 0-4-16,-3-1-4 0,-1 1-5 0,-2-1-6 0,0-1-8 16,-4 0-3-16,1-1-3 0,-2 0-10 0,-1-1-3 0,-1 2-11 0,-2-1-15 15,-1-1-10-15,-3 1-6 0,0-3-9 0,-2 0 0 0,-1-1 0 0,-1-1-3 16,-2 0 7-16,-3-3-3 0,-4-2 6 0,-4 1 8 0,-6-4 4 16,-4 0 13-16,-5-2 2 0,-2-3 0 0,-5 1 1 0,-4-3-7 0,-4 1-5 15,-8 0-5-15,-7-2 1 0,-5 1 8 0,-6 2 8 0,-5 0 13 16,-5 4 11-16,-3 0 10 0,-4 5 13 0,-1 1 10 0,-5 3 6 0,-2 4 4 15,-1 0 0-15,-1 4-1 0,-2 3-1 0,1 1 4 0,-1 3 2 16,2 4 7-16,3 3 4 0,3 3-1 0,7 3 0 0,5 3-14 0,6 3-18 16,5 3-23-16,5 4-18 0,3 4-14 0,4 4-19 0,3 6-23 0,0 4-40 15,4 5-41-15,2 6-16 0,5 5 0 0,2 4 16 0,4 4 16 0,3 1 26 16,4 2-23-16,4 0-63 0</inkml:trace>
  <inkml:trace contextRef="#ctx0" brushRef="#br0" timeOffset="131018.03">25575 10406 603 0,'10'-3'96'0,"3"0"-88"0,6 0-44 0,1 1-24 0,3 2-5 0,4-1-1 16,3 1-10-16,5-1-2 0,3 1-25 0,4 1-90 0</inkml:trace>
  <inkml:trace contextRef="#ctx0" brushRef="#br0" timeOffset="131387.54">27973 10218 933 0,'39'-8'357'0,"6"-1"-220"16,14-2-95-16,-2 3-38 0,-2 0-7 0,3 1 8 0,1 1 8 16,0-2 3-16,0 1-8 0,-2-1-8 0,0 1-5 0,-2 0-11 0,-1-1-13 15,-2 0-13-15,0-1-14 0,0-3 5 0,0-1 7 0,1-3 14 0,-1 0 11 16,1-4 7-16,-3-1 8 0,-1-1 3 0,0-2 0 0,0-3-3 15,1 0 4-15,-1-2 2 0,-2-2 8 0,-1-1 7 0,-1-1 5 0,-2-1 7 16,-2 1-2-16,-2-1 4 0,-1-1-2 0,-4-1 4 0,-2-2 3 16,-3 1 7-16,-4-1 5 0,-2-1-2 0,-3 1 4 0,-1-2-2 0,-1 1-8 15,-5 0-2-15,-1-4-8 0,-4 0-9 0,-4-3-5 0,-4 0-5 0,-5-3-8 16,-5-1 1-16,-5-2-8 0,-6-2 8 0,-8-4 4 0,-4-2-4 16,-8-1 13-16,-7 0 2 0,-7-1 11 0,-6 2 4 0,-6 0 2 0,-4 2-1 15,-5 1 0-15,-5 3-2 0,-4 1 10 0,-3 1-4 0,-4 4-8 0,-4 3 3 16,-3 3-15-16,-4 3-1 0,-1 4-5 0,-2 5-8 0,-2 4-4 15,1 3-7-15,0 4-4 0,-1 8-1 0,0 3 1 0,-2 8-3 0,1 4-1 16,1 6 0-16,1 5 2 0,1 5 2 0,6 5 7 0,4 4 7 16,4 4-1-16,7 4 10 0,6 5 3 0,6 4-7 0,7 5-6 0,5 3-3 15,6 3-9-15,6 3-4 0,5 3-9 0,6 2-36 0,6 2-50 0,3 3-75 16,5 0-45-16,4 2-42 0,5 1-6 0,5 1 32 0,6-2 7 0,4-4 69 16,7-2-159-16</inkml:trace>
  <inkml:trace contextRef="#ctx0" brushRef="#br0" timeOffset="132624.54">2472 7759 385 0,'-2'-14'142'0,"1"0"-99"0,1-2-15 0,1 1-8 15,2 4 4-15,3 1 6 0,0 0 3 0,2 1-3 0,0 0-8 0,2 1-16 16,0 1-5-16,0 1-6 0,3 2 2 0,0 1 3 0,2 1 0 0,-1 2-1 15,-2 1-1-15,0 0 2 0,-2 2 1 0,-1 0 1 0,0 0 0 16,-2 0 0-16,0 1 5 0,-1-1 1 0,0-1-2 0,1 1 1 0,-1 0-5 16,2-2 0-16,1 1 1 0,1-2 2 0,2 1-2 0,3-2 1 15,2-1 0-15,1-1-6 0,1-2 3 0,3-1-2 0,1-2 0 0,1 0 6 16,2-3-3-16,2 2 7 0,4-3 0 0,2-1-1 0,2-1 1 0,-1 0-5 16,2 0-2-16,1 0 3 0,-1 1-2 0,2 1 0 0,-3 1 2 15,0 4 2-15,-1 0 2 0,0 3 0 0,1 3 1 0,-2 2 2 0,-1 2-2 16,-4 3 2-16,2 2 0 0,-1 4-3 0,1 3 4 0,0 3-2 0,1 2-1 15,-2 3-10-15,1 4-2 0,-1 1 4 0,-1 3-5 0,0 3 7 16,1 2-3-16,-2 4-9 0,2 2 4 0,-4 2-4 0,1 5 1 0,-2 0-1 16,1 2-2-16,0 1-2 0,-3 1-2 0,0 0-6 0,-3 0 3 15,-1 0 2-15,-1-2 2 0,-1-2 5 0,-4-1 2 0,1-1 5 0,-2 0 1 16,-1-2 3-16,-1-1 0 0,-4-1-2 0,0-3 5 0,-4 1 4 0,-2 0 4 16,-3 0 1-16,-3-2 11 0,-2 2 3 0,-4-3 3 0,-3 2 8 15,-2 0-9-15,-4-1 2 0,-4 0 2 0,-3 2-5 0,-5-1 1 0,-2-2-2 16,-4 0-7-16,0-4 2 0,-2-1 1 0,-2-2-3 0,-2-1 0 0,-1-3-2 15,-2 0-1-15,-2-4-2 0,-1-1 4 0,0-4 5 0,0-3 8 16,-1-2 22-16,2-3 11 0,0-2 10 0,3-5 0 0,3-3-11 0,2-3-20 16,0-4-15-16,3-1-8 0,2-3-8 0,-1-1 3 0,2-3-8 15,2-2-15-15,3-3-18 0,0-1-34 0,4-3-51 0,1 1-55 0,4-4-58 16,2-2-34-16,2 0-2 0,3-5 8 0,5-5-198 0</inkml:trace>
  <inkml:trace contextRef="#ctx0" brushRef="#br0" timeOffset="164775.37">8688 10061 1095 0,'1'-5'238'0,"0"-1"-161"0,1 0-87 0,2 0-15 16,2 1-2-16,3 0 12 0,2 0 11 0,2 0 0 0,1-1-3 16,1 2-4-16,3 1-13 0,0 0-7 0,0 0-4 0,3 1 2 0,1 1 9 15,0-1 11-15,3 0 13 0,-1 0 22 0,-1-3 22 0,3 2 22 16,1-2 15-16,3-1 3 0,0 0-7 0,4-1-4 0,0 1-1 0,4-1-9 15,1 0-2-15,4 0-7 0,3 1-7 0,3 0-8 0,1 0-5 0,3 1-12 16,1 0-5-16,2 2-9 0,1-1 0 0,0 2-5 0,0 0-3 16,1 2 3-16,0-1-2 0,0 1 2 0,1 0-3 0,0-1-1 0,1 1-2 15,-2-1 2-15,0 0 5 0,0-1-4 0,-2-2 5 0,0-2 10 16,0-1 4-16,-2-1 13 0,0-1 5 0,-1-3-2 0,-1-2 3 0,-2-2-3 16,-1 0 0-16,-2-2-1 0,-2 0-4 0,1-1-1 0,-2-1-5 0,-1-1-7 15,-1 0-4-15,-1-2-9 0,-3 0-2 0,-1 0 2 0,-1 0 1 16,-3 0 6-16,0 0-17 0,-4 1 7 0,-1 0 2 0,-3 3-3 0,-4-1 19 15,-1-1-2-15,-4 3 2 0,-3-2 4 0,-2 1 6 0,-4 1-9 16,-2-1-9-16,-5 0-9 0,-4 1-16 0,-4-3-8 0,-3-1-5 0,-3 0-3 16,-4-3-4-16,-5-1 1 0,-4-1 13 0,-6 0 3 0,-2 1 10 0,-5-1 8 15,-4 1-4-15,0-2 5 0,-3 1 7 0,0-2 0 0,-3 2 3 16,1-1-7-16,1 3 7 0,0 1 1 0,0-1-2 0,-2 4 4 0,0-2-6 16,-1 2-1-16,0 3-3 0,-1-1 0 0,-1 3-7 0,-2 1-1 0,-1 3 0 15,-1 0 3-15,-2 2-2 0,0 1 4 0,-1 3-4 0,-1 1 1 16,-2 2-1-16,0 1 1 0,2 3 1 0,0 1 0 0,0 1 1 0,0 3 1 15,2 1-2-15,0 1 1 0,3 2-2 0,1 1 1 0,3 1 1 0,2 4-1 16,2 0 5-16,4 3 0 0,3 1-2 0,3 2-3 0,1 1-10 16,1 2-1-16,-1 1 7 0,3 2-1 0,-2 2 2 0,5 1-8 0,-1 3-14 15,2-2-8-15,-1 2-4 0,3 0-7 0,1 1-4 0,1 0-2 16,3-2-3-16,2 1 2 0,1-5 1 0,2 0 2 0,2-1-6 0,3-1-9 16,1-2-9-16,1 1-19 0,3-2-29 0,1-2-48 0,2 0-63 0,3-2-25 15,1-1-3-15,2 1 40 0,1 0-161 0</inkml:trace>
  <inkml:trace contextRef="#ctx0" brushRef="#br0" timeOffset="166940.16">6125 9854 1097 0,'-14'-5'164'0,"1"1"-93"0,-4-1-69 16,4 1-10-1,2 1 3-15,-1 1 5 0,1-1 9 0,0 1-3 0,0 1-2 0,1 1-10 0,2 1-7 0,0 1-7 0,1 1-5 0,0 0 4 16,1 1 3-16,1-1 10 0,0 1 10 0,1 0 13 0,0-2 6 0,1 1 7 16,2 0 5-16,0-1-1 0,2 0 1 0,1-1 1 0,0 1-2 15,3 2-3-15,2 0-2 0,0 0-3 0,2 2 6 0,0 0-4 0,3 0 5 16,0 2 3-16,3 0-7 0,2 0 2 0,1 0 1 0,1 1-7 0,2 0 4 15,3 0 1-15,1-1-10 0,2 0 0 0,1-1-2 0,4-1-4 16,0-2 4-16,3 0 5 0,0-2-5 0,2 0-2 0,1-3 2 0,1-2-4 16,2-1 3-16,0 0 6 0,0-3-4 0,-2 0 7 0,-1-2 2 15,0 0-7-15,1-2 5 0,-2-1-10 0,-2 0-5 0,1-2 4 0,-3 0-6 16,-1 0 4-16,-2-1 0 0,0-1-2 0,-1 0-3 0,-2-2-2 0,-1 2 5 16,-2-4 3-16,2 0-2 0,-2 1 2 0,0-2 3 0,-3 1-6 15,-3 0 6-15,0-3 3 0,-1 0-10 0,-2 0 10 0,-1-1-3 16,-1-1-14-16,-1 0 13 0,-3-1-3 0,0 1-1 0,-4 0 12 0,-1 0-5 0,-2-1-6 15,-3 0 2-15,-2 1 3 0,-3 0 1 0,-1 0-1 0,-5-1 2 16,-2 1 0-16,-3-3-2 0,-3 0 6 0,-4 1-3 0,-4 0 3 0,-4 2-3 16,-1 1-1-16,-5 1 1 0,-2 2 2 0,-4-2-3 0,-3 2-5 15,-3 0 4-15,-2 0-9 0,-5 3-13 0,-2 0-2 0,-3 0-9 0,-4 4 14 16,0 3 11-16,-2 0 2 0,-2 3 4 0,0 0-14 0,-1 1 9 0,-1 2-1 16,0 1-3-16,3 1 2 0,-2 1-6 0,0 2-4 0,4 2-4 15,-1 2 2-15,3 3 1 0,2 1 5 0,0 2-12 0,4 2-8 0,1 2-7 16,4 3-10-16,4 3-1 0,1 2-17 0,6 3-21 0,1 4-33 0,3 1-48 15,4 3-44-15,2 3-74 0,4 3-84 0,1 4-17 0,5 2 26 16,1 5-184-16</inkml:trace>
  <inkml:trace contextRef="#ctx0" brushRef="#br0" timeOffset="169883.15">5849 9029 914 0,'-9'-11'124'15,"-1"0"-38"-15,0-1-53 0,0 0-26 0,2 1-10 0,0 1-2 16,1-1-1-16,1 1 1 0,0 0-6 0,1-2-6 0,0 2-17 0,0-1-12 16,-1 1-4-16,0 2-1 0,0-1 15 0,0 2 16 0,-1 1 15 0,0 0 9 15,-1 0 8-15,-2-1 1 0,1 0 2 0,-2-1 1 0,-1 2-1 16,0-2-4-16,-2 0-1 0,0 1 0 0,0 0-1 0,-1 0 0 0,1 0 4 15,0 1 1-15,-2 0 0 0,0-1 3 0,-1 0-6 0,1 0-4 0,-2 0 0 16,0 0-4-16,0 0-2 0,-2 0 2 0,0 1-6 0,1 1 1 16,-2 1-4-16,1 1-1 0,-1 0 2 0,0 1-2 0,-3 1-1 0,0 2 2 15,-1 0-2-15,-1 2-2 0,0 2 4 0,1 0 0 0,-1 2 2 16,0 1 3-16,1 1 1 0,-3 1 2 0,1 2 1 0,0 0 0 0,0 0 6 16,1 1-1-16,-2 1-1 0,2 2-1 0,-1-2-6 0,2 1 0 0,-1 1 3 15,1-1-1-15,3 1 8 0,1 1 0 0,0 1 3 0,3-1 1 16,0-1-1-16,1 1-1 0,3 0-2 0,-1 0-1 0,2 1-3 0,1-1 1 15,1 0-4-15,2-1-2 0,2 1-2 0,0 1-1 0,0 0 1 0,1 2-1 16,0 2 1-16,1-2-3 0,-1 2 2 0,0 1 0 0,0-2-1 16,1 3 0-16,-1 1-1 0,1 1 2 0,-1 3-1 0,-1 0 1 0,2 3 0 15,-1-3-5-15,1 3-2 0,0-2 6 0,2 2 3 0,0 0 7 16,0 0-1-16,3 0-5 0,0 0 0 0,1-1-3 0,2 0 2 0,0 1-3 16,1-1 2-16,1-1 2 0,2-1 1 0,1-3 1 0,2 0-1 0,2-2 1 15,0-1-2-15,2-1 4 0,2-2-1 0,2-1 1 0,0 0 5 16,3-2 2-16,2 0 2 0,-2-2 6 0,2-1-5 0,1-3-1 0,0 2 6 15,4-1-2-15,-1 1 11 0,3 0-1 0,0-2 1 0,-1 1-3 0,1 0-3 16,3-1-1-16,-1 1-6 0,2-2 1 0,0 2-6 0,1-1 2 16,2-1 4-16,1-1-9 0,3-1 5 0,2-3-3 0,1 0 1 0,1-1-1 15,3-3-5-15,1-1-3 0,2-1-5 0,3-2-5 0,-2 0-9 16,4-3-11-16,-3-1-33 0,3-3-53 0,3-2-49 0,0-3-54 0,2 0-37 16,0-4 27-16,0-4-140 0</inkml:trace>
  <inkml:trace contextRef="#ctx0" brushRef="#br0" timeOffset="178226.83">16061 9004 1148 0,'0'0'665'0,"1"1"-409"15,0-2-177-15,-1-1-78 0,0 0-57 0,0-1-72 0,1-1-95 0,1 0-95 16,1-1-13-16,2 0 46 0,3 0 89 0,0 0 95 0,1 0 63 15,0 1 40-15,0-1 19 0,0 1 12 0,-2-1 8 0,2 0 8 0,0-2 13 16,0 0 13-16,0-1 3 0,0-1-5 0,0 0-14 0,-1-1-17 0,2 2-10 16,-1-1 6-16,1 1 6 0,1 1 3 0,1 0 0 0,-1-1-10 15,3 0-3-15,-2 1-1 0,1 1-6 0,1 1-5 0,-1 0-5 0,2 0-6 16,2 0 2-16,1 2-2 0,0-1-2 0,2 2-2 0,3-1-4 0,2 1 0 16,1 0-3-16,1 1 0 0,2-1 0 0,2 1-6 0,4-1 2 15,1 0-1-15,1 0-6 0,4 0 0 0,0 1 1 0,2 0 0 0,4 0 7 16,1 0-1-16,2 0 2 0,1 1 1 0,2-1-2 0,1 1 5 0,4 0 0 15,1 0 0-15,1 0 3 0,3 1 0 0,0 0-1 0,2-1 2 16,1 1-2-16,1 1-1 0,1-1-3 0,1 2 1 0,2-1-1 0,1 1 0 16,1 1 1-16,3 0 2 0,0 2 3 0,1 1 3 0,0 0 14 15,1 1 2-15,2-1 5 0,1 2 0 0,0 0-12 0,2 1 1 0,0-1 0 16,1 0-3-16,-1 1 4 0,-1-2-3 0,2 2-7 0,0 0-1 0,-3 0-2 16,1 0 2-16,-1-2-1 0,-4 0-3 0,1-1 4 0,-3-1-2 15,0 1 4-15,-2-1 5 0,2 0 0 0,1-1 2 0,-1 0 4 0,0 0 5 16,0 0 2-16,-1-1 2 0,1 0 1 0,0-1 2 0,-1 0 0 0,3-1 3 15,-2 0-2-15,0 1 1 0,-2-1-2 0,-2-1-5 0,-1 1-2 16,0-1-5-16,-1 0-7 0,0-1-8 0,-1 0 2 0,-3-3 4 0,-1 0-2 16,-3-3 1-16,-2 0-3 0,-4 0-8 0,-2-3 4 0,-1-1 1 15,-2 0-5-15,-2-1-2 0,-1-1-1 0,-4-1-7 0,-3-3 3 0,-1 0 0 16,-6-1 0-16,-3 0 5 0,-5-3-8 0,-3-1-3 0,-4-2-7 0,-2-2-3 16,-4-1 6-16,-3-3 10 0,-6 0 6 0,-3-4 6 0,-5-1-2 15,-4-2-1-15,-4-2 3 0,-4-1 1 0,-3-1 1 0,-6 1 0 0,-3-1 1 16,-3 0 3-16,-5-1-9 0,-1-1 6 0,-4 1 0 0,-4 0-5 0,-1-1 7 15,-4 0-11-15,-3 2-2 0,1-1-4 0,-2 2 2 0,-3 1-4 16,0-1-1-16,-4 2 7 0,0 0-3 0,-3 1 4 0,-2 0-2 0,0 1 1 16,-1-1 1-16,-3 1-4 0,-1 1 11 0,-3 0-3 0,-5 0 5 15,-1 2 0-15,-5-3-12 0,-1 2-3 0,-3 2-2 0,-3 0 0 0,-2 3 2 16,-3 2 1-16,-4-1-3 0,-1 3 0 0,-2 1 5 0,-2 2 2 0,-2 3 5 16,-1 1 3-16,-3 2 1 0,-2 2-1 0,-1 3 3 0,-3 2 3 15,0 3 3-15,-4 1-2 0,0 2 0 0,0 1-4 0,-3 2 8 0,2 2-4 16,-3 1-4-16,2 1 2 0,3 2-10 0,-1 2-1 0,3 2 2 0,3 2-4 15,0 1-1-15,2 0 2 0,3 3-7 0,-1 2-4 0,3 1-6 16,3 1-18-16,1 3-6 0,1 0-14 0,1 2-14 0,0 3-36 0,0 1-69 16,1 3-101-16,0 0-71 0,0 3-14 0,-1 1 62 0,1 0-113 15</inkml:trace>
  <inkml:trace contextRef="#ctx0" brushRef="#br0" timeOffset="200009.74">2955 8276 228 0,'-8'9'41'0,"0"2"-18"0,-3 3-10 0,0-2-4 0,3-2-3 16,-1 0-4-16,2 1-1 0,0-1-2 0,0 1-5 0,1-2-4 16,1-1-7-16,-1-1-40 0,1 0-124 0</inkml:trace>
  <inkml:trace contextRef="#ctx0" brushRef="#br0" timeOffset="200159.74">2993 8086 98 0,'18'-22'11'0,"1"-2"-8"0,7-5-1 0,0 2-1 0,0 4 0 0,2-3 3 16,2 1-3-16,3 0 1 0,2 1-1 0,3 2-1 0,5 0 4 16,2 3-1-16,2 1 2 0,2 1 0 0,2 0-2 0,3 0 1 0,3 4-3 15,1-1 3-15,3 2-2 0,0 1-2 0,1 1 2 0,4 1-4 0,0 1 2 16,1 3-2-16,1 2 1 0,0 2-2 0,-1 2-3 0,-1 3-1 16,-1 4-3-16,-3 2-10 0,-2 4-67 0</inkml:trace>
  <inkml:trace contextRef="#ctx0" brushRef="#br0" timeOffset="205512.8">3996 12008 1396 0,'-5'2'124'0,"0"2"-95"15,-1 1-62-15,4-1-24 0,2 0 2 0,1 0 13 0,1-1 18 16,0 0-2-16,1 0-30 0,1 0-65 0,0 1-42 0,3 0 2 0,2 0 24 16,0 0 48-16,0 0 25 0,1 1 20 0,-2 0 17 0,1 0 19 0,-2-1 17 15,-1 0 4-15,-1-1-4 0,-1 1-7 0,0-1-4 0,0 0-1 16,0 1-19-16,-1 1-22 0,-1 0-27 0,1 2-184 0</inkml:trace>
  <inkml:trace contextRef="#ctx0" brushRef="#br0" timeOffset="205931.32">4466 12351 461 0,'5'4'67'0,"4"1"-29"0,1 1-13 0,2-1-3 0,1 1 7 0,1 0 5 15,0 0 5-15,3 1-3 0,1-1-4 0,3 0-5 0,-1 1-3 16,3-1 2-16,0 1-2 0,-1-1 8 0,2 1 8 0,-1-1 13 0,3 0 15 15,1-1 13-15,0 0 9 0,1-1 6 0,0-1-3 0,1 0-5 16,-1-1-7-16,2-1-5 0,-1-1-7 0,2 1-6 0,2-2-5 0,1 1-9 16,0-1-4-16,1 0-6 0,2-1-2 0,1 0-3 0,1-1-5 0,-1 0 1 15,1-1-4-15,1-1 3 0,1-2 0 0,2 0-4 0,3-2-7 16,-1 0-9-16,2-2-3 0,0-2 0 0,2 0-3 0,-1-1 2 0,1 0-8 16,-1-3 0-16,1 0-5 0,0-1-2 0,-3 1-4 0,-2-1 0 15,-2 0 2-15,0 1 6 0,-3-1 1 0,-2-1 4 0,0 1 1 0,-3-1 0 16,-2-2 10-16,-3 1 2 0,-1 1 4 0,-4-2-7 0,0 0 5 0,-3 0-1 15,-2-2 2-15,-2 1 11 0,1-2-8 0,-1-2-5 0,-2 1 1 16,0-1-6-16,-3 1-2 0,-3-2 0 0,-2 0-5 0,-4-1-1 0,-3-2-1 16,-1-1-1-16,-4-2-7 0,-4 0 0 0,-4 0-6 0,-7 0-9 0,-1 0-8 15,-7-1-4-15,-2 0-13 0,-5 0-9 0,-5 4 7 0,-4 0-3 16,-7 2 6-16,-5 2 15 0,-2 2-2 0,-6 2 12 0,-2 3 9 0,-4 4 6 16,-1 2 13-16,-3 3 1 0,-2 5-2 0,1 4 3 0,0 4-2 15,-2 4-1-15,2 5-1 0,1 3-6 0,2 7-12 0,4 5-4 0,2 2-8 16,2 7-1-16,4 1-7 0,4 3-14 0,3 6-56 0,6 1-72 0,4 4-59 15,5 3-67-15,5 2 3 0,5 4-171 0</inkml:trace>
  <inkml:trace contextRef="#ctx0" brushRef="#br0" timeOffset="-212585.96">13498 12526 428 0,'1'-4'91'0,"0"0"-46"0,1 0-19 15,1 1-9-15,0-1-11 0,-1 0-11 0,3 0-5 0,0 1-3 0,0 1 2 16,1 0 6-16,0-1 0 0,0 1 7 0,1 1-3 0,-1 0 1 16,0 0 5-16,1-1-1 0,-2 1 6 0,1-1 6 0,1 0 9 0,0 0 8 15,0 0 8-15,0 0 6 0,-1 0 0 0,1-1 0 0,0 0-2 0,-1 1-5 16,1 0-5-16,1 0-7 0,-1 0-5 0,3 0-2 0,0 0 5 15,0 0 1-15,0 0 3 0,2 1 0 0,0-1 0 0,1 1 0 0,-1-1 1 16,1 0-1-16,2-1 0 0,1 1-2 0,3 0 1 0,-2-1 0 16,3 1 6-16,1 0 3 0,0-1-2 0,2-1 7 0,1-1-2 0,0 2 5 15,2-2-3-15,1 1-9 0,4-1-6 0,0-1-10 0,1-1 1 0,0 1-6 16,1 0-4-16,2-1-5 0,1 1-5 0,3-1-1 0,2 0 2 16,0 0 0-16,1 1 3 0,0 0-6 0,2 0 2 0,0 0 0 0,-1 2-1 15,2 1 8-15,0 0-6 0,3 2 5 0,-2-1 2 0,1 0-2 0,-2 2 7 16,1-1 1-16,0 1-3 0,0 0-2 0,1 0-3 0,2 0-6 15,-1-1-1-15,1 0-2 0,1 0-1 0,2 0 2 0,1-2 1 0,1 0 0 16,0 0-3-16,0-1-2 0,0 0 2 0,0 0 4 0,-1-1 2 16,-2-1 2-16,0 1 1 0,-4-1-2 0,0 0 5 0,0 0 4 0,-1 0-2 15,0-1 3-15,0-1-1 0,-1 0 4 0,0 0 9 0,0-2 2 0,0 0 4 16,-2 0-1-16,0-2 0 0,-2 1-1 0,0 0 1 0,0-1-5 16,-4 1-12-16,1-2 4 0,0 0 0 0,-1 0 1 0,0 0-4 0,-1 2-3 15,-2-2-7-15,1 0 0 0,-3 0 9 0,1-2-9 0,-1 1 0 0,0-1-2 16,-2 0-4-16,0 0 5 0,-1 1 1 0,-2-1 1 0,-2-1 1 15,0 0-2-15,-1 1 1 0,-2-2 5 0,0 1 1 0,-3-1 8 0,0-1-3 16,-1-1-3-16,0-1 5 0,-2 0-7 0,0-2-4 0,0 1 2 0,-2-1-2 16,-3 1 6-16,-2 1 8 0,-2 0 3 0,-2-1 7 0,-2 2-5 15,-2-3-8-15,-2 1-4 0,-3 0-4 0,-3-1 5 0,-3-1-5 0,-3 2 4 16,-4-1-5-16,-3-2-8 0,-3 0 3 0,-5-2-11 0,-2 1-6 16,-6-1 8-16,-5 0-2 0,-5 1 2 0,-7 0 6 0,-3 1 0 0,-5-1 0 15,-3 0-2-15,-6-1-3 0,-4-1-4 0,-5 1 1 0,-3 0 2 16,-2 3-2-16,-5 0 2 0,-2 0 0 0,-4 2 1 0,1 1 2 0,-2 0 3 15,0 3 3-15,0 1-3 0,-2 1 2 0,-1 3 1 0,-2 2 0 0,0 2 0 16,-2 2-3-16,-4 3-5 0,0 4-2 0,-1 2-1 0,-2 2 3 0,1 3 4 16,-2 2-2-16,2 4 3 0,1 1 1 0,-2 3-1 0,2 0 3 15,0 2-4-15,2 2 4 0,4-1 6 0,2 4 10 0,6 0 7 0,1 4 5 16,7 1-2-16,2 2 1 0,4 0-14 0,4 1-5 0,1 0-5 16,4 5-7-16,3 1 1 0,3 4-7 0,3 4-9 0,1 2-14 0,5 3-47 15,2 2-38-15,5 3-55 0,2 4-73 0,2 4-84 0,2 6-95 0,1 6-29 16,1 4-138-16</inkml:trace>
  <inkml:trace contextRef="#ctx0" brushRef="#br0" timeOffset="-206699.42">3550 13711 777 0,'-8'2'129'0,"-1"1"-11"0,-3 2-42 16,2 0-33-16,2-1-11 0,0 1-10 0,1 1-8 0,0 0-2 16,1 0-7-16,2 0-2 0,0-1 1 0,1 0-4 0,0 0 0 0,0 0-3 15,1-1-2-15,2 0-2 0,0-1 3 0,0 1 2 0,0-1 1 0,1 1 2 16,1 0-4-16,0 1-2 0,1-1 0 0,1 1-2 0,2 2 4 15,1-1-1-15,1 4-2 0,3 2 0 0,1 0 4 0,3 1 0 0,1-1-3 16,0 1 1-16,0 1 0 0,4 1 1 0,2 1 4 0,1-1 0 0,4 1-3 16,1-1 1-16,4-1 0 0,2-2 4 0,5-1 0 0,0 0 0 15,4-2 0-15,3-2-5 0,1-1 4 0,0-1-2 0,1-3 0 0,-1-1 6 16,2-4-3-16,-2-3 11 0,0-3 4 0,-1-3 3 0,0-3 7 16,0-1-2-16,1-2 3 0,-1-3 3 0,2 0-9 0,-1-2 3 0,-1-1 1 15,-1-1 1-15,1-1 11 0,-5-1-4 0,0-2-2 0,-1 0-1 0,-3 1 2 16,-1-2 1-16,0 2 7 0,-4-2 5 0,-1 0 7 0,-2-2 6 15,-1 0 5-15,-3-2 3 0,0 2 1 0,-3-2-2 0,-3-1 0 0,0-1-5 16,-1-2-11-16,-3 1 1 0,-1 0-6 0,0-2-3 0,-4 0 1 0,-2-1-8 16,-2-2-2-16,-5 1 0 0,-3-1 1 0,-4-4-5 0,-4 0-2 15,-4 1-4-15,-3-1-9 0,-3 2-2 0,-3 1-6 0,-4 1-19 0,-5 1 6 16,-4 2-11-16,-6 3-4 0,-2 2 8 0,-6 4-17 0,-2 2-10 0,-4 4-14 16,-5 5-15-16,-5 4-7 0,-4 6-8 0,-5 6 0 0,-3 5-3 15,0 5-14-15,-4 6-8 0,-3 6-26 0,1 5-25 0,-4 7-38 0,2 5-29 16,0 3-1-16,0 6 10 0,5 3 31 0,1 4 42 0,3 6-190 15</inkml:trace>
  <inkml:trace contextRef="#ctx0" brushRef="#br0" timeOffset="-204921.39">9965 14011 1277 0,'0'-7'270'0,"2"-1"-116"0,2-2-90 0,2 0-32 0,2 1-13 16,2 1-13-16,4 0-7 0,2 0-6 0,1-1-2 0,4 1 17 0,2 0-5 15,1-1 3-15,2 2 0 0,2-1-14 0,0 3 2 0,3-1-2 0,2 0 4 16,1 1 3-16,1 1 0 0,-1 0 1 0,2 1 0 0,0 0-2 15,1 1 4-15,3 0-2 0,0 2-8 0,0-1 0 0,2 2 1 0,1 0-1 16,0 1 8-16,1 0-1 0,0 2 0 0,1 0 1 0,0 0-2 0,1 1 5 16,-1 0 3-16,1 0 0 0,0 0 6 0,3-2 5 0,-2 1-4 15,1-2 9-15,-1 1 3 0,2-2 16 0,2 0 18 0,-2-1 15 0,3-1 9 16,-1 0 0-16,1-1-3 0,0-1-11 0,1 0-4 0,0 0-11 0,0 1-17 16,2-1-5-16,0-1-12 0,1 1-7 0,-1-1 4 0,2 1-5 15,1-1-3-15,0 1-2 0,2 0 1 0,-1 2-4 0,1 0 0 0,0 0-4 16,1 0-2-16,2 1-3 0,-1 1 2 0,0 0 0 0,1 2 3 0,0-1 1 15,1 0 1-15,0 0-2 0,0 1 2 0,0-1-1 0,1 0-2 16,-1 0-1-16,-1-1-4 0,0 1 1 0,0-1 6 0,1 1 1 0,-1-1 0 16,2 0 1-16,-1 0-3 0,0-1-3 0,1-1 1 0,-1 0-1 15,-1-1 1-15,-1-1 7 0,0 0 1 0,-3-1 2 0,0 0-3 0,0-1 3 16,-2-2 2-16,-1 0 3 0,1 0-2 0,-2-1-1 0,-1 1-2 0,-1-1 3 16,-2 1 4-16,1-1 1 0,-2-1-3 0,0 1-6 0,-2 0-4 15,-2 0 4-15,1 2 1 0,0 0-3 0,-1 0 0 0,-1 1 0 0,-2 1-2 16,0 2 1-16,-1 0-6 0,-3 0-6 0,-1 3-10 0,-2 0-12 0,0 2-19 15,-3 3-41-15,-1 1-59 0,-3 3-84 0,-3 3-139 0,-2 4-156 16,-2 6 13-16,-1 6-127 0</inkml:trace>
  <inkml:trace contextRef="#ctx0" brushRef="#br0" timeOffset="-193426.19">18961 14216 1258 0,'-1'4'361'0,"-2"0"-81"0,0 1-83 0,-1-1-43 16,-2 0-53-16,1 0-48 0,-1 0-28 0,-1 1-19 0,0 0-1 0,0 0-9 16,-2 0-2-16,0-1-14 0,0 1-21 0,0-1-12 0,1 0-13 15,0-1-1-15,-1 0 3 0,1-1 8 0,1 1 15 0,0 1 13 0,2-1 14 16,0-1 6-16,1 1 7 0,1-1-1 0,-1 0 8 0,1 0 5 0,1 0 6 15,0-1 6-15,1 1 3 0,1-2 7 0,1 1 2 0,1 0 1 16,0-1-2-16,1 0 1 0,-1 0-10 0,2 0-2 0,-1-1-7 0,2 0-10 16,1 0 2-16,1-1-5 0,1 1-2 0,3-1-4 0,0 0-3 15,1 0-7-15,2-1-5 0,2 1 1 0,2-1-2 0,1 0 1 0,4 0 5 16,2 0-3-16,2-1 3 0,3 0 6 0,1 1-5 0,6-1-2 0,2-1-1 16,1 0 1-16,3-1 0 0,0 0 1 0,2 0-2 0,3-2-4 15,2-1 4-15,4 1 0 0,1-2 1 0,1 0 0 0,1 0-4 0,5-1 1 16,1 0-3-16,4 0 0 0,2-1-4 0,0 0 2 0,4-1 6 0,1 0-4 15,2-1 0-15,1-1-3 0,0 2-7 0,3-2 5 0,0 2 1 16,0 0 8-16,1 2 11 0,-1 0 1 0,-2 0 8 0,1 1 0 0,0 0 1 16,0 2-1-16,0 0-3 0,-1 2 0 0,1 0 2 0,-2 0 6 15,1 0 1-15,-1 1-1 0,0-2-2 0,-3 0-2 0,0 0 6 0,0-1 10 16,-5-1 9-16,-2 0 10 0,-4-2 9 0,-4 0 9 0,-5-1 18 0,-5-1-2 16,-2-2 2-16,-3-2-7 0,-6-1-23 0,-3-1 1 0,-6-2-8 15,-2 0-7-15,-3-2-7 0,-2-2-14 0,-3-3-6 0,-1-1-4 0,-3-3-1 16,-2-1 0-16,-4-1-1 0,-2-2-10 0,-1-1 6 0,-2-3 0 0,-2 0 1 15,-4 0 8-15,-3-3-4 0,-2 1 2 0,-2-2 10 0,-2 1-4 16,-3-1 6-16,-1 2 3 0,-3 0-6 0,-1-2 2 0,-3 2-4 0,-1 0-9 16,-3 0 6-16,-1 3-4 0,-4-1-2 0,-5 0-13 0,-1 3 5 15,-2 1 4-15,-3 0-1 0,-1 2 11 0,-3-1-4 0,-2 4-5 0,-3 1 0 16,-1 2 0-16,-3 2-1 0,-1 2 1 0,0 0 2 0,-3 0 4 0,0 2 0 16,-1 0 6-16,-1 2-1 0,-2 2-3 0,0 0-10 0,-3 2 0 15,-2 1 5-15,0 0-1 0,-3 2 9 0,-1-1-7 0,0 2 1 0,-4 1 7 16,0 1-6-16,-1 2 2 0,-4 2-2 0,-1 1-7 0,-1 2 10 0,-3 1-3 15,0 1 5-15,0 3-2 0,-2 1-3 0,0 2 4 0,0 3-2 16,-1 1 2-16,0 3 3 0,4 1 0 0,-1 4 6 0,4 1-2 0,4 1 4 16,2 2 1-16,3 4 2 0,3 1 7 0,4 5 1 0,3-1 2 15,3 4 2-15,4-2-1 0,3 2-4 0,2 2-11 0,2 0-2 0,1 5-3 16,2 0-14-16,2 1 14 0,2 3-4 0,0-1-4 0,3 1 9 0,2 0-8 16,-2 0-10-16,4 0 0 0,-1-2-3 0,4 0-1 0,0-2-1 15,3-2-2-15,0 1-6 0,1-3-2 0,0 1-5 0,1-1-18 0,1-2 1 16,2 1-7-16,-1-2-10 0,1 1-5 0,0 1-29 0,1-3-23 0,0 0-29 15,-1-1-39-15,0 0-52 0,1-1-71 0,-2 1-55 16,1-1-1-16,-5 0 70 0,-4-3-107 0</inkml:trace>
  <inkml:trace contextRef="#ctx0" brushRef="#br0" timeOffset="-173774.59">3179 11082 70 0,'-10'-8'88'0,"0"-1"-5"16,-2-2-20-16,1 1-1 0,1 2-10 0,-2 1-6 0,0 1-2 0,1 0-2 15,0 1 1-15,3-1 2 0,-1 1-2 0,1-1-5 0,0 2-6 16,-1 0-8-16,1 1-2 0,-1 0-1 0,2 1 4 0,-1 0 4 0,0 1-1 16,0 0-2-16,2 1-2 0,-1 0 1 0,2 0-1 0,-1 0 0 0,2 1-1 15,0 0 3-15,2 1-2 0,-1-1 2 0,1 1-3 0,1 0-5 16,1 1 2-16,0 2-4 0,1-1-2 0,1 2-1 0,1 0-2 0,0 1-2 15,1 1 3-15,2 2-1 0,1 2-1 0,0 0 7 0,2 1 0 0,-1-1 3 16,3-1 5-16,-1 0 2 0,3 1 3 0,0-1 7 0,2 0-3 16,1 0 3-16,-1 0-1 0,2 0 0 0,2 0 5 0,-1 0-1 0,3-1 0 15,2 0-4-15,0 1-10 0,1 0-2 0,1 0-1 0,-2-1-4 16,2 0 3-16,2 0-1 0,1 1-4 0,1-1 1 0,-1 1 0 0,0-1-1 16,2-1-2-16,0 2 0 0,3-1 1 0,0 1-4 0,3-3-3 0,0 0-4 15,2 0 4-15,1-2-1 0,2 2 6 0,3 0 2 0,0-1-7 16,1 0-9-16,2-1 2 0,0 0-4 0,3 0 4 0,1 0 3 0,0-1-2 15,2-2-1-15,1 1-4 0,0-2 6 0,2-1-1 0,0-1-3 0,-2-2 1 16,0-2-4-16,0 0 3 0,0-3 3 0,-1-2 4 0,0-2 0 16,-4-1 2-16,1 0-2 0,-1 0 5 0,-1-3 4 0,0-2 4 0,-1-2 4 15,1-1 1-15,-3-3 3 0,-1 0-3 0,1-1 5 0,-3 0-9 16,0 0-1-16,-2-2-5 0,0 0-3 0,-1-1 7 0,-1-3-7 0,0 1 2 16,-2-2-10-16,1 1-2 0,-3 0 1 0,1 0-3 0,-3-2 9 0,1 1 0 15,-4-3-1-15,-1 2-11 0,-1 0 3 0,-2-2 2 0,-2 2 1 16,0-2 14-16,-2-2-9 0,-1 0-5 0,-4 2 3 0,-1-2-4 0,-5 2 4 15,-2-3 0-15,-4 0-3 0,-4 0-3 0,0-2-9 0,-3 1 3 0,-5-1-2 16,-1-2 0-16,-5 0-6 0,-3 1 3 0,-2-1 3 0,-4 1 4 16,-1 2 11-16,-1-2-2 0,-2 2 1 0,-2 2 4 0,-2-1-1 0,-1 2 3 15,-5-1-2-15,1 1 5 0,-2 1-4 0,-2 3 0 0,1 0-7 16,-2 3-9-16,-2 0-3 0,-1 2-5 0,-3 1 2 0,-1 2-21 0,-3 1-2 16,1 3 7-16,-1 4 1 0,-3 3 20 0,-2 3 6 0,-3 2-3 0,-1 3 0 15,-1 3-1-15,-1 5-4 0,-3 4-7 0,-2 2 3 0,-1 5 0 16,-3 5 12-16,0 5 7 0,0 3 1 0,-2 5-2 0,-1 4-12 0,-2 4-5 15,0 8 2-15,-1 2-3 0,0 3-4 0,1 2-2 0,3 1-2 0,1 0 0 16,4 2-5-16,4 0 0 0,5 1-16 0,3-1-12 0,4 1-20 16,3 0-31-16,6 0-40 0,4-1-75 0,3 2-64 0,3-1-26 0,2 2 15 15,3 3-194-15</inkml:trace>
  <inkml:trace contextRef="#ctx0" brushRef="#br0" timeOffset="-153643.75">3580 11004 887 0,'9'3'201'0,"2"0"-173"0,5 0-16 16,0 0-4-16,3 0 9 0,1 0 5 0,2 1 8 0,0 2 2 0,3 0-3 16,-2 1-10-16,3 1-6 0,2 0-8 0,0 0-2 0,1 0 1 0,4-1 1 15,-2 1 1-15,5-1 2 0,-1-1 3 0,1 0 2 0,-1-1 11 16,1-1 3-16,1 0 0 0,0-1-1 0,3 0-6 0,0 0-3 0,0 1-2 16,3-1-7-16,0 0 0 0,2 0-7 0,0 0 0 0,2 0 0 15,2 1 2-15,-2-2-1 0,1 2-3 0,1-2-2 0,-1 0-4 0,1-1-8 16,1-1-19-16,1 0-20 0,0-2-45 0,2-1-44 0,1-1-25 15,-1-2-20-15,2 0 2 0,-2-2 31 0,2-3-171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0:36:33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16990 1981 1793 0,'-4'-6'133'0,"2"0"-109"0,-1-1-3 0,-1-1-10 0,1 0-7 0,-1-2 1 0,2 2-3 16,0 1 1-16,0 0 5 0,1 1 12 0,-1 1 8 0,0 1 19 16,-1 0 16-16,0 2 11 0,-1 1 0 0,-1 1-3 0,1 1-17 0,-1 2-9 15,0 1-8-15,1 1-2 0,1 1-2 0,0 2-1 0,0 0-3 16,0 2-2-16,1 2 3 0,1 0 0 0,0 15 5 0,2 1 0 0,2 0 3 16,1-3 0-16,1-2 6 0,0-2-3 0,4 2-2 0,-1-2-5 0,3-2-4 15,1 0-3-15,1-2 0 0,0-1 1 0,4-2 0 0,2-3-7 16,1-1 0-16,2-3-3 0,0-1-4 0,-1-2 2 0,1-2-7 0,1-2-2 15,-1 1 0-15,0-2-3 0,-2-1-4 0,-1 0 2 0,-2-1-9 16,0-1-2-16,-2-1-11 0,0-2-16 0,-1-1-17 0,0-2-25 0,-1 0-33 16,-2-1-42-16,2-2-78 0,-1 0-112 0,0-1-95 0,-2 0-38 0,-1 0 28 15,0-1 107-15,0 0-83 0</inkml:trace>
  <inkml:trace contextRef="#ctx0" brushRef="#br0" timeOffset="325">17505 1857 2500 0,'-5'3'106'0,"1"0"-87"0,0 2-14 0,0 2-15 0,1 1-6 0,1 3-3 15,2 1-5-15,2 1 9 0,0 1 4 0,2 2 7 0,3 16 4 0,-2-3 5 16,-3-2 5-16,0-3 1 0,-1 0 11 0,1-1-3 0,0 2-6 16,2 1-4-16,1 0-10 0,2 3-2 0,1 1-1 0,2 1 0 0,1-1 2 15,1 0-3-15,1-2-3 0,-1 3-5 0,-1 0 6 0,1 2-3 16,-1 1 8-16,0 1 2 0,-1-2-11 0,-2-1 5 0,1-2 6 0,-2-2 3 15,-1-3 8-15,-1 0 0 0,-2-4-4 0,-2 0 2 0,-2-2 1 0,-2-2-1 16,-1 0 3-16,-2-2-1 0,-3-2 2 0,-1-1-1 0,-1-2-5 16,-2-1-6-16,-2-2 3 0,-2-1-6 0,0-3 0 0,-2-2 6 0,0-2 4 15,2-3 1-15,-2-1-2 0,1-2 1 0,1-2-8 0,2-1-2 16,0-3 4-16,2 0 0 0,1-3-2 0,3 0 5 0,-1-3 3 0,3-3 3 16,2 0-1-16,1-2 3 0,3 0-11 0,2 2-4 0,4 2 5 0,2 3 1 15,2 3 4-15,1 3-2 0,1 2-6 0,1 3 0 0,1 2 0 16,1 2 0-16,0 1-1 0,1 2-3 0,0 1-9 0,0 0-6 0,0 1-7 15,2 0-18-15,1 1-11 0,0-1-41 0,-3 1-96 0,2 0-134 16,-1-2-124-16,0 0-24 0,-1-2 14 0,-1-1-13 0</inkml:trace>
  <inkml:trace contextRef="#ctx0" brushRef="#br0" timeOffset="554.03">17872 2396 2231 0,'4'0'1258'16,"4"1"-1240"-16,5 1-20 0,4 1-31 0,4 3-16 0,4-1-8 0,1 1 1 15,0-1 15-15,-2 0 16 0,-2 0 7 0,-3 2 11 0,-4 0 5 0,-1 0 2 16,-1 1 2-16,-1-1 2 0,0-2-10 0,-1 0-4 0,1 0-6 16,1-2-11-16,0 0-6 0,-1-2-9 0,0 1-6 0,0-2-5 0,-1 0 2 15,-2 0-5-15,1-1-8 0,-3 0-18 0,0-1-37 0,-1-1-85 16,-2 0-98-16,0 0-87 0,-1-1-29 0,-1 0 26 0,0 0 87 0,0-2-143 15</inkml:trace>
  <inkml:trace contextRef="#ctx0" brushRef="#br0" timeOffset="936.03">18363 2215 3676 0,'-8'-2'23'0,"3"3"-39"0,0 1-33 0,6 4-29 16,4 1-8-16,1 4 19 0,0 1 21 0,-1 0 28 0,-1 1 16 0,-2 0 15 15,-2 0 9-15,-1 2 3 0,1-1-1 0,0 1-6 0,2-2-5 0,2 2-6 16,1 0-7-16,1 0 2 0,2-2 0 0,1 1-2 0,0-1 0 16,1-1 0-16,1-2-2 0,0-2 8 0,-1 0-3 0,1-1 1 0,0-2 3 15,-1-1-5-15,1-2 6 0,-1-2-1 0,1-1 0 0,0-2 3 0,-1-1-3 16,0-2 0-16,0-2 1 0,-3 0-3 0,1-3-1 0,-1-2-2 15,-1 1-4-15,-1-2 0 0,0 1-1 0,-2-1-3 0,0-1 0 0,-2-1 1 16,-1 2-4-16,-1-2-2 0,-2-1-4 0,0 0 4 0,-1 0-2 16,-1-1 2-16,0 0 2 0,0 2 1 0,-1 1 1 0,1 0 5 0,0 1-2 15,-1 1 1-15,-1 3-1 0,0-2 0 0,0 3-5 0,1 1 0 0,0 2-2 16,0 1-7-16,0 3-4 0,0 2-6 0,1 2-5 0,-2 3 1 16,-1 2 4-16,-1 2-1 0,-1 2-9 0,-1 2-10 0,0 0-16 0,-1 4-18 15,-1 1-24-15,1-1-26 0,-1 2-40 0,1 1-34 0,-1-2-11 0,2 1-6 16,2-2 16-16,1-2 7 0,2-2-13 0,3-2-1 0,2-1 7 15,3-3 14-15,1 0 45 0,3-1 0 0,1-1-139 0</inkml:trace>
  <inkml:trace contextRef="#ctx0" brushRef="#br0" timeOffset="1084.41">18480 2397 359 0,'10'-2'119'0,"1"0"-34"15,0 0-16-15,0 1-11 0,-2 0-8 0,0 1-2 0,0 1 0 0,-1 0 5 16,0 2 8-16,-2-1 11 0,0-1 7 0,0 2 1 0,0 0-3 16,-1 0-13-16,0 2-10 0,0-2-7 0,0 2-9 0,0 1-6 0,0 0-3 15,-1 0-6-15,1 1-2 0,-2-1-5 0,1 1-3 0,0-1-4 0,0 0-7 16,0-2 1-16,-1 1-2 0,1-1 0 0,-1 1-2 0,0-1 1 15,0-1-5-15,0 0-4 0,-1-1-8 0,0 0-29 0,0 0-69 0,0-1-63 16,-1 0-32-16,0 0-11 0,0-1 27 0,-1-1 43 16,1 0-190-16</inkml:trace>
  <inkml:trace contextRef="#ctx0" brushRef="#br0" timeOffset="1416.5">19030 2226 2355 0,'-2'-1'634'0,"1"1"-641"0,2 0-54 0,1 2-31 0,2 0-8 0,-1 1 22 0,1 0 36 16,-3 0 31-16,-1 0 19 0,-4 0 8 0,-2 0 8 0,-2 0 3 16,-2 0-1-16,0-1-3 0,1 1-5 0,-1 0-6 0,0 0-3 0,-1 1 1 15,1-1-5-15,-1 1 7 0,0 1-4 0,-1 0 2 0,0 0 3 0,0 0 2 16,-1 1 5-16,0 2 0 0,-2 0 5 0,0 1 1 0,0 1-3 15,0 1 5-15,1-1 4 0,-1 1-3 0,2 1 6 0,2 0-6 0,3-1-6 16,0-1 2-16,4 1-11 0,3-1-4 0,1 0-5 0,3-1-6 16,2-1-1-16,3-1-2 0,0-2-3 0,3-1 6 0,2 0 1 0,1-1 0 15,2 0 5-15,0-1 2 0,2 0-2 0,0 0-1 0,0-1-1 0,3 0-1 16,0-1 0-16,-1 1 0 0,0 0 3 0,1-1-7 0,-3 0 4 16,2 0-4-16,0-1-3 0,-3 1-2 0,2-1-4 0,-2-2-6 0,-2 1-11 15,-3-1-13-15,-1 0-21 0,-1-1-20 0,-1 0-30 0,-2 0-55 0,0-3-74 16,-2 0-80-16,-1-1-95 0,-2-2-23 0,0-1 26 0,0 0-190 15</inkml:trace>
  <inkml:trace contextRef="#ctx0" brushRef="#br0" timeOffset="2175.19">19307 1942 891 0,'-1'-4'358'0,"0"-1"-234"0,0-1-51 0,0-1-28 0,1-1-20 0,-1 0-2 15,2 0 2-15,-1 0 8 0,1 2 13 0,0 2 18 0,0 0 17 0,-1 2 15 16,1 1 13-16,-1 2-5 0,-1 1 1 0,1 2-6 0,0 1-7 15,-1 1 4-15,1 2-6 0,0 1-10 0,1 2 1 0,0 3-30 0,1 14-6 16,1 0-7-16,-2 1-16 0,0-3 8 0,0 1-8 0,0 1-5 0,0 0 4 16,-1 2-4-16,2-1-3 0,-1 2-2 0,0 0-9 0,1 1-1 15,-1-2 1-15,3 0-1 0,0-3 0 0,0 1-2 0,2-2-9 0,-1 0-3 16,2-2 0-16,1-3-3 0,-1-1 1 0,1-3 2 0,2-3-2 0,0-3-6 16,0-2-5-16,1-1-7 0,-2-3-18 0,1-1 7 0,0-3-26 15,-1-1-18-15,-2-1-55 0,-1-2-87 0,-3 0-65 0,-2-2-79 16,-2-2 0-16,-3-1 34 0,-2-2 69 0,-1 1-154 0</inkml:trace>
  <inkml:trace contextRef="#ctx0" brushRef="#br0" timeOffset="2340.19">19174 2222 2304 0,'-5'-1'149'0,"2"1"-72"0,-1 0-50 0,4 3-29 16,3 1-7-16,2 0 2 0,1 1 3 0,1 1 2 0,1-1 4 15,0 1 5-15,0 0 3 0,-1 0 3 0,1 0 1 0,1-1-1 0,0-1-9 16,1 0 0-16,2 0-6 0,-1-3-3 0,1 1 0 0,-1 0-1 15,-1 0-7-15,0-1-4 0,0 0-8 16,-1-1-14-16,-1 0-19 0,-1 1-45 0,0-2-59 0,-1 1-66 0,-1-1-55 0,0 1-27 0,1 0 24 16,-1 0 38-16,0 0 45 0,0 1 65 0,1-1-68 0,1 0-14 0</inkml:trace>
  <inkml:trace contextRef="#ctx0" brushRef="#br0" timeOffset="2707.2">19565 2200 1415 0,'0'2'240'0,"0"2"-148"15,2 2-46-15,1 1-27 0,2 0-1 0,1 0 2 0,1 3 13 16,0 0 16-16,0 0 15 0,-3 0 10 0,2-1 8 0,-1-1 0 0,0 3-4 16,0-1-10-16,1 1-15 0,0 0-17 0,0 0-11 0,0-1-13 15,2 0-4-15,0 0 2 0,-1 0-3 0,1 0 6 0,-1 0 3 16,0 0 1-16,0 1 6 0,0-1 4 0,1-1-2 0,-1-2 3 0,0 0-5 0,0 0-4 16,1-1-1-16,1-3-6 0,-1 1-6 0,0-1-1 0,0-2-3 15,-1 0 4-15,0-1 2 0,0 0-4 0,1-2 6 0,-1-1 0 0,0-1-7 16,0 0 5-16,-1-2-3 0,-1-1-5 0,1-1 0 0,-1 0-3 0,0-2-5 15,1-1 4-15,-1 2-1 0,0-2 2 0,-1-1 1 0,0 0 1 16,0 0-3-16,-1-1 3 0,1 0 1 0,0 0 0 0,0 0-2 0,0 1 2 16,1 2-2-16,-2-1 4 0,2 2 3 0,0 0-3 0,-1 1 1 15,1 3-1-15,-1 1 3 0,-1 2 0 0,1 2 0 0,-1 0 1 0,-1 2-1 16,1 0 0-16,-1 3 0 0,1 1 0 0,0 1-2 0,0 2 4 0,-1-2-5 16,0 2-1-16,-1 0 1 0,0 0-5 0,0 1 1 0,-1 1-1 15,1-1-6-15,0 2 3 0,0-1 1 0,0 0-8 0,0 0-2 0,1-1-10 16,0 1-10-16,0-3-4 0,1 2-9 0,0-2-8 0,0-1-12 15,1 0-23-15,-1-2-33 0,0-1-37 0,0-1-42 0,1-1-27 0,-1-1-14 16,1 0-8-16,-1-2 13 0,0-1 16 0,1-1 27 0,0 0 36 0,0-1-151 16</inkml:trace>
  <inkml:trace contextRef="#ctx0" brushRef="#br0" timeOffset="3117.01">20119 2333 2239 0,'-3'4'864'0,"2"1"-890"0,1 4-67 16,3 0-35-16,3 2-6 0,3 2 40 0,0-1 51 0,1 0 31 0,-2 0 18 15,-1 0 5-15,-1 1 3 0,0 1-1 0,-1-1 0 0,0 0-3 16,2 0 1-16,1-2-3 0,-1-1-3 0,2-2 0 0,1-1 1 0,0-4 2 16,2 0 0-16,-1 0 0 0,0-2 5 0,-1-1-1 15,1-1 1-15,0-1 3 0,-1-2 1 0,0-1-1 0,1 0 2 16,-3-2-1-16,1 0-6 0,0-1 1 0,-2-1-2 0,0 0-2 0,-2 0 1 0,1 0-9 0,-3-1 5 15,1-1-3-15,-2 1-2 0,0-1 3 0,-3 1 2 0,0 1-5 16,-2 0-5-16,-1-1-9 0,-1 2-14 0,-2-1-3 0,-2-1-7 0,-1 1-2 16,-2 2 6-16,1-1 5 0,-2 2 11 0,0 2 7 0,0 2 5 15,1 0 1-15,0 1-2 0,-1 2 3 0,0 1 0 0,1 0 3 0,1 2 2 16,3 0 3-16,-2 1-3 0,2 1 2 0,0-1-4 0,2 1-7 0,1 0 1 16,2 1-2-16,2-1 1 0,0 1 3 0,3-1 3 0,0 1 6 15,2 0 0-15,1 0 1 0,2-1-2 0,1 1-3 0,1 1 2 0,0 0-2 16,2 0 2-16,0 0 2 0,1 0 0 0,1 0-1 0,0-1 3 0,1 0-4 15,0 1-1-15,1-1 6 0,0 1-7 0,1-1 0 0,-1 0 1 16,0-1-4-16,-1-1 3 0,-3-1 2 0,1-1-4 0,-2 0-3 0,1 0 1 16,-2-2-6-16,0 1-3 0,-1-1-4 0,-1-1-17 0,0 0-25 0,-2-2-76 15,0 0-61-15,-1-1-61 0,-1-1-58 0,-1-1 5 0,-2 0 20 16,0-1 34-16,0-2 62 0,-2 0 48 0,1-1-150 0</inkml:trace>
  <inkml:trace contextRef="#ctx0" brushRef="#br0" timeOffset="3454.01">20576 1988 3075 0,'-3'-6'11'0,"1"0"-65"15,1-2-36-15,2 2-13 0,1 4 40 0,0-1 40 0,0 0 28 0,0 1 13 16,-1 0-3-16,0 0 7 0,-1 1 6 0,0 1 5 0,-4 1-21 16,-1 4-9-16,2 2-1 0,0 1-10 0,1 1 16 0,1 0-1 0,-1 3-2 15,1 0 5-15,0 1 0 0,-1 0 5 0,1 0 4 0,-1 3 0 16,1 1-2-16,-1 0-4 0,0 3-2 0,1 1-4 0,0 3-4 0,1 1 2 16,0 3-1-16,1 0-1 0,0 2-3 0,2 0 2 0,0-2-2 0,2 0-2 15,0 0 0-15,2-2-6 0,2 1-4 0,0 0-4 0,1-3-8 16,1 0 0-16,1-4-11 0,0-1 0 0,0-2-2 0,0-2-10 0,1-2-5 15,-1-1-23-15,-1-1-17 0,-2-2-13 0,1 0-15 0,0-2-23 16,-2-2-43-16,-1-3-47 0,-2-2-44 0,-1 0-20 0,-2-2 8 0,0-3 23 16,-1-2 66-16,-1-3-158 0</inkml:trace>
  <inkml:trace contextRef="#ctx0" brushRef="#br0" timeOffset="4034">21068 1140 2732 0,'-1'1'44'0,"-1"0"-64"0,1 0-35 16,-1 2-10-16,1 0 16 0,-1 1 17 0,1 1 18 0,0 2 22 0,-3 7-40 15,1 1 18-15,-1 4 13 0,1 4 7 0,2 0 47 0,-1 3 0 16,0-1-10-16,0 0-12 0,0 2-10 0,0 3-5 0,1 2 2 0,0 2 5 16,-1 4 15-16,2 0 5 0,-1 1 6 0,0 4 2 0,1 1-7 0,-1 1-1 15,1 1-17-15,-1 44-19 0,2-7-4 0,0-10-5 0,2-10 9 16,1-4 11-16,1 3-4 0,1 3-2 0,1 2-2 0,2 2-3 0,0 1 2 15,0 1-5-15,3 1-6 0,0 0 0 0,1-1 4 0,0 2 7 0,0 1-1 16,0 2 3-16,1 3 5 0,0 1 0 0,-1 2 9 0,1 1 8 16,2 3 7-16,1 1 12 0,0 0 8 0,0 1-5 0,1-2-3 15,-1 0 0-15,-1 0-3 0,1 0-4 0,-1 0 5 0,0 2-10 0,0 1-2 0,0-1-3 16,0 0-4-16,-1 0-8 0,1 0-5 0,-1 0 1 0,-1 2-5 16,-1-1 4-16,-1 1-12 0,-1-2 0 0,0 0-1 0,0-4 3 0,-1-1 8 15,-1 1-2-15,1-2 2 0,-1 0-8 0,0-2-6 0,0-3-2 16,0-4 0-16,-1-4-2 0,-2-2 4 0,3-1-2 0,-2-2-4 0,1-1 6 15,0 0-2-15,-1-3 6 0,1-1-6 0,1-1-4 0,-1 0-2 0,2-2-2 16,0-2 0-16,1 2 4 0,-1 0 0 0,1-1 0 0,-1 2 0 16,1-1 4-16,0-1-6 0,-1-1-4 0,0-2-2 0,0-1-9 0,-2-2 1 15,0-2-1-15,-1-3-3 0,1-2-3 0,-2 1-10 0,0-3-9 16,-1-2-13-16,-1-2-10 0,-1-4-2 0,0-2-9 0,-2-4 1 0,0 0-10 16,-1-2-7-16,0-4-5 0,0 0-13 0,-1-2-20 0,0-2-4 0,0-1-11 15,-1-1-12-15,1-3-22 0,0 0-62 0,0-3-99 0,0-1-76 16,0-1-12-16,-1-3 60 0,1-3 1 0</inkml:trace>
  <inkml:trace contextRef="#ctx0" brushRef="#br0" timeOffset="6216.75">21241 1801 2123 0,'-3'0'20'16,"2"0"-38"-16,-1 0-12 0,2 2-3 0,0 1 11 0,1 0 14 15,1 2 9-15,1 1-1 0,2 0 2 0,0 1 3 0,-2 0-2 0,2 1 7 16,-1-1 0-16,0 0-1 0,0 2-1 0,1 1 2 0,0 0-3 0,1 0 6 16,1 0 2-16,0-1 1 0,2 0-3 0,-1 0-3 0,3-1-2 15,-1 0-2-15,1-1 3 0,0 0-5 0,9 3-14 0,-11-6 9 0,3-2-11 16,7 2 2-16,-11-3 24 0,0 0-9 0,1-1 8 0,1-1 2 15,-1-1-14-15,1-1-5 0,0-1 1 0,1-2-7 0,1-1-5 0,-1-1-10 16,1-1-45-16,0-2-89 0,-1-1-84 0,-1 0-59 0,1-1 0 0,0-2 29 16,-1 0 58-16,0-2-201 0</inkml:trace>
  <inkml:trace contextRef="#ctx0" brushRef="#br0" timeOffset="6582.75">21700 1565 2793 0,'-1'4'15'0,"0"1"-52"15,1 3-23-15,1 2-7 0,2 3 8 0,0 0 18 16,2 3 14-16,1 2 9 0,1 0 10 0,-1-1 8 0,1 1 4 0,-2 1 3 0,-2-1-3 0,2 1 3 16,-2 1-6-16,0 0 1 0,0 1-1 0,1 1-10 0,-1-1 3 15,1 2 1-15,4 21-18 0,0-5 7 0,-2-5 1 0,0-3-5 0,-2-4 15 16,-1 1 0-16,2 0 7 0,-1 0-2 0,1-1 0 0,-1 1 0 15,0 0-2-15,1-1 2 0,-1-1 0 0,1-2 2 0,-1-3-4 0,-1 0 4 16,-1-4-4-16,-1 0 5 0,-1 0 1 0,-1-3 3 0,-1-1 2 0,-2 0 1 16,-1-3 2-16,-2-1 2 0,-3 0-6 0,-2-4-10 0,-1 1-10 15,-2-1-25-15,-1-1-9 0,-2-1-4 0,0-2 5 0,-2-1 12 0,-1-2 11 16,-1-1 2-16,1-2 9 0,0-2 2 0,4-2 2 0,1-2 1 0,2-1 3 16,2-3 4-16,1-1 7 0,1-3 14 0,2-1 7 0,2-1 4 15,2-1-3-15,3-1-3 0,2 2-5 0,1-3-7 0,3 3-2 0,2 2-6 16,2 2-7-16,1 4 3 0,2 2-3 0,1 3-1 0,1 2 1 15,1-1-6-15,-1 3 0 0,5-1-2 0,0 2-6 0,-2 0-2 0,2 1-13 16,-1 1-23-16,0 1-47 0,-2 0-89 0,1-1-108 0,0 1-61 0,-1-1-6 16,2 0 57-16,0 0-168 0</inkml:trace>
  <inkml:trace contextRef="#ctx0" brushRef="#br0" timeOffset="6882.75">22166 2031 1444 0,'-2'4'783'15,"0"1"-884"-15,1 2-134 0,2 1-54 0,1 2 16 0,1 1 62 0,-1-2 70 16,0-1 38-16,-1-2 26 0,-1-1 23 0,-1 0 32 0,-1 0 20 15,1 0 12-15,0-1 2 0,0-1 0 0,1-2-2 0,0 0 4 0,1-2-1 16,-1 0 3-16,1-1 1 0,-1-1-4 0,0 0-2 0,0 0-1 0,0-1-2 16,0 1 1-16,-1 0-2 0,0-1-1 0,-1 0-3 0,0-1-3 15,1-1-7-15,-1 0-5 0,1 0-9 0,-1 0-7 0,1 0-7 0,0 0-8 16,0 0-8-16,0 1-9 0,0 0-3 0,0 0 0 0,0 0 1 0,0 2 11 16,0 0 8-16,0 0-25 0,0 1-148 0</inkml:trace>
  <inkml:trace contextRef="#ctx0" brushRef="#br0" timeOffset="7168.75">22074 2097 862 0,'0'0'213'0,"0"0"-122"0,1 1-56 0,1 0-19 16,2 0 5-16,-1 0 20 0,2 1 18 0,-1-1 20 0,1-1 16 15,0 1 12-15,-1-1 7 0,1 1-2 0,2-1-10 0,0 0-11 0,2 0-12 16,1 1-10-16,-1-1-6 0,1 0-8 0,-1-1 1 0,1 0 7 15,1 0 3-15,1-1-1 0,1 2 1 0,-1-2-11 0,1 0-14 0,0 0-2 16,1 0-11-16,1 0-3 0,-2 0-1 0,2-1-5 0,-1-1-1 0,0 0-6 16,-2-1 0-16,1 0-2 0,0 0-4 0,0 0 5 15,0-1-3-15,-1 1-1 0,1 0 5 0,0-1-6 0,0 0 3 0,1 0-4 0,-2 0 4 16,0 0-4-16,0 0-2 0,0 1-3 0,0 0 0 0,-2 0 0 0,1 2 2 16,-2-1-4-16,1 1-3 0,-2-1-4 0,0 1-6 0,-2-1-7 15,-1 1-15-15,0 0-12 0,-2-1-35 0,0-1-70 0,-2 3-68 0,0-1-79 16,-1 0-71-16,1-2-6 0,-1 0 21 0,1-1 55 0,-1-2-31 15,1 2 47-15</inkml:trace>
  <inkml:trace contextRef="#ctx0" brushRef="#br0" timeOffset="7436.38">22727 1776 2066 0,'-1'0'1091'0,"0"0"-1073"0,1 2-43 0,0 1-17 0,2 1 1 0,0 2 18 15,2 1 18-15,2 0 10 0,1 3 11 0,0 0-2 0,-1 2 1 16,0 0-8-16,-2 0-5 0,-1 0 7 0,-1 3-1 0,-1 1-1 0,0 15-1 16,0-2-6-16,0-2-4 0,-1-6 8 0,2 2-1 0,0-1-3 15,0 2 0-15,0 0 2 0,0 0 0 0,0 0-1 0,-1 0 3 0,1 0-6 16,0-1 0-16,0-2 4 0,-1-2-7 0,1-2 0 0,1-3-2 16,0 0-13-16,0-1-4 0,2-2-5 0,-1-1-9 0,1-2-2 0,0 0-7 15,0-2-14-15,0-1-18 0,-1-2-18 0,1-1-29 0,-1-1-47 0,0-2-33 16,-2 0-21-16,-2-2-22 0,0-1-18 0,-2-3 4 0,-2-1-1 0,-1-1 21 15,-1-3 12-15,-1 0-107 0</inkml:trace>
  <inkml:trace contextRef="#ctx0" brushRef="#br0" timeOffset="7700.39">22638 1826 2079 0,'-4'-4'127'0,"1"1"-78"0,0 0-28 15,-1-1-18-15,1 1-6 0,0-1-2 0,1 1 5 0,2 2-3 16,1 0 5-16,2 1 5 0,0-1-1 0,1 1 8 0,1 0 4 0,1 1 0 15,1-1 1-15,1 1 6 0,1 0-7 0,1 1 3 0,2 0 4 16,1 0-5-16,0 0 5 0,1 1-8 0,2-1-3 0,-1 1-4 0,1 0-1 16,-1 1 4-16,1 0-2 0,0 1 9 0,-1-1 0 0,-1 1-6 0,1 0 2 15,0 0-6-15,0 1 2 0,-2-1 0 0,1 0-4 0,0 0-8 16,0 1 1-16,-2-1 1 0,-1 1 3 0,0-1 5 0,-2 0-2 0,-1-1-3 16,-1 2 4-16,-1-2-5 0,-2 1 5 0,0-2-4 0,-2 1-3 15,-3-1-10-15,0 3-12 0,-4-2-9 0,-1-1-18 0,0-2-16 0,-2-2-30 16,4 1-21-16,-1-1-20 0,0 0-17 0,-2-1-9 0,0-1-26 0,-1 0-15 15,0-1-7-15,-2 0 9 0,0 1 20 0,1-2 18 0,-1 0 17 16,2 0 21-16,0 0 26 0,0 1-63 0,0-1-48 0</inkml:trace>
  <inkml:trace contextRef="#ctx0" brushRef="#br0" timeOffset="8182.96">23064 1958 694 0,'1'-1'186'0,"0"1"-142"0,2 0-52 0,1 0-15 16,1 0 5-16,-1 1 12 0,1-1 12 0,0 0 10 0,0 1 13 0,-1-1 18 15,0 1 16-15,-1 1 21 0,1 0 12 0,-1 2 11 0,1 1 0 16,0 0-10-16,1 1-12 0,0 0-10 0,0 2-6 0,1 2-5 0,-1 0 1 16,2 2-1-16,0 0-4 0,0 0-3 0,-1 2 0 0,1 0 4 15,0-1 4-15,-1-1 4 0,-1 0-9 0,0 1-3 0,-1 0-11 0,1-1-8 16,-1-1-9-16,-1-1 2 0,-1-1-11 0,-1 0 3 0,0-1-3 0,-2-3-2 15,1-1 3-15,-2-1 0 0,-1-2 7 0,-1-1-5 0,0-2 3 16,-1-1-5-16,-1-1-6 0,-1-1-2 0,-1-2-4 0,0-1-3 0,2-1-1 16,-1-2 2-16,1 0-2 0,1-2 0 0,1-1-2 0,2 0-4 0,2-1 1 15,1-1-2-15,0 0 0 0,2-2 2 0,0 1-1 0,2 0-3 16,0-1-1-16,2 3-3 0,-4 8 5 0,2-1-4 0,0 0-3 0,2-1-3 16,0 1-5-16,0 0 0 0,1 1 3 0,1 1 2 0,1-1-13 0,0 1-4 15,0 2-23-15,0 0-42 0,-1 1-57 0,1 1-79 0,0-1-45 16,0 1-34-16,-1 0 1 0,1 0 42 0,-2-1 28 0,2 0 56 0,-1 0 43 15,1 0-177-15</inkml:trace>
  <inkml:trace contextRef="#ctx0" brushRef="#br0" timeOffset="8716.95">23546 1914 1236 0,'0'3'385'0,"1"0"-317"0,1 3-86 0,2 5-24 15,2-2-2-15,0-1 15 0,0-2 28 0,1-2 9 0,0-1 2 16,-1 0 1-16,-1-1 2 0,-1-1 6 0,0-1 5 0,0 0 4 0,-1-1 2 15,0-1-6-15,1 0-2 0,-1-1 1 0,0-1-4 0,0-1 3 0,-1 0-1 16,-1 2 11-16,-1-1-2 0,1 0 1 0,-1-2 0 0,0 1-16 16,0-1 0-16,-1 0-2 0,0-1 9 0,-1 0 0 0,0 0 0 0,-1 0 1 15,-1 1-11-15,-1 1 1 0,0 0-1 0,0 0-2 0,0 1-1 16,-1 2-2-16,-1-1-3 0,0 2-1 0,0 1-2 0,0 0-3 0,-1 2-1 16,-1 0-3-16,0 1 0 0,0 2-5 0,0 1 0 0,0 1 1 15,1 0 0-15,0 2 10 0,-1 2-15 0,-3 7-2 0,3-1-6 0,4-1-4 16,3-6 8-16,2 0-4 0,1-1 1 15,1 0 3-15,0 0 4 0,1 0 8 0,2-1 7 0,0 1 3 0,0-1 2 0,1-1 3 0,0 0-1 16,0-1 3-16,1 0-2 0,-1 0 0 0,2-2 1 0,1 0-4 0,1-1 6 16,0 0-4-16,0-1-1 0,-1 1 1 0,-2-2-6 0,1 0 4 0,0 0 0 15,-1-1 1-15,1 0-3 0,0-1-2 0,0 0 3 0,1-1-2 16,-1 1 0-16,2-2-2 0,0 1 2 0,0-1 1 0,1 0 1 0,0 0 10 16,0 0-4-16,1 1 9 0,-1 0-1 15,0 0-5-15,0 1 10 0,-2 0-4 0,1 1-2 0,-1 1 1 0,0-1-2 0,0 2 0 0,-1 0 6 16,0 0 2-16,-1 1-6 0,1-1 0 0,0 1-6 0,0 0 5 0,1 0-4 15,-2-1 2-15,0 1 1 0,1-1-10 0,-3 0-2 0,2 0-4 16,1-1 0-16,0 0-1 0,0-1 2 0,0-1 1 0,1 0-4 0,-1 0-1 16,-1 0 3-16,0-1-3 0,1 0 3 0,-1 0 3 0,0-2-3 0,0 1 3 15,-1-1 0-15,0 1 2 0,0-1-5 0,-2 0 2 0,1 0-1 16,0-1-1-16,-1 0 6 0,-1 0 0 0,0 1-3 0,-1-2 10 0,-1 0-7 16,-1 0 8-16,-1-1 6 0,-1 0-4 0,-1 0 2 0,-2 0 4 0,-1 0-5 15,0 0-1-15,-1 2 0 0,-1-1-6 0,-1-1 2 0,-1 0 0 16,0 0-1-16,-1 0-6 0,6 4 6 0,-1-2-5 0,-1 1-9 0,-1-1-5 15,0 1-19-15,-1 1-10 0,0-1-7 0,-1 0-6 0,1 2-12 0,-1 0-3 16,0 1-7-16,1 1-12 0,-1 1-15 0,0 1-25 0,2 0-33 16,-1 1-61-16,1 0-47 0,-1 0-9 0,-5 1-9 0,8-2 65 0,1-1-188 15</inkml:trace>
  <inkml:trace contextRef="#ctx0" brushRef="#br0" timeOffset="8933.95">24221 1340 3714 0,'2'4'-17'0,"0"1"-61"0,2 4-43 16,2 4-4-16,1 4 35 0,3 5 44 0,1 4 35 0,1 5 11 0,1 3-14 15,-1 4 5-15,-1 0 2 0,-1 3-7 0,-1-1 14 0,-2 1-2 16,-1 1-1-16,-2 0-11 0,1 35-27 0,-1-11-25 0,-1-12-50 0,1-15-53 15,0-7-89-15,0-3-110 0,1-3-117 0,0-4-12 0,-1-2 89 0,0-2-151 16</inkml:trace>
  <inkml:trace contextRef="#ctx0" brushRef="#br0" timeOffset="11316.96">27095 898 261 0,'0'0'95'15,"-1"1"-44"-15,0 0 5 0,0-1 9 0,0 1-8 0,0 0-3 0,0 0-5 16,0-1 0-16,0 1 9 0,0 0 6 0,-1-1 6 0,1 1 12 16,0-1 3-16,0 0 8 0,0 0 5 0,0-1 4 0,1 1 1 0,0-1 2 15,0 0 5-15,1 0-7 0,0-1 4 0,0 1-12 0,1 0-2 0,0 0-9 16,0 0-12-16,0 0-3 0,1 1-13 0,1 0-4 0,0 1-10 15,0 0-5-15,0 1-7 0,1 1 0 0,1 1 1 0,0 1-12 0,0 1 2 16,1 1-2-16,1 2-1 0,1 0 3 0,0 0 0 0,1 2-5 0,1 1-1 16,1 0-3-16,1 0-7 0,0 0 3 0,1 1-3 0,1 0 1 15,0-1 6-15,1 0-4 0,0-1 0 0,1-1-1 0,0 0 1 0,0-2-3 16,-1-1 4-16,1-1-1 0,-1-2 2 0,-1 0-1 0,0-2-3 16,-1-1-2-16,-1-2-4 0,0-1 0 0,-3 0-17 0,0-3-8 0,-1 0-15 15,-1-1-33-15,-2-2-28 0,0 0-60 0,-2-1-60 0,-1-1-43 0,-1-1-21 16,-1-1 9-16,0 0 41 0,-2-1 52 0,0 1 40 0,-1-1 33 15,0-1 15-15,-1 1 8 0,0-1 17 0,0 2 13 0,-1-1 7 0,0 1-66 16,0 1-94-16</inkml:trace>
  <inkml:trace contextRef="#ctx0" brushRef="#br0" timeOffset="11668.95">27423 839 231 0,'0'1'75'0,"-1"0"-37"0,0 0 6 0,0 0 9 0,1 0 4 16,-1 1 10-16,0-1-2 0,1 1-2 0,-1-1-2 0,1 1-2 0,-1 0 4 15,1 1 3-15,0-1 2 0,1 0 8 0,-1 1 3 0,2-1 3 0,-1 1 0 16,2 0-3-16,-1 0 4 0,1 0 0 0,1 1 3 0,0-1 4 15,1 2-2-15,0 0-1 0,0 1-5 0,1 1-6 0,0 0-7 0,1 1-3 16,-1 0-10-16,2 2-11 0,1-2-7 0,-1 3-9 0,2 0-5 0,-1 1-4 16,2 1-6-16,-2-1 2 0,2 2-1 0,1 1-2 0,0 0-4 15,0 2-7-15,-1 0-4 0,1 1 7 0,12 20-27 0,-2 1-3 0,-1 1 0 16,-1-1-5-16,-2 1 23 0,-4-3 4 0,-1-1-3 0,-1-5 3 16,-2 0 0-16,0-3 0 0,-3 0 2 0,1 0 2 0,-1-1 2 0,0-2-1 15,-2 1-2-15,-1-3 3 0,-1 0-2 0,-2-2 1 0,-1-2 1 0,-1-1 0 16,-3-2-2-16,-2-2-1 0,-1-3-1 0,-2 0-1 0,-1-2 1 15,-2-2-1-15,-1-3 4 0,-2-1-5 0,-2-2-3 0,1-3 4 0,-2-1 1 16,-1-2 4-16,1-2-2 0,-2-2-2 0,0-1 1 0,2 0 0 0,-2-3 1 16,1 0 7-16,0-2-2 0,1 1 8 0,1-2-5 0,1 0-1 15,2 0-1-15,2 2-5 0,1 0 4 0,3 1-1 0,1 1-2 0,3 2 0 16,2 2 0-16,1 1-5 0,2 0 4 0,2 1-2 0,1 1-3 16,2 1 1-16,1-1 1 0,0 1-2 0,3 1 1 0,0-1-1 0,0 2-3 15,2-1-3-15,0 0-16 0,1 0-5 0,1 0-10 0,-1 1-21 0,1-1-35 16,1 0-61-16,-1-1-76 0,-2 0-46 0,2-1-11 0,0 1 15 15,-1-2 44-15,0 0-226 0</inkml:trace>
  <inkml:trace contextRef="#ctx0" brushRef="#br0" timeOffset="11917.96">27847 1328 758 0,'-1'0'223'16,"1"0"-185"-16,1 0 9 0,0 0 28 0,0 1 25 0,1 0 11 0,2 1-8 16,0 0-14-16,1 0-16 0,0 0-10 0,1 1-9 0,0-1-12 15,1 0-10-15,0 0-11 0,-2 1-5 0,1-2-8 0,1 1-8 0,-1 0 5 16,-1-1-6-16,1-1 1 0,-1 1-1 0,0-1-3 0,-1 0-3 16,1-1-6-16,0 0-6 0,0 0-6 0,-1-1-13 0,1 0-18 0,-1 0-42 15,1-1-52-15,0-1-33 0,-1 1-17 0,1-2 5 0,-1 1 14 0,1-1 31 16,0-1-225-16</inkml:trace>
  <inkml:trace contextRef="#ctx0" brushRef="#br0" timeOffset="12178.96">28120 1099 1176 0,'-1'3'60'0,"1"1"-8"0,0 1 24 16,-1 0 22-16,1 2 11 0,0 1 0 0,-1 1-15 0,1 2-12 0,0 12-32 16,1 2-8-16,0 4-1 0,1 0-1 0,1-2 24 0,1 0-1 15,0-4-8-15,0-1-17 0,0-2-4 0,0 0-13 0,2 1-4 0,0-2-1 16,0 2-4-16,1-1-3 0,1-1-1 0,0 1-3 0,1 0-4 16,0-1 5-16,-1-1-4 0,0 0-2 0,1-1 0 0,-1-2-5 0,0 1 2 15,-1-2-5-15,0 0 1 0,-1-2-1 0,-3-3-8 0,1 0-1 0,0-1-10 16,-2-2-10-16,0-1-57 0,-2-3-68 0,0-2-71 0,-1-2-67 15,-1-1 12-15,-1-3 27 0,0-2 44 0,-1-2 61 0,0-2-218 0</inkml:trace>
  <inkml:trace contextRef="#ctx0" brushRef="#br0" timeOffset="12667.79">28135 1268 563 0,'0'-3'148'0,"-1"0"-37"16,1 0 7-16,0-1 8 0,-1 1 3 0,1-2-9 0,0 0 1 15,0 0 1-15,0-1-4 0,1-1-13 0,0 1-11 0,0-1-3 0,1 1-7 16,0-1 2-16,0 0-1 0,1 3-11 0,1-1 3 0,1 0-8 0,0 1-2 15,1 1-6-15,1 1-8 0,0 0-5 0,1 1-1 0,1 1-8 16,0 0-1-16,-1 2-10 0,1 0-4 0,1 1 4 0,0 1-8 0,-1 0-3 16,1 2 2-16,-2-1-7 0,0 2 3 0,1 1-3 0,-1 0-28 15,-1 0-6-15,6 10-5 0,-3-1 2 0,-2 1 22 0,-2-2 5 0,-2-1-2 16,-1-2-4-16,-2-1 2 0,-1-3-1 0,-1 0 3 0,0 0 0 0,-2-2-2 16,0 1-4-16,-1-3-8 0,-1 1-6 0,0 0-6 0,-1-1-4 15,-1-1-16-15,0-1-14 0,0 0-23 0,-1-2-16 0,0 0-10 0,1-2-9 16,0 0-5-16,1-1 2 0,0-1 3 0,0-1 13 0,1-1 12 0,1 0 9 15,1 0 14-15,0-1 10 0,2 1 15 0,1-1 11 0,0 1 9 16,1-1 8-16,2 1 5 0,0 0 5 0,1 0 6 0,0 1 4 0,1 0 1 16,0 1 3-16,1 1-1 0,0 0 3 0,1 1 1 0,0 0 4 15,0 2 7-15,1-1 0 0,1 2 1 0,0 0 3 0,0 0 2 0,-1 1 5 16,2 0 1-16,1 0 4 0,-1 1 1 0,1 0-1 0,-1 0 3 0,0 1-2 16,0-1 2-16,-1 0-3 0,1 0-2 0,-1 0-1 0,-1 0-4 15,-1-3-2-15,1 2-1 0,0-2 1 0,-1 1-3 0,-1-2 1 0,-1 0-2 16,-1 0-3-16,0-1 4 0,-1-1-5 0,-1 0 2 0,-1 0-3 15,0 0-3-15,-1-1-5 0,-1-1-7 0,1 0 0 0,-1-1-2 0,-1 0 1 16,0 0 1-16,-1-1-1 0,0-1-4 0,0 0 4 0,1 0-3 0,0 3 25 16,0 1 5-16,1-2-7 0,-1 0 4 0,1-1-27 0,-1 0-2 15,1 0 7-15,0-1-7 0,0 0 1 0,0 0 2 0,0 0-5 0,1 2 4 16,1-2-2-16,-1 0-4 0,1 1 2 0,1-1-2 0,0 1-12 0,0 1-6 16,1 0-15-16,0 1-19 0,0 0-19 0,1 2-35 0,0-1-53 15,0 2-22-15,1-1-22 0,-1 1-4 0,1 1 26 0,-1 0 2 0,1 0 18 16,0 0 33-16,0 0-82 0,0 0-47 0</inkml:trace>
  <inkml:trace contextRef="#ctx0" brushRef="#br0" timeOffset="13250.39">28669 1234 293 0,'0'0'131'0,"0"0"-88"0,1-1 3 0,0 1 8 0,0-1 10 16,-1 0-1-16,1 0-4 0,1 0 0 0,-1 0-6 0,0-1 4 0,1 0 2 15,-1 0 2-15,1-1 2 0,0 1 8 0,0-1 5 0,0 0 9 16,0 0 1-16,0-1-8 0,-1 1 0 0,0-1-16 0,0 0-3 0,0 1-7 15,0 0-6-15,0-1-6 0,-1 0-5 0,-1 1 1 0,0-1-2 16,0 1-5-16,0 0-4 0,0 0-3 0,-2 1-5 0,0-1 0 0,-1 1-3 16,0 1-2-16,0 0-6 0,-1-1-1 0,0 2 1 0,0-1-7 0,-1 1 6 15,0 1-3-15,0-1-1 0,0 2 1 0,1-1-4 0,-1 1 2 16,0 0 2-16,1 1-1 0,-1 0-1 0,0 0 3 0,1 1 0 0,-1 0 0 16,1 0-2-16,0 1-1 0,1 0 0 0,-1 0 0 0,2 1 3 15,-1 1 0-15,1 0 0 0,0 1-3 0,0 0-18 0,2 0-6 0,-2 7 1 16,2 2 2-16,1-1 14 0,3-1 7 0,1-1 0 0,1-1-1 0,1-2-1 15,0-1 4-15,2-1-1 0,1-1 2 0,0 0-2 0,1 0-1 16,1 0 2-16,-1-1-4 0,2-1 6 0,1 0-2 0,0-1 1 0,1 0 0 16,-1-1-1-16,0-1 0 0,1-1 1 0,-1 0 1 0,0-2 3 0,-2 0 4 15,1-1 4-15,-2 0 3 0,0-2-2 0,-1 0-1 0,0 0 0 16,-2-2-1-16,1 0 2 0,-2 0-2 0,0 0 4 0,-1-1-2 0,-2 1 3 16,0-1-1-16,-1 0-4 0,-1 2-1 0,-1-1 1 0,0 0-2 0,-1 1-2 15,0 0 2-15,0 1-3 0,0 0 5 0,-1 2-2 0,1 0-1 16,0 0 1-16,1 2-6 0,-1-1-1 0,0 1-2 0,2 1 0 0,-1 0 0 15,0 0 2-15,1 0 1 0,1 1-3 0,0 0 3 0,0 0 0 16,1 0-6-16,0 0 7 0,1 0-7 0,0 0 0 0,1 0 4 0,0 0-2 16,0-1 1-16,2 1 2 0,0-1 1 0,0-1 5 0,0 0 4 0,2 0 7 15,-1-1 3-15,1-1 7 0,-2 1 3 0,1-2-3 0,1 1 0 16,-1-2 3-16,0 1-6 0,0-2 7 0,0 0-6 0,-1 1-5 0,-1-1-2 16,0-1-1-16,1 0 0 0,-2 0-4 0,-1 0-2 0,0 1-3 0,-1-1 2 15,0 0 1-15,-2 1-3 0,0-1 1 0,-1 1-5 0,0 0 3 16,-2 1-2-16,0 0 2 0,0 1 5 0,0 0 23 0,0 0-6 0,-1 0-6 15,-1-1-7-15,-1 1-30 0,0 0-2 0,-1-1 6 0,0 0-4 16,-2 0-5-16,-1-1-5 0,0 1-7 0,-1 0-5 0,-1-1-4 0,1 0-8 16,-1 1-9-16,0-1-9 0,-1 1-16 0,0 1-3 0,1-1-15 0,1 1-21 15,0 1-23-15,0 1-37 0,1-1-35 0,2 1-12 0,-1 1-9 16,2 0 9-16,1 0 26 0,2 1 11 0,0 1 13 0,-1 2 19 0,4 2-248 16</inkml:trace>
  <inkml:trace contextRef="#ctx0" brushRef="#br0" timeOffset="13617.73">28976 1103 484 0,'0'0'58'0,"0"0"-2"16,0 0 22-16,0 1 15 0,1-1 14 0,-1 1 6 0,0 0 0 0,1 0 10 16,-1 0 5-16,1 1 2 0,-1-1-6 0,1 1-4 0,0 0-11 0,-1 0-6 15,1 0-13-15,0 1-6 0,0 0-11 0,-1 0-10 0,1-1-5 16,0 1-11-16,0 1-1 0,0 1-8 0,0-1-1 0,0 1-13 0,0 1-6 15,1 1-7-15,-1-1-4 0,1 2 4 0,0 1-5 0,-1-1-1 16,1 2-7-16,1 0 2 0,-1 1-20 0,1 1-9 0,3 11 0 0,1 1-5 16,0-1 14-16,1-3 0 0,0 0-8 0,1-3-5 0,-1-4-9 15,1-3-11-15,2-1-23 0,-1-1-62 0,3 0-91 0,-1-2-63 0,0 0-17 16,2-2 17-16,-1-2 59 0,1 0-111 0,-2-2 69 0</inkml:trace>
  <inkml:trace contextRef="#ctx0" brushRef="#br0" timeOffset="13959.73">29339 1299 876 0,'-1'0'354'0,"1"-1"-315"0,-1 1 10 16,0 0 25-16,1 0 21 0,-1-1 13 0,1 1-4 0,0 0-13 0,0-1-6 15,0 1-3-15,1-1-10 0,1 1-6 0,0-1-6 0,0 0-7 0,2 0-12 16,0 0-4-16,1-1-7 0,2 0-4 0,-1 0-19 0,2 0-1 16,1 0-6-16,1-1-6 0,0-1 12 0,1 1-7 0,-1-1-4 0,2 0 5 15,0 0-3-15,0 0 2 0,1 1-4 0,-2-1-10 0,2-1-10 16,-1 1-14-16,0 0-19 0,0 1-28 0,-1-1-35 0,-1 1-57 0,1 1-41 15,-2-1-20-15,1 1 4 0,-2 1 41 0,0 0 27 0,-2 1 26 0,1 0 29 16,-1 1-58-16,-1 0-85 0</inkml:trace>
  <inkml:trace contextRef="#ctx0" brushRef="#br0" timeOffset="14101.73">29458 1384 529 0,'0'-1'96'0,"0"0"-59"16,1 0 17-16,0-1 17 0,2 0 14 0,0 0-3 0,1 1-20 0,2-2-12 15,0 1-7-15,1-1 0 0,1 1-3 0,1-1-12 0,1 0-7 0,0 0-11 16,1 0-9-16,-1-1 2 0,-1 1-6 0,0 0-1 0,1-1-5 16,0 0-6-16,-1 1-25 0,1-1-30 0,-6 2-28 0,0 0-22 0,1 0-15 15,1 0-1-15,0 0 18 0,-1-1-230 0</inkml:trace>
  <inkml:trace contextRef="#ctx0" brushRef="#br0" timeOffset="14800.73">30028 1037 413 0,'-2'0'69'0,"0"0"-6"0,-1-1 19 0,0 1 10 16,-1-1 1-16,-1 1-6 0,0-1 2 0,0 1 0 0,-1-1-1 16,-1 0 7-16,0 1 3 0,1 0 2 0,-2-1 3 0,-1 1-2 0,1 0-4 15,1 0 1-15,0 0-1 0,0 1 2 0,0-1 6 0,1 1 2 16,2-1-3-16,-1 1 1 0,0 1-5 0,2-1-4 0,0 1 4 0,1 0-9 16,0 0-7-16,1 1-14 0,1 0-10 0,1 1-6 0,0 0-10 0,1 1 2 15,0 0-16-15,1 0-1 0,0 1-8 0,1 2-3 0,-1-1-7 16,2 2-4-16,-1 0-1 0,1 0-4 0,0 1-1 0,1 0 7 0,0 1-8 15,1-1-4-15,-1 1 11 0,1 0-5 0,1-1 7 0,-1 0-2 0,0 0 1 16,1-1 1-16,1 0 5 0,-1-1 3 0,1-1 3 0,-1-1 6 16,1-1-2-16,-2 0 3 0,1-2-10 0,0 0 5 0,0-1-3 0,-1-1-10 15,0-1 12-15,0-1-10 0,-1 0-5 0,0-1 3 0,-2-1-3 0,1-1-2 16,-1 0 3-16,0 0 5 0,-1 0-10 0,1-2-2 0,-1 0 1 16,-1 0-4-16,1-1 6 0,-1 0-1 0,0 0-5 0,0 0 6 0,0 0-6 15,-1 1 6-15,1 0-1 0,-1 0-4 0,1 0 6 0,-1 0-6 16,1 1-2-16,-1 1 1 0,1 0-5 0,0 1 6 0,0 0 6 0,0 1-2 15,1 1 0-15,-1 0-4 0,1 1-4 0,1 1 6 0,-1 0-2 0,1 0 6 16,-1 1-2-16,1 0-6 0,0 0 12 0,0 1-1 0,0-1-5 16,0 1-4-16,0-1 0 0,-1 1-3 0,1-1 7 0,-1 0 5 0,0 0-7 15,-1-1 2-15,0 0-2 0,-1 0-2 0,1-1 0 0,-1 0 2 0,0 0 0 16,0-1 0-16,0 0 0 0,-1-1-7 0,1 0 9 16,-1 0 1-16,0-1-4 0,0 0 6 0,1-1-3 0,-1 1-6 0,0-1 8 0,0 0 0 15,1-1-2-15,-1 1 2 0,1 0-3 0,0 1 3 0,0-2-4 0,0 2 6 16,0-1-2-16,0 1-4 0,1 0 2 0,-1 0-4 0,0 1 11 15,0 0-5-15,1 1 2 0,0 0 0 0,-1 1-6 0,1 0 5 0,0 1-3 16,0 1 0-16,0 0 0 0,0 1 0 0,0 0 0 0,1 0-4 16,-1 1 6-16,1 0-10 0,0 0 6 0,0 0 4 0,0 1-8 0,0 0 10 15,0 0-2-15,0-1-10 0,0 1 4 0,1 0-6 0,0-1-1 0,0 0 3 16,0-1-2-16,0 1 1 0,0-2-14 0,1 0 2 0,-1 0-7 16,1-1-12-16,0 0-11 0,0 0-21 0,-1-1-18 0,1 0-16 0,0 0-12 15,-1-1-24-15,1 0-33 0,0 0-45 0,0 0-55 0,0 0-49 16,0-1-38-16,1 0-1 0,-1 1 35 0,1-1 53 0,-1 0 35 0,0 0-112 15</inkml:trace>
  <inkml:trace contextRef="#ctx0" brushRef="#br0" timeOffset="15151.73">30546 1130 323 0,'-1'1'51'0,"0"0"-10"0,0 1 19 15,-1 0 15-15,0 1 10 0,1 0 4 0,-1 0-1 0,1 1 9 0,-1-1 13 16,1 1 5-16,0 0 3 0,0 1 1 0,0-1-3 0,1 1-2 15,1-1-6-15,0 0-8 0,1 0-6 0,1-1-10 0,0-1-6 0,1 0-8 16,0 0-2-16,1-1-1 0,0-1 0 0,1 0-6 0,-1-1-6 0,1 0-2 16,-1-2-12-16,0 1-4 0,1-1-12 0,-1-1 1 0,1-1-7 15,-1 0-4-15,0-1-1 0,0 0-6 0,-1-1 0 0,0 0 2 16,0 0-2-16,-1-1-3 0,0 1-2 0,-1-1 4 0,1 0-2 0,-1 0-2 16,-1 0 7-16,0 0-5 0,0 0 3 0,0 1 4 0,-1 0-11 0,-1-1 9 15,0 2-3-15,0-1 1 0,-1 2-1 0,0 0-4 0,-1 0-6 0,0 2-6 16,-1 0-1-16,-1 1-6 0,0 0 1 0,-1 2-3 0,0 0-8 15,-1 1-7-15,-1 1-18 0,1 1-18 0,0 0-18 0,-1 1-30 0,-1 1-28 16,1 0-28-16,-1 1-16 0,1 0-1 0,-1 0 17 0,2 1 24 16,-1-1 24-16,1 0 23 0,1 0 19 0,0 0 17 0,2 0 12 0,1 0 15 15,1-1 11-15,0 0 7 0,1 0 7 0,2-1 4 0,0-1 4 0,2 0 1 16,0-1 2-16,2-1-2 0,0 0-3 0,2 0-4 0,0-1-8 16,1-1-4-16,0 1-5 0,2-1-11 0,-1-1-6 0,2 1-8 0,0-1-6 15,1 0 8-15,-1 0 11 0,1 0-13 0,1 0-126 0</inkml:trace>
  <inkml:trace contextRef="#ctx0" brushRef="#br0" timeOffset="15438.89">30808 1097 217 0,'0'0'130'0,"0"1"-40"0,0-1-9 0,-1 1-9 0,0 0-6 0,0-1-3 16,-1 1 5-16,0 1 7 0,0-1 2 0,-1 0 0 0,0 1-1 15,0 0-2-15,-1-1 6 0,1 1-5 0,-1 0-6 0,1 0-6 0,-1 0-4 16,1 1-1-16,1-1 8 0,0 0 1 0,0 1 7 0,1-1 14 0,0 1-2 16,2 0 2-16,0 0-7 0,0 0-5 0,2 0 5 0,-1 1-3 15,2 0-4-15,1 0-8 0,0 0-15 0,1 0-9 0,0 0-5 0,1 0-6 16,1 0-1-16,0 0 1 0,0 0 0 0,0-1 0 0,1 0-2 15,0-1-5-15,1 1 0 0,0-1 3 0,0-1-1 0,-1 0 0 0,2 0 1 16,-1-1-3-16,1-1 3 0,-1 0 4 0,0 0-5 0,-1-2 5 16,0 0-8-16,0 1 0 0,0-2-4 0,-1 0-8 0,0-1 1 0,0 0-5 15,-2 0 4-15,-1-1-1 0,1 0-1 0,-2 0-3 0,-1 0-1 0,0-1-7 16,-1 1 0-16,-1-1 8 0,-1-1-3 0,-2 1-3 0,0-1 0 16,0 1-7-16,-3 0-7 0,0 0-9 0,-1 0 0 0,0 2-12 0,-2-1-14 15,-1 0-1-15,-1 2-17 0,0 0-19 0,-1 0-9 0,1 2-18 0,-2 0-20 16,0 2-8-16,0 0-25 0,0 2-28 0,1 0-30 0,-1 1-18 15,0 0-12-15,2 2 23 0,-1-1 34 0,2 1 23 0,1 0 35 0,1-2 31 16,0 2-57-16,1-1-72 0</inkml:trace>
  <inkml:trace contextRef="#ctx0" brushRef="#br0" timeOffset="16069.89">30889 677 871 0,'-2'-3'118'0,"1"1"-63"0,-1 0 29 0,0 0 16 16,1 0-3-16,-1 0-11 0,0 0-16 0,1 1-1 0,-1 0 9 0,1 0 2 16,0 1 8-16,0 0-12 0,1 0-1 0,0 1 0 0,1 2-2 15,1 1 2-15,1 1-14 0,0 2-6 0,1 1-14 0,1 1-7 0,-1 0 1 16,1 3-11-16,2 1-8 0,-1 0-5 0,1 2-9 0,1-1 2 16,-1 2-7-16,1 1-4 0,0 0-6 0,-2-1-5 0,2 1-11 0,0 0-15 15,0-1-21-15,0 1-37 0,-1-2-74 0,1 0-86 0,0-1-36 0,-1-1 8 16,1-1 58-16,0 0 65 0,0-2 41 0,0 0 29 0,1-2 24 15,-1-1 25-15,0 0 17 0,1 0 12 0,-1-2 9 0,1-1 4 0,-1 0 4 16,1-1 3-16,-1-1 3 0,0-1 2 0,-1 0 4 0,0 0 9 0,0-1 10 16,0 0 11-16,0-1 9 0,-1 0 3 15,-1 0 4-15,1 0-1 0,-1 0 4 0,-1 0 6 0,0 0 3 0,0-1 0 0,0 1-6 0,0-1-12 16,0 1-8-16,0-1-6 0,-1 1-3 0,1-1 6 0,-1 1 2 16,1-1 17-16,0 1 22 0,0-1 16 0,0 1 20 0,1-1 7 0,0 1 6 15,-1-1-3-15,1 1-8 0,1 0-15 0,0 0-15 0,0 0-7 0,1 0-6 16,-1 0-1-16,1 1-3 0,0-1 2 0,0 1-4 0,-1-1-3 15,1 0 1-15,0 0-11 0,0 0 3 0,-1 0 0 0,-1 0-10 0,1 0-3 16,-1-1 0-16,0 0-11 0,-1 1-1 0,-1-2-6 0,-1 0-8 0,0-1-4 16,-1 0-4-16,-1 0-1 0,-1 0-2 0,0-1 2 0,-2 0-4 15,1 0-2-15,-2-1 1 0,0 1-3 0,-1-1 3 0,-1 0-3 0,-1 2-1 16,0-1 4-16,-1 0-4 0,0 0 1 0,-1 1 1 0,1 0-8 16,-1 1 11-16,0 0-5 0,-1 1-2 0,0 1 4 0,1 0-8 0,0 1 1 15,-1 0 1-15,1 2-4 0,0 0 5 0,0 1 1 0,0 1 1 0,1 1-4 16,2 0-1-16,-2 2-3 0,2 0 0 0,0 0 7 0,0 1-6 15,2 1 8-15,0 1-4 0,2 1-1 0,0 0 12 0,1-1-11 0,1 2 4 16,1 0-2-16,1 0-4 0,2 1 9 0,0-2-5 0,1 2 8 0,1-1-5 16,1 0-3-16,2 0 0 0,-1-2 0 0,12 12-12 0,-10-12-24 15,2 0 7-15,11 7 0 0,0-3 17 0,1-2 14 0,-3-1-4 0,1-3-7 16,-3-1-5-16,-2-2 7 0,-1-2-4 0,0-1 2 0,0-1-1 16,-1-1-4-16,0-2-4 0,0 0-8 0,-2-2-4 0,0-1 2 0,0 1-6 15,-7 1 7-15,1 0-13 0,-1-1-26 0,0 0-15 0,0 1-42 0,1-2-28 16,-2 1-24-16,1 0-17 0,1-1 2 0,-1 0 1 0,1 1-5 15,0-2-6-15,-1 0-4 0,1 0 3 0,-1 0 4 0,0-1 22 0,2 0 37 16,-1-1-198-16</inkml:trace>
  <inkml:trace contextRef="#ctx0" brushRef="#br0" timeOffset="16337.35">31617 707 721 0,'-1'-2'91'16,"-1"1"24"-16,0-1 41 0,0 1 9 0,-1-1-12 0,1 0-27 0,-1 0-28 16,0 0-3-16,0 0-3 0,1 0 2 0,-1 1 4 0,0 0-7 0,1 1-3 15,-1 0-6-15,1 2-4 16,0 1 0-16,2 2-7 0,0 0-2 0,0 3-8 0,1 1-6 0,1 2-7 0,0 2-3 0,0 2-11 16,1 0 1-16,0 2-2 0,0 2-9 0,1 0-2 0,0 2-5 0,0 2-5 15,1-1-2-15,0 2-5 0,-1 1 0 0,2-1 0 0,0 0-8 0,0 0 6 16,0 0-6-16,7 21-19 0,0-5-10 0,0-5-9 0,1-4 3 15,0-5 8-15,1-4 5 0,-2-6-3 0,-2-2-3 0,1-2-8 0,-1-1-9 16,-1-2-41-16,1-1-54 0,-3-2-55 0,-1-1-70 0,0-1-34 0,0-1-12 16,-1-1 26-16,0-2 37 0,-2 0 54 0,2-2-67 0,0-1 7 15</inkml:trace>
  <inkml:trace contextRef="#ctx0" brushRef="#br0" timeOffset="16540.3">32055 1231 1058 0,'-2'0'98'16,"1"0"-3"-16,-1 1 43 0,0 0-12 0,1-1-3 0,-3 2-38 0,-1 0-39 16,-1 0-18-16,0 1-12 0,0 0-1 0,-1 0-7 0,1 0-4 15,-1-2 1-15,1 1-2 0,1 0-3 0,0 0-2 0,0-1-4 0,1-1 0 16,2 0-7-16,-1 0-11 0,1 0-23 0,0 0-44 0,1-1-41 0,1-1-41 16,-2 0-20-16,1 1 8 0,1 0 7 0,-1 0 11 0,1 0 21 15,-1-1-192-15</inkml:trace>
  <inkml:trace contextRef="#ctx0" brushRef="#br0" timeOffset="16836.65">32281 993 1211 0,'3'1'47'0,"-1"1"-4"0,1 0 29 0,0 1 14 15,1 1 5-15,1-1-8 0,0 2-24 0,1 1-4 0,1 1-10 0,-1 1-4 16,1 2-5-16,0 0-1 0,1 2 0 0,-2 0-6 0,2 2-6 0,-2 1-4 16,1 1-7-16,-1-1 1 0,4 19-29 0,-3-1 1 0,-1 1 0 15,-2-3 3-15,0 0 24 0,-2-4-4 0,0-2-4 0,0-4 0 0,1-3-2 16,-1 0 1-16,0-1 2 0,1-2-3 0,1-2-4 0,-1-1-1 0,1-1-5 15,0-2-3-15,0-2-5 0,1-3-7 0,-1-1-17 0,-1-1-52 16,0-2-50-16,1-1-49 0,-1-2-31 0,-1-1 25 0,0-3 25 0,-1-1 20 16,1-3 8-16,-1-1 21 0,0-1 3 0,0-1-144 0</inkml:trace>
  <inkml:trace contextRef="#ctx0" brushRef="#br0" timeOffset="17803.49">32422 1030 418 0,'-2'-3'79'16,"-1"1"-25"-16,0-1 11 0,1 0 4 0,-3 0 6 0,0-1 4 0,0 0-3 15,-1 1 0-15,0-1 1 0,-1-1-5 0,0 0-6 0,1-1-3 16,-1 1-2-16,1-1 3 0,-1 1 4 0,2 0 4 0,0 1 5 0,2 0 6 16,0 1 11-16,1-1 10 0,2 1 7 0,1 2-2 0,1-1-9 15,1 0 0-15,1 1-9 0,1 0-5 0,0 1-6 0,1 0-17 0,1 1-7 16,0 1-12-16,2-1-1 0,-1 2-9 0,1-1-4 0,0 1-2 0,0 1-9 16,-1 0-2-16,0 0 0 0,0 1-7 0,1 0 2 0,-1 0 1 15,-1 1-6-15,0-1 5 0,0 1-5 0,0 0-2 0,-2 0 2 0,1-1-2 16,-1 2-3-16,0 0 3 0,0-1-7 0,-1 1 5 0,-1 0 4 0,0 0 2 15,0 0 3-15,-1 0 2 0,-1 0-4 0,0-1-1 0,-1 1-9 16,-1 0 0-16,-1 0 5 0,-1 0-9 0,1-1 11 0,-2 0-10 0,-1 0-13 16,-1-2-1-16,0 1-19 0,0-1-12 0,-1 0-9 0,0 0-28 15,0-2-16-15,-1 1-10 0,0-2-2 0,0 0 9 0,1 0 20 0,1-2 14 16,0 0 5-16,1 0 6 0,0-1 2 0,2 0-3 0,1-1 8 0,1 0 0 16,0-1 3-16,2 1 9 0,2-1 5 0,-1 0 10 0,2 0 12 15,1-1 3-15,2 1 0 0,0-1 2 0,2 0 3 0,-1 1 2 0,2-1-1 16,1 0 4-16,-1 0-2 0,2 0 1 0,-1 0 10 0,2 0-2 0,0 1 10 15,-2-1 5-15,2 1 7 0,-1-1 37 0,1 1 8 0,-1 1 12 16,-2-1 6-16,1 2-22 0,0 0 0 0,-1 0 3 0,-1 2-5 0,-2 0-1 16,0 2-2-16,-1 1-10 0,-1 1-7 0,-1 2-8 0,-1 1-11 15,0 1-5-15,-2 1-3 0,-1 2-11 0,0 1 6 0,0 1-4 0,-2 1-1 16,0 0-34-16,-3 16-34 0,0-2-2 0,1 0 21 0,0-3 33 0,1-3 6 16,2-4 4-16,0-4 0 0,1-4-18 0,0-2 23 0,-2-1-2 15,1-2-19-15,0-3 19 0,-1-1 3 0,0-2-5 0,-1-2 5 0,1-2-6 16,-1-3 0-16,0 1 9 0,3 2 12 0,-1-1 8 0,1-1-5 15,-1-1-2-15,1 0-12 0,0-2-11 0,1 0 44 0,0-1 3 0,1-1-40 16,-1-1 45-16,1-1-37 0,1-1-7 0,0 0 32 0,0-1-35 0,2-1-8 16,-1 0-7-16,1-1 2 0,0 1-3 0,0 1-3 0,2 1 8 0,0 0-1 15,-1 0 3-15,1 2-2 0,1 1-1 0,0 1-2 0,-2 1-1 16,2 1 3-16,-1 1-4 0,1 2 2 0,-1 0-5 0,0 2-4 0,0 0 1 16,-1 1-9-16,1 2 0 0,-2 0-8 0,0 0-15 0,1 1-1 15,-1 0-7-15,-1 1-8 0,1 0-11 0,0 0-15 0,0 0-21 0,-1 1-12 16,0 1-18-16,1-1-13 0,1 1-14 0,-2 1-10 0,2-1 5 0,-1 1 10 15,1-1 19-15,1 1 21 0,-1-1 8 0,1 1 9 0,1-1 9 16,0 0 9-16,-1 0 18 0,1 0 16 0,0-1 11 0,0 1 7 0,0-1 6 16,0 0 3-16,-1 0 7 0,0 0 6 0,-1-1 3 0,-1 1 8 0,0 0 2 15,-1 0 4-15,0 0 2 0,-1 0-1 0,-1 0 3 0,-1 1 0 16,0-1 6-16,-1 1 2 0,0 0 4 0,-1 0 2 0,-1 1 0 0,0-1 0 16,0 1 0-16,0 0-3 0,-1 0-1 0,1-1 5 0,-1 1-2 15,1 0 3-15,-1 0-2 0,1-1 0 0,1 1-1 0,-1-1 1 0,0 1 7 16,0-1 7-16,1 0 13 0,1-1 12 0,-1 0 10 0,1-1 11 0,0 0 7 15,1 0 1-15,0-1 0 0,1 0-4 0,0-1-8 0,0 0 4 16,-1 0-1-16,2-1-5 0,0 0-3 0,0-1-5 0,0 0-10 0,1 0-8 16,-1 0-5-16,0-1-7 0,1 1-11 0,0-1-4 0,-1-1-10 0,0 0-9 15,0 0 1-15,0-1-2 0,-1 0-4 0,0 0 3 0,-1-1-4 16,1 0 0-16,-1 0 2 0,-1 0-4 0,0-1 0 0,0-1 4 0,0 0-2 16,-1 0-2-16,1-1 0 0,-1 0 1 0,-1 2-4 0,1-2 8 15,-1 1-1-15,0 1-2 0,0 0 3 0,0 0-1 0,-1 1 0 0,1 2 1 16,-1 1 6-16,0 0-5 0,0 2 5 0,-1 1 3 0,0 2-3 0,0 2 6 15,-1 1-3-15,0 1 0 0,1 2 0 0,-1 1-3 0,0 2 2 16,-1 0 0-16,0 2 1 0,1-1-6 0,0 2 3 0,-1 1-1 0,1 0-5 16,1 0 3-16,0 0 0 0,1 1 0 0,0-1-4 0,1 1-2 0,2-2-2 15,0 1 4-15,1-1 7 0,1 0-9 0,1-1 3 0,1-1-4 16,0 1-10-16,2-2 6 0,1 0-4 0,0-1-8 0,1 0 0 0,1-2-4 16,1 0 3-16,-1 0 3 0,2-2-5 0,0 0-1 0,1 0-12 15,1-2-14-15,0 1-13 0,0-2-16 0,0 1-4 0,0-2-14 0,1 1-37 16,-3-1-49-16,0-1-36 0,1 0-18 0,-1 0 7 0,-1 0 36 0,-2 0 28 15,1 1 15-15,-1-1 32 0,-2 0-5 0,0 1-27 0</inkml:trace>
  <inkml:trace contextRef="#ctx0" brushRef="#br0" timeOffset="18384.09">30730 1961 473 0,'-2'-3'94'0,"0"1"-44"0,0 0 15 0,-1-1 18 16,-1 1 5-16,0-1-5 0,0 1-4 0,1 1 1 0,-1 1 11 0,-1 1 3 16,0 1 10-16,0 1 11 0,-1 0 5 0,0 2 8 0,-5 4 1 0,3 1 12 15,1-1 0-15,3 1 7 0,3 0-2 0,-1 0-14 0,-1 1-5 16,1 0-17-16,0 1-13 0,0 4-10 0,1 2-22 0,0 1-11 0,0 1-10 16,0 5-11-16,0 0-2 0,0 7-7 0,-1 0-8 0,1 3 2 0,-1 1-5 15,0-1 0-15,-1 1-6 0,1 1 2 0,0 1 0 0,2 0-4 16,0 0-14-16,1-2 7 0,1-2-5 0,3-1 2 0,2-2 14 0,3 0-9 15,2-5 2-15,4 1-1 0,3-2-1 0,2-4 0 0,2 0 9 16,3-2-3-16,1-2-1 0,2 1-3 0,-1-3-13 0,1-1 0 0,-3-4-5 16,1-1-5-16,-3-1-12 15,-1-2-8-15,0-3-19 0,-3-1-30 0,-4-3-39 0,-1-1-60 0,-1-3-98 0,-1-2-83 0,-3-3-75 0,0-4-5 16,-3-5 68-16,1-3-189 0</inkml:trace>
  <inkml:trace contextRef="#ctx0" brushRef="#br0" timeOffset="18971.65">31510 2213 256 0,'-7'-2'25'0,"1"0"-10"0,-2-1-1 0,1 3-2 0,0 0 0 16,2 1-2-16,-1 0-6 0,-1 0-1 0,2 0-2 0,1 0 2 0,0 0 6 16,0 0 7-16,2 0 12 0,-1-1 8 0,1 0 13 0,1 0 0 0,0 0 1 15,1 0-2-15,-2 0-3 0,2-1 0 0,0 1 3 0,0-1 5 16,1 1 4-16,-1-1 2 0,1 0 3 0,0 0 2 0,-1-1 4 0,2 2 5 15,-2-1 5-15,2 1 1 0,-1-1 5 0,0 1-1 0,-1 0 4 16,0 0 6-16,0 0 1 0,1 2 4 0,-1 0 4 0,1 0 1 0,-1 0-5 16,1 1 2-16,1 1-10 0,-2 1-10 0,0 0-5 0,0 2-9 0,-1 0-4 15,0 1-6-15,-1 1-5 0,0 1-5 0,-1 2-4 0,-1-1-5 16,-1 2-3-16,0 2-10 0,-1 0-11 0,-1 0-1 0,-1 2-5 0,0 2-2 16,0-1 4-16,0 1-6 0,-1 2 1 0,-1-1-3 0,-1 0 1 0,1 0-5 15,0-2-13-15,0-2 4 0,-1 0-5 0,-1-1 14 0,0-1 1 16,1-3-7-16,0 0-1 0,2-1-20 0,-2-2-12 0,1-2-20 0,0-1-34 15,1-3-69-15,1-1-57 0,1-2-36 0,0-2-25 0,0-2 9 0,2-3 21 16,1-1 25-16,1-1 32 0,1-1 39 0,1-2 33 0,2 0 33 16,1-3 24-16,1 1-59 0,1 0-88 0</inkml:trace>
  <inkml:trace contextRef="#ctx0" brushRef="#br0" timeOffset="19134.4">31229 2327 139 0,'-1'-16'128'0,"1"-2"-33"0,0-3 8 16,-1 0 5-16,1 4-4 0,0 1-1 0,1 1-3 0,-1 2 3 0,1 2 6 15,0 3-4-15,1 3-5 0,-1 0-3 0,0 3-3 0,0 2-1 16,0 1 1-16,0 0-6 0,2 2-10 0,-1 0-5 0,1 1-12 0,1 1-5 15,-1 1-1-15,1 0-6 0,2 2 5 0,1 1-3 0,1 1-5 0,1 1-4 16,0-1-6-16,1 2-2 0,1-2-5 0,0 1-9 0,1 0-6 16,2-1-8-16,0 0-6 0,-1 1 0 0,1-1-1 0,0 0-1 0,0-1-2 15,0 0-7-15,-1-2-2 0,1 1-10 0,-2 0-9 0,1 0-10 16,-1-1-27-16,1 1-40 0,-1-1-70 0,0-1-98 0,0-2-57 0,-1 0-22 16,1 0 45-16,1-1-180 0</inkml:trace>
  <inkml:trace contextRef="#ctx0" brushRef="#br0" timeOffset="19305.91">31673 2534 771 0,'7'-3'118'16,"4"-1"-80"-16,4-1 1 0,2 0 6 0,1 1-9 0,-2-1-7 0,2 1-7 15,-1-1-11-15,-1 0-2 0,0 0-6 0,0-1-5 0,-2 0-11 0,-1 1-20 16,0 0-29-16,-2 0-29 0,-1 0-17 0,-2 0-9 0,1 0 4 15,-1 0 22-15,0 0-18 0,0 0-162 0</inkml:trace>
  <inkml:trace contextRef="#ctx0" brushRef="#br0" timeOffset="19568">32245 2015 1118 0,'-2'-2'229'0,"0"0"-182"0,0 0 33 0,0 1 20 0,-2-1 8 0,1 1 2 16,2 2-18-16,-1 1-7 0,0 1-5 0,-1 1 1 0,1 2-5 16,0 2-3-16,-1 2-3 0,0 0-7 0,-1 2-9 0,0 2-6 0,0 2-4 15,0 0-7-15,-1 3-5 0,0 1-7 0,1 2-8 0,-1 3 0 0,-1 2-4 16,2 1-1-16,-1 2 2 0,0 0-9 0,-1 2 0 0,1-1 0 16,0 0-7-16,2-1 4 0,-1 0-12 0,1-3-6 0,1 1 1 0,1-3-3 15,1 1 2-15,0-3-5 0,2-2-9 0,1-2-7 0,1 0-13 0,0-3-10 16,1 0-15-16,1-3-20 0,1-1-30 0,0-2-44 0,-1-3-50 15,1 0-42-15,1-3-13 0,-1-2 16 0,0-3 27 0,-2-2 50 0,1-3 4 16,-1-1-118-16</inkml:trace>
  <inkml:trace contextRef="#ctx0" brushRef="#br0" timeOffset="20968.86">32070 2358 621 0,'-4'-6'160'0,"0"1"-127"15,0-2 6-15,3 3 10 0,2 1 2 0,2 0 2 0,0 0-4 0,2 1-2 16,2 0 5-16,-4 1 6 0,1 0 9 0,1 1 8 0,2 0 7 15,0 0-1-15,0 1 6 0,1 0-4 0,2 1-5 0,0 0-1 0,0 0-4 16,0 1-9-16,-1 0-7 0,0 1-8 0,1 0-12 0,-1 0-8 16,0 0 0-16,-1 0-4 0,0 0-2 0,0 1-2 0,-2-1-6 0,1 0 0 15,-1 0-8-15,1 0-1 0,-1 0 2 0,1-1-5 0,-1 0 3 0,2-1-2 16,0 1-2-16,-2-1-1 0,3 0 2 0,0-1 2 0,1 0-1 0,1 0 7 16,0 0-2-16,0-1 7 0,1 0 3 0,0 0 2 0,1 0 10 15,-1 0 1-15,0-1 7 0,0 0-1 0,-1-1-2 0,1 1 1 0,-1-1-11 16,0-1-2-16,-1 0-3 0,0-1-5 0,0 0-1 0,-1-1-5 15,1 0-4-15,-2 0-3 0,0-1 6 0,0 1 0 0,-2 0 0 0,0 1 1 16,-1-1-2-16,-1 1 3 0,-2 0 9 0,-1 0 0 0,-2 1-2 16,0-1 8-16,-1 2-10 0,-2-1-2 0,-1 1-1 0,-1 1-4 0,-1-1 1 15,0 2 5-15,0 0-1 0,-1 0-4 0,-2 2 5 0,1 0-8 0,0 0 4 16,0 1 2-16,-1 1-8 0,1 0 2 0,-1 1 0 0,0 1-7 16,1 0 5-16,1 0 2 0,0 1-3 0,0 1 3 0,1 1-4 0,2 0 1 15,-1 1-3-15,1 0 1 0,0-1-2 0,1 2 4 0,2-1-3 0,1 1-1 16,0-1-1-16,2 1-1 0,1-2 2 0,2 1 2 15,1-1 3-15,1 0 2 0,0 0 0 0,1-1 0 0,0 0 3 0,1-2-8 0,1 1 0 16,1-1-2-16,1 0-2 0,-1-1 2 0,0-1 5 0,1 1 2 16,1-2 0-16,0-1-2 0,0-2-3 0,-1 1 0 0,1-3 0 0,0 0-1 15,1-1 12-15,-1-1-12 0,1-2 6 0,-1-1 2 0,1 0-12 0,-1-1 8 16,0-1-5-16,0 0 14 0,-1-2 2 0,0 0-2 0,0 0-5 16,-2-1-12-16,2 1-3 0,-2-1-1 0,-1 0 5 0,-1 1 2 0,0 0 7 15,-1 0-1-15,-1 1-3 0,-1 0 3 0,-1 0-6 0,-1 1 9 16,-2 1 1-16,0 1 4 0,-1 1-1 0,0 1 1 0,-2 1-5 0,0 1 2 15,-2 1 0-15,1 1-2 0,-1 1 2 0,-1 1 0 0,-1 0-17 0,1 1 19 16,-1 1-20-16,0-1-6 0,1 2 17 0,-1 1-17 0,2-2 15 0,-1 1 3 16,2 1-7-16,0 0 2 0,2-1 8 0,0 2-10 0,1-1 9 15,1 0-1-15,1 0-6 0,1 1 5 0,0 1 0 0,-1-1 3 0,3 0 6 16,-1 1 23-16,1 2-1 0,-1-1 3 0,1 1 0 0,0 1-20 16,0 0-2-16,1-1 0 0,0 2-4 0,0 0 2 0,0-1-13 0,0 1-6 15,0-1 4-15,1-1-6 0,0 1 14 0,1 0 5 0,-1 0-6 0,0 0 3 16,1 0-6-16,-4-5-8 0,1 0 6 0,-1 0-4 0,0 1 2 15,1 0 0-15,-1 1 2 0,1 0 3 0,-1 0 1 0,0-1 0 16,-1 2-2-16,0-3 3 0,-1 2 5 0,1-1-1 0,-2 1-7 0,-1 4 0 0,-2-1-4 16,-1-2 0-16,-2-3 2 0,-1-2-2 0,-2-1-6 0,0-3-8 15,0-1-3-15,0 0-17 0,0-2-7 0,-1 0-6 0,1-1-18 0,1-2-27 16,0 1-5-16,0-1-10 0,0 0 5 0,3-1 19 0,0 2-2 0,1-3-4 16,2 1-4-16,1-1-4 0,2 0-7 0,1-1-7 0,1 0-7 15,1 0 11-15,3-1-1 0,0-1-2 0,2 0-4 0,1 0-14 0,1 0-4 16,2-2 6-16,-6 7 15 0,2-1 18 0,0 0 22 0,2-1 22 15,-2 0 15-15,3 0 10 0,0-2 7 0,1 0 6 0,0 0 2 0,0-2 10 16,1 2 13-16,1-3 10 16,0 0 17-16,-1 0 11 0,0-1 11 0,1 0 6 0,0-1 3 0,-2 0 0 0,-1 0 1 0,-1 1 5 0,-1 0 6 15,-1 0 8-15,-1 1-1 0,-1 2-2 0,-1-1-8 0,-2 2-5 0,-1 1-7 16,0 1-4-16,-1 2-5 0,-1 1-8 0,0 2-1 0,-2 1-3 0,0 2-4 16,0 1 1-16,-1 3 0 0,0 1-5 0,-1 1-1 0,1 3-1 15,1 1-5-15,-2 2-2 0,0 2-1 0,1 1-5 0,1 1 5 0,0 3-1 16,0 0-1-16,0 1 0 0,2 3-4 0,0 0 1 0,1 0-4 15,0 2 7-15,2 0-8 0,1 0-6 0,1 0-3 0,1 0-11 0,1 0-4 16,1-1 4-16,1-1 0 0,1 0 0 0,-3-1-1 0,2-2-1 16,0 0-3-16,0-2 1 0,-1-2-1 0,0 0-7 0,0-1 3 0,-3-2-13 15,0-1-8-15,-1-2-11 0,-1-1-20 0,0-1-13 0,-2-1-9 0,-2-1-13 16,0-2-13-16,-1-1 3 0,-1-1-3 0,-1-1 2 0,0-2 3 0,0-1-6 16,-1-1-13-16,0-2-5 0,0-1-16 0,0-2-4 0,0 1-3 15,0-3-1-15,-1-1 10 0,0-2 10 0,1 0 23 0,0 0 22 0,0-1 24 16,-1-1 21-16,2 0 14 0,-1 0 11 0,0 0 8 0,0-1 6 15,0 1 1-15,1 2 5 0,0-1 1 0,-1 2 7 0,0 0 11 0,1 3 8 16,0 0 14-16,-1 1 12 0,1 1 13 0,0 1 6 0,1 1 1 0,0 1-4 16,0 1-8-16,0 1-2 0,2 1-4 0,0 0 0 0,0 1-8 15,1 1 0-15,1 0-3 0,1 0-3 0,0 0 3 0,1 1 2 0,1-1 0 16,1 1-1-16,1-1-4 0,0 0-13 0,1 0-8 0,1 0-8 0,1-1-10 16,-1 0-4-16,1 0-3 0,0 0-4 0,-1-1 1 0,1 1-1 15,0-2-1-15,-1 0-2 0,0 0-1 0,1-1-6 0,-3 0-4 0,0 0-10 16,1-1-17-16,-1-1-35 0,0 0-44 0,-1 0-23 0,1-1-4 0,0-1 7 15,1 0 22-15,0-1 11 0,1 0 20 0,1-2 22 0,1 0-1 16,1-1-9-16,2 0-8 0,1-2 11 0,2 0 24 0,2-2 21 0,0 1 14 16,2-2 6-16,1-1 1 0,1 0 5 0,1-1 5 0,0-1 2 0,2-1 3 15,0 1 1-15,1-3 5 0,0 0 2 0,-2 1-4 0,0-2 1 16,-1 2-4-16,-2 0-4 0,-1-2 6 0,-3 3-3 0,-1 0-2 0,0-1-3 16,-4 3-2-16,-2 0 0 0,-5 0 0 0,-2 2 1 0,-1 0 5 15,-3 2-1-15,-4 0 4 0,-1 3 0 0,-2-2-1 0,-2 1 1 0,-1 0-1 16,-3 1 1-16,-1 1-4 0,1 0 0 0,-3 1-1 0,-3 0 1 0,3 0-1 15,-1 1 0-15,1 2 2 0,0 0 0 0,-1 0 3 0,1 2 9 16,0 0 5-16,0 2 8 0,2 0 6 0,-2 2 2 0,1 0 9 0,1 2 5 16,0 1 8-16,1 0 6 0,-1 1 9 0,2 1 6 0,0 1 3 15,2 0 2-15,-1 1-2 0,0 1 0 0,3-2-1 0,-1 3 0 0,1 0-1 16,1 1 4-16,1 0 1 0,3 1-7 0,-1 1-3 0,2 0-11 0,1 3-5 16,2 0-9-16,2 1-12 0,1 1-3 0,0 3-22 0,3 1 2 15,2 1-1-15,1 3-4 0,1 2 21 0,2 1-7 0,0 2 4 0,3 3 0 16,0 2 1-16,2 2 9 0,0 1 2 0,1 3 3 0,1 1 2 0,-2 1-9 15,3 2 13-15,0 0-23 0,-1 1-3 0,0 1 0 0,-1-1-13 16,-2 0 11-16,0 0-11 0,-2 0-11 0,-1-1-16 0,-3-1-21 0,-2-2-18 16,-1 1-19-16,-3-2-34 0,-2 0-45 0,-2 0-80 0,-3-2-105 15,-2 0-70-15,-2-2 44 0,-3 0-32 0</inkml:trace>
  <inkml:trace contextRef="#ctx0" brushRef="#br0" timeOffset="21950.89">27134 830 536 0,'-2'-3'4'0,"1"0"-7"0,-2 0 4 0,1-1-1 0,-1-1 0 16,0-1-2-16,0 0 0 0,-1-2-3 0,1 0 3 0,-1-1 0 16,0 0 19-16,-1-1 2 0,0-1 2 0,0-2 6 0,0 0-12 0,0 1 9 15,1 0 9-15,0-1 3 0,1-1 6 0,0 1 2 0,1-1-1 0,-1 1 0 16,2-1-10-16,0 1-4 0,1 0-3 0,1 1 0 0,1-1 0 15,1 2 2-15,1 0-1 0,1 0-3 0,1 1 1 0,1 3-6 0,2-1 0 16,2 0-4-16,0 1 1 0,4 2-2 0,1 1 0 0,2-1 4 0,2 2-6 16,3 1 8-16,1-1-5 0,4 1 0 0,2 1 11 0,1 0 1 15,4 0 9-15,2 0 2 0,2 1 5 0,3-1 2 0,1 1 0 0,2 0 2 16,2-1-2-16,2 1-7 0,1 0 0 0,1 0-4 0,-1 0-4 16,2 0-4-16,0 1-9 0,0 1 0 0,1 0-4 0,-2 0-1 0,0 2 5 15,-1 0-1-15,-2 1 0 0,1 1-2 0,-2 2 1 0,-1 0 0 0,-2 2 1 16,-1 1 5-16,-1 1-5 0,-2 3-35 0,0 1 2 0,-3 2-3 15,0 1 0-15,-1 2 31 0,-2 0-3 0,0 4-1 0,-2 2 6 0,0-1-5 16,-2 3-1-16,0 0 0 0,-2 1-4 0,0 1 2 0,-2 1 0 0,1 1-1 16,-2 0-3-16,0-1 5 0,-1 2-16 0,0 1-10 0,19 30-1 15,-5-4-1-15,-5-5 17 0,-4-5 10 0,-6-3-2 0,-3-2-2 0,-4-5 1 16,-6-4 2-16,-2 0 3 0,-3 1-3 0,-2-1 2 0,-1 1-4 16,-2-1 3-16,-2 2 2 0,-1-3 1 0,-3-1 0 0,-2 1-2 0,-2-2 0 15,-3 4-5-15,-12 25 0 0,-1-13 8 0,0-10 2 0,6-13 4 0,-3-5 3 16,-2 1 4-16,-1-4 4 0,-4-2 1 0,-1-2 5 0,-3-2 1 15,0-2-2-15,-2-3 2 0,-2-1-3 0,-2-3 0 0,-3-2 0 0,-2-3-2 16,-2-2 1-16,-2-1 1 0,-2-4 2 0,-2-2 1 0,-2-2 2 0,-3-2 0 16,-1-1 2-16,-1-2-10 0,-1-1-4 0,0 0-7 0,1 1-4 15,0-4 1-15,-1 1-2 0,31 10 7 0,-7-4-5 0,0 0 1 0,-6-3 4 16,0 1-10-16,-7-4-1 0,3 0 3 0,-6-2-10 0,2-3 1 16,1 1 1-16,2 1-2 0,3-2 0 0,1 1 2 0,3 0 3 0,1-2-5 15,4 1 0-15,1 0-2 0,4 0-3 0,1-1 5 0,4 1-3 0,1-1-2 16,5 1-5-16,0 0-5 0,3 0 2 0,2 0-2 0,3 2-8 15,1-2 0-15,2 1-10 0,6 12 11 0,-1-3-14 0,2 2-31 0,0-2-74 16,1-1-122-16,0-2-155 0,1 0-76 0,0-1-324 0</inkml:trace>
  <inkml:trace contextRef="#ctx0" brushRef="#br0" timeOffset="36469.87">31264 3079 505 0,'-5'-5'16'16,"1"1"-2"-16,1-1 2 0,0 3 9 0,3-1 5 0,-1 1 4 0,2 0 0 15,1 0-2-15,1 1 3 0,0-2-2 0,2 0 4 0,1-1 0 16,1 0-1-16,2-1 3 0,1 0 1 0,3 0 1 0,0 2 4 0,2-2 7 15,1 0 7-15,2-1 5 0,1-2 2 0,3 0-3 0,1-2 1 16,3 0 4-16,3 0-4 0,3-2 3 0,4-1-6 0,2 1-9 0,2-1-7 16,4 2-14-16,1 1-11 0,-1 1-11 0,0 1-1 0,1 1 0 15,-2 1 2-15,1 1 5 0,2 1 8 0,-23 3 9 0,6 1 2 0,-1 0 2 16,6 2-7-16,-1 0-5 0,5 2 8 0,0 2-4 0,5 0 10 0,-1 2 5 16,-1 1 3-16,-2 1 3 0,-1-1-2 0,-1 2-9 0,0-1-6 0,0 1-8 15,-2-2 6-15,1 0-10 0,3-2-9 0,-19-5-17 0,2 2-26 16,1-2-8-16,3 1-16 0,2-1-9 0,2 0-14 0,2-1-12 0,1 1-17 15,2-2-21-15,1 1-30 0,1-2-38 0,3 1-38 0,0-1-28 16,4 0-13-16,-2 0 18 0,4-1 42 0,1-1-22 0</inkml:trace>
  <inkml:trace contextRef="#ctx0" brushRef="#br0" timeOffset="38619.87">15598 1438 1421 0,'-4'-6'40'0,"1"2"-8"0,-1-1-7 0,1 0-15 0,1 1-10 15,2 1-7-15,0 2 3 0,4 3-3 0,3 2-6 0,3 0-2 0,2 1-8 16,2 1 2-16,0-1 0 0,3 1 5 0,-1 1 8 0,1 0 4 16,-2 1 2-16,1 0 2 0,-1 0-1 0,-1 1 4 0,0 0-1 0,-1 2 3 15,0 0 3-15,-1 1 2 0,0 1 6 0,-2 1 4 0,2 1 4 16,-1 2 1-16,1-1 2 0,-1 1 6 0,1 2 4 0,-1 1 7 0,2-2-1 16,1 3 4-16,0 0-3 0,1 1 0 0,2 3-6 0,0 1-9 0,2 1-7 15,0 3-4-15,18 30-11 0,-4-1 0 0,-3-3 1 0,-6-7-1 16,-2 0 14-16,0 5 1 0,0 4 0 0,0 4 5 0,-1 5-1 0,-1 3-2 15,-1 4 2-15,-2 4-5 0,1 3 1 0,-1 5 0 0,-2 4-4 0,-1 3-2 16,0 4-7-16,-2 2 0 0,1 3-2 0,-2 6-1 0,-2 1-2 16,1 5-1-16,-2 1-7 0,0 2 2 0,-1 2 4 0,1 2-7 0,1 1 14 15,-1 0-12-15,0 1 3 0,2-4 11 0,0 2 2 0,2-4 16 16,0 1 1-16,1-2 0 0,3-2 4 0,2 1 6 0,1 0 2 0,-2-2 4 16,0-1-11-16,0-2-5 0,-1-2 2 0,0 0-4 0,1-2 2 0,-1-3-2 15,0-3-15-15,1-2 5 0,0-3-2 0,0-3 1 0,-1-1 9 16,2-2-6-16,-2-2 0 0,1 0-8 0,1-3 1 0,-2-1-4 0,1-2-1 15,-1 0 9-15,1-2-5 0,-1-1-4 0,1 1 0 0,-1-4-13 0,0 0 4 16,0-2-1-16,0-3-5 0,-1-2 9 0,-1-1-4 0,0-3 2 16,-2-2-3-16,-1-3-2 0,0-4-2 0,-1-2-5 0,0-3-11 0,-1-5-4 15,-1-1-6-15,0-5-12 0,-3-3-9 0,0-3-36 0,0-4-38 16,-1-3-51-16,-2-3-82 0,-1-4-98 0,-3-2-97 0,-2-4-11 0,-4-4-130 16</inkml:trace>
  <inkml:trace contextRef="#ctx0" brushRef="#br0" timeOffset="39890">14170 3852 820 0,'-9'-6'186'0,"0"2"-155"0,1-1 0 16,5 2-19-16,3 2-9 0,3-1-10 0,2-1 3 0,3 0 5 0,2-1-3 15,0-1 4-15,1 0-1 0,1-3 0 0,2 1 6 0,1-2-5 16,0 0-1-16,3 0 1 0,0-1-2 0,1 0 4 0,0-2 0 0,3 0 0 15,0-1 4-15,2 0 2 0,2 0-1 0,-1-1-1 0,3-1-2 16,0 1-3-16,3 0 7 0,-1-1 3 0,3 1 2 0,0-1 7 0,3 2-1 16,2-1 4-16,0 0 6 0,3-1-2 0,0 0 0 0,4 2-3 0,3-1-5 15,3 1 2-15,2 0-1 0,3 2-7 0,2-2-2 0,3 0-6 16,3 0-5-16,0-1-2 0,2 2 3 0,2-1-4 0,0 0 6 0,0-1 7 16,2 1-3-16,1 0 3 0,1 0 1 0,2 0-4 0,1 0 4 0,-1 0 1 15,4 0 5-15,-1 0 0 0,2 1 6 0,3 0 4 0,2 1 1 16,1-1 8-16,2 0-3 0,0 0 4 0,3 0 1 0,1 1 1 15,3 2 9-15,2 0 8 0,3 0 9 0,1 2 2 0,1 0-10 0,1 0-11 16,0 2 0-16,1-1-8 0,3 1 4 0,1 1 5 0,3-2-2 0,3 0 0 16,1 0-5-16,5-1 1 0,0 0 2 0,2-1 5 0,1 1-13 15,0 0-3-15,3 1-7 0,-2 0-8 0,-1 1 8 0,3 1-6 0,-2 1 4 16,2 1 2-16,-1 0 7 0,1 1 8 0,0-1 0 0,-1 1 2 0,-1 0 1 16,-2 0-1-16,1 1 2 0,0-1-7 0,1 0-2 0,1 1-3 15,2 0-3-15,0-1-4 0,1 1 0 0,2-1-9 0,1-1-3 0,-1 0-6 16,1-1-9-16,2-1 6 0,-1-2-1 0,2-1 2 0,-2-2 3 0,1-2-7 15,-1-1 12-15,-3-3 0 0,2-1 1 0,-3-1 1 0,1-1-8 16,0 0 1-16,-2 1 1 0,3 0 4 0,-2 0-2 0,1 1 4 0,2 1 0 16,-5 0-1-16,2 1-2 0,-4 0-5 0,-3 2-5 0,-3 1 3 0,-2 0 3 15,-5 2 1-15,-1 1-3 0,-3 1-2 0,-2 1-3 0,-5 2-6 16,-4 0 1-16,-3 1-2 0,-3 1-9 0,-3 0-3 0,-6 0-21 0,-6 1-48 16,-6-1-44-16,-7 0-65 0,-5-1-75 0,-6-1-81 15,-7-1-141-15,-5-2-112 0,-3-4 32 0,-6-3-121 0</inkml:trace>
  <inkml:trace contextRef="#ctx0" brushRef="#br0" timeOffset="41370.9">14185 2497 2508 0,'-12'-9'644'0,"0"5"-642"0,0 4-11 16,7 11-17-16,5 7-9 0,3 5-5 0,3 5-20 0,2 1-4 0,0 1 3 16,0 0 8-16,-1 0 23 0,-1 1 12 0,0-2 2 0,-2 1 7 0,0-1 5 15,-1 1 0-15,-1 1-5 0,-1 2-8 0,0-2-15 0,0 1-27 0,0-2-19 16,1 0-12-16,-1-2-5 0,1-1 11 0,0-3 16 0,1-2 11 15,0-3 16-15,-1-3 8 0,0-3 3 0,-1-2-6 0,0-3-20 0,-1-1-26 16,-1-1-24-16,0-1-11 0,-1-3 13 0,0 0 24 0,-2-2 30 16,-1-2 19-16,0-1 11 0,-2-4-2 0,0-3-2 0,-1-2 1 0,1-2-2 15,1-2 3-15,-1-1-6 0,1-2-10 0,0-1-17 0,2 0-24 0,-1 1-26 16,3-1-30-16,0 1-18 0,2 0 16 0,0-1-226 0</inkml:trace>
  <inkml:trace contextRef="#ctx0" brushRef="#br0" timeOffset="41888.9">14144 2412 1215 0,'-2'-2'12'0,"2"0"-19"0,0 1-7 0,4 2-5 0,3 2 8 0,2 1 9 16,2 2 1-16,1 2 2 0,3 1 2 0,0 2 3 0,0 1 2 16,-1 2 3-16,1 0 6 0,2 3 2 0,0 1 2 0,0 0 2 0,2 4 2 15,-1 0-7-15,0 0-1 0,0 1 2 0,0 0-10 0,1 1 6 0,-2 0-2 16,0-2-6-16,1-1 2 0,-2-1 0 0,0-4-4 0,-2 0 5 16,-2-2 1-16,-2-2-1 0,-3-2 6 0,-1-3 4 0,-2-2 14 0,-1-4 29 15,-2 0 25-15,-1-4 20 0,0-1 6 0,-1-1-13 0,-2-5-21 16,1-1-14-16,-2-3-12 0,0-3-14 0,2-1-9 0,0-4-7 0,0-2-12 15,1-1-6-15,1-1-3 0,0 1 2 0,3-3 1 0,-1 1 6 0,0-3-6 16,2 0-6-16,0-2 1 0,0 2-5 0,0-1 2 0,1 1 1 16,0-1-5-16,1 3-3 0,0-1-2 0,2 2-4 0,-1 4-7 15,1 1-2-15,0 6-7 0,1 4 1 0,1 3-3 0,0 3-8 0,0 2-3 0,0 3-4 16,-1 2-12-16,1 4-16 0,-1 3-43 0,0 2-58 0,0 2-56 16,0 4-36-16,-1 3-9 0,0 2 44 0,1 0-189 0</inkml:trace>
  <inkml:trace contextRef="#ctx0" brushRef="#br0" timeOffset="42187.9">14844 2471 2126 0,'-2'-1'28'0,"0"1"-40"0,2 2-14 16,2 2 2-16,3 4 4 0,2 0 7 0,2 3 4 0,2-1 5 0,0 2 3 15,0-2 4-15,0 2 1 0,-2-1 3 0,1-1-3 0,0-1 5 0,0-1-4 16,0-2 5-16,-1-1 3 0,-2-2 2 0,1 0 5 0,0-2 0 15,0-1 11-15,0-1 10 0,-1-2 5 0,-1-1 8 0,-1-2-6 0,-1-2-3 16,-1-1-4-16,-1 0-3 0,-2-2-2 0,0-1 0 0,-2 1-7 16,-1-1-5-16,-3 0-2 0,-1 1-4 0,0-1-1 0,-3 0-4 0,1 0-4 15,-2 1-6-15,0 0 0 0,-1 1-1 0,0 0 3 0,0 3-2 0,1 0 0 16,1 1-6-16,1 2-4 0,1 2-4 0,1 1-4 0,1 1 2 16,1 3-1-16,1 0 1 0,0 3 0 0,1 1-1 0,0-1-4 0,0 3-1 15,2 1-3-15,0 1 0 0,1 0-3 0,1 1-8 0,1-1-7 0,1 2-16 16,1-1-28-16,0 1-46 0,1 0-71 0,0-1-69 0,0 1-42 15,0 0-7-15,1-1 20 0,-1-1 72 0,1-4-174 0</inkml:trace>
  <inkml:trace contextRef="#ctx0" brushRef="#br0" timeOffset="42354.9">14895 2891 1830 0,'1'1'72'0,"2"2"-50"0,4 2-14 0,1-2 1 0,5 1-2 0,3-2 2 15,1-1 7-15,1 0-6 0,1-2 3 0,1 0-4 0,-1-2-4 0,0 0-1 16,0 0-3-16,0-1-8 0,-2-1-10 0,2 1-12 0,-1-2-24 16,-2 1-39-16,0 0-73 0,-2-1-68 0,2 1-43 0,-3-1-7 0,1 0 41 15,1-1-203-15</inkml:trace>
  <inkml:trace contextRef="#ctx0" brushRef="#br0" timeOffset="42871.9">14895 3907 3001 0,'-6'-11'271'0,"0"3"-260"0,1-1-43 16,3 5-37-16,3 2-22 0,3 0-4 0,2 0 14 0,2-1 22 16,1 0 19-16,-2-1 17 0,-1 0 11 0,-3-1 14 0,-1 1 3 0,-3 0 15 15,-2-1-1-15,-1-1 5 0,-2-1-6 0,-2 0-13 0,-1 0-1 0,-1 1-10 16,-1 0 3-16,-1 2-5 0,1 2-1 0,0 1 3 0,-1 3-3 15,1 2 11-15,1 2-2 0,1 3 8 0,2 2-6 0,0 5 1 0,0 3 1 16,2 4-8-16,1 6 8 0,1 2-3 0,2 6-2 0,1 0 1 0,0 4-5 16,1 2 1-16,1 2-1 0,0 1 2 0,2 0 3 0,1-1-5 15,1-1 0-15,1 0-10 0,1-1-18 0,2-3-16 0,1-3-21 0,1-1-34 16,1-3-45-16,1 0-83 0,0-3-103 0,1-1-87 0,-1-4-30 16,-1 0-199-16</inkml:trace>
  <inkml:trace contextRef="#ctx0" brushRef="#br0" timeOffset="43490.9">14900 5351 1145 0,'-7'0'323'0,"0"-1"-304"0,0 2-47 0,2 2-16 16,1 0 9-16,1 1 8 0,0 0 13 0,0 1 13 0,0 0 7 16,0 0 8-16,-2 0 10 0,1-1 7 0,-2 1 13 0,0 0 16 0,1-1 10 15,-1-1 10-15,1 1 9 0,0-2 1 0,0-1-3 0,1 0-3 0,0 0-11 16,1-1-8-16,2 0-7 0,0-1-6 0,1 0-5 0,2 0-13 15,0-2-6-15,1 1-4 0,2-1-4 0,1-2 3 0,2 1 0 0,1-1 2 16,2 1-9-16,1 0-2 0,1-1 0 0,2 1-6 0,1 0 1 0,0 1-4 16,1 1-5-16,0 0 3 0,1 2-3 0,-1 0 2 0,1 1-2 15,-1 1 0-15,-1 0-2 0,-1 2 2 0,-1 2-4 0,0 1-1 0,-1 2 0 16,-4 2-3-16,0 1-1 0,-1 3-4 0,-2 1 1 0,-2 2 2 16,-1 1-1-16,-3 2 4 0,-1 0 4 0,-2 1-2 0,-2 1 11 0,-1-1 5 15,-2 0 1-15,-1 0 4 0,0-1 4 0,-2 0 7 0,0-1 3 0,1-2 6 16,1 0 4-16,1-1-1 0,2-1 3 0,2-1-4 0,2-1-10 15,2 0-13-15,2-2-5 0,3-3-10 0,0 1-4 0,4 0-1 0,2-1-1 16,1-2-2-16,3 0-4 0,0-2 2 0,2 0-2 0,3-2-2 0,0-1-4 16,2 0-12-16,2-1-12 0,-1 0-27 0,1-1-48 0,2 0-54 15,-1 0-75-15,0 0-80 0,0-1-51 0,-1 2 3 0,0-2 45 0,-2 0 87 16,-1 1-98-16</inkml:trace>
  <inkml:trace contextRef="#ctx0" brushRef="#br0" timeOffset="43921.52">15063 6675 2295 0,'-13'-5'1181'0,"1"1"-1152"0,0 1-38 0,6 2-35 0,4 2-18 16,5-1-3-16,3 1 5 0,2 0 12 0,4 0 16 0,2 0 11 0,-1 1 9 16,-1 0 7-16,-1 1 5 0,0 1-2 0,0 1 0 0,-1-1-6 15,0 2-6-15,-1 0-9 0,-1 0-14 0,0 1 3 0,-2 1-4 0,0-1 1 16,-2 1 6-16,1 0-2 0,-1-2-3 0,-1 2 3 0,1-1-2 0,-2 0 1 16,1-1 4-16,-2 1 3 0,1-2 4 0,-1 0 7 0,0-1 6 15,0-1 9-15,0-1 9 0,0-2 3 0,-1 0 4 0,0 0-2 0,1-1-2 16,0-1 5-16,1-1-3 0,1 0-1 0,-1-1-1 0,3-1-8 0,1 0-3 15,-1 0-1-15,3 0-4 0,-1 0 2 0,1 0 1 0,1 2-3 16,0 0 0-16,2 1 0 0,0 1-1 0,1 2 1 0,-2 0 2 0,1 3 3 16,-2 0 3-16,0 2 2 0,1 1 3 0,0 2-5 0,0 1 2 15,0 3 3-15,-1 0 2 0,-2 4 3 0,1 1 0 0,-2 2 1 0,0 3-3 16,-1 1 2-16,-2 1-1 0,-1 2-12 0,-2 1 3 0,-3 3 2 0,-1-1 0 16,-1 2 14-16,-2 0-2 0,-2-1-4 0,1-1 4 0,-1-1-10 15,-1-4-6-15,2 2-6 0,0-2-17 0,1-2-15 0,1 0-34 0,1-5-69 16,2-1-100-16,0-2-137 0,1-2-108 0,1-2-29 0,-1-4 93 0,1-1-68 15</inkml:trace>
  <inkml:trace contextRef="#ctx0" brushRef="#br0" timeOffset="44312.06">15098 8145 3494 0,'-4'10'24'0,"2"3"-40"0,2 5-29 0,4 3-17 0,6-2-10 0,5 1-23 16,5-2 2-16,0-1 11 0,3 0 8 0,0-1 35 0,-2-1 17 0,1-3 5 15,0-2 5-15,-2-2-21 0,0-2-22 0,-1-2-26 0,-3-1-9 16,0-2 15-16,-1-3 19 0,-1-1 24 0,-2-2 14 0,-1-2 7 0,0-2 2 15,-2-2 6-15,0 0 3 0,-2-4 7 0,0 0 6 0,-3-1 13 0,1 1 4 16,-2-2-2-16,0-1 2 0,-1 1-13 0,-1 0 4 0,0 2 1 16,1 1 1-16,0 2 1 0,0 2-1 0,0 1 1 0,-1 2 0 0,0 2-1 15,0 2-5-15,0 2-4 0,0 1-11 0,0 1 0 0,1 2 2 0,-1 1 2 16,1 2-4-16,0 2 0 0,1 2-4 0,1 1-2 0,-1 4 4 16,1 1-4-16,-1 2-5 0,1 1 4 0,-1 2-19 0,0 1 3 0,1 0 1 15,-1 3-4-15,0 2 16 0,0 1-6 0,-1 0-6 0,-1 0-2 16,1-1-6-16,-2 0-10 0,1-1-11 0,-1-1-23 0,1 0-34 0,1-3-36 15,1 1-48-15,1-1-55 0,1-4-49 0,1 1-33 0,1-2-4 0,1-3 38 16,0-1-145-16</inkml:trace>
  <inkml:trace contextRef="#ctx0" brushRef="#br0" timeOffset="44706">15929 8237 1748 0,'2'-1'760'0,"5"2"-676"0,2-2-51 0,5-1-46 0,6-2-14 0,3-3-27 16,2-4-42-16,7-4-111 0,1-5-261 0,4-6-158 0,4-7-210 16</inkml:trace>
  <inkml:trace contextRef="#ctx0" brushRef="#br0" timeOffset="47185.5">15989 8172 80 0,'2'-5'53'0,"1"0"-49"0,1-1-6 15,1 3-7-15,0 1-9 0,0 2-14 0,2 0-8 0,-1 1 5 16</inkml:trace>
  <inkml:trace contextRef="#ctx0" brushRef="#br0" timeOffset="47678.17">16077 8180 164 0,'2'1'88'0,"0"-1"-88"0,0-1 36 0,-1 0-10 0,0 0-10 0,-1-1-8 16,0 0 52-16,0-1-3 0,-2 0-13 0,1 0-9 0,-2 0-7 0,-1 0-11 16,1 0 1-16,0 1-4 0,0-1-2 0,1 3 1 0,-1-1 10 15,0 0 7-15,1 1 10 0,-1-1 1 0,0 2 2 0,1-1-7 0,-1 2-1 16,2 0-1-16,-1 0 3 0,2 3 3 0,0 0-1 0,-1 1 5 0,2 1-10 15,0 1-3-15,1 2-5 0,1 1-9 0,0 2-6 0,2 1-1 16,2 0-7-16,-1 0-7 0,3-1-7 0,1 1 3 0,0-1-1 0,0 1 14 16,-1-2 4-16,0-3 5 0,-3 1 12 0,1-2 5 0,-1-1 12 15,0-2 5-15,0-2 2 0,0-1 5 0,-2-2 8 0,1 0-1 0,-2-2 12 16,-1 0-1-16,0 0 14 0,-2-3 2 0,0 0-12 0,-2-1-9 0,-2-2-18 16,-1 0-20-16,-2-2 6 0,-1-2-15 0,0 1-4 0,-2-1 5 15,1 0-7-15,-2 3 1 0,-1-1-5 0,2 2-8 0,-1 2-8 0,2 1 7 16,2 1-8-16,-1 1 7 0,2 1-5 0,-1 0-1 0,-1 1-2 0,2 0 2 15,1-1 1-15,-1 0 3 0,3 1-2 0,-2-2 1 0,3 1-1 16,0 0 5-16,0 0-1 0,0-1 1 0,0-1 2 0,1-2-7 0,0 1 6 16,1-1-10-16,-1-1 14 0,2 0-10 0,-2 0 7 0,2-1-4 15,-2 0 0-15,1 0 2 0,0-1 1 0,0 1-3 0,1 1-5 0,-1 1 4 16,0 1-8-16,1 2 3 0,-1 2-4 0,-1 0 0 0,1 2-6 0,-2 0-1 16,0 1-7-16,-1 2 6 0,0 0-3 0,-1 2 8 0,-1 0 0 15,1 2 3-15,0 1 3 0,0-1 4 0,0 2 0 0,0-2 0 0,0 1 5 16,1 0 1-16,0 0 4 0,2 1-11 0,0-1 9 0,1 0-6 0,0 1 4 15,1-2 0-15,0 2 4 0,2-1-16 0,1 0 6 0,1-1-4 16,0 0 3-16,-1 0 5 0,2 0 5 0,-1 0 1 0,0-1-10 0,0 1 10 16,-1-2-14-16,1 1 9 0,0-1 1 0,-2-1-2 0,1 1 9 0,-1-1-6 15,0 0-7-15,0-1 11 0,0-1-13 0,-1 0 8 0,1 0-3 16,-1-1 0-16,1 1 0 0,-1-1 2 0,0 0-7 0,0 2 5 0,0-1-3 16,1 0-2-16,-2 0 2 0,1 1-7 0,0 1-2 0,-2 0-6 15,1 1 1-15,0-1-9 0,-1 2-2 0,1 0-14 0,-2 0-3 0,2 0-18 16,-1-1-20-16,-1 2-35 0,1 0-28 0,-1 0-37 0,1 1-43 0,-1 0-20 15,0-1-5-15,-1 0 27 0,0 0 64 0,0 0-12 0</inkml:trace>
  <inkml:trace contextRef="#ctx0" brushRef="#br0" timeOffset="48488.44">15650 8982 732 0,'-8'-4'271'16,"1"0"-170"-16,-4-1-14 0,2 3-7 0,1 0-2 0,2 1-13 0,0 1-26 15,1 0-15-15,0 0-6 0,1 1-7 0,-1 0 6 0,-1 1 2 16,0 1-2-16,0 0 5 0,1 0-1 0,0 1 2 0,1 1 6 0,-1 0 3 16,1 0 3-16,1 0 5 0,0 0 5 0,1 1-1 0,1 0 2 0,2 1-3 15,0-1-10-15,2 0-1 0,1 1-3 0,1 0 4 0,2 0 4 16,1 2 2-16,1-2 2 0,2 2-3 0,-1-1-4 0,3 0-4 0,1-1-3 15,1 0-5-15,0 1-1 0,-1-1 7 0,1 0-4 0,1 0 4 16,0 2 1-16,0 0-1 0,-1-1 4 0,0 2-1 0,0-1-1 0,0-1-4 16,-1 2-5-16,0 1-1 0,-1-1-7 0,-2 1-3 0,1-1-2 0,-2-1-1 15,-1 2 2-15,-1 0 1 0,-1 0-3 0,-2-1 1 0,0 1-3 16,-1-1-1-16,-1 1 3 0,-1 1-2 0,0-2 2 0,-2 1 1 0,1-1 0 16,-2 0 0-16,0 1-1 0,-2-1 3 0,0-1 3 0,0 1 2 0,0-1 0 15,0-1 1-15,-2 1-1 0,0 0 1 0,-1-1-5 0,1 1-2 16,-1-1-4-16,0 0 2 0,1 0 11 0,-1 2-3 0,0 0 6 15,0 1-6-15,-2 0-10 0,1 0 2 0,-1-1-3 0,1 1-1 0,0-2-1 16,1 0-1-16,-1 0-2 0,2-1-4 0,-1 0-2 0,2-2-7 0,-2-1-8 16,1 0-9-16,-1-1-12 0,1-1-16 0,-2-1-9 0,1-2-23 0,-1-2-20 15,0-2-40-15,0-2-52 0,1-1-67 0,-1-3-53 0,-1-3-37 16,0-2-7-16,0-4 47 0,-2-3-129 0</inkml:trace>
  <inkml:trace contextRef="#ctx0" brushRef="#br0" timeOffset="48637.44">15518 8995 2049 0,'-2'-7'167'0,"1"2"-28"0,1-1-20 16,3 1-22-16,2 1-28 0,4 1-24 0,4 0-10 0,4 0-5 0,3 0-7 15,2 1-3-15,2 0-5 0,0 0 1 0,2 0-8 0,0 0-1 16,0 1-19-16,1-2-14 0,-2 0-30 0,1 0-56 0,-2-2-68 0,0 1-89 16,0-2-142-16,-3-1-85 0,2 0 9 0,0-2-131 0</inkml:trace>
  <inkml:trace contextRef="#ctx0" brushRef="#br0" timeOffset="49404.44">13847 4765 993 0,'-4'-1'310'0,"2"4"-288"15,1 2-25-15,5 5-4 0,3 1 2 0,1 5 0 0,3 0-1 16,0 1 5-16,4-1-2 0,2-1 3 0,1-2 0 0,0 0-1 0,2-1 5 16,1-2-2-16,1 0 8 0,3-2 2 0,2-1 8 0,2-2 8 0,2-1 6 15,3-1 7-15,2-2 7 0,4-2 6 0,2-2 1 0,4-1-2 16,3-2 4-16,3-1-14 0,3-2-4 0,2 1-5 0,4-1-12 0,4-1 0 15,0 0-2-15,4-2-5 0,2 0-2 0,3-1 8 0,3-1-4 0,2-2 4 16,4 0-4-16,3 1-9 0,2 1 0 0,4-2 1 0,2 0-1 16,3 0 2-16,2 2-1 0,3 0-1 0,3 1-1 0,1 1 2 0,2 3 8 15,2-1 4-15,2 2 10 0,6 0 9 0,2 0 0 0,2 1 0 16,4-2-4-16,3 2 1 0,5 0-3 0,3 1 1 0,4-1-9 0,3 1 0 16,5 0 0-16,2 1 1 0,5-1 0 0,1 0-1 0,5 0 3 0,0-1 3 15,4 3 3-15,2-1 4 0,2 0 0 0,1 0 5 0,0 1 1 16,2 1-7-16,0 0-4 0,1 1-10 0,2 0 8 0,0 1-7 0,4-1 1 15,1 1 3-15,1-1-3 0,0 1-3 0,0 1-3 0,-2-2 0 16,0 1-6-16,-1 1 0 0,-1-1 3 0,-2 2-3 0,-1-2 6 0,-1 0 4 16,-1-2-9-16,-1-1 10 0,-3 0 1 0,0 0-2 0,0-1-6 0,-1-2 0 15,-2-1-4-15,-3-1 1 0,-4-1 1 0,-6 1 4 0,0-1-3 16,-5 3 1-16,-1-2-5 0,-2 0-13 0,-3 0-4 0,-3-2-9 0,-3 0-3 16,-6-1-11-16,-4-2-13 0,-6 1-18 0,-5-1-24 0,-5-1-24 0,-7 0-30 15,-6-1-46-15,-8-3-54 0,-5 0-87 0,-7-3-120 0,-5-3-54 16,-7-2 36-16,-7-6-159 0</inkml:trace>
  <inkml:trace contextRef="#ctx0" brushRef="#br0" timeOffset="50122">14139 6323 1440 0,'-9'-2'200'0,"2"1"-129"0,0 0-49 0,4 1-24 0,3 0 5 0,1-2-4 15,2 0-1-15,1 0 9 0,3-1-1 0,1 1 1 0,1 0 5 0,1 1 2 16,2 0 11-16,0 0 6 0,0 1 4 0,2 0 7 0,2 1-4 16,2 1 0-16,2 1-5 0,2 0-7 0,2 0-8 0,3 0-4 0,3-1-2 15,2 1-5-15,4 0-7 0,4 0-1 0,3-1-7 0,5-1 4 16,4-1 3-16,6-2-1 0,3 1 8 0,6-2 0 0,5-2-3 0,4 0 5 15,6-4-9-15,4-1 1 0,6-2-2 0,3-1-3 0,3-1 3 0,5 1 5 16,1-2 0-16,5 0 0 0,4 1 0 0,4-1-5 0,2 1 4 16,4 0 5-16,2 1 0 0,6 3 4 0,3-1-2 0,4 1-3 0,4 1-2 15,2 0 5-15,4 1 3 0,5 0 2 0,5 1-4 0,4 1-2 16,4 0-1-16,5 2-7 0,2-1 3 0,6 0 0 0,4 0 1 0,3 0 1 16,6 0-4-16,-1 1-2 0,5 1-7 0,4-1 8 0,1 0-3 0,3 1 1 15,4 1 4-15,0-1-2 0,4 2 9 0,1 1 2 0,2 1 3 0,2 0 15 16,1 0-2-16,0 0 4 0,4 1 3 15,-1-1-6-15,2 1 3 0,2 0 0 0,-3 1-3 0,0-1-11 0,0 1 2 0,-2 0-5 0,-1-2-3 16,-2-1 3-16,-3 1-6 0,1-1 8 0,-6 0 3 0,0-1-7 16,-1-1-1-16,-6 0-10 0,-2-1-2 0,-2 0-1 0,-6-1-11 0,-5 1-11 15,-7-1-25-15,-8-1-32 0,-8 1-44 0,-4 0-65 0,-7 0-54 16,-8 0-54-16,-8-1-61 0,-8 0-5 0,-6-2 71 0,-7-1-157 0</inkml:trace>
  <inkml:trace contextRef="#ctx0" brushRef="#br0" timeOffset="50756.2">14147 7691 1789 0,'4'-4'410'0,"4"0"-372"16,5-1-44-16,8 1-14 0,8 1 2 0,7-1-3 0,7 0 4 15,7-1-2-15,4-2 2 0,5 1 5 0,3 1 8 0,5-1 4 0,4-1-1 16,0 0 2-16,5-3-7 0,3 0 1 0,3-2 2 0,5-1-1 0,4-1-1 16,3 0 2-16,3 0 2 0,4-1 0 0,4-1 3 0,3 1 1 0,6 0 0 15,3-1 1-15,4 1-1 0,2 0 6 0,5 0 2 0,6-1 4 16,2 1 1-16,5-1-9 0,3 1 1 0,3 0 0 0,3 0-2 0,5 1 2 16,2 1 0-16,6 0-3 0,2 1 0 0,4 1-10 0,3 0 4 15,5 1 1-15,3 0 0 0,4 0 3 0,4 1-3 0,3 0 3 0,3 0-2 16,3 1 1-16,1-1-5 0,3-1 1 0,2-1 4 0,4 1 2 0,2-1-2 15,-1 2-1-15,3 0-2 0,3 1 5 0,-4 0-4 0,6-1 2 16,-1 0-1-16,2-1-4 0,-1 0 8 0,-1 3-8 0,-1 0 7 0,0 2-3 16,-1 1-5-16,-1 0 3 0,-3 1-7 0,-1 0 2 0,-4-1 5 0,-1 2-3 15,-1 0-4-15,-4 0-3 0,-3 0-11 0,-3 0-1 0,-3 0-19 16,-3 1-24-16,-7 1-38 0,-1 1-70 0,-6 0-71 0,-2 0-77 0,-4-1-36 16,-5-1 73-16,-1 0-131 0</inkml:trace>
  <inkml:trace contextRef="#ctx0" brushRef="#br0" timeOffset="51521.3">14605 8895 1544 0,'-9'1'224'0,"0"2"-178"16,-1 0-59-16,3 2-15 0,4-2-3 0,2 0-10 0,0 0 2 15,2 0 7-15,1 1 12 0,1-1 14 0,1 1 6 0,1 0 5 0,1-1 3 16,0 2 5-16,2-2 2 0,2-1 6 0,2 0 2 0,3-1-4 15,3 0 0-15,2-1-3 0,4-2-3 0,1-1 3 0,2 0-3 0,1-2-6 16,2 0 3-16,5-2-3 0,1-1 4 0,5-1-2 0,5-1-4 0,3 1 9 16,3-1-4-16,5-2 3 0,3-2-4 0,6-2-6 0,5-2-2 15,3-1 0-15,5-2 1 0,4 0 3 0,4-3-3 0,6 0-1 0,5 1 3 16,6-2-1-16,4 1-1 0,5-2 4 0,2-1-3 0,7-1-7 16,2 0 1-16,6 1 0 0,5 0-5 0,2 3 7 0,7 0-5 0,3 1 3 15,3 1 1-15,4-1-2 0,2 1-4 0,4 3-1 0,2 1 0 0,3 0 1 16,4 4 9-16,4-1 3 0,3 0 4 0,4 2-1 0,2-1-4 15,4-1-2-15,3 0 2 0,1 1 4 0,8-1-3 0,1 2 0 0,5-3 3 16,2-1-5-16,2 1 5 0,5 1-3 0,3 0 0 0,1-1 10 0,5 0-7 16,1-1 7-16,2-1-2 0,1 0-4 0,1 1 3 0,-1-1 1 15,-1 2 2-15,1-1-5 0,-1 4 8 0,-1 0-6 0,2 1 2 0,-4 1-1 16,-1 1-5-16,-1 2 0 0,-3 2-4 0,0 0 2 0,-7 2-2 16,-2 1-3-16,-5 1-1 0,-6 1-16 0,-3 1-22 0,-6 0-43 0,-8 0-87 15,-4-1-136-15,-6 1-114 0,-4-2 30 0,-2 1-133 0</inkml:trace>
  <inkml:trace contextRef="#ctx0" brushRef="#br0" timeOffset="52154.3">17095 8436 351 0,'1'0'133'16,"1"-1"-29"-16,1 1-16 0,0 0-10 0,-1 1-5 0,1-1-5 0,0 2 6 16,-1 0 4-16,1 0 5 0,-1 0 9 0,1 0-1 0,0 1 1 0,-1-2 2 15,1 2-9-15,0 0-6 0,0-2-7 0,0 2-14 0,0 0-6 16,0 0-3-16,0 2-7 0,1 0 1 0,-1 0-5 0,1 1 1 0,0 1 1 15,0 2-3-15,-1 1 2 0,2 1-8 0,0 4-6 0,1 1 0 16,-1 3-8-16,2 2 2 0,1 3-8 0,0 2 1 0,1 3-8 0,-1 2 1 16,2 5 5-16,-1 3-4 0,1 3-10 0,1 0-1 0,1 1 1 0,-2 1-4 15,2 4 11-15,0-1-6 0,0 2 0 0,-1 0-6 0,0-1 2 16,1 1-2-16,1-2-3 0,0-2 0 0,0-1-6 0,-1 0-12 0,1-4-9 16,0-1-10-16,2-1-16 0,-1-5-33 0,0 0-57 0,2-5-86 0,0-1-71 15,1-3-28-15,0-2 23 0,3-1 89 0,2-4-88 0</inkml:trace>
  <inkml:trace contextRef="#ctx0" brushRef="#br0" timeOffset="52640.3">21807 7394 1548 0,'-10'2'165'0,"-1"2"-144"0,-2 3-60 16,2 2-17-16,3 1 3 0,1 3 20 0,1 2 14 0,0 1 18 0,0 0 18 15,1 4 13-15,0 1 15 0,0 1 13 0,1 3 1 0,0 1 9 16,0 1-1-16,2 5-11 0,0 1-2 0,0 3-19 0,1 2-8 0,1 1-4 15,0 2 0-15,1 5-2 0,0 2-1 0,0 2 0 0,1 2-6 0,-1 2 2 16,1 1-11-16,2 4 6 0,-1-1-1 0,1 1-6 0,0 0 10 16,-1 1-7-16,1-1 0 0,1 1 5 0,1 0-1 0,-1 0-2 0,2 1-2 15,0-2-7-15,1 1 2 0,1 0-2 0,0-1 0 0,2 0-3 16,-1 1 1-16,1-2-1 0,0 0-4 0,-1-1-5 0,1-2-16 0,0 0-21 16,0-2-53-16,1 1-88 0,2 1-100 0,0 1-81 0,1 3-30 0,0 6 49 15,1 6-47-15</inkml:trace>
  <inkml:trace contextRef="#ctx0" brushRef="#br0" timeOffset="55738.81">18245 3562 1130 0,'-1'-1'118'0,"0"0"-146"0,2-1-39 0,0 2-6 0,2-1 21 0,0 1 32 16,-1 0 31-16,1-1 26 0,-2 1 23 0,0 0 25 0,0 1 24 15,-1 0 17-15,-1-1 8 0,2 1-5 0,-1-1-8 0,0 0-15 0,1 0-8 16,0 0-5-16,-1-1 1 0,1 1-4 0,0 0 1 0,-1-1-2 0,1 0-9 16,0 0-3-16,-1 0-11 0,1 0-10 0,1-1-8 0,0 1-15 15,2-1-3-15,-1-1-8 0,2 1-4 0,0-1 2 0,0 0-3 0,2 0 0 16,-1 1 0-16,1 0-1 0,1 1-2 0,-1 0 6 0,4 1-4 16,0 0-3-16,1 1 5 0,0 0-8 0,0 1 6 0,0 0-2 0,1 1-2 15,1 0-1-15,0 1-4 0,-3 0 1 0,2 0-2 0,-3 1 1 0,0-1 3 16,-1 1-3-16,-1-1 2 0,0 0 0 0,-3 1 2 0,1 0-4 15,-1 0 3-15,-1 0-1 0,-1 1 0 0,-2 1 2 0,1-1-6 0,-2 2 2 16,-1-1 0-16,0-1 1 0,-2 2-1 0,1-1 0 0,-1 1 0 16,0-1-1-16,0 0-1 0,-1 0-1 0,1 1-1 0,0 0-1 0,0 0-6 15,0 0 4-15,0 1 2 0,2-1-2 0,-1 0 2 0,2-1-4 0,1-1 0 16,-1 0 1-16,2-2 1 0,0 0 0 0,1-1-4 0,1-1 0 0,-1-1 4 16,2 0 0-16,0-1 0 0,0 0 6 0,1-2-4 0,0-1 3 15,0 0 0-15,1-1 3 0,0 1 1 0,0-2-2 0,-1 0 2 0,3 0 2 16,0-1-2-16,0 1-2 0,1 0 4 0,-1 0 2 0,1 1-2 15,-2 1 2-15,1 0 0 0,0 0-2 0,-1 1 0 0,1 1-2 0,0 1-4 16,0 1 1-16,-1 0-4 0,1 1 0 0,0 2 3 0,0 0-3 0,0 2 4 16,0-1-10-16,-1 2-3 0,-2 1 3 0,1 0-4 0,-1 1 12 15,0 1 0-15,-1 1-2 0,-1 0 3 0,0 1-3 0,-2-1 2 0,-1 0 1 16,-1 1 3-16,-1-1-10 0,-3 2 9 0,-1 1-1 0,-2-1-1 0,-2 3 22 16,-1-1-7-16,-4 1 3 0,-2 0 1 0,-3 1-9 0,1 1 2 15,-2-1 0-15,0 0 2 0,0-2-2 0,-2 0-5 0,1-2-1 0,0 0 1 16,-2-1-6-16,1-2 5 0,0-1-3 0,-2-1 3 0,1-2 5 15,-2-2-7-15,1 0 3 0,2-1-6 0,0-1-2 0,2 0 0 0,2-2-1 16,-1-1 1-16,2-1-2 0,1-1-6 0,1 0-3 0,1-1-7 0,2 2-1 16,1-2-10-16,2 0-14 0,0 0-16 0,3-1-26 15,0 1-37-15,3-1-48 0,2 1-75 0,2-1-99 0,2-1-177 0,2-2-170 0,3 0 46 16,2-2-56-16</inkml:trace>
  <inkml:trace contextRef="#ctx0" brushRef="#br0" timeOffset="56588.81">22164 3455 932 0,'-3'-1'641'0,"0"-1"-547"0,0 1-101 0,1 0-23 0,1 0 2 0,1 0 25 16,0 0 20-16,-1-1 20 0,-1 0 11 0,0 0 15 0,0-1 19 0,0 1 16 16,1-1 10-16,-1 0 2 0,1 0-16 0,0-1-23 0,1 0-17 15,0-2-22-15,2 1-1 0,-1-2-3 0,1 0 2 0,1 0 6 0,0-1 3 16,1 0 6-16,1 0 3 0,0 1-2 0,0-1-2 0,1 2-5 15,0 0-6-15,0 1 2 0,0 1 1 0,1 0-4 0,1 0-3 0,0-1-4 16,1 2-8-16,0 0-6 0,0 1-4 0,1 1-4 0,1 0-1 0,-1 1-2 16,0 2 5-16,0-1-5 0,0 2 0 0,1 0 0 0,0 0-2 15,0 1 2-15,0 1 2 0,-2-1 3 0,1 2-8 0,-2 0 4 0,0 2-1 16,-1 0-3-16,-1 1 5 0,-1 1-4 0,-2 1 4 0,-1-1-2 0,-2 2 1 16,0 0 1-16,-2 1 0 0,-1 1 3 0,-1 0-2 0,-2 1 1 15,0 2-2-15,-2 0 1 0,-1-1-1 0,0 2 5 0,0 1 3 0,-2-3-3 16,0 1 5-16,-1 0 0 0,0-1-5 0,0-2 0 0,1 1 0 15,-1-1-3-15,2 0 1 0,-1-1 0 0,1 1-3 0,0-2 2 0,0-1-1 16,2-1 4-16,2-2 9 0,1-2-2 0,1 0 4 0,1-2-1 0,2-1-2 16,1-1 4-16,1-1 3 0,1 0-3 0,0-1 5 0,2 0 1 15,2-1 2-15,1 1 4 0,0-2-2 0,3 0-5 0,-1-1-3 0,3 0-7 16,0 0-4-16,1 1 1 0,-1-1-8 0,1 1-1 0,1 0 0 0,0-1-2 16,0 1 0-16,0 0-2 0,0 0 2 0,1 0-2 0,0-1 0 15,-1 2-1-15,1-1-6 0,-1 0-4 0,-1 2-6 0,0-1-1 0,-3 0-8 16,1 1-8-16,-1 0-6 0,-1 1-14 0,-1-1-13 0,0 0-10 15,-1 1-17-15,-1-1-10 0,-1-1-7 0,1 1-11 0,-1-1-11 0,0-1-13 16,1 1-25-16,0-1-24 0,-1-1-29 0,1 0-37 0,0-1-22 0,0-1 16 16,0 0 20-16,1-1 40 0,0 0 42 0,-1 0-134 0</inkml:trace>
  <inkml:trace contextRef="#ctx0" brushRef="#br0" timeOffset="56789.81">22830 3590 2424 0,'0'1'725'0,"1"1"-736"0,0 2-74 15,1 2-26-15,1 0 11 0,1 1 41 0,1 0 41 0,-1-2 24 0,-2 0 2 16,-1-1-6-16,-3 1-12 0,0 0-9 0,-1 0-14 0,1-1-11 0,-1-1-23 16,1 0-32-16,1-1-18 0,-1 0-14 0,-1-1 0 0,0-1 11 15,1 0-7-15,-1-2-27 0,0 1-36 0,0-2-37 0,1 0-19 0,-1-1 5 16,1-1 21-16,1-2 42 0,-1-2-152 0</inkml:trace>
  <inkml:trace contextRef="#ctx0" brushRef="#br0" timeOffset="57304.81">23241 3135 3256 0,'-3'8'159'0,"1"2"-251"0,-1 7-72 0,1 2-19 0,3 1 31 15,0 3 73-15,1-1 61 0,-2 0 36 0,-2 0-2 0,-1-1 2 0,-3 1-4 16,0-1-6-16,-1 1-3 0,1-3-3 0,0 1-4 0,0-2-3 0,1-2 2 16,1 0-2-16,-1-2 5 0,1-2 1 0,-1-1 4 0,1-1 0 15,-1 0 4-15,1-2 2 0,0-1 4 0,0-2 8 0,0-2 4 0,1-1 7 16,-1 0 8-16,2-2-2 0,-1 0 3 0,2-2-7 0,0 0-8 15,1-1-2-15,0-1-12 0,0 1-3 0,2-3-4 0,-1 1-9 0,1-1 2 16,1-1 2-16,1 2-2 0,-1 1-2 0,1-1-2 0,2 0 1 0,-1 1-2 16,0 1-2-16,1 0 0 0,1 0 0 0,-1 1 3 0,1 0-1 15,0 1 0-15,0 0-1 0,0 0-1 0,2 1 0 0,0 0 6 0,1 0-1 16,0 1 0-16,1-1 4 0,-2 1-2 0,2 0 2 0,0 1 5 0,-1 0 0 16,0 1-4-16,0 1 8 0,-2 0-4 0,1 2 1 0,0 0 3 15,-1 1 3-15,0 2 0 0,-1 0 0 0,0 2-2 0,-2 0-4 0,0 0 4 16,-1-1-3-16,1 2 2 0,-1 0-3 0,-1 1 3 0,1 0 0 15,-2-2-2-15,0 2 3 0,0 0-4 0,-2 0 2 0,0 0 3 0,-1-1 0 16,-1 1 3-16,0 0 2 0,-1-1 0 0,0 0-1 0,-1-1-5 0,-1 0 1 16,-1 1-5-16,1-2-1 0,-2 0-2 0,-2-1-1 0,0-1 2 15,0 1-3-15,-2-2-12 0,1 0 0 0,1 0-2 0,-1-2 15 0,1 2 7 16,0-2 5-16,-1-1-10 0,-1-1-4 0,1 1-4 0,-1-2-4 0,0 0 2 16,1-1-8-16,-1-2-9 0,1 0-11 0,0-2-25 0,-1-1-17 15,2 1-9-15,-2-3-20 0,1-1-13 0,-1 0-5 0,2-2-34 0,-1-1-22 16,0-3-52-16,2 0-86 0,-1-3-77 0,1-2-16 0,0-1 21 15,2 0 107-15,0-4-112 0</inkml:trace>
  <inkml:trace contextRef="#ctx0" brushRef="#br0" timeOffset="57437.81">23177 3038 3112 0,'13'0'45'0,"5"1"-66"0,8 0-38 0,5 2-10 0,0-1 13 0,3-1-2 16,0 0-19-16,-2-2-39 0,0 0-52 0,-3-1-38 0,1 0-25 0,-2 0-25 15,0-1-66-15,-1-2-32 0,-3-1-2 0,1-1-140 0</inkml:trace>
  <inkml:trace contextRef="#ctx0" brushRef="#br0" timeOffset="61125.86">18816 5037 2368 0,'-5'0'62'0,"0"1"-59"0,0 1-24 16,5 2-22-16,2 2 4 0,2 1 7 0,1 1 19 0,-1-1 10 15,3 1 1-15,-1 0 5 0,-1 2-3 0,0-2-4 0,0 4-4 0,-2 3 4 16,1 1 1-16,0 3 6 0,1 2 3 0,1 1-3 0,0 1 4 0,1 1-2 16,1-1 1-16,0 0-2 0,2 0-7 0,0-2 3 0,1 0-4 15,-1 0-1-15,2-3 2 0,0 0-3 0,0-2-1 0,2-2-1 0,-2-3 5 16,2-2-1-16,-1-1 2 0,0-3 4 0,1-2 1 0,-2-1 7 0,1-3 7 15,-1-1 4-15,-1-3 3 0,-1-1 3 0,-1-3 3 0,-1 0-7 16,1-4-4-16,-1-1-5 0,0-2-7 0,0 0 1 0,-1-1-5 0,0 0-3 16,-1 0-3-16,-1 1 0 0,0 0-2 0,0 0-1 0,-1 0 0 0,-1 1 0 15,-1-1 3-15,0-1 3 0,-1 2 3 0,0 1-3 0,-1 0 1 16,0 0 1-16,0 0 1 0,-1 3 3 0,1-1-3 0,-1 1 5 0,0 2 9 16,1 2 0-16,0 1 0 0,1 3 2 0,0-1-8 0,0 2 2 15,1 2 7-15,0 1 4 0,1 1 5 0,1 1-8 0,0 2 0 0,1 1-2 16,1 1-3-16,0 3 9 0,-1 1-6 0,2 2-4 0,0 1-2 0,0 3-9 15,0 0 4-15,-1 1-2 0,1 1-4 0,0 1 1 0,-1-1-1 16,-1 2 1-16,0-1-3 0,1 0 4 0,-1 2-1 0,0 1-1 0,0-1 1 16,-2 0-1-16,1-1-7 0,0-3 1 0,0 0-4 0,0-1-5 15,-1-1-7-15,1 0-10 0,1-1-10 0,-2-1-10 0,1-1-11 0,0-2-19 16,0 0-29-16,1-1-53 0,0-1-65 0,0-2-70 0,0-1-84 0,1-2-5 16,0-2 61-16,1-2-152 0</inkml:trace>
  <inkml:trace contextRef="#ctx0" brushRef="#br0" timeOffset="61324.86">19589 5508 2737 0,'-3'-1'120'0,"-1"1"-110"0,2 1-43 0,3 2-28 15,2 0-1-15,2 1 20 0,1-1 22 0,1 0 17 0,-2-1 6 0,-1 1 0 16,-1-1-3-16,-2 1-8 0,-1 1-4 0,0-1-17 0,-1 0-8 0,0 0-18 15,-1 0-33-15,1 0-41 0,-2 0-53 0,2 0-51 0,-3 0-52 16,1-1-21-16,-1-1 15 0,0 1 28 0,0-1 53 0,-1-1 47 0,1 0-127 16</inkml:trace>
  <inkml:trace contextRef="#ctx0" brushRef="#br0" timeOffset="61827.73">19936 4959 3647 0,'-9'3'19'0,"2"3"-56"0,-1 2-74 15,5 7-30-15,2 3-3 0,1 2 35 0,1 1 53 0,0 1 39 16,-2-2-5-16,0 0-7 0,-3 0-14 0,-1 1-28 0,-1 1-2 0,-2-1-11 15,1 1-7-15,-1-2 2 0,1-2 3 0,2 1 9 0,-1-5 18 16,2 0 20-16,0-2 19 0,1-2 13 0,0 0 8 0,0-2 8 0,1 0 8 16,-1-1 4-16,1-1 7 0,0-1 7 0,1-1 0 0,1-1 2 0,-1 0-6 15,1-1-4-15,1-1-4 0,0 0-4 0,2 0-3 0,0-1-5 16,2 1-3-16,-1-1-2 0,2-1-3 0,0 1 1 0,2 0-6 0,0-1-3 16,2 0 2-16,0-1 0 0,0 1 3 0,0 0-5 0,1 0-1 15,0 1 1-15,1 0-3 0,0-1 8 0,0 1-1 0,0 1-3 0,1-1 4 16,0 1-3-16,-1-1 3 0,0 1 0 0,-1-1 2 0,1 1 1 0,0-1 2 15,-1 1 3-15,1 1-5 0,-1 0 6 0,0 0 1 0,0 0-2 16,-1 0 8-16,0 2-2 0,-1 0 4 0,-1 1 3 0,0 0-2 0,0 2 2 16,-1 2 4-16,-1 1-1 0,-2 0 4 0,-1 1-3 0,0-1-4 15,-1 2-1-15,-1 1-1 0,-1-1 3 0,-1 2-2 16,0-1-3-16,-1 1-4 0,-1 1-1 0,-1 1 2 0,-1-1-6 0,-1 2 4 0,-1-2 0 0,0 0-2 16,0-2-1-16,0 0 0 0,-1 0-4 0,-1 0-5 0,0-2 3 15,1 0-5-15,-1-1-4 0,1-1-3 0,0 0-13 0,-2-3-4 0,0 0-6 16,0-2-7-16,1-1-1 0,-1 0-20 0,2-3-20 0,-2-1-30 0,0-3-47 15,0 0-40-15,-1-3-66 0,-1-1-67 0,1-3-33 0,0-3-2 16,0-2 49-16,0-3-153 0</inkml:trace>
  <inkml:trace contextRef="#ctx0" brushRef="#br0" timeOffset="61996.96">19916 4956 1676 0,'3'-4'951'0,"4"-1"-901"0,3-1-44 0,4 1-20 15,5 2-6-15,1 0-1 0,4 0 2 0,1 1 6 0,1-1-6 0,0 1-9 16,-1 0-19-16,-1 1-17 0,-3 2-22 0,0 0-10 0,-1 2-2 16,-3 0 3-16,0 1 12 0,-1 0 7 0,1 0-11 0,-1 0-25 0,2 0-38 15,1 0-51-15,1-1-48 0,2 0-19 0,0-1 15 0,0-2-10 32,0 1-11-32</inkml:trace>
  <inkml:trace contextRef="#ctx0" brushRef="#br0" timeOffset="67310.96">22759 4944 2243 0,'-7'0'27'0,"1"3"-41"15,0 0-24-15,3 3 3 0,2 0 13 0,2 0 19 0,0 0 17 0,1-2 0 16,1 1 0-16,-1 1 1 0,0 0-2 0,1 1 8 0,-1 1 3 16,0 1 9-16,1 3 1 0,1-1 0 0,1 4-2 0,0 1-9 15,2 0-12-15,1 1-4 0,0 2-4 0,2 2 2 0,-1 0 7 0,1 1-1 16,0 0 0-16,-1-1 3 0,3 0 0 0,1-2-1 0,0-3 3 0,0-1-4 16,-1-2 1-16,1 0 0 0,1-2 3 0,0-2 0 0,1 0 0 0,-2-2 4 15,1 0-3-15,0-3 5 0,0 0 1 0,-1-3 3 0,0-1 9 16,-1-2-1-16,1-1 4 0,-2-2 3 0,0-3-4 0,0-1-7 0,1-2-1 15,0-1-3-15,0-2-7 0,-3 0-2 0,1-2-7 0,0 1-3 0,-2-4 2 16,0 0 0-16,-3 0 1 0,0-1 0 0,-2 0 3 0,-1 0-3 16,-2 0 11-16,1 1-2 0,-3 1-5 0,0 3 6 0,-1-1-15 15,1 3-1-15,0 3-1 0,0 3 1 0,1 3-2 0,0 2-1 0,0 2 10 16,1 3-4-16,-1 0 6 0,2 3 3 0,-2 3-2 0,1 1 6 0,1 4-1 16,0 0-10-16,2 2 0 0,0 3-3 0,1 3-4 0,1 2 12 0,1 3-7 15,-1 0 4-15,0 3-4 0,0 1-7 0,0 2 4 0,-1 0-4 16,-2 5 0-16,-1-2 2 0,0 2-6 0,0-3 1 0,0-2-17 15,0 0-31-15,-1-2-51 0,0 0-65 0,-1-2-93 0,0-1-120 0,0-3-150 0,-2 1-121 16,0-1-225-16</inkml:trace>
  <inkml:trace contextRef="#ctx0" brushRef="#br0" timeOffset="69523.12">19710 6394 2763 0,'-6'-3'91'0,"2"0"-94"0,0 1-19 0,4 3-18 15,2 2-4-15,1 0 15 0,1 2 24 0,-1-1 8 0,-1 2 7 0,-3 2-4 16,-2 1-4-16,-3 2 3 0,-1 0 0 0,0 2 3 0,-1 1-2 16,1 0-1-16,-1 1 0 0,1-1-6 0,0 0-1 0,0-1 2 0,1 0-2 15,1-2 2-15,-1 0 4 0,1 1-6 0,1-2 5 0,0 0 4 0,1-2-5 16,1-2 4-16,0 1 2 0,-1-2-1 0,1 0 6 0,0-1-1 16,0-1 4-16,1-1 6 0,0-1 3 0,0-2 11 0,1 1 3 0,0-2-2 15,0-1 1-15,0 0-11 0,1-1 1 0,-1-1-7 0,2-1-7 16,-1 1-3-16,1-1-6 0,0-1 0 0,1 1-7 0,-1 0 4 0,0 0 0 15,1 1-4-15,1 1 6 0,-1 0-3 0,1 2-2 0,0 0 1 0,1 0-6 16,0 0 1-16,1 1 3 0,0 1-3 0,1 0 0 0,0 0-4 16,0 2 4-16,2 0 0 0,0 1 5 0,1 0-2 0,1 0-2 0,0 0 3 15,0 1-3-15,0 1 4 0,0 0-3 0,0 1 3 0,1-1 1 16,-1 1 1-16,0 0 2 0,1-1-1 0,-1 1-1 0,1 1 1 0,-1 1 3 16,-2 0-3-16,2 1 6 0,-2 0-2 0,1 1 3 0,-1-1 1 0,-1 1-1 15,0 1 6-15,-3 1-3 0,1 0 2 0,-1-1 3 0,-1 3-5 16,-2 0-1-16,-1 1 1 0,-1 0-8 0,-1 0 0 0,0 2 4 0,-2 0 0 15,0-1-2-15,-1 1 2 0,0 1-5 0,0-1 1 0,-2-1 6 0,0 0-5 16,-1-1-12-16,1-1 4 0,-1-2-7 0,0 0 15 0,0 0 10 16,0-2-5-16,0 0-2 0,1-1-9 0,-1-3 0 0,-1 1 0 0,1-2 0 15,0-2-4-15,-1 0-1 0,1-2-13 0,-2-1-18 0,1-2-20 16,-1-1-20-16,-1-2-30 0,1-1-24 0,-1-2-27 0,1 0-37 0,1-3-58 16,-2-2-77-16,1-1-93 0,0-1-18 0,2-1 36 0,0-1 113 0,2-5-69 15</inkml:trace>
  <inkml:trace contextRef="#ctx0" brushRef="#br0" timeOffset="69673.46">19679 6441 1179 0,'0'-6'641'0,"2"1"-529"0,1-1-32 15,3 1-53-15,3 0-17 0,1 1-3 0,2 1-3 0,1 0-7 0,1-1-1 16,0 2-6-16,1-1 0 0,-1 0 3 0,1 1 2 0,-1-1-6 16,1 0-5-16,0 1-6 0,2 0-9 0,-1 0-6 0,2 0-6 0,-2 0-4 15,1 0-11-15,0 1-11 0,-1 0-13 0,0 0-23 0,2 1-30 16,-2 0-25-16,0 1-20 0,-1 0-12 0,1 0-1 0,1-1 21 0,-1 0-148 15</inkml:trace>
  <inkml:trace contextRef="#ctx0" brushRef="#br0" timeOffset="70288.58">22861 6232 1392 0,'-4'-3'710'0,"-1"1"-654"16,0 0-58-16,2 1-24 0,1 2-1 0,0-1 13 0,1 0 15 0,-2 0 8 15,0 0 4-15,-1 0 7 0,-2 0-3 0,-1 1 1 0,0-1 4 0,-1-1-2 16,2 1 10-16,-1-1 1 0,0 1-1 0,1-1-11 0,-1 0 1 15,0 1-1-15,0 0-5 0,-1 0 7 0,-3 0-1 0,1 2 8 0,0 0 5 16,-1 1 4-16,1 1-6 0,-2 1 0 0,1 1 2 0,-2 0 2 16,0 1-3-16,-1 2-2 0,-1 1-11 0,-1 1-8 0,2 2 4 0,-1 2 0 15,-1-1-10-15,1 2-3 0,-1 2 7 0,1 0 1 0,1 3 10 0,1 0 2 16,3-1-4-16,0 0-5 0,2 2-1 0,2-2 0 0,3 0-9 16,0 0-3-16,3-1 4 0,0 0-6 0,2-1 0 0,2 0 6 0,0-2-3 15,3 0 4-15,1-1 2 0,0-2-4 0,3-1 6 0,0-1-1 0,2 0 4 16,-1-1 0-16,0-1-2 0,0-1 4 0,1-1 0 0,0-1 6 15,0 0 1-15,-1-2 6 0,1-1 3 0,-1-1 1 0,1-2 4 0,-1 0-2 16,-3-1-1-16,1-1 0 0,-2-1-7 16,0-2-3-16,0-1-1 0,-2 1-4 0,1-1 1 0,-3-1-2 0,-1 0 0 0,-2 0-5 0,-1 0 0 15,-1 0-2-15,-3 0-5 0,0 0 7 0,-2 0-6 0,-1-1-3 0,-1 1 0 16,-1-1-13-16,0 1-4 0,0 1 3 0,-1 1-12 0,-1 0-3 16,-2 2-9-16,1 0-9 0,0 1-5 0,2 0-5 0,-3 2-13 0,1 0-20 15,-1 1-32-15,-1 0-51 0,1 1-82 0,-2-1-121 0,0 1-134 0,0-1-55 16,-1 1-191-16</inkml:trace>
  <inkml:trace contextRef="#ctx0" brushRef="#br0" timeOffset="71473.13">20078 7420 3443 0,'-5'0'24'0,"2"1"-34"0,0 2-24 0,4 3-28 0,2 2-23 0,3 0-14 16,1 1 1-16,1-1 17 0,-2 0 18 0,0-2 16 0,-2 0 10 15,-3 1 10-15,-2 0 6 0,-1-1 4 0,-2 0 9 0,0 0 3 0,0-2 3 16,1-1 4-16,-1-1 3 0,1-1 5 0,0-1-4 0,0 0 6 15,1-1-1-15,-1 0-1 0,0-1 2 0,0-1 5 0,-1 1-1 0,1-1 3 16,-1 0-4-16,1 0-1 0,-1 0-6 0,1 0-3 0,0 1 0 0,0-1-5 16,1 1 4-16,0-1-6 0,0 0 2 0,1 0-3 0,-1 0 1 15,1 2 2-15,-1 0-9 0,1 0 3 0,1-1-5 0,-1 1 1 0,0 0 0 16,1 0-1-16,0 1-3 0,0-1 2 0,0 0 1 0,0-1-3 0,0 1 4 16,0 1 1-16,0-1-5 0,0 1 4 0,-1 0-3 0,1 0-2 15,0 0 2-15,0 0 0 0,0 0 0 0,-1 0 0 0,1 0 3 0,-1 0 2 16,0 0 0-16,1 0 0 0,-1 0 0 0,0 0 0 0,0 0-6 15,0 1 4-15,-1-1-4 0,1 1-2 0,-1 0 4 0,0 0-5 0,0 1-2 16,1-1-2-16,-1 0-4 0,0 1-3 0,1-1 0 0,0 0-1 16,0 0 6-16,0 1-4 0,-1 1 4 0,1-2 2 0,0 1 3 0,1-1 7 15,0-1 4-15,0 0 1 0,0 0 3 0,-1 0-3 0,1-1-3 0,0 1-2 16,1-1 1-16,-1 0 4 0,1-1 2 0,-1 0 2 0,0 1 4 16,0-1-4-16,0 2 5 0,-1-2 0 0,1 1 0 0,0 0-2 0,-1-1-1 15,1 1-3-15,-1-1 2 0,1 1 0 0,-1 0-4 0,1 1 2 0,-1-1-4 16,0 1-4-16,1 0-3 0,-2 0-1 0,1 0 1 0,0 0-5 15,0 1 7-15,1-1 1 0,-2 1 0 0,2-1 6 0,-1 1-5 0,1-1 0 16,1 0-5-16,-1 0 0 0,0 0 1 0,1 0-6 0,-1-1 6 0,1 2 1 16,-1-1-1-16,1 0 2 0,0 1-4 0,0-2 1 0,0 1 0 15,0-1 0-15,1 1 3 0,0-1 2 0,-1 1 1 0,1-1 3 0,-1 0 2 16,1-1 0-16,0 1 0 0,0-1 3 0,0 1 1 0,0 0 0 0,-1-1 1 16,0 1-2-16,1-1 1 0,-1 1-3 0,1 0 0 0,-1 1-2 15,0-1-3-15,0 1 0 0,0 0-1 0,-1 0-1 0,1 0 2 0,-1 1-1 16,1-1 2-16,0 0 1 0,0 0-4 0,0 0 0 0,0 0-10 0,0-1-10 15,0 1-16-15,0-1-25 0,1 1-25 0,0-1-23 0,-1 1-9 16,0-1-1-16,1-1 10 0,-1 0 13 0,0 0 13 0,1-1 8 0,-1 1 3 16,1-1 5-16,-1 0-4 0,1 0 5 0,-1-1 11 0,0 1 14 15,0 1 4-15,-1-1-118 0</inkml:trace>
  <inkml:trace contextRef="#ctx0" brushRef="#br0" timeOffset="72139.74">20186 7304 1114 0,'3'-2'159'0,"1"0"-94"0,3 0-38 16,1 2-19-16,0-1-4 0,1 1 2 0,0-1 2 0,-1 1 6 0,1 0 5 15,-1 0 8-15,-1 0 4 0,-1 0 8 0,-1 0 4 0,-2 0 0 16,1 0 4-16,-1 0 2 0,0 0-4 0,1 0 3 0,-2 0-2 0,1 1-3 16,-1-2 4-16,0 1 0 0,-1 0 3 0,0-2 8 0,0 1-3 0,0 0 6 15,-1 0-5-15,-1 0 0 0,-1-1 3 0,-1-1 0 0,-1 0-1 16,-1-1-5-16,-2 0-7 0,0 0-9 0,0 1-4 0,-2-1-2 0,-1 1-2 16,0 0-2-16,-1 1-4 0,-2 0-7 0,0 0-4 0,-1 2-4 15,0-1-3-15,1 2 0 0,1 1-4 0,-2 0-1 0,0 2 2 0,1 2 0 16,-1 1-1-16,2 2 1 0,0 0-2 0,0 1 0 0,0 2-2 0,1 2 2 15,1 2 0-15,0 1-1 0,1 3 2 0,0 1-4 0,3-1 5 16,1 2-2-16,0 2 0 0,3-1-2 0,0 1 2 0,0 1-2 0,3-3-12 16,0 1 0-16,2-1 11 0,0 0 0 0,2 0 13 0,-1-1 3 15,2-1-13-15,1 0 0 0,0-2 3 0,2 0 1 0,-1-1 2 0,0-2 1 16,2-4 1-16,-1 0-3 0,1 0 2 0,1-2 1 0,1-2 2 0,0 0 0 16,1-3 4-16,1 0-1 0,-1-2-1 0,-1 0 3 0,0-2 0 0,0 0-1 15,2-1 1-15,-2-2 2 0,-2-1 0 0,1-1 6 0,-2-2-4 16,0-2 0-16,-1 0 0 0,-1-2-2 0,0 0 2 0,-2 0-5 15,0-2-1-15,-3 0-1 0,0-1-3 0,-3 1 3 0,1-1 4 0,-3 0-2 16,1 1 6-16,-1 0-3 0,-3 0 1 0,-1 0-18 0,0-1-3 0,-1 2-1 16,-1 1 9-16,0 2 11 0,-1 1-1 0,1 0-8 0,-1 1-20 15,-1 0-5-15,2 2-5 0,0 0-3 0,0 2-6 0,2 0-5 0,-1 0-9 16,0 2-7-16,0 0-13 0,0 1-15 0,2 1-28 0,1 0-49 0,2 1-67 16,0-1-86-16,3 2-111 0,1 0-36 0,1 0 21 0,4 0 118 15,0-2-67-15</inkml:trace>
  <inkml:trace contextRef="#ctx0" brushRef="#br0" timeOffset="72775.95">22656 7370 2213 0,'-3'0'911'0,"-1"1"-878"16,0 2-20-16,2 1-26 0,-1 3-16 0,2 0-5 0,0 2 3 16,-1-1 2-16,1 1 12 0,-1 0 1 0,0 1-6 0,-2 0-2 0,0 2-10 15,-3-1 1-15,0 0 4 0,-1 1 2 0,1 0 4 0,-2 0 7 16,1-1-4-16,0-1 3 0,0-1-1 0,0 0 4 0,1 0 2 0,0-1 4 15,2-1 5-15,0 1 3 0,1-3-7 0,-1 0 4 0,2-2 5 16,1-2 1-16,1 1 13 0,1-1 4 0,0 0 4 0,3-1 1 0,-2-1 5 16,1 1-5-16,1-1-2 0,-1 0-3 0,2 1-3 0,0-1-4 0,1 1-2 15,1 0-5-15,1 0-1 0,2 0-1 0,-1 0-4 0,0 0-4 16,0 0-1-16,0 0 2 0,-1 1 1 0,1 1 4 0,2 0-2 0,-2 0-3 16,2 0 1-16,-1 1-1 0,0-1 3 0,0 1 0 0,0 0-4 0,-1 0 6 15,1 0 5-15,-1 1 3 0,-1-1-2 0,1 1 2 0,-1 0-10 16,1 0 0-16,-1 1 4 0,0 0-3 0,0 1-1 0,-1-1 4 0,0 1-1 15,-1 1-1-15,0 0 0 0,-1 0-2 0,-1 1 3 0,-1-1-1 16,-2 1 1-16,2 0-3 0,-2 1 0 0,0 1 2 0,0 0-4 0,-1-1 0 16,0 1-1-16,0 0 0 0,-2-1 1 0,-1 1 0 0,-1 1 1 0,0-1 2 15,-2 1 1-15,-2-1-2 0,1-1 2 0,-1 1 1 0,-1-2-3 16,2 1 2-16,-2-2-2 0,1-1-9 0,1 0-3 0,-1-2-10 0,0-1-16 16,1-3-23-16,0 1-28 0,-1-2-27 0,0-2-34 0,0-3-45 15,-1-2-34-15,0-2-92 0,0-2-106 0,0-3-16 0,-1-2 21 0,-1-2 43 0</inkml:trace>
  <inkml:trace contextRef="#ctx0" brushRef="#br0" timeOffset="72940.39">22576 7396 2396 0,'2'-2'73'0,"2"0"-36"0,4 1-35 0,1 1-13 0,4 0-6 15,2-1-5-15,1 0-3 0,-1 0-4 0,1 0-15 0,-1 0-16 0,-1 0-16 16,-1 1-22-16,-2 1-11 0,0 0-21 0,-1 0-22 0,-1 2-31 15,-2 1-45-15,2-1-26 0,-3 2-15 0,2 0 15 0,2 1 23 0,0 0-42 16</inkml:trace>
  <inkml:trace contextRef="#ctx0" brushRef="#br0" timeOffset="73123.07">22983 7602 3096 0,'-1'0'44'0,"0"0"-42"16,1 0-34-16,0 3-34 0,1 0-26 0,2-1-6 0,2 0 4 0,-1-1 1 16,1 1 19-16,-1 1 6 0,-1-1-7 0,-2 1-7 0,-1 0-24 15,0-1-30-15,0-1-35 0,-1-1-28 0,1-1-37 0,0 0-26 0,0-1 8 16,1 0 20-16,0-1 34 0,0 0 46 0,-1-3 32 0,1 1-124 16</inkml:trace>
  <inkml:trace contextRef="#ctx0" brushRef="#br0" timeOffset="73474.21">23247 7239 2384 0,'-3'0'73'0,"0"3"-49"0,0 3-33 15,1 1-17-15,2 2 6 0,0 2 1 0,3 1 10 0,1 0 7 0,0 1 6 16,0 0 2-16,-1-2 3 0,2 1 2 0,-1-2-2 15,1 1 0-15,2 0 2 0,0-1 6 0,1-1-3 0,1-1 0 0,0 0-3 0,1-3-5 16,0 1 5-16,1 0-8 0,0 0 7 0,1-1-1 0,-1 0 2 16,0 0 4-16,-3-1 1 0,1 0 3 0,0 1 2 0,0-1-1 0,1 0 1 15,0 0-3-15,-1-1 0 0,0 1-3 0,1 1-2 0,-1-1 0 0,0 1-5 16,0 0 0-16,-1-1-1 0,0 1-4 0,-1-1 0 0,0 0 4 16,0 0-4-16,-1 1 2 0,0 0 2 0,-2-1-4 0,0 0 6 15,1 1 0-15,-2 0-5 0,0 0 1 0,-1 0-7 0,0 0-3 0,-1 0 0 16,1 1-6-16,-2 0-1 0,-1 0 2 0,0 0-6 0,-1-1-9 0,-1 1-4 15,0 0-4-15,-1-1 2 0,0 1 9 0,-1 0 1 0,-2-1-4 0,1 0-12 16,-1 0-13-16,-1 0-21 0,0-2-21 0,-1 0-23 0,1-3-19 16,0 0-31-16,-1-2-28 0,0-2-34 0,0-1-35 0,0-3-9 0,0-1 5 15,-1-2 39-15,-1-2 46 0,0-2-72 0</inkml:trace>
  <inkml:trace contextRef="#ctx0" brushRef="#br0" timeOffset="73610.06">23380 7128 1537 0,'4'-2'219'0,"1"3"-127"16,3-1-48-16,1 3-37 0,2 0-15 0,3 1-12 0,1 1-6 16,0 0-9-16,3 0-12 0,-1-1-17 0,1 0-25 0,-1 0-26 0,1 1-48 15,-2-1-38-15,-1 0-21 0,1 2 3 0,-1 0 26 0,1-1 48 0,-2 1-140 16</inkml:trace>
  <inkml:trace contextRef="#ctx0" brushRef="#br0" timeOffset="74943.55">19972 8834 2920 0,'-6'-9'57'16,"2"1"-17"-16,1-4-28 0,4 3-21 0,4 0-6 0,3-1-4 0,3 0 5 16,4 0 7-16,1-2 7 0,1-1 2 0,0 1 7 0,0 2 3 0,1 1 0 15,-2 2 5-15,1 0-2 0,0 1-1 0,-1 0-2 0,-1 2-2 16,3 1 1-16,-2 1-3 0,1 0 5 0,-1 2 2 0,-1-1-2 0,0 2 1 15,0 1 0-15,-2-1 0 0,2 2-2 0,-1 1 4 0,-1 1-2 16,-1 1-3-16,0 0-1 0,0 2-3 0,-2 0 2 0,0 2 0 0,-2 3-3 16,-1 1 2-16,0 1-4 0,0 0 3 0,0 3-1 0,-1 1 3 15,-2 0-2-15,1 2-14 0,0 2 5 0,-1 0-5 0,0 3 5 0,-1-1 13 16,0 3-8-16,-1 1 1 0,0-1 1 0,-1 1-5 0,0-2 0 0,0 1-2 16,0-1-1-16,-1 1 5 0,1-2-4 0,0 0-2 0,0-2 1 15,1-4-8-15,-1 0 2 0,1-3-4 0,1-2-1 0,-1 0-11 0,0-1-17 16,0-2-20-16,1-2-21 0,-1-3-25 0,0-1-19 0,-1-1-28 0,0-2-30 15,-1-1-29-15,-1-3-38 0,1-2-32 0,-2-1-57 0,0-3 4 0,-1 0 31 16,-1-4 53-16,-2-3 5 0,0-1 36 0</inkml:trace>
  <inkml:trace contextRef="#ctx0" brushRef="#br0" timeOffset="75106.67">20091 9016 1594 0,'-4'-1'360'0,"1"1"-238"16,-1-1-30-16,4 0-39 0,2 1-31 0,3 0-6 0,1 0-2 0,1 0-2 15,4 0 1-15,1 0-1 0,2 0-3 0,2-1-4 0,1 0-5 16,3-1-6-16,1-1-11 0,-1 2-11 0,3-1-23 0,0-1-23 0,1 0-43 16,2 0-52-16,0 0-67 0,0-1-60 0,0 0-4 0,-1 1 31 0,0 0 59 15,0 1 55-15,2 0 51 0,0-1-139 0</inkml:trace>
  <inkml:trace contextRef="#ctx0" brushRef="#br0" timeOffset="76289.25">22763 8690 890 0,'-1'-6'156'0,"1"0"-46"0,1-1-19 0,-1 2-21 0,1 1-5 0,-1 2 0 15,0 0 11-15,0 1 12 0,0 0 4 0,-1 1 6 0,-1 1-1 0,1 0 2 16,-2 1-9-16,0 0-10 0,0 0-7 0,-1 1-9 0,0 1-2 15,1-1-2-15,-1 1-11 0,0 1-4 0,1 0-8 0,-1 1-7 0,1 1-6 16,1-1-10-16,0 2-3 0,1 1-6 0,1 0 2 0,0 0-4 0,2 2-3 16,0-2 1-16,2 2-5 0,1 1-3 0,1-1 4 0,1 1-5 15,0 0 0-15,1-1 6 0,1 2-1 0,1-2-6 0,1 1-1 0,2 0 2 16,1-1 10-16,1 2 7 0,0 0 2 0,2 1-1 0,1-1-8 16,0 0-1-16,-2 1 2 0,2 0-1 0,0 0 3 0,-2-2-2 0,2 3 0 15,-2-1 0-15,0-1 1 0,-2 1 0 0,-1-2-4 0,1 1 2 0,-2 1 3 16,-2 1 0-16,-1 0 0 0,-2 2 1 0,-2 1-1 0,-1 0 1 15,-2 0-2-15,-3-1-4 0,-3 0-7 0,-3-2-3 0,-2 2 2 0,-1-1-5 16,-5 0 1-16,-1-1 5 0,-2 0 1 0,-1 0 9 0,-1-2 5 0,-1-3 2 16,1 0 7-16,-3-2-1 0,1-1-3 0,1-2-1 0,-1-2-11 15,1-1-1-15,1-2-6 0,1-1-2 0,2-2 0 0,2-1 0 0,-1-1 1 16,1-2 6-16,-1-1 1 0,4 1 4 0,0-2 3 0,2 0-2 0,3 0 3 16,1-1 6-16,2 1 3 0,2 0 4 0,1 1-1 0,1-2-7 15,1 0 2-15,2-1-4 0,2 0-4 0,2-2-4 0,2 0-6 0,3-3 0 16,3-1-1-16,0-2 3 0,1-1-1 0,3-1 5 0,0-1 1 15,2-1 7-15,2-1 9 0,1-1 8 0,3-2 6 0,-2-1 3 0,1-2 1 16,-1 0-9-16,-3 0 12 0,-1 1-5 0,-1 0-4 0,-3 1 1 16,-1 0-16-16,-1 1 4 0,-4 1-1 0,-4 1-2 0,-2 2 1 0,-3 1-3 15,-2 1 2-15,-4 2-5 0,-2 2-8 0,-2 1 0 0,-4 1-5 0,-2 3-1 16,-2 0-3-16,0 1-7 0,-1 1-10 0,-1 2-11 0,-1 3-7 16,0 1-5-16,-2 2 0 0,-1 1-1 0,-1 3 0 0,-1 0 1 0,0 2 0 15,1 2 0-15,1-1-11 0,1 2-26 0,0-1-42 0,1 0-64 0,2 0-87 16,0-1-169-16,1-1-103 0,2 0 47 0,0-1-54 0</inkml:trace>
  <inkml:trace contextRef="#ctx0" brushRef="#br0" timeOffset="94025.58">27108 3877 1464 0,'-5'0'48'0,"0"1"-42"15,0 0 12-15,5 0 10 0,4 1 9 0,0 0 10 0,2 1-3 0,0-1 3 16,2 0-12-16,-1-2-4 0,2 1 1 0,1-1-5 0,2 1 7 0,0-2 5 15,3 1 7-15,1-2 10 0,3 0 11 0,1 0 10 0,3 0-1 0,2-1 1 16,2 0-4-16,2-1-4 0,1 0 0 0,4-1 1 0,1-1-4 16,4 0-11-16,3-1 0 0,2 0-16 0,2-1-4 0,3-1-6 0,3 2-12 15,3-4-4-15,5 1-4 0,2-1-4 0,4-1-2 0,4 1-1 16,3 0 5-16,7-1 0 0,4-1-2 0,2-1 1 0,6 1-6 0,2 1-1 16,3-1-3-16,7 1 6 0,2 0-2 0,2 0 0 0,5 1 0 0,-1 1-7 15,0 1 0-15,0 1 11 0,-3 1-2 0,-1 1 1 0,-1 0-1 16,-3 3-4-16,-1 1-1 0,-1 0 4 0,0 2 6 0,-5 0-7 0,0 2 0 15,-3 0-3-15,0 0-2 0,0 1 16 0,-1 0-4 0,-4 1 4 0,-1 0 1 16,-3 2-12-16,-2-1 1 0,-3 0-2 0,-2 0 1 0,-3 1 6 16,-3-1 3-16,-1 1 0 0,-3-1-1 0,-4 0-8 0,-1 1 0 0,-3-1-3 15,0 1-1-15,-7-2-1 0,-1 1 2 0,-2 0-1 0,-3-1-1 16,-23-2 0-16,4 1-5 0,-1-1-7 0,4 0-16 0,-1 0-24 0,2 0-35 16,-1 0-25-16,2 0-30 0,-3-1-31 0,-4 0-44 0,-2-1-32 0,-4 0-31 15,-2 0-7-15,-2-2 29 0,-4-1 13 0,-1-1 46 0,-2 0-191 16</inkml:trace>
  <inkml:trace contextRef="#ctx0" brushRef="#br0" timeOffset="95273.89">27126 3875 437 0,'-7'-5'89'0,"-1"1"-37"0,0 0 20 0,1 0 20 0,2 1 7 16,1 0-15-16,1 0-12 0,0 0-3 0,0 1 4 0,1 0 2 0,0 0-3 15,0 0-2-15,1 1-2 0,1 1-4 0,0 1 0 0,2 0-2 16,0 1 5-16,0 0 9 0,1 1 5 0,1 0 9 0,2 1 4 0,0 2 0 15,1 0 2-15,-1 1-2 0,3 1-8 0,0 1 8 0,1 3-4 16,1 0-4-16,0 3-5 0,0 1-11 0,1 3-11 0,1 3-3 0,1 0-8 16,0 4-7-16,1 1-5 0,0 4-8 0,2 2-4 0,0 3-3 0,-1 1-5 15,1 3-6-15,-1 1 1 0,0 2-11 0,0 3 1 0,-1 3-9 16,1 2 4-16,-3 1 2 0,0 2-3 0,-1 3 9 0,-2 3-13 0,-1 3 2 16,-1 2 0-16,-2 2-2 0,-2 3 6 0,1 1-13 0,-1 2 7 15,0 3 2-15,0 3 0 0,1 3 7 0,-1 2-1 0,-1 5-5 0,0 0-9 16,0 3 8-16,-1 2 2 0,1 3-4 0,0 1 7 0,0 1-10 15,0 2-5-15,0 0 4 0,-1-1 2 0,0 0 1 0,0 0 5 0,0-1 2 16,0-1 1-16,1 0-2 0,-1 1 3 0,0-2 1 0,0 1-2 0,1 0 4 16,-1 1 3-16,1 1-10 0,0-1 5 0,0 1 3 0,-1 1 2 0,1 1 12 15,-1 0-8-15,1 3 5 0,-2-2-8 0,0-1 3 0,-1 0 5 16,0-1-4-16,0-1 9 0,0 0 0 0,0-2 2 0,0-3 2 0,1-3 3 16,1-2-2-16,0-2 3 0,2-2-2 0,0-2 1 0,1-4-11 15,1-2 10-15,-1-1 0 0,3-5-5 0,-1-1 7 0,2-1-15 0,0-2-1 16,1-1 2-16,0-1-2 0,0-2 2 0,1-4-11 0,-1-3 3 0,0-3-1 15,-2-3-2-15,1-3 9 0,0-2-10 0,0-3 5 0,0-2-1 16,-1-1-1-16,0-5 9 0,0-4 2 0,-1-3-12 0,-1-3 1 0,-2-4-8 16,1-2 6-16,-1-3 2 0,0-4-2 0,0-2 0 0,-1-2-12 15,1-3 9-15,-2-1-7 0,1-3-1 0,-1 0-2 0,0-2-4 0,0 0 4 16,-1-2-3-16,1-1 4 0,-1-2-2 0,1-1 4 0,1-2-3 0,-1-1 1 16,1-2 2-16,0-3-6 0,0-1 3 0,1 1-5 0,-1-3 5 0,2 0-2 15,0-1 1-15,2-2 3 0,1 0-9 0,1-1 9 0,2-1 4 16,1-1-4-16,1 2 2 0,1-1 0 0,1 0-4 0,1 2 7 0,0-2-1 15,2 1-7-15,3-2 5 0,1-1-6 0,4 0 5 0,2-2 1 0,4 2 1 16,2-3-1-16,4 1 2 0,2-2 0 0,3-2-2 0,5 2 2 16,1-1-6-16,4 2 4 0,4 0-2 0,2 1 2 0,3-1 7 0,2 1-1 15,2 0-1-15,2 1 2 0,3 1 0 0,-1 2 0 0,3 2-2 16,3 0-3-16,0 0 3 0,0 3-1 0,4-2 3 0,-1 1-4 0,3 2 1 16,0-1 1-16,3 2 2 0,1 0 0 0,2 1-2 0,1 0-3 15,0 1-7-15,0 3 7 0,-1 0 2 0,0 2 1 0,0 0 5 0,0 1-1 16,0 1-4-16,1 0 11 0,-1 0 0 0,0 0 1 0,2 1-1 0,-2 1-6 15,-1 0 2-15,0 0 0 0,0 0 4 0,-2 1 14 0,1 0 1 16,-2 1-1-16,-4 1 4 0,1 0-20 0,-4 1 1 0,-5 0 1 0,0 2-3 16,-5-1 29-16,-35 0-3 0,6 1-3 0,0-1 0 0,6 1-36 0,-5-1 0 15,4 0-1-15,-1 0-1 0,5 0-1 0,-4 0-7 0,-2 0-6 0,-5 0-2 16,-2-1-5-16,1 0-14 0,-3-1-21 0,-1-1-30 0,-3-2-30 16,2-1-47-16,-1-1 30 0,3-2-69 0,-16 3-81 0,2-2-84 0,1 0-108 15,2-3 24-15,0-2 94 0,4-1 40 0</inkml:trace>
  <inkml:trace contextRef="#ctx0" brushRef="#br0" timeOffset="96657.2">27993 4546 110 0,'-3'-1'80'0,"1"-1"-16"0,-1 0-9 0,0 0-7 15,0 0-8-15,1 0-6 0,0 0-3 0,0-1-5 0,1 1 2 0,1-1 3 16,0 0 3-16,0 0 1 0,1 1 3 0,1-2 2 0,0 1 3 15,0-1 10-15,0-1 6 0,1 1 10 0,1-1 17 0,-1 1 10 0,1 1 17 16,-1-1 7-16,0 0 3 0,0 1 3 0,0 0-4 0,1 0-1 0,-1 1-5 16,0 0-4-16,1 0-10 0,-1 1-2 0,0 1-18 0,0-1-7 0,0 2-10 15,0 0-14-15,0 1-2 0,0 1-4 0,0 0-5 0,0 1-6 16,1 1-5-16,-1 0 1 0,1 0-9 0,-1 1 2 0,1 2-5 0,-1-1 7 16,2 1 2-16,0 0-5 0,0 1-2 0,2 1-11 0,1-1-1 15,0 2-1-15,1 0-2 0,0 1 0 0,1 0-2 0,-1-2-3 0,2 2 2 16,1-2 0-16,1 0-1 0,0 0 3 0,0-1-4 0,1 0 0 0,-2-2 3 15,1 0 4-15,1 0 3 0,-2-2-3 0,2 0-3 0,-1-2-6 16,0 0 2-16,0-1 0 0,-2 0 0 0,0-2 0 0,0-1 2 0,-1-1-2 16,-1-1-2-16,-1 0 2 0,-2-3-4 0,1 0-2 0,-2 0-10 0,0-2-1 15,0 1-6-15,-1-1-9 0,0-2-7 0,0 1-12 0,-2-2-10 16,-1 0-22-16,0 0-14 0,0-1-19 0,-1 0-19 0,0-1 0 0,1 1-4 16,-1 1 3-16,1 1 9 0,-1-1 2 0,1 0 3 0,1 1-3 15,-1 0-11-15,0 1-5 0,1 0-2 0,-1 0 1 0,0 2 1 0,-1 1 14 16,0 1 2-16,-1 1-193 0</inkml:trace>
  <inkml:trace contextRef="#ctx0" brushRef="#br0" timeOffset="97173.75">28300 4508 371 0,'2'-1'30'0,"0"1"14"0,2-1 15 0,0 1 20 15,0-1 2-15,1 1-14 0,0-1-4 0,-2 0-5 0,2 1-5 16,-1-1 4-16,0 1-1 0,0-1 1 0,0 2-1 0,0-2-1 0,-1 1-4 15,0 0-6-15,0-2 2 0,0 2-7 0,-1-1 1 0,0-1 0 16,-1 2-3-16,1-1 6 0,-1 0-1 0,0 1-3 0,0 0 3 0,-1-1-2 16,0 1-2-16,1-1 8 0,-1 2-4 0,0-1 3 0,0 0-4 0,0 1-5 15,0 0 0-15,0 0 1 0,-1 2 0 0,1 0 4 0,-1 1-3 16,1 0 0-16,1 0-5 0,-1 1 3 0,2 0-3 0,0 1-1 0,0 0-4 16,1 2-8-16,-1 0-1 0,-1 1-5 0,2 2-4 0,0 1-2 0,1 1-3 15,0 0 2-15,1-1 5 0,-1 1-9 0,1-1 2 0,0 1-2 16,0 0-4-16,1 2 1 0,1 0 2 0,1 1-6 0,0 0 5 15,2 2-1-15,0 2-2 0,0 0-1 0,1 3-4 0,0 1 0 0,1 0 6 16,1 3-8-16,0 2-1 0,0 2-5 0,0 1-12 0,-2 3 7 0,2-3-10 16,-1 3 1-16,-1-1 1 0,0-1-5 0,-2 1 4 0,0 0 4 15,-1-3-3-15,-1-1 3 0,-2 0 8 0,0-2 3 0,-1-1 9 0,-1-1 5 16,-1-2 4-16,-2-2-1 0,-1-1-1 0,-2-3 0 0,0-1 1 0,-2-2 2 16,-1-1 3-16,-1-3-2 0,-3 0 2 0,-1-1-1 0,0-2 0 15,-3 0-2-15,1-2 2 0,-3-1-5 0,0-3 3 0,-2-1 2 0,-2-1-4 16,1-2 3-16,-1-1 5 0,1-1 0 0,0-2-3 0,1-1 9 0,-1 1-7 15,-1-2 7-15,1-1 6 0,-1-1-1 0,1 0 1 0,2-1 2 16,0 0 2-16,1-1 0 0,1-1 6 0,2 2-3 0,1-3-7 0,1 1-2 16,3-1-7-16,1-1 2 0,2 2 2 0,2 0 2 0,1-1 0 0,2 2-6 15,2 0-2-15,2-2-5 0,1 0-2 0,3-1 4 0,1 1 0 16,3 0-2-16,2-1 0 0,1-1-4 0,2 0-4 0,2 1 1 0,0-1-4 16,3 0-2-16,0 1-3 0,0 1-7 0,1 0-1 0,-1 1-8 0,-2 1 6 15,1 1-18-15,0 3-23 0,-2 0-27 0,0 0-62 0,-1 1-66 16,-3 2-90-16,0 1-65 0,-2 2-1 0,0 2 32 0,-1 1-168 0</inkml:trace>
  <inkml:trace contextRef="#ctx0" brushRef="#br0" timeOffset="99691.01">28779 5107 482 0,'-3'3'213'0,"1"2"-145"0,0 2-5 0,2 1 23 15,1 1 21-15,1 1 9 0,1 0-9 0,-1 0 0 0,1 0-7 16,1 0-11-16,0 0-5 0,1 1-11 0,0-1-5 0,0 1-7 0,2 0 2 15,-2 1-2-15,2 0 1 0,2-1 4 0,-1-1-3 0,1 1-2 0,1-2-2 16,2 1-6-16,-2-1-7 0,2 0-1 0,1-1-1 0,-1 1-8 16,1 0 5-16,-2-1-2 0,2-2-2 0,1 0 6 0,-1-1-8 0,1-1 6 15,0 1-12-15,-1-1-4 0,0-2 3 0,-2 0-8 0,0-1 3 16,1 0 0-16,-1-1-4 0,1 1-2 0,-1-2 0 0,-1 1-6 0,-2-1-2 16,2 1-2-16,-1 0-6 0,-1-2 3 0,1 1-4 0,-2-2 0 0,0 0 1 15,-2 0-4-15,-2-1-9 0,1 0-1 0,-1-1-14 0,0 0-20 0,-1-1-38 16,0 0-48-16,-3-1-57 0,0-1-45 0,-1 1-30 0,-2-3-34 15,-1 2-12-15,1-2 14 0,-3 1 21 0,0-1 62 0,-1 0-126 0</inkml:trace>
  <inkml:trace contextRef="#ctx0" brushRef="#br0" timeOffset="99861.34">28743 4962 1103 0,'-8'-3'210'0,"2"1"-201"0,-1-1 11 0,4 3 14 0,3 0 5 16,0-1 7-16,1 1 0 0,1 0-4 0,0 0-10 0,1 1-12 0,0-1-6 16,0 1-10-16,0-1-2 0,0 0-1 0,0 0-6 0,0-1-3 15,0 1-15-15,0-1-29 0,0 0-59 0,-2 1-51 0,1-1-33 0,1 0-21 16,-1 0 6-16,1 1-172 0</inkml:trace>
  <inkml:trace contextRef="#ctx0" brushRef="#br0" timeOffset="100191.69">29315 5000 1142 0,'-1'-1'250'0,"1"1"-206"0,1 1 15 0,2 0 32 0,1 1 27 0,0 0 19 15,0-1-5-15,1 0-18 0,0 0-23 0,2 0-29 0,-1 0-17 0,1-1-17 16,0 1 1-16,0 0-2 0,1 1 8 0,0-1 7 0,0 1 1 0,1-2 6 16,1 1-5-16,-2-1-4 0,3 0-2 0,0 0 1 0,0 0 4 15,1 0 1-15,2 0-11 0,-2 0 0 0,2-1-13 0,1-1-6 0,0 0 3 16,-1 0-11-16,2 0 5 0,-1-1 0 0,0 0 0 0,-2 1-3 16,1-1 1-16,-1 0-1 0,-1 1-3 0,-1 0 4 0,-3 0-4 0,2 0-2 15,-1 0-3-15,-2 1 0 0,1 0-1 0,-2 1-1 0,0 0 0 16,-2 0-1-16,-1 0-8 0,1 0-4 0,-2 1-10 15,-1 0-14-15,1-1-18 0,-1 1-32 0,-1-1-47 0,0 0-57 0,0 1-81 0,0-1-66 0,0 1-49 16,0 0 13-16,0 0 51 0,1 0-185 0</inkml:trace>
  <inkml:trace contextRef="#ctx0" brushRef="#br0" timeOffset="100510.33">29538 5302 1441 0,'-1'-2'223'0,"0"1"-215"15,0 0-2-15,3 1 10 0,2 0 11 0,0-1 12 0,1-1 6 0,1-1-4 16,0 1-8-16,1-2-12 0,0 0-8 0,1 0-5 0,0-1-3 15,1 1 1-15,0-1 3 0,0 0 1 0,1-1 1 0,-1 0 10 0,0 1-3 16,0-1 12-16,-1 0-2 0,-1 0 2 0,2 2 3 0,-1 0-6 16,1-1 1-16,0 1-12 0,-1 0-4 0,0-1-6 0,-1 2-4 0,-1-1 3 15,1 1-4-15,-1 1 1 0,0-1-8 0,0 1-3 0,-1 1-11 0,0-1-15 16,-1 0-29-16,-1 0-62 0,0 0-59 0,-1 0-59 0,1 0-38 16,-1-1 16-16,-1 0 6 0,1-1 31 0,-1 0-139 0</inkml:trace>
  <inkml:trace contextRef="#ctx0" brushRef="#br0" timeOffset="100842.91">29904 4836 940 0,'-6'-2'286'0,"-1"1"-249"0,0 0 16 0,2 1 18 0,1 2 19 15,0 0 4-15,1 0-10 0,0 2-13 0,0 0-20 0,1 1-12 0,1-2-13 16,-2 2 1-16,2 0-4 0,0 0-1 0,0 1 4 0,1-1-1 15,1 1 6-15,0 0 1 0,0 1 0 0,2-1 7 0,-1 1-8 0,1 0 0 16,2 1-2-16,-1 0-4 0,2 1 4 0,0 1-2 0,1 0 0 16,1 2-6-16,0-2 3 0,0 2-1 0,1 0-2 0,1 0 2 0,2 1-3 15,1-2 3-15,0 0 4 0,0 0-1 0,0-1-1 0,1-1 4 0,1 0-10 16,-1-3 8-16,2 2-5 0,0-1-10 0,-2 0 2 0,-2 0-11 0,0 0 4 16,-1 1 7-16,1 0 4 0,-4-1 6 0,-1 0 6 0,-3 0-1 15,-1-1 0-15,-1-1-3 0,-3 1-3 0,0 0-1 0,-1 0-3 16,-2-1-4-16,-2 1-8 0,-1-1-2 0,-2 0-2 0,-2 1-5 0,-1-1-3 15,0 1-1-15,0-1-6 0,-3 0 2 0,0 0-2 0,-1-1-7 0,1 0-6 16,1-1-9-16,-2 0-16 0,2 0-10 0,2 0-19 0,0 0-36 0,3 0-42 16,1 1-56-16,0 0-50 0,2 0-35 0,1 1-28 0,1 0 17 0,0 0 32 15,0 0-196-15</inkml:trace>
  <inkml:trace contextRef="#ctx0" brushRef="#br0" timeOffset="137173.89">30332 4715 650 0,'-2'-6'60'0,"-1"-1"-52"0,0-1 14 15,1 1 16-15,3 1 18 0,0 0 13 0,0 2 1 0,2-1-5 0,-1 0-9 16,0 1-8-16,1-1 2 0,-1 2-1 0,0 1 9 0,-1 0 8 0,0 2 7 16,-1 0 7-16,0 1 8 0,-1 0 0 0,1 0 0 0,-3 2 3 0,2 1-5 15,-2 0 3-15,0 3 2 0,-1-1 1 0,0 2-2 0,0 2 2 16,0 1-8-16,-1 2-12 0,1 1 0 0,0 2-14 0,-1 3-2 0,2 1-10 16,-1 1-11-16,2 2-15 0,1 1-4 0,0 0-7 0,2 0-4 15,0 0-3-15,2 1-2 0,1 0 0 0,0-1-10 0,3 2 3 0,0-3-2 16,2-1 1-16,0 0-5 0,2-3-4 0,0 1 2 0,2 0 10 15,0-1 7-15,-1 0 3 0,1-1 3 0,1-2-8 0,0 0 2 0,-2 0-2 16,-2-2 1-16,-2-2 1 0,-1-2 3 0,1 0 2 0,-2-2-1 0,0-1 1 16,-2-2 1-16,-1 0-3 0,-1-2 2 0,-2-1-2 0,-1-2-3 15,0 0-4-15,-1-1-5 0,0-1-11 0,-2-1-12 0,-1-2-21 0,-1 0-23 16,-2-3-19-16,1 0-14 0,-1 0-12 0,-1-1-7 0,-1-1-4 16,0-1 4-16,-1-1 6 0,1 1 7 0,2-1-1 0,-1 2-4 0,2-2-18 15,-1 0-15-15,2-1-12 0,0 0 8 0,-2 1 13 0,3 0 20 0,0 0 16 16,2 1 11-16,1 0 25 0,-1 1 18 0,3-1 10 0,-1-1-33 15,1 0-100-15</inkml:trace>
  <inkml:trace contextRef="#ctx0" brushRef="#br0" timeOffset="139158.53">30340 4735 1027 0,'-2'-4'39'0,"2"-1"25"0,-1-1 44 0,2 3 31 16,1 0 18-16,-1 0-23 0,3 1-37 0,1 1-25 0,0 0-26 0,0 0-9 15,2 0-2-15,-1 1-3 0,0 0 0 0,1 0-5 0,0 2-4 16,1-1 3-16,-1 0-5 0,0 2 4 0,1 0-2 0,1 0-3 0,0 1 7 16,0-1-8-16,-1 2 4 0,-1-1 1 0,0 2-4 0,0 0 4 15,-1 0-5-15,-1 2 2 0,0-1 2 0,0 1-6 0,1 1 5 0,0-1-2 16,-2 0 1-16,1 2 1 0,-1 1-3 0,0 1 1 0,1 1-6 0,-2 0 4 15,1 2-2-15,-1 2-10 0,0 0 8 0,0 1-9 0,0 3 1 16,0 1-2-16,0 0-8 0,0 3 4 0,0-1-17 0,1 2 1 0,-1 0 3 16,0 0-1-16,2 0 11 0,-1 0-5 0,1 0-6 0,0-2-6 0,1 1-5 15,1-1-2-15,0-3-7 0,-1 0-4 0,1-1-7 0,0-1-9 16,-1 1-10-16,-1-2-20 0,1-2-32 0,0-1-28 0,-1-4-23 0,1-2-25 16,-3-1-5-16,1-3-14 0,-1-1-11 0,-1-2 7 0,-1-2 37 15,-2-2-180-15</inkml:trace>
  <inkml:trace contextRef="#ctx0" brushRef="#br0" timeOffset="139331.9">30344 5128 541 0,'1'-2'247'0,"2"0"-183"0,2-1 24 0,1 0 19 0,1 0 8 16,3 1-6-16,2-1-20 0,1 0-17 0,2 1-23 0,3-1-15 0,0 0-4 15,1 0-9-15,0 0 0 0,-2 1-3 0,0 0-7 0,1 0-5 16,-1 1-3-16,-1-2-2 0,-2 1-6 0,1 0-10 0,0-1-16 0,-1 1-26 15,-2-1-57-15,-2 1-78 0,0-2-60 0,1 1-18 0,-2-1 49 0,2-1-136 16</inkml:trace>
  <inkml:trace contextRef="#ctx0" brushRef="#br0" timeOffset="139711.51">31382 4806 1340 0,'-2'-1'30'0,"-1"0"4"15,0 1 15-15,-2-1 15 0,0 0 11 0,-1 1-7 0,-1 0-16 0,-1-1-13 16,-1 0-9-16,-2 0-3 0,1-1-2 0,-5 1-1 0,0 0 0 15,-1 0-1-15,-2 0 3 0,0 1 6 0,-1 0 10 0,1 1 17 0,0 1 10 16,-2 1 11-16,-2 2 2 0,1 2-5 0,-1 1-5 0,0 1-6 16,0 0-6-16,1 1-7 0,1 0-5 0,1 2-7 0,0 1-5 0,1 1-5 15,1 2-3-15,0 0-7 0,1 2-2 0,3 0-4 0,1 0-7 16,2 1 2-16,1 0-3 0,3-2-10 0,2 0 1 16,4 0 0-16,1 0 2 0,4-1 10 0,3-1 2 0,2-1-2 0,2 0-1 0,2-3 2 15,2-1 0-15,5 0-1 0,0-1-2 0,2-1-1 0,3-1 0 0,-1-1-2 16,3-1-2-16,1-2 3 0,0 0-5 0,-2-2 3 0,0-1 1 0,-3 0-7 15,-2 1 2-15,0-1-3 0,-2 0-2 0,-2 1-6 0,1-1-9 0,-3 0-17 16,-3 0-21-16,1-1-34 0,-2 0-53 0,-1 1-76 0,-3-1-81 16,-1 1-86-16,-2-1-32 0,-1 1 21 0,0-1 86 0,-1 1-123 0</inkml:trace>
  <inkml:trace contextRef="#ctx0" brushRef="#br0" timeOffset="141193.07">28409 6208 1861 0,'-4'0'27'0,"1"1"-23"16,0 0 7-16,2 2 4 0,1 2 8 0,2 1 4 0,1 2 5 0,2 1 0 16,-1 1-8-16,1 0-4 0,0 1-10 0,0 1-6 0,-1 1-1 15,1-1 1-15,0 1 1 0,-1 0 8 0,0 2 5 0,1-1 5 0,1 1 10 16,0-2-7-16,2 0 2 0,1 1 0 0,1-1-4 0,1-3 0 16,0 1-1-16,1-2-4 0,0-1 0 0,2-1-6 0,1-1-3 0,-2-1 0 15,3-1-2-15,-1-1 0 0,0-1 1 0,-1-1-1 0,0 0 1 0,1-2-1 16,0-1-2-16,-1 0-3 0,1-2 0 0,1-1-3 0,-1 1 3 0,0-3-3 15,0 0 0-15,0-1 0 0,-1-1-4 0,-1 0 2 0,0-2 1 16,0 1-3-16,0-2-3 0,0 0-7 0,-3-1 0 0,1 2-11 0,-2-3-19 16,0 1-22-16,-1 0-20 0,0 0-16 0,-2 0 3 0,0-1 2 15,-3-1-3-15,0 0 9 0,-1 2 15 0,-1 1 21 0,0 0 22 0,-1 1 15 16,0-1 10-16,0 2 7 0,-1 0 2 0,1 0-1 0,0 0 1 16,0 1 0-16,0 1-1 0,0 1-1 0,0 2-1 0,0 0 0 15,0 0 4-15,0 1 4 0,-1 1 2 0,1 1 6 0,-1 0 2 0,0 2 1 0,0 0 6 16,-1 1 3-16,0 0 1 0,1 1 10 0,-2 1 5 0,0 0 7 15,0 1 1-15,-1 0 0 0,1 0 0 0,0-1-5 0,0 2-3 0,0-1 1 16,2 1-4-16,0 1-8 0,0-1-2 0,2 1-5 0,-1 0 2 16,0 1 5-16,2-1 1 0,-1 1 4 0,1-1-2 0,0 1-5 0,1 2 2 15,0-1-3-15,1 2-5 0,1 1 5 0,0 0-9 0,-1 2 3 0,1 2-8 16,-1 0-11-16,1 0-6 0,1 0-10 0,0 1 7 0,2 1 6 16,-1 1 0-16,0 0 3 0,1 2-8 0,-1 0-4 0,2 0-2 0,2 3-6 15,0-1-2-15,1 3-3 0,0 1 2 0,-3 1-3 0,1 2-4 0,-1-2 4 16,-1 1 0-16,0-3 1 0,-1 0 8 0,-2-2 1 0,0-2 5 15,-3 0 4-15,0-1 4 0,-1-1 3 0,-2-1 3 0,-2 0 1 0,-1-4-2 16,-2 0 4-16,-1-2-6 0,-3-1 1 0,-1-1-4 0,-3 0-1 0,0-4-1 16,-4 0-2-16,-1-2-4 0,0-2 2 0,-1-1 3 0,-2-1 15 15,2-2 11-15,-1-1-1 0,1-2 10 0,1 0-3 0,2-3 5 0,0 0 5 16,2-2 0-16,2 0-3 0,0-1-3 0,2 0 1 0,2 1-5 0,2 0-2 16,1 0-6-16,2 0-4 0,1 0-3 0,3 0-9 0,1 2-2 15,1-2-1-15,3 0-5 0,1 2-2 0,2-1 2 0,1 0-7 0,2 0 3 16,1 1-9-16,1-1-8 0,2-1-8 0,1 0-15 0,-1-1-5 0,-1 0-26 15,2 1-33-15,-1-1-47 0,0-1-57 0,0 0-52 0,1-1-54 16,-2 2 1-16,0-2 12 0,-3 0 67 0,0 1-153 0</inkml:trace>
  <inkml:trace contextRef="#ctx0" brushRef="#br0" timeOffset="142591.5">28624 5716 920 0,'-2'-1'31'0,"1"0"-7"0,0 0 27 16,1 2 28-16,1-1 20 0,0 0 6 0,1 0-20 0,0 1-22 0,0 1-14 16,0 0-5-16,0 1 2 0,-2 0 12 0,0-1 10 0,1 2 0 0,-1 0 11 15,0 1-2-15,0 1-6 0,0-1 7 0,0 0-1 0,-1 1-2 16,1 1 2-16,0-1-6 0,-2 2-8 0,1 0 1 0,-1 1-9 0,0 1-7 15,0 0-4-15,-1 1-9 0,0 1-2 0,0 1-2 0,-1 1-5 16,0-1-1-16,0 0-5 0,0 0-3 0,-1 1-2 0,0 1-5 0,0 0 2 16,0-1-6-16,1 1 1 0,0 0-2 0,0 0 0 0,0-1 0 15,-1 0-1-15,0-2 4 0,0 0-3 0,2-1 2 0,-1-2 0 0,1 1-7 16,2-2 0-16,-1 0 0 0,0-2-2 0,1-1 0 0,0 0 2 0,0-2-5 16,1-1 5-16,-1-1-1 0,1-1-8 0,-1 0-1 0,1-1-10 0,1-2-7 15,-2 0-12-15,1-1-14 0,0-2-15 0,-1-1-16 0,1-2-17 16,0 0-9-16,0-2-2 0,1 1-10 0,0-3-3 15,0 0-1-15,0-2-9 0,1 1-2 0,0-2-4 0,1 1-3 0,1-1 8 0,0 2 15 16,2-1 19-16,-1 0 17 0,0 2 17 0,1 0 13 0,-2 1 8 0,2-1 11 16,0-1 7-16,0 1 8 0,-1 0 6 0,0 3 6 0,0-2 6 0,0 2 0 15,-1 0 6-15,0-1-2 0,1 2 4 0,-2 1 0 0,0-1 2 16,1 0 3-16,-3 1-1 0,2 0 2 0,-1 1 3 0,0 2 6 0,0 0-1 16,-1 1 5-16,1 0 4 0,-1 0 0 0,-1 0 13 0,1 1 4 0,-1-1 10 15,1 2 10-15,-2 0 12 0,1 0 6 0,-1 1 4 0,1-1 4 16,0 1 1-16,0 1 4 0,0 1 1 0,0-2-6 0,0 2-10 0,0-1-8 15,0-1-7-15,1 2-6 0,0-1 3 0,0 1-10 0,2-1 0 16,0 1 0-16,0 0-11 0,0 0-3 0,1 0-1 0,0 0-5 0,0 1 1 16,1 0 3-16,-1 0 1 0,0 0 0 0,1 1-4 0,-2 1-5 15,3 1-11-15,0-1-7 0,0 2 2 0,1 0-5 0,-1 2 8 0,0 1 0 0,0 1 2 16,0-1 2-16,1 0-5 0,-1-1-6 0,0 1-2 0,1-1-5 16,-2 0 1-16,1 0 3 0,0-1-4 0,0 0 3 0,-1 0-5 0,0-1 5 15,0 0-2-15,-1 1 2 0,-1-1 4 0,0-1-4 0,0 1-1 16,-1-1 0-16,1 0-3 0,-1-1 1 0,0 1 0 0,0-1-4 15,-1-1-1-15,0 0-2 0,0-1-3 0,0 1-1 0,0 0-7 0,0-1-9 16,1 1-8-16,0-1-11 0,0 1-17 0,-1-1-29 0,2 0-50 0,0 0-61 16,0-1-59-16,1 0-62 0,0 0-15 0,0-1 7 0,0 1 39 15,1 0-117-15</inkml:trace>
  <inkml:trace contextRef="#ctx0" brushRef="#br0" timeOffset="143107.87">29353 6506 1441 0,'-2'0'271'15,"0"2"-263"-15,-1 1-3 0,3 2 8 0,-1 0 21 0,2 1 22 16,1 2 5-16,-1-1 0 0,2 2-15 0,0 0-16 0,-2 0-4 0,1 1 2 15,-1 1 7-15,1 1 1 0,0 0 4 0,0-1 5 0,1 1 1 16,0 1 9-16,1 0 8 0,1-1 3 0,1-1 6 0,0 0-1 0,1 1-2 16,1-1-7-16,0 0-9 0,1-2-9 0,-1-1-3 0,2 1-4 0,2-1 0 15,0 0 7-15,0-2 2 0,-1-1 3 0,2-1-2 0,-1-1 0 0,2-1-13 16,0-1 2-16,-1-1-8 0,0-1-8 0,1-1 3 0,0 0-3 16,-2-1-5-16,2-1-1 0,-1 0-5 0,0-1-3 0,0 0-3 0,-2 0 1 15,0 0 0-15,0-2-8 0,-2 2-1 0,1-1-3 0,-2-2-10 16,-1 1-14-16,-1-2-19 0,-1 1-36 0,-1-1-35 0,-2 0-37 0,-1 0-36 15,-1-2-30-15,-1-1-26 0,0-1-32 0,-1-1-48 0,0 2-11 16,-1-2 22-16,0 0 46 0,1 0 77 0,0-2 67 0,2 1-153 0</inkml:trace>
  <inkml:trace contextRef="#ctx0" brushRef="#br0" timeOffset="143274.92">29521 6184 516 0,'-13'-5'383'16,"-1"0"-269"-16,-1-2 23 0,1 2 36 0,2 2 7 0,1 1-12 0,1 1-19 15,1 0-36-15,1 2-27 0,0 0-20 0,1 1-19 0,0 1-4 16,1 0-9-16,2 0 0 0,0 1-4 0,1 0 0 0,1 0 0 0,1 1-8 16,1-1 1-16,1 0-5 0,-1 0-1 0,1-1-3 0,1 1-5 0,1 0 2 15,0-1-6-15,0-1 0 0,0 0-2 0,0 0-3 0,0 0-3 0,0 0-2 16,0 0-3-16,1-1-4 0,-1 0 0 0,1 0-15 0,1 0-9 16,-1-1-14-16,1-1-30 0,1 0-34 0,1-1-60 0,0 0-70 0,1 0-59 15,1 1-16-15,0-1 24 0,1 1 58 0,0-1-163 0</inkml:trace>
  <inkml:trace contextRef="#ctx0" brushRef="#br0" timeOffset="143575.03">29985 6327 696 0,'-2'-2'465'15,"-1"1"-380"-15,0-1 16 0,1 2 40 0,1 0 30 0,1 0 6 0,0 1-27 16,0-1-37-16,0 1-37 0,0 0-23 0,1 0-11 0,1 0-14 16,0 1 2-16,1 0-3 0,0-1-16 0,1 0 3 0,0 0-10 0,0 0-1 15,2-1 3-15,-1 1 1 0,2-1-1 0,0 0 1 0,2 0 0 0,0-1-4 16,2 1-2-16,-1-1-1 0,1 0 6 0,0 0-6 0,1-1 8 16,-1 0-5-16,1 0 3 0,0-1-4 0,1 0-2 0,-1 1-3 0,0 0-7 15,1-1 4-15,0 0-1 0,0 1-6 0,-1-1-1 0,-1 1-2 16,0 1-13-16,1-1-7 0,-1 1-21 0,-2 1-27 0,-1 1-33 0,1 1-51 15,-3 0-48-15,-1 2-37 0,-2 0-7 0,-1 1 24 0,-2-1 36 0,-2 2 32 16,0-1 42-16,-3 1-20 0,-1 1-83 0</inkml:trace>
  <inkml:trace contextRef="#ctx0" brushRef="#br0" timeOffset="143761.17">30045 6531 1394 0,'2'0'140'0,"1"-1"-62"0,1 0 13 0,1-1 27 0,1 1 18 0,1-1-3 0,1 1-20 15,0 0-34-15,0 0-28 0,2 0-18 0,-1-1-12 0,1 1-7 0,-1-2-2 16,2 0-1-16,0 0-6 0,0 0 1 0,0 1-5 0,0-2 3 0,-1 0-3 16,-1 0-1-16,-1 0-3 0,-2 0-3 0,1 1-5 0,-1 0-3 15,0-1-7-15,-2 1-2 0,0 0 2 0,-1 0-14 0,0 1-5 0,0 0-21 16,-2 0-32-16,1 0-41 0,-1-1-53 0,0 0-69 0,0 0-38 16,1 0 12-16,2 1 23 0,1-2 60 0,-1 1 35 0,2-2-106 0</inkml:trace>
  <inkml:trace contextRef="#ctx0" brushRef="#br0" timeOffset="144074.68">30455 6107 600 0,'-7'-1'232'16,"1"1"-167"-16,-3 1 31 0,2 1 40 0,0 1 30 0,1 0 12 0,0 1-15 16,1 1-23-16,0-2-25 0,0 3-23 0,-1-2-16 0,1 1-10 0,1 1-2 15,0-1-9-15,2 0-4 0,0 1-10 0,1 0-8 0,1-1-2 0,0 0-4 16,2 0-1-16,1 0-4 0,0 0 2 0,1-1-4 0,1 1-1 15,2-1 1-15,0 1-2 0,-1 1-2 0,2 0 0 0,1 1-2 0,1-1 2 16,2 1 5-16,-1 1-3 0,0-2 3 0,0 2-5 0,0-1 2 16,0 1 2-16,0 0-9 0,2 0 2 0,-1 1-5 0,1-1-1 0,-1-2-5 15,0 1-2-15,-1-1-2 0,-1-1 2 0,0 2 5 0,1 0 3 0,-2 0-4 16,0-1 9-16,-2 0 0 0,-3 0 2 0,-1-2 7 0,0 0-2 16,-3 0 4-16,0 0-4 0,-1 0-8 0,-1 0-9 0,-1 0-3 0,-1 0-5 15,-1 0-5-15,-2 0-7 0,-2-1-10 0,-1 1-7 0,-1-1-4 0,1 1-6 16,2-1-12-16,-4 0-6 0,1 0-13 0,0-1-10 0,1 1-17 15,0 0-22-15,3-1-21 0,0 0-24 0,1 1-19 0,1-1-20 0,2-1-15 16,0 0-10-16,1 0-3 0,2-1 12 0,0 1 46 0,1-1-173 16</inkml:trace>
  <inkml:trace contextRef="#ctx0" brushRef="#br0" timeOffset="144397.13">30914 5981 1582 0,'1'-4'24'0,"0"0"13"15,1 0 32-15,0 1 25 0,0 3 15 0,1 1 4 0,-1 2-24 0,1 1-20 16,1 1-8-16,-1 0-14 0,-1 2-1 0,0 2 9 0,-2 1-4 16,0 0 5-16,0 1 3 0,-1 1-6 0,0 2 2 0,0 1-7 0,-1 0 5 15,1 2 1-15,-1 0-2 0,1 1-2 0,0 2-14 0,0 2-14 0,0 1-6 16,0 2-6-16,0 0 5 0,1 0-10 0,-1 1 1 0,0-2-8 15,2 2-3-15,-1-1 5 0,3-1 0 16,0 2 1-16,0-2 1 0,2 0 3 0,-2-1-3 0,2-1 1 0,-1-1-3 0,1-1-1 0,1 0-1 16,-1 0-3-16,0 0 3 0,-1-3 2 0,0 0-3 0,1-3-1 0,-2-1-1 15,1-2-2-15,0-1-1 0,-1-1-4 0,-1-3-7 0,0-2-8 0,-2-1-26 16,1-2-43-16,-2-1-54 0,0-1-78 0,-2-2-73 0,-1-2-63 16,0-3-14-16,0-1 48 0,-1-3 51 0,-1 0 55 0,1-5-54 0,1-3 46 15</inkml:trace>
  <inkml:trace contextRef="#ctx0" brushRef="#br0" timeOffset="145591.06">30903 6036 751 0,'-5'-5'158'0,"0"-1"-114"0,0-1 27 16,2 3 34-16,1 1 25 0,0-1 22 0,2 1-5 0,0 0-23 0,1 1-24 16,1 0-26-16,0 0-5 0,1 0-8 0,1 1-1 0,0 0 4 15,3 0-2-15,-1 1 2 0,3 0 0 0,0 1-6 0,1 1 7 0,2-1-5 16,-2 1 1-16,1-1-4 0,-1 1-6 0,0 1 0 0,0 2-9 15,0 1-4-15,-2-1-8 0,2 3-6 0,0 0 1 0,-1 1 4 0,0 0-7 16,-1 2-2-16,0 1-1 0,0 1-7 0,0 0 1 0,-1 1 1 16,0 1-9-16,2-1 5 0,-1 3 1 0,-1-1-6 0,-1 1 0 0,-1-1 0 15,2 0-5-15,-1 0 4 0,0-1-1 0,1-2-1 0,-2 0 5 16,1-1-6-16,0-1-4 0,-2-1 5 0,0-2-1 0,-2 0 5 0,-1 1-1 16,-1-2-4-16,-1 0-2 0,0-1-6 0,-2-1 5 0,-1 0-3 0,-1-1-9 15,-1-1-3-15,0-1-10 0,0-1-9 0,-1 0-13 0,-1-2-13 16,-2 0-18-16,2 0-19 15,-3-3-8-15,0 0-5 0,1 0 3 0,0-2 2 0,1 0-4 0,2 0-11 0,1 0-12 0,1 0-17 0,1 0-20 0,1 0-2 16,1 1 3-16,1 1 15 0,2 0 20 0,1-1 21 0,0-1 18 16,2-1 15-16,1 0 9 0,0-1 10 0,0 0 15 0,2 1 16 0,0 0 18 15,1 0 11-15,0-1 6 0,-1 1 2 0,0 0 0 0,1 1 6 16,-2 0 1-16,-1 1 4 0,1 0 5 0,0 1 3 0,-1 0 4 0,1 2 3 16,-1-1 5-16,0 1 7 0,0 1 9 0,0 0 13 0,-2 1 14 0,1 2 12 15,0 0 8-15,-1 0 1 0,-1 1-1 0,0 2-13 16,1 1-13-16,-1 1-11 0,1 1-14 0,0 1-5 15,0 1-11-15,1 0-4 0,-1 0-10 0,1 2-3 0,2-1 1 0,-1 0-10 0,0-1 4 0,0 1-4 0,-1-2 5 16,2 1-1-16,-1 1 4 0,0-1 0 0,0 0 5 0,-1-1 10 0,1-2 2 16,-1 0 5-16,-1-1 0 0,-1-2 0 0,-2 0 4 0,0-2 2 15,0 0 17-15,-1-1 13 0,0-2 12 0,-1 0 9 0,0-2-6 0,-1-1-6 16,0 0-10-16,0-3-5 0,0 0-7 0,-2 0-6 0,1-2-3 16,0-1-3-16,1-1-1 0,0-1-2 0,0 1 5 0,1 1-2 0,1-3-5 15,0 1-5-15,0-3 1 0,1 0-6 0,1 1 2 0,0-2 3 0,0 0-17 16,2 1 1-16,0 1-10 0,0 0-6 0,2 1-3 0,-1 1-4 15,3 3-3-15,0 1 0 0,0 1-3 0,2 0 5 0,0 1 2 0,0 1-7 16,-1 0 5-16,0 1 1 0,0 0-10 0,1 1 5 0,-1 0-3 16,0 1 1-16,0 1-3 0,1 0 4 0,-1 1-2 0,-1 0-5 0,0 1 7 15,0-1-13-15,0 1-1 0,0 0-4 0,-2 1-10 16,0-1-3-16,0 0-3 0,-1 0-13 16,-1 1-8-16,1-1-22 0,-1 0-25 0,0 1-17 0,0 0-22 0,0 0-14 0,-1 0-9 0,1 0-12 0,-1 0-2 0,0 0-8 15,1 0-1-15,-1 0 21 0,0 1 19 0,0 0 29 0,-1-1 23 0,2 1 15 16,0 0 14-16,-2 0 10 0,2 1 11 0,-1-1 6 0,0 0 8 15,1 0 8-15,0 2 7 0,-1-1 8 0,-1 1 8 0,-1 1 4 0,2-2 4 16,0 1 4-16,0 0 3 0,-1-1 6 0,0-1 5 0,1 1 7 0,-1-1 2 16,0 0 6-16,2 0 4 0,-2-1 5 0,1 0 4 0,1-2-2 15,-1 1 0-15,2-1-2 0,-1-1 2 0,1 1 7 0,2-3 7 0,0 1 5 16,1-1 1-16,0-1 0 0,0 0 1 0,1-1 4 0,1 0 11 0,1-2 8 16,-2 0 12-16,-1 0 2 0,-1 0-4 0,1 1-2 0,-2 2-9 15,1-3-1-15,-1 1-2 0,-2 1-7 0,0-1-6 0,-2 1-4 0,-1 0-4 16,1 0-3-16,-3 0-7 0,1 0-1 0,-1 0-7 0,-3 1-4 15,0-1-2-15,-1 1-11 0,-1 0-8 0,0 0-6 0,-2 2-7 0,0-1 0 16,-1 2 0-16,-1 0-8 0,0 0 0 0,0 1-3 0,0 1 5 16,-1 1 1-16,-1 1 3 0,1 2 3 0,0-1 0 0,-2 1 3 0,2 0 1 15,0 2-1-15,1 1-2 0,2 1 5 0,-1 0-5 0,2 1-4 0,0 0-1 16,3 0-6-16,1 2 4 0,1 0-1 0,1 0-7 0,1 2 3 0,2-3-5 16,1 3 2-16,2-1 10 0,1 1-5 0,1 0 4 0,2-1-4 15,1 1-2-15,2-1 4 0,-1-1-2 0,3-1 3 0,-2-1 4 0,4 1-2 16,-1 0 3-16,-1 0 1 0,3-1-1 0,-3 0 4 0,1-1-4 0,0 0-1 15,0-1 3-15,1-1-3 0,-3 0 3 0,-1-1-1 0,1 0-1 16,-1-2 1-16,1 0 3 0,-2-2 0 0,-2-1 5 0,0 1-2 0,-1-1 4 16,0-2 2-16,-1 0-4 0,-3 0-1 0,2 0-6 0,-1-1-3 15,0 0 2-15,0-1-7 0,-1 0 7 0,-1 0-1 0,1-1-1 0,-1 1-1 16,1 1-3-16,-1 0 2 0,-1 0 4 0,2 1-4 0,-2 0 1 0,1 1-3 16,1 1 3-16,0-1 4 0,1 2-3 0,-1-1 6 0,0 1-10 15,1 0 1-15,1 1 5 0,1-1-9 0,0 1 5 0,2-1-3 0,-2 1-6 16,1-1 11-16,-2-1-5 0,3 1 5 0,1-1 0 0,0-1-1 15,2 0 5-15,-2 0 3 0,1-1 0 0,-2 0 3 0,0-1 4 0,1-1 5 16,-1 1-1-16,1-2 1 0,-1 1-2 0,-1 0-2 0,-1-1-6 0,0 0 5 16,-1 1-5-16,1 0-5 0,-2-1 6 0,0 1-7 0,-1-1-1 15,1 0 0-15,1 0-3 0,-3 0 0 0,2 0 1 0,-5 0-1 0,0 0 5 16,2-1 0-16,-3 0-1 0,0-1-1 0,-2 0-5 0,-2 0 2 0,1 0-3 16,-1-1-6-16,-1 0-5 0,-2 1-1 0,-1 1-1 0,-2 1-9 15,1 0-3-15,-3 1-8 0,1 0-4 0,-1 1 7 0,-1 1-3 0,0 1 4 16,-2 1 1-16,3 0-3 0,-3 1-3 0,0 0-12 0,2 0-18 0,0 1-17 15,2-2-22-15,0 1-17 0,0-1-12 0,4-1-26 0,0 1-23 16,1-2-16-16,3 1-19 0,0 0-8 0,1-2-30 0,3 0-19 0,1-1 5 16,2-1 26-16,1 0 45 0,1-2 44 0,1-1 42 0,1-1 27 15,1-1-160-15</inkml:trace>
  <inkml:trace contextRef="#ctx0" brushRef="#br0" timeOffset="145995.51">31961 5753 1473 0,'-1'-1'16'0,"-3"2"7"0,2 0 30 16,1 3 22-16,-1 1 19 0,1 1 6 0,-1 1-10 0,-1 2-21 15,3 1-20-15,0 2-15 0,1 2-1 0,0-1-4 0,-1 3 1 0,1 1 5 16,0 0-4-16,0 1 9 0,0 2-4 0,0 1-4 0,1 1-3 0,-1 2-4 16,0 0 0-16,3 0 4 0,-2-1-7 0,1-2-2 0,2 1-3 15,-2 0-4-15,2-2-4 0,-1 0-5 0,0 1 0 0,0-3-1 16,1 1-1-16,1 0 3 0,0-1-5 0,-1 0-2 0,0-1 1 0,1-1-4 0,0-3 0 15,0 2 0-15,-1-2-1 0,2 0 3 0,0-2 0 0,-2-2 0 16,4-1 1-16,1 0 7 0,-3-2 1 0,-2-3-3 0,2 0-3 0,-2 0-14 16,1 1-1-16,-1-2-4 0,1 1-4 0,2-1-8 0,0 0-6 15,0-2 6-15,-2 0 0 0,1-1-1 0,0-2 2 0,-1 0 1 0,-1-1 6 16,1-1 12-16,0 0 11 0,0-1 4 0,1 0 2 0,-1-1 4 0,0 1 4 16,0 0 0-16,2 0 9 0,-3 0 8 0,1 1 4 0,0 0 12 15,0 2 2-15,-1 0 7 0,-1 2 0 0,0 0-5 0,0 1 0 0,0 1-7 16,-2 2-4-16,1 0 0 0,-2 2-9 0,0 0-4 0,0 1-9 0,-2 1-8 15,0-1-5-15,0 2-5 0,0 0 2 0,-1 0-6 0,0 0 3 16,0 0-1-16,1-1-6 0,-1 1-1 0,1-2-6 0,0 0-4 0,1 0-11 16,0-1-10-16,0 0-8 0,2-2-14 0,0-1-14 0,0-1-10 15,0 0-12-15,1-2-14 0,1 0-6 0,-1-2-20 0,0 0-36 0,0-1-47 16,0-1-43-16,-1-1-16 0,0-1 17 0,0 0 30 0,-1-1 53 0,0-2-119 16</inkml:trace>
  <inkml:trace contextRef="#ctx0" brushRef="#br0" timeOffset="146525.2">32712 6169 410 0,'2'0'23'0,"-1"0"-12"0,0 0 10 0,1 1 13 16,-2-1 17-16,2 0 30 0,1 1 2 0,-1-1-3 0,-2 0-29 0,0 0-24 16,1-1 3-16,-1 1 4 0,-2 0 29 0,-1-1 5 0,0 1 2 0,0-1-3 15,-3 1-5-15,-1 1-3 0,0-1 2 0,-3 1 4 0,0 1 10 16,-1 1 3-16,0-1 4 0,-2 2-3 0,0 0-6 0,-3 1-5 0,1 1-15 16,0 0-2-16,-1 2-11 0,-2 1-8 0,1 1-5 0,-1 2-6 15,0 0-5-15,1 0-4 0,0 1 2 0,0 1-3 0,0 0 5 0,4-1 1 16,0 1 0-16,1 0 5 0,3-1 2 0,1 0 4 0,4-2 4 0,1 0 3 15,2-1 6-15,4 0 2 0,1-2 7 0,2 0 2 0,3 0 4 16,1-3-2-16,2 2 5 0,0-2-4 0,1 0-7 0,1 0-8 0,1-1-9 16,-1-1-8-16,1 0-2 0,0 0-9 0,-1-1-6 0,1 0-4 0,0-1-9 15,-2 1 2-15,1-1-7 0,-1-1-1 0,-2 0-13 0,0 0-9 16,1 0-13-16,-1 0-23 0,-2 0-27 0,-1-1-23 0,-1 1-24 0,0 0-19 16,-1 0-15-16,0 0-15 0,-2 1-20 0,-1-1-24 0,1 1-10 0,-1 0 17 15,-1 0 25-15,0 0 31 0,0 0 34 0,0-1 34 0,-1 0-124 16</inkml:trace>
  <inkml:trace contextRef="#ctx0" brushRef="#br0" timeOffset="147661.75">28359 7654 915 0,'-2'-2'130'0,"-1"0"-47"0,0 0 47 0,0 1 50 15,2 1 30-15,1 0-2 0,-1 1-31 0,2 0-38 0,-1 0-17 0,1 1-15 16,0 0 1-16,1 0 2 0,0 2-5 0,1-1-5 0,0 1-21 0,1 2-15 15,2 0-7-15,-1 0-14 0,3 2-10 0,-1-1-11 0,1 1-4 16,1 0-9-16,0 0-9 0,1 0 3 0,2 2-3 0,0 1-2 0,2 1 1 16,1-1 1-16,1-2-4 0,1 1 4 0,2-1 2 0,1 0-4 15,0 0-3-15,-1-2 3 0,1 0 2 0,1-2 2 0,-2 0 5 0,1-2 0 16,0-1-4-16,-1-1 4 0,0-1 0 0,0-2 2 0,-3 0 4 0,0-1-3 16,0-2 3-16,-2-1-3 0,-3 0-1 0,1-2-4 0,-1 0 3 15,-2-1-7-15,0 0-1 0,-1 0 0 0,0-2-3 0,-3 1 1 0,2-2-10 16,-1 1 1-16,-1 0 2 0,0 1-5 0,-1-2 5 0,-1 1-2 0,0-1 6 15,-1 0 0-15,-1 2-2 0,0-1 2 0,0 0-6 0,-2 1 2 16,1 1 22-16,-1 1 1 0,0 0 3 0,0 2 1 0,-1-1-16 0,0 1-1 16,0 2-2-16,0 1 1 0,-1 1 3 0,0 0-6 0,0 2 1 15,0 0 2-15,0 2 0 0,-1 1 2 0,1 0 1 0,-1 1 2 0,1 0 3 16,1 1-1-16,-1 0 2 0,0-1-11 0,1 1-2 0,0 1 2 0,0 0-1 16,1 1 12-16,-1 1-4 0,1 0 9 0,1 0 2 0,0 1-1 15,0 0-1-15,2 2-12 0,0 0 1 0,0 1 1 0,2 1 0 0,0 1-1 16,-1 3-1-16,2 1-6 0,1 0 4 0,0 2-1 0,1 1-3 15,0 0 0-15,1 2-3 0,0 3-2 0,1-1 2 0,-1 2 0 0,2-1 2 16,0 1-10-16,1-1-1 0,0 0 0 0,0 1-3 0,0-1-1 0,0 1 1 16,-1-1 0-16,-1 0 7 0,-1-1-9 0,0-1 1 0,-2-1 12 0,-1-2-3 15,0 1 18-15,-2-1 0 0,-1-3-2 0,-1 1 2 0,-2-2-3 16,-1 0 5-16,-2-2-2 0,-1-1-2 0,0-1-2 0,-3-2 3 0,-2-1-10 16,-1-1-6-16,-2-1-4 0,-2-1-7 0,-1 0 0 0,-2-3 4 15,-1-1 5-15,0-2 8 0,-2-1 6 0,0-2 13 0,0-1 3 0,-1-1 8 16,1-1 10-16,0-1-4 0,0 0 8 0,0-1 1 0,4 0 9 15,0-1 0-15,1 0-1 0,2-2-7 0,3 1-11 0,0-2-8 0,3 1-3 16,1 0-5-16,2 0-4 0,2-1 2 0,1 1-6 0,1 0-3 0,3-1 2 16,0 1-6-16,3-1-2 0,1-1 0 0,1 0 0 0,1 0-11 15,1 1 0-15,1 0 13 0,2 0-9 0,0 0 14 0,1 0-7 0,0 0-14 16,-1 1-10-16,0 0-9 0,1 0-9 0,0 0-12 0,-1 0-7 0,-1 1-17 16,0 1-13-16,-1-2-18 0,-1 1-17 0,-1 0-11 0,-1 0-23 15,-1 0-25-15,-1 0-33 0,-1 0-31 0,0 0-30 0,-1 0-27 0,0 0 16 16,-2-1 19-16,0 0 49 0,-1 1 66 0,0-2-137 0</inkml:trace>
  <inkml:trace contextRef="#ctx0" brushRef="#br0" timeOffset="148425.06">28483 7385 618 0,'-6'3'268'0,"0"0"-185"0,-1 2 36 0,3-1 44 0,2 0 31 15,1-1 0-15,0 1-43 0,0-1-26 0,1-1-22 0,0 0-6 16,0 0-3-16,1 1 0 0,0 0-2 0,2-1-9 0,0-1 4 0,2 1-4 16,-1-2-2-16,1 1-6 0,2 0-8 0,-1 0-1 0,2-1-7 0,1 0 3 15,0-1-3-15,3 0-5 0,0 0 1 0,0 0-3 0,0 0-4 16,-2-1-6-16,3 0-4 0,-1 0-7 0,1 0-3 0,0 0-6 0,-2 1-2 16,2-2-3-16,-1 1-4 0,1-1 0 0,0 0-6 0,-1 2 1 0,2-1-4 15,0 1-3-15,0 0-1 0,-1 1-3 0,0 0 6 0,1 1 1 16,-1 0-2-16,0-1 6 0,-3 1-3 0,2 0-1 0,-2-1 7 0,0 1-1 15,-1 0 1-15,-1 0 4 0,0 0-4 0,-1-1 4 0,0 0-7 0,-1 0 1 16,-1 0-5-16,0 0-4 0,-1-1 6 0,-1 1-6 0,0-1 0 16,-2 0 4-16,0 1 1 0,-1-1 1 0,0 1-4 0,-1-1-2 0,-1 0-6 15,-1-1 1-15,-1 1 5 0,-1-1-6 0,-1 0 2 0,-1-1 2 16,-1 1-5-16,1 0 5 0,-2-1-8 0,0 1 5 0,-1 0 1 0,-1 0-4 16,-2 0 6-16,2 1 0 0,-3-1-1 0,0 1 8 0,0 0 3 0,0 0-4 15,-1 0 1-15,0 0-5 0,-1 1-5 0,1 0 8 0,-1 0-4 16,0 1 6-16,1 0-1 0,1 0-4 0,-1 0 0 0,0 0-2 0,2 0 2 15,1 1 2-15,2-1 0 0,1 0 0 0,1-1 0 0,2 0 1 16,3 0 1-16,1 0 6 0,2-1-6 0,1 0 3 0,2 0-1 0,1-1-2 16,3 1 1-16,1-1 1 0,1-1 6 0,1 1-3 0,2-1 1 0,1 0-3 15,0 1-1-15,1 0 0 0,1 1-4 0,0-1 0 0,1 0-2 16,-1 1-2-16,2-1 8 0,0 1-8 0,-1-1-2 0,-1 0 0 0,0 0 0 16,-1 1-4-16,0-1-5 0,-1 1-6 0,-2-1-15 0,0 1-8 0,-1 0-7 15,-1 0-24-15,0 1-19 0,0 0-30 0,-1 1-36 0,1 0-38 16,0 0-50-16,0 2-67 0,-1-1-79 0,1 1-75 0,0-1-12 0,0 2 83 15,1 0-119-15</inkml:trace>
  <inkml:trace contextRef="#ctx0" brushRef="#br0" timeOffset="148842.06">29330 8079 1780 0,'-7'3'473'0,"0"0"-435"0,0 2-14 0,2 1 18 15,3 1 31-15,1 0 30 0,0 1 13 0,0 0-17 0,1 0-30 16,0 0-27-16,0 1-8 0,0 0-9 0,0 0 2 0,1 2 0 0,-1-2-3 16,1 1-3-16,1 0-2 0,-2-2-6 0,3 2 1 0,-1-2-7 0,2 0-7 15,2-1 9-15,-1 0-2 0,2 0 12 0,1-1 4 0,0-1-4 16,1 1-5-16,0-1-2 0,1 0-1 0,0-1-2 0,1-1 6 0,0 0-2 16,1-1-4-16,-1-1-4 0,1 1-3 0,0 0 0 0,-1 0 7 0,1-1-1 15,-1 0 1-15,1-1 0 0,-1 1-7 0,1-1 2 0,-1-1-1 16,-1 1-3-16,0-1 2 0,-1-1-6 0,-1-1 3 0,-1 0-8 0,-1-2-6 15,-1 0-11-15,0-1-24 0,-1-1-32 0,-1 0-39 0,-1-1-30 0,0-1-24 16,-1-1-32-16,0-1-31 0,-2-1-35 0,-1-1-48 0,0 0-15 16,-1-1 20-16,0-1 44 0,0 0 68 0,0 1 68 0,1-3-140 0</inkml:trace>
  <inkml:trace contextRef="#ctx0" brushRef="#br0" timeOffset="149027.84">29106 7807 1488 0,'-6'-3'478'0,"0"0"-467"0,-1-2 5 0,5 1 9 0,3 1 10 15,2 0 4-15,1 2 2 0,2-3-10 0,0 1-11 0,2-1-13 16,0 1-4-16,1 0-6 0,1 1 1 0,0-1-1 0,-1 1-2 0,0 0-1 16,-1-1-8-16,-2 1-5 0,1 0-18 0,0 1-30 0,-2 0-45 0,0 0-63 15,0 1-56-15,0-1-52 0,1-1-11 0,1 1 11 0,-1-1 22 0,0 1-64 16</inkml:trace>
  <inkml:trace contextRef="#ctx0" brushRef="#br0" timeOffset="149342.32">29929 7814 1267 0,'-3'0'379'0,"-1"2"-294"0,-1 0 5 0,1 1 28 0,2 0 32 15,1 1 16-15,-1-1-9 0,1 0-34 0,0-1-38 0,1-1-32 0,0 1-19 16,1 0-11-16,0 0 0 0,2-1-8 0,-1 0-4 0,2-1 1 16,1 0-10-16,0 0 3 0,1-1-2 0,1-1-3 0,1 0 2 0,1 0-2 15,1-1 1-15,-1 0-2 0,1 0 2 0,0 0-2 0,1 0-1 16,-1 0 2-16,0-1-3 0,1 0-1 0,0 1-4 0,1-1-5 0,0 1-2 15,-2 0-10-15,2 1-5 0,-2 0-11 0,0 0-23 0,0 0-23 0,0 1-43 16,0 0-49-16,0 1-44 0,-2 0-33 0,0 1-20 0,-1-1 2 16,-1 2 25-16,-1-1 24 0,-2 2 33 0,-1 0 42 15,-2 1-134-15</inkml:trace>
  <inkml:trace contextRef="#ctx0" brushRef="#br0" timeOffset="149513.54">29911 8062 560 0,'1'0'90'0,"0"0"-16"0,1 0 18 0,2 0 24 0,0 0 22 0,1-1 6 16,2 0-22-16,-1-2-32 0,1 1-30 0,1-2-18 0,-1 0-7 16,1 0-11-16,-1 0-5 0,1-2-3 0,2 1-7 0,-1-2-4 0,-1-1-7 15,1 0-11-15,-1 1-11 0,0-1-20 0,1 0-26 0,-1 0-34 0,0 1-53 16,0-2-35-16,-1-2-15 0,-1 1 0 0,0-1 37 0,0-1-23 16,-1 2-25-16</inkml:trace>
  <inkml:trace contextRef="#ctx0" brushRef="#br0" timeOffset="149847.22">30320 7557 1450 0,'-3'-1'79'0,"1"0"-17"0,-1 0 34 0,1 2 27 15,2 1 20-15,0 1-3 0,0 1-24 0,0 1-24 0,0 1-22 16,0 0-18-16,1 2-3 0,0 1-10 0,0-1-3 0,0 2-10 0,0 1-6 15,1 1 1-15,0 1-5 0,1 0 6 0,1 2-2 0,0 1-2 0,0 0-5 16,2-1 0-16,0 2-4 0,1-1-1 0,-1 0 4 0,2-1 1 16,1 0 2-16,1 0 0 0,0 0 3 0,1-2 2 0,0 2 3 0,0-2 4 15,1 1 0-15,-3-1-2 0,1-1-1 0,-3 1-4 0,1-1-1 0,-1 0 0 16,0-1-5-16,-1-2 4 0,-4 0 1 0,0 0-3 0,-2-1 3 16,-3 0-7-16,1-1-1 0,-3 0-2 0,-1 0-6 0,-1-2-5 0,-1 1-5 15,1-1-10-15,-3 1-6 0,0-1-3 0,-2-1-3 0,-1 0-5 0,-1-1-12 16,1 0-8-16,0 0-15 0,2-2-12 0,1 0-14 0,0-1-22 15,1 1-11-15,1-1-14 0,1 0-9 0,3 0-5 0,1-1-18 0,1 1-21 16,3-1-20-16,2-1-17 0,2 0 14 0,2-1 28 0,2-1 38 16,0-1 41-16,3 0 27 0,1 0 28 0,0-1 12 0,2 0-20 0,0 0-115 15</inkml:trace>
  <inkml:trace contextRef="#ctx0" brushRef="#br0" timeOffset="150641.97">30921 7569 899 0,'3'-8'287'0,"0"-1"-200"16,0-2 25-16,0 3 25 0,-1-1 19 0,0 1-2 0,1 1-15 15,-1 0-25-15,1 0-21 0,-1 1-15 0,0 2-6 0,-2-1 6 0,1 4-3 16,-1-1 9-16,0 2 3 0,0 1-1 0,1 0 2 0,0 1-5 16,0 1-4-16,0 1 5 0,-1 1-6 0,2 1 4 0,0 0-4 0,-1 2-7 15,-1 1-9-15,1 0-7 0,-1 1-11 0,1 2-8 0,-1 0-8 0,1 2-9 16,0 0-10-16,0 0-22 0,1 2-4 0,-1 0 15 0,1 1-1 15,-1-1 18-15,0 2-2 0,1 0-17 0,-1-2 4 0,1 2-4 0,0 0 8 16,0-1-4-16,0-2 0 0,0 0 4 0,-1-1-6 0,1 1 2 16,-1-2 2-16,1 0-2 0,0 0-2 0,0-2 2 0,-1 0 0 0,-2-1 0 15,2-1-2-15,-1 0-2 0,0-2 2 0,0 0 0 0,-1-1 1 0,0-1-5 16,0-2-3-16,-1-1-8 0,0 0-6 0,1-2-12 0,-2 0-13 16,1-2-16-16,0 0-14 0,0-2-10 0,1 0-11 0,-2-2-11 0,2-1-9 15,-1-1-8-15,0-1-8 0,1 1-5 0,0-2-7 0,1 0 3 0,2-2 1 16,-1 0 0-16,1-2 9 0,-1 0-9 0,1-1-4 0,1-1 8 15,0-1 5-15,1 0 23 0,0-1 24 0,1 0 14 0,-1 1 19 0,0-1 12 16,0-1 10-16,0 0 10 0,-2 1 10 0,1 0 5 0,-1-1 5 16,-2 1 5-16,1-2 3 0,-2 1 4 0,-1 1 4 0,0-1 8 0,0 1 12 15,-1 0 17-15,-2 1 18 0,-1 1 21 0,-1 1 18 0,1 3 13 0,-1 1 6 16,0 1 0-16,-1 2-9 0,1 2-14 0,1-1-8 0,-2 3-3 16,0 0 0-16,0 1 1 0,-1 2-12 0,2 1-17 0,-1 1-12 0,2 2-12 15,1 0-7-15,1 2-1 0,1 1 1 0,0 0 1 0,2 1 4 0,1 0-2 16,1 1-3-16,0 0-2 0,3 0-6 0,0 2-1 0,-1 0-4 15,4 0-4-15,0 0-6 0,4 1-2 0,0-1 4 0,0 1-7 0,0-1-1 16,0 0 2-16,2-1-7 0,1-1 2 0,1 0 4 0,-2-2 4 16,1 0 0-16,0 0 4 0,0-1-2 0,0-1 1 0,-3-1-1 0,1 0 3 15,-3-2-3-15,-1 0-2 0,0-1 9 0,-2-1-9 0,-1 0 2 0,-1-1-2 16,1 0-6-16,-1-1-1 0,-1-1-4 0,0 0-6 0,-3-1-7 0,1 0-5 16,0-1-8-16,-1 1-7 0,-1-1-10 0,0 0-4 0,0 0-6 15,0 0 9-15,-1 0 6 0,0 0 10 0,0 0 10 0,0 0 3 0,0-1 8 16,0 1 7-16,0 0 1 0,1 0 1 0,0 0 6 0,-1 0-1 15,1 0 0-15,0 0 4 0,-1 1-4 0,1 0 1 0,1 2 1 0,-2-1-2 16,1 1 2-16,-1 2-1 0,0-1 3 0,1 2-2 0,-1-1 3 0,1 1-1 16,-2 0-5-16,0 1 3 0,1-1-3 0,0 1 3 0,0 1 0 15,1 0 0-15,-2 1 2 0,1 0-2 0,1 1 4 0,-2-1 0 0,2 1 1 16,-1 0 5-16,-1 1 2 0,1 0 2 0,0 0 6 0,0 1 3 16,0 0 10-16,-1 0 5 0,0 0-1 0,-1 2 2 0,0-1-5 0,0 2-5 15,1 1 0-15,0 0-5 0,2 2-9 0,-1 0-1 0,1 2-6 0,0 0-7 16,-1 1-2-16,1-2-21 0,1 1-3 0,0 1 12 0,0-1-6 15,1-1 18-15,1 1-7 0,0-2-16 0,1 0 5 0,-1-2-8 0,1-1-2 16,2-1-3-16,-1 0-7 0,0 0-1 0,1-1 1 0,-1-1-4 16,0 0 2-16,0-2-5 0,1 0-3 0,-1-1-1 0,-1-2-12 0,0 0-4 15,1 0-18-15,-1-1-18 0,-1-1-16 0,0-1-16 0,-1 0-16 0,0-3-11 16,0 0-19-16,0-1-29 0,0-1-18 0,0 1-16 0,1-2 12 0,-1 0 23 16,2 1 5-16,0-1 25 0,0-2-101 0</inkml:trace>
  <inkml:trace contextRef="#ctx0" brushRef="#br0" timeOffset="151126.43">31142 7435 517 0,'0'0'71'0,"0"1"-37"0,1-1 7 0,-1 2 24 0,2-1 26 16,-1 0 25-16,0 1 9 0,0 0-2 0,0 1-9 0,-1-1-5 0,1 1 0 16,-1 0 9-16,0 1-3 0,-1 1 2 0,2-1-5 0,-1 2-7 15,1 0-6-15,1 0 0 0,-1 1-5 0,1-1-5 0,1 2 2 0,-1-1-13 16,2 2-4-16,0 0-17 0,1 1-7 0,1 1-7 0,0 2-11 16,1 0-4-16,-1 1-7 0,2-3-21 0,0 2-4 0,0 0-3 0,0 1 4 15,2-1 11-15,-2 0-1 0,1 0 3 0,1 0-10 0,0 0 0 0,0 0 2 16,-2-2-4-16,2 1 1 0,-1 1-1 0,-2-2 2 0,2 0 0 0,0-2 0 15,-3 0 0-15,1-1-2 0,-1-1 2 0,-1-1 2 0,0 0-5 16,-3 0-4-16,0-1-3 0,-1-1-9 0,-2 0-1 0,3-2-12 0,-3 0-16 16,-1 0-18-16,2-1-23 0,-3 0-20 0,2-1-18 0,0 0-21 15,-1 0-29-15,1 0-30 0,0 0-32 0,2 0-23 0,-1-2 3 0,1 1 22 16,1 0 33-16,-1-1 38 0,3 2 43 0,0-2 20 0,1 0-128 0</inkml:trace>
  <inkml:trace contextRef="#ctx0" brushRef="#br0" timeOffset="152578.66">31514 7756 1027 0,'1'-1'91'0,"1"0"-15"0,2-2 20 0,0 1 25 0,1 0 17 15,2-1 2-15,0 1-25 0,1-2-28 0,0 0-31 0,0 1-19 16,0-2-11-16,0 2-4 0,-1-1 1 0,1-1 1 0,0 1 2 0,0-2-1 16,2-1-3-16,-1 0 0 0,2 0 7 0,0-1 5 0,-1 0 6 15,0 0 10-15,-1-1-8 0,2 0 7 0,1 0 11 0,1 0 1 0,-2 0 6 16,-2 0 0-16,-2 0-10 0,-1-1-8 0,1 0 6 0,-3 0-8 0,-1 0-2 16,-3 1 3-16,1 2 2 0,0-1-6 0,-3 0 0 15,1 2 0-15,-4 1-4 0,0 0 1 0,-2 2-2 0,-1 0-7 0,-1 1-10 0,-2 0-8 16,-2 2-6-16,1 2-7 0,0-1 1 0,1 2-2 0,0 0 2 0,-1 1-4 15,1 1 4-15,0 2 0 0,2 0-2 0,2 1 2 0,-2 0-2 16,2 1 2-16,1 0-2 0,1 1 3 0,1 0-1 0,0 1-2 16,1-2-16-16,2 1-2 0,0 0 0 0,3 1 9 0,2 0 21 0,-1-1 3 15,3 0-3-15,-1 0-8 0,3 1-1 0,1-1 3 0,0 0 1 0,0-1 2 16,4-1-2-16,-1 0 1 0,1 1 5 0,0-1-4 0,0-1 2 0,3 1-4 16,0-1-7-16,0 1 4 0,-2-1-3 0,-2 0 1 0,1-2 0 15,-1-1-4-15,-1 0 4 0,-1 0 0 0,0-1 0 0,0-1 3 0,-2-1-3 16,0 0 0-16,-1-1 2 0,-1 0-1 0,0-1 1 0,0 0 0 0,0-1-1 15,0 1-1-15,-1-2 0 0,1 0 2 0,-1 1-1 0,-1-1 1 16,0 1 0-16,-2 0-1 0,1 1 3 0,0 0 0 0,-1 0-1 0,1 0 1 16,-2 2-1-16,-1-1 1 0,1 2-3 0,-1 0 3 0,-1 0-6 0,0 0 0 15,-1 1 0-15,1 0 0 0,1 1 2 0,-1 0-4 0,1-1 2 16,-1 0 0-16,0 0-6 0,2-1 5 0,-1 0-3 0,3-1 0 0,-1 0 4 16,0 0 0-16,1-2 0 0,0 0 4 0,4 0-2 0,-2 0 1 15,0-1 1-15,2-1-4 0,0 0 2 0,1 0-2 0,-1 0 4 0,0 0 3 16,0 0-1-16,1-1 1 0,0 1-1 0,1 0-1 0,-1 0 1 0,-1-2 0 15,2 1-1-15,-1 1-1 0,0-1-2 0,0 0 37 0,0 1 1 16,-4 1-6-16,1 0 2 0,0 0-32 0,1-1-4 0,-2 0 6 0,3 0-4 16,-1 0-4-16,0 0 4 0,-1 0-4 0,1 0 0 0,-2 0 10 15,0 0-1-15,0 0-3 0,-1 1 2 0,-1 0-8 0,-1-1 4 0,-1 1 4 16,0 1-4-16,-2-1 2 0,-1 1 1 0,0-1 1 0,0 1 0 16,-2-1-2-16,-1 1-2 0,0-1-2 0,-2 0 2 0,-6-1-43 0,-1 1 5 15,2 0-6-15,4 0-4 0,-2 0 31 0,1 0 0 0,-2 0-2 0,1 1-3 16,0 0-4-16,0 0-6 0,2 0-11 0,0 1-5 0,1 0-3 0,1 0-4 15,-1 1 5-15,1 0-1 0,3 1 0 0,1-1 0 0,1 0-6 16,0-1-2-16,0 1 3 0,2-1 3 0,1 0-2 0,0 1 5 0,1-1 5 16,-1 1-1-16,2-1 6 0,1 0 8 0,0 0-9 0,1-1 5 15,0 0-1-15,0-1-9 0,-1 0 5 0,1-1 4 0,2 0 1 0,-3 0 5 16,2 0 1-16,-1 0 10 0,-1-1 3 0,3 1 5 0,-1 0 2 0,-1 0-1 16,1 1 3-16,-1 1-3 0,-1 0 8 0,3 0-5 0,-3 0 1 15,1 2 2-15,0-1-7 0,0 1 5 0,1 1 2 0,-2 0 2 0,1 0 5 16,-1 1 29-16,-1 0 2 0,2 1 5 0,-2-2 5 0,-1 1-25 0,1-1 3 15,0 2 0-15,1 0 2 0,0 0 1 0,-1 1-1 0,1 0-1 16,0 1 0-16,0-1-3 0,1 0-2 0,-1 0-3 0,1 1-3 0,0 0-2 16,1 0 0-16,-1 0-2 0,-1 0 0 0,2 0 3 0,0 0-3 15,-1-1-2-15,-1 1 3 0,1-2-2 0,0 0 3 0,1 0 4 0,-2 0-5 16,1-1 3-16,0-1-1 0,1 0-2 0,-1-1 0 0,0 1 1 0,1-1-6 16,-2-1 0-16,2 1-5 0,-1-1-1 0,1 0-3 0,-1 0 6 15,2-1-7-15,-1 0-2 0,0 0 1 0,0-1-1 0,1-1 1 0,-1 1-1 16,0-2-3-16,0 1-5 0,1-2-5 0,1 1 2 0,-1 0 0 0,0-1 0 15,-1 0 7-15,2 0-2 0,-2-1 3 0,-1 1 6 0,1 0-6 16,0 0 7-16,0 0-4 0,-1 0 1 0,1 0 1 0,1 0-5 0,0 0 1 16,-1 0-12-16,0 0 2 0,0-1-3 0,-1 1-7 0,1 0 4 0,0-1-4 15,-2 1 4-15,1 0 0 0,-1 0 1 0,-1 0 7 0,0 0 0 16,0 1 8-16,0 0 3 0,-2 0 6 0,-1 0-2 0,1 1 8 0,-1 0-9 16,0 0-6-16,-1 0 9 0,-1 1-1 0,2-1 13 0,-3 1 5 15,0 0-4-15,1 0-4 0,0 1 18 0,-1-1-15 0,1 1 16 0,-1-1-11 16,0 1 1-16,2 0 15 0,-1-1-7 0,-1 1 13 0,1-1-13 0,1 0 3 15,0 1-2-15,0 0 5 0,-1 0-2 0,2 0-4 0,0 1 2 16,0 0-2-16,0 0 6 0,1 1 7 0,-1 0 4 0,2 0-15 0,-1 1 19 16,1 0-17-16,-1 1-11 0,1 1 15 0,-1 0-8 0,0 0 20 0,1 2 1 15,0 0-6-15,0 1-18 0,-1 0-3 0,2 1-9 0,0-1 3 16,1 2-1-16,0-1-8 0,0 1 3 0,1-1-8 0,0 1 0 0,2-1 1 16,-2-1-1-16,1 1 4 0,1 0-4 0,1-1-2 0,-1 0 6 15,1-1-2-15,1 1 1 0,0-2 3 0,-1 1-4 0,0-2 1 0,3-1 6 16,-1 1 0-16,1-1 0 0,-1 0-1 0,-1-1-5 0,1 0 5 0,0-1 1 15,-1 0 2-15,-1 0 0 0,0-1 0 0,-1-1-6 0,-1 1 1 16,0-2-1-16,0 1 3 0,0-2-5 0,-1 1 3 0,0-2-2 0,0 0-3 16,0 1 3-16,0-3-2 0,0 1-2 0,-1-2 4 0,1 0 83 0,-1 0 2 15,-1-1 4-15,1 0-2 0,-1-1-85 0,1 1 3 0,-1-1-1 16,0 0 0-16,-1-1 0 0,1 1-4 0,0-1-4 0,-2 1 6 0,1 2-30 16,-1-1 3-16,0 1 1 0,0 0 18 0,0 2 24 0,1 0-1 15,0 0-3-15,0 1-22 0,0 1 2 16,0 0-2-16,0 0-4 0,2 1 6 0,-1-1-4 0,0 2 4 0,-1 0 4 0,1 0-2 0,0 0 0 0,1 1 2 15,-1 0-2-15,2 1 2 0,-3 0 2 0,1 0-2 0,3 0-17 0,-3 1 1 16,0-1-2-16,1 2 1 0,-1 0 44 0,1 0-2 0,0 1-1 16,0 0 1-16,1 1-21 0,-1 0-2 0,-1 0 0 0,1 1-2 0,1 1-2 15,-2 0-4-15,1-1-2 0,0 2-2 0,0 0 4 0,0 1-4 16,-1 0-3-16,1 1-5 0,-1-1-5 0,-1 0-1 0,0 1 7 0,0 0-5 16,0 1-3-16,-1-1-4 0,0 1-1 0,0-2-3 0,0 1-5 0,0 1-4 15,-1-1-7-15,0-1 6 0,0 1-7 0,0-1-11 0,0-1 1 16,0 0-16-16,0-1-7 0,0 1-5 0,1-1-15 0,-1-1-10 15,0 0-13-15,0-1-16 0,1 0-18 0,0-2-27 0,-1 0-27 0,1 1-37 16,0-2-36-16,0 1-21 0,0-2 13 0,-1 1 24 0,1-1 41 0,0 0-126 16</inkml:trace>
  <inkml:trace contextRef="#ctx0" brushRef="#br0" timeOffset="153859.91">30792 8522 467 0,'-6'-1'140'16,"0"1"-111"-16,-1 0 0 0,1 0 12 0,2 0 18 0,-1 1 9 0,1 0 2 16,-2 1-5-16,1 0-18 0,-1 0-11 0,0 1-6 0,-1 0-6 15,0 0 2-15,0 0-3 0,1 0-3 0,-1 1 0 0,-1 1-2 0,1 0 0 16,1 0 4-16,0 0 6 0,1 0 7 0,0 0 15 0,-1-2 9 0,1 1 6 15,1 1 9-15,1-1-2 0,-1-1 2 0,1 1-3 0,0-1-1 16,0 0-5-16,1 0-3 0,-1-1 1 0,2 1-4 0,-1 0-2 0,1 0-2 16,0-1-5-16,1 0-4 0,1 1-7 0,0 0-5 0,0-2-10 15,1 2-1-15,1 0 0 0,-1-1-1 0,1 1-2 0,-1 1 2 0,2-1-5 16,0 1-2-16,-1 0 2 0,1-1-3 0,0 2-3 0,2 0 1 0,1-1-6 16,-1 1-1-16,1 0 0 0,0 0-1 0,0-1 3 0,2 1-1 15,-2-1 1-15,3 0-3 0,0 0 0 0,0-1 0 0,0 0 4 0,1-1 5 16,0 0-1-16,1 0 6 0,0 0-7 0,1-1 2 0,1-1 2 15,-1-1-7-15,1 0 5 0,0 0 0 0,0-1 2 0,-1 0 2 0,1-1-1 16,0-1 4-16,-1 0 0 0,-1-1 0 0,-1 1 5 0,-1-1-1 0,-1-1 3 16,1 0-1-16,-1 0 0 0,0-1-4 0,-1 0 0 0,-2-1-1 15,1 0-4-15,-2 1 4 0,0-1-7 0,-2-1 6 0,1 1-3 0,-2-1 2 16,-2-1 4-16,0 1-1 0,-3 0-1 0,0-2-3 0,-1 0-4 0,-3 0 6 16,0 0-2-16,0 1 2 0,-3 2 0 0,-3-2-2 0,0 1-2 0,-2 1-7 15,0 0-5-15,-1 1-9 0,-3 2-5 0,0 2-2 0,0 0-1 16,-2 2-3-16,2 1-4 0,-1 1 0 0,-1 1 4 0,1 2-2 15,1 1-2-15,2 0-3 0,1 2-5 0,1 1-2 0,1-1-9 0,2 1-8 16,1 1-12-16,2-2-4 0,0 1-10 0,4 0-2 0,1 0-8 16,2 0-17-16,2-1-16 0,1 0-29 0,1-1-27 0,3-2-33 0,1 0-36 15,3-1-29-15,3 0-18 0,2-1 12 0,0-2 42 0,2 0 52 0,1-1 60 16,1-1 40-16,1-1-157 0</inkml:trace>
  <inkml:trace contextRef="#ctx0" brushRef="#br0" timeOffset="154309.37">31249 8560 162 0,'3'0'102'0,"-1"0"-24"0,1 1-1 0,-1-2 7 0,0 0 8 16,1 0 7-16,0-1 7 0,0-1 2 0,-1 0 7 0,1-1 6 0,0-1-2 16,0 0 5-16,1-1-10 0,-1 0-9 0,0-1-8 0,0-1-7 15,1 0-8-15,1-1-4 0,-1-1-5 0,0 0-2 0,0-1 0 0,-2 0-9 16,0-1-4-16,0 0-6 0,0 0-5 0,-1-2-4 0,-1 0-9 0,0-1-3 15,-2-1-6-15,1 1-4 0,-3 1-1 0,2 0 6 0,-2 0-7 16,0 0 3-16,1 2 1 0,-2 1-1 0,0 1 11 0,-1 2 16 0,1 1 4 16,-1 2-5-16,1 2-3 0,-1 0-18 0,0 2-10 0,2 1-7 0,0 2-1 15,-1 0-6-15,1 1-10 0,0 2 2 0,1 1-2 0,0 1-3 16,0 2 14-16,0 3-4 0,1 1-2 0,0 3-1 0,1 3-4 0,0 0-3 16,0 4 1-16,0 2 1 0,1-1-4 0,0 5 4 0,1-2-6 0,0 4 4 15,0 2 3-15,0 1 1 0,2 0 1 0,-1 0-2 0,0-2 0 16,1 1 1-16,0-1-6 0,1 1 2 0,0-1-1 0,1-2-12 0,0-1 5 15,1-1-4-15,1-1-2 0,1-1 11 0,0-2-2 0,2-1 2 16,-1-2 4-16,1-3 6 0,-1-2 7 0,2-2 6 0,-1-3 3 0,0-3 5 16,-1-1 0-16,0-1 4 0,-2-4 11 0,0-1 2 0,-1-3 15 0,-3-1 2 15,1-2-8-15,-1-2-7 0,-1 0-20 0,0-3-6 0,-3-1-3 16,1-2-4-16,-2-2-1 0,-1 0-18 0,-1-2-9 0,-2-1 0 0,-2 1-5 16,-1-3 14-16,-2 0-2 0,0 1 13 0,-2 1-2 0,-1 0 1 15,3 1-5-15,-3 2-29 0,3 1-14 0,-1 2-24 0,0 1-15 0,3 2-11 16,-3 1-24-16,2 2-20 0,1 0-21 0,0 1-29 0,3 2-37 0,0 1-31 15,3 0-11-15,1 2 13 0,2-1 35 0,2 0 55 0,2 1-12 16,3-1-32-16</inkml:trace>
  <inkml:trace contextRef="#ctx0" brushRef="#br0" timeOffset="155114.93">31849 8415 683 0,'-3'-7'210'0,"-1"0"-124"0,0-1 24 0,-1 1 18 0,1 1 5 0,2 3 4 16,-1 0-14-16,2 2-17 0,0 1-24 0,-1 1-19 0,2 0-10 0,-2 0-9 15,2 2 6-15,0 1-2 0,-2 0 3 0,1 2 1 0,-1-2-5 16,2 3 0-16,0 0-3 0,-1-1-7 0,0 2-2 0,0 0-6 0,1 2-6 15,0 2-12-15,-1 0-3 0,1 4-8 0,1 1-4 0,-1 2 3 16,1 3 1-16,0 1 0 0,0-1-3 0,0 1 3 0,1 0-5 0,-1-1 2 16,0 0 5-16,0 0-5 0,1-1 4 0,1 0-2 0,0-1-1 0,1-2 4 15,1-1-2-15,0-1 0 0,-1-2 0 0,2 0 4 0,-1-3 5 16,0-2-7-16,0-3 6 0,1-1-1 0,0-1 0 0,-1-2 14 0,-1 0-7 16,0-3-1-16,0-1-8 0,0-1-5 0,-1-1-11 0,-1-2-11 15,0-1-15-15,0-2-26 0,0-2-19 0,-2-1-10 0,0-2 5 0,-3-2 10 16,2 1 15-16,-1-1 19 0,-1 0 17 0,1-1 15 0,-2-1 17 0,0 2 12 15,0-3 6-15,0 0 7 0,-1 1 14 0,-1-1 7 0,0-1 13 16,2-1 7-16,-3-1 4 0,2-1-4 0,-2 0-4 0,1 0-3 0,0 1-2 16,0 1-3-16,1 0-7 0,0 1 1 0,0 3-5 0,1 1-9 0,1 3-4 15,1 3-9-15,2 2-12 0,-2 3 2 0,0 3-7 0,2 0-3 16,-1 2 1-16,2 0 1 0,2 1 2 0,-1 1 1 0,1 1 2 0,0 1-4 16,1 2-3-16,1 1 0 0,0 2-5 0,1 1 5 0,1 3-2 15,1 0-5-15,1 1 0 0,0 1-4 0,0 0 9 0,1 0-5 0,-1 3 6 16,1-1-5-16,-1 1-1 0,0 1 4 0,-1 0-4 0,2 1 0 0,-2-2-5 15,0 0-2-15,0 0-4 0,0-1-2 0,-1 0-3 0,-1 1-4 16,0-1-4-16,-1 0-6 0,2-1-9 0,-3-1-8 0,0 0-10 0,1-3-15 16,-2 0-15-16,1-1-22 0,-1 0-28 0,0-3-48 0,0 0-57 0,-2-2-71 15,1-2-43-15,-1 0 14 0,0-1 39 0,1-2 93 0,-2-2-114 16</inkml:trace>
  <inkml:trace contextRef="#ctx0" brushRef="#br0" timeOffset="155277.82">31911 8652 972 0,'-2'0'117'16,"0"2"-22"-16,-1 0 7 0,1 1 8 0,1-1 12 0,2 1 1 0,1-1-14 16,1 1-27-16,1 0-29 0,0 1-16 0,1-2-8 0,1 1-7 0,-1-2-4 15,3 0-6-15,0 0-4 0,0-1-4 0,2-1-8 0,-1 1-2 16,0-2-12-16,0 0-12 0,-1-1-17 0,1 0-42 0,-2 0-45 0,0 0-37 16,-2 0-21-16,0 0-6 0,-1 1 14 0,0-1 13 0,0 1 8 0,-1 0 18 15,1-2 8-15,0 1-123 0</inkml:trace>
  <inkml:trace contextRef="#ctx0" brushRef="#br0" timeOffset="155576.22">32605 8524 529 0,'2'-1'199'0,"-1"0"-91"0,1-1 9 16,-1 0 14-16,0-1 9 0,-1 0 0 0,0 0-9 0,-2-1-25 0,0 1-21 15,-1-1-18-15,-2 1-10 0,0-1-3 0,-2-1-3 0,-1 1-7 0,-3 0-6 16,1 1-6-16,-1-1-9 0,-1 2-5 0,0-1 1 0,-1 2 2 16,0 1 1-16,-1 0 4 0,1 1-1 0,-2 2-3 0,-1 0 1 0,1 2 2 15,0 1 5-15,-2 1-1 0,1 2 4 0,0 2 6 0,3 1 9 16,-2 2 11-16,1 2 4 0,1 0-1 0,2 1-3 0,2 2-4 0,0 1-6 16,3 0-6-16,1 1-6 0,3 1-5 0,1 0-2 0,2 0 1 15,4 2-13-15,2-2 1 0,3 0-15 0,0 0-6 0,5-1 0 0,3-1-10 16,4 0 2-16,-1-2-4 0,4-1-13 0,1-1-25 0,3-2-29 0,1-1-55 15,1-1-49-15,0-2-65 0,2-1-81 0,1-2-26 0,1-3-82 0,-18-2 34 16,4-1-113-16</inkml:trace>
  <inkml:trace contextRef="#ctx0" brushRef="#br0" timeOffset="156342.31">19309 3662 816 0,'-27'2'-59'0,"-1"0"143"0,-4 3-48 0,9 2-14 15,8 1-5-15,6 1-12 0,3 1-4 0,4 1-3 0,4 1-7 0,4 0-14 16,2 1-26-16,5-1-37 0,3 0-27 0,4 1 0 0,2 0 1 16,6-1-189-16</inkml:trace>
  <inkml:trace contextRef="#ctx0" brushRef="#br0" timeOffset="156526.13">19828 5031 910 0,'-28'-1'-96'0,"-1"3"208"0,-5 2-25 0,10 1-37 0,7 2-6 16,6 0-16-16,3 0-17 0,4-1-7 0,4 1-7 0,2-1-10 16,3 0 0-16,3-1-14 0,5 0-16 0,2-1-32 0,1 1-23 0,3-1-10 15,-1 0-14-15,1 0 12 0,-1 0 11 0,1 0 14 0,0 1-182 16</inkml:trace>
  <inkml:trace contextRef="#ctx0" brushRef="#br0" timeOffset="156759.1">19905 7148 688 0,'-22'-24'35'0,"2"0"-103"0,-2-4 111 0,9 8-23 16,5 8-17-16,4 2-3 0,3 5-17 0,2 2-23 0,2 3-29 16,2 3-39-16,2 3 1 0,1 3-125 0</inkml:trace>
  <inkml:trace contextRef="#ctx0" brushRef="#br0" timeOffset="157065.29">20059 7655 2142 0,'-37'-24'-113'0,"1"3"200"16,-2-2-57-16,16 11-18 0,12 6-21 0,6 4-15 0,5 2-12 0,4 4-20 15,5 1-34-15,4 3-76 0,3 3-86 0,3 2-57 0,3 6-5 16,2 4 30-16,0 3 74 0,2 6-121 0</inkml:trace>
  <inkml:trace contextRef="#ctx0" brushRef="#br0" timeOffset="157258.6">20569 9497 3001 0,'-47'-12'-64'0,"6"2"96"0,-6 2-53 16,11 7-66-16,12 6-99 0,6 3-177 0,8 1-198 0,7 2-65 16,9 2 31-16,9 3 130 0</inkml:trace>
  <inkml:trace contextRef="#ctx0" brushRef="#br0" timeOffset="-211617.74">18576 3383 86 0,'-1'-13'60'0,"-1"-1"-24"0,1-3-3 0,2 4-21 0,1 1-4 0,3-1-4 16,0 2-4-16,1-1-3 0,1 1-17 0,1-1-13 0,1 0-12 0,-1 1-14 16,0 1 18-16,1 1 17 0,0 2 14 0,0-1 8 0,-2-1 6 15,0 0 13-15,-1 1 28 0,-2 0 30 0,0 0 7 0,-1 1-16 0,0 1-14 16,-2 0-11-16,0 1-10 0,1 2-11 0,0 1-11 0,-1 1-10 0,1 1-14 16,1 1-13-16,0 2-43 0,0 1-170 0</inkml:trace>
  <inkml:trace contextRef="#ctx0" brushRef="#br0" timeOffset="-211354.88">20399 9780 803 0,'-4'0'73'0,"-1"-1"-90"0,-1 1-42 0,-1 1-48 0,1 1-41 15,0 0-9-15,-2 0-58 0</inkml:trace>
  <inkml:trace contextRef="#ctx0" brushRef="#br0" timeOffset="-182201.17">27941 11538 3325 0,'-5'0'94'0,"1"3"-24"0,0 1-31 15,3 2-26-15,3 0-6 0,2 2-3 0,2 0-4 0,0 2-2 16,1 2 2-16,0 1 0 0,0 3 4 0,1 1-1 0,0 3 3 0,-1 3 1 16,0 1-5-16,0 2 4 0,1 0-6 0,-2 1 4 0,-1 0 1 15,0 0 5-15,0 1 5 0,0-1 0 0,-1 0-4 0,1-1 0 0,1-1 3 16,-1-2-13-16,1-2 18 0,0-2-3 0,0-2-7 0,1-1 14 15,0-1-12-15,2-2 3 0,0-2-3 0,0-1 1 0,-1-3-10 0,0 0 5 16,0-2 1-16,-1-1-6 0,2-2 8 0,0-1-5 0,-1-2-5 0,1-1 6 16,0-1 4-16,-1-3 2 0,0-1-5 0,1 0-9 0,-1-3 6 15,1-1 0-15,0-3 8 0,0 0-4 0,0-1-20 0,1-2 12 0,0 0-4 16,1-2 6-16,-1 1 2 0,0-3-8 0,1 0-2 0,-2 2 2 0,1-2 14 16,1 1-8-16,-1 3-8 0,1-1 6 0,1 2-8 0,-2 2 4 15,2 3 8-15,-1 1-4 0,-1 2 0 0,-1 2-2 0,0 2 4 0,-1 1 0 16,0 2 4-16,1 1-4 0,0 1 4 0,-1 2 0 0,0 0 0 0,-1 2 1 15,0 0-5-15,0 1 0 0,1 2 10 0,0 0-6 0,0 0 2 16,1 3-5-16,0 0 5 0,0 1-2 0,-1 1 2 0,0 0 2 0,0 0-14 16,-1 1 18-16,0 1-3 0,1-1-1 0,-1 0 10 0,0 1-10 15,0 0 2-15,0 2-2 0,-1-3-24 0,0 2 24 0,0-1-10 0,0 0-4 16,0-2 20-16,0 1-20 0,0-1 6 0,-1-1 0 0,0-1-8 0,1-1 0 16,0 1-8-16,0-1-2 0,-1-1-6 0,0 0-13 0,1-2-12 15,-1-3-15-15,1 0-13 0,-2-1-17 0,1-1-31 0,-1-3-41 0,-1-1-80 16,1-3-88-16,0-2-114 0,-1-2-145 0,0-4-18 0,0-1 111 0,1-3-39 15</inkml:trace>
  <inkml:trace contextRef="#ctx0" brushRef="#br0" timeOffset="-182001.49">28998 11906 2447 0,'3'-1'306'15,"3"0"-192"-15,4 0-43 0,0 0-40 0,2 0-9 0,2-1 16 0,0 0 7 16,4 0 0-16,0-1-3 0,0 1-12 0,3-1-5 0,0 0-6 0,-1 0-8 15,3-1-1-15,-2 1-4 0,0-1-4 0,0 0 3 0,-1-1-7 16,0 0 4-16,0-1-6 0,1 1-1 0,-2-1-2 0,0 0-7 0,-1-1-4 16,-1 0-14-16,-2 1-12 0,0-1-12 0,-2 1-20 0,-2 0-31 15,-2 0-34-15,-5 1-39 0,0 0-30 0,-3 2-39 0,0 0-36 0,-2 0-65 16,-2 2-20-16,-2-1 11 0,-1 2 60 0,-3 1-77 0</inkml:trace>
  <inkml:trace contextRef="#ctx0" brushRef="#br0" timeOffset="-181854.06">29048 12246 1765 0,'1'8'630'16,"2"1"-508"-16,1 2-59 0,2-3-35 0,3-1-11 0,3-2 7 0,4-2 7 15,1-1 0-15,0 0-9 0,3-3-12 0,0-1-6 0,-1-1-13 16,1 0-18-16,-1 0-30 0,-2-1-45 0,0-1-46 0,-1-1-47 0,-2-1-32 16,-1-1-38-16,-1 0-26 0,1-1-10 0,-1-2 11 0,0-1 26 0,-2-3 54 15,2-2-90-15</inkml:trace>
  <inkml:trace contextRef="#ctx0" brushRef="#br0" timeOffset="-181411.84">29927 11495 3404 0,'6'6'120'0,"0"2"-45"0,2 2-30 0,0 3-30 16,1 0-8-16,0-1-1 0,-3 1-4 0,1 0 2 0,-2 1-8 0,-1 0-2 15,-3 1-5-15,-2-1-14 0,-1 2-7 0,-2-2-9 0,-3 2-9 16,0-1 2-16,-1 0 0 0,-2 0 5 0,1-1 3 0,-2-3 11 0,1 0 20 16,0-2 7-16,2-1 8 0,0-2-1 0,0 0-1 0,2-1 3 0,1-2 0 15,1 0 6-15,1-2-4 0,1 0 5 0,3-1 3 0,-1-2-3 16,1 1 1-16,2-1 1 0,0 0-5 0,2-1-4 0,1-1 3 0,1 0-9 16,1 1 5-16,1 0-1 0,1 0-5 0,2 1 2 0,0 0-2 15,2 1-2-15,0 1 2 0,0 1 2 0,1 0 2 0,1 1 0 0,-2 1-4 16,3 0-6-16,-1 1 6 0,1 3-4 0,-1-1 8 0,2 2 2 15,0-1-8-15,0 2 5 0,0 0 1 0,1 2 2 0,-1 0 1 0,0 1 2 16,0-1-1-16,0 2 5 0,-2 0 11 0,0 1-6 0,0-1 12 0,-1 0-3 16,-3 1-9-16,1 0 14 0,-2 0-15 0,1 0 8 0,-1 0-15 15,-2 1 7-15,-3-1 8 0,0-1-10 0,-1 2 18 0,0 0-26 0,-2 0 3 16,-2 0 0-16,-1-1 0 0,-1 0 5 0,-1 0-7 0,0 0 7 0,-2-2-7 16,0 1-2-16,-3-1 4 0,1-1-12 0,-2-1 2 0,-2-1 2 0,0 0-2 15,-1-1 0-15,-2-1-16 0,2-1-3 0,-2-1-12 0,-2-2-4 16,-1-1-7-16,0-2-16 0,0-1-14 0,-1-3-31 0,-1-1-18 0,0-2-32 15,-1-3-39-15,1-1-25 0,0-2-68 0,0-3-76 0,-2-3-126 16,2-2-81-16,-2-6 86 0,0-2-57 0</inkml:trace>
  <inkml:trace contextRef="#ctx0" brushRef="#br0" timeOffset="-181259.94">29918 11496 2643 0,'14'-1'796'0,"2"-2"-717"0,8 0-25 15,3-1-33-15,5 0-8 0,3-1-7 0,4-1 9 0,2-1-6 16,-1-1-11-16,-2 1-3 0,1-2-31 0,-4 0-37 0,-1-1-24 0,-4 1-32 16,-2 0-34-16,-2-1-43 0,-2 1-70 0,-2-2-60 0,-4-1-56 0,-1-1-29 15,-2 1 19-15,-3 1 34 0,0-1 95 0,0-1-97 16</inkml:trace>
  <inkml:trace contextRef="#ctx0" brushRef="#br0" timeOffset="-180754.16">29367 10474 2745 0,'-88'9'92'0,"-3"2"-48"0,-24 6-21 0,9 2-16 0,12 1-2 0,-1 6 5 16,0 1 2-16,-2 5 10 0,1 3-3 0,-3 5 8 0,0 3 6 0,1 4 9 15,1 6 10-15,2 2 2 0,3 5 3 0,4 5-7 0,1 1-5 16,6 3-2-16,4 1 3 0,5 0-17 0,6 5-6 0,4 0-9 0,4 4-10 16,6 2 18-16,5 0-13 0,6 3-7 0,7 1 4 0,6-1-10 0,7 1 13 15,7-1-1-15,5 0-4 0,7 0-1 0,5-5-4 0,7 0 4 16,8-1-1-16,6-3 0 0,7-1-2 0,6-2-2 0,9-4 2 0,5-2 6 16,7-3-1-16,6-4 1 0,4-4 0 0,8-5 5 0,7-5 4 0,4-4 7 15,9-6-3-15,2-3 13 0,5-6 3 0,7-5 5 0,2-3 0 16,6-5-21-16,4-4 3 0,3-2-17 0,3-4 1 0,3-3 4 0,1-4-6 15,2-3 2-15,0-2 3 0,0-4-3 0,1-2 0 0,-1-2 8 16,-2-4-8-16,1-2 5 0,-4-4-1 0,0-1-2 0,0-4 2 0,-2-1-4 16,-2-3-6-16,-4-4 4 0,-3-3 2 0,-2-3-8 0,-4-3 0 0,-2-1-6 15,-5-2 20-15,-2-2 1 0,-7-3-3 0,-2-1-6 0,-4-2-26 16,-4 0 5-16,-5-2 5 0,-5-2-2 0,-7-1 4 0,-37 31 34 0,7-9 2 16,-3 0-5-16,6-10 1 0,-5-1-34 0,5-8 0 0,-4-3 4 0,0-10 0 15,-5-1-1-15,-7-1 5 0,-6 0 0 0,-7-2 0 0,-7 1 2 16,-6 2-4-16,-7 0 4 0,-7 1-4 0,-5 2-2 0,-6 2 6 0,-7 4-4 15,-14-5 4-15,-39-42-37 0,-2 22-5 0,-1 23 1 0,15 27-1 0,-7 3 37 16,-8 4-1-16,-7 7-2 0,-9 3-14 0,-5 4-3 0,-7 6-7 16,-7 3-3-16,-6 4-1 0,-8 7-23 0,-4 4-13 0,-8 5-13 0,-2 5-12 15,-6 2-12-15,-1 5-25 0,-4 4-40 0,-6 3-56 0,-1 7-86 16,-5 3-173-16,-4 1-162 0,-4 5-174 0</inkml:trace>
  <inkml:trace contextRef="#ctx0" brushRef="#br0" timeOffset="-179969.47">14706 4244 1 0,'-14'-13'21'0,"-6"-7"146"0,-1-2 169 0,-2-1-285 15,13 14-12-15,3 4-1 0,3 3-1 0,2 1-13 0,0 1-6 0,0 1-9 16,1 1-4-16,1 2-4 0,1 1-1 0,1 3 0 0,1 3-1 16,3 1-2-16,2 4-1 0,1 1-5 0,2 1-9 0,2 1-22 0,1 2-30 15,0 1-97-15,3 4-142 0</inkml:trace>
  <inkml:trace contextRef="#ctx0" brushRef="#br0" timeOffset="-179753.73">15076 5926 670 0,'-27'-18'-131'0,"2"2"222"0,-6-3-28 16,7 7-21-16,6 6-5 0,2 3-10 0,4 3-10 0,1 3-9 0,3 3-8 15,1 2-8-15,1 3-9 0,2 3-19 0,3 5-37 0,1 4-22 0,3 2-30 16,2 4-212-16</inkml:trace>
  <inkml:trace contextRef="#ctx0" brushRef="#br0" timeOffset="-179500.01">15341 6990 863 0,'-31'-8'-27'0,"-1"-1"185"16,-5 0-63-16,11 5-8 0,8 3-26 0,4 2-27 0,4 2-15 0,4 2-11 16,1 1-9-16,3 3 0 0,1 0-8 0,3 3-7 0,1 2-5 15,2 1-9-15,1 3-2 0,2 1-8 0,1 2-9 0,1 1-16 0,2-2-28 16,0 1-20-16,3-1-16 0,1-1 2 0,2 0 18 0,1 1-225 16</inkml:trace>
  <inkml:trace contextRef="#ctx0" brushRef="#br0" timeOffset="-179265.99">15596 8497 988 0,'-39'4'-61'0,"1"3"136"0,-8 1-35 16,17 2-10-16,10 0-16 0,4 1-11 0,5 2-8 0,4 1-7 0,0 0-5 16,5 2-8-16,2 1-11 0,3 0-18 0,3-1-34 0,3 2-50 15,4-2-12-15,3-2-241 0</inkml:trace>
  <inkml:trace contextRef="#ctx0" brushRef="#br0" timeOffset="-171135.73">13393 6014 1740 0,'-8'-24'23'0,"2"1"95"0,1-3-38 0,7 7-19 16,6 6-24-16,2 0-10 0,6 3-10 0,5-1 2 0,4 0-11 0,5 0-3 0,1 2 3 15,4 1-8-15,0 3 2 0,2 3-2 0,1 0-3 0,2 2-6 0,-1 1 4 16,0 1-6-16,0 0-11 0,1 2-6 0,-1 1-20 0,-2 1-10 15,0 0-9-15,-2 0-15 0,0 0-13 16,-3 0-21-16,1 0-11 0,-2-1-15 0,-2 0-18 0,-4 0-24 0,0 1-16 0,-2 0-15 0,-2 1-206 16</inkml:trace>
  <inkml:trace contextRef="#ctx0" brushRef="#br0" timeOffset="-170619.73">13546 7133 1208 0,'-2'-3'104'16,"1"1"11"-16,2 1-55 0,1 2-24 0,3 1-20 0,3 1-1 0,2 1 2 15,3 1 2-15,3 0-8 0,3-1 2 0,2 0-3 0,3 0-6 16,3-1 1-16,0 1 0 0,2-1-2 0,1 0 1 0,1-1 0 0,-1-1-1 16,2 0-2-16,-2 0-2 0,1-1 3 0,-2 0-2 0,-1 1 0 0,-1-1 4 15,1 0-2-15,-3-1 1 0,-2 1 2 0,-1-1 0 0,-3-1-3 16,-1 1-1-16,-2-2 1 0,-1 1-2 0,-1 0 2 0,0 0-4 0,-1 0 2 15,1 0-2-15,-2 0-10 0,1 0-21 0,-1 0-33 0,-1 1-41 16,-1-1-48-16,-1 0-34 0,2 1-24 0,-2-1-23 0,-1 0-114 0</inkml:trace>
  <inkml:trace contextRef="#ctx0" brushRef="#br0" timeOffset="-170235.73">13533 8326 2624 0,'-28'-25'43'0,"0"3"4"0,-2-1-13 0,14 10-16 0,10 8-13 15,4 3-16-15,3 2-6 0,3 0-4 0,4 3-8 16,3 1-2-16,7 2-11 0,3 2-13 0,1 1-16 0,4 2-11 0,2 2-6 0,1 1-3 16,1 0 1-16,2 0 2 0,3-1 4 0,-1 1 0 0,2 0 14 0,0-2 10 15,-1-2 7-15,1-1 15 0,-2-1 5 0,0-2 14 0,-2-1 7 16,-1-2 10-16,-2-1 3 0,1-2 0 0,-2-2 4 0,-1 0 8 0,-2-2 11 15,-1 0 8-15,-2-2 6 0,0 0 3 0,0-2-6 0,-2 2 3 16,1-3-6-16,1 1-7 0,-3 0-4 0,2 0-9 0,0 1-9 0,-2 0-2 16,1 1-13-16,0 2-25 0,0 0-31 0,2 1-54 0,-2 1-69 0,-1 0-79 15,1 2-85-15,0 2-275 0</inkml:trace>
  <inkml:trace contextRef="#ctx0" brushRef="#br0" timeOffset="-169885.73">13696 9564 2799 0,'-17'-16'104'16,"2"1"-54"-16,-1-3-27 0,10 7-22 0,6 2-2 0,3 3 2 0,4-3 1 15,4 0 0-15,4-2-2 0,3-1-4 0,5 1-1 0,0 0-2 16,1 1-15-16,3 2-1 0,-2 0-9 0,3 2 0 0,0 1 3 0,0 1-2 16,1 1-4-16,-1 1-4 0,2 0-5 0,0 2-2 0,3 0 1 0,-2 0-1 15,1 0-1-15,-1 1-4 0,-2 0 3 0,0 0-4 0,0 0 3 16,-1 0-1-16,1-1 6 0,-2 0 2 0,0 0-3 0,-3-2-6 0,1 0-17 15,-1-1-17-15,-1-1-19 0,1 1-28 0,-2-2-35 0,2-1-42 16,1-1-62-16,-1-2-56 0,1-3-203 0</inkml:trace>
  <inkml:trace contextRef="#ctx0" brushRef="#br0" timeOffset="-169452.74">13256 4400 2024 0,'-25'-17'19'0,"-5"-1"5"16,-6-4 4-16,-1 0 0 0,21 16-21 0,5 4-7 0,5 2-10 0,3 2-14 16,3 4-15-16,2 1-21 0,3 3-17 0,3 1-14 0,2 2-11 0,2 1-8 15,1 3 8-15,0-1 2 0,2 1 17 0,2-2 18 0,-1 1 14 16,2 1 21-16,0-3 13 0,2 1 11 0,0-1 6 0,2-1 9 0,1 0 10 15,-1-1 7-15,3 0 12 0,0-2 5 0,4 0 1 0,0-1-1 0,3-1-3 16,-2-2-3-16,1-1-4 0,1-1-3 0,1-1-5 0,0-2-4 16,2-2-3-16,-2-1-2 0,1-1 1 0,-2-2-1 0,0-1-1 0,-2-2-4 15,2-1-3-15,-2-1-2 0,-2 0-1 0,-1 1-2 0,0 0-7 16,-5 1-21-16,1 1-40 0,-2-1-54 0,-2 2-91 0,-1 0-87 0,-3 0-346 16</inkml:trace>
  <inkml:trace contextRef="#ctx0" brushRef="#br0" timeOffset="-164950.86">18695 4036 1883 0,'-1'2'26'0,"1"3"-60"0,3 3-37 0,1 1-3 0,3 2 8 15,0 0 2-15,1 0-10 0,-1-1-34 0,1 0-59 0,-1-2-56 16,0 2-66-16,-1 0-238 0</inkml:trace>
  <inkml:trace contextRef="#ctx0" brushRef="#br0" timeOffset="-45129.68">14474 2831 764 0,'-11'8'-22'0,"2"8"12"0,-1 9-9 0,3 5-14 0,4 7-32 0,2 6-32 15,1 7-60-15,1 10-119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1:00:04.7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18784 3543 2171 0,'5'-10'-51'16,"0"4"-6"-16,2 3-17 0,2 8-38 0,-1 8-65 0,4 3-103 0,1 2-79 15,1 4-350-15</inkml:trace>
  <inkml:trace contextRef="#ctx0" brushRef="#br0" timeOffset="227.99">23119 3629 2032 0,'6'-11'-84'0,"-1"2"-99"16,0 1-113-16,-4 9-59 0,-5 8-340 0</inkml:trace>
  <inkml:trace contextRef="#ctx0" brushRef="#br0" timeOffset="453.99">18532 5135 1709 0,'0'-7'-23'0,"3"-2"-33"0,2 0-63 0,5 0-80 15,7 8-62-15,5 6-43 0,7 2-239 0</inkml:trace>
  <inkml:trace contextRef="#ctx0" brushRef="#br0" timeOffset="733.99">23355 5399 2519 0,'13'-14'-41'0,"-1"2"-24"0,2-2-38 0,-2 9-48 0,-5 4-55 15,-1 3-58-15,-3 2-47 0,-1-1-28 0,-3 2-1 0,-3-2-183 16</inkml:trace>
  <inkml:trace contextRef="#ctx0" brushRef="#br0" timeOffset="933.99">19922 6120 2132 0,'-4'-5'24'0,"2"1"-48"0,0 1-43 16,5 3-51-16,4 4-66 0,5 3-62 0,6 4-81 0,4 2-44 15,7 3-228-15</inkml:trace>
  <inkml:trace contextRef="#ctx0" brushRef="#br0" timeOffset="1301.99">20137 6854 2292 0,'-16'-10'-64'16,"0"1"35"-16,-1-1-32 0,5 6-59 0,6 3-80 0,2 2-69 0,5 2-38 16,4 4-3-16,4 2 15 0,7 2-187 0</inkml:trace>
  <inkml:trace contextRef="#ctx0" brushRef="#br0" timeOffset="27051.94">466 7032 1092 0,'-9'1'23'0,"2"0"-14"0,-1 0-8 0,-2 1 16 16,-1 0-25-16,-1 0 27 0,-1 1-1 0,1-1-24 0,-2 1 22 0,-1 0-27 16,0 0-4-16,0 1-7 0,-2 0 0 0,1 0-1 0,2 0 1 0,2 1 5 15,0-1 0-15,1 0 22 0,1 0-1 0,1 0 0 0,0-1 0 16,3 1-17-16,-3 0 4 0,2 0 1 0,0 0 5 0,-1 0 1 0,0 0 6 15,0 0 5-15,-1 1 6 0,1-1 6 0,-2 0 7 0,1 0 9 16,-1 0 18-16,1 0 15 0,-1 0 18 0,2 0 14 0,-1-1 2 0,0 0-1 16,0-1-10-16,1 0-11 0,1-1-16 0,1-1-10 0,1-1-6 0,1-1 1 15,2-1-7-15,1-2-1 0,2 0 0 0,1-1-56 0,2-2 3 16,3-1 0-16,2 0-7 0,2-1 54 0,1-1 13 0,2 0 0 0,2-1 4 16,3 0-1-16,2 1-13 0,0-1 3 0,4 1 2 0,0 1 2 0,3 0 6 15,0 2-23-15,2 0-3 0,1 4 2 0,0-1-63 0,1 3 26 16,3 1-14-16,-1 2-8 0,2 1 54 0,0 2-8 0,1 0 30 0,0 2 6 15,2 2 1-15,0 1-2 0,1 0-24 0,3 1-57 0,39 10-3 16,-2 1 0-16,-4-2-2 0,-3-2 57 0,-3-4 1 0,-3 0 3 0,-5-4-1 16,-7-3-4-16,1-1 3 0,0-1-6 0,2-2 1 0,1 0-23 0,8-2-2 15,46-2-4-15,-13-1-2 0,-14-1 20 0,-21 1-3 0,1 0 0 16,-1 1 0-16,0-1-1 0,1 0 2 0,2-2-2 0,1 0-4 0,1 1 3 16,-2-1-3-16,3 1 9 0,3 0 1 0,0 0-3 0,2-2 3 0,-1-1-10 15,3-1 3-15,4 0-1 0,-1-1-6 0,1 2 6 0,0 2-5 16,-2 1-1-16,3 1 6 0,-1 2-4 0,-3 2 2 0,3 1 4 0,-3 3-4 15,0 1-2-15,2 2 4 0,-1 1 1 0,2 3 4 0,0 2 0 16,-1 2 0-16,0 2-1 0,0 2 0 0,-1 0 0 0,1 0 3 0,0 1-2 16,2 0-2-16,-1 0-2 0,1 0-3 0,2-2 0 0,-1 0 0 0,3-2 0 15,0-3 2-15,0-1-4 0,1-2-3 0,-2-2-3 0,2-1 4 16,-2-2-1-16,0-2 9 0,-1-1 1 0,-2-2-2 0,1 0-3 0,-2-1 0 16,0-1 2-16,-1-1 3 0,0 0 10 0,-1-1 3 0,1-1 2 0,-1 0 1 15,0 0-7-15,1-1-2 0,0 1-3 0,-2 0-2 0,2 0 4 16,0 0-3-16,-1 1 1 0,2 0 2 0,-2 0-11 0,-2 1-2 0,1 1-2 15,0 0 3-15,0 1 6 0,0 1 2 0,0-1 0 0,1 1-5 16,-1 0-2-16,0 0-2 0,1 0 0 0,-3 1-1 0,2 0 6 0,-1 1-3 16,0 0-2-16,-3 0 2 0,-1 0-5 0,-1 0 3 0,0 1 1 0,-3 0-1 15,-1 0 4-15,0 1-4 0,-1 0 4 0,0 0-2 0,1 0-2 16,-1-1-2-16,0 0 4 0,1 0 4 0,-2 0-1 0,0-1 4 0,2-1-5 16,-1 0 0-16,-1 0 0 0,1-2-1 0,-2 1 1 0,1-2 2 0,0-1 3 15,0 0-2-15,-2 0 4 0,2-1-4 0,1 0 2 0,-2-1 1 16,1-1-3-16,-1 1 0 0,0-1-1 0,1 1-1 0,-1-1 1 0,-1 0-4 15,0 1 3-15,-1 0 3 0,-1 1-1 0,0 0 0 0,-1 1-3 16,-1 1-2-16,-1 1-2 0,0 0-1 0,-1 1 3 0,-2 0-2 0,-1 1 4 16,-1 1 1-16,1 1-3 0,0 0 0 0,0 1 0 0,0 1 2 0,0 1-2 15,0-1 0-15,0 1-3 0,0-1-1 0,1 1 4 0,-2 0 0 16,0 0 2-16,1 1-2 0,-2-1-2 0,1 1 2 0,0 0-2 0,-2 0 2 16,0 1-3-16,-1 0-1 0,0 1 1 0,-2 0 1 0,-2 1 2 0,0 1-2 15,-2 1 0-15,-2 2 2 0,-2 1-3 0,0 0-13 0,-1 4 2 16,-2 0 3-16,-2 2 2 0,-3 3 18 0,-2 1-6 0,-1 2-6 0,-2 2-2 15,-1 1 1-15,-2 3 6 0,-4 1-6 0,-2 2 3 0,-1 2 1 16,-2 0-6-16,-1 1 4 0,-2 2 1 0,-1 1-1 0,-2 1 2 0,-1 2-12 16,0 2 3-16,-1-1 0 0,-2 2 0 0,0 1 11 0,-1 1 0 0,-2 4-2 15,-1 0 0-15,0 1 2 0,-2 0-6 0,0 0 2 0,-1 1 4 16,0 1-4-16,-2 1-3 0,-1 0 3 0,1-1 2 0,-2 0 0 0,-1 2 0 16,0 0 2-16,-1-1 0 0,1 1 0 0,-1-1 3 0,0 0-14 0,0 0 11 15,0 1-4-15,-1-1 2 0,2 1 11 0,-2-1-11 0,0 2 3 16,0-1-3-16,1-3 0 0,-1-2 5 0,2-2-3 0,0-2-11 0,1-1 16 15,2-3-10-15,1-1 6 0,2-4 15 0,1-2-15 0,2-2 3 0,2-3-5 16,1-1 3-16,0-2-2 0,3-1 3 0,1-1 4 0,1-3 3 16,3-4 3-16,2-1-7 0,1-1 0 0,1-1 2 0,2-1 1 0,2-2 3 15,2-2 2-15,4-1-3 0,1-1 0 0,3-2-3 0,1-2-1 16,1-1 0-16,5 0 2 0,2-1-7 0,3-1 10 0,3-1-8 0,-1-2 3 16,0 1 0-16,1 0-11 0,1-2 1 0,3 1 1 0,2-2 0 0,1 0 3 15,2-1 3-15,2-1-1 0,0 1-1 0,1-2-2 0,2 0 3 16,0 0-12-16,0-1 10 0,0 0-3 0,1-1-5 0,1 1 5 0,-1-2 0 15,2 1 2-15,-1 1 1 0,0 0-3 0,-1 2-1 0,-1-1 1 0,1 1 0 16,-1 2 3-16,2 0 3 0,0 1-8 0,-1 1 6 0,0 2-1 16,-1 0-6-16,1 2 4 0,2 0-4 0,0 0 3 0,0 1 2 0,-1-2-10 15,1 1-1-15,0-1-4 0,0 0 1 0,0 0 21 0,1 0 0 16,-2 0 2-16,0-1 0 0,-1 0-8 0,-1-1-3 0,1-1 4 0,0-1-4 16,1 0 6-16,0 0-1 0,1-1-7 0,0-1 10 0,0-1-12 0,1 0 4 15,0-1 7-15,-2 0-9 0,1 0 10 0,0-2-1 0,1 1-18 16,1-2 7-16,1 0 1 0,-1-1-14 0,0 0 14 0,0 1 10 0,0-1-5 15,-2 1 11-15,1-1-2 0,0 1-17 0,1-1 17 0,0 1-9 0,-1 0-2 16,-2 1 0-16,0 1-2 0,-2 1 0 0,-3 0 4 0,-2 1-2 16,1 0-2-16,-2 1-5 0,1 1 3 0,0 0 2 0,-1 0 1 0,0 0 2 15,-1 0 3-15,1-1-2 0,-1 0 0 0,0-1 1 0,1-1-3 16,0-1 2-16,2 0-2 0,1-2 0 0,1 1-2 0,0-2 6 0,0 0-4 16,0 1-2-16,1-3 6 0,-1 1-2 0,-2-1 3 0,1 0-3 0,1 2-4 15,0-1 6-15,-1 2-2 0,1 1 5 0,-1-2-3 0,-1 3 5 16,0 0-7-16,-1 0 2 0,-1 2-1 0,0 0-10 0,-1 0 11 0,3-1-8 15,1 1 6-15,4-1 2 0,3 0-6 0,0-1 9 0,0 0 2 0,0-1 1 16,1 0-7-16,0-2-3 0,0 0-1 0,1 0-1 0,-1-1 5 16,0 1 3-16,2-3 0 0,-1 0-4 0,1 0-6 0,0-1 9 0,-2 0-3 15,-1 0 4-15,1 1-2 0,0 0-4 0,0 0 1 0,1 1 5 16,-3 1 0-16,0 1-6 0,-4 1 2 0,-1 1-2 0,-4 2 1 0,-1 1 9 16,-1 1-12-16,-3 1 0 0,1 1 6 0,0 2-6 0,-3 3 9 0,0 1-3 15,1 1-6-15,-3 2-1 0,0 1 1 0,0 0 4 0,0 2 1 16,0 1 5-16,0 0-8 0,2 0-4 0,2 2 6 0,2 0 2 0,3 0-2 15,-1-1 1-15,3 2-3 0,0 0-5 0,4-1 5 0,0 0 0 0,1 1 2 16,1-2-8-16,3 0-5 0,1 1 13 0,3 1-1 0,3-1 16 16,-1 1-9-16,1 1-19 0,1 0 7 0,0 0-4 0,4 2 12 0,3 1 4 15,-1-1-5-15,3 3-3 0,-3-1 2 0,0 3 2 0,-1 3 0 16,-1-1-1-16,0 3-4 0,2 0-1 0,0 0 5 0,0 0-3 0,-1 2 14 16,0-1-9-16,-3 2-1 0,-1 2-11 0,2 0 1 0,-1 1 6 0,1 0-2 15,0 0 13-15,-1 1-7 0,-1 0 4 0,-4 1-1 0,-2 1 3 16,-1 1-10-16,-1 2-4 0,-2 0 6 0,-1-1-8 0,-3 1 4 0,-2 3 10 15,-1 1-18-15,-3 1 22 0,-2 2-5 0,-3-1-1 0,-3 2 11 0,-2-1-19 16,-1 2 2-16,-2 0-9 0,1 1 7 0,-4 0 0 0,-2 0 4 16,-2 0 0-16,-4 0-4 0,0 1 6 0,-5 1-6 0,0 1 7 0,-4-2-3 15,-2 1-4-15,-3-1-5 0,-5 0-3 0,-1-2 5 0,-3 0-1 16,-3-2 4-16,-3-1-7 0,-3 1-3 0,-1 1 16 0,1-1-2 0,-1-1 9 16,1-1-3-16,1 1-12 0,0 0 6 0,1 0-4 0,1 0 10 0,1 2-5 15,0-2-1-15,1 1 0 0,0 0-4 0,1-1-9 0,-1 0 11 16,2-1 2-16,2-1-4 0,0 1 11 0,2-2-14 0,1-1 3 0,-1 1-2 15,2 0 0-15,2 0-1 0,0-2 8 0,1 0-3 0,2-1 6 0,0 0-6 16,2 1-26-16,1 0 31 0,3-1 1 0,0 0 1 0,2 3 14 16,0-3-21-16,-1 1-7 0,3 1-3 0,0-1 5 0,2 1-11 0,1-1-1 15,2-1 2-15,0 2 6 0,1-1 3 0,0 0-9 0,1 2 19 0,2-1-4 16,-1-1-2-16,2 1 17 0,-1-2-13 0,0-1-2 0,3-1-4 16,0 1 3-16,1-1-1 0,1-2 0 0,0 2 0 0,1-2-2 0,2 1 12 15,-1 1-1-15,2-1 6 0,-1-1-11 0,2 2-6 0,-2-3 8 16,0 2-9-16,2-1 12 0,4 0-11 0,1-1-5 0,3 1 5 0,1 2-1 15,1 1 10-15,2 0 5 0,0-1-1 0,1 0 0 0,-1 1-3 0,1 1-4 16,2-1 9-16,2 3 6 0,1-1-19 0,3 2-1 0,-1 0-7 16,0 2 12-16,-1-1 6 0,-1 1 1 0,0 0-1 0,-1 0-3 0,2 1-3 15,-1 0 0-15,3 0-6 0,0 1-13 0,-35-25 17 0,10 7 0 0,-2 0-7 16,11 6 3-16,-1 2-2 0,10 6-5 0,1 0 9 0,9 6 0 16,0 2 0-16,1-2 4 0,0 1-11 0,-1-3 14 0,-2 0-7 0,-33-25 1 15,3 2 2-15,2 1-19 0,3 3 14 0,0 0-2 0,5 3 19 16,-1 0 6-16,5 3-23 0,-1-1 14 0,3 4-1 0,1 1-11 0,3 3-11 15,1 0 4-15,3 3-16 0,0 0 42 0,4 2-2 0,0 0-17 0,-3 1 8 16,-1-2-38-16,-1 0 2 0,-1-1-29 0,-2 0 3 0,0 1 1 16,0-1-35-16,-1 0 18 0,-1 1 19 0,0-1-12 0,0-2 93 0,-2 1-84 15,-2 0-66-15,-3-3 122 0,-3-3 0 0,-5-4 0 0,-3 0 0 0,-2-5 0 0,-6-11 0 0,-1-20 0 0,-4 0 0 16,-4 0 0-16,-2 0 0 0,-6 0 0 0,-1 0 0 0,-4 0 0 0,-4 0 0 0,-2 0 0 0,-3 0 0 0</inkml:trace>
  <inkml:trace contextRef="#ctx0" brushRef="#br0" timeOffset="28867.93">2184 11825 1837 0,'-11'-5'388'0,"2"0"-200"0,-2 0-63 0,3 0-55 15,4 0-19-15,0 0 4 0,0 0 4 0,2 1 4 0,-1-1 0 0,1 2-10 16,-1 0-5-16,-1 1 1 0,1 1-4 0,-1-1-3 0,0 3-10 16,0-1 0-16,0 2-13 0,-2 2-12 0,-1 0 0 0,-1 3-8 0,2 2-3 15,0 3 2-15,-1 3 0 0,2 5 1 0,0 5-1 0,0 4 2 16,3 6 2-16,0 4-13 0,0 7 13 0,2 5-2 0,2 4-6 0,-1 5 14 16,2 4-8-16,0 1 3 0,4 2 1 0,1 2-3 0,4 0 7 15,3 0-5-15,-1 0 4 0,0 0 2 0,1-3-5 0,1-2 3 0,1 0-2 16,0-5-3-16,1-1 3 0,0-4-5 0,0-5 2 0,0-1-2 0,0-4-11 15,-3-2 13-15,0-2-2 0,-1-4-2 0,-1 1 11 0,-2-5-12 0,-2-2-3 16,1-5-22-16,-3-3-29 0,-1-4-42 0,-1-4-57 0,-2-3-70 16,-1-3-90-16,-2-5-108 0,-1-5-78 0,-1-5 12 0,-3-10-208 0</inkml:trace>
  <inkml:trace contextRef="#ctx0" brushRef="#br0" timeOffset="29284.93">2129 11965 2410 0,'-16'-14'276'15,"2"0"-90"-15,-4-4-70 0,3 1-36 0,5 2-12 0,2 1 1 0,3 0-14 16,2 1-7-16,1 0-4 0,2 0-10 0,0 1 3 0,2-1-10 16,4 0 4-16,1 0-1 0,2-1-6 0,1 1 0 0,1-1-11 0,2 0 0 15,3 0-3-15,2 2-3 0,3 1 5 0,0 0-1 0,2 2-4 16,1 1-5-16,1 3-2 0,1 2-5 0,0 2 5 0,2 2-2 0,-2 4-11 16,1 2-2-16,-1 3-2 0,-2 2 2 0,0 4 7 0,-1 1-5 0,0 4 6 15,-1 1 3-15,-4 1 2 0,1 1-2 0,-3 0 1 0,-1 0-5 16,-2 1 1-16,-2 0 1 0,0 0-5 0,-3-1 8 0,-2 1-1 0,-1 0 2 15,-3-2-7-15,-1 1 0 0,-2-1-2 0,-2 1-8 0,-2 2 10 0,-3-2-6 16,-3 2-1-16,-2-2 1 0,-1 0 1 0,-3-2-6 0,-1-1 9 16,-1 0 2-16,-2-2 2 0,-2-1 5 0,-1 1-1 0,-1-2 3 0,-1-2 5 15,1 0 11-15,-1-2 0 0,2-1 1 0,-1-2-3 0,-1-1-3 16,2-2-5-16,0 0-1 0,2 0 8 0,1 0-8 0,2 0 8 0,2-1 7 16,1 1-7-16,2 0 13 0,2 0-2 0,2 1-3 0,2 1 5 0,1 1-2 15,2 2 2-15,2 1 3 0,1 1 1 0,2 2 2 0,4 1 2 16,1 2 1-16,4 0-2 0,3 4-2 0,4-1-12 0,1-1 18 0,2 1-10 15,4-2 7-15,2 1 5 0,2 0-13 0,3-1-2 0,1-1-8 0,1 1-4 16,1-2-8-16,2-3 6 0,-2 1-6 0,1-3-2 0,-2 0-2 16,-1-1 0-16,1 0 0 0,-3-2 0 0,0 0 0 0,0-1 0 0,-3-2 0 15,0 1-12-15,-3-3-22 0,-2 1-24 0,-3-1-28 0,-2-1-36 16,0-2-42-16,-3-2-51 0,-2-2-63 0,0-2-105 0,-3-4-219 0,1-3-112 16,-1-8-278-16</inkml:trace>
  <inkml:trace contextRef="#ctx0" brushRef="#br0" timeOffset="29451.93">2923 11213 3806 0,'-11'-4'81'0,"4"0"-22"0,0 1-55 0,7 0-14 0,4 0 0 0,1 0-2 15,3 1 7-15,1 0-3 0,0 1-16 0,2 0-22 0,-1 0-45 16,0 1-45-16,0 1-48 0,1 0-72 0,-1 1-113 0,-1 0-214 0,-1 2-142 15,-2 1-302-15</inkml:trace>
  <inkml:trace contextRef="#ctx0" brushRef="#br0" timeOffset="29551.93">2960 11175 714 0,'-1'-5'-87'0,"3"-2"-221"0</inkml:trace>
  <inkml:trace contextRef="#ctx0" brushRef="#br0" timeOffset="30084.93">3112 11289 1515 0,'-20'-2'681'0,"1"-1"-523"0,-4 0-31 0,6-1-40 0,5 1-20 15,3-2-12-15,0 1-3 0,1-2-3 0,0 0-13 0,0 0-4 16,0 0-13-16,0 0-9 0,1 0 8 0,-1 0-11 0,-1 1 0 0,1 1-1 15,-1 0-7-15,1 0 11 0,-1 1-8 0,1 0 1 0,2 0 2 0,-2-1-5 16,2 1 7-16,1-2 0 0,0 1 3 0,1-1 5 0,1 0 6 16,0 0 1-16,2-2 2 0,0-1 4 0,2 0 8 0,0-1-1 0,3-2 4 15,2 0 4-15,2-1-6 0,2-2 2 0,2 1-6 0,3-1-6 16,3 1 0-16,0 2-9 0,1 1-3 0,2 3-8 0,1 1 3 0,-2 3 1 16,1 2 0-16,0 2 2 0,-1 2-6 0,1 3 4 0,-2 0-7 0,-2 5-2 15,0 2-4-15,-1 2-2 0,-2 2 4 0,-2 1 0 0,-2 1-2 0,-3 2-3 16,-2-1 3-16,-2 3-2 0,-3 0 8 0,-1 0-1 0,-2 2 7 15,-2-1 1-15,-2 2 0 0,-1-1-4 0,-1 0-10 0,-3-1-1 0,0-1 4 16,0-1 11-16,1 1 13 0,1-4 12 0,1 1-2 0,1-3-8 16,3-3 14-16,1 0-19 0,2-1 0 0,2-1-8 0,0-2-5 0,4-3 11 15,-1 0-2-15,2-1-5 0,1-1-5 0,1 0-3 0,2 0 0 0,1 0 4 16,2-1 6-16,1 0-13 0,2-1 1 0,-1 2 0 0,2-1-7 16,1 1 6-16,1-1 3 0,1 2-6 0,2-1-5 0,1 1-5 0,1-1-7 15,0 1-4-15,0 1-20 0,1-2-12 0,0 1-24 0,1-1-24 0,2-1-21 16,1-1-50-16,4-1-47 0,2-2-75 0,3-3-151 0,3-2-179 15,2-4-19-15,1-3-92 0</inkml:trace>
  <inkml:trace contextRef="#ctx0" brushRef="#br0" timeOffset="30318.93">4039 12106 3271 0,'-10'3'179'15,"2"1"-77"-15,0 0-61 0,4-1-30 0,5-2 6 0,1 0 2 0,1 0 9 16,3 0 6-16,1-1-9 0,1 1 0 0,1-2-4 0,1 1-6 0,1-1 3 16,0 0-1-16,2-1-9 0,1 1 4 0,0-1 1 0,2-1-11 15,2 0 2-15,1 0-10 0,-1-1-2 0,2 0 6 0,1-1-1 0,-1 0-1 16,3-1 0-16,-2-1-10 0,1-1-13 0,1-1-19 0,0 1-15 16,2-2-11-16,0 1 3 0,-2-1-10 0,2-1-11 0,-1 0-20 0,2 0-31 15,1-2-25-15,1 1-33 0,2-1-37 0,-2 2-81 0,3 1-102 0,-3-1-56 16,1 2 24-16,-2-2-184 0</inkml:trace>
  <inkml:trace contextRef="#ctx0" brushRef="#br0" timeOffset="30484.93">4330 12366 2931 0,'-17'10'295'0,"4"0"-137"0,-1 2-85 15,7-1-47-15,6-3-4 0,4 0-3 0,3-2-1 0,2 0 14 0,3 0-6 16,2 0-1-16,4-2-4 0,2-1-16 0,0 0 12 0,4-1-15 15,1-2-4-15,3-1 2 0,1-1-11 0,3-1-6 0,1-2-15 0,3 0-35 16,1-2-42-16,0 0-43 0,0 0-53 0,-1-2-54 0,0-2-90 0,1-2-145 16,3-3-92-16,0-4 2 0,2-5-44 0</inkml:trace>
  <inkml:trace contextRef="#ctx0" brushRef="#br0" timeOffset="32768.93">5238 11222 1413 0,'-13'1'254'0,"1"0"-91"0,-3 1-78 0,3 1-17 0,2-1 12 16,1 1 12-16,2 0 8 0,1 0-7 0,1 1-1 0,0 0-10 0,0 1 0 16,0 0 10-16,1 1-7 0,0 0 0 0,1 1-6 0,1-1-11 0,0 2-4 15,1 1-5-15,1 1-10 0,0 3-10 0,1 0-1 0,1 4-6 16,2 4 0-16,1 1-8 0,0 4 1 0,1 3-3 0,0 4-6 0,0 4 10 15,0 4-15-15,-1 1-5 0,2 3 3 0,-1 2-9 0,0 4 3 0,1-1 1 16,-1 1-4-16,1 0 0 0,0 0 0 0,-2 0 6 0,2 1-3 16,0-3-1-16,-1-2-4 0,0-1-3 0,0-2-3 0,1-3 1 0,-1-2-11 15,0 0-17-15,0-5-36 0,-1-1-42 0,2-4-44 0,0-2-68 16,0-3-81-16,-1-1-147 0,0-3-151 0,2-3-296 0</inkml:trace>
  <inkml:trace contextRef="#ctx0" brushRef="#br0" timeOffset="33001.93">5773 11865 3657 0,'2'-1'143'0,"1"-1"-73"0,4 0-55 16,7 0-15-16,6 0-2 0,7-1-4 0,5 1 12 0,2-1-2 0,0 0 4 15,2 0 2-15,0 1-4 0,0-1-1 0,1 1-10 0,-2 0-5 16,-1 1 2-16,0 0-2 0,-2 0 10 0,-2 0-2 0,1 0 8 0,-5 0 2 15,-1 1-6-15,-1 1 2 0,-5 0-10 0,-1 0 4 0,-2 2-2 0,-1-1-2 16,-3 1-9-16,0 1-5 0,-1-1-13 0,-2 0-19 0,-2 0-12 16,0 0-50-16,-3-1-36 0,-1 0-59 0,-1 0-96 0,-1 0-144 0,0 0-179 15,-1-1-59-15,0 0-167 0</inkml:trace>
  <inkml:trace contextRef="#ctx0" brushRef="#br0" timeOffset="37685.92">7993 9984 1198 0,'-7'-1'288'0,"-2"2"-179"0,0-1-46 0,1 1-26 0,3 0 6 15,0 1 4-15,-2 0 2 0,1 0 8 0,0 0 2 0,0 1 3 16,0-1-1-16,0 1 2 0,-1-1-2 0,1 1 0 0,1 1-1 0,-1-1-7 16,0 1-1-16,0 0-3 0,0 2-4 0,0-1-1 0,0 3 1 0,-1-1-15 15,0 2 3-15,0 3-1 0,2 2-6 0,-1 3-3 0,1 1-2 16,0 6 16-16,0 3 7 0,0 4 8 0,1 2 3 0,0 3-16 0,1 0-3 15,0 4 2-15,1 0-2 0,1 2-6 0,1 2-4 0,1-1-3 0,1-2-5 16,1 0-4-16,1 1 0 0,1-1-3 0,-1-3-6 0,2 0 4 16,-1-3-2-16,1 0-5 0,0-2 9 0,0 0-9 0,1-4 1 0,-1 0-1 15,-1-3 2-15,0-2 5 0,-1-1-4 0,0 0 2 0,-1-3 2 16,-1-2-5-16,0-1-1 0,-1-4-8 0,0-3-8 0,0-1-12 0,0-3-23 16,-1-1-17-16,0-2-33 0,-1-1-46 0,0-1-52 0,-1-3-67 0,-1-1-73 15,-1-3-37-15,-2-6-63 0,-2-5-13 0,-1-8-201 0</inkml:trace>
  <inkml:trace contextRef="#ctx0" brushRef="#br0" timeOffset="37885.92">7766 10230 1848 0,'-11'-16'204'0,"1"-2"-79"0,-1-4-41 15,5 6-18-15,2 3-24 0,2 3-5 0,1 2-11 0,2 0-18 16,1 3-4-16,2 2 1 0,1 2 1 0,0 2 8 0,2 3 3 0,0 2-1 16,2 3-9-16,0 3 1 0,0 4 16 0,0 1-4 0,1 5 6 0,0 1-4 15,1 0-14-15,2 1 3 0,-1-1-3 0,2-1-1 16,0 0-2-16,1-2-4 0,0-1 2 0,2 1-1 0,1-3-4 0,1 0 2 0,-2-1-6 15,2-2 1-15,-1-2-3 0,-1-2-5 0,0-2 2 0,-2-1-5 0,-1-2 2 16,-3-1-5-16,0-2-5 0,-1-1-6 0,-2 0-13 0,1-3-11 16,0-1-15-16,-1-1-22 0,1-3-38 0,0-1-69 0,0-3-80 0,0-1-57 15,1-3-5-15,0-1 45 0,-2-3 76 0,2 2-3 0,0-2 12 16</inkml:trace>
  <inkml:trace contextRef="#ctx0" brushRef="#br0" timeOffset="38035.92">8264 10215 468 0,'-1'-11'368'0,"1"0"-68"15,0-4-11-15,0 3-27 0,0 1-51 0,-1-1-30 0,1 1-32 16,-1 0-35-16,1 0-24 0,0 4-20 0,0-1-23 0,1 3 0 0,-1 2-15 15,1 2-8-15,-1 1-4 0,-1 2-6 0,1 2 4 0,0 2 3 0,-1 1-4 16,1 4 1-16,-2 2-17 0,0 2 3 0,-1 4 15 0,-1 1-4 16,0 4 10-16,-1 1-10 0,-2 3-12 0,-1 1-6 0,-1 2-4 0,-1 0 4 15,2 1-10-15,-3 1 0 0,1 0-14 0,0-3-32 0,1 0-47 16,0-6-61-16,1 0-64 0,3-3-86 0,0-2-81 0,1 0-30 0,1-2 31 16,2-3-130-16</inkml:trace>
  <inkml:trace contextRef="#ctx0" brushRef="#br0" timeOffset="38218.92">8256 10168 1124 0,'2'-14'581'16,"1"-3"-347"-16,1-3-76 0,1 3-47 0,3 3-21 0,-1 4-4 0,2 1-17 15,0 4-5-15,-1 3-4 0,1 2-12 0,-1 3 2 0,0 2-13 0,0 3-4 16,1 4-10-16,0 3-8 0,1 2-14 0,0 3-1 0,-2 3 19 16,0 1-6-16,0 3 10 0,-1 1-6 0,0 2-17 0,0 0 5 0,-3 0-10 15,2 0 1-15,-1 0 3 0,-1-1-9 0,0 1-2 0,1-3-9 16,0-1-29-16,0-2-35 0,1-3-53 0,1-1-70 0,0-2-71 0,0-4-84 15,1 0-43-15,0-3 19 0,1-3 57 0,2-3-117 0</inkml:trace>
  <inkml:trace contextRef="#ctx0" brushRef="#br0" timeOffset="38601.92">9051 10019 2612 0,'-4'-3'244'0,"0"-1"-150"0,0 0-58 0,3 0-9 0,0 0 2 16,0-1-4-16,0 1-1 0,-1-1-14 0,1 2-4 0,-2 0-3 16,-2-1-13-16,-3 2-13 0,-2 0-20 0,-2 1-15 0,-4 2-7 0,-1 1-5 15,-3 2 10-15,-2 1 8 0,-3 3 11 0,-1 2 17 0,-2 2 8 0,0 1 6 16,-1 1 0-16,-1 0 4 0,3 3 1 0,-1 0 4 0,2 0-3 16,-1-1-10-16,3 0 4 0,1 1 14 0,3-3 4 0,3 2 11 0,2-1-3 15,2-1-19-15,4-2-4 0,3-2 4 0,3 0-3 0,3-2 4 16,3 0 4-16,1 0-1 0,2 0 15 0,2-1-1 0,3-1 6 0,2 1 4 15,0 0-3-15,4-1 4 0,0 1-2 0,1-1-1 0,1 0-1 0,0 0 3 16,0 0-4-16,0 2 5 0,1-1-3 0,1 1-1 0,-1 2 2 16,1-1-6-16,-1 1 6 0,-1 2 0 0,1-3-5 0,0 3-1 0,-2 0-5 15,-1 1 0-15,0 1 0 0,-2-2 3 0,-2 3-5 0,0-1-4 0,-1 1 3 16,-1-1-1-16,-2 2-2 0,-2-1-2 0,-3 2 0 0,0-1 2 16,-1 1 7-16,-1 1-3 0,-2 0-6 0,-1-2 4 0,-2 2-2 0,-2-1 4 15,0 0 1-15,-3 0 1 0,-1-1-17 0,0 0 3 0,-1-3 8 0,-2 1 3 16,2-1 10-16,-1-1 3 0,1-2-19 0,0-2-4 0,0-1-14 15,2-1-20-15,0-3-23 0,2-1-35 0,0-2-29 0,0-2-52 0,1-2-102 16,1-4-101-16,1 0-142 0,-1-6-63 0,1-5-206 0</inkml:trace>
  <inkml:trace contextRef="#ctx0" brushRef="#br0" timeOffset="38918.91">9300 10083 2839 0,'-4'0'624'0,"2"2"-546"16,0 0-43-16,3 3-33 0,3 1-2 0,2 1 0 0,3 3-6 16,2 1-5-16,1 4 22 0,0 1-5 0,-1 1 16 0,-1 4 5 0,-1 1-24 15,0 1 1-15,-2 3-6 0,-1 0-3 0,-1 3-5 0,-1 1 3 0,0 2-3 16,-2 2 7-16,-2 0 5 0,-1 0-6 0,-1 0 2 0,-1-4 0 16,0 1 2-16,-1-3 9 0,1-1-5 0,0-3 0 0,0-1-2 0,1-3 2 15,2-3 11-15,1-2 2 0,0-2-16 0,2-4 9 0,2-1-4 16,1-2-3-16,1-1 16 0,1-1 4 0,1-1 6 0,1 0-1 0,1-1 1 15,1-1-13-15,2-1-5 0,0-1-1 0,2-1-20 0,0-1 2 0,1 0-1 16,-1 0-3-16,1 0 16 0,1-1 0 0,-2 1-4 0,2 0 19 16,0 1-1-16,0 1-9 0,-2-1 3 0,-1 0-16 0,0-1 0 0,-1 1-2 15,-2-1-19-15,1-1-7 0,0-1-18 0,0-1-13 0,-1-1-12 16,-1-1-26-16,1 0-13 0,-1-4-22 0,1-1-35 0,-1-2-28 0,-2-2-52 16,0-3-91-16,-1-2-79 0,-1-2-78 0,-2-3 8 0,-1-2-170 0</inkml:trace>
  <inkml:trace contextRef="#ctx0" brushRef="#br0" timeOffset="39135.92">9201 10136 3041 0,'-12'0'173'0,"2"0"-66"0,0 0-58 0,4 1-11 0,3-1-11 0,3 0-8 15,1 2-14-15,2-1-7 0,2 2-1 0,2 0-8 0,2-1 5 0,4 1-5 16,1-1 2-16,2 0-5 0,1 0-16 0,3-1-9 0,1 0-17 15,1-2-12-15,1 1-4 0,0-1 4 0,-1-1 8 0,1 0 9 0,0-1 7 16,-2 0 1-16,2-1 7 0,-2 0 1 0,0 1 13 0,0-1 1 0,-1 0-10 16,1 0-13-16,0-1-28 0,-1 0-14 0,2 1-13 0,1-1-24 15,-1 1-31-15,0 0-52 0,0-1-68 0,-4 1-71 0,2-1-12 0,-1 1 26 16,-3 0-166-16</inkml:trace>
  <inkml:trace contextRef="#ctx0" brushRef="#br0" timeOffset="39368.76">9335 10510 3283 0,'-13'7'163'0,"1"1"-113"0,0 1-28 0,5-1-20 0,5-1-7 0,4-2-14 16,3 0-3-16,2 0-11 0,4-1-7 0,2-1 5 0,3 0-5 15,2-2-1-15,0-2-7 0,3-2-14 0,1-2-15 0,3-1-20 0,2-1-1 16,1-1-9-16,3-3 9 0,-1 2 12 0,1-3 9 0,2 0 5 15,-1 0 4-15,-1 0 0 0,-1-1 2 0,-5 1 11 0,0 1 5 0,-2 0 3 16,-1 1-7-16,-1 0-19 0,-1 2-51 0,-1-1-75 0,0 1-91 16,-1 0-56-16,1 1 0 0,-1 0-178 0</inkml:trace>
  <inkml:trace contextRef="#ctx0" brushRef="#br0" timeOffset="39736.76">10208 10396 3587 0,'-11'3'117'0,"1"0"-63"16,-2 1-52-16,5 0-4 0,3 0-10 0,1-1-1 0,2 1 1 15,-1 1-9-15,1 1 8 0,-1 2 4 0,0 2 5 0,0 0 8 0,-1 0-10 16,0 0 2-16,1 1 0 0,-1 0-1 0,1 0 3 0,0-1 0 15,1-1 2-15,-1-2 4 0,0 0-4 0,1 0 0 0,1-2 5 0,0 0-6 16,0-3 6-16,0-1-1 0,-1-1 4 0,2 0 7 0,0-1 2 0,0-1 10 16,0 0-4-16,0 0 5 0,-1-1-1 0,2 0-11 0,-1 0 7 15,0-1-9-15,1 0 5 0,0 0 1 0,-1 0-7 0,1 2 1 0,-1 0-12 16,0 0 6-16,1 0 4 0,-1 1-4 0,1 0 3 0,-2 1-3 16,1 1-6-16,0 0 4 0,-1-1-2 0,1 2-4 0,1 0 0 0,0 0 2 15,0 1-2-15,0 1 6 0,-1 0-2 0,1 1 0 0,0 0-4 0,0 0-6 16,1 0 8-16,-1 0-10 0,0 0 4 0,0-2-2 0,0 1-16 15,1-1-3-15,0-1-16 0,0-1-23 0,-1 0-31 0,2-1-32 0,-1 0-34 16,0-2-39-16,0-1-53 0,1-1-81 0,-1-4-139 0,0-2-124 16,1-4-3-16,1-3-160 0</inkml:trace>
  <inkml:trace contextRef="#ctx0" brushRef="#br0" timeOffset="40368.76">10642 10021 3061 0,'-5'0'203'16,"0"2"-132"-16,-1 2-45 0,3 0-26 0,2 0-8 0,1 1-1 0,1 0-3 0,2 2-3 15,0 3 8-15,0 1-2 0,1 2 7 0,-1 2-1 0,0 0 3 16,1 2-11-16,-1 2 15 0,2 0-4 0,-1 3 3 0,1 1 13 0,1 0-8 16,0 1 6-16,1 0 6 0,0 0-9 0,1-1 5 0,-1-2-5 15,2 0 2-15,1-1-1 0,0-2-2 0,0 0 1 0,1-1-4 0,-1 0 6 16,-1-3-8-16,1 0 1 0,-2-2 1 0,1-1 1 0,-1-2 1 0,0-2 0 16,0 0 0-16,-1-1 0 0,0-1 8 0,1-2 0 0,-1-1 0 15,0-2 3-15,-1-1 1 0,1-1 3 0,-1-1 1 0,-1-2 3 0,0-1 3 16,0 0-14-16,0 0 8 0,0-2-10 0,1-2 6 0,-1 0 2 0,1-2-9 15,-1-1 7-15,-2 0-7 0,1-2 7 0,-1-1 5 0,0 2-9 16,0 0 1-16,-1-1 0 0,0 1-9 0,0 0-5 0,1 3 4 0,0 0-8 16,0 2 2-16,0 2 4 0,0 0-8 0,0 1 4 0,0 0 2 15,1 2 0-15,-1 1-2 0,0 2 0 0,1 0-8 0,0 2 4 0,0 1-4 16,1 3 0-16,0 1-4 0,2 1 1 0,-1 3 7 0,2 2-8 0,1 1 10 16,0 4 0-16,0 0-8 0,1 3 8 0,0 0 2 0,-1 2 4 15,2 2 0-15,0-2 1 0,-1 1-7 0,1-1 6 0,-1 0-4 0,1-1-2 16,1 0 2-16,-1 0-4 0,0-1 8 0,0 0-6 0,-2-1 2 0,1-1 4 15,-1 0-2-15,0-1-2 0,-1 0-8 0,0-1-14 0,-1-1 11 16,-1 0 9-16,1 0-4 0,0 0 14 0,-1-2-3 0,-1 1-3 0,0-3 2 16,-2-1-4-16,0 0-2 0,0-2 2 0,-1-1 2 0,0-1 10 15,-1-1-6-15,-1-1 8 0,0 0-4 0,0-1 2 0,0-1-6 0,-1 0 2 16,1 0 0-16,0-1-4 0,0 0-2 0,0 0-4 0,0-2 0 0,0 1 0 16,0 0 0-16,0 0 0 0,1 0 0 0,-1-1 0 0,0 1 0 15,1 1 0-15,-1-1 0 0,1 1 0 0,-1-1 0 0,1 1 0 0,0 0 0 16,0-1 0-16,1 0 0 0,-1 1 0 0,0-1 0 0,0 0 0 0,-1 1 0 15,1-1 0-15,-1 0 0 0,0 0 0 0,0-1-4 0,-1-1-42 16,0-1-37-16,-2-1-44 0,-1-2-59 0,-3-2-106 0,-3-2-152 0,-2-2-339 16,-3-7-161-16,-2-6 20 0</inkml:trace>
  <inkml:trace contextRef="#ctx0" brushRef="#br0" timeOffset="40952.76">8034 11888 1844 0,'-14'1'168'0,"0"3"-117"0,-3 0-54 0,3 0-11 0,3-1 3 16,3 0 2-16,-1 2 5 0,3 1-4 0,0 0 1 0,1 1-4 0,2-1 6 16,-2 1 5-16,1 1 3 0,1 0-1 0,1 0-7 0,2 0 0 15,2 0 8-15,1 0 2 0,2-1 9 0,1 1 14 0,1-1 9 0,2 0 15 16,2-1 13-16,1-1 3 0,6 0-2 0,1-2-1 0,1 0 10 0,4 0 3 16,1-1 4-16,5-1 5 0,2 0-7 0,5 0 1 0,2-1-1 15,4 0-2-15,4 0-14 0,4-1 6 0,4 0-2 0,4 0-1 0,2-3 0 16,4 1-14-16,5-2-7 0,4-2-9 0,2 0 0 0,6-1-2 15,4-2-3-15,1 1 0 0,6-1-6 0,0-1 1 0,4 1-2 0,0-1 0 16,2 0 1-16,3 0 5 0,0-1 2 0,3 0-8 0,-1 0 0 0,0 0-5 16,-1 1 3-16,1 0 9 0,-1 1 5 0,0 1-7 0,-2-1-10 15,-1 1 6-15,1 0-10 0,-1 0-6 0,-2 0-10 0,-1 2 0 0,0 0 0 16,-3 1 0-16,-1 1 0 0,-2 1 0 0,-1 1 0 0,-3 0 0 0,1 3 0 16,-5 1 0-16,-2-1 0 0,-4 3 0 0,-4 1 0 0,-2 0 0 15,-4 2 0-15,-5 1 0 0,-2-1 0 0,-5 2 0 0,-4-1 0 0,-3 0-42 16,-5-1-65-16,-4 1-24 0,-4-2-40 0,-3-2-74 0,-5 0-112 0,0-3-222 15,-4-3-315-15,0-3-233 0</inkml:trace>
  <inkml:trace contextRef="#ctx0" brushRef="#br0" timeOffset="43503.84">9436 13020 3710 0,'-12'6'67'15,"3"0"-21"-15,-4 2-38 0,4 0-8 0,4 0-8 0,1 2-2 0,3 2 1 16,2 2 1-16,1 2 2 0,0 4-1 0,-1 4 1 0,0 2 6 16,-1 5-4-16,1 3 0 0,-2 3 2 0,0 2-7 0,-1 1-1 0,-1 3-9 15,0 1-17-15,0-1-2 0,1 1-11 0,0 2 4 0,1 0 2 16,1-1 3-16,1-2-1 0,0-2-4 0,1-4-13 0,1-1-16 0,1-3-13 15,0-4-16-15,1-4 3 0,0-3 4 0,-1-4 13 0,0-2 17 0,-1-3 6 16,-1-2 7-16,-1-4 4 0,-2-3-17 0,-2-2-33 0,-1-2-58 16,-3-3-81-16,-3-2-53 0,-2-3-39 0,-3-3-11 0,-1-3 33 0,-4-2 59 15,-2-2-136-15</inkml:trace>
  <inkml:trace contextRef="#ctx0" brushRef="#br0" timeOffset="43668.84">8876 13588 1073 0,'-30'-10'307'0,"-2"-2"-28"0,-7-3-49 0,4 2-19 16,6 2-11-16,1 2-17 0,3 0-17 0,2 2-27 0,4 1-26 0,3 1-23 15,3 0-16-15,4 0-22 0,4 1-15 0,2-1-16 0,2 1 0 0,3-1 0 16,4 1-3-16,3-3 2 0,3 0-10 0,5-2-4 0,2 0 6 16,4 0-6-16,2-1-1 0,2 1-3 0,4-2-11 0,1-1 7 0,4 1 4 15,0 0-8-15,2 1 5 0,2 3-10 0,0-1-25 0,0 1-8 0,1 1-26 16,-2 1-25-16,-2 1-31 0,1 1-50 0,-1 1-74 0,-1-1-135 16,-1 0-126-16,-1-1-27 0,-2 1-229 0</inkml:trace>
  <inkml:trace contextRef="#ctx0" brushRef="#br0" timeOffset="44002.84">9769 13465 2283 0,'-2'16'178'16,"3"5"-51"-16,2 5-11 0,3 0-19 0,3 0-15 0,2-1-17 0,3 0-5 15,2-1-8-15,2-2-9 0,1-1-3 0,1-3-6 0,2-1-10 0,-3-2 1 16,2-2-11-16,-2-3-3 0,-1-1 3 0,2-2 2 0,-1-1 1 16,-1-3-7-16,0-2 3 0,0-1-2 0,-1-2-8 0,-2-2 5 0,0-2 1 15,0-2-4-15,-2-1 1 0,0-2 1 0,0-2-4 0,-1-1 3 0,-2-1 1 16,-1-1 4-16,-2-1-7 0,-1-1-2 0,-2-1 7 0,-2-2-9 16,-2 1 9-16,-2 0 2 0,-1 0 2 0,-3 1 1 0,-2 0-1 0,-2 2 4 15,-3-1-6-15,-2 0 2 0,-1 2 2 0,0 0-6 0,-2 1 4 16,-2 3-6-16,0 3-1 0,-1 2-6 0,-1 3-11 0,1 2-13 0,-1 2-13 15,0 3-4-15,2 2 12 0,0 0 3 0,0 3 10 0,3 1 7 0,0 2-17 16,2 2-2-16,2 0-17 0,2 1-26 0,1 0-38 0,2 2-42 16,2-1-54-16,2 0-52 0,2 2-51 0,2 0-82 0,3 0-61 0,1-2 5 15,3 0-24-15,2-2 108 0</inkml:trace>
  <inkml:trace contextRef="#ctx0" brushRef="#br0" timeOffset="44352.84">10615 13036 2206 0,'-8'-2'149'0,"-1"1"-32"15,-1-1-16-15,3 2-10 0,2 1-20 0,1 0-30 0,1 0-16 0,1 1-10 16,0 0-5-16,1 3-2 0,0 0 0 0,-1 2-3 0,2 3 5 16,-1 1 2-16,1 3-2 0,1 2 0 0,1 4 0 0,2 2-10 0,-1 1-5 15,3 5 2-15,-1 2 6 0,3 2-3 0,0 2 19 0,2 2-4 0,0 0 0 16,1 1 14-16,1 1-13 0,-2-3-3 0,2 0-2 0,0-3-5 16,0 0 6-16,0-4-3 0,0-2 1 0,1-3 2 0,-1-4-5 0,0-2 2 15,0-3-5-15,-2-4-10 0,1 0 10 0,0-1-9 0,-2-2-8 16,0 0 1-16,-2-1-25 0,-1-2-16 0,-3-1-25 0,-1-2-37 0,-1-1-37 15,-1-1-52-15,-2-1-60 0,1-2-60 0,-4-2-47 0,-1-4-11 0,-2-2 32 16,-1-4 2-16,-2-3 25 0</inkml:trace>
  <inkml:trace contextRef="#ctx0" brushRef="#br0" timeOffset="44835.84">10492 13458 1471 0,'-9'-3'425'0,"-1"1"-231"0,-2-1-26 0,5 1-42 0,0 0-30 0,3 0-30 15,2 1-24-15,1 1-11 0,1 0-7 0,1 0-2 0,1 0 1 0,1 1-2 16,1 0 7-16,2 0-4 0,1 1-9 0,3-1-5 0,1 1-2 15,2-1-9-15,2 0 7 0,1 0-7 0,2 0-8 0,1-2-10 0,0 0-11 16,2-1-6-16,0 0-11 0,-1 0-14 0,1 0-32 0,-1-1-46 0,-3 0-38 16,2 1-39-16,-1-1-38 0,0 0-23 0,-2 1 1 0,-1-1 31 15,1 2 50-15,-1 1 57 0,-1 1 41 0,1 1 35 0,-1 1 24 0,1 1 18 16,-2 0 21-16,1 0 13 0,-2 0 19 0,-1 0 28 0,-2-1 41 16,0 1 47-16,-2-1 45 0,0-1 27 0,0 1-5 0,-1 0-17 0,0 1-31 15,0 0-24-15,-1 0-24 0,0-1-25 0,1 1-13 0,-2 0-10 0,0 1-9 16,2 0-8-16,-1 0-4 0,0 1-3 0,0 0 1 0,2-1 5 15,-1 2-2-15,1-1-4 0,2 1 8 0,-1 0-2 0,1 0-2 0,0 0 9 16,1-1-7-16,1 1 5 0,0 0 5 0,1-1 0 0,-2 1-3 0,3-1-4 16,0 1-12-16,-1 0-7 0,1-2-6 0,-1 0-19 0,1-2-1 15,-1-1-4-15,1-1-6 0,-1-1 10 0,2-2 3 0,-2-1-8 0,0-2 4 16,-1-1 2-16,-1-1-6 0,-2-1 6 0,0 0-7 0,-2-2-4 16,0 2-2-16,-2-3 0 0,-2 1 2 0,-1-2-4 0,-1 1-4 0,-3 1 1 15,-1-1-8-15,-1-1 2 0,-2 1-2 0,-1 0 4 0,-1 1 0 0,-1 2-4 16,-1-2 6-16,-2 3-4 0,0 0 0 0,1 1 0 0,-1 2-2 15,0 2 10-15,1 2 3 0,2 1 5 0,1 2 4 0,1 0-9 0,1 1 11 16,1 1-11-16,1 1 5 0,1 0-3 0,2 2-9 0,1-1 7 0,2 1-4 16,0 1 1-16,2-2 5 0,2 1-1 0,1 0 1 0,2 0-4 15,0 0 8-15,2-2-10 0,1 1 2 0,1-1-1 0,1 0-5 0,2 0 14 16,1-2-2-16,0 0 1 0,1-2 0 0,0 0 1 0,2 0-6 0,1-1-2 16,0 0 0-16,-1-1-9 0,-1-1 13 0,0 0-7 0,-3 0-4 15,0 0-6-15,0-1-19 0,-2 0-2 0,-1-1-37 0,0 0-30 0,-1-1-29 16,-1 0-48-16,-1-2-30 0,-2 0-70 0,-1-1-105 0,-1 0-100 15,-2-2-12-15,-1-3-201 0</inkml:trace>
  <inkml:trace contextRef="#ctx0" brushRef="#br0" timeOffset="45069.84">11528 12749 3029 0,'-10'5'172'15,"2"1"-68"-15,-2 3-16 0,4 0-33 0,3 0 2 0,0 2-21 0,3 2-29 16,2 4-3-16,2 2-6 0,0 2 2 0,2 4-2 0,1 2 8 0,2 4-8 16,0 2-2-16,0 4 2 0,1 1-3 0,-1 0 1 0,0 3 4 15,1 1 0-15,-1 0-4 0,1 0 4 0,0 0 0 0,-1-2 2 0,0-1 0 16,1-1-6-16,0-2-7 0,0-3-4 0,0-3-9 0,1-3-14 0,-2-2-19 16,1-2-26-16,0-1-24 0,0-4-19 0,-2-2-21 0,0-3-20 15,1-2-22-15,-3-1-37 0,0-3-60 0,0-3-94 0,-1 0-96 0,-1-2 16 16,-1-1-125-16</inkml:trace>
  <inkml:trace contextRef="#ctx0" brushRef="#br0" timeOffset="45385.83">11918 13112 2704 0,'-1'0'192'0,"2"3"-114"0,0 0-11 0,2 0-22 16,0 1 2-16,2 1-19 0,3 1-11 0,1 3-11 0,1 0-6 0,0 0 7 15,1 3-5-15,0-1-2 0,0 2 1 0,-1 1 1 0,0 1 0 16,-2 1 1-16,0 2-3 0,-1-1-5 0,-1 0 12 0,0 1 0 0,-1 1 2 16,0-1 7-16,-1 0-12 0,0 1 1 0,1-2 2 0,-1 0-2 15,0-2-1-15,0 0 0 0,-1-3-1 0,0 0 2 0,0-1 6 0,1-1-5 16,-2-2-1-16,1 0-1 0,0 0-6 0,1-3 7 0,0 2-5 0,1-1 2 16,0 0-2-16,1 0-5 0,0-2 6 0,2 1-1 0,0 0 0 15,1-1-3-15,0 1-3 0,1-2-1 0,1 1 7 0,0-2 4 0,1 0-8 16,0 0-1-16,2-1-8 0,1 0 1 0,0-2 8 0,-1 0-10 0,1 1 7 15,1-1-2-15,-1 1 7 0,-1-1 1 0,0 0-3 0,1-2-8 16,-2-2-11-16,1 0 3 0,-2-1-8 0,1-2-12 0,0-1-15 0,-2-1-24 16,0-1-17-16,-2 0-28 0,-1-3-23 0,0-1-41 0,-1-2-82 15,-2-2-71-15,-2-3-108 0,-2-2-37 0,-4-4-169 0</inkml:trace>
  <inkml:trace contextRef="#ctx0" brushRef="#br0" timeOffset="45602.83">11777 13123 2706 0,'-6'6'729'0,"2"1"-672"0,0-1-5 0,4 0-14 0,3-2-12 16,4 0-17-16,4-1-12 0,4 1-3 0,2 0-5 0,4-1-2 0,1 0 1 16,-1-1 9-16,1-1-1 0,0 0 8 0,0 0-3 0,1-1-10 15,-3 1 4-15,2-2-14 0,-1 1-5 0,-2-1-8 0,-1 0-14 0,1 0-12 16,-1-1-20-16,1-1-9 0,0-1-10 0,0 0-13 0,-2 0-6 0,1 0-3 15,-3-1-11-15,-1-1-2 0,-2 0-13 0,0-1-27 0,-1 1-33 16,-2 0-56-16,-1-1-64 0,-1 0-25 0,-3-1 11 0,0 1-61 0</inkml:trace>
  <inkml:trace contextRef="#ctx0" brushRef="#br0" timeOffset="45802.83">12095 13234 3248 0,'0'4'100'0,"0"0"-18"0,2 2-8 16,0-1-17-16,3-2-21 0,2 2-16 0,2-1-18 0,3 0-4 0,3 1-3 16,1 0 1-16,-1-1 6 0,0 0 0 0,-1 0-4 0,0 0-11 15,-1-1-25-15,0 0-16 0,0 0-19 0,0 0-7 0,-1 0-5 0,-1-1-23 16,0 0-27-16,0 1-48 0,1-2-41 0,-2 1-42 0,1-1-54 0,-1 0-48 16,1 0-10-16,0-2 29 0,0 0 69 0,-1-2 73 0,-1-2 69 0,2 0-123 15</inkml:trace>
  <inkml:trace contextRef="#ctx0" brushRef="#br0" timeOffset="46085.84">12690 13283 1440 0,'0'8'332'0,"1"-1"-187"0,3 4-12 0,-1-1-19 0,2-1-8 16,2 2-12-16,-1-1-29 0,4 2-14 0,-1-1-1 0,1 0 4 0,1-1-3 15,-1-1 2-15,1 1-1 0,-1 0-3 0,-1-1 1 0,-1 0-10 16,-2-1-4-16,0 0-13 0,-3-1-1 0,0 0 4 0,-1-1-6 0,-2-1-1 15,-1-1-10-15,-1 0-6 0,-1 0-6 0,-1-2-11 0,-2-1-1 0,-1-2-9 16,-2-1 2-16,-2-2 10 0,1-1 17 0,-2-2 10 0,1-1 7 16,0 0 1-16,1-1-8 0,0-2 6 0,3 0 3 0,-1-2 4 0,3-1-6 15,1 0 1-15,2-3-2 0,1 0 2 0,1 0-2 0,2-1-7 16,1 1-3-16,2 1 3 0,1 3-3 0,2-1 0 0,0 1-6 0,1 2-3 16,0 0-2-16,1 4-7 0,0-1 1 0,0 2-10 0,0 1-1 0,0 1-8 15,0 0-12-15,0 1-11 0,-1 0-21 0,-1 1-27 0,0 1-17 16,-1 0-25-16,2-1-24 0,-2 2-34 0,1-1-60 0,0 0-79 0,-1 1-65 15,0 0-4-15,0 0 45 0,-2-2-120 0</inkml:trace>
  <inkml:trace contextRef="#ctx0" brushRef="#br0" timeOffset="46385.83">13119 13264 2073 0,'-1'7'330'0,"1"2"-227"0,2 1-22 0,0 2 1 0,2-1-11 0,1 0-30 15,0 2-13-15,1-1-28 0,1 3 2 0,0-1 0 0,0-1-1 16,0-1 11-16,-2-1-7 0,0-1 5 0,-2-1 1 0,-1-2-6 0,-1-1 4 16,-1-2-3-16,-1-1 3 0,-1-1 8 0,-1-1 0 0,-1-2-11 0,-2-2-6 15,-1 0-1-15,-1-1 4 0,-1-1 21 0,1 0 3 0,-1-2 4 16,0 0 0-16,0 0-2 0,0-1 6 0,2 0-2 0,0-1-2 0,1-2-8 16,2 1-3-16,0-1-6 0,1-2-3 0,2 1-8 0,0-1-3 0,3-1-3 15,0-1 1-15,1 1-2 0,2-2-8 0,1 0-4 0,2 1-2 16,1 3-10-16,1-1 4 0,-1 2-6 0,2 1-3 0,-2 2 0 0,1 1-8 15,0 1-2-15,0 2-12 0,-2 1-14 0,1 1-10 0,-2 0-6 0,-1 2-1 16,1 1 0-16,-2 0-7 0,0 2-17 0,-2-1-16 0,1 2-22 16,-2 1-17-16,1 0-8 0,-1 2-26 0,0-1-20 0,-1 0-9 0,0 1-6 15,0 0 10-15,1-1 39 0,-1 1-135 0</inkml:trace>
  <inkml:trace contextRef="#ctx0" brushRef="#br0" timeOffset="46635.84">13441 13399 2011 0,'4'3'185'0,"0"1"-53"0,2 1-5 0,2-1-5 0,1-2-26 16,0-1-37-16,3-1-13 0,1 0-7 0,-1-1-4 0,3-2 1 0,-1-1-9 15,0 0-7-15,0-1-7 0,1 0-4 0,-2-1-6 0,1-1-4 0,-3-1 6 16,-1 1-2-16,-1-1 6 0,0 1-3 0,-1-1 0 0,-1 0 6 16,-2-1 1-16,-1-1-1 0,-1 1-3 0,-3-1 5 0,-1 0-7 0,-2 0 1 15,-1-2 1-15,-2 0-9 0,-2 0 2 0,-1 2 3 0,-1 0-5 16,0 1 2-16,0 0-2 0,-2 0-13 0,-1 1 8 0,0 0-9 0,0 1 2 15,2 1 0-15,0 1-10 0,1 1 0 0,1 3-7 0,2 1 0 0,0 1-8 16,3 2-23-16,0 1-11 0,1-1-12 0,-1-1-7 0,1 1-12 16,1 0-26-16,0 1-44 0,0 0-51 0,1 1-66 0,2 0-63 0,0 0-25 15,1 1 26-15,3 0-124 0</inkml:trace>
  <inkml:trace contextRef="#ctx0" brushRef="#br0" timeOffset="46869.83">13908 13210 1338 0,'2'13'1054'16,"1"3"-958"-16,0 6-13 0,2-2 11 0,1 0-7 0,0 1-22 16,0-2-23-16,1 2-13 0,0 0 11 0,1-3 1 0,-2-2 10 0,0-2 1 15,-1-1-7-15,-2-1-6 0,-1-4-13 0,-1 0-7 0,-1-1-4 0,-2-3-3 16,-2-1-5-16,-2-1 7 0,-3-2 2 0,-1-2-10 0,-2-3 15 16,0-2 3-16,-1-1-3 0,0 1 10 0,1-1-11 0,0-3-5 0,3-1-1 15,-1 0 4-15,2-2 3 0,1-3-16 0,2-3 4 0,1-1-1 16,2-3-8-16,2-2 2 0,2-2-6 0,3-3-13 0,3-1 1 0,3-2-14 15,3 1-11-15,4-1-19 0,3 1-20 0,2 0-21 0,2 1-13 0,2 2-19 16,-1 1-35-16,4 1-49 0,0 4-98 0,0-2-122 0,0 2-109 16,-1-2 7-16,0 1-12 0</inkml:trace>
  <inkml:trace contextRef="#ctx0" brushRef="#br0" timeOffset="86738.18">10749 10172 1727 0,'-6'-1'107'0,"0"3"-70"0,1 0-27 0,3 1-11 15,0 1-4-15,1-1-1 0,0 1 5 0,0 0-1 0,0 1 8 16,0-1-3-16,-1 0-7 0,0 1-11 0,-1-1-19 0,-1 0-11 0,1 0-12 16,-1 0 1-16,1-2 18 0,-2 2 12 0,1-1 15 0,-2 0 7 0,1 0 11 15,-1-1 11-15,1 1 5 0,1 0 12 0,0-1 5 0,0 1 4 16,1-1 2-16,0 0-3 0,1 0-7 0,1 0-2 0,0 1-1 0,1 0 2 15,0 0 1-15,1 1-2 0,1 1 2 0,1 2-6 0,-1-1 3 0,1 3-1 16,0 2 1-16,1 0 3 0,-1 2-2 0,0 0 5 0,1 3-6 16,-2 2-7-16,2 1 0 0,-1 2-9 0,-1 2-1 0,1 2 5 0,0 1-7 15,-1 2-3-15,1-1 2 0,-1 1-10 0,0-1 6 0,-1 2 2 16,1-1-2-16,0 1-1 0,-1-1-1 0,1 0-1 0,0-2-4 0,1 0 4 16,0-2-1-16,-1-2 3 0,0-1 1 0,1 0-3 0,0-4 1 0,1 1 2 15,0-2 4-15,0-2 5 0,0-3 6 0,0-2 11 0,-1-2 6 16,0-3 3-16,0-1 3 0,0-1-2 0,-1-2 2 0,0-1-8 0,1 0-2 15,0-2-7-15,0 0-3 0,0-1 6 0,0-1-7 0,0-1-5 0,1 0-2 16,-1-1-3-16,0-2 2 0,1 0-6 0,-1-2-3 0,1 0 0 16,-1-1 0-16,0-1 3 0,0-3-8 0,-1 0-1 0,1-2-8 0,-1 1-6 15,1 0 11-15,-1-2 2 0,2 0 7 0,0-1-2 0,0-2-5 0,1 2 0 16,0-1-1-16,0 0 3 0,1 1-1 0,0 0-10 0,1-1 9 16,1 2-2-16,-1-1 2 0,2 1 3 0,-1 1-5 0,-1 1-2 0,1 0 4 15,-1 1-2-15,0 3 2 0,0 0 2 0,-1 3-4 0,0 0 1 16,0 2-1-16,-1 2-5 0,0 0 9 0,0 2-3 0,-1-1 1 0,1 2 0 15,-1 0-4-15,1 0-1 0,-1 1-1 0,1-1 4 0,0 1 4 0,0 1-3 16,1 0-1-16,0 1 0 0,0 0-1 0,0 1 2 0,1 2-1 16,0 0-1-16,0 2 2 0,0 1 5 0,0 1-5 0,-1 3 8 0,1 2-7 15,0 1-2-15,0 2 9 0,0 1-3 0,1 3 4 0,0 0-6 0,0 0-4 16,-1 2 0-16,0 0 0 0,-1-1-2 0,0 2 6 0,0 1 1 16,0-1-3-16,-1 1 5 0,-1 0-1 0,1 0-1 0,-1 0-1 0,0-1-10 15,0 0 10-15,-2 0-6 0,2-2 6 0,-1 2 5 0,1-1-9 16,0-2 1-16,0 1 7 0,1-2-1 0,0-1-5 0,0-2 0 0,1-2-4 15,-1-1-2-15,0-1 6 0,1-1-7 0,-2-2-1 0,2 0-8 0,-1-2-22 16,0-2-15-16,0-2-44 0,0 1-63 0,0-1-69 0,-1-2-122 16,0 0-149-16,0-4-183 0,0-3-228 0</inkml:trace>
  <inkml:trace contextRef="#ctx0" brushRef="#br0" timeOffset="90188.71">14176 12048 2531 0,'-16'-17'112'0,"1"1"-22"0,-1-2-6 0,5 1-29 0,7 4-18 0,1 1-23 16,4 0-6-16,1 3-2 0,2-1-6 0,0 1 13 0,2 1 2 0,0 1-3 15,1 1 4-15,-1 0-3 0,0 2-2 0,0 0 6 0,0 0 0 16,1 3 2-16,0-1 2 0,0 0-4 0,3 1-1 0,0-1-4 0,2 1-3 16,0 0 2-16,0 1-6 0,2 0-5 0,1-1 3 0,2 1-3 0,0 0 2 15,3 0-4-15,-1 0 2 0,0 0-3 0,2 0-1 0,1 1-3 16,-1 1-3-16,1 0-4 0,0 0-5 0,0 1 1 0,1 0-6 0,0 2-16 16,-1 1-1-16,1-1-22 0,-1 1-19 0,1 1-30 0,1 0-33 15,1 1-24-15,-1 0-42 0,2-1-56 0,-3 0-109 0,0 1-82 0,1 0-7 16,-1 0-57-16</inkml:trace>
  <inkml:trace contextRef="#ctx0" brushRef="#br0" timeOffset="90371.7">14483 12414 3201 0,'-12'0'113'0,"3"0"-24"0,-1 0-18 15,6 0-25-15,5 0-22 0,3 0-20 0,4 1-8 0,4 1 2 16,4 0-3-16,5 0 1 0,3 0 2 0,0 0-7 0,3 0 9 0,-1 1-4 15,5-1-3-15,-1 2 1 0,1-1-16 0,0 0-7 0,0 0-22 0,0-1-13 16,1 1-17-16,-1-1-20 0,3-1-15 0,-2 0-32 0,0-2-62 16,-1-1-90-16,0 0-97 0,-1-2-77 0,0-1-10 0,-1-3 87 0,1-1-111 15</inkml:trace>
  <inkml:trace contextRef="#ctx0" brushRef="#br0" timeOffset="90654.7">16253 11411 2849 0,'-5'-6'192'0,"1"1"-79"0,-1-1-32 0,2 4-24 0,2 0-14 16,1 2-28-16,1 1-10 0,2 2-8 0,1 2-5 0,1 3 12 15,0 2 12-15,2 2 10 0,-1 3 1 0,0 1 2 0,0 4-3 0,1 3-7 16,-1 0 6-16,2 4 1 0,-2 1-7 0,2 2 0 0,-2 1-6 0,1 2-11 15,0 0 0-15,0 2-2 0,-1-3-2 16,0 0 7-16,-1-1-6 0,1 0 1 0,0 0 5 0,-1 0-10 0,2-2 3 0,0-1-28 0,1-1 9 16,0-2-10-16,0-2-16 0,-1 0-6 0,1-1-37 0,0-1-16 0,-2-1-15 15,1-1-17-15,-1-3-21 0,1-2-34 0,0-3-54 0,-1-1-93 16,1-3-129-16,-2-2-36 0,-1-4-53 0,1-3 129 0</inkml:trace>
  <inkml:trace contextRef="#ctx0" brushRef="#br0" timeOffset="90955.7">16884 11537 2563 0,'11'-6'166'16,"4"-2"-29"-16,6-1-19 0,5 2-21 0,2 0-33 0,6 2-27 0,2 1-12 15,6 0-16-15,1 3-4 0,2 1-2 0,2 2 5 0,0 0 4 0,-1 1 2 16,-1 2 6-16,-3 1-4 0,1-1 11 0,-3 2 9 0,-2 1 0 16,0-1 8-16,-3 0 0 0,1 0 6 0,-2-1 3 0,-1 0-3 0,-2-1-6 15,0 0-6-15,-1-2-2 0,2-1 0 0,-2 1 1 0,1-1-10 16,-3-1-2-16,-2 0 1 0,-1 0-5 0,0-1 3 0,-2 0-4 0,-1-1-3 15,0 0-1-15,-3-1-4 0,1 1 4 0,-2 0-6 0,0 0 2 0,-2-1 2 16,0 1-8-16,0-2 8 0,-1 1-4 0,-2 0-10 0,0-1 0 16,-1 2 0-16,-2-1 0 0,-1 1 0 0,-3 0 0 0,1-1 0 0,-2 1 0 15,0-1 0-15,-1 1 0 0,0 0 0 0,0 1 0 0,-1 0 0 0,-1-1 0 16,-1 1 0-16,0-1 0 0,0 1 0 0,0-1 0 0,0 1 0 16,1 0-8-16,-1 0-2 0,-1 0-6 0,0 0-4 0,0 0-12 0,0-1-4 15,0 1-7-15,1-1-8 0,-1 1-11 0,0 0-16 0,0-1-17 16,-1 1-29-16,2-1-32 0,-2-1-65 0,0 1-121 0,-1-2-203 0,-2-1-201 15,1-3-276-15</inkml:trace>
  <inkml:trace contextRef="#ctx0" brushRef="#br0" timeOffset="95573.74">19258 10788 1052 0,'-6'0'410'0,"0"1"-271"0,0 0-40 0,2-1-15 0,2 1-15 0,0 0-18 16,2-1-11-16,0 0-4 0,0 1 9 0,0 0 7 0,0 0 16 16,0-1 5-16,0 1-6 0,-1-1-4 0,1-1-10 0,0 1-7 0,1-1-2 15,-1 0-11-15,0-1-10 0,0 1-5 0,1-1 4 0,1-1 3 0,1-1-1 16,0 0 7-16,0-1 6 0,2-1-3 0,2-1 11 0,1 0-6 15,2-2-9-15,2-1 6 0,0 0-9 0,2 0 1 0,3-1-2 0,0 0-6 16,1 0-1-16,2 1-2 0,0 1-3 0,-1 1-2 0,0 1 4 16,0 0-6-16,1 2-1 0,-3 1 1 0,0 1 4 0,-2 3-2 0,-1 1-3 15,-3 2 2-15,0 1-6 0,-1 2-2 0,-3 1 15 0,0 0-4 0,-2 3 4 16,-2 2 3-16,-1 2-10 0,-1 2 1 0,-2 1-10 0,0 1-11 16,-3 2-4-16,0 0 21 0,-2 2 0 0,-1 1 10 0,-1 0 2 0,0 1-26 15,-1 0 12-15,0-1-3 0,-1 1-3 0,0-1 9 0,0 1-5 0,0 0 1 16,0-1 10-16,0 3-3 0,0-3 12 0,0 2 5 0,0-2-2 15,2-3 10-15,1 1-8 0,1-2-1 0,2 0-4 0,1 0-7 0,1 0 5 16,1-2 0-16,1 0-3 0,0-1-4 0,1-1-2 0,0-2-5 16,3 1 7-16,0-2 0 0,1-1-2 0,1 0 1 0,1-3-26 0,1-1 7 15,-1-1-14-15,3-2 7 0,-1-1 12 0,2 0-15 0,0-2 8 0,1-1-14 16,1-2 2-16,0 0 1 0,0-2 1 0,0 1-4 0,0-3-16 16,0 0-11-16,-3-1-26 0,2-2-13 0,-1 0-5 0,1 0-8 0,0-2-7 15,1 0-7-15,-1 0-13 0,1-1-22 0,1-1-34 0,-1 1-33 0,0-2-26 16,0 1-26-16,1-1-23 0,-1 1-9 0,-1 0 12 0,0 0 25 15,-1 0 2-15,1-1 6 0</inkml:trace>
  <inkml:trace contextRef="#ctx0" brushRef="#br0" timeOffset="95738.74">19980 11080 1287 0,'-1'2'741'0,"0"1"-477"0,0 3-84 0,0 0-52 16,2 1-40-16,0 2-21 0,1-1-18 0,1 1-12 0,0 2 1 0,1 0 4 15,0 3 6-15,0 0 12 0,0 1 0 0,0 0-9 0,0 2-6 0,0 1-9 16,1 1-6-16,-1 0-5 0,1 1-9 0,0 0-3 0,-1-1-10 15,1-1-6-15,0-1 3 0,0-3-9 0,1-1-31 0,0-2-18 0,0-2-26 16,0-2-41-16,1-1-35 0,0-2-68 0,-2-2-90 0,1-3-55 16,0-3-51-16,-1-2-25 0,1-2 49 0,-1-1-111 0</inkml:trace>
  <inkml:trace contextRef="#ctx0" brushRef="#br0" timeOffset="96022.74">20297 10864 1338 0,'-2'-7'639'16,"1"0"-449"-16,0-2-59 0,1 2-36 0,1 1-24 0,1 0-16 15,2 1-13-15,0 0-16 0,2 1 4 0,0 0 9 0,1 1 4 0,0 1 13 16,1 1-2-16,1-1-11 0,1 2-7 0,1-1-13 0,0 1-8 16,2 0-6-16,-3 1-2 0,1-1 4 0,1 1 0 0,-1 1 2 0,1-1-1 15,1 1-1-15,-1 1 11 0,1 0 5 0,-1 1 1 0,1 0-5 0,-2 1-6 16,1 1 1-16,0 0 3 0,-1 0 3 0,-1 1-6 0,-1 2 0 16,-2 2-2-16,1 0 0 0,-1 0-4 0,0 1-3 0,-1 2 2 0,-1 2-8 15,-2 0 1-15,1-1 3 0,-2 1-7 0,0 1 0 0,-1 0-7 0,-1-1 3 16,1 1 2-16,-2 1 4 0,-1 0 4 0,0-2-5 0,-1 0-1 15,0-1-1-15,1-1 2 0,0-3-4 0,1 1 3 0,1-1-4 0,1 0-1 16,-1-1 1-16,1-2-5 0,1 1-1 0,0 0-6 0,1 0 0 16,1-1-9-16,-1 0-7 0,1-1-5 0,0 0-17 0,1-1-9 0,-1 1-16 15,1-1-25-15,0 0-39 0,1-1-24 0,0 1-19 0,1 0-40 0,1-1-31 16,0-1-40-16,1-1-45 0,-1-3 1 0,0 0 38 0,0-3-148 16</inkml:trace>
  <inkml:trace contextRef="#ctx0" brushRef="#br0" timeOffset="96255.74">20454 11180 1788 0,'2'-1'1005'0,"2"0"-909"0,2 0-54 0,4 0-28 0,3 1-7 16,4-1-2-16,1-1-5 0,4 0 3 0,1 0-3 0,-2 0 2 15,2-1 0-15,-1 0-2 0,-2-1-5 0,1 2-17 0,0-1-9 0,-2 0-18 16,1 0-9-16,-2 1-6 0,-1 0-6 0,0 0-2 0,-1 0-12 16,1 0-36-16,-4-2-44 0,0 1-57 0,-2-1-43 0,0 0-25 0,-2-1-14 15,0-2 16-15,0-1 24 0,-1-2 42 0,1 1-95 0</inkml:trace>
  <inkml:trace contextRef="#ctx0" brushRef="#br0" timeOffset="96523.74">21084 10865 1577 0,'-3'2'620'0,"-1"3"-522"15,0 1-62-15,2 2-13 0,3-1-6 0,1 1 5 0,1 0 0 0,2 3 7 16,1-1 10-16,1 1 8 0,1-1 2 0,2-1-4 0,0 0-12 16,0-1-10-16,3 1-9 0,0 0-9 0,2 0 3 0,-1 0-3 0,0-1-1 15,3 0 0-15,-1 0 0 0,0 1-3 0,0-1 4 0,1 1 0 0,-1 0 2 16,0-1-1-16,1 0 4 0,-1 2 2 0,-1-1 2 0,-1 0 10 15,-1-1-1-15,0 0 3 0,0 1 5 0,-1-2 1 0,-2 1-7 0,0 0 2 16,1 0-10-16,-2 0-6 0,-1-1 4 0,-1 0-5 0,-2 0-3 16,-1-3-2-16,-1 1-10 0,-2-1-5 0,-1-1-7 0,0 0-18 0,0-1-26 15,-3 0-49-15,-3-1-51 0,-3-2-39 0,-2-1-30 0,-3-1-14 0,-2-2-11 16,-1 0-11-16,-2-1 3 0,-2-1 3 0,0-3 9 0,-2-1 33 16,0-2-148-16</inkml:trace>
  <inkml:trace contextRef="#ctx0" brushRef="#br0" timeOffset="96639.74">21187 10880 1287 0,'5'-13'330'0,"-1"0"-93"0,5-3-66 0,2 0-57 16,2 0-40-16,3 0-40 0,2 1-14 0,3 0-4 0,3 1-13 0,-1 1 6 16,3 1-12-16,0 1-10 0,2 0-8 0,-1 1-18 0,2 0-21 15,0 0-33-15,-1 0-45 0,1 1-47 0,-2 0-30 0,2-1-30 0,-1 0-15 16,0 0 5-16,-2 0 8 0,-1 2-144 0</inkml:trace>
  <inkml:trace contextRef="#ctx0" brushRef="#br0" timeOffset="97038.73">19283 11833 2165 0,'-1'1'872'0,"2"0"-844"0,4 1-49 16,5 1-1-16,5-1-7 0,9 0-4 0,6-1 18 0,8-2 3 15,3 0 12-15,6-2 22 0,3 0 2 0,2-3 15 0,5-1 3 0,1-1-8 16,4 0-2-16,4-2-16 0,4-1-2 0,1-1-2 0,5 0 2 16,3-1 7-16,1-2-3 0,2-1-2 0,2-1 7 0,1 1-3 0,2-1 5 15,2 1-9-15,0-1-2 0,1 2-1 0,1-2 0 0,-1 1 10 0,-2-1-3 16,2 2 8-16,-3-2-6 0,0 1-4 0,-3 0 2 0,1 0-7 15,-3 1-5-15,-4 0-1 0,0 2-3 0,-3 0-21 0,-1 1 21 0,-2 0-6 16,-4 2 2-16,-2 1 17 0,-3 1-23 0,-4 0 1 0,-5 0-19 0,-3 1-24 16,-6 0-27-16,-3-1-42 0,-2 1-40 0,-6-1-58 0,-5 1-109 15,-6-1-128-15,-5-1-158 0,-6-1-11 0,-5-4-67 0</inkml:trace>
  <inkml:trace contextRef="#ctx0" brushRef="#br0" timeOffset="97722.73">19683 12525 2816 0,'-6'7'102'0,"1"0"-50"15,0 3-21-15,3 1-20 0,2 1-30 0,3 4-5 0,1 3 0 0,5 2-10 16,1 4 21-16,1 1 6 0,1 3 4 0,0 0 18 0,-1 1-10 16,0 0-2-16,0-1-1 0,-1-1 3 0,0 0-5 0,-1-2-2 0,-1 0 4 15,1-1-4-15,1-2 4 0,-1-2-5 0,1-1-1 0,-1-4-4 0,-1-1-7 16,0-2-6-16,0-2-5 0,-1-2-9 0,-1-2-18 0,-1-3-17 15,-1-1-31-15,-1-3-29 0,-2-2-31 0,0-2-38 0,-3-3-31 0,-1-2-32 16,-1-4-65-16,-3-2-20 0,-1-5 17 0,-4-8-148 0</inkml:trace>
  <inkml:trace contextRef="#ctx0" brushRef="#br0" timeOffset="98139.73">19449 12599 1628 0,'-14'-4'547'0,"-1"0"-358"0,-5-2-39 0,4-1-45 15,3-1-34-15,4-1-34 0,1 1-11 0,2 1-4 0,1-1 2 0,2 2 9 16,2 2-9-16,2 0 3 0,2 1 3 0,1 1 2 0,2 2 4 15,3 0-11-15,1 0-11 0,3 2-7 0,1 0-4 0,2 1 3 0,2 1-6 16,3 1-16-16,3 0-11 0,1 0-14 0,3 0-8 0,0 1-3 16,2 0-15-16,-2-1-21 0,1 0-23 0,-3-1-33 0,2 0-47 0,-3 0-69 15,-2-1-53-15,-2 0-18 0,-3-1 11 0,-2 1 66 0,-1-1 65 0,0 1 52 16,-1 0 46-16,-2 1 28 0,1-1 25 0,-1 2 17 0,-1 0 13 16,-1 1 10-16,-2-1 11 0,0 1 17 0,-1-2 18 0,-1 1 22 0,-1-1 24 15,-1 0 24-15,-1 0 23 0,0 0 17 0,0-1 4 0,0 1-16 0,1-1-9 16,1 2-28-16,-1 0-26 0,0 0-20 0,2 1-29 0,0 1-10 15,0 1-14-15,1 0-1 0,-1 2 0 0,1 0-2 0,0 0 10 0,0 2 1 16,0 1 2-16,-2 0 9 0,1-1 9 0,1 2 10 0,-1 1 5 16,2 0 5-16,-1-1 1 0,2 2-14 0,1-2 0 0,-1 0-11 0,1 0-9 15,0-2 0-15,1 0-9 0,1 0-10 0,2-2-4 0,0-2-5 0,4-1-5 16,-1-3 5-16,0 0 0 0,1-2 9 0,-1-2 11 0,1-2 2 16,-2-2 6-16,2 2 7 0,-1-4 1 0,-1 0 8 0,-1 0 5 0,-1-3-1 15,-2 1-9-15,-1-1-7 0,-4 0-8 0,0 1-2 0,-2-1-3 0,-3 0-2 16,0-1-6-16,-3 0-4 0,-1-1 4 0,-2-1-13 0,-2 1 0 15,-1-2-8-15,-3 0-1 0,-2 0 9 0,-2 2 3 0,0 0 1 0,0 0-2 16,-2 1-7-16,1-1-1 0,-2-1-6 0,2 3-4 0,-2-1-4 16,1 1-17-16,0 1-9 0,1 2-10 0,0 1-2 0,0 2-11 0,1 1-12 15,3 2-25-15,-1 2-39 0,2 2-32 0,0 1-37 0,1 2-32 0,2 0-15 16,0 1 22-16,3 1 26 0,0 1-156 0</inkml:trace>
  <inkml:trace contextRef="#ctx0" brushRef="#br0" timeOffset="98356.73">20667 12606 3084 0,'3'8'89'0,"0"2"-43"0,2 3-21 16,-1 0-18-16,3 0-7 0,1-1-9 0,-1 3-9 0,3 1 11 0,0 1-2 15,0 0-3-15,0 0 3 0,-1-1 0 0,-2 0-10 0,-2-2-4 0,0 1-19 16,0 0-18-16,-1-2-17 0,-1-2-18 0,0-1-6 0,-1 0-16 15,-2-1-16-15,0-2-24 0,-1-1-46 0,-2-1-37 0,0-2-50 0,-1 0-22 16,-1-3 18-16,-1-1 29 0,-2-2 39 0,-3-4 37 0,-1-2-96 16</inkml:trace>
  <inkml:trace contextRef="#ctx0" brushRef="#br0" timeOffset="98522.73">20351 12541 2035 0,'-6'-1'425'0,"1"-1"-258"0,0 0-61 16,1-2-41-16,3-1-31 0,1 1-25 0,2-2-14 0,2 1 0 15,2-1 0-15,3 0 1 0,5 0-5 0,2 0 5 0,3 1-2 0,3 0 2 16,2 0 1-16,1 1-2 0,1 0-5 0,2 0 2 0,1 1 0 0,0 1-1 16,2 0 5-16,-2 1-3 0,1 0-3 0,0 1-3 0,-3 0-8 15,0 0-11-15,-2 2-28 0,-1-1-27 0,-2 0-20 0,0 0-34 0,-2 0-43 16,-3 1-57-16,-1-1-39 0,-1 0-31 0,-2 0-16 0,0-1 21 0,-3 0-180 16</inkml:trace>
  <inkml:trace contextRef="#ctx0" brushRef="#br0" timeOffset="98906.73">21140 12606 1711 0,'-4'8'1042'0,"1"4"-912"0,-1 2-76 0,1 0-43 0,3-1-2 16,2 0-14-16,1 1-9 0,2 1-1 0,1 1-7 0,2 0 10 15,1 1 7-15,0-1 15 0,1 0-3 0,0-3-4 0,-2 0 1 0,1-1-3 16,0-1 1-16,2-1 5 0,-1-2-9 0,1-1-1 0,-1 0 1 0,2-1 0 15,0 0 9-15,1-2-3 0,-1-1 11 0,-3-2 0 0,3-1 0 16,-1-1 4-16,1-2-14 0,0-1 2 0,0-1 0 0,-2-1-7 0,0-1-2 16,-2 1-1-16,0 0-9 0,-2-2 3 0,0-2-3 0,-2 1-5 15,0-3-6-15,-3 1-6 0,-1-1-3 0,-2-1-10 0,-2-1 4 0,-2 0-1 16,-1 0-7-16,-2 2 11 0,-2-1 3 0,-1 2 12 0,0 2 22 0,-1 2 1 16,0 2 2-16,1 2 3 0,-1 1 0 0,1 1 13 0,-3 1 8 15,1 1-1-15,1 1 12 0,1 1 5 0,0 1 6 0,1 2 17 0,3 1-12 16,1 0 7-16,3 0-4 0,1-1-1 0,2 1-9 0,0-1-14 0,3 0-11 15,0 0-21-15,2 2-3 0,2 0 4 0,1 1-6 0,2 1 5 16,2-1 1-16,0-1 0 0,4 2-3 0,-1-1 1 0,2 0-5 0,-1-1 6 16,2 0-1-16,1-1-2 0,0-1 7 0,1-1-21 0,0 0 0 15,-1-1-8-15,-1-1-10 0,1-1-5 0,-1-1-17 0,0-1-16 0,-2-1-27 16,0-1-28-16,-1-2-32 0,0-2-36 0,-1-1-41 0,0-4-47 0,-1-3-96 16,-1-3-78-16,0-1 29 0,-3-6-133 0</inkml:trace>
  <inkml:trace contextRef="#ctx0" brushRef="#br0" timeOffset="99122.74">21699 12167 2952 0,'-5'7'155'0,"1"0"-69"0,-1 4-47 0,3 1-4 0,2 0-6 0,2 0-15 16,1 2 1-16,2 2-12 0,0 3 6 0,2 3 22 0,0 0 4 15,0 3 5-15,0 1-2 0,0 3-15 0,-2-1-11 0,0 1-2 0,1 0-8 16,-1 1-1-16,1 0-2 0,-2 1-9 0,1 0-1 0,-1-2-4 15,0 1 1-15,1-3-16 0,-1-1-12 0,1-1-21 0,1-2-32 0,-1-1-18 16,1-4-22-16,0-1-24 0,0-2-41 0,-1-3-60 0,1-3-61 0,-1-2-72 16,0-2-24-16,0-3 40 0,-1-1 63 0,0-4-92 0</inkml:trace>
  <inkml:trace contextRef="#ctx0" brushRef="#br0" timeOffset="99422.73">22034 12444 3212 0,'-5'6'145'0,"1"0"-76"16,-1 2-45-16,2-1-7 0,2 0-16 0,0-1-4 0,2 0-6 0,1 0-6 15,0 2 8-15,0 1 5 0,0 0 0 0,1 0 6 0,-1 0-1 16,1 0-5-16,1 0 6 0,-1 1-2 0,0-1-2 0,-1 1 4 0,0-1-4 16,-1 1-4-16,1-1 6 0,0 1-2 0,0 0 2 0,1-1 1 0,0 0-5 15,1 0 10-15,-1-2-14 0,2-2 19 0,0 1-2 0,1-1-2 16,0-1 12-16,2 1-16 0,0-1-1 0,1 1-4 0,1-1 2 0,0-1-6 15,0-1 2-15,2-1-5 0,1 0-1 0,3-1 3 0,2 0-4 16,1-1-2-16,2 0-2 0,1-2-4 0,3 0 4 0,-1-1-5 0,0 1-2 16,-1 0 4-16,1-1-2 0,-1 1 5 0,-1-1-1 0,1 1-24 0,-1 1 0 15,0-1 8-15,-1 1-9 0,-2-2 4 0,-1 2-23 0,-3-3-31 16,-2 0-18-16,-2 0-23 0,-3-2-28 0,0 0-59 0,-2-1-72 0,-2-1-62 16,-3-2-42-16,-3 0-11 0,-2-4 53 0,-3-4-126 0</inkml:trace>
  <inkml:trace contextRef="#ctx0" brushRef="#br0" timeOffset="99639.73">21835 12341 3152 0,'-2'1'94'0,"0"2"-39"16,2-1-39-16,2 0-16 0,2 0-7 0,4 0-7 0,2 0-1 0,2 2 10 15,4 0 12-15,2-1 13 0,1 1 5 0,-1 0 2 0,2 0-1 16,0 0-8-16,0 0-5 0,2-1-4 0,1-1-9 0,-1 0-8 15,2 0 3-15,0-1-10 0,1 0 10 0,0 0-2 0,-1 0-10 0,1-1-4 0,1 0-14 16,-1-2-17-16,-1 0-13 0,-1-1-4 0,-1-1-2 0,-3 0 6 16,1-1 4-16,-1-1-7 0,-1-1-3 0,-2 0-8 0,0-2-22 0,1 1-28 15,-3-2-47-15,-2 1-40 0,2-2-41 0,-3 0-37 0,0 0-39 16,0-1-27-16,-4-2-44 0,-1 0 29 0</inkml:trace>
  <inkml:trace contextRef="#ctx0" brushRef="#br0" timeOffset="99838.73">21999 12471 2646 0,'3'5'150'0,"2"2"-85"0,3 0-47 0,2 3-18 16,3-1-10-16,2 0-3 0,3 1 1 0,3 1 2 0,0-2 2 0,2 0 8 16,0 0 3-16,-2-1 2 0,1 0-5 0,-1-2-15 0,1 1-10 0,0-1-13 15,0-2-14-15,-2-1-22 0,1-1-31 0,-1 0-30 0,-2-2-31 16,0-1-36-16,0-2-30 0,-2 0-18 0,1-3-15 0,0-2-13 0,-1-1 16 15,-1-4 27-15,1-3-163 0</inkml:trace>
  <inkml:trace contextRef="#ctx0" brushRef="#br0" timeOffset="100122.73">22810 12362 1925 0,'1'11'378'0,"1"3"-274"0,1 4-71 0,1 1-30 15,1-2 0-15,3 1-5 0,-1 1 5 0,3-2 3 0,1 0 10 0,-1 0 14 16,0 0 2-16,1-3 2 0,-3 1 4 0,2-3-9 0,-2-1 3 16,-1-1-2-16,-1-3 1 0,-1 0-3 0,-1-2-3 0,-1-1-14 0,-3-3-24 15,-1 0-10-15,-1-4-16 0,-3-1-24 0,-1-1-23 0,-2-2 1 16,-2 1-12-16,-1 1 23 0,-1-3 32 0,-4 0 5 0,-1-1 18 0,1-2 1 16,0-2-8-16,1-1-2 0,0-2-4 0,2 0 1 0,2 0 8 0,1-1 1 15,1-1 3-15,1-2 15 0,3 1 0 0,2-4 19 0,2 2 4 16,4 2 12-16,1-1 12 0,2 2 3 0,3 3 7 0,0-1-14 0,2 3-3 15,0 2-10-15,1 1-11 0,1 2-9 0,0 1-8 0,0 1-7 0,0 1-6 16,0 1-4-16,2 1-13 0,0 1-15 0,-2 1-23 0,1 1-31 16,0 0-34-16,-4 2-51 0,1 0-57 0,-2 1-70 0,0-1-29 0,0-1 22 15,-1 1-91-15</inkml:trace>
  <inkml:trace contextRef="#ctx0" brushRef="#br0" timeOffset="100506.73">23073 12417 1370 0,'-3'4'234'0,"0"2"-161"0,0 3-50 16,1 0-10-16,1 0-5 0,0 1-12 0,1-1-1 0,1 1-2 0,0-2 14 15,0 2 8-15,1 0 6 0,2 0 5 0,0 0 2 0,0-1-1 0,2-2 4 16,-1 1-8-16,1-2-14 0,1-2-2 0,-1 0-10 0,0-2 7 16,0-1 11-16,-1 0 0 0,-1-1 13 0,-2-2 7 0,0 0-2 0,-1-2 17 15,0 1 2-15,0-1 7 0,-1 0 10 0,-1-1-7 0,-1 1-12 16,0-2-17-16,-1 1-7 0,-1 0-9 0,0-1-3 0,0 1-5 0,0-3-7 16,0-1 0-16,1 0 1 0,-1 0 1 0,1-3 6 0,1-1-6 0,1-1 3 15,1-2-1-15,0 1 0 0,2-2 0 0,-1 0-6 0,2 0-1 16,1-1-4-16,-1 1-4 0,2 1 4 0,0 4-4 0,1 0-5 0,0 1 1 15,1 3 1-15,0 1 7 0,-1 1 7 0,1 2 2 0,0 2-2 0,-1-1-1 16,1 2-4-16,-2 1-6 0,-1 1-11 0,1 0-14 0,-1 0-10 16,1 2-14-16,-1-1-14 0,-2 1-19 0,2 0-28 0,-1 0-36 0,0 0-63 15,0-1-65-15,1-1-42 0,-1 0 2 0,1 1 36 0,1 1-59 0</inkml:trace>
  <inkml:trace contextRef="#ctx0" brushRef="#br0" timeOffset="100805.73">23320 12427 1570 0,'-1'6'718'0,"1"1"-570"0,0 2-95 0,2 1-39 0,1-1-15 15,1 0-1-15,2 2-4 0,0 0-5 0,3 1 11 0,1 2 0 0,0-1 6 16,1 1 4-16,0 1-4 0,0-2 5 0,0-1 1 0,1 0 1 16,-1-2 6-16,1 0 6 0,0 0 1 0,1-3 9 0,-1 0-3 0,3-1-1 15,-3-3 20-15,2 0 5 0,1-2 11 0,-1-2-2 0,-1-1-19 0,-3-1-16 16,1-1-17-16,-2 0-9 0,-1-1 3 0,-1 0-9 0,-1-2-7 15,-1-1-4-15,0-1-8 0,-2 0 4 0,-1-1 1 0,0-1 3 0,-2 0 3 16,-1-1 1-16,-1 0 6 0,0 1-2 0,-2-2-2 0,-2 1 2 16,0 0 0-16,-2 0 5 0,-1 2-4 0,0-2 3 0,-1 2 1 0,-1 0-5 15,-2 1-2-15,0 1 2 0,-1 3-14 0,0 0 4 0,3 1-13 0,-2 2-7 16,0 2 2-16,0 0-9 0,1 2 3 0,1 1-9 0,0 2-24 16,0-2-33-16,0 2-49 0,-1 1-50 0,2 0-64 0,-2 1-91 0,1 0-35 15,1-1 8-15,0 2-154 0</inkml:trace>
  <inkml:trace contextRef="#ctx0" brushRef="#br0" timeOffset="101055.73">23654 12452 1678 0,'5'5'583'0,"0"-1"-444"0,2 1-87 0,0 0-40 16,0 0-9-16,0 0-3 0,3 1 4 0,0 0-3 0,1 2 1 0,0 2 12 15,-1 0-3-15,-1 2 10 0,-1 0 1 0,0 0-7 0,0 1-6 0,0 0-10 16,0 0 7-16,0 0 2 0,0 2 0 0,-1 1 1 0,1-1-4 15,-1-1 16-15,0-1 11 0,-1 0 8 0,-3-1 16 0,0 0 3 0,-3-1 3 16,-1-2 9-16,-2 0-1 0,-2-2-10 0,-1-1-1 0,0-2-19 16,0-2-6-16,0 0-2 0,1-3-7 0,0 1-7 0,-1-1-8 0,1-1 1 15,0 0-2-15,1-1-5 0,1-1-10 0,3 0-19 0,0-2-2 0,2-1 3 16,1 0 8-16,0-2 12 0,4-2-1 0,1-1-8 0,2-3 4 16,3-3-3-16,1-3-12 0,2-4-6 0,0-2-24 0,3-4-32 0,1-1-52 15,1-4-89-15,-2-3-141 0,2-8-214 0,1-8-218 0,1-9 103 0</inkml:trace>
  <inkml:trace contextRef="#ctx0" brushRef="#br0" timeOffset="109190.29">29011 7162 269 0,'-13'2'21'0,"-2"1"4"16,-4 2 5-16,2 0 3 0,3 1 6 0,-1 0-6 0,0 0-8 0,-1 1-5 15,0 1-10-15,0 1-4 0,-1 0-4 0,0 0-1 0,2 1 0 0,-2 1 2 16,-1 1 0-16,1 1 0 0,1 0 2 0,-2 1-2 0,0 1-2 16,1 0 3-16,-1 0 2 0,2-3 6 0,-1 2 3 0,1 0 8 0,0 1 2 15,-1-2 7-15,1 2 2 0,-1-1 0 0,-1 0 1 0,-1 0-6 16,1 2 4-16,0 0 2 0,-1 0-1 0,3-1 1 0,-1 1-6 0,1 1-8 15,0-1-4-15,2 0-6 0,-2 0-6 0,0-1 1 0,0 1-1 0,1-1 3 16,0 1 7-16,1 2 0 0,-1-1 2 0,1-1 3 0,-1 2-1 16,0 0 5-16,0 0 1 0,1 0 2 0,0 0 0 0,-1 0-3 0,0 0 1 15,2 1-3-15,-1 0-5 0,1 0-1 0,0 3-4 0,2-1-1 0,1 0-4 16,0 0-4-16,1-2-1 0,2 0-3 0,-1 1 6 0,2-1-5 16,1-1 0-16,0 1 1 0,3 1-1 0,0 0-1 0,1 1 1 0,1 0-3 15,0-1 1-15,1 1-2 0,1 0-6 0,0-1 5 0,2 1-1 0,0 0 6 16,0 0 2-16,2 0 2 0,0 1 0 0,0-1 1 0,0 2 5 15,1 0 3-15,0-1 3 0,-1 1 6 0,2 0 2 0,0 2 0 0,1 1 2 16,1-2-4-16,-1 1 1 0,2-1-5 0,-1 1-7 0,1-1 1 16,1-1-6-16,0 1 2 0,-1 0 1 0,0 1-5 0,1 1 2 0,0-2-2 15,1 0-6-15,0-2 2 0,-1 0-2 0,1-1 5 0,1 0 6 0,-1 1-7 16,1 1 3-16,2-2 1 0,-1 1 2 0,1 0 6 0,-1-1 0 16,0-1 2-16,1 1 0 0,0-1-2 0,-1 1 5 15,2 0 1-15,1-1-1 0,1 1-2 0,-1 0-1 0,1-2-5 0,-2 1 1 0,0-1 3 0,1-3-3 16,-1 1 2-16,0-1 0 0,-1 0-2 0,0 0 3 0,1 0 1 15,-1-1 2-15,1-1 0 0,-1 1-1 0,0-1-2 0,-2 0 0 0,1-1 3 16,0-2 2-16,1 2 0 0,-1-1-9 0,0-2 1 0,0 1 6 16,1-1 1-16,-1 2 4 0,1 0 0 0,-1 0-7 0,0 0 1 0,0 0 0 15,1-2 2-15,2 2-5 0,-1-1 4 0,-1 1 2 0,0-1-4 0,-1-1 2 16,2 2-3-16,-1-2 0 0,1 0 2 0,0-1-3 0,-1 0 1 16,2-1 5-16,1 1-6 0,-1-1-2 0,-1-1-1 0,1 0-5 0,0-1 0 15,1 0-1-15,-1 0 1 0,1-1-1 0,0-1 2 0,1-1 1 0,1 1 0 16,-1 0 4-16,1-1-1 0,0-1 5 0,0 1 2 0,0-1-3 15,0 0 8-15,-1 0-4 0,1-1 2 0,-1 0 3 0,0 0-5 0,2 0 2 16,1 0-3-16,0 1-2 0,0-1 1 0,1 1-6 0,-1 0-1 16,2 1-2-16,3 0-1 0,1 1 3 0,0 1 0 0,1 0-2 0,-4 0 0 15,3-1-5-15,0 0-1 0,-1 1 5 0,3 0-1 0,-1 0 3 0,1-1-1 16,0 1-3-16,1-1 0 0,1 1 3 0,0-1-1 0,1-1 3 16,-2 0-1-16,2-1-4 0,-1 0 3 0,2-1-3 0,0 1 4 0,1-1 1 15,0-1-5-15,-1 1 2 0,0-1-2 0,-1 0 3 0,1 0 2 16,-1 0 4-16,1-1-7 0,-1 1 7 0,0-1 3 0,0 1-2 0,-1 0 4 15,3 0-10-15,-3 0-2 0,1 0 5 0,0 0-2 0,-1 0 1 0,2 0-1 16,0-1 1-16,0 0-6 0,1 0 4 0,-3 0 3 0,0 0-8 16,2-1 4-16,-2 0-2 0,1 0-6 0,1-1 3 0,-2 0 9 0,3 0 3 15,-3-1 1-15,2 1 0 0,-1-2-15 0,-1 0 1 0,-1 1-2 0,2-2-2 16,-1 1 1-16,1 0 1 0,1-2 0 0,-1-1 1 0,1-1 5 16,-3 0-1-16,0 0 0 0,-1 0-1 0,1-1-4 0,-1 1 0 0,0-1 2 15,0 0-2-15,0 0 39 0,-17 5-8 0,5-2-3 0,0 1 3 0,4-1-38 16,-2-1 2-16,5-2 5 0,-2 0-6 0,6-1 6 0,-3 0 0 15,0 1-7-15,0-1 3 0,-1 0-5 0,0 1-2 0,-1 0 6 0,0 0-2 16,-3 1 5-16,2-1-2 0,-1 1-1 0,-1 0-4 0,-1-1 0 0,-1-1-5 16,2 1 5-16,-1 1 5 0,-2-3 1 0,1-2 4 0,-1 1-1 15,0-1 78-15,-1-2-2 0,0-1 1 0,-1-1-6 0,0-1-82 16,-2-1 1-16,0 0-1 0,0-1 4 0,-9 11-8 0,2-2 2 0,0 0-4 0,0-1 6 16,0 0-2-16,1-2 0 0,-1 0 6 0,1-1-6 0,-1 1 6 15,2-2-6-15,0 0-1 0,0-1-1 0,0 2 8 0,2-4-8 0,-3 1 3 16,3 0-6-16,1-2-6 0,0 0 6 0,0 1-7 0,0 0 7 15,0-1-5-15,1 1-3 0,0-1-1 0,0 0-2 0,1 0-1 0,1-1-1 16,0-1-4-16,-1 1-1 0,1-1 2 0,-1 1 3 0,1-2-1 0,-1-1 5 16,-1 2 4-16,-1-3-4 0,0 2 9 0,-1-2-2 0,-1-1-5 15,-1 1 6-15,0-1-4 0,0 0 5 0,-2-1 0 0,-1 1 3 0,-1-1-1 16,0 2 79-16,-1-2 1 0,-1 1-78 0,0 1-1 0,0-1 3 0,0 2 4 16,-2 0 84-16,1 2-79 0,0-1-1 0,-1 1 3 0,1 2 6 15,-2 1 86-15,-1 0-158 0,0 2 6 0,0-1 1 0,-2 1 1 0,0 1 82 16,-1 0 0-16,0 1 1 0,-3-1-1 0,0 1 2 0,-1 0 1 15,-1 0-1-15,-1-1-2 0,-3 2-1 0,-1-1-4 0,-1-1-3 0,1 0 1 16,-2 2-6-16,-2-2-2 0,0 0-8 0,0 0-3 0,-2 1-4 0,0-1 0 16,0 0-1-16,-1 2 3 0,0-2-22 0,-1 1 2 0,-2-1 13 15,-16-12 9-15,-1 1 21 0,4 4 4 0,0 2-7 0,3 1-65 0,2 4 0 16,3 1 4-16,3 2 0 0,0 0 63 0,-1 0 2 0,1 0-1 0,-1-1-3 16,0 1 0-16,2 0-2 0,-3-1 0 0,2 0 2 0,0 1-2 15,-1 0-1-15,1 0 3 0,0 1-7 0,1 0-1 0,-2 1 0 0,2 0-5 16,1 1 3-16,-1-1 0 0,1 1-2 0,-1 0 2 0,1 1-8 15,-3 0 3-15,-19-6 3 0,4 3-21 0,7 3 1 0,8 4 0 0,0-1-5 16,-3 1 22-16,2 0 2 0,-2 0 0 0,1 0 1 0,2 1-3 16,-1 1 3-16,3-1 1 0,-1 1-1 0,1 0 0 0,1 0-3 0,-3-1 0 15,2 1 0-15,-2-1 4 0,0-1-6 0,2 1-1 0,1-2 3 0,1 1-4 16,-3-1 6-16,0 1 3 0,0 1-5 0,-2 0-3 0,3 2 3 0,-2 1-9 16,0 0-2-16,-2 1 6 0,2 0-4 0,0 0 8 0,-1 1 1 15,2 0-2-15,-1 1 2 0,1 0-3 0,-2 0 5 0,2 1-1 0,-1-1 2 16,1 1 4-16,-1 0-4 0,0-1 1 0,0 2-1 0,-1 0 2 0,3 0-3 15,1 0 3-15,1-1-2 0,1 0 0 0,-1 0 1 0,0 0-3 16,1 0 4-16,-1-1-5 0,0 0 2 0,-1-1 0 0,1 1-4 0,-1 0 2 16,1-1-3-16,-1 0 3 0,0 0-2 0,0 0 2 0,-2 1 2 15,2-1-1-15,0 1 4 0,1 0 0 0,-1 0 1 0,0 0-3 0,1 0 4 16,-1-1-4-16,0 1 4 0,-1-1-2 0,0 1 1 0,0-1 1 0,1 1 0 16,2-1 0-16,0 0 0 0,0 0 1 0,-1 0 2 0,2-1 0 15,-1 0-1-15,-2 0 1 0,3-1 0 0,-2 0 6 0,0 1-2 0,2-1 1 16,-3 0-1-16,0 0-2 0,1-1-2 0,-2 0-1 0,0 1 3 0,-2-1-5 15,0 1 5-15,0-1-1 0,-1 1-6 0,0-1 0 0,-2 1 2 16,-2 0 0-16,-1 1 0 0,0 1-3 0,1-1-2 0,-1 2-1 0,-1 0 1 16,1 2 0-16,-2 0-4 0,2 1 0 0,-1 1-1 0,-1 1-6 15,0 2 6-15,-2 1-4 0,2 2 5 0,-2 0-3 0,1 2-2 0,2 0 0 16,-1 2-6-16,0 0 1 0,1 2-2 0,0 1-5 0,2-1-3 0,3 0-9 16,2 2-14-16,0-2-34 0,1-2-41 0,2-1-53 0,2 0-60 15,2-1-21-15,1-1-50 0,1-3-39 0,1-2-9 0,2 0 19 0,0-3-217 16</inkml:trace>
  <inkml:trace contextRef="#ctx0" brushRef="#br0" timeOffset="119990.64">2661 16254 1768 0,'-8'0'648'0,"-1"-1"-517"0,-1-1-72 0,1-1-25 0,2-1-5 16,3 0 22-16,-1 0 37 0,0 0 3 0,1 0 1 0,-1 1-15 0,2 0-21 15,-1 0 0-15,0 0-4 0,0 1-15 0,1 0 11 0,-1 1-1 16,1 1 6-16,0-1-3 0,-1 2-15 0,1-1-2 0,-1 2-18 0,-1 1 0 16,1 0 4-16,-1 2-12 0,1 0 8 0,0 3-6 0,1 1 5 0,1 3-1 15,-2 1 2-15,1 1-8 0,2 3-3 0,1 3 2 0,1 1-4 16,2 3 7-16,0 2-11 0,1-1 0 0,3 1 18 0,2-2-11 0,1 1 7 16,3-2-5-16,0 1-18 0,0-2 9 0,4-2-2 0,3 0-3 15,-1-2-1-15,4-2 0 0,0-3 5 0,0 0 1 0,1-2 9 0,0-1-3 16,-2-2-6-16,0-1 2 0,0-2-4 0,-1-1 8 0,0-1-2 0,-1 0-6 15,0-3-5-15,-1-1-21 0,-1-2-27 0,-3-1-30 0,1 0-54 16,-2-1-64-16,-2-4-63 0,-1-1-93 0,-2-3-136 0,-1-3-99 0,-1-3 48 16,-3-5-121-16</inkml:trace>
  <inkml:trace contextRef="#ctx0" brushRef="#br0" timeOffset="120406.64">3099 16305 2038 0,'-5'13'351'0,"0"0"-266"0,1 1-65 0,4 0-25 0,2-3 2 0,3 1 17 15,0-1 8-15,0 1 25 0,-1 2 6 0,1 1-6 0,0 1 16 16,1-1-12-16,0 1-7 0,0 1-2 0,1 1-20 0,0 2-2 0,2 1-3 16,-1 1 0-16,2 2-12 0,1 0 2 0,-2 2 0 0,1 1-4 15,0 1 4-15,0 3-4 0,1 0-3 0,0 2 4 0,0 1-6 0,0 0-3 16,1 0 0-16,0 0-7 0,0-1 15 0,2 1-3 0,-9-17-20 0,2 4 18 15,1-1-8-15,0 4 0 0,-1-1 25 0,1 3-18 0,-3 0 3 16,0 2 13-16,-2-2-14 0,-1-1 26 0,-2-3 2 0,-2-1 11 0,-2-2 16 16,-3-3-5-16,-2-1 14 0,-1-1 6 0,-3-2 10 0,0-2 7 15,-4-4 6-15,-1-1-27 0,-3-1-8 0,1-3-37 0,-3-1-23 0,0-3 4 16,-2-1-12-16,-1-1 17 0,1-2-6 0,-1-1 9 0,1-1 14 0,-1-2-15 16,1-2 7-16,1 0-4 0,0-1-15 0,3-1 8 0,0-1-17 15,3-2-8-15,2 1 17 0,2-2-15 0,2 0 8 0,4 0 0 0,-3-20-6 16,7 5 11-16,7 5-3 0,3 6-1 0,1 1-9 0,3 1 4 0,0 0 10 15,2 1-8-15,0 1 3 0,3 1 5 0,1 1-8 0,2 2 5 16,-2 0-3-16,3 3 2 0,-2-1 4 0,0 2-6 0,1 1 1 0,0 1-3 16,0 1 10-16,-2 1 5 0,0 0-1 0,0 0-8 0,-1 1 7 0,-1 0-15 15,1-1-36-15,-2 1-23 0,-2 0-47 0,-1-1-46 0,-2 1-51 16,-1-1-89-16,-1-1-141 0,-1-1-118 0,-2-1 17 0,-3-3-147 0</inkml:trace>
  <inkml:trace contextRef="#ctx0" brushRef="#br0" timeOffset="121023.64">3934 16391 1964 0,'-8'8'892'0,"0"1"-778"16,-1 2-71-16,2-2-32 0,4-3-5 0,0 1 8 0,0 0 14 0,1-1 14 15,0 1 5-15,-1 0-12 0,0 1-24 0,1-1-2 16,0 0-11-16,0 0 2 0,1-2 2 0,-1 0-15 0,2 0 10 0,-1-1 1 0,1 0 7 16,-1 0 0-16,1 1-5 0,-1-1 8 0,1-1-8 0,-1 1-2 0,0 0 14 15,1 0-1-15,0-1 5 0,0 0 14 0,0 0-3 0,1 0 9 16,-1 1 2-16,1 0-16 0,0 0 0 0,0 0-16 0,0-1 5 0,1 2 0 15,2 1-11-15,1 1 5 0,1 0-7 0,1 1 2 0,1 1 8 0,0 1-14 16,2 0 1-16,0 1 5 0,-1 1-6 0,3-1 15 0,-1 2 0 16,1-1-1-16,-1 0 7 0,-2 1-8 0,0-1 13 0,0-1 8 0,0 1 4 15,0-1 2-15,0 0 0 0,-1-1-6 0,-1-2 8 0,0 0-4 16,0-1-9-16,0-1 8 0,0-2-8 0,-1 0 2 0,0 0-3 0,0-2-16 16,1 0 13-16,-1-1-13 0,1-1 8 0,0 0-1 0,0-1-13 0,0 0 12 15,1 0-12-15,-1 0-4 0,0 0 12 0,1 0-10 0,-1 0 6 16,1 0-2-16,0 1-14 0,1-1 16 0,-1 1-2 0,0 0-4 0,-1-1-2 15,-1 1-4-15,0-1 6 0,1 2-4 0,-1-1-1 0,-1 0-3 0,1 1-4 16,-1-2 10-16,0 0-5 0,1 0-5 0,-1-1 2 0,0 1-15 16,0-1 2-16,-1 0-9 0,1-1-22 0,0-1 1 0,-1 0-16 0,-1 0-16 15,0 0-11-15,-1-1-19 0,-1 0-21 0,-2-3-45 0,-1 0-43 0,-2 0-74 16,-1-2-114-16,-2 1-84 0,-1-4-23 0,-6 0-207 0</inkml:trace>
  <inkml:trace contextRef="#ctx0" brushRef="#br0" timeOffset="121207.64">4076 16398 1873 0,'-7'1'677'0,"-1"0"-462"0,0 0-86 0,0-2-39 0,2 0-13 15,1-1 11-15,1 2-5 0,1-1-8 0,0 1-12 0,1-1-34 0,1 0-13 16,-1 1-14-16,2-1-9 0,0 1 9 0,0-1-19 0,2 1-8 16,-1 0 1-16,1-1-6 0,1 1 17 0,0 0-1 0,0 1-8 0,1-1-12 15,-1 0-19-15,0 2-17 0,1-2-20 0,-2 3-34 0,1-1-29 0,-2 0-27 16,1 0-32-16,-2 0-32 0,0 0-51 0,0 1-55 0,0-1-29 15,-1-1 16-15,-1 1-176 0</inkml:trace>
  <inkml:trace contextRef="#ctx0" brushRef="#br0" timeOffset="121607.64">2853 15818 1944 0,'-17'3'962'0,"-1"0"-841"16,-3 0-67-16,6-2-14 0,5-1-4 0,3 1 23 0,1-2 10 0,2 2 3 15,2-1-8-15,-1 0-22 0,3 0-27 0,0 0-15 0,1-1 2 0,1 1-2 16,2-1 5-16,2 1 17 0,2-1-22 0,0 0 26 0,4 0 2 16,0-2-26-16,3 1 35 0,0 0-18 0,1 0 2 0,2-1 15 0,1 1-6 15,1-1 6-15,1 0 3 0,1 0 3 0,0 1-9 0,1-1-6 0,0 1 8 16,-1 1-9-16,2 0 3 0,-2 0-5 0,-1 1-12 0,0-1 4 16,-2 1-6-16,2 0 0 0,-1 0 4 0,-2 1-4 0,-1-1 6 0,-2 0-6 15,1 1-10-15,-3-2 0 0,1 1 0 0,-1 0 0 0,-3-1 0 0,2 2 0 16,-3-2 0-16,0 1 0 0,1 1 0 0,-3-2 0 0,-2 1-14 15,-1 1-22-15,-1-1-14 0,1 2-25 0,-3-2-14 0,1 1-17 0,-1 1-35 16,0-1-26-16,0 0-50 0,1 0-65 0,0-1-79 0,1 0-141 16,2-1-103-16,0 0 41 0,1 0-109 0</inkml:trace>
  <inkml:trace contextRef="#ctx0" brushRef="#br0" timeOffset="121957.64">4621 16383 3819 0,'-15'12'172'0,"4"-1"-106"0,-2 0-46 0,7-5-8 0,4-3-6 15,1-1-6-15,3 1 0 0,-1-1 0 0,2 1 0 0,0-1 0 0,-1-1 0 16,2 0 0-16,0-1 0 0,3 0 0 0,0 0 0 0,2-2 0 0,2 1 0 16,-1 0 0-16,3-1 0 0,0 1 0 0,-2-1 0 0,1 0 0 15,-1 0 0-15,1-1 0 0,2 1 0 0,-2 0 0 0,0 0 0 0,0 1 0 16,0 0-4-16,-1-1 8 0,0 2-4 0,0-1 0 0,2 1 0 16,-2 0 0-16,2-1 0 0,-1 1 0 0,1 0-16 0,2 0-10 0,-2-1-20 15,2 1-9-15,0 0-12 0,0-1-16 0,1 0-17 0,-1 1-39 0,-2 0-23 16,-1-1-32-16,0 0-32 0,0 0-39 0,-3 1-61 0,-1 0-64 15,-2 0-57-15,-2 0-2 0,-1 1 64 0,-3 1 117 0,-3 1-96 0</inkml:trace>
  <inkml:trace contextRef="#ctx0" brushRef="#br0" timeOffset="122157.64">4882 16525 961 0,'-6'9'419'0,"-2"0"-154"0,0 3-110 0,3-2-56 16,1-2-19-16,2-1 14 0,1 0 39 0,1-1 32 0,-1 2 14 16,-2-1-2-16,2 1-16 0,-1-1-22 0,1 0-7 0,0-1-19 0,0-1-17 15,1 1-10-15,0 0-5 0,1-1 3 0,1 0-12 0,1 0-13 0,1-1-1 16,0-1-18-16,1 1 3 0,2-2-4 0,1-1-15 0,1 0-5 15,3-2-7-15,0 0-20 0,0-1 6 0,2-2 10 0,1-1-8 0,1-1 6 16,0 0-12-16,1-2 2 0,1 0 4 0,0 1-13 0,2-1-15 0,-1 0 3 16,-1 0-9-16,0 1 3 0,-2 0 2 0,0 2-38 0,-1 0 0 15,0 1-23-15,1 2-27 0,0 1-26 0,-2 1-47 0,2 0-49 0,-2 1-64 16,0-2-95-16,1 1-113 0,-1-2-64 0,2 1-227 0</inkml:trace>
  <inkml:trace contextRef="#ctx0" brushRef="#br0" timeOffset="123140.64">5630 15385 2328 0,'-16'3'158'0,"0"0"-67"0,-2-1-38 15,4-2-5-15,4-2 11 0,1 0 12 0,1-2-1 0,2 0-5 0,1-1-14 16,0-1-11-16,2 1-6 0,1-1-6 0,0 1-2 0,2-1-6 15,1-1 1-15,1 1 7 0,1 0-3 0,1 0 1 0,1 0-1 0,2 0-2 16,2 1-3-16,2-1 5 0,2 1-8 0,1 0-6 0,2 0 1 16,3 1-3-16,1-1-1 0,2 2-12 0,2 0 0 0,0 1-1 0,2 2 1 15,-2 0 4-15,1 1 0 0,3 2 0 0,-2-1 0 0,2 2-3 0,-3 1 3 16,-2 0 1-16,-1 0-1 0,-2 0 9 0,-1 1-5 0,-3 1 2 16,-2 1-1-16,-3 1-3 0,1-1 3 0,-3 2 3 0,-1 0-3 0,-1-1 4 15,-2 3-11-15,-1-1 2 0,0 2 6 0,-2 0-2 0,-2 1-3 0,-2 1 3 16,-1 1-4-16,-1 1-2 0,-1 1 4 0,-1 1-7 0,-1-1-3 15,0-1 3-15,0 1-3 0,0-1 1 0,-1-1 2 0,1-2-3 0,-1 1-3 16,1-1 4-16,1-1 0 0,1-3 7 0,0 1 2 0,0-2-2 0,2-1-2 16,-1-2 2-16,1 0 4 0,1-2 5 0,0-1 3 0,2-1 3 15,0-1 0-15,0-1 1 0,1 0-3 0,0 0 0 0,2 0-4 0,-2-1 2 16,1 2 0-16,2-2 0 0,0 0 0 0,0 0-3 0,0 0-5 16,-1 0-8-16,1 2-3 0,0-1 8 0,0 0 6 0,1 1 0 0,0 0-3 15,-2 2-3-15,1 1-3 0,-1 0 3 0,1 2-2 0,-2 0-2 0,0 3-2 16,-1 2 3-16,-1 1-5 0,0 2-8 0,-1-2 8 0,-1 3-1 15,0 1 11-15,-1 1 7 0,0 1-16 0,-1 1 3 0,0 2-9 0,-2 0 6 16,1 0 3-16,-2 1 1 0,2-2 3 0,1 0-6 0,-1 2-5 0,-1-1 11 16,0-1-15-16,0 0-12 0,2-3-7 0,0 2-33 0,0-1-8 15,0-3-35-15,1-1-53 0,0-3-71 0,1-1-106 0,0-3-117 0,0-1-105 16,1-1 9-16,-1-4-63 0</inkml:trace>
  <inkml:trace contextRef="#ctx0" brushRef="#br0" timeOffset="123340.64">6064 15817 2690 0,'2'1'378'0,"0"1"-250"0,3 0-60 15,4-1-49-15,2 0 26 0,6-1 2 0,2-1-18 0,2 0 10 0,2-1-10 16,-2 1-14-16,2 0 13 0,0 0-6 0,0-1-18 0,2 0 1 16,-1 1-5-16,-1-1 4 0,0 0-4 0,-1 1-8 0,-2-1 8 0,1 0-20 15,-1 1-17-15,0-2-13 0,1 0-32 0,-3-1-11 0,0 1-22 0,0-2-22 16,-2 0-7-16,-1-2-24 0,0-2-11 0,-1-1-38 0,0-2-51 15,-1-1-60-15,1-1-45 0,-1-3 11 0,0-4 41 0,-2 0-169 0</inkml:trace>
  <inkml:trace contextRef="#ctx0" brushRef="#br0" timeOffset="123557.64">6497 15212 2989 0,'-12'6'205'0,"2"1"-109"0,-2 1-38 0,5-1-14 0,4-2 10 0,1 2-6 16,2 1-1-16,0 1-12 0,0 3-7 0,2 0-7 0,0 1-8 0,1 3-5 16,0 2-7-16,0 0 3 0,1 4-8 0,1 1 6 0,0 1 2 15,1 4-11-15,-2 2 7 0,0 2-12 0,-1 1 1 0,0 1 5 16,2-1-12-16,-1 4-1 0,-1-2-13 0,1 1-18 0,1 0-5 0,0-3-22 16,1 0-11-16,1-2-12 0,0-3-30 0,1-1-30 0,0-3-32 0,2-3-29 15,0-3-21-15,1-2-33 0,2-2-53 0,1-4-35 0,1-2-4 0,2-4 52 16,1-3-139-16</inkml:trace>
  <inkml:trace contextRef="#ctx0" brushRef="#br0" timeOffset="123956.64">7174 15069 2701 0,'-5'9'317'16,"1"2"-235"-16,0 2-51 0,3 1-31 0,2 1-5 0,3 1 1 0,2 1-8 16,0 1 7-16,2 1 7 0,0 1-2 0,-1 1 5 0,2 1-9 15,0 1-6-15,0-3-2 0,1 0 0 0,1-1-9 0,1-3-2 0,-1 0-7 16,1-2-3-16,-2-1-4 0,0-1-5 0,0-3-2 0,0-1-1 16,-1-1 11-16,0-2 6 0,-2 0 7 0,-2-3 11 0,0-1 3 0,-1 0 15 15,-1-2 2-15,-1 0 11 0,-1-1 14 0,0-1-4 0,1-1 4 0,-1-2 2 16,1 0-4-16,-1-1 6 0,0-1-3 0,1-1 0 0,-1 0-1 15,0-1-4-15,0 0-3 0,1 0 0 0,-1-2 0 0,1 2 3 0,-1-1 3 16,1-1-7-16,0 2-9 0,-1-1-13 0,1 2 2 0,0 0 2 0,0 1-5 16,1 1 3-16,0 3-3 0,0 1-6 0,-1 3 2 0,-1-1 9 15,-1 2-2-15,1 1 9 0,-1 2 1 0,0 2-3 0,1 2-3 0,0 2-7 16,0 1 3-16,0 4-18 0,1 3 7 0,0 1 2 0,-1 1-5 16,1 2 11-16,1-1-2 0,0 2-2 0,0 3 3 0,2-2-3 0,-1 3-7 15,1-3 3-15,0 0 1 0,1-2-10 0,1-3-3 0,0-1-36 0,-1-2-32 16,1-1-39-16,2-1-56 0,-1-3-64 0,0-1-98 0,1-2-116 15,-1-2-98-15,-1-1 23 0,2-4-76 0</inkml:trace>
  <inkml:trace contextRef="#ctx0" brushRef="#br0" timeOffset="124140.64">7824 15373 2854 0,'-5'6'260'0,"1"1"-167"0,0 3-52 0,3-1-22 15,2-1-3-15,0 0-3 0,3 1-4 0,-2 2-13 0,2 1 2 0,0 0-1 16,0-1-1-16,0 1 1 0,-1 2-22 0,0-2-23 0,1 1-21 0,0-1-29 16,1-2-14-16,0 1-16 0,0-1-27 0,0 0-22 0,0-2-56 15,0 0-71-15,2-3-75 0,-2-2-41 0,1-1 35 0,-1-1 76 0,1-3-58 16</inkml:trace>
  <inkml:trace contextRef="#ctx0" brushRef="#br0" timeOffset="124392.64">8157 14995 2327 0,'-3'2'303'0,"-1"1"-152"0,0 1-61 0,1-1-26 15,1 1 1-15,2-1 0 0,0 2-18 0,2 1-16 0,0-1-8 0,0 2-9 16,1 0-7-16,0 0 2 0,1 1-5 0,0 1-8 0,0 1 1 16,1 1 3-16,1 1-8 0,1-1 3 0,0 3-2 0,1 1-5 0,-1 1 10 15,1-1-10-15,1-1 14 0,1 2-2 0,-1 0-6 0,-1 0 13 0,1 1-8 16,-1-1 1-16,0 2 3 0,0-3-1 0,-1 3-2 0,-1-1 5 15,1-2-3-15,-1-1 1 0,0 1-1 0,0-1-4 0,-2-1 13 0,0-2-8 16,0 1 3-16,-1-2 1 0,0 0-7 0,-1-1 5 0,-1-2-1 0,-1 0 3 16,0-2 0-16,-2 0-16 0,-1 1-11 0,-2-2-18 0,-1 0-20 15,-2-2-1-15,-4-1-16 0,-3 0-21 0,-2 0-44 0,-2-2-51 0,-4-1-70 16,-3-1-88-16,-1 0-110 0,-3-1-48 0,-1-3-197 0</inkml:trace>
  <inkml:trace contextRef="#ctx0" brushRef="#br0" timeOffset="124623.64">8057 14873 1116 0,'3'1'145'16,"1"0"-58"-16,3 0-21 0,1-2 12 0,0 0 31 0,3-2 24 0,0-1 5 16,0 1 8-16,2-2-2 0,-2 1-5 0,1 0-7 0,0 0 0 15,-1 1-16-15,0 0-13 0,-1 0-9 0,0 2-12 0,0 0-6 0,0 0-4 16,0 1-9-16,-1 1-10 0,0 0-10 0,-1 1-7 0,0 0-13 15,1 0-14-15,0-1 2 0,1 1-13 0,0 0 2 0,0-1-1 0,0 0-16 16,1-1-1-16,0-1-18 0,1 1-26 0,1 0-19 0,0-2-35 0,0 0-28 16,1-1-32-16,0 0-48 0,1-1-49 0,1 0-71 0,1 0-63 15,1 1-12-15,0-2 45 0,3 2-132 0</inkml:trace>
  <inkml:trace contextRef="#ctx0" brushRef="#br0" timeOffset="124873.63">8783 15107 2714 0,'-4'4'419'0,"2"-1"-308"16,1 1-38-16,2-2-27 0,3-1-3 0,2 0-15 0,2-2-8 15,2 1-9-15,1-1-2 0,3-2-5 0,1 1-4 0,1-1 2 0,0 0-10 16,0-1-16-16,0-1-25 0,1 1-24 0,-1 0-18 0,2 0-2 0,0 0 0 15,0 0-4-15,0 0-6 0,-1 1-17 0,-1-1-27 0,-2-1-20 16,1 1-11-16,0-2 7 0,0 1 9 0,-3-1 18 0,0-1-1 0,0 0 4 16,0 0-7-16,-1-2-23 0,0 1-18 0,-1-1-6 0,0-3-4 15,0-2 17-15,0-5-133 0</inkml:trace>
  <inkml:trace contextRef="#ctx0" brushRef="#br0" timeOffset="125074.63">9045 14761 3219 0,'-6'6'118'0,"2"1"-51"0,1 2-34 15,3-1-3-15,3 1-8 0,2-1-11 0,1 3-11 0,1 2 2 0,0 0 3 16,1 3-7-16,0 0 2 0,0 1-1 0,0 1-11 0,0 0 0 0,1 0-11 16,-1 2-15-16,-1 1-20 0,0-1-18 0,0 1-13 0,-1 0-13 15,1 1-13-15,-2 0-25 0,0-2-26 0,0 0-33 0,0 0-34 0,0-3-35 16,-1-3-24-16,0-1-13 0,0-2 6 0,1-2 34 0,-1 0 32 15,1-3 56-15,1-3-144 0</inkml:trace>
  <inkml:trace contextRef="#ctx0" brushRef="#br0" timeOffset="125357.63">9622 14731 2536 0,'-5'4'242'0,"2"0"-142"0,-1 0-40 0,3 0-16 16,2 0-2-16,2 0-13 0,1 1-3 0,1 0-12 0,1 1-6 0,1 1 6 16,1 0-12-16,0 2 9 0,1-1-3 0,-1 1-2 0,1 0 1 15,0 1-7-15,0 1-4 0,0 0 4 0,-1 2 0 0,1-2 0 0,-1 2 0 16,1 1 2-16,-1 0-9 0,-1-2 3 0,2 1 4 0,-2 0 2 0,0 0-2 16,-1 0 7-16,0-1-5 0,-2 1 5 0,1-1 10 0,-1 0 1 15,-1-1 5-15,0 0 0 0,-2 1-2 0,0-1-1 0,-1 0-6 0,-1-2-6 16,0 1-3-16,-1-1-1 0,-1 0-6 0,0 0 5 0,-2 0-15 0,-1 0-13 15,0-2-9-15,-3 1-12 0,-1-2-3 0,0-1-11 0,-2 1-7 16,1-2-20-16,1 0-19 0,-2-2-47 0,1 0-73 0,0-3-107 0,-2 0-115 16,-1-2-85-16,-3-1-282 0</inkml:trace>
  <inkml:trace contextRef="#ctx0" brushRef="#br0" timeOffset="125557.63">9631 14600 2154 0,'0'0'793'0,"1"2"-653"0,2 0-56 0,1 1-41 16,2-1-13-16,3 0-9 0,3 1-14 0,0 0-7 0,3 1 2 0,1-1 2 16,0 1-6-16,0 0-9 0,1-1-8 0,1 0-33 0,-1 0-21 0,1 0-31 15,0 0-20-15,0-1-4 0,-1 1-10 0,0-1-4 0,0 0-9 16,-1 0-2-16,0 0 0 0,0 0-7 0,-2 0-3 0,0 1-11 0,0-2 3 16,-1 1 10-16,1 0 8 0,-2-1 11 0,-1 0-9 0,0-1-10 0,0-1 8 15,0 1-191-15</inkml:trace>
  <inkml:trace contextRef="#ctx0" brushRef="#br0" timeOffset="125774.63">10182 15011 3018 0,'3'3'125'0,"0"2"-42"15,2 0-31-15,1-1-13 0,2-1-4 0,0 0-26 0,3 0-2 0,2 0-11 16,-1-2-1-16,1 1-1 0,-1 0-4 0,1-1-7 0,-2 0-17 0,0-1-21 15,-1 1-12-15,0-1 2 0,-3 0 13 0,3-1 12 0,0 0 16 16,0-1 4-16,0 0-1 0,0-2 6 0,0 0-12 0,1-2-8 0,1-1-5 16,2-1-3-16,0-1 10 0,-1 0 8 0,2-1 4 0,0-3-8 0,0 0-13 15,-2-3-19-15,2 1-21 0,0-3-29 0,0-2-29 0,0-2-52 16,0 1-72-16,1-4-87 0,-1 1-58 0,0-3 32 0,-2-2-139 0</inkml:trace>
  <inkml:trace contextRef="#ctx0" brushRef="#br0" timeOffset="125974.63">10497 14578 2760 0,'-6'7'183'0,"0"1"-65"15,-2 1-32-15,2 1-28 0,2-1-5 0,1 0-21 0,1 1-15 16,0 1-12-16,1 0-1 0,-1 1 1 0,0 1 0 0,0 3 10 0,-1 2-6 16,1-1-4-16,0 1-8 0,0 2 4 0,1 0-2 0,-1 3-5 15,1 2 8-15,1 0-11 0,0 3 2 0,1-1 0 0,0-1-1 0,1 1-4 16,1-2-10-16,0 2-19 0,1-3-23 0,1 1-23 0,-2-1-28 0,2-4-44 15,-1 0-36-15,0-1-52 0,1-4-59 0,0-1-55 0,1-1-62 0,0 0-14 16,2-2 29-16,1-1 28 0</inkml:trace>
  <inkml:trace contextRef="#ctx0" brushRef="#br0" timeOffset="126290.63">11048 14559 1939 0,'-1'-6'257'0,"0"0"-67"0,-1 0-11 0,1 1-32 0,-1 2-25 0,1 1-36 15,-1 2-30-15,0 2-19 0,-1 2-26 0,-1 1-3 0,0 1-3 0,-2 0 4 16,-1 1-4-16,0 1-8 0,-2 5 8 0,0 3-7 0,-1 4 4 16,0 4 3-16,0 4-8 0,0 3 4 0,-2 2 1 0,0 3-5 0,0 1 1 15,1 4 2-15,1 1 0 0,2-1-2 0,0 1 7 0,2-4 4 16,1 1 7-16,2-2 1 0,2-2 2 0,1-2-10 0,1-3 15 0,2-1-4 16,1-4-8-16,2-1 13 0,2-3-15 0,0-4 5 0,2-1 2 0,3-2-8 15,0-3-2-15,0-1 6 0,1-5 1 0,-1-1 4 0,0-3 0 16,1-1-5-16,-1-3-10 0,-1 0 1 0,0-1-2 0,-2-2-2 0,0-1 2 15,0-2-1-15,0-1 1 0,-2 1 4 0,0-2 8 0,-1 1-10 0,-1 0 3 16,-2-1-5-16,-2 0 7 0,-2 0 11 0,-1 1-3 0,-1-1 1 16,-2 0-5-16,-1 2-15 0,-1 0-2 0,-1 0 6 0,0 1-11 0,1 1 2 15,-2 1-17-15,-1 0-4 0,-1 1-19 0,-1 2-9 0,-1 0-11 16,-1 1-25-16,-1 2 3 0,-1 0-27 0,-1 1-17 0,1 0-38 0,-2 0-77 16,1 1-112-16,1 1-155 0,2 0-53 0,0 0-147 0</inkml:trace>
  <inkml:trace contextRef="#ctx0" brushRef="#br0" timeOffset="126493.63">11374 15037 3010 0,'7'5'223'0,"0"1"-139"16,4 1-6-16,2 1-17 0,0-3-10 0,2 1-21 0,2-1-15 0,2-1-13 15,1 0-6-15,-2-2-9 0,2 1-11 0,-1-2-11 0,-2 0-33 16,-1-1-25-16,-1-1-14 0,-2 0-9 0,0 0 15 0,-1-1 11 0,0 1 13 15,-1 0 12-15,-1-1 7 0,-1 1 4 0,-1-2-15 0,1-2-20 0,-1 1-16 16,0-2-20-16,0 0-8 0,0-2 3 0,0-1-7 0,-2-1-13 16,1-1-35-16,0-2-55 0,-1-1-41 0,0-1-6 0,-1-6 35 0,1-2-127 15</inkml:trace>
  <inkml:trace contextRef="#ctx0" brushRef="#br0" timeOffset="126707.63">11480 14725 3061 0,'-5'7'192'0,"1"1"-72"0,-1 2-19 16,2 0-21-16,3 1-22 0,0-1-28 0,1 2-15 0,2 1-6 0,0 0-7 15,0 3 2-15,0 1 0 0,0 1-8 0,0 2 4 0,0 2-4 0,1-1-5 16,-1 1-1-16,1 1-9 0,-2 1-3 0,3 2-16 0,-1 0-14 16,2 3-12-16,0-1-15 0,0 0 2 0,1-1-2 0,1-1 2 15,0-1-14-15,1-3-8 0,1 0-24 0,1-3-13 0,-1-2-26 0,1-3-35 16,0-2-41-16,1-1-61 0,2-4-52 0,2-3-35 0,1-3 11 0,1-5-158 15</inkml:trace>
  <inkml:trace contextRef="#ctx0" brushRef="#br0" timeOffset="126991.63">11932 14562 1521 0,'1'0'1245'0,"1"1"-1091"16,1 0-26-16,1 0-40 0,1-1-8 0,1 1-45 0,2-1-21 0,1 1-5 15,1 1-18-15,0 0 16 0,1 0-14 0,0 2 18 0,0 0 7 16,0 1-9-16,-1 1-2 0,-2 0-16 0,1 2 0 0,0 0 6 0,0 1 6 16,0 0-5-16,-1 3 4 0,1-1-4 0,-1 1 4 0,-1 1 7 0,1-1 2 15,0 2 3-15,-1 1 1 0,1 0 3 0,0-2 4 0,-1 3 1 0,-1 0 5 16,2 1-4-16,-1 0 3 0,0 3-6 0,-1 0 4 0,0 0-4 16,-1 2-6-16,-1-1 0 0,0 0-6 0,0 1 4 0,0 1-11 0,-1-1-4 15,1 1 2-15,-1 0-5 0,0 2 10 0,0 0 1 0,0 0-10 0,1 1 2 16,-1-3-5-16,1 1-1 0,0-1 1 0,1-2-12 0,-1 2-7 15,-1-1-41-15,0-2-11 0,0 1-2 0,0-3-14 0,0-3 4 0,-1-1-33 16,-1-3-56-16,-1-2-53 0,0-2-57 0,-4-5-66 0,-1-2-87 16,-2-3-39-16,-2-4 33 0,-1-5-32 0</inkml:trace>
  <inkml:trace contextRef="#ctx0" brushRef="#br0" timeOffset="127123.63">11910 15000 2763 0,'2'1'170'0,"2"1"-43"15,2-1-33-15,2 0-24 0,3 0-29 0,2-1-21 0,2 0-20 0,1 0 0 16,3-1-4-16,2 0-10 0,-2-1-18 0,1 1-39 0,-1 0-33 16,-1-1-58-16,-1 1-51 0,1-2-51 0,-2 1-61 0,0 0-86 0,-1 0-59 15,-1-1 18-15,-1-2-145 0</inkml:trace>
  <inkml:trace contextRef="#ctx0" brushRef="#br0" timeOffset="127540.63">6448 16726 2752 0,'26'2'163'0,"4"1"-99"0,15-2-31 15,5-2 1-15,3-2 23 0,7-1 20 0,8-2-8 0,5-1-19 0,4-1-12 16,7-1-23-16,3-1-3 0,3 0-3 0,5-1-14 0,2 1 12 16,4-1-3-16,6-1-8 0,2-1 19 0,1 0-12 0,4-2-10 0,2 2 5 15,2-2-7-15,4 0 6 0,1-1 12 0,2 1-11 0,3-3 11 0,0 0-2 16,4-1 22-16,0-1 12 0,0-1-15 0,2-1 9 0,0 2-5 15,0 0-2-15,2 0 11 0,-3 2-26 0,1-2-5 0,1 0-3 0,-3 3-1 16,-1-1 23-16,-2 0-24 0,-4 2 7 0,-1-2-14 0,-5 1-2 16,-2 1 20-16,-2 2-14 0,-6-1-2 0,-4 0-2 0,-1 2-2 0,-8 1 16 15,-3 1-1-15,-4 1-13 0,-6 0-9 0,-4 1-13 0,-6 2-10 0,-7-1-2 16,-4 3-25-16,-6 2-31 0,-7-2-24 0,-6 2-45 0,-8 0-34 16,-5 0-59-16,-5 2-59 0,-3-1-83 0,-4 0-115 0,-3 1-29 0,-4 0-163 15</inkml:trace>
  <inkml:trace contextRef="#ctx0" brushRef="#br0" timeOffset="127993.63">11100 16617 3689 0,'-7'18'185'0,"-1"-1"-113"0,-3 8-31 0,1-3-19 0,0-1-12 0,1 1-2 16,2-2-12-16,1-1-14 0,1 0-10 0,1-2-11 0,0-1 16 0,-1 1-7 16,-1 1-14-16,0-1-34 0,-2 0-13 0,-1 1-12 0,0-1-10 15,0-1 1-15,-1 1-6 0,1 0 16 0,1-2 24 0,0-2 37 0,2 0 20 16,1-3 13-16,1-2-1 0,3-1-16 0,1-2-2 0,1-3-10 16,2 0 5-16,1-3 13 0,1 0 14 0,1-2 22 0,2 1 27 0,-1-1 8 15,1 0 13-15,1-1 0 0,2 1-2 0,-1-1 0 0,2 0-12 0,-1 1-8 16,1-1-9-16,1 0-10 0,0 0-1 0,1 0-3 0,-1 1-18 15,1 1 9-15,0 1-13 0,0 0-2 0,-1 0 14 0,1 0-5 0,0 1-1 16,1 2-3-16,0 0-8 0,-2 1 2 0,1 1 10 0,0 0-25 0,1 0 13 16,-2 1 0-16,3 1-4 0,-2 0 23 0,0 3-15 0,-1-2 5 15,1 1-1-15,-8-3 12 0,2 2 4 0,0-1-16 0,1 3 12 0,0 0-11 16,0 2 9-16,0 0 4 0,2 0-15 0,-2 1 0 0,0 1 3 16,-1 0 1-16,-1 0 12 0,-1-2-4 0,-1 2 8 0,-1 0-5 0,0 0-10 15,-2 0 25-15,-2-2-6 0,0 2 1 0,-3 0-1 0,0 0-17 0,-2-1 7 16,-1 2-7-16,0 0-3 0,-2-1-2 0,-1 0-4 0,-1-1 2 15,-1 0 0-15,-1 0-9 0,1 0-12 0,-2-2-2 0,0-1-9 0,0-1 1 16,-1 1-19-16,1-2-4 0,0-2-8 0,0-1-26 0,-1-2-8 0,1-2-61 16,-1-1-64-16,0-2-118 0,-1-3-179 0,0-4-78 0,-3-4 23 15,0-4-50-15</inkml:trace>
  <inkml:trace contextRef="#ctx0" brushRef="#br0" timeOffset="128174.63">11024 16635 3446 0,'4'2'110'0,"1"0"-26"0,3 1-20 16,3-1-6-16,3-1-7 0,3-2-20 0,6 0-19 0,2-2-8 15,3 1-2-15,1-1-10 0,-2-1 6 0,2 0-6 0,-2-2-15 0,0 0-15 16,-1-1-14-16,-1-1-15 0,0 2-32 0,-3-1-34 0,0 1-48 16,-2 1-34-16,0-1-27 0,-1 1-32 0,0 0-40 0,0 0-71 0,1-1-78 15,0 0-26-15,-1 0-171 0</inkml:trace>
  <inkml:trace contextRef="#ctx0" brushRef="#br0" timeOffset="128623.63">13081 15482 3404 0,'-1'8'131'0,"0"0"-45"16,2 2 7-16,0-1-20 0,3-1-27 0,2-1-25 0,3 0-15 15,1 0-16-15,3 1 8 0,2 0 10 0,-1 0-16 0,3-1 20 0,-1 2-8 16,1 0-2-16,-1-2 6 0,2 0-10 0,0 0 6 0,1 1-10 16,0 0 6-16,2-1 2 0,-1 0 0 0,2 1 3 0,1-1-7 0,0 0-1 15,2 0 1-15,-2-1-16 0,2-1-7 0,0-1-12 0,-2 0-14 0,1-1-7 16,0-2-8-16,0-1-5 0,2 0-3 0,-1-1-3 0,0 2-4 15,0-2-16-15,0 1-17 0,0-1-13 0,-1-1-17 0,1 0 3 0,-1 0-8 16,0-2-4-16,1-1 4 0,-2 0-8 0,0 0 10 0,-1 0 21 0,-4 0 5 16,-2-1 19-16,-4 1 6 0,-3 1 2 0,-3 0 10 0,-5 1-1 15,-2 1 15-15,-2-1 19 0,-5 2 18 0,-2 1 25 0,-3 1 12 0,0 0 3 16,-3 1 5-16,-4 1-5 0,-2 1-1 0,-2 2 3 0,0 2 5 16,-1 1 20-16,3 3 31 0,1 1 33 0,1 0 30 0,3 2 13 0,0-1 2 15,3 2-5-15,3 0 1 0,2-1-2 0,3-1-2 0,1-1-17 0,2-1-14 16,4 0-3-16,0-1 4 0,5-1 0 0,0 1-6 0,2-1-11 15,5 0-19-15,0 0-10 0,4 0-10 0,1-2-26 0,4 1-19 0,2-2-4 16,1-1-16-16,3-2 2 0,0-1-23 0,2-2-43 0,-1-2-47 0,2 0-48 16,-1-3-55-16,4-2-68 0,-2-4-90 0,3-4-104 0,-1-5-15 15,1-6-146-15</inkml:trace>
  <inkml:trace contextRef="#ctx0" brushRef="#br0" timeOffset="130941.62">14099 15079 647 0,'-1'2'245'16,"1"1"-114"-16,-1 0-5 0,1 0 5 0,0 0-11 0,1 0-31 15,-1-1-35-15,0 0-7 0,0 0-2 0,1 0 3 0,-1-1 0 0,1 1-2 16,-1 0-2-16,0 0-5 0,0-1-7 0,0 0-6 0,1 1 0 16,-2 0 3-16,1 0 10 0,0-1 6 0,0 1-2 0,-1 1 9 0,1 1-7 15,-2 0-1-15,1 1 9 0,0 0-8 0,-1 1 9 0,1 1 3 0,-1 1-5 16,-1 1 4-16,1 0-13 0,0 1 4 0,0 1 4 0,0 1 3 15,1 1 7-15,-1 0-13 0,1 1-7 0,-1-1-19 0,1 2 1 0,0-2-1 16,1 1-6-16,1 0 3 0,1-2-6 0,1-1 1 0,2-2 7 0,0 1-6 16,2-2 3-16,1 0-6 0,2-1-7 0,0-1 7 0,2-1-1 15,1 0-4-15,1-1 9 0,0 0-6 0,0 0-3 0,2-3 5 0,1 2-3 16,0 0 5-16,-2 0-1 0,0 1 5 0,-1 0-10 0,0 0 8 16,-2 1 4-16,-1 0-4 0,0 0 8 0,-1 1-10 0,-1 0 2 0,-1 1-1 15,-2-2-3-15,0 3 3 0,0 0-2 0,-1 1 1 0,1 1-3 0,-1-1 4 16,0 0-4-16,-1 0 0 0,1 1-4 0,-1 0-7 0,0-1 2 15,0 0 2-15,0 1 3 0,-1-1 2 0,2-2 3 0,-1 2-3 0,1-2-2 16,-1 0 1-16,-1 0 10 0,0-1-1 0,-1 1 7 0,0-1-1 0,-2 0-16 16,0 0 8-16,-1 0-1 0,-1 1 1 0,-2 1 9 0,0 0-16 15,-2 1-2-15,-1 0 1 0,-1 0-18 0,-2-1 7 0,-1 2-4 0,-1 0-11 16,0-1 2-16,-2-1-13 0,1 0 4 0,0-2-4 0,-1 0-5 16,0 0 0-16,0-2-15 0,0-1-14 0,0-1-17 0,-1 0-14 0,2-2-13 15,-1-2-11-15,-1-1-19 0,0-1-26 0,1-1-42 0,0-1-42 0,-1-2-53 16,-1-4-66-16,0-2-40 0,1-4 1 0,-1-2-168 0</inkml:trace>
  <inkml:trace contextRef="#ctx0" brushRef="#br0" timeOffset="131107.62">13977 15262 1009 0,'1'-1'281'16,"2"0"-32"-16,0 1-7 0,1-2-13 0,1 1-53 0,2-2-49 0,2 0-33 15,4-1-10-15,2 0-1 0,2-1-8 0,1 1-10 0,2-1-11 0,2-1-14 16,1 1-12-16,2-1-2 0,2 0-9 0,2 1-17 0,0 0-5 15,3 0 0-15,-1 0 0 0,-1 0 5 0,0 0-15 0,-1 1-28 0,-2-1-34 16,0 2-54-16,-2-1-58 0,-2 1-88 0,-1 1-95 0,-1 0-89 0,-3 2 9 16,0 0 56-16,-1 3 6 0</inkml:trace>
  <inkml:trace contextRef="#ctx0" brushRef="#br0" timeOffset="131324.62">14831 15562 2925 0,'-5'13'156'0,"0"0"-44"0,1 2 11 0,1-1-13 16,1-2-29-16,3 0-42 0,0 2-28 0,2-2-5 0,1 2-8 15,1 0 6-15,1 0 5 0,0 1-3 0,0 2-1 0,-1-1-10 0,0 1 3 16,1-2 6-16,-1 0-4 0,0 0 15 0,0 0-17 0,-1-1 7 16,1 2-14-16,-1 0-19 0,-1 0 4 0,1-2-28 0,-1 2-18 0,-1 0-17 15,0 0-24-15,-2 0-8 0,0 1-16 0,-1-1-37 0,-1 0-47 0,-1-1-46 16,-2-1-43-16,0 0-44 0,-1 0-16 0,-1-2 13 0,1 0 37 15,-1-1 58-15,0 0-40 0</inkml:trace>
  <inkml:trace contextRef="#ctx0" brushRef="#br0" timeOffset="131574.62">15284 14914 1939 0,'2'4'1204'16,"-1"0"-1078"-16,2 2-16 0,-1-1 3 0,1 1-21 0,1 2-47 15,1 2-32-15,2 1-15 0,2 3-4 0,0 0 10 0,1 3 0 0,0 2-2 16,2 2 3-16,0 4-7 0,1 3 8 0,0 1-4 0,1 3-4 16,0 1 4-16,-1 3-8 0,1 2-3 0,-1 1 1 0,1 2-12 0,0-1-7 15,0 2-19-15,-2 2-34 0,2 1-26 0,-1-2-51 0,0-1-53 0,0 0-91 16,-2-2-184-16,0-1-221 0,0 0-350 0</inkml:trace>
  <inkml:trace contextRef="#ctx0" brushRef="#br0" timeOffset="140858.4">16452 13873 2539 0,'-10'5'157'16,"-1"2"-54"-16,-3 2-11 0,1 1-24 0,2 2-45 0,1 2-21 0,2 4-12 15,4 3-4-15,-1 7 11 0,2 3-4 0,2 7 4 0,0 2-1 0,2 6 6 16,1 5 0-16,1 4-2 0,1 5 3 0,1 3-3 0,3 4 2 15,2 4 3-15,2 6-9 0,3 3 1 0,0 4 0 0,3 6 3 0,3 3 0 16,3 6-12-16,3 4 10 0,2 3-3 0,0 6 0 0,2 3 19 0,-2 6-4 16,2 2 10-16,-1 3 13 0,1 5 18 0,-1 1 29 0,1 2 1 15,-1 2 14-15,-1-2 2 0,-1 2-9 0,1 0 5 0,-16-67-6 0,6 18-24 16,-2 0-15-16,3 17-6 0,-1 2-1 0,-8-45 2 0,1 8 10 0,1 1-2 16,0 9 29-16,1 8-78 0,2 9-2 0,0 0 0 0,-1 8 0 15,0-1 0-15,2 8-155 0,-2 9-226 0,0 0 381 0,0-7 0 0,-1-2 0 0,-1-9 0 0,0 1 0 0,-3-9 0 16,0-9 0-16,-1-8 0 0,-2-66 0 0,-1-11 0 0,-1 0 0 0,-2 0 0 0,0 0 0 0,0 0 0 0,-2 0 0 0,-1 0 0 0</inkml:trace>
  <inkml:trace contextRef="#ctx0" brushRef="#br0" timeOffset="141291.4">16357 14015 3305 0,'-5'-1'52'0,"3"2"-45"0,0-2-12 15,6 0-10-15,6 1-15 0,7-1-10 0,10 2-4 0,8 1 12 0,9 1 7 16,4 1 11-16,7 0 5 0,4 0 8 0,6 0 1 0,5 0 0 0,6-1 8 16,6 0-2-16,5 0 2 0,6-1-2 0,6 1-3 0,4-1-3 15,7 0-5-15,2 0 10 0,5-1 4 0,3 1 0 0,3 1 9 0,5-1-6 16,3 1-1-16,6-1 5 0,5-1 0 0,3 1-2 0,6-1 9 0,2 0 3 16,6 0 1-16,4-1 7 0,4 1-6 0,4 0-10 0,5-1 2 15,4 1 2-15,5-3 8 0,2-2 1 0,5 0 5 0,5-2-8 0,2-2-4 16,4 0 16-16,4-2-8 0,3-3 3 0,1 0 13 0,2-3-4 15,0-2 20-15,3-2 9 0,3 1-28 0,2-3 5 0,3 0-18 0,1-1-32 16,-3-3 0-16,5 0 0 0,-2-3 0 0,-1 1 0 0,0 0 0 0,-5 0 0 16,-4 2 0-16,-5 0 0 0,-3 2 0 0,-4-1 0 0,-4 2 0 15,-3 0 0-15,-6 1 0 0,-6 2 0 0,-6 1 0 0,-6-1 0 0,-4 1 0 16,-6-1 0-16,-8-1 0 0,-6 1 0 0,-11-2-135 0,-6-3-166 16,-6-1-146-16,-9-5-367 0,-2-5-197 0,-7-10-23 0</inkml:trace>
  <inkml:trace contextRef="#ctx0" brushRef="#br0" timeOffset="141940.96">13469 17687 1 0,'-47'2'251'0,"36"7"652"0,-1 0 682 0,-1 1-1394 0,0-1-48 0,-2 1-3 15,0-1-20-15,-1 1-37 0,1-1-39 0,6-4-16 0,0 1-28 0,1-2 7 16,0 0 1-16,1-2 6 0,0 0 12 0,2-2-16 0,0-1-10 16,2-6 7-16,6 0-1 0,6-4 7 0,3-1-9 0,5 0-8 0,3-1-15 15,1-2 10-15,3-1 13 0,1 2-10 0,0-1 17 0,3-2-16 16,0-1-5-16,1 0 10 0,0-1-9 0,2 0-6 0,0 1-9 0,0 0-33 16,0-1-12-16,1 2-22 0,-1 0-40 0,0 0-25 0,-1 0-47 0,0-1-49 15,-1 0-74-15,1-1-110 0,-1-1-100 0,2 0 16 0,-1-2-57 16</inkml:trace>
  <inkml:trace contextRef="#ctx0" brushRef="#br0" timeOffset="142107.96">14000 17717 3292 0,'-2'6'94'0,"1"-2"38"0,0 1-36 0,1 0-17 16,0 0-37-16,0 1-31 0,0 0-3 0,1 1-4 0,2 0-8 0,0 0-2 15,2 1-13-15,0 0-6 0,2-1-5 0,1-1-17 0,2 1-2 0,1-1-35 16,1-2-53-16,2-1-63 0,2-1-91 0,2-2-109 0,0-1-151 16,21-7-159-16,-2-5-173 0</inkml:trace>
  <inkml:trace contextRef="#ctx0" brushRef="#br0" timeOffset="142357.96">14348 17052 3003 0,'-4'2'118'0,"2"-1"9"0,0 0-14 0,3-2-24 16,0 1-52-16,3-1-22 0,3 0-25 0,2 1 7 0,5 0 5 0,4 1-12 15,2 0 1-15,1 1-4 0,5 1-1 0,0-1 3 0,4 1-2 16,0-1 0-16,2 2-2 0,0 1-5 0,3 0 17 0,-19-2 6 0,4 0-1 16,-1 1 2-16,5 1 10 0,-4 0 6 0,5 1-7 0,-2 2 6 0,3 1-7 15,-1-1-2-15,-3 1 15 0,0 2 9 0,-2-1-8 0,-2 2 17 16,-2 0-2-16,-3 0-5 0,-1 2 15 0,-4 0-18 0,-2 2-4 0,-1 0-6 15,-4 3-10-15,-2 1 1 0,-4 1-6 0,-2 3-20 0,-4 2-31 0,-4 1-14 16,-4 2-25-16,-4 1-32 0,-3 2-71 0,-3-2-126 0,-2 0-251 16,-1-5-379-16,-4-4-165 0</inkml:trace>
  <inkml:trace contextRef="#ctx0" brushRef="#br0" timeOffset="144174.95">17741 14196 1041 0,'-5'-2'869'0,"-1"-1"-709"0,-1-2-5 15,0 1 6-15,2-1-23 0,0 1-53 0,0 0-37 0,0 0-14 16,-1 2-1-16,0-1 1 0,-2 2-1 0,0 1-3 0,-1 1-2 0,0 1-3 16,-1 2-3-16,0 1-3 0,0 2-4 0,0 1 0 0,-1 1 7 0,1 2 4 15,-2 4 3-15,0 1 7 0,1 1-1 0,0 1 5 0,1 1 7 16,1 2-6-16,1 1 3 0,1 2-6 0,2 0-6 0,1 4-1 0,2 0-11 15,0 2 0-15,3 2 2 0,1-1-9 0,1 1-2 0,1 0-2 0,3 0-3 16,1 1 8-16,3-1-3 0,0-1 6 0,4-1 0 0,1 0-2 16,2-2-2-16,0 2-6 0,3-2 4 0,1 0-9 0,-1-1 6 0,3-3-6 15,-1 0-10-15,1-3 2 0,0 0-1 0,1-2 0 0,0-2-8 16,-1-3-21-16,-1-1-24 0,-1-2-30 0,-3-1-16 0,-1-3-29 0,-1-2-22 16,-1-3-25-16,-3-2-47 0,1-2-80 0,-1-3-152 0,-1-2-65 0,-1-3 37 15,-1-3-116-15</inkml:trace>
  <inkml:trace contextRef="#ctx0" brushRef="#br0" timeOffset="144574.59">17818 14618 2937 0,'-5'4'133'0,"1"-1"-30"0,1 1-7 0,3-2-13 16,2-1-32-16,1-1-37 0,2 1-14 0,3-2-2 0,1 1 4 0,2-1 11 15,1 0-13-15,1 1 4 0,1-1-3 0,1 0-2 0,0 0 8 0,1 0-3 16,-1 0-3-16,1 1-6 0,-1 0 1 0,0 1-1 0,0 1-6 16,-2 1 7-16,-1 0-1 0,-1 1-4 0,-1 0-6 0,0 1 4 0,-2 1-5 15,0 0-1-15,-2 2 5 0,-1 0-12 0,-1 0 3 0,-1 0 1 16,-1 1-3-16,-1 0-2 0,-1-1 2 0,0-1-7 0,-1-1-5 0,1 0-2 16,-1 0 3-16,1-3 1 0,0 1 11 0,1-1 6 0,1-1 3 0,0-1 6 15,1 0 7-15,0-1 7 0,2-1-1 0,0 0 3 0,0 0-4 16,0-1 7-16,1 0 4 0,0 0-8 0,-1 0 6 0,2 0-7 0,-1 0 5 15,1 1 10-15,-1 0-1 0,0 0 2 0,0 1 0 0,0 1-2 16,-1-1 0-16,1 2 0 0,-1-1 1 0,0 2-3 0,0-1 6 0,1 1 0 16,-1 1-1-16,-1 0-3 0,1 1-6 0,-1 0 3 0,0 0-12 0,0 2 5 15,-1-1-2-15,1 2-6 0,-2 0 3 0,0-1-8 0,-1 3-2 16,-1 1-3-16,0 0-4 0,-2 3-4 0,0-1-8 0,-1 1 3 0,-1 2 2 16,0-2-2-16,-1 1 2 0,0-2-9 0,-1 0-5 0,1-2-12 15,0 0-19-15,0-2-24 0,1-3-45 0,0 0-54 0,2-2-60 0,-1-1-74 16,1-2-79-16,-1-2-61 0,1-2 10 0,1-2-189 0</inkml:trace>
  <inkml:trace contextRef="#ctx0" brushRef="#br0" timeOffset="144724.59">18295 14816 2158 0,'0'0'313'0,"3"2"-122"0,0 1-11 0,2-1-14 0,-1 0-39 16,1 0-43-16,2-1-32 0,-1 0-22 0,3 1-8 0,0-1-6 0,2 0-5 15,0 0-2-15,1 0-2 0,1-1-5 0,2-1-7 0,1 0-14 16,1-1-6-16,0-2-9 0,0 0-16 0,0-1-21 0,0-1-28 0,-3 0-35 15,3-1-31-15,-2 0-32 0,-1-1-33 0,-2 1-46 0,0-1-58 0,0 1-67 16,-2 0 9-16,0 0 54 0,-2 1-139 0</inkml:trace>
  <inkml:trace contextRef="#ctx0" brushRef="#br0" timeOffset="144991.59">18798 14598 1569 0,'-7'9'704'0,"1"0"-550"0,-2 1-4 0,2-1 3 0,3-1-24 0,-1-2-53 16,2 0-32-16,2-1-13 0,0 1-4 0,3-1 3 0,-1 0 1 16,2 0-7-16,-1-1-6 0,1 0 1 0,2 1-12 0,-1 0-5 0,3 0 0 15,1 0-6-15,-1-1 9 0,1 1 4 0,2 0-7 0,0 0 0 16,1 1-4-16,0-1 0 0,0 1 11 0,1-1-2 0,1 2-5 0,0 0 7 16,0 1-2-16,-1 1 11 0,0-1 3 0,-1 1 4 0,-1-1 9 0,-1 1-12 15,0 0-3-15,-2 0-6 0,0 0-11 0,0 1 7 0,-2 1-5 16,1-1 1-16,-2 0-3 0,0 0-2 0,0-2 5 0,-2 0-5 0,0-1 4 15,0 0 0-15,-2-1-8 0,-1 1 0 0,-1 0-25 0,-2 0-10 0,-1 0-28 16,-1 0-30-16,-3 0-27 0,-2 0-39 0,-3-1-20 0,-1 0-25 16,0-2-22-16,-3 1-34 0,-1-2-59 0,-1-1-70 0,2-2-30 15,-2-1-215-15</inkml:trace>
  <inkml:trace contextRef="#ctx0" brushRef="#br0" timeOffset="145141.59">18885 14481 1643 0,'0'0'718'16,"2"0"-544"-16,2 0-29 0,-1 0-14 0,2-1-38 0,1 1-35 0,1-1-41 16,2 0-19-16,2 1-8 0,1 0-9 0,0-1-13 0,0 1-37 0,0 0-49 15,0-1-78-15,0 0-101 0,1-1-166 0,0 1-79 0,1-1 51 0,-2 1-103 16</inkml:trace>
  <inkml:trace contextRef="#ctx0" brushRef="#br0" timeOffset="145308.57">19303 14828 1800 0,'0'11'498'0,"2"1"-353"0,2 5-4 15,1-2-6-15,0-2-32 0,1 1-41 0,1-2-37 0,0 0-16 16,1 1-1-16,0 1-8 0,-2-1 4 0,0 0-6 0,0-2 0 0,0 0-18 16,0 0-14-16,-1-1-24 0,1-1-53 0,0-2-56 0,0-2-80 0,-1-1-87 15,0-1-112-15,-1-1-40 0,-1-4-80 0,0-2 160 0</inkml:trace>
  <inkml:trace contextRef="#ctx0" brushRef="#br0" timeOffset="145524.59">19683 14751 2791 0,'1'4'186'0,"1"1"-89"0,0 1 2 0,1-1-8 16,1 1-25-16,0-1-30 0,1 1-27 0,0 1-2 0,1 1-7 15,0-1-1-15,-1 1-7 0,-1 1-13 0,1 0-8 0,0 1-11 0,-1 0-10 16,0 1-19-16,0-1 1 0,0 2-3 0,0-1 10 0,0-1 6 16,0 0 0-16,0-1-6 0,0 0-18 0,0 0-21 0,-1-1-39 0,1 0-32 15,-1 0-33-15,0-2-20 0,0-1-23 0,0-1-27 0,-1-2-4 0,0-1 10 16,0 0 26-16,-1-3 53 0,0-2-122 0</inkml:trace>
  <inkml:trace contextRef="#ctx0" brushRef="#br0" timeOffset="145774.59">19835 14598 2228 0,'-1'0'356'0,"1"-1"-224"0,0-1-19 16,1 1-16-16,0-1-27 0,1 1-27 0,0 1-33 0,1 0-10 0,0 1 4 15,1 0-4-15,-1 1-5 0,1 0 6 0,0 2-1 0,0 1 0 0,1 0 2 16,0 2-7-16,1 0-2 0,1 1 4 0,0 1 3 0,0 0 6 15,0 2-2-15,-1 1-2 0,1 1 3 0,1 2-7 0,-1 2 0 0,1 1-3 16,0 0-7-16,-1 1 4 0,1 1-1 0,-1 0-3 0,-1 2 2 16,1 4-6-16,0-2-1 0,-1 2 0 0,0-1-6 0,0 0 1 0,-1 0-24 15,0 0-71-15,-1 3-42 0,-2 1-21 0,0 2-38 0,-1-1-3 0,0-1-58 16,-1-4-51-16,0-1-22 0,0-3 17 0,-2-3 79 0,0-2-84 16</inkml:trace>
  <inkml:trace contextRef="#ctx0" brushRef="#br0" timeOffset="146074.57">20179 14406 1917 0,'1'0'889'0,"1"1"-733"0,1-1-41 0,2 0-24 0,0 0-24 16,1 0-24-16,3 1-23 0,-1-1-17 0,3 0-1 0,1 2-4 0,0 0 4 15,0 1 2-15,-1 0-10 0,0 1 10 0,1 1-8 0,-1 0 1 0,0 0-6 16,0 1-6-16,-2 0 3 0,0 2-8 0,0 1-1 0,0 1-9 15,-1 1-9-15,-2 2-13 0,0-1-21 0,-1 2-17 0,-3 1-21 0,-1 1-8 16,-1-1 7-16,-2 1 9 0,-1 0 29 0,-1 1 25 0,-1-2 25 0,0 1 27 16,0-2 17-16,0-1 22 0,1-2 19 0,1 0 10 0,0 0 11 15,0-1 1-15,2-1 6 0,1-1 8 0,1-1-1 0,1-1-1 0,2 1-13 16,1-1-13-16,2 0-8 0,2-1-7 0,1 1-11 0,1-2-6 16,2 0-15-16,2 1-9 0,2-2-8 0,-1 0-5 0,2-1-7 0,0-2-19 15,0 0-10-15,1 0-42 0,0-2-42 0,0 0-63 0,-1-2-79 0,0 0-118 16,2-2-224-16,-2 1-72 0,1-2-152 0</inkml:trace>
  <inkml:trace contextRef="#ctx0" brushRef="#br0" timeOffset="147391.79">18086 16005 896 0,'-3'3'657'15,"0"1"-538"-15,-1-1-9 0,1-1-1 0,0-1 3 0,2-1-25 16,-1-1-42-16,2 1-21 0,-1-1-13 0,1 1 3 0,-1 0-1 0,1 0 5 15,-1 0 0-15,1 0-10 0,0 2 7 0,0-2-1 0,1 0 11 0,-1 1 14 16,0-1 4-16,0 0 12 0,0 0 5 0,1 0 3 0,-1 0-10 16,1-1-2-16,-1 2-1 0,1 0 4 0,-1 0 2 0,0 1-8 0,0-1 0 15,1 0-3-15,0 2 0 0,0-2 8 0,1 2-10 0,-2 1 3 0,1 0-6 16,-1 2-8-16,1 1 4 0,1 1-6 0,0 1 1 0,1 1-13 16,-1 1-6-16,1 3 8 0,1 2 6 0,0 2-14 0,1 0-1 0,0 3-2 15,0-1-9-15,1-1 22 0,1 2-12 0,-1-2-5 0,0-1 2 16,1 0-8-16,-2 0 8 0,2-2-7 0,1-1-7 0,0-2 10 0,2 0-6 15,0-2 4-15,1-2 1 0,0-2-9 0,1-1 14 0,0-1-14 0,-1-1 9 16,1-3 0-16,-2-1-1 0,2-1 5 0,-1-2-10 0,1-1 14 16,0-2 1-16,-2 0-10 0,0-2 12 0,0-1-14 0,-1-1 1 0,0 0 16 15,1-1-7-15,-2 0 3 0,0-1-3 0,-1 0 2 0,-1 0 13 0,-1 1-1 16,0 1-6-16,-2 2-2 0,0-1 0 0,-2 0 4 0,0 1 4 16,-2 0-8-16,1 1 8 0,-1 0-14 0,0 2-3 0,0 2 9 0,-1-1-17 15,1 2 2-15,-1 0 2 0,1 2 0 0,0 0-2 0,0 1 0 16,0 2-13-16,0 1-2 0,0 0 5 0,-1 2 1 0,1 1 7 0,1 1-16 15,0 1 3-15,1 1 10 0,0 3 1 0,1-1 2 0,1 3-8 16,1 2-5-16,0 0 8 0,0-1-5 0,1 2 1 0,-1-1-13 0,1-2-19 16,-1 1-17-16,1-2-33 0,-2-2-39 0,2-1-16 0,-1-3-58 0,2-1-66 15,-1 0-75-15,1-2-126 0,-1 0-51 0,0-2 31 0,0-1-130 0</inkml:trace>
  <inkml:trace contextRef="#ctx0" brushRef="#br0" timeOffset="147525.79">18645 16405 1624 0,'2'2'628'0,"0"0"-445"0,1 0 2 0,0-1 9 16,-1 0-39-16,0-1-64 0,2-1-39 0,-1 2-35 0,1-2-6 16,1 1 6-16,-1 1-25 0,1 0 11 0,0 1-8 0,-2-1-11 0,2 0 2 15,-1 0-22-15,0 0-11 0,0-1-28 0,-1 2-28 0,0-1-39 0,-1 1-53 16,0 0-68-16,-1-1-91 0,-1 0-87 0,0 0-9 0,-1 0 63 16,0 0-111-16</inkml:trace>
  <inkml:trace contextRef="#ctx0" brushRef="#br0" timeOffset="147774.79">18938 15977 1384 0,'0'1'890'16,"2"1"-734"-16,-1 1-6 0,1-1 5 0,0 0-18 0,0 0-45 16,2 1-50-16,1-1-23 0,0 1-12 0,0 1-2 0,1-1-8 0,-1 2 3 15,1-1 3-15,-1 1-1 0,2 1 5 0,0-1-12 0,1 3 5 16,1 1 0-16,0 0-4 0,1 1-6 0,0 0 10 0,-1 2-7 0,0-1 9 15,1 1 3-15,1 1-10 0,-2 1 17 0,1 0-7 0,-1 2 4 0,-1-2 8 16,1 1-15-16,-3 0 12 0,0-2-2 0,-2 1-7 0,0 0 12 16,-2-1-3-16,-2-1-10 0,0 1-2 0,-2 0-16 0,-2 0-14 0,-1-2-21 15,-1-1-33-15,-2-1-31 0,-2-1-30 0,-1-1-54 0,-3-2-62 0,-2-1-108 16,-3-3-134-16,0-2-22 0,-4-3-140 0</inkml:trace>
  <inkml:trace contextRef="#ctx0" brushRef="#br0" timeOffset="147908.79">18834 15931 1842 0,'6'0'1067'16,"2"1"-909"-16,3-1-1 0,1 0-13 0,-1-2-42 0,2 0-39 0,2-2-50 15,1 0-7-15,1-1-14 0,1 0-14 0,0 0-17 0,-1-1-45 0,-1 0-48 16,0 0-70-16,0-1-102 0,-1-1-162 0,2 0-214 0,-2 0 26 16,-1-1-96-16</inkml:trace>
  <inkml:trace contextRef="#ctx0" brushRef="#br0" timeOffset="148091.79">19501 16048 3198 0,'9'4'121'0,"1"1"-3"0,3-1 4 0,0-2-28 0,-1-1-39 15,4-2-30-15,0 0-21 0,1-2-2 0,0 0-18 0,-2 0-22 0,1-1-24 16,-3-1-35-16,0 0-47 0,1 0-53 0,-1-1-58 15,0-1-61-15,-1 1-114 0,1-2-104 0,-1 0 12 0,-1-1 74 0,-2-1-91 0</inkml:trace>
  <inkml:trace contextRef="#ctx0" brushRef="#br0" timeOffset="148374.79">19781 15852 2531 0,'-1'6'189'0,"1"2"-43"0,1 1-11 16,2-1-19-16,2-2-26 0,0-1-49 0,3 2-22 0,1-2-6 0,2 2-10 16,1 0-3-16,1 0-2 0,-1-1 2 0,0 0 4 0,2 0-8 15,0 1-6-15,0 0 1 0,2 0 5 0,-1-2 15 0,0 3-13 0,0-1 2 16,0 0 4-16,1 1-6 0,-1 0 16 0,-2 0-5 0,1 1 0 16,-1-1 2-16,0 1-6 0,-1 2 3 0,-2-1 4 0,2 2-5 0,-1-1 10 15,-1-3-10-15,-1 2-5 0,-1-1 12 0,-1 0-5 0,-2 1 4 16,1 0-11-16,-2-2 5 0,0 1 2 0,-1-2-5 0,-1 1 3 0,-2-1-14 15,0 0-9-15,-2 0 1 0,-2 0-21 0,0 1-24 0,-2-3 1 0,0 2-24 16,-3-1-13-16,-3 1-3 0,-1-1-21 0,-1 1 13 0,-1 0-13 16,-1-1-14-16,0-1-19 0,-1-2-51 0,0-1-41 0,-3-2-71 0,0-2-62 15,0-2-18-15,-3-1-127 0</inkml:trace>
  <inkml:trace contextRef="#ctx0" brushRef="#br0" timeOffset="148491.79">19824 15920 1630 0,'2'-6'268'0,"2"0"-23"0,0-1-28 15,0 0-44-15,0 2-60 0,2-1-55 0,-2 1-30 0,2-1-13 0,1 1-14 16,-1-1-12-16,1 0-28 0,0 1-15 0,2-1-27 0,0 1-42 0,0-2-70 16,2-1-110-16,1-1-118 0,1-2-57 0,-1 0 56 0,0 0-83 15</inkml:trace>
  <inkml:trace contextRef="#ctx0" brushRef="#br0" timeOffset="148725.79">20435 15976 3256 0,'1'18'168'0,"2"1"-38"16,0 3-4-16,2 0-37 0,0-3-27 0,1-1-23 0,-1 1-26 15,2 3-11-15,-1-1-15 0,1 4-9 0,-1-1 5 0,-1-2-10 0,0 1-29 16,0-1-20-16,0-1-37 0,-1 1-11 0,0-2-14 0,-1 3-32 15,-2-2-24-15,0-1-38 0,-1 2-50 0,-1-3-60 0,-1-1-92 0,-2-1-52 16,0-1 46-16,-2 1-124 0</inkml:trace>
  <inkml:trace contextRef="#ctx0" brushRef="#br0" timeOffset="148958.79">20712 15690 2186 0,'3'8'1224'0,"1"2"-1080"16,1 3-26-16,0-2-32 0,1 0-27 0,1 1-26 0,1 0-19 0,1 3-20 16,-1 0-4-16,2 1-13 0,-1 3 17 0,0 0 0 0,0 4-24 15,-1 1-11-15,-1 2-27 0,0 2-24 0,-1-1 1 0,0 1-10 0,0 1-13 16,-1 0 2-16,1 0-28 0,-1 3-18 0,0-3-51 0,0 1-77 15,-1-3-101-15,-2-2-111 0,0-2-24 0,-4-1-167 0</inkml:trace>
  <inkml:trace contextRef="#ctx0" brushRef="#br0" timeOffset="149291.79">17835 15840 2063 0,'-23'21'1002'0,"1"4"-913"0,-5 3 6 0,5-1 13 0,3-4-41 15,4-3-32-15,0 1-33 0,2 0-7 0,2-1-5 0,2 3 3 0,3 2 7 16,0 3-15-16,2 1 4 0,1 3-3 0,2-1-12 0,3 2-4 0,2-1 1 15,3 2 0-15,3 0 13 0,4 3 9 0,4 0-9 0,3 1 10 16,3 2-18-16,5 1-5 0,7 1 6 0,4 2-10 0,4-1 16 0,4 1-6 16,3 1-3-16,5-3 10 0,3-1 3 0,4-5 1 0,4-3-7 15,1-3-9-15,4-4-14 0,2-2-27 0,1-2-31 0,3-1-15 0,-39-12-16 16,11 3 12-16,1-1-12 0,10 0-27 0,1 0-11 0,9 1-10 0,0-4 2 16,11 1-16-16,-2-3-56 0,-4-4-22 0,0-4 6 0,-3-4 54 15,56-14-114-15</inkml:trace>
  <inkml:trace contextRef="#ctx0" brushRef="#br0" timeOffset="149558.78">21365 15369 2691 0,'4'3'612'0,"0"2"-476"16,1 0-27-16,1 1-28 0,0-1-25 0,2 0-23 0,2 1-16 0,-1 0-15 15,2 1-6-15,-1 2 2 0,1 1 6 0,-1 1-8 0,1 1 8 16,-1 1-8-16,0 1 0 0,-2 1 2 0,0 2-11 0,-1 1 5 0,0-1 8 16,-1 3 0-16,0 0 2 0,-1 0-4 0,0 1-7 0,-1 1 3 0,0 0 0 15,0 3-3-15,-1-1 5 0,-2 2-2 0,2-1-3 0,-1 0 5 16,-1 0-7-16,0-3-6 0,-1 2 0 0,0-1-28 0,0-2-12 0,-2 1-2 16,0-2-16-16,0-4-17 0,0-1-30 0,-1-2-43 0,0-2-51 0,-1-4-50 15,0-2-81-15,-2-4-88 0,0-3-58 0,0-4 30 0,-4-5-132 16</inkml:trace>
  <inkml:trace contextRef="#ctx0" brushRef="#br0" timeOffset="149825.78">21488 15199 2378 0,'7'-2'730'0,"-1"1"-571"0,3-2-23 0,1 0-26 0,-1 0-28 15,1-1-37-15,2 0-28 0,1 0-8 0,2 2-22 0,1 0 9 16,0 0 1-16,-1 1-9 0,0 1 7 0,0 2-22 0,-2 1-12 0,-2 0-9 15,-2 3-6-15,0 1-12 0,-2 1 12 0,0 2-2 0,-1 1-8 16,-2 3 0-16,0 2-12 0,-2 3 1 0,0 0 19 0,-2 2 22 0,-1 1 19 16,0 1 17-16,0-2 35 0,0 1 24 0,0-1 27 0,0-3 26 0,0 0-3 15,1-1-10-15,1-3-9 0,3 1-12 0,-1-2-16 0,1-1-7 16,1-2-15-16,0-2-19 0,1-1-15 0,2-2-12 0,0 0-8 0,1-1-7 16,1-1-11-16,1-2-18 0,0 0-16 0,1 0-22 0,1 0-17 0,-1-1-13 15,0 0-27-15,-2 0-22 0,1 1-35 0,0 0-44 0,-1 1-72 16,-1-1-91-16,-1 2-63 0,-1 1 6 0,-2 1 75 0,-1 0-28 0</inkml:trace>
  <inkml:trace contextRef="#ctx0" brushRef="#br0" timeOffset="150191.78">18286 17456 3087 0,'-9'14'247'0,"2"-2"-144"0,-1 2 12 15,-3 4 1-15,-1 1-40 0,-1 2-41 0,1-1-6 0,1-2-29 16,1 1-4-16,1-3 0 0,0-1-2 0,2 0 8 0,0 0 12 0,4-8-11 15,-1 2 1-15,1 1-9 0,0 0-19 0,0 2 26 0,1 1-13 0,0 0 17 16,1 2 1-16,0 0-22 0,1 3 19 0,2-1-2 0,0 4 3 16,2 1 3-16,2 0 8 0,2 2-11 0,2 1 19 0,2 3-1 0,2 0 0 15,1-1 12-15,4 2 48 0,3 0-27 0,1 0-22 0,3 0-34 16,1-1-4-16,2-1-6 0,1 0 16 0,3-2-14 0,0 0 8 0,2-2-18 16,0-2-6-16,1-1-12 0,-1-2-3 0,1-3-7 0,0-2-43 0,-1-2-34 15,0-1-11-15,-3-4-39 0,0-2-16 0,-2-3-45 0,-1-1-92 16,-2-4-126-16,-1-1-163 0,-3-4-5 0,-2-2-114 0</inkml:trace>
  <inkml:trace contextRef="#ctx0" brushRef="#br0" timeOffset="150474.78">19110 17643 2669 0,'-2'8'298'0,"1"-2"-116"0,0 1 1 0,0 2-32 15,0-1-28-15,1 3-40 0,1 0-41 0,0-2 21 0,1 0-51 0,0-2 13 16,0 0 4-16,1-2-23 0,-1-2 15 0,0 1-32 0,-1-1-19 16,2 0 25-16,0 0 8 0,0 0 3 0,0 1 21 0,0-1-32 0,1 0 24 15,1 1-40-15,-1 0 17 0,1 0 6 0,0 1-22 0,0-1 42 0,1 1-20 16,0-1-8-16,-1 2 12 0,0-1-10 0,1 1-14 0,0 0 22 16,-1 1-10-16,0 1 16 0,0 0-12 0,-1 0-4 0,0 0 4 0,-1 1-17 15,0 1-6-15,-1 0-10 0,-1 0 8 0,0 1-1 0,-2-1 3 16,1 2-5-16,-2 0-47 0,0 0 23 0,-1 1-18 0,-1-2-27 0,0 1 6 15,-1 0-61-15,-1-1-31 0,-1-1-54 0,0 1-110 0,-1-2-123 0,-1-1-103 16,-1-1 41-16,-1-2-63 0</inkml:trace>
  <inkml:trace contextRef="#ctx0" brushRef="#br0" timeOffset="150624.78">18982 17628 2357 0,'3'2'112'0,"0"-1"12"15,2 0 8-15,-1 0-3 0,4 0-41 0,2-1-56 0,2-1-27 0,2-2-7 16,3 0-13-16,0-3 0 0,3 0-16 0,1-2-36 0,-1 0-55 16,1 0-59-16,1 0-73 0,-2 0-110 0,1 0-108 0,0 1-9 0,-2 1 80 15,0 2-68-15</inkml:trace>
  <inkml:trace contextRef="#ctx0" brushRef="#br0" timeOffset="150791.78">19628 17653 2318 0,'2'6'523'0,"1"-1"-385"0,0 2 12 15,1-1-14-15,1 2-38 0,1 0-53 0,1-1-32 0,1-2-26 0,-1-1-9 16,3-1-1-16,0-2-23 0,1-2-11 0,1-1-39 0,0-1-62 16,-1-1-60-16,1-2-70 0,0-1-93 0,0-2-97 0,-1 0-22 0,-1-2 57 15,0-2-108-15</inkml:trace>
  <inkml:trace contextRef="#ctx0" brushRef="#br0" timeOffset="151091.78">20029 17389 1796 0,'0'8'1023'0,"0"-2"-865"0,0 2 1 0,1 1-1 15,-1 1-39-15,2 0-45 0,-1 0-41 0,3 0-25 0,0-1 5 0,1-1-4 16,1 1-3-16,1-2-3 0,0 0-6 0,1 1 8 0,2-1-3 16,-1 0-11-16,0 0 7 0,2 0 0 0,0-1 2 0,0 1 9 0,0-1-14 15,-1 1 1-15,2 2 4 0,-1 0 2 0,0 0 3 0,0 1-1 0,0 1 7 16,-1-1-9-16,0 1-4 0,1 0 2 0,-2-1 8 0,0 1-1 16,0 0 3-16,-2 0-7 0,0 0 5 0,0 1 22 0,-1 0-2 0,-4-5-13 15,1 0-1-15,-1-1-12 0,-1 2-8 0,0 0-11 0,0 0-21 16,-2 0-29-16,0 0 11 0,-1 0-11 0,-1 0-15 0,-2-1-4 0,0 1-21 15,-2-1-15-15,0 1-16 0,-3-2-41 0,-1 0-84 0,-1-1-101 0,-2-2-145 16,0-1-59-16,-2-3-193 0</inkml:trace>
  <inkml:trace contextRef="#ctx0" brushRef="#br0" timeOffset="151241.78">20159 17289 1888 0,'6'3'437'0,"0"1"-281"0,1-1-18 0,2 2-10 0,1-1-26 15,3 1-45-15,-1 0-45 0,2-1-31 0,0 0 3 0,0 0-15 0,-1-1-28 16,1 0-31-16,0 0-66 0,-2-1-90 0,0 1-119 0,-1-1-106 16,0 1 6-16,-1 0 76 0,-1 0-95 0</inkml:trace>
  <inkml:trace contextRef="#ctx0" brushRef="#br0" timeOffset="151409.57">20525 17525 1353 0,'2'5'440'0,"0"0"-202"0,1 1-42 0,0 1-10 0,2 0-38 15,0 2-34-15,0 0-34 0,0 1-24 0,1 1-3 0,0 0-13 0,0-1 4 16,1 2-4-16,-2 1-16 0,0 1-7 0,1 0-10 0,0-3-6 16,0 1 3-16,0 2-6 0,-1-1 12 0,1-1 4 0,0-1-3 0,0 0-10 15,-2-6-32-15,-2 1-7 0,1 0-9 0,1 1-41 0,-1-1-31 0,1 1-46 16,-1-2-54-16,1 0-53 0,-1 1-97 0,0-1-66 0,0-1 22 16,-1 1 73-16,1-2-91 0</inkml:trace>
  <inkml:trace contextRef="#ctx0" brushRef="#br0" timeOffset="151625.57">20878 17239 2092 0,'2'3'602'0,"0"0"-427"0,1 1-7 0,0 1-9 16,1 0-32-16,1 1-37 0,1 1-44 0,0 0-13 0,1-1-14 0,-1 1-12 15,1 0 8-15,0 0-6 0,0 0 1 0,0 2 1 0,-1 0-11 16,2 0-2-16,-1 3 11 0,1 0-5 0,-1 0-8 0,1 2 12 0,0 1-8 15,-1 2 4-15,0 0-6 0,0 2-13 0,0 0 13 0,0-1-4 0,0 2-9 16,-1-1-1-16,-1 1-29 0,1-1-4 0,-1 0-31 0,-1-2-23 0,0-1-25 16,0-1-31-16,0-1-37 0,-1-1-67 0,1-4-76 0,0 0-118 15,0-2-51-15,0-2 44 0,1 0-115 0</inkml:trace>
  <inkml:trace contextRef="#ctx0" brushRef="#br0" timeOffset="151925.57">21033 17017 864 0,'0'-5'681'0,"2"-1"-390"0,1-1-21 0,-1 0-24 16,3 1-38-16,-2-1-44 0,2 0-42 0,1 0-33 0,2 0-19 15,1 0-14-15,1-1-3 0,2 1-8 0,2-1-10 0,-1 0-8 0,0 1-9 16,2-1-1-16,0 2-6 0,2 0-7 0,0 1-10 0,1 2-8 16,-1 1 11-16,-1 1 4 0,0 2-2 0,0 1-8 0,0 2-6 0,-3 1-2 15,0 2 4-15,0 1 1 0,0 2-6 0,0 1 1 0,-3 2-15 0,1 0 3 16,-1 2-8-16,-2 3 1 0,-1 0 2 0,-2 3-17 0,-2 0 2 15,-1-1 2-15,-2-9 3 0,0 2 19 0,-2 1 14 0,1 2 14 0,-2 0 30 16,1 3 16-16,-1 0 15 0,0 2 19 0,1-1 19 0,0 0 13 0,2-2-4 16,1 0-15-16,1-2-8 0,1-1-34 0,2-3-5 0,0 0-14 15,2 0-23-15,1-2 6 0,0-1-16 0,3-1-11 0,-1-2-4 0,2-1-12 16,0 0-9-16,-1-1-25 0,1-2-17 0,0-1-13 0,0-2-17 16,-1 1-18-16,-1-2-55 0,-1-1-49 0,0 0-46 0,1-1-83 0,-2 0-120 15,0 0-25-15,-1-1 53 0,0-2-83 0</inkml:trace>
  <inkml:trace contextRef="#ctx0" brushRef="#br0" timeOffset="154158.76">19123 18568 301 0,'0'0'149'0,"1"0"-8"0,-1 0 32 16,1-1 15-16,-1 1 3 0,1 0-31 0,-1-1-32 0,1 0-15 0,0 0-18 15,0 1-16-15,-1-1-17 0,1-1-10 0,0 1-18 0,-1 0-5 16,0-1-11-16,1 0-9 0,-1 0 6 0,-1 0-13 0,1-1 6 0,-1 1-9 16,1-1-1-16,-1 0 16 0,0 0-3 0,-1 0 6 0,1 0 8 0,-1 0 16 15,0 0 7-15,0 0 22 0,0 0 6 0,0-1 0 0,-1 1 2 16,0 2-4-16,0-1-4 0,-1 1 10 0,0 0-5 0,0 2-16 0,-1 1 9 16,0 0-15-16,0 1-6 0,-1 2-9 0,0 2-14 0,0-1-12 0,1 2 0 15,-1 1-7-15,0 1 0 0,-1 2-10 0,1 0 0 0,-1-1 8 16,1 3-15-16,1 0 7 0,0 0-7 0,1-1-5 0,-1 0 65 0,3 1 2 15,-1 0-3-15,1-1 23 0,1-1-69 0,0 1-9 0,1 0 1 16,2 0 3-16,0-2-8 0,0-1 26 0,1 2 9 0,2-2-14 0,0 0 30 16,2-1-14-16,0 1-6 0,1-1-1 0,1-1 7 0,0 0 2 0,0 0-14 15,2-1-11-15,-1-1-2 0,1 0-9 0,0-2 25 0,1 0-14 16,-2 0 7-16,0-2-7 0,1 0-9 0,-1-1 8 0,-1-1-1 0,0 0 15 16,-1-1-4-16,-1-2 4 0,0 0-10 0,-1 0-12 0,0-1 20 0,-1-1-8 15,-1 0-12-15,0 0 10 0,-1-1-1 0,0-1 9 0,-2 0-5 16,1 0-3-16,-2 1 10 0,0-1-7 0,0-1 1 0,-1 1 26 0,-1 0-33 15,0 0 17-15,0 0 2 0,-1 0-25 0,-1 1 29 0,0 2-29 16,0-2 0-16,-1 1-5 0,0 1-30 0,-1 1 32 0,0-1-19 0,0 2-54 16,-2 0 24-16,0 1-31 0,0 0-7 0,-1 0 13 0,0 1-47 0,0 0-11 15,0 1-23-15,-1 0-17 0,0 0-30 0,0 0-58 0,1 1-49 16,-1-1-40-16,1 0 7 0,1 1 38 0,0-1 85 0,1 0-89 0</inkml:trace>
  <inkml:trace contextRef="#ctx0" brushRef="#br0" timeOffset="154325.78">19299 18703 1559 0,'2'3'351'0,"0"-2"-105"0,0 1 13 15,2 0-9-15,0 1-26 0,0-2-53 0,2 2-61 0,0 0-25 16,1 0-17-16,1 0-23 0,1-1-7 0,0 1-14 0,0-1 14 0,2 0-4 16,0 0-36-16,0-2 17 0,0-1-26 0,-1 0 7 0,1-1-16 0,1-1-28 15,-1-1-23-15,0-1-46 0,-1 0-12 0,0 1-41 0,-1-3-45 16,1-1-49-16,-1 1-44 0,-1-2-61 0,1 0-81 0,-2 0 21 0,0-1 46 15,-1 2-48-15</inkml:trace>
  <inkml:trace contextRef="#ctx0" brushRef="#br0" timeOffset="154625.76">19799 18353 2449 0,'0'4'226'0,"0"-1"-50"0,0 0-14 0,1 1 3 16,0 0-38-16,0 1-22 0,1 0-70 0,0 1 0 0,1 0-10 16,1 0-23-16,0 1 13 0,1-1-46 0,0 1 42 0,1 1 7 0,1 0-10 15,0-1 21-15,0-1-36 0,1 1-1 0,0 0 23 0,1-1-11 16,1-1 9-16,-1 0-7 0,1 1-6 0,-1 1 2 0,0-1-6 0,1 0 17 16,-1 0-4-16,0 0 18 0,0 0-22 0,0 1 7 0,-1-2 3 0,0 3-27 15,0-2 11-15,0 0-5 0,-1 1 0 0,-1 0 23 0,0 1-24 16,0-1-7-16,-2 0 30 0,1 0-24 0,-1 0 27 0,-1 1-25 0,-1-1-16 15,-1 0 3-15,0 1-43 0,-1-1 14 0,-2 1-26 0,0-3-8 0,-1 2 79 16,-2 0-33-16,1-1-5 0,-3 0-18 0,0-1-83 0,-2 0-18 16,-1-1-47-16,0 0-51 0,-2-1-58 0,1-1-94 0,-2-1-52 0,-1-2 15 15,0-1-145-15</inkml:trace>
  <inkml:trace contextRef="#ctx0" brushRef="#br0" timeOffset="154775.76">19983 18126 1350 0,'3'1'423'0,"0"0"-223"0,1 0-22 0,1 1-5 0,1 0-28 16,0-1-41-16,2 1-61 0,0 0-23 0,0 1-12 0,1 0-11 0,2-1 0 15,0 2-19-15,1-1-28 0,0 1-33 0,-1 0-81 0,0 0-107 0,1-1-117 16,-2 2-53-16,1-1 30 0,-1 1 87 0,-2 0-69 0</inkml:trace>
  <inkml:trace contextRef="#ctx0" brushRef="#br0" timeOffset="154958.76">20290 18526 867 0,'1'2'709'0,"0"1"-416"0,0-1-30 0,0 2-24 15,1 0-33-15,0 0-27 0,1 1-68 0,-1 1-19 0,1 0-19 0,0 0-18 16,1 1 3-16,0 0-21 0,0 0-3 0,0 0-20 0,1 0 0 16,0 0-3-16,-2 0-6 0,2-1-16 0,-1 0-6 0,1 0 9 0,-1-1-8 15,1 0 9-15,-1 0-30 0,0-2-17 0,0 1 68 0,0-1-30 16,0 1-27-16,0-1-38 0,-1-1-124 0,0 1-46 0,0-1-46 0,0 0-51 15,-1 0-58-15,-1 0-2 0,1-1 37 0,0 1-146 0</inkml:trace>
  <inkml:trace contextRef="#ctx0" brushRef="#br0" timeOffset="155208.76">20636 18334 2103 0,'0'1'277'0,"1"0"-53"0,0 0-20 0,0 0 5 0,1 1-41 16,0-1-77-16,-1 2-19 0,2-1-36 0,0 0-1 0,1 1 5 16,-1 1-19-16,2 0 12 0,-1 0-24 0,1 1 10 0,0 0 1 0,0 1-16 15,1-1 13-15,-1 1-19 0,0 0-13 0,1 1 4 0,-2-1 5 0,2 1 14 16,-1 0-3-16,0 1-16 0,0 0 9 0,0 1-5 0,-1-1-8 16,1 1 2-16,-1 0-4 0,0 1 1 0,0 0-5 0,-1 0-15 0,0 1-19 15,0 0-17-15,-1-2-17 0,-1 2-20 0,0 0-41 0,0-1-27 16,0 0-50-16,-1 0-43 0,-1-1-61 0,0 0-78 0,0-1-22 0,0-1 22 15,-1 0-10-15</inkml:trace>
  <inkml:trace contextRef="#ctx0" brushRef="#br0" timeOffset="155475.76">20781 18128 2313 0,'3'4'595'16,"0"0"-377"-16,0 0-41 0,1 1-37 0,2 1-20 0,0 1-43 16,2 0-34-16,1 1 24 0,0 1-23 0,2 2 8 0,2 0-15 0,1 2-46 15,2 0 14-15,-1 1-16 0,3 0 22 0,0 1-7 0,-1-1-27 0,1 1 17 16,1 0-9-16,-1 1 7 0,-1-1 0 0,0 1-15 0,0 0 17 16,-1 1-3-16,-1-1-9 0,0 2-1 0,-1 0-4 0,-2 0 2 0,-1-1-2 15,0 3-20-15,-2-1-19 0,-1 1-1 0,-1 0 4 0,-1 1-3 16,-1-1-14-16,-2 2-3 0,-2-1 5 0,0 0 65 0,-1 2-2 0,-2-1-24 15,0-2-17-15,-1 1-110 0,-2 0-18 0,0-3-45 0,-1-1-55 0,-1 0-35 16,0-4-56-16,-1 0-18 0,0-2 38 0,0-3 61 0,0-2-96 16</inkml:trace>
  <inkml:trace contextRef="#ctx0" brushRef="#br0" timeOffset="155775.76">21045 18138 1299 0,'0'0'658'0,"1"0"-424"0,0 1-7 16,0-1-12-16,0 0-29 0,2 1-62 0,-1-1-49 0,2 1-30 0,0-1-10 15,1 1-4-15,0-1-24 0,1 1 0 0,1-1-5 0,1 1-2 0,1 0 2 16,0 0-6-16,1 0-3 0,0 1 4 0,-1-1 3 0,2 1 0 16,0 0-18-16,0 1 3 0,1 0 2 0,-2 1-14 0,1 0 13 0,-1 1-12 15,0 1-20-15,0 1 3 0,0 0 15 0,-3 1 21 0,2 1 9 16,-2 1 15-16,0 1-14 0,-1 1-10 0,1 1 34 0,-2-1-12 0,0 2 6 15,-1-1 15-15,1 0-7 0,-2 1 35 0,0 0 11 0,1-2-16 0,-1 1-11 16,1-1-1-16,0 0-18 0,1 0-8 0,0-2 5 0,1-1-21 16,0-1 6-16,1-1-7 0,0-1-15 0,0 0-3 0,0-2-19 0,2-1 4 15,0 0-20-15,0-2-38 0,0 0-20 0,1-2-43 0,-1 0-53 0,-1-2-40 16,0 0-89-16,0-2-130 0,0-1-42 0,-1-1 42 0,0-1-114 16</inkml:trace>
  <inkml:trace contextRef="#ctx0" brushRef="#br0" timeOffset="156141.76">18566 18490 1615 0,'0'3'778'0,"1"-1"-603"0,0 1 28 0,0 0-12 16,0 0-20-16,0 1-71 0,1 1-71 0,1 0-10 0,0 1-17 0,0 0 4 15,1 0 21-15,0 2-17 0,1 0-19 0,0 2-3 0,1-1-13 16,-1 1 0-16,1 1-20 0,1-1 12 0,0 2-15 0,-1 1 3 0,1 1 16 15,1 1 55-15,1 2-7 0,1 1-2 0,0 3 22 0,1 0-97 0,0 2 11 16,2 1-1-16,1 2-29 0,1 1 30 0,1 0-39 0,1 2-4 16,3 3 23-16,-1 2-44 0,3 2 157 0,2 3-60 0,-1-17-66 0,1-22 80 15,-1 0 0-15,-3 0 0 0,1 0 0 0,-2 0 0 0,-2 0 0 0,-1 0 0 0,-1 0 0 0,-2 0 0 0,-2 0 0 0,-1 0 0 0,-2 0 0 0,-2 0 0 0,-2 0 0 0,-2 0 0 0,-2 0 0 0</inkml:trace>
  <inkml:trace contextRef="#ctx0" brushRef="#br0" timeOffset="157625.76">22917 14386 1602 0,'-4'2'705'0,"0"0"-527"15,1-1-52-15,1 0-39 0,2-2-17 0,0 0-24 0,2 1-21 0,0 0-13 16,0 0-7-16,3-1 5 0,0 1 7 0,0-1-2 0,1 0 0 15,0 0-8-15,2 0 3 0,0 0-9 0,0-1 1 0,1 1 0 0,0-1-2 16,1 2 3-16,0-1 1 0,0-1 1 0,0 1-4 0,-2-1 4 16,2 1-1-16,0 0 1 0,-2 0-2 0,0 1-4 0,-2 0 2 0,0 1 6 15,-1 1 2-15,-2-1 4 0,1 1 6 0,-1 0 2 0,0-1 6 0,-1 3 3 16,-1 0 1-16,0 1-3 0,0 1 0 0,-2 2-1 0,0 0-2 16,1 1 0-16,-2 1-8 0,1 0-4 0,-2 1 1 0,1 1 1 15,-1 1-3-15,1 1-3 0,-1 0-5 0,1 1-2 0,0 1-8 0,1 0 6 16,1 0 9-16,-1 1-10 0,0 2 11 0,0-1-6 0,1 3-9 0,0-1 5 15,-1-1-4-15,2 0-3 0,-1 1 3 0,0-1-3 0,0-3 0 0,-1 0-9 16,2 0-10-16,-1-2-15 0,1-1-24 0,0 0-17 0,0-1-32 16,0-1-34-16,0-2-34 0,0-1-38 0,0 0-58 0,-1-2-77 0,0-1-68 15,-1-3-30-15,-1-2-145 0</inkml:trace>
  <inkml:trace contextRef="#ctx0" brushRef="#br0" timeOffset="157809.76">22826 14705 3133 0,'2'3'143'0,"1"0"-51"0,3 0-41 16,2 1-5-16,5-2-19 0,1 0-3 0,2 0-14 0,0-1-10 0,0 1 7 15,1-1-3-15,-1-1-4 0,-2 1-9 0,0-1-12 0,-1-1-18 0,1-1-10 16,0 1-20-16,0-2-14 0,0 0 0 0,0 0-15 0,-1-1 0 16,-2 0-14-16,1 0-21 0,-2 0-26 0,0-1-38 0,1 0-64 0,0-1-79 15,-2 0-84-15,2-1 9 0,0-1 70 0,-2 0-130 0</inkml:trace>
  <inkml:trace contextRef="#ctx0" brushRef="#br0" timeOffset="157959.76">23561 14531 2246 0,'2'2'295'0,"1"1"-193"0,1 1-57 0,0-1-32 15,1-1-10-15,1-1-13 0,2 0-22 0,0 0-21 0,0 0-29 0,1-1-30 16,-2 0-38-16,0-1-72 0,0 0-92 0,0 0-86 0,1-1-5 15,0 0 69-15,2-2-129 0</inkml:trace>
  <inkml:trace contextRef="#ctx0" brushRef="#br0" timeOffset="158225.76">23810 14295 2089 0,'-1'5'773'0,"1"0"-639"0,0 0-60 0,3 0-39 16,-1-2-7-16,4 1 2 0,1 1-11 0,1 0-12 0,1 1-2 0,1 0-1 15,-1 1-1-15,1 0-1 0,-1 1 5 0,2-1-5 0,0 1-4 0,1 0 4 16,0 1-7-16,-2 1 5 0,2-1-6 0,-1 2 6 0,-1-1 4 16,1 0-4-16,-2 1 2 0,-1 0-2 0,1 1 0 0,-2 0-4 0,0 0 9 15,-2 0-3-15,0 0 2 0,-2 0-8 0,-1-1-8 0,-2 0-4 0,-1-1-9 16,-1 0-1-16,-1 0-19 0,-1 0-12 0,-2-2-17 0,-2 0-10 15,-2-3-22-15,1 0-37 0,-3-1-33 0,0-2-29 0,-2-1-36 0,0-1-39 16,-1-2-54-16,-2-3-23 0,-1-1 22 0,1-1-4 0,1-4 31 16</inkml:trace>
  <inkml:trace contextRef="#ctx0" brushRef="#br0" timeOffset="158375.76">23856 14255 2273 0,'6'-5'323'0,"2"1"-172"16,2-1-57-16,1 0-39 0,1 0-6 0,0 0-17 0,1 1-13 0,-1 0-12 15,1 0-7-15,-1 2-3 0,-1 1-8 0,0 0-6 0,-1 1-18 0,0 0-24 16,0 0-28-16,-1 1-39 0,0 0-34 0,-1 0-47 0,1 1-49 16,-1 1-52-16,0-1-35 0,1 2 0 0,-1 0 19 0,1 1 65 0,-1 1-116 15</inkml:trace>
  <inkml:trace contextRef="#ctx0" brushRef="#br0" timeOffset="158527.76">24237 14423 1540 0,'2'7'682'0,"0"1"-484"0,3 2-80 0,0 0-44 0,1 0-9 16,0-1-12-16,1 1-17 0,-1 1-21 0,1-1-3 0,-1 1-2 16,-1 1-4-16,1 0-2 0,-3-1-11 0,2-1 5 0,1 1 1 0,0 0-6 15,0 2 4-15,0 1-15 0,-1-2-10 0,0 0-8 0,1-2-29 0,-3-1-39 16,1-1-54-16,-2-2-93 0,-1-1-105 0,0-1-80 0,-1-1-10 16,0-2 98-16,-1 0-94 0</inkml:trace>
  <inkml:trace contextRef="#ctx0" brushRef="#br0" timeOffset="158742.76">24552 14196 2221 0,'1'0'1060'0,"1"0"-929"0,-1 1-38 0,3-1-50 0,0 2-6 0,1 0-8 15,2 1-11-15,-1 2-6 0,0 0-20 0,-1 2-3 0,0 2 1 0,-3 1-10 16,-1 3-3-16,0 0-18 0,-2 2-22 0,0 2-24 0,-1 1-23 15,-1 1-18-15,0 3-24 0,-1 0 2 0,-2 4-8 0,1 0 5 0,-3 0-9 16,0 0-35-16,0-1-39 0,0-1-63 0,-1-3-29 0,0-1-7 16,0-1 18-16,-1-1-181 0</inkml:trace>
  <inkml:trace contextRef="#ctx0" brushRef="#br0" timeOffset="159025.76">22574 14152 2819 0,'-22'23'446'0,"0"0"-341"0,-5 8-51 0,6-1-41 0,6-2-11 0,2 0-13 15,1 0-11-15,3 2-14 0,1 2 1 0,1 3 7 0,1 3 15 0,3 0-5 16,0 1 13-16,2 1 6 0,2 1-13 0,3 3 8 0,3-2-19 15,4 0-16-15,4 0-6 0,4 1 1 0,3-2-8 0,6-1 9 0,3-1 3 16,6-3-17-16,3-1 1 0,3-3-13 0,6 0-10 0,1-4 3 0,4-2-5 16,2-4 20-16,1-2-3 0,0-2-8 0,0-3-22 0,0-1-42 15,0-3-25-15,1-2-25 0,-1-3-22 0,-1-3-45 0,0-3-20 0,-2-3 19 16,0-4 37-16,-2-3 67 0,0-3 53 0,-2-3-22 0,-1-3-62 16</inkml:trace>
  <inkml:trace contextRef="#ctx0" brushRef="#br0" timeOffset="159259.76">24930 14074 2722 0,'0'1'196'0,"2"2"-80"16,2 1-59-16,0 2-40 0,2 1-1 0,0 2-7 0,1 0-7 0,0 2 8 15,0 1-5-15,-1 2 6 0,1 2 3 0,1 3 4 0,0 1 8 0,-2 4 3 16,1 1-10-16,-1 1-3 0,1 1 0 0,-1 0 2 0,0 2-3 15,0-1-6-15,0 2-7 0,-2-1 1 0,0 1 1 0,0-2-1 0,-1 0-4 16,1-2-1-16,-2-1-5 0,1-2-13 0,-1-2-20 0,0-2-33 16,-2-2-32-16,0-4-26 0,-1-2-27 0,-1-3-26 0,-1-2-32 0,-2-2-39 15,0-4-52-15,0-3-66 0,-1-4-13 0,-2-4 15 0,0-3-181 0</inkml:trace>
  <inkml:trace contextRef="#ctx0" brushRef="#br0" timeOffset="159508.76">25214 13792 3303 0,'3'-2'279'0,"0"2"-174"0,4-1-59 15,3 0-42-15,2 1-2 0,3 0 3 0,0 1-8 0,3 1 6 0,-3 1-5 16,0 2-1-16,-2 1 1 0,0 1 0 0,0 3-8 0,-1 0 3 16,-1 2-5-16,-1 3-5 0,-1 2 0 0,0 0 2 0,-2 2-15 0,-1 2 17 15,-1-1-4-15,-2 2 7 0,-1 1 25 0,-2-2-15 0,0 0 4 0,-1-2-2 16,1-2-6-16,-1-2 12 0,1-1 7 0,0-2 0 0,1-2 4 15,2-2 1-15,-1 0 5 0,2-2 10 0,0-1 3 0,1 0 2 0,0-1-7 16,2-1-11-16,1 0-9 0,1-2-3 0,1 0-6 0,1-2-10 0,3 1-13 16,-1-2-7-16,1-1-14 0,2-1-29 0,1-1-25 0,0-1-49 15,3-1-67-15,-1-1-91 0,2-1-172 0,1-3-295 0,2-2-145 0,-1-2 218 16</inkml:trace>
  <inkml:trace contextRef="#ctx0" brushRef="#br0" timeOffset="162676.76">22026 16945 3094 0,'-8'8'95'0,"2"1"15"16,-2 1 6-16,4-2-35 0,2-4-23 0,3-2-21 0,0-1-16 0,3 0 3 15,1-1 4-15,3 0 1 0,3-1 1 0,1 0-9 0,2-2-3 0,2 1 1 16,2-1-4-16,2-2-9 0,1 0 2 0,3-2-14 0,0-1 10 16,2 1 7-16,-1 0-17 0,0-3 6 0,0 0 0 0,-2-2-1 0,4 0 8 15,-2-1-11-15,2-2-1 0,2-2-5 0,-3-1-9 0,1-2-4 0,-2 0-17 16,0-1-15-16,-3 1-11 0,0-1-26 0,-2 0-14 0,-2 2-33 16,-3 0-39-16,1-1-52 0,-3 1-84 0,-2-1-101 0,-1-2-119 0,-3 1-34 15,0-2-183-15</inkml:trace>
  <inkml:trace contextRef="#ctx0" brushRef="#br0" timeOffset="162909.76">22084 16231 2072 0,'-16'16'1215'0,"4"2"-1134"0,0 3 19 0,4 2-14 0,6-3-26 0,3 0 4 16,3 0-21-16,3 3-16 0,3-1-13 0,3 2 20 0,1 1-1 15,3 3 10-15,-1 0 5 0,3 4-42 0,3 0 6 16,1 3-6-16,2 1 0 0,1 3-6 0,1 1 2 0,0 1 2 0,1 4-12 0,-1-2 16 16,0 1-18-16,1-1 0 0,-1 1 18 0,-12-24-16 0,3 6 12 0,0-1 14 15,2 4-26-15,0-1-2 0,3 2-37 0,0 0-29 0,2 1-18 0,-1-2-32 16,1-3-26-16,-2-2-54 0,-2-4-76 0,1-1-112 0,-1-3-198 16,0-2-149-16,1-2-159 0</inkml:trace>
  <inkml:trace contextRef="#ctx0" brushRef="#br0" timeOffset="163259.76">22236 18501 3098 0,'-1'2'589'0,"0"-1"-472"0,1 0-20 0,1 0-5 16,0-1-30-16,2-1-22 0,2-2-40 0,3-2 0 0,3-3 0 0,3-2 0 15,2-4 0-15,6-6 0 0,4-6 0 0,4-6 0 0,7-7 0 0,4-5 0 16,52-61 0-16,13-13 0 0,8-12 0 0,4-9 0 0,1-6 0 16,101-122 0-16,-48 58 0 0,-24 31 0 0,-22 27 0 0,-11 14 0 0,6-2 0 15,2 1 0-15,1 0 0 0,0 2 0 0,-1 1 0 0,-2 3 0 0,0 5 0 16,-3 2 0-16,-2 7 0 0,-1 4 0 0,-5 5 0 0,-1 6 0 15,-3 3 0-15,-3 3 0 0,-1 5 0 0,-5 4 0 0,-3 4 0 0,-3 7 0 16,-2 4 0-16,-4 4 0 0,-3 6 0 0,-3 6 0 0,-4 4-42 16,-5 5-53-16,-5 4-30 0,-4 4-44 0,-8 6-56 0,-4 3-106 0,-3 7-152 15,-7 4-271-15,-4 4-93 0,-5 3 47 0</inkml:trace>
  <inkml:trace contextRef="#ctx0" brushRef="#br0" timeOffset="164025.76">24014 17264 2401 0,'-1'2'324'0,"1"1"-197"0,0 0-42 0,0 0-43 16,0 1-8-16,1 1-8 0,1-1 0 0,0 0-9 0,1-1-15 0,1 0 19 15,0-1-7-15,1-1 3 0,0 0 3 0,0-2-13 0,1 0-2 16,0-1 9-16,-2 0-2 0,3-1-13 0,-1 0 16 0,0-2-7 0,0 0 8 15,0-1-2-15,-1 0-14 0,-1-1 14 0,0 0-7 0,-1 0-7 16,-2-1-5-16,0-1-6 0,-2 1 13 0,0-2-4 0,-2 1 11 0,-2 0 0 16,-1 0-2-16,-1 0 0 0,-2 1-7 0,-2 0-3 0,0-1-3 0,-2 2 1 15,-2 1 1-15,0 0-3 0,0 1 7 0,-3 4 4 0,1 0-10 16,-2 2-15-16,2 2-11 0,-3 2 11 0,1 2 14 0,0 3 9 0,-1 1 1 16,0 3 4-16,2-1 7 0,-2 4 1 0,2 0-3 0,0 2-8 0,2 0 4 15,0 1 1-15,2 2-2 0,1-1 2 0,4 2-2 0,0 0 1 16,2-1 1-16,2 1-2 0,2-1-9 0,2 0 4 0,2-2-2 0,2-1-7 15,1-2-1-15,2-1 10 0,1-1-2 0,2-3 0 0,1 0-2 0,2-3-14 16,2-2 7-16,0-1 6 0,1-2-4 0,1-3 1 0,2-2 6 16,0-1-7-16,-1-4 9 0,0-1-4 0,1-2-5 0,-2-1 2 0,0-1-11 15,0-1 9-15,-1-2 5 0,-1 0 14 0,-1 0 4 0,-1 0-10 16,0-1 4-16,-2 0 5 0,0 0-3 0,-2 0 15 0,0 0-2 0,0 1-9 16,-1-1 15-16,-1 3-9 0,0-1-2 0,-1 2 9 0,0 0-14 0,0 2 3 15,0 1-1-15,-2 3-4 0,2 0 11 0,-1 1-4 0,0 1 1 16,0 2 7-16,0 2-6 0,1 1 7 0,0 1-14 0,0 2-11 0,1 0-4 15,0 3 9-15,0 3-5 0,0 1 1 0,1 3-1 0,0 0-2 0,0 4 0 16,1 1-6-16,0 1-1 0,0 1-1 0,-1 2 15 0,0-1-9 16,-1 2-2-16,0 0 2 0,0-1-1 0,-1 0 2 0,0-2 5 0,-1 1-13 15,0-3-18-15,-1-2-24 0,-1-1-20 0,-1-9-23 0,0 0-28 16,0-1-44-16,0 0-91 0,-1-1-105 0,0-1-172 0,-1-1-112 0,-1-2-161 16</inkml:trace>
  <inkml:trace contextRef="#ctx0" brushRef="#br0" timeOffset="164192.76">24359 17443 2525 0,'-2'4'962'15,"1"-2"-849"-15,1 2-1 0,-1-1-28 0,1 1-18 0,0 0 14 0,2-1-43 0,1 1-3 16,0 0 0-16,2 0-24 0,0-1 16 0,1 1-18 0,0 1-6 16,1-3-2-16,-1 2-12 0,0-1-14 0,0-1-26 0,-1-1-36 0,-1-1-25 15,-1 0-25-15,-1-2-54 0,0-1-77 0,-1-1-110 0,-2-1-180 16,0-3-196-16,-2-3-293 0</inkml:trace>
  <inkml:trace contextRef="#ctx0" brushRef="#br0" timeOffset="164509.76">24407 16951 2844 0,'-1'-1'414'0,"0"0"-277"0,1-1-30 0,2 0-33 0,1-1-10 0,3-1-13 16,1-2-1-16,1-1-20 0,2 0-1 0,1-1-6 0,3-1-2 15,0 0 7-15,2 0-1 0,1 1-13 0,1-1-7 0,1-1-3 0,1 1-4 16,0-1 8-16,-1 2 0 0,2 0-4 0,-1 3-4 0,-2-1-2 16,1 1 0-16,0 2 2 0,2 1-6 0,-2 1 6 0,1 2-10 0,0 1-3 15,-4 2 3-15,1 2-2 0,-2 2 0 0,-1 2-5 0,-3 3 3 0,0 1-9 16,-3 3-10-16,1 2-13 0,-3 3-9 0,-2 4 8 0,-1 0 2 16,-4 5-4-16,0 1 8 0,-2-15-1 0,0 3 16 0,-1 2 26 0,-2 5 11 15,0-2 19-15,-2 5 16 0,0-2 13 0,-1 5 22 0,0-2-6 16,0-1 9-16,0-3-4 0,2 0-14 0,2-3 0 0,2-4-18 0,2-1-38 15,4-4-10-15,2-4 0 0,3-2 0 0,4-4 0 0,3-4 0 0,5-3 0 16,6-4 0-16,4-3 0 0,5-4 0 0,6-4 0 0,4-4 0 16,4-2 0-16,4-5 0 0,3-2 0 0,1-2-26 0,-1-2-154 0,10-7-86 15,42-31-194-15,-13 2-439 0,-14 0-533 0</inkml:trace>
  <inkml:trace contextRef="#ctx0" brushRef="#br0" timeOffset="168992.75">21848 11626 497 0,'-33'-16'61'0,"-4"-1"-28"0,-13-5-15 0,0 3-7 0,0 2-6 16,-2-1-5-16,-3 4 3 0,-2 1 1 0,-2 0 8 0,-3 2 3 15,-2 1 3-15,-2 2 4 0,0 2-4 0,-4 1 1 0,0 1-8 0,-4 2-6 16,-3 2-5-16,1 2-6 0,-1 3 3 0,-1 3 1 0,0 2 2 0,-1 4 0 16,3 4 3-16,0 3 2 0,0 6 3 0,2 3 10 0,2 4 10 0,2 5 11 15,1 5 8-15,4 4 10 0,1 2 0 0,4 2 1 0,4 3-1 16,4 0-11-16,3 1 4 0,6 2-3 0,4 1-3 0,3 1-8 0,7 1-20 15,3 2-8-15,5 0-8 0,3 0 2 0,4 0-4 0,3 0 0 16,3-1 7-16,5-2 3 0,2-1 9 0,3-2 7 0,2-2-1 0,4-1 6 16,5-2-3-16,4 1-3 0,3 0-2 0,5-1-13 0,3 3-2 0,3-1-12 15,5-1-4-15,2 2-10 0,3 0-12 0,4 1-4 0,3 0-16 16,3 2 2-16,3-2-6 0,2-1 0 0,1-1 0 0,3-2 2 0,2-3 5 16,3-3 11-16,1-2 9 0,1-4 8 0,2-4 13 15,1-3 10-15,1-4 8 0,2-5 8 0,-1-6 11 0,0-4 17 0,1-5 23 0,0-4 23 16,4-3 15-16,1-5 8 0,2-2-1 0,2-4-2 0,2-3-1 0,2-2-10 15,4-4-6-15,3-3-10 0,1-1-13 0,2-4-2 0,1-2-21 16,-3-1 5-16,0-3-8 0,-3-1-10 0,0-2 6 0,-3-4-9 0,-1-1-1 16,-1-3 6-16,-1-1 4 0,-2-2-4 0,-4-1-4 0,-1-1-3 0,-2-3-2 15,-3 0 0-15,-3-2-9 0,-4-2 8 0,-4-2-5 0,-4-3-3 16,-3 0 6-16,-4-5-5 0,-7-2 0 0,-3-3 6 0,-5-5-5 0,-6-3-24 16,-3-6 9-16,-4-4-11 0,-3 0 3 0,-3-4 14 0,-4 1-16 0,-5-1-12 15,-4 1-16-15,-6 0-21 0,-2 3-18 0,-8 3-12 0,-4 6-25 16,-5 5-9-16,-5 7-4 0,-7 7 1 0,-6 5-3 0,-9 8-9 0,-6 5-15 15,-6 10-19-15,-7 7 15 0,-4 11 9 0,-7 10 8 0,-4 11 26 16,-2 12 0-16,-3 11 11 0,-1 13 8 0,-3 10-21 0,1 13-23 0,-3 11-23 16,2 11-46-16,2 10-48 0</inkml:trace>
  <inkml:trace contextRef="#ctx0" brushRef="#br0" timeOffset="169909.93">24407 17116 2050 0,'-3'3'399'0,"0"-1"-239"0,0 0-44 0,0 0-60 0,0 0-13 16,0 0-6-16,2 0-20 0,0 0-4 0,1-2-6 0,0 0 3 0,1 0 3 16,2-1 11-16,0 0-5 0,1-2-6 0,1 1-8 0,2-3-8 0,7-4 8 15,3-3 2-15,1-1 10 0,-3 0-1 0,2-2-6 0,3-3 4 0,3-3-2 16,-1-1 3-16,4-3-8 0,1-2 0 0,1-1 4 0,3-6-4 16,-1-1-2-16,4-5 0 0,2-2-3 0,-1-1 3 0,2-1 7 0,-2-1-6 15,1-3 1-15,-2-2-9 0,1 1-7 0,0-3 7 0,0-2-5 0,2 0 2 16,-2-2 12-16,1-2-12 0,1 1-2 0,-2-3 9 0,2-2-9 15,0 0 1-15,1-2 6 0,2 0-7 0,-1-1 4 0,0 0 6 0,-3-1-4 16,0-2 1-16,0 0 1 0,-2-2-2 0,0-1 1 0,-2 1-4 16,0 0-1-16,-3-1 1 0,0 0 4 0,-3 1 11 0,0-1-8 0,-4 0-3 15,-1 0 2-15,-2 2-5 0,-3 1 4 0,-3-1-1 0,-1 1 2 0,-4 2-4 16,0 0 9-16,-3 1 2 0,-2 1-5 0,-1 0 6 0,-2 0-1 16,-2 1 1-16,-2 0 4 0,-2 1-5 0,-2 0 0 0,0 2-9 0,-2 0 3 15,-1-2 1-15,0 0-4 0,-4-2-4 0,0 1 3 0,-1-1-5 0,0 1-9 16,-2-1 1-16,-1 2-6 0,1 2-2 0,-2 2 13 0,-1 0 2 15,0 0 2-15,-4 2 5 0,0 1-2 0,0 3 5 0,-3 3-4 0,1 0-15 16,-3 4 13-16,0 2-3 0,-1 2 6 0,0 3 14 0,-2 0-7 16,1 2-2-16,-1 1 2 0,3 3-1 0,0 0 6 0,2 1-3 0,0 1 5 15,1 2 0-15,0 1-2 0,1 2 9 0,1 2-5 0,-1 1 2 0,3 3 6 16,0-1-9-16,1 2 11 0,3 2-2 0,-1 0-4 0,3 3 7 16,1 0-13-16,0 2 2 0,2 3-5 0,-2 1-27 0,4 0 5 0,-1 1 0 15,-1 1 0-15,1 1 24 0,0 0 2 0,0 2 10 0,-2 0-14 0,1 2-6 16,-2 2-1-16,0 0-13 0,-1 2 16 0,-2 2 1 0,1 1 21 15,-3 2-5-15,1 1 5 0,0 0-3 0,-3 2-18 0,0 1-6 0,-2 2-6 16,-2-1 2-16,-1 1 4 0,0 1 0 0,1 0 1 0,-2-2-1 16,2 2-4-16,1-1-1 0,0 0 6 0,4-1-8 0,0-3-6 0,3 1-6 15,4-2-14-15,0-1-6 0,3-2-11 0,3 0-40 0,1-2-35 16,2-3-35-16,2-1-40 0,3-1-30 0,0-2-55 0,1-1-59 0,2-3-65 16,0-2-23-16,4-2 32 0,1-4-168 0</inkml:trace>
  <inkml:trace contextRef="#ctx0" brushRef="#br0" timeOffset="170226.93">24585 11724 2480 0,'-7'-1'147'0,"0"0"-73"0,-1 2-66 16,2 0-3-16,2 1-7 0,0 1-3 0,1 0 5 0,-1 1-9 0,-3 2 7 15,-1 1-4-15,-2 0-1 0,-2 2 5 0,-4 1-4 0,0 0 3 16,-1 0 4-16,-3 0 3 0,1 0-4 0,-3-1 6 0,-2 1-1 0,1-1-5 15,-3 1 8-15,1 0-1 0,-2-1-4 0,-1-1 5 0,2 2-3 0,-2 0-4 16,-2 0 3-16,0 1-4 0,-1 0 1 0,-1-1-6 0,4 1 5 16,-2 2 4-16,1-1 1 0,0 0 11 0,2-1 0 0,1 1 4 0,4-2-10 15,3-1 5-15,3-1 6 0,5-1 4 0,3-1 6 0,3 0-10 0,3-2 6 16,2 1-1-16,2 0 5 0,3 1-7 0,3 2-18 0,3 1 0 16,2 2-3-16,3 0 7 0,1-1-5 0,2 2 6 0,1-1-8 0,1 0 1 15,1 2 10-15,1-1-6 0,0 2-4 0,1-1-3 0,0 1-6 16,2 0 4-16,2-1 4 0,-2 2-5 0,1 0-1 0,-2 1-9 0,-1-2-9 15,-1 2-22-15,0 0-35 0,-1 1-53 0,0-3-79 0,1 0-95 0,1-1-101 16,0 0-128-16,3-1-13 0,0 1-75 0</inkml:trace>
  <inkml:trace contextRef="#ctx0" brushRef="#br0" timeOffset="171542.5">25792 11870 2318 0,'-15'-4'118'0,"3"1"-45"0,-4-2-25 16,5 2-25-16,4 1 5 0,2 1 5 0,1 1-12 0,2 0-2 0,0 1-7 16,1 1 2-16,-1 0-7 0,2 1 4 0,-1 1 6 0,1 1-14 0,0 2 13 15,1 3-2-15,0 1 4 0,1 3 8 0,1 2-6 0,1 1 10 16,2 4-6-16,0 2-18 0,3 1 3 0,1 4 3 0,1 3-4 0,2 6 11 16,1 2-7-16,2 3-12 0,0 4 0 0,1 3-2 0,1 3 2 15,1 2 0-15,-1 3-5 0,1 0 5 0,0 3-14 0,1 3 24 0,2 1 2 16,2 2-5-16,1 3 17 0,1 2-26 0,0 2 4 0,2 1 7 15,-1 3-8-15,2 1 16 0,1 3-1 0,1 0-2 0,0 3 6 0,0 2-1 16,-1 0 6-16,1 1 10 0,-2 0-11 0,-2-1 19 0,1 1 3 0,-5 0-7 16,2 1 10-16,-4 1-18 0,0 0-7 0,-2 0-17 0,-3 0 17 15,-3-1-2-15,0 0 7 0,-1 1 15 0,-2 1-12 0,-1-1 0 0,-4 3-17 16,-1-4 23-16,-2-2 3 0,-1-2 5 0,-2-2 13 0,-2-1-30 0,0 0-7 16,-1-1-3-16,-1 0 6 0,-1-2 1 0,1-5-15 0,-1-1-1 15,-1-4-2-15,1-1-2 0,1-1 14 0,0-2-11 0,1-3-7 0,0-5 6 16,2-2-14-16,-1-3 30 0,1-2 0 0,1-4-6 0,0-3 14 15,1-3-22-15,0-3-4 0,2-3-6 0,-1-1 0 0,1-3 0 0,0-1 0 16,1-4 0-16,-1-4 0 0,1-2 0 0,-1-2 0 0,0-3 0 0,1-1 0 16,-1-2 0-16,0-3 0 0,0-1 0 0,0-1 0 0,-1-2 0 15,1-2 0-15,0 1 0 0,-1-2 0 0,1 0 0 0,-1-1 0 0,-1-1 0 16,1 1 0-16,-1-1 0 0,1 0 0 0,0-1 0 0,0-1 0 0,0 0 0 16,0-2 0-16,0-1 0 0,0 0 0 0,1-3 0 0,0 1 0 15,1 0 0-15,0-2 0 0,1 1 0 0,0-1 0 0,1-1-6 0,1 0 4 16,1-1-8-16,2 0 8 0,2 1 2 0,0-1 10 0,3 0-2 15,-1-1-14-15,4-1-6 0,4 0 6 0,1-1 14 0,6-2 2 0,3-2-8 16,4-2-2-16,5-4-8 0,3-1 6 0,5-2 14 0,3-2-16 0,2-2 2 16,4-3-12-16,1-1 0 0,4-1 12 0,1 0 6 0,2 0 4 15,2-1-8-15,1-1 6 0,1 1 4 0,1-2 2 0,0 1-12 0,0 1 0 16,1 1 0-16,-1 1 0 0,0-1 0 0,-1 0 0 0,-2 1 0 0,1-2 0 16,1-1 0-16,-1 1 0 0,-2 1 0 0,0-1 0 0,-2 3 0 15,-2-1 0-15,0-2 0 0,-2 1 0 0,-1 0 0 0,1 2 0 0,-2 4 0 16,-2 0 0-16,-3 3 0 0,-2 2 0 0,-3 2 0 0,-5 3 0 15,-3 2 0-15,-4 3 0 0,-8 4 0 0,-3 2 0 0,-5 2 0 0,-4 3 0 16,-2 1 0-16,-2 1 0 0,-4 1 0 0,-3 1 0 0,-1 1 0 0,-1 0 0 16,-1 2 0-16,-1-1 0 0,-1 1 0 0,-1 0 0 0,1 1 0 15,-1 0 0-15,0 0 0 0,-1 2 0 0,-1 0 0 0,0 1 0 0,0 0 0 16,-3 1 0-16,0-1-26 0,-1 0-38 0,0 0 7 0,-1 0 2 0,2 0-28 16,-1-1-47-16,0-1-67 0,1-2-109 0,-3-2-177 0,0-2-245 15,-2-4-63-15,-4-3-92 0</inkml:trace>
  <inkml:trace contextRef="#ctx0" brushRef="#br0" timeOffset="171961.68">29217 14542 2694 0,'0'-2'275'0,"1"0"-109"15,0 0-73-15,1 1-45 0,0-1-14 0,0 1 2 0,1-1 0 16,1 2 5-16,0-1-1 0,0 1-1 0,1 0-2 0,2 0 0 0,2 1 8 16,1 0-3-16,2-1-6 0,2 0-8 0,0 0 1 0,3 0-8 0,2-1-4 15,1 1-11-15,3 0-8 0,2 0 2 0,0 0 2 0,2-1 4 16,1 1 0-16,0 0-6 0,1 0 3 0,-1 1 1 0,0-1-2 0,-1-1 4 16,-1 0-4-16,-3 0-4 0,-1 0 2 0,-1 1 2 0,-3-1 0 15,0 0-2-15,-1 0 2 0,-2 1-4 0,0 1 0 0,2-1 10 0,-3 1-2 16,-2-1-3-16,-1 0-5 0,-2 2-1 0,0-1 1 0,-1 1 4 0,-2 1 0 15,0-1-1-15,-2 1 5 0,-1 2-4 0,-2-1-8 0,1 1-5 16,-1 2-5-16,0-1 28 0,-1 5 11 0,-1 2 2 0,-1 2-3 0,0 3-18 16,-2 1-8-16,-1 3 4 0,-2 0 4 0,-1 3-2 0,0 0 6 15,0 0-7-15,-2 2 3 0,3-1-4 0,-2 2 0 0,0 0 0 16,-1 1-5-16,1-1 1 0,1-3 4 0,2 1 5 0,0-1-3 0,2 0 4 0,0 1-6 16,1 1 4-16,0-1 4 0,0 1-2 0,1 1 4 0,1 0-2 15,-1 3-6-15,0-2-2 0,-1 2 0 0,1 0-2 0,-1 2 0 0,0 1-6 16,-1 1-2-16,0 1-2 0,-2 3-5 0,-2-1-11 0,0 0-24 0,-4-2-29 15,0-2-40-15,-3-1-58 0,-4 0-117 0,-2-2-260 0,-7 2-315 16,-9-3-308-16</inkml:trace>
  <inkml:trace contextRef="#ctx0" brushRef="#br0" timeOffset="179176.67">30434 14507 1495 0,'-12'-1'319'0,"-1"-1"-224"0,-2 0 15 15,3-1 7-15,2-1 14 0,1 0 3 0,0 0-2 0,1 0-11 16,1 0-15-16,-1 1-25 0,1 1-9 0,0 1-9 0,-2 1 0 0,1 1 8 16,0 2-3-16,0 2-2 0,2 1-3 0,-2 3-11 0,1 2-1 15,-1 5-7-15,0 2-7 0,3 2 1 0,1 5-17 0,1 4 3 0,3 2-7 16,0 3-8-16,1-1 6 0,1-1-15 0,2 1 0 0,2-3-1 15,0 1 1-15,3-3 0 0,2-2-8 0,2-2-3 0,2-4 0 0,4-1 1 16,1-3 3-16,4-1-1 0,3-5-3 0,-3 0 5 0,2-2 1 0,-2-1-1 16,1-1 8-16,-1-1 0 0,-1-2 7 0,0-1 4 0,-1-1 8 0,-3-1 1 15,0-1 10-15,-2-2-3 0,-1 0-3 0,-1-3 3 0,1 0-6 16,-2-2 13-16,-2-1-1 0,1 0-4 0,-1-1-6 0,0-3-8 0,-1 0-5 16,-2-3 8-16,-2 2 1 0,1-3 1 0,-4-2-1 0,0 0-7 0,-1-1-2 15,-6-2 4-15,1-1 0 0,-4 1 4 0,-2-1-12 0,1-1-4 16,-3-1 2-16,-1 0 2 0,-3 1 0 0,-3 1-4 0,1 1-8 0,-4 0 6 15,-1 1-2-15,-1 1 0 0,-2 0 2 0,-2 1-4 0,0 1 4 16,-2 1-2-16,1 2 0 0,-1 2 0 0,0 2 0 0,0 4 0 0,-1 2 0 16,-1 2 0-16,0 2 0 0,1 2 0 0,2 2 0 0,-3 1 0 0,1 1 0 15,0 3-10-15,0 0 2 0,3 3-8 0,0 1-6 0,3 1-6 16,2 1-12-16,2 1-9 0,4 2-17 0,2-1-3 0,3 0-4 0,4 2-22 16,3 0-15-16,2 1-47 0,5 0-53 0,2 2-66 0,4 0-127 0,2 0-110 15,2 1-121-15,4-2-278 0</inkml:trace>
  <inkml:trace contextRef="#ctx0" brushRef="#br0" timeOffset="179410.67">30829 14923 2053 0,'-2'9'653'16,"-1"1"-495"-16,2 3-5 0,3-1-35 0,2-1-9 0,3 0 10 0,0 1-8 15,2 2-7-15,1 1-18 0,0 1-32 0,2 0-20 0,-2 1-15 0,1 0-7 16,1-1 3-16,-2-2-5 0,2 2-3 0,-1-3-1 0,0 2-14 16,0-5 14-16,-1 1-4 0,0-2 0 0,-1-1 2 0,0-1-18 0,-2-1-5 15,2-2-13-15,-1-1-24 0,-1-2-21 0,-2-1-30 0,-2-1-16 16,-2-1-34-16,0-2-32 0,0-2-40 0,0-2-78 0,-1 0-72 0,0-3-119 16,0-1-57-16,0 0-216 0</inkml:trace>
  <inkml:trace contextRef="#ctx0" brushRef="#br0" timeOffset="179876.67">31251 14163 1828 0,'-8'-12'506'16,"0"1"-345"-16,-2-1 0 0,1 3-11 0,4 1 1 0,0 0-8 15,1 1-8-15,-1 2-15 0,0 1-19 0,0 1-22 0,1 1-14 0,1 0-10 16,0 1 0-16,1 0-2 0,-1 1-4 0,1 0-15 0,0 0-6 0,0 0 1 15,2 0-4-15,-2 0-1 0,3 0-12 0,-2 0-5 0,2-1-1 0,0 1 4 16,0 0 2-16,2-1-2 0,0-1 2 0,1 1-2 0,2-1 2 16,0-1 2-16,-1 0 4 0,3 0-2 0,0 1-12 0,0-2-4 0,2 1 0 15,-1-1 0-15,2 1 0 0,-1 1 0 0,2 0 0 0,1-1 0 16,0 2 0-16,1 0 0 0,-1 0 0 0,1 1 0 0,2-1 0 0,-2 2 0 16,0 0 0-16,-1 0 0 0,0 1 0 0,-1 1 0 0,0 1 0 0,0 1 0 15,0 0 0-15,-1 1 0 0,0 0 0 0,-1 0 0 0,-1 2 0 16,-1 1 0-16,1 0 0 0,-1 1 0 0,-1 0 0 0,-1 1 0 0,1 1 0 15,-1 2 0-15,-1 1 0 0,1 1 0 0,-4 0 0 0,3 3 0 0,0 0 0 16,-1 1 0-16,1 1 0 0,-2-2 0 0,0-1 0 0,1 2 0 16,-2-1 0-16,3 0 0 0,-2-1 0 0,-2 2 0 0,2 0 0 0,-2-1 0 15,2 1 0-15,-1-1 0 0,0 0 0 0,0 1 0 0,-1-1 0 16,2 0 0-16,-1 2 0 0,-1 0 0 0,-1-1 0 0,1 0 0 0,1 0 0 16,1 0 0-16,-1 0 0 0,1-1 0 0,0-2-10 0,-1-1-24 0,2-1-2 15,0 1-6-15,-2-2-3 0,3 0 2 0,-1 0-7 0,2-1 0 16,0 0-12-16,0-2 5 0,1-1-10 0,-3 0-6 0,2-2-10 0,-1-1-1 15,-1-2 1-15,0-1 0 0,0-1 2 0,-1-2-11 0,-1-1-7 0,-1-2-3 16,-1-1-5-16,1-1-13 0,-1-2-26 0,0-1-29 0,0-2-21 16,-1-2-14-16,-1-1-6 0,0-1-6 0,0-1 0 0,0 0 2 0,-1 0 24 15,0 1 15-15,-3-1 37 0,0-1-198 0</inkml:trace>
  <inkml:trace contextRef="#ctx0" brushRef="#br0" timeOffset="180160.67">31389 14659 1139 0,'-9'1'325'0,"1"0"-76"0,-4-1-30 0,4 0-16 0,1-1-14 16,1-1-18-16,2 0-18 0,0 1-20 0,3-1-23 0,1 0-13 16,0-1-4-16,3 0-3 0,0 0 3 0,3 0 0 0,1-2-4 0,2 0-4 15,1 0 5-15,0-1-12 0,3 0-12 0,0-1-14 0,4 0-9 0,-1 0 0 16,1 0-4-16,-1 0-2 0,1 0-9 0,-1 1-10 0,1 2 4 16,0-1 2-16,-2 0 0 0,-3 1-24 0,-1 0 0 0,-1 1 0 0,-1 0 0 15,-2 1 0-15,2 0 0 0,-1 0 0 0,-2 1 0 0,0 1 0 0,-2 0 0 16,-1 0 0-16,2 0 0 0,-1 1 0 0,0-1 0 0,-1 1 0 15,-2 1 0-15,2-1 0 0,-1 0 0 0,0 0 0 0,-1 1 0 0,-2-1 0 16,3 1 0-16,-2 0 0 0,1-1 0 0,0 1 0 0,-3 0 0 16,2 1 0-16,0-2 0 0,0 2 0 0,1-1 0 0,-3-1 0 0,1 1 0 15,0 0 0-15,1-2-26 0,-1 1-44 0,0 0-13 0,-2-1-35 16,2 0-34-16,0 0-44 0,0-1-47 0,2 1-75 0,0-1-72 0,2-1-115 16,-1-1-100-16,2-1-31 0,-1-1 40 0</inkml:trace>
  <inkml:trace contextRef="#ctx0" brushRef="#br0" timeOffset="180627.67">31833 14478 672 0,'-1'4'192'0,"2"1"-35"16,2 1-13-16,-1-1 8 0,2-2 7 0,-1 2 6 0,0-1 0 16,2 1-14-16,0 1-19 0,1 0-16 0,0 1-5 0,-2 0-7 0,3 0-8 15,-1-1-17-15,0 1 6 0,2-1-7 0,-2 0-14 0,1 1 0 0,1 0-19 16,0-1-4-16,1 0 4 0,1-1-1 0,-2 0-4 0,1-2-3 16,2 1 0-16,-3-2-7 0,1 1 2 0,-2-1 7 0,1-2-3 0,2 0 31 15,-2 0-3-15,2-1-31 0,-2 0 32 0,0-2-34 0,-3 1 5 0,2 0 24 16,0 0-24-16,1-1-3 0,0-1-3 0,2-1 3 0,0 0-2 15,1-1 6-15,2 0-12 0,0-1 6 0,0 1-7 0,-2-2 1 0,3 2 1 16,-2-2 2-16,1 1 8 0,-1-1-6 0,-2 1-28 0,1-1-2 16,-1 0 0-16,-1 0 0 0,0 1 0 0,-2-2 0 0,-1 1 0 0,-1 0 0 15,-1-2 0-15,-3 1 0 0,1-1 0 0,-1 0 0 0,-2-2 0 0,0 0 0 16,-1-1 0-16,-1-1 0 0,-3 0 0 0,0-1 0 0,-2 0 0 16,-1-1 0-16,-2 1 0 0,-1-1 0 0,1 0 0 0,-3 1 0 0,-1 3 0 15,0 0 0-15,0 1 0 0,0 2 0 0,-18-3 0 0,4 6 0 0,3 6 0 16,4 1 0-16,0 3 0 0,0 2 0 0,1 1 0 0,-5 2 0 15,3 3 0-15,2 2 0 0,-3-1 0 0,4 3 0 0,-3-1 0 0,2 0 0 16,2-1 0-16,-2 1 0 0,5 0 0 0,0-3-74 0,1 1-29 16,5-3-38-16,-1 1-36 0,4-1-44 0,3 0-67 0,1-1-89 0,6-1-78 15,1 0-86-15,5 0-16 0,0 0-231 0</inkml:trace>
  <inkml:trace contextRef="#ctx0" brushRef="#br0" timeOffset="181377.66">30600 16115 2771 0,'17'1'166'0,"2"1"-74"0,6-1-30 0,0-1 3 0,-1-1 28 16,3 0-5-16,2-1-10 0,2 1-23 0,1-2-33 0,3 0-7 0,1-1-15 15,1-1 0-15,2-2-2 0,1 0-9 0,3-3 0 0,-2-1-4 0,-2 0 3 16,3-2 1-16,-4 1 1 0,3 0-10 0,-1-1 26 0,0 1-4 15,1-1 10-15,-1 1 5 0,1-1-23 0,-1-1 17 0,2 0-12 0,-2 0 8 16,3 1 6-16,2-3-9 0,-1 0 8 0,2-1 0 0,-3 1-3 16,1-2 6-16,-1-1 5 0,0 1-5 0,-21 8 36 0,5-3 5 0,-3 0 3 15,7-3 6-15,-3 1-38 0,6-5-5 0,-2-1-5 0,4-3-9 0,-1-1 0 16,1-1-7-16,-1-3-1 0,-1 1 0 0,0-3-1 0,-3 0 4 16,2-3-10-16,-3 0 3 0,2-2-4 0,-4 0-2 0,1-2 6 0,-3 0-9 15,0-2 3-15,-1-1 78 0,-1 1 3 0,-2-1 8 0,-3-2-25 0,0 1-54 16,-1 0 0-16,-10 20 0 0,0-1 0 0,-1-1 0 0,2-4 0 15,-1 2 0-15,0-4 0 0,0 1 0 0,0-4 0 0,0 0 0 0,-2-3 0 16,1 1 0-16,-1-3 0 0,0 0 0 0,-2-2 0 0,0 0 0 16,-1-3 0-16,-1 2 0 0,-3-1 0 0,-4-39 0 0,-4 7 0 0,-4 8 0 15,-4 6 0-15,-4 5 0 0,-3 7 0 0,0 5 0 0,-3 4-20 0,-1 4 40 16,-3 0-20-16,-2 1 0 0,-3 0 0 0,1-1 0 0,-5 3 0 16,-3-2 0-16,0 2 0 0,-2 1 0 0,-2 1 0 0,-1-1 0 0,-8-1 0 15,-38-18 0-15,8 10 0 0,12 8 0 0,18 10 0 0,0 3 0 0,-2 1 0 16,-1 2 0-16,-3 2 0 0,1 2 0 0,0 2 0 0,-1 1 0 15,-2 3 0-15,-4 1 0 0,0 2 0 0,0 3 0 0,-4 1 0 0,1 3 0 16,-3 1 0-16,0 3 0 0,1 1 0 0,-1 0-10 0,-2 4-20 16,0 1 30-16,-2 2-2 0,1 1 28 0,2 3-10 0,-2 2-16 0,1 1 0 15,5 3 0-15,1 1 0 0,5 2 0 0,3 1 0 0,4 4 0 0,2 2 0 16,4 4-2-16,2 1-6 0,5 3 2 0,3 3 2 0,3 4 6 16,5 2 4-16,2 5-6 0,3 3 2 0,3 2 4 0,5 5-2 0,1 2-4 15,4 2 0-15,1 5 0 0,2 3 0 0,2 1 0 0,3 2 0 0,4-1 0 16,3-2 0-16,4-3 0 0,4-3 0 0,4-5 0 0,5-4 0 15,3-5 0-15,6-3 0 0,3-2 0 0,5-2 0 0,2-4 0 0,4-3 0 16,0-6 0-16,1-2 0 0,6-1 0 0,-2-4 0 0,1-3 0 16,-1-4 0-16,-1-4 0 0,0-3-120 0,-1-4-143 0,1 0-155 0,-1-3-329 15,-1-1-241-15,-1-1-127 0</inkml:trace>
  <inkml:trace contextRef="#ctx0" brushRef="#br0" timeOffset="196845.14">30169 16102 1236 0,'-3'6'9'0,"-3"2"11"0,1 3 11 0,-2 2 18 0,3-3-4 0,2-2 1 0,2 2-1 0,2 0-3 0,2 0 15 16,1 1 2-16,2-1-2 0,2-2 2 0,3 2-6 0,2-2-5 15,4 0 0-15,2 0-8 0,3-2-7 0,3-1-6 0,3-2-5 0,1-2 0 16,3-3-4-16,2-3-7 0,3-3-6 0,1-3-10 0,1-1 3 16,3-3-3-16,1-2 1 0,4-3 1 0,2-3-5 0,2 0 6 0,2-2 1 15,1 1-2-15,2-3-3 0,3 0-2 0,2-3 1 0,0-1 7 0,1 1-4 16,2-1-8-16,-1 2 10 0,2-1 6 0,1 0 4 0,-2-1 6 0,1 1-12 15,0-2-5-15,-1 3 3 0,0-2 5 0,-3 0 4 0,-2-2-2 16,0-2 27-16,-31 17-7 0,6-4 5 0,-1 0 2 0,6-5-28 0,-1-1 5 16,5-4-5-16,-1-4-9 0,4-3-1 0,0-2-4 0,-2-1-2 0,-2-2 0 15,-2-1 0-15,-1-2-2 0,-1-1-4 0,-2-1 0 0,-2-1 58 16,-3-1 4-16,-1-2 4 0,-1 2 4 0,-3-1-72 0,-14 28 4 0,0-5 2 16,-1 1 0-16,1-1 12 0,-3 0 3 0,1-2 8 0,-2 1 11 15,0-2 11-15,-2 0 9 0,-1 0 9 0,-3 0 1 0,-2-5 6 0,-3-29 5 16,-5 2 0-16,-6 5 3 0,-6 5-77 0,-6 6-17 0,-4 4 7 0,-3 3-6 15,0 6 64-15,-4-1 8 0,-1 0-12 0,-5 1-10 0,-2-3 5 16,-2 2-7-16,-2-1 1 0,-3 2 1 0,-4 1-1 0,-50-25-23 0,10 12 2 16,10 14 1-16,14 12 1 0,7 7 33 0,-4 5 4 0,2 2 1 15,-4 5 2-15,-2 3-3 0,2 3-10 0,-3 4-11 0,-3 4 0 0,3 5-3 16,-3 4 0-16,0 2 5 0,0 8-8 0,2 3 1 0,-1 4 2 0,3 2 9 16,4 1 0-16,2 3 7 0,6 2 3 0,4 0 3 0,4 3 4 15,4 0-7-15,4 2-5 0,4 1-8 0,4-1-9 0,3 2 2 0,7-1-10 16,1-1 1-16,4 0-12 0,3-5-3 0,1-2-4 0,3-3-17 0,4-2-18 15,4-6-30-15,0-2-47 0,3-5-48 0,2-4-67 0,1-3-100 16,2-7-169-16,0-3-138 0,3-6-292 0</inkml:trace>
  <inkml:trace contextRef="#ctx0" brushRef="#br0" timeOffset="197692.13">18360 4121 1260 0,'-8'-12'119'0,"0"0"-143"15,0-3-94-15,3 4-56 0,3 2-11 0,3 4 35 0,2 0 48 16,2 2 26-16,0 2 4 0,1 1 6 0,0 0-232 0</inkml:trace>
  <inkml:trace contextRef="#ctx0" brushRef="#br0" timeOffset="203028.12">1545 11614 1147 0,'-15'-8'449'0,"1"0"-294"15,-4-3-49-15,-1-3-41 0,-4-1-16 0,-2-5-2 0,0-2 2 16,1 0 14-16,2-1-13 0,2 0-12 0,1-3-13 0,2 0-19 0,2 1-8 15,2-2-5-15,2 0-8 0,3-1-1 0,1 0 0 0,4 0 4 0,2-1 5 16,1 1 3-16,1-1-1 0,2 2 1 0,4-1 5 0,1 1-1 16,3-1 2-16,2 2 2 0,3-2-2 0,4 2 0 0,3-2 4 0,3-1-9 15,4 0 9-15,3-2-1 0,5 1 3 0,2-2 3 0,4 0-30 0,10-5 1 16,40-24-4-16,-5 8 2 0,-11 11 20 0,-19 14-3 0,3-1-1 16,0 3-2-16,0 1 2 0,1 4 2 0,-3 5 2 0,-1 1-7 0,1 3-3 15,-3 4-1-15,-2 2-1 0,-2 4 12 0,-1 3 0 0,1 2 2 16,-1 3-1-16,0 5 4 0,-1 2 0 0,-1 4-2 0,-2 5 4 0,1 4-1 15,-1 3-5-15,-2 5 2 0,0 0-7 0,-2 3 0 0,-3 5-2 16,2 3 0-16,-3 2-7 0,1 4 1 0,-1 4-1 0,-1 3-1 0,-2 3 8 16,-1 3-4-16,-2 3 5 0,-2 3-2 0,-4 2 0 0,0 1 4 0,-5 2-8 15,-2 3 8-15,-3 1 0 0,-4 3-1 0,-3 2 11 0,-4 0 3 0,-5 4 2 16,-3-3 0-16,-4 1 0 0,-4 1 1 0,-3 0 2 0,-4-2 11 16,-5 2 4-16,-1-2 6 0,-5-3-7 0,-3-1 11 0,0 0-1 0,-4-3 2 15,-5 1 5-15,-2-3-6 0,-4-5-13 0,-2 0-1 0,-2-6-1 16,-1-2-16-16,-3 0 13 0,-3-3-5 0,-5-1 4 0,-4-1 10 0,-3-4-2 15,-1-2-2-15,-3-4-3 0,-2-2 0 0,0-4-2 0,-4-5 3 0,-1-4 9 16,0-2-1-16,-3-4 2 0,0-3 3 0,-2-4-12 0,0-4 5 16,-1-3-4-16,43-9 0 0,-11 1 36 0,2-3 10 0,-8-2 2 0,2-2 5 15,-10-3-34-15,3-4-10 0,-8-1-7 0,2-6-7 0,4-4-8 0,35 9 78 16,-5-2-1-16,3-3 1 0,-5-2-4 0,3-3-84 0,-2-1 1 16,1-3-1-16,0-1 4 0,1-3-4 0,-1-1-8 0,2-2-6 0,-1-2 1 15,3-1 3-15,-2-1 2 0,5-1 6 0,-2-1-12 0,4 0-3 16,2 0 0-16,3 2-4 0,4 0-4 0,2 3-4 0,2 2-7 0,2 0-2 15,4 2-5-15,1 2-5 0,2 0-3 0,2 2-2 0,2 1 0 0,1 2 0 16,2 0-8-16,0 1-5 0,3 1-3 0,0 0-3 0,0 1 8 16,2 1-1-16,1 0 2 0,0 0 0 0,1 0 1 0,0 2 4 0,0 0 1 15,1 0 7-15,-2 2-13 0,1 1-10 0,0 0-16 0,1 1-22 0,-1 1-17 16,0 0-49-16,0 3-67 0,0-1-54 0,1 2-28 0,0 0 20 16,0 1 41-16,1 1-154 0</inkml:trace>
  <inkml:trace contextRef="#ctx0" brushRef="#br0" timeOffset="204062.12">8212 11472 977 0,'-11'1'91'0,"1"0"-55"0,-2 0-34 16,8 1-6-16,3-1-4 0,2 0-1 0,2 2-3 0,2 1 4 0,2 1 7 15,3 2 0-15,2-1 0 0,3 0 1 0,2 2-1 0,2 1-4 0,0 1 6 16,5-1-1-16,1 1 1 0,3 0 1 0,1-2 2 0,2 1 6 16,-2-1-1-16,0 1 7 0,1-2 1 0,0 1 2 0,1 0 11 0,2 0 0 15,-1-1 4-15,2 0 5 0,1-1-1 0,1 0 4 0,0-2 4 0,4 0 0 16,0-2-5-16,2-1-5 0,3-1-3 0,1-2-6 15,1-3 5-15,1-3-1 0,1-2 4 0,3-2 3 0,2-2-4 0,0-5 0 0,0-4-1 16,3-3-1-16,1-7-5 0,1-2-9 0,2-2 5 0,-2-6-8 0,1 0 4 16,-1-4 5-16,-2 0-9 0,-2-2-4 0,-1 2 3 0,-4-1-2 15,-2 0 9-15,-5 1 7 0,-3 1 5 0,-4 3 19 0,-5 1 3 0,-4 0 15 16,-4 4 15-16,-1 0 2 0,-4 2-3 0,-3 1 1 0,-3-1-16 16,-3 1-10-16,-1 1-10 0,-3 1-3 0,-2-1-12 0,0-1-6 0,-2-2-6 15,-1-2-10-15,-2 2-3 0,-1-1-2 0,-1-2-2 0,-2 2 0 16,-1-3-17-16,-2 1 3 0,-2-1 3 0,-3-1-11 0,-3 1 17 0,-3 0-12 15,-1 1-5-15,-4 0-5 0,-2 1-8 0,-6-1 0 0,-1 1-3 0,-6 1 12 16,-3 2 9-16,-2 3 1 0,-6 0 4 0,-4 4-7 0,-2-2-6 0,-2 4-6 16,-4 0 0-16,-3 4 15 0,-1 1 0 0,-5 2 17 0,-3 4-1 15,-3 1-5-15,0 4 0 0,-5 2-1 0,-3 5-1 0,2 3 0 0,-3 4 2 16,0 5-6-16,0 3 4 0,-1 4-1 0,2 1-11 0,1 7 3 16,3 5 9-16,0 4-4 0,2 7 2 0,3 8 0 0,1 4-18 0,4 8-23 15,2 5-54-15,3 8-103 0,2 7-129 0,3 6-119 0,4 10-44 0,4 11-197 16</inkml:trace>
  <inkml:trace contextRef="#ctx0" brushRef="#br0" timeOffset="-113062.28">30677 15928 1928 0,'16'3'15'0,"6"3"36"0,10 0 30 0,8 3 18 0,-5-4-9 0,2-1-36 0,3-1-35 0,2-3-23 0,1-2 4 0,3-2-6 16,0-3 3-16,2-2 0 0,-1-1-11 0,0-2 7 0,2-1-4 15,0-1 11-15,0-2 3 0,0-2-13 0,-1 2 13 0,0-1-9 0,0-2 1 16,-1 0 14-16,1-1-9 0,-1-2-1 0,0 0 2 0,-1 0-2 0,0-1-5 16,-1 0 7-16,1-2 1 0,-22 12 28 0,6-3 3 0,-2-1-3 15,6-5-2-15,0-1-25 0,5-3 1 0,0-2-1 0,5-4 0 0,0-2-3 16,1 1-7-16,-3-1 4 0,1-1-8 0,-2 1 5 0,0-1 3 15,-1 1-8-15,-1-1 16 0,-1 0 65 0,-1 1 0 0,-2-1 9 0,-19 17-6 16,3 0-70-16,-2-2 8 0,2-1 0 0,-2 1 17 0,2-3 8 0,-2 0 10 16,0-1 14-16,-2 0 6 0,0-1 10 0,-2 0-3 0,-2-2-9 15,-1 1-6-15,0-3-11 0,-3 2-5 0,0-3 0 0,-4 1-6 0,-2-1-5 16,-2 2 2-16,-2-2-8 0,-3 1-2 0,-4-3 2 0,-10-25-10 0,-2 2 4 16,-4 4 7-16,0 2-87 0,-1 3 7 0,3 6 7 0,-1 3-6 15,3 6 96-15,1 2 9 0,-2 1 1 0,0 1-5 0,1 0 1 0,-4 1 0 16,1 1 6-16,-3 1 6 0,-1 1-9 0,-3 1-12 0,-3 0-7 15,-2 2-7-15,-3 0-3 0,-3 0-3 0,-5 2-14 0,-49-18-36 0,5 9-3 16,7 3-4-16,10 7 8 0,6 3 29 0,-3-1 0 0,0 2-2 0,-1 0 0 16,-3 1 0-16,4 1-6 0,1-2 1 0,4 1-7 0,3 1 5 15,0 0 7-15,2 1 4 0,2 0-1 0,3 0 1 0,0 2 0 0,6 0 0 16,1 1-4-16,1 1-3 0,2 0 5 0,-1 3 0 0,2 0 3 0,1 0 7 16,1 2-4-16,1 1 3 0,0 2-3 0,0 1 0 0,-2 1-4 15,0 3 0-15,0 3-6 0,2 2 4 0,-3 3 4 0,1 1-6 0,2 4 4 16,0 2-10-16,0 2-2 0,1 3 10 0,2 1 0 0,1 0-3 15,2 4 3-15,0 0-6 0,0 4-4 0,2 2 6 0,0 1-7 0,4 1-6 16,-1 2-3-16,4 1-2 0,-1 2-9 0,3 1 10 0,0 0 2 0,3 2 0 16,1-1 8-16,3 0 2 0,2-1 1 0,3-1 5 0,2-1 1 15,1 1 5-15,2-2 1 0,2-1 11 0,2 0-2 0,1 1-1 0,3 0 3 16,1 0-6-16,1 0 1 0,2 0 9 0,2 0-6 0,1 0 6 0,2-1-4 16,1-3-1-16,2 0 13 0,2-3-4 0,-1 1 0 0,4-1-10 15,2-3 7-15,1 1-1 0,0-5-5 0,3 1 19 0,1-2-25 0,1 0-4 16,2-3 6-16,-1-1-4 0,1-3 0 0,0-1 3 0,1 0-13 15,1-2 3-15,-1-1 4 0,0-1 1 0,-3 0 0 0,0-1 2 0,-2-2 0 16,2-1-2-16,-1-2 0 0,-1-1 0 0,2-1-4 0,-1-1 10 0,0-1 0 16,1-1 12-16,-3-2 0 0,1-1 6 0,1 0-28 0,-2-1 0 15,1-1 0-15,-1-1 0 0,0-1 0 0,-1 0 0 0,-2-1 0 0,-2 0 0 16,-1-2 0-16,-1 1 0 0,-1-1 0 0,-4 0 0 0,0 2 0 0,-2-2 0 16,-2 2 0-16,1-1 0 0,-3 0 0 0,0 0 0 0,-2 0 0 15,0 1 0-15,-1 0 0 0,0 1 0 0,-1 0 0 0,0-2 0 0,-1 1 0 16,0 0 0-16,-1 0 0 0,0 0 0 0,0 1 0 0,-1-1 0 15,1 0 0-15,0 1 0 0,-1 1 0 0,1 0 0 0,0 1 0 0,-3-1 0 16,2 2 0-16,-1-1 0 0,0 1 0 0,1 1 0 0,-2 0 0 0,1 0 0 16,0 2 0-16,-1-1 0 0,1 1 0 0,-1 1 0 0,1-1 0 15,-1-1 0-15,-1 2 0 0,1 0 0 0,0 1 0 0,1-1 0 0,0-1 0 16,1 2 0-16,0-1 0 0,0 1 0 0,1 0 0 0,0-1 0 0,0-1 0 16,1-1 0-16,0 0 0 0,-2-1-70 0,3 0-124 0,-1-3-96 15,-2 0-158-15,0-3-245 0,-2-2-224 0,-2-4-135 0</inkml:trace>
  <inkml:trace contextRef="#ctx0" brushRef="#br0" timeOffset="-92667.64">19051 3973 3406 0,'-5'-2'-116'0,"2"3"-97"0,1 5-63 0,2 5-42 0,8 6 46 0,1 1 27 0,3-1-23 0,0-2-31 0,0-2-19 16,-3 0 8-16,1-1-90 0,-2 0 82 0</inkml:trace>
  <inkml:trace contextRef="#ctx0" brushRef="#br0" timeOffset="-92450.62">23472 3390 2896 0,'24'-9'-59'0,"4"3"-31"0,8 1-25 0,-1 11-14 0,-4 6-20 16,-2 0-9-16,-2 3-44 0,-4-1-79 0,-3 0-75 0,-5 0-30 15,-5 1-214-15</inkml:trace>
  <inkml:trace contextRef="#ctx0" brushRef="#br0" timeOffset="-92200.59">18349 3788 2771 0,'1'7'-29'0,"3"4"-33"0,2 1-25 0,3 3-29 0,3-4-13 16,1-2-26-16,4 0-31 0,4-2-36 0,3-1-57 0,6-4-66 0,2-1-29 15,4-2-202-15</inkml:trace>
  <inkml:trace contextRef="#ctx0" brushRef="#br0" timeOffset="-91750.59">20607 4871 2481 0,'-25'-10'52'0,"0"3"-38"0,-7-1-12 0,10 5-13 16,5 3-11-16,4 1-9 0,4 1-8 0,3 0-1 0,2 0 5 0,2 0-2 15,1-1 1-15,0 0 2 0,3-1 0 0,0 2-6 0,2-1 6 16,1 0 0-16,2 1-6 0,2-1-11 0,0 1-30 0,3 0-32 0,1-1-34 15,2 2-38-15,3-1-50 0,3 0-43 0,0 0-10 0,4 0-235 0</inkml:trace>
  <inkml:trace contextRef="#ctx0" brushRef="#br0" timeOffset="-91533.59">24527 5139 2455 0,'1'-5'-14'0,"2"1"-55"0,-1 0-41 0,1 4-36 16,-2 2-15-16,0 3-6 0,2 0-4 0,-1 0-20 0,0 1-18 0,-1-1 7 15,-1-1 11-15,-2-1 23 0,-1 1 11 0,-4-2 21 0,-2-2-154 0</inkml:trace>
  <inkml:trace contextRef="#ctx0" brushRef="#br0" timeOffset="-91250.6">19487 6588 957 0,'4'-7'388'0,"3"-1"-485"16,4-1-91-16,4 4-98 0,6 2-283 0</inkml:trace>
  <inkml:trace contextRef="#ctx0" brushRef="#br0" timeOffset="163284.46">23997 3271 1711 0,'0'-9'774'0,"2"1"-746"0,1-1-28 0,3 4-13 0,1 0 8 16,0-1 12-16,0 0 15 0,-1 0-2 0,-3 0 4 0,-1 1 9 16,-2-1-6-16,-4-1 1 0,-1-1-9 0,-6-3-14 0,-3-1 1 0,-5-2 1 15,-4 0-1-15,-5-2 1 0,-5-1 3 0,-3 0-1 0,-5 0 4 0,-3-1 1 16,-3 1-5-16,-4 2 5 0,-1 0-5 0,-7 0 1 0,0-1 0 0,-3 3 0 16,-2-1 2-16,-1 2-1 0,-2 1 8 0,-2 1 3 0,2 1 3 15,-1 2 2-15,0-1-2 0,0 3-4 0,0 2 4 0,0 1-4 0,1 4 3 16,2 2-5-16,0 1-10 0,2 3-2 0,2 2-1 0,0 4 3 15,0 3 2-15,-1 5-3 0,1 2-4 0,-2 5-2 0,-1 4-1 0,0 5-9 16,-3 6 2-16,-1 2-9 0,0 4-1 0,0 2 9 0,-1 1-3 0,1 2 15 16,0 3-5-16,0-1 0 0,5 0-4 0,3-2-2 0,6-2 2 15,5-2 2-15,8-3-13 0,11 0 5 0,8-3-8 0,11-2-2 0,12 1 11 16,8 0-9-16,15 2 6 0,7 2-4 0,11 1-2 0,12 2 3 16,6-2-5-16,8-2 1 0,9-3-1 0,3-2-2 0,3-3 4 0,2-5-5 15,1-1 23-15,2-4 12 0,1-3 4 0,0-2 12 0,1-5-13 0,-4-2 2 16,1-2 2-16,-3-3 4 0,-2-1 4 0,1-1 2 0,-2-1 2 15,-1-3-2-15,2-1-3 0,-4-3-2 0,0 0 2 0,-1-3-9 0,0-1 3 16,1-2-6-16,-3-4-4 0,3-2 1 0,-1-3-1 0,-1-2-6 0,-1-4-1 16,0-3-1-16,-1-2-4 0,0-4-3 0,-2-2 8 0,-3-2 6 15,0-2-2-15,-2-1 8 0,-4-2-5 0,-2 0 1 0,-7 1 5 0,-2 0 3 16,-3 1 8-16,-7-1 6 0,-4-1 5 0,-6 3 7 0,-6 1 5 0,-7 1 3 16,-5 1-1-16,-5-1 14 0,-8 1 2 0,-6-2-5 15,-7 0 1-15,-8-3-23 0,-5 0-16 0,-9-1-11 0,-7 1-9 0,-6 0 5 0,-8 1-6 16,-8 2 6-16,-7 0-10 0,-6 1-6 0,-8 0 4 0,-4 2-2 15,-6 0 2-15,-2 4-2 0,-4 3-2 0,-3 3 3 0,0 5 5 0,0 3-1 16,1 4 5-16,4 5 6 0,3 5-2 0,5 5 4 0,2 4-4 0,7 3-5 16,0 3-1-16,6 5-13 0,2 3 3 0,5 3-8 0,2 3-4 15,3 1 4-15,3 0-11 0,1 1-14 0,1-1-34 0,2 1-42 0,2 0-53 16,2 0-61-16,3-1-85 0,1 0-117 0,3 0-193 0,3 0-509 0</inkml:trace>
  <inkml:trace contextRef="#ctx0" brushRef="#br0" timeOffset="163765.46">18661 3708 1419 0,'1'-11'-86'0,"1"3"-97"0,1-2-61 0,0 6-59 15,0 3-145-15</inkml:trace>
  <inkml:trace contextRef="#ctx0" brushRef="#br0" timeOffset="164234.46">17922 3658 1084 0,'-11'-2'780'0,"-1"2"-741"0,0 2-22 0,2 4-28 0,2 3-6 15,2 3 9-15,1-1 0 0,1 0 8 0,1 1 3 0,0-3-2 0,0-1 7 16,0-2 8-16,0-1 4 0,0-2 9 0,-1 0 9 0,0-1 3 0,0-2 4 16,-2 2-2-16,0-2-5 0,-1 0-3 0,0-1 2 0,-1 0-6 15,1-3 5-15,1-1 0 0,0-1-3 0,0-2 8 0,1-3 2 0,2-1 4 16,2-3 2-16,2-2-7 0,4-3-6 0,3-3-6 0,3-3-4 0,7-5-3 15,6-4-4-15,6-2-4 0,8-5-7 0,5-1-1 0,7 1-3 16,7-1 1-16,6 4-14 0,5 2 10 0,4 3 6 0,3 5 4 0,3 2 12 16,3 3-3-16,1 6 2 0,0 3-2 0,-1 6 2 0,0 6-2 15,-4 4-12-15,-1 5-1 0,-2 6 1 0,-2 3-8 0,-5 4 9 0,-2 5-23 16,-5 3 1-16,-2 2-2 0,-2 5-6 0,-2 2 16 0,-4 3-5 0,-3 2 2 16,-3 2 3-16,-4 1 2 0,-2 2 3 0,-1 2 3 0,-6-1-1 15,-2 0-2-15,-6 1-2 0,-3 1-5 0,-6 0-1 0,-5 3-2 0,-5-1 0 16,-6 2 4-16,-5 1-1 0,-7 2 2 0,-6 1 2 0,-9 0 1 0,-8 1 5 15,-9-2-6-15,-8 0 6 0,-7-2-4 0,-7-1 9 0,-6-3 5 16,-4-3 4-16,-6-2 4 0,-4-5-2 0,-3-3-2 0,-5-2 1 0,-3-3 6 16,-2-4-2-16,-3-5 5 0,-1-4 0 0,3-6-3 0,2-5 5 15,4-6 18-15,6-5 21 0,4-6 8 0,7-6 9 0,7-6-15 0,7-7-9 16,5-4-12-16,8-3-12 0,5-5-7 0,6-6-20 0,6-5-8 0,4-6-2 16,5-5-4-16,5-5 0 0,5-3-2 0,5-6-7 0,6-2 4 15,6 2 3-15,6 2 6 0,4 8 8 0,4 5 1 0,1 4 6 0,1 7 2 16,2 5-11-16,0 6-6 0,3 4-6 0,1 5-7 0,-1 4-4 0,1 6-3 15,0 3-12-15,-1 3-16 0,2 6-31 0,-2 4-73 0,-1 5-87 16,-1 4-106-16,-4 4-176 0,0 4-159 0,-3 3-288 0</inkml:trace>
  <inkml:trace contextRef="#ctx0" brushRef="#br0" timeOffset="164385.46">18776 4732 3067 0,'-3'1'-523'16,"3"4"-359"-16,8 6-273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0:39:48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11471 2670 1049 0,'-8'-5'222'0,"1"1"-198"0,-1-1-16 16,4 4-5-16,1-1-2 0,0 2-5 0,1-1 1 0,1 0-2 0,-2 1-1 16,0 0 0-16,-1 0 3 0,-1 0 2 0,-1 0 3 0,1 0 0 15,0-1 3-15,0 1 3 0,1 0-1 0,1 0 5 0,-1-1 4 0,1 0 11 16,1 0 30-16,-1 0 28 0,1 1 21 0,1-1 21 0,-1 1 0 15,1 0-11-15,1 0-6 0,-2 1-13 0,1 1-18 0,0 1-5 0,0 0-6 16,0 2-3-16,1 3-3 0,0 2-3 0,0 2-11 0,1 3-1 16,0 1 0-16,0 4-6 0,0 1-1 0,1 0-1 0,-1 2-10 0,2 1 3 15,-1 2-3-15,0 2-4 0,0 1 1 0,-1 0-6 0,0 0-1 0,0 0-5 16,0 0 0-16,-1 1 0 0,0-1-2 0,-1 2 2 0,0-2-4 16,0 2-13-16,-1-2 1 0,-1 1 0 0,-1-1 0 0,1-1 13 0,-1 0-2 15,0-2-4-15,0 0-2 0,-1-2-1 0,0 0 0 0,0-1 0 16,1-3-1-16,-1 2 3 0,1-1-2 0,0-2-1 0,1 0 5 0,-1-2-6 15,1-4 0-15,1-1-4 0,-1-1-3 0,2-2 0 0,-1-2-9 0,0-1-13 16,0-2-21-16,0-2-29 0,0-1-26 0,0-2-20 0,-2-1-22 0,0-3-20 16,-1-2-27-16,1-3-45 0,-2-3-47 0,2-2-35 0,-1-4 2 15,1-3 28-15,1-2 70 0,0-4 66 0,1 0-146 0</inkml:trace>
  <inkml:trace contextRef="#ctx0" brushRef="#br0" timeOffset="201.99">11271 3072 417 0,'-1'-15'88'0,"2"-1"-29"0,-1-3-11 16,2 4-12-16,0 1-15 0,0 2-5 0,0 1-1 0,0 2-1 0,2-1 1 15,-1 2 6-15,0-1 7 0,1 0 10 0,-1 1 10 0,0 0 8 0,1 1 2 16,0 2 4-16,0 1 0 0,2 1 8 0,1 1 15 0,0 1 15 16,2 2 17-16,0 0 3 0,1 2-3 0,0 0-18 0,0 2-18 0,2 3-17 15,-1 1-19-15,2 2-9 0,1 2-9 0,-2 0-10 0,2 0-4 0,0 2-7 16,0 0-3-16,0 0 0 0,0-1 2 0,0 0-6 0,-1-1-2 16,-1 0 0-16,-2-1-8 0,1 0 5 0,0-2-4 0,0 0-3 0,1-3-1 15,-2-1-2-15,-2-1 0 0,0-2 3 0,0-2 5 0,0 0-5 16,-1-1-6-16,0-2-21 0,-2 0-43 0,0-2-47 0,0-1-70 0,-2-1-62 15,0-3-34-15,0-1 6 0,-1-1-168 0</inkml:trace>
  <inkml:trace contextRef="#ctx0" brushRef="#br0" timeOffset="566.7">11815 2683 2509 0,'-5'1'84'0,"3"2"-58"0,1 2-13 0,4 4-4 0,3 4-4 15,1 2-5-15,0 4-3 0,1 1 0 0,0 0-5 0,-1 3-2 0,0 1-1 16,-4 2 0-16,-1 4 1 0,-1 1 0 0,-3 2 1 0,0-1-1 16,-2-1-4-16,-2-1-5 0,1 0-15 0,0-3-24 0,-1 2-29 0,1-3-32 15,0-1-21-15,1-2-15 0,1-1-3 0,0-2-9 0,2-3-24 0,0-1 8 16,0-1 28-16,-1-2 49 0,0-3 59 0,0-3 39 0,-1-4 17 16,0-2 4-16,0-2 1 0,-2-2 0 0,0-5-4 0,1-3-11 0,0-2-13 15,-1-1-31-15,2-2-31 0,-1-1-12 0,2-2-8 0,0-2 6 0,-1 0 13 16,0-2 9-16,0 1 15 0,-1-2 18 0,0-1 15 0,0 0 10 15,0-1 9-15,-1 1 1 0,0-2 3 0,0-2 10 0,1 2 12 0,1 0 13 16,2 3 14-16,2 5 7 0,2 4 13 0,1 5 16 0,1 4 17 0,2 3 11 16,-2 1 11-16,2 4 8 0,0 2 18 0,1 0 17 0,0 4 1 15,1 2-12-15,2 2-25 0,-1 2-21 0,2 2-20 0,2 2-12 0,0 2-5 16,1 1-16-16,-1 1-5 0,1 1-15 0,0 1-12 0,0 0-12 16,-1 1-7-16,0-2-1 0,-1 2-7 0,1-3 1 0,-1 0-13 0,0-1-25 15,-1-2-38-15,-1-2-67 0,-1 0-53 0,0-2-38 0,-1-3-18 0,1 1 8 16,-1-3 12-16,-1-2 8 0,0-2 14 0,0-2 35 0,-1-2 43 15,0-2-156-15</inkml:trace>
  <inkml:trace contextRef="#ctx0" brushRef="#br0" timeOffset="1051.33">12942 2945 3034 0,'-3'-6'69'0,"3"1"-72"16,0-1-36-16,5 1-17 0,0 2-18 0,1-1-6 0,-1 0 4 0,1 1 4 15,-2-1 12-15,-1 1 17 0,-3 0 19 0,-3 1 14 0,-2 0 5 0,-3 0 7 16,-3 1 0-16,-2 1 4 0,-2 0 8 15,-2 1 2-15,1 1 2 0,-2 0-1 0,-1 1-1 0,1-1 1 0,-2 1 0 0,-1 1 1 0,2 0 5 16,-2 2-3-16,2 0 1 0,1 1 4 0,-1-1-2 0,0 2-2 0,0-1 1 16,2 1 0-16,-1 0 0 0,1 0-2 0,1 0 4 0,0 0-6 15,3-1-1-15,2 0-3 0,3-1-9 0,3-1-6 0,3-1-10 0,1 0 1 16,2 0-4-16,1 0 2 0,3 0 1 0,1 0 0 0,3 0 5 16,0 1 1-16,2-1 1 0,1 1 4 0,0 0-1 0,2 1 4 15,-1-1-1-15,3 1-2 0,-3-1 1 0,3 1 1 0,-1 0 1 0,1 1 1 0,-1 1 1 16,1 0-3-16,1 0 1 0,-1 1 0 0,-1-1 1 0,-1 2 6 15,0 0 5-15,-2 1 1 0,-1 1 1 0,-3 0 0 0,-2-1-10 0,-1 0-4 16,-1 2-1-16,-3-1 5 0,-2 1 3 0,-2 0 6 0,-3 1-4 0,-1 0-7 16,-2 1 4-16,-4-2-4 0,-2 2 0 0,-2-1-1 0,-1 1-3 15,-2-2-1-15,0-2 2 0,2-1 0 0,-1-1-4 0,2-1-5 0,1-2-14 16,3 0-19-16,0 0-14 0,2-2-16 0,2 0-14 0,2 1-13 0,2-2-24 16,2 0-42-16,2 0-35 0,0-1-45 0,1 1-43 0,1-1-25 15,2 0-2-15,1-2 13 0,2 0 57 0,1-2-176 0</inkml:trace>
  <inkml:trace contextRef="#ctx0" brushRef="#br0" timeOffset="1382.75">13289 3001 2920 0,'0'-2'543'16,"0"3"-519"-16,3 0-26 0,3 2-16 0,2 3-8 0,2 1-7 15,1 0-2-15,1 3 1 0,0 0 3 0,-2 1 4 0,-1 0 1 0,-4 1 3 16,-3 1-1-16,-1 1 7 0,-3 2 4 0,-2 1 10 0,0 0 1 0,-2 2 4 16,0 0 1-16,1-1-13 0,-2 1 8 0,1 0-1 0,0 0-1 15,0 1 16-15,1 0-5 0,-1-2 0 0,1-2 4 0,1 0-6 0,2-1 8 16,0-1 1-16,1-4-3 0,1 1 1 0,1-2-1 0,1-1-4 0,2-1 2 16,0-1-2-16,1-1-2 0,1 0-1 0,-1-2-4 0,3 1 4 15,0 0-4-15,1-1 1 0,1 0-1 0,0 0 0 0,2 0-5 0,0-1-4 16,0 0 7-16,0-1-5 0,0 0 2 0,0 0 1 0,-1-1-1 15,2-1-2-15,-1 0-9 0,1 0-6 0,0-1-4 0,-2-1-6 0,2 0 4 16,1-1-9-16,-1-1-4 0,0 1-7 0,0-1-5 0,1-1-3 0,-1 0-6 16,-1-1-4-16,0-1-8 0,0 0-3 0,0-1-16 0,-2-1-31 15,0-1-54-15,-2-1-83 0,-1-2-94 0,-1-1-37 0,-2 0 14 0,-2-2 92 16,-2-2-136-16</inkml:trace>
  <inkml:trace contextRef="#ctx0" brushRef="#br0" timeOffset="1607.37">13154 2957 2355 0,'-7'-2'51'15,"1"1"-39"-15,1 1-15 0,4 0-9 0,4 0-2 0,2 1 15 0,3 1 7 16,4-1 10-16,1 1 9 0,2-1 11 0,-1 1 8 0,1 0-2 0,1 0-3 16,0 0-10-16,-2 1-9 0,2-1-9 0,0 1-6 0,0-1-2 15,-1 0-4-15,1 0-1 0,1 0-1 0,0-1-1 0,-1-1 2 0,1 0-2 16,0-2 1-16,-2 1-1 0,-1-1-1 0,0-1-5 0,0 1-4 0,0-2-5 15,-2 0-14-15,0 0-4 0,0 1-7 0,0-1-7 0,0-1-17 16,-2 0-14-16,0-1-23 0,0 0-31 0,-1 0-25 0,-1 0-58 16,-1 1-52-16,-1-1-28 0,-1 0-10 0,-2 1 41 0,-1 2-172 0</inkml:trace>
  <inkml:trace contextRef="#ctx0" brushRef="#br0" timeOffset="1823.27">13334 3252 3443 0,'-5'2'25'0,"3"1"-30"0,2 1-39 0,8 1-29 0,4-1-15 15,4 1-16-15,3-1 15 0,0-2 17 0,1-1 16 0,-1-2 18 16,-4 0 17-16,-1-1 10 0,-1 1 6 0,0 0 5 0,-2 1 0 0,0-1 4 16,1 0-3-16,0-1 1 0,2-1 1 0,0 1-4 0,2-1-3 15,0-1-26-15,0-1-39 0,1-1-32 0,0 0-39 0,1 0-10 0,0 0-18 16,-2-2-5-16,0 0-17 0,0-1-26 0,0 0-4 0,-1-2-16 15,2-1 7-15,-1 1 14 0,0-2 24 0,0 2 42 0,0-2-153 0</inkml:trace>
  <inkml:trace contextRef="#ctx0" brushRef="#br0" timeOffset="2072.46">14229 3218 3430 0,'-2'-1'150'0,"3"1"-156"16,2 1-37-16,6 1-40 0,2 1-24 0,4 0-4 0,3 1 19 0,0 0 22 15,0 0 20-15,-1-1 14 0,-1 0-1 0,-4-1-4 0,-1 0 8 16,0 0-1-16,-1 1 10 0,0 0 12 0,0-1 2 0,-1 0 0 0,2-1-3 16,-1-1 1-16,0 0-1 0,-1-1-8 0,1 1 0 0,-1-1-2 15,1 1-1-15,1-1 3 0,-2 0-1 0,1-1-7 0,-1 1-9 0,-1 0-18 16,-1 0-28-16,-1 1-37 0,0 0-62 0,0-1-88 0,0 2-73 15,-1 1-16-15,-1 1 14 0,-2 1 95 0,-1 1-150 0</inkml:trace>
  <inkml:trace contextRef="#ctx0" brushRef="#br0" timeOffset="2249.56">14435 3664 2893 0,'0'2'74'0,"3"2"-53"0,5 0-30 0,6 0-18 0,5 0-7 15,4-1-3-15,2 0-5 0,1-1-14 0,1-1-15 0,-1 0-17 16,-2-1-9-16,1 0-3 0,-2 0 3 0,1 0 3 0,-2 0-4 0,-3-1-8 16,0 1-28-16,-1-1-41 0,-1 0-57 0,-1-2-58 0,1 0-20 15,1-1 35-15,-3-1-178 0</inkml:trace>
  <inkml:trace contextRef="#ctx0" brushRef="#br0" timeOffset="4965.74">16476 1588 151 0,'0'0'55'0,"0"-1"-24"0,0 0-1 0,0 0 1 16,0 0 3-16,1-1-2 0,-1 0 1 0,1 0-1 0,0 0-4 16,-1 0 0-16,1-1-2 0,0 1 2 0,0 0 1 0,-1-1 4 0,1 1 5 15,0-1 1-15,0 1 6 0,1-1 3 0,-1 0-3 0,1 0 3 0,-1-1-3 16,1 1 2-16,0 1 0 0,0-1-4 0,0 1 1 0,0 0 0 15,1 0-3-15,-1 1-2 0,1 0 4 0,0 1 0 0,0-1 2 0,0 1 6 16,1 1-3-16,-1-1 2 0,1 1 3 0,0 0 5 0,0 0 0 0,0 0 0 16,1 1 7-16,0 0-1 0,0 0-1 0,0 0 1 0,1 0-10 15,0 0-5-15,0 0 0 0,2 1-8 0,0-1 1 0,1 0-7 0,1 0 0 16,1 0-5-16,2 0 0 0,1-1 0 0,3 0 5 0,0-1-1 16,2 0 0-16,2-1-1 0,0 0-2 0,3-1-1 0,1 1-6 0,0-2 0 15,2 0 0-15,-1 0-3 0,1 0 3 0,-1 0 6 0,2 0-3 0,-1 1 0 16,-2-1-4-16,1 0-7 0,-2 1-4 0,1-1 1 0,0 1-3 0,0-1 5 15,-1 0-3-15,-1-1-2 0,1 0-3 0,-1 0-2 0,0-1-2 16,-1 1 4-16,-1-2-2 0,0 0-2 0,0 0 4 0,-3-1-5 16,2 1-1-16,-2-1 8 0,0 0-4 0,-2 1-2 0,-1-1-4 0,0 1-1 15,-1-1-2-15,-2 1 3 0,-1 0 2 0,0 1 1 0,-2 1-4 0,-1-1 2 16,-2 2 0-16,0 1-8 0,-2 1 5 0,-1 0-9 0,0 0-8 0,-1 1 3 16,-1 1-2-16,-2 0 3 0,1 1 2 0,-2 0-4 0,-1 1-3 15,1-1-2-15,-1 2-2 0,1 1-1 0,-2-1-3 0,0 0-2 0,1 0-1 16,-1 1-8-16,0-1 4 0,0-1-8 0,0 0-6 0,0 0-1 15,0 0-9-15,0 0-17 0,-1-1-24 0,0 1-39 0,0-1-44 16,0 0-53-16,0 0-43 0,-2 0-18 0,-1-1-7 0,0 0 72 0,-1-1-137 0</inkml:trace>
  <inkml:trace contextRef="#ctx0" brushRef="#br0" timeOffset="5850.92">16496 1672 1125 0,'-2'0'283'0,"-1"-1"-281"0,0 1-35 0,1 0-13 0,-1 1-4 0,1 0 6 16,1 0-5-16,2 1-4 0,-1 1 6 0,1-2 12 0,0 1 21 0,-1 0 10 16,1 0 7-16,-2 0 1 0,0-1-2 0,1 1 0 0,-1-1 0 15,0 0 0-15,1 0 4 0,0 1 2 0,0-1 4 0,1 0 8 0,1 0 8 16,-1 0 12-16,1 1 9 0,1-1 7 0,0 0-2 0,-1 0-4 0,0 1-3 16,1-1-5-16,1 0-5 0,0 1 2 0,1-1-6 0,0 0 0 15,0 1 2-15,2-1-2 0,1 1 6 0,0 0 0 0,1-1-1 0,-1 0 0 16,3 0-3-16,0 0 4 0,-1 0-3 0,1 0-1 0,1 1 4 15,-1 0-1-15,1 0 1 0,0 0 0 0,1 1 2 0,1 0-5 0,-1 0-2 16,1 0-4-16,1 2-6 0,0-1-8 0,-1 1-2 0,2 1 1 0,0-1-6 16,0 2-2-16,0 0-2 0,0 0-5 0,1 1 1 0,-1-2 7 0,0 2-2 15,1 0 0-15,0 0 6 0,-2 0-1 0,3 0 6 0,-1-1 6 16,1 0 2-16,-2-2 6 0,0 1-1 0,1 0 0 0,-1-1-10 0,0-1 1 16,-1 1-5-16,1-1-2 0,-3 0 6 0,1 0-6 0,1 0 1 15,-2 0-6-15,0 1 1 0,-2-1 1 0,0 0-4 0,-2 0 1 0,-1 0-5 16,-1 1 1-16,-2-1 2 0,-1 0 2 0,-1 1 2 0,-2-1-5 0,-1 0-2 15,-2 0 2-15,-1 1-1 0,-1 0 4 0,-2 0 2 0,-1 1-5 16,-2-1 0-16,-1 2 0 0,-11 6-9 0,0-1 6 0,1-1-5 0,5-3-2 16,0 0 10-16,-1 2-5 0,1-1 3 0,0 0 2 0,-1 1-5 15,0-1 2-15,-1 1 4 0,1 0-6 0,0 1 2 0,-2 1-1 0,0 0-1 16,0 0 4-16,-1 0-3 0,0 2 1 0,1 0 0 0,-1 2-2 0,0-1 5 16,0 2-2-16,-1 0 0 0,1 1 1 0,2-2-6 0,-2 3 2 0,2-2 5 15,-1-2-5-15,3 1 5 0,-1-2-5 0,2 1 2 0,0-1 3 16,3-2 1-16,0 0-4 0,1 0-4 0,1-1-3 0,2-1 2 0,1-2 1 15,2 0 1-15,0-1-1 0,2-1-5 0,1 0 6 0,1-2-3 16,2-1 1-16,1 0 8 0,1 0-2 0,2-2 7 0,2 1 2 0,1-1-2 16,1 0 5-16,2-2-1 0,0-1 1 0,4 0-3 0,1 0-2 0,3-1-2 15,1 1-4-15,2-2-3 0,0 1 1 0,3 0 0 0,1-2-2 16,0 1 0-16,2-1 2 0,-1 0-1 0,0 0 1 0,2 0-2 0,0-2 2 16,0 0-1-16,1 0 1 0,-1-1 0 0,1 0-2 0,1 1 1 0,2 0 1 15,-2 1 0-15,2 0 5 0,-3-1-2 0,0 1 0 0,0 0 0 16,-1 0-5-16,-1 0-2 0,1 2 2 0,-2-1 2 0,1 1-7 0,-2 1-4 15,0 0 4-15,-1 1-3 0,0 0 8 0,-1 1-2 0,0 1-1 16,-1 0-4-16,-3 0-8 0,0 0-28 0,-2 0-68 0,-3 0-87 0,-1 0-124 16,-1 1-157-16,-3-1-135 0,-2 0-212 0</inkml:trace>
  <inkml:trace contextRef="#ctx0" brushRef="#br0" timeOffset="9384.73">17284 2794 1169 0,'-4'-2'33'0,"1"0"-29"0,0 1-12 0,2 1-4 15,0 1 9-15,1 0 6 0,-1 0 6 0,0 1 11 0,0 0 6 0,-1 0 20 16,-1 1 20-16,0 0 17 0,0 0 10 0,-1 0-1 0,1 0 0 16,0 1-8-16,0-2-8 0,0 2-2 0,0-1-6 0,1 0 0 0,0 2 1 15,0 0 3-15,1-1-4 0,-1 1-3 0,0 1-2 0,-1 1-6 0,0 0 1 16,0 0-9-16,0 1-8 0,0 1-7 0,1 0-13 0,-1 2-5 16,2-1-5-16,0 0-4 0,1 0-4 0,1-1 4 0,1-1-6 0,0-1 4 15,2-1 0-15,0 1-2 0,0-1-3 0,1 0 4 0,1-1-6 0,2 0 0 16,0 0 7-16,0-1-3 0,1 0 0 0,0-1 3 0,1 1-5 15,0-2 1-15,0 1-2 0,2 0-3 0,-1 0-1 0,2-1-3 0,-2 1 2 16,2-2-7-16,0 1 1 0,-1-2-4 0,0 1-5 0,-2-1 2 16,2 0-5-16,-1 0 0 0,-1-1-2 0,0-1-1 0,-1-1-1 0,-2 0-16 15,1-1-13-15,-1 0-27 0,0-1-35 0,-1-3-23 0,0 0-54 0,-1-3-53 16,-1 0-46-16,-1-1-31 0,-1 0 20 0,-1-2 56 0,-2-2-102 16</inkml:trace>
  <inkml:trace contextRef="#ctx0" brushRef="#br0" timeOffset="9567.42">17307 2597 924 0,'-9'-1'93'0,"0"1"-23"0,0 0-19 15,3 1-34-15,2 1-13 0,1 0-4 0,2-1-3 0,0 2 2 0,1-1 1 16,1 1 3-16,0 0 7 0,1 0 5 0,0-1-3 0,1 0 5 0,0 1-6 16,0-1-6-16,1 2-1 0,1 0-6 0,-2-1 3 0,2 1-4 15,-1 0 4-15,1-1-5 0,-1 1-8 0,2-1-2 0,-2 0-13 0,1 0-15 16,0 1-20-16,-1-1-33 0,0 1-28 0,1 0-23 0,0-1-9 15,0-1 25-15,1 0-183 0</inkml:trace>
  <inkml:trace contextRef="#ctx0" brushRef="#br0" timeOffset="9850.96">17627 2854 2630 0,'-4'-2'176'0,"1"1"-169"0,2 1-21 0,4 2-24 15,5 1-7-15,4 1 2 0,0 0 6 0,0 0 7 0,0-1-2 0,-2 1 2 16,-1 0 3-16,-1 0-2 0,0 0 13 0,-2 0 2 0,2-1 2 0,0 0-2 16,2-2-3-16,1-2 0 0,0 0 0 0,1-1 5 0,0-2 3 15,0 0 3-15,0 0 4 0,0-1 2 0,-1 0 3 0,-1-1 0 0,0 0 2 16,-1 1 3-16,-2-1-5 0,1 1 0 0,-1 0 1 0,0 1-5 15,-2 0-2-15,1 0-3 0,0 0-14 0,-1 1-22 0,1 0-46 0,-2 1-50 16,0 1-50-16,-1 0-41 0,0 0-13 0,0 1 4 0,-2 1 18 0,1 0 19 16,-2 0 16-16,-1 1 32 0,-2 1-170 0</inkml:trace>
  <inkml:trace contextRef="#ctx0" brushRef="#br0" timeOffset="10072.62">17720 3057 1532 0,'1'-1'501'0,"3"-1"-475"0,4 0-33 0,3 3-20 15,3 0-4-15,3 0-1 0,-1 1 6 0,3-2 4 0,-1 1-1 0,-3-1 8 16,1 1-4-16,-3 0 2 0,-1 0 1 0,0 0-6 0,-2-1 2 0,1 0-6 16,0-2-8-16,0 0-11 0,1-1-21 0,-1 0-22 0,2-2-20 15,-1 0-7-15,1-1 12 0,-2 0 26 0,-1-1 29 0,0 0 23 0,-1-2 15 16,0-1 3-16,-1 0-1 0,1-1-16 0,-1-2-31 0,-1 1-42 15,0-3-38-15,1-1-18 0,-1-1 20 0,1 0-185 0</inkml:trace>
  <inkml:trace contextRef="#ctx0" brushRef="#br0" timeOffset="10316.2">18201 2581 2665 0,'-4'0'78'0,"2"3"-61"0,1 2-24 0,4 2-26 16,3 3 4-16,2 2 8 0,1 0 10 0,0 1 12 0,0 0 3 0,-2 2-1 16,0 2-1-16,-1 0-2 0,0 0 6 0,-1 2-6 0,0 0 5 15,2-1-8-15,-1 1-2 0,1-1 6 0,0 0-2 0,0 0 1 0,0-1-3 16,0 1-4-16,-1-3-3 0,1 1-1 0,-2-2-6 0,1-1-12 0,-1-1-16 16,-1-3-16-16,1 0-16 0,-1-1-11 0,0-1-8 0,0-1 6 15,-1-2 0-15,-1-3-23 0,1-1-44 0,-2-1-60 0,0-3-48 0,-1-2-21 16,-1-3 29-16,-1-2 51 0,-1-2 46 0,-1-6-139 0</inkml:trace>
  <inkml:trace contextRef="#ctx0" brushRef="#br0" timeOffset="11311.35">16841 902 972 0,'0'0'24'0,"0"-1"-27"0,0 1-3 0,1 1-1 15,0 0 0-15,0 0 6 0,0 0 1 0,0 1 1 0,1 1 6 0,0 0-4 16,0 0 6-16,-1 0 7 0,1 1 3 0,0 0 7 0,0 0 6 16,1 1 2-16,-2 0 12 0,2-1 15 0,-1-1 13 0,0 1 25 0,0-1 14 15,0 0 21-15,0-1 9 0,0-1-2 0,-1 0-5 0,1-1-11 0,-1-1-9 16,1 0-10-16,-1-1-14 0,0 0-9 0,1-1-15 0,-2 0-5 16,1 0-7-16,0 0-14 0,-1 0-8 0,0-1-9 0,0 1-3 0,0 0-11 15,-1 0 3-15,1 0-6 0,-1 1-11 0,1 1 5 0,-1 0-6 0,1 1-2 16,0 1 9-16,0 1-3 0,0 0 0 0,0 1 2 0,0 1-4 15,1 0 0-15,0 1 6 0,1 0-3 0,0 1-2 0,0 1 2 0,0 1 3 16,1-1-3-16,0 2 3 0,1-1-9 0,0 1-5 0,-1-1 3 16,1 1 2-16,1 0 10 0,-2 0-2 0,2 0 1 0,1 0-3 0,-1 1-1 15,0-2-1-15,-1 1 4 0,1 0 2 0,0-1-3 0,-1 0 1 16,0 0-1-16,1 0-6 0,-1-1 4 0,0-2 6 0,-1 2-8 0,0-2 2 16,1 1 2-16,-1-2-1 0,1 0 4 0,-1 0-3 0,1-1 5 0,-1 0-4 15,0 0 1-15,0-1 6 0,-1-1-5 0,1 0 0 0,0 0 5 16,-1-1-3-16,1 1-2 0,-1-1 6 0,0-1-8 0,1 0 6 0,-1 0-1 15,0-1-1-15,0 1 2 0,0-2-2 0,0 0-4 0,-1 0-3 0,1-1-2 16,0 0 4-16,0 0-2 0,0-1 0 0,0 0 5 0,0-1-7 16,0 0 6-16,0 0 1 0,0 0-5 0,0-1 0 0,-1 0 5 0,1 0-10 15,-1-1 7-15,0 1-2 0,1 0-2 0,-1 0 7 0,0 0 1 0,-1-1-5 16,1 0 1-16,0 1-2 0,-1-1-2 0,0 1-1 0,1 0-1 16,-1 0 1-16,0 2-1 0,0-2 3 0,0 1 1 0,1 0 1 0,-1 1-2 15,0-1-3-15,1 2 2 0,-1-1-8 0,1 1 7 0,0 1 1 0,0 0-3 16,0 0 6-16,1 1 3 0,0 0-9 0,0 1 5 0,0 0 0 15,0 1-2-15,0 0 4 0,1 0-2 0,-1 0 1 0,1 0 3 0,-1 0-1 16,0 1-3-16,1 0-1 0,0 0-3 0,0 0 9 0,-1 1 1 16,1-1-5-16,0 1 3 0,0-1-8 0,0 1 3 0,0 0 2 0,0-1-1 15,0 1 5-15,0 0 1 0,0 0 1 0,0-1 0 0,0 1-7 16,1 0 1-16,-1-1-2 0,0 1 6 0,0 0 2 0,-1 0-6 0,1 1 6 16,-1-1-1-16,1 1-6 0,-1 1 8 0,1-1-2 0,-1 1-3 0,0 0 4 15,0 1-3-15,0-1 1 0,0 1 2 0,-1 1 0 0,1 0 2 0,0 0 1 16,0 0-3-16,-1 0 7 0,1 1-1 0,1-1-1 0,-1 0 2 15,0-1-5-15,0 1 4 0,0 0-3 0,1 0-3 0,0-1 4 0,-1 1-4 16,1-1-3-16,0 0 5 0,0 0-4 0,0 1 4 0,0-1-7 0,0 0 2 16,0-1 1-16,0 2-5 0,0-1 6 0,0 1-1 0,0-1 0 15,-1 1-1-15,1 0-4 0,-1 0 4 0,1 0 3 0,-1 0-5 0,-1 0 1 16,1 0-4-16,-1-1-7 0,0 1 1 0,0 0-6 0,0 0-5 0,-1-1-23 16,0 1-42-16,0-1-42 0,0 0-72 0,-1 0-22 0,-1 0-47 15,0-1-57-15,-2 1-59 0,-3 4-52 0,0 0 3 0,-1 0-168 0</inkml:trace>
  <inkml:trace contextRef="#ctx0" brushRef="#br0" timeOffset="32353.03">19032 1154 337 0,'0'-1'20'0,"1"0"-8"0,0 1-7 0,-1-1-2 0,1 0 0 0,0 0 1 16,0-1 8-16,-1 1 9 0,1 0 6 0,0 0 6 0,-1 0 4 16,0 0 2-16,0 1 0 0,0-1 4 0,-1 1 0 0,0 0 3 0,0 0 1 15,-1 1 2-15,-1 0 1 0,0 1-2 0,0 0 3 0,-1 0-1 0,0 0 2 16,0 1-1-16,0-1-5 0,-1 2-3 0,0-1-6 0,1 1 2 16,-1 1 0-16,0-1 5 0,0 2 6 0,-1-1 1 0,1 1 6 0,0 1 0 15,-1 0 3-15,0 1-28 0,-5 10 2 0,2 0 1 16,-1 0-3-16,0 0 34 0,1 1-6 0,1 0 1 0,0-1-2 0,1 0-3 0,2-1-3 15,-2 2 0-15,1 2 1 0,1 0 3 0,-1 1 3 0,0 2 1 0,1 1-2 16,0 3-5-16,0 0-8 0,0 3 1 0,0 0-2 0,1 4-5 0,0 1 3 16,0 3-4-16,1 0-13 0,0 2 1 0,0 9-20 0,0 35-2 15,1-7 3-15,1-12-1 0,1-17 13 0,1 4 0 0,1 0 2 0,1 3 0 16,1 0 4-16,2 0-1 0,0 0 5 0,2 2-15 0,3-2 4 0,1-1-8 16,2-2-5-16,2 0 12 0,2-1-4 0,1 1 3 0,3-2-4 15,1 0 2-15,1-4-1 0,2-2 1 0,1-3 0 0,0 0 0 0,4-5-14 16,1-2 5-16,3-2 4 0,0-4-8 0,1 1 11 0,-2-4-6 15,3-3-7-15,-2-1-2 0,0-2-2 0,1-4-26 0,-3-1-28 0,-1-1-35 16,-4-1-49-16,-3-3-31 0,-3-1-40 0,-2 0-45 0,-1-2-58 16,-2-2-82-16,-1 0-51 0,-1 0 33 0,-1-1-125 0</inkml:trace>
  <inkml:trace contextRef="#ctx0" brushRef="#br0" timeOffset="33685.68">19272 1980 1904 0,'0'-1'104'0,"-1"0"-104"0,2 1-21 0,0-1-12 0,1 2 1 16,1-1 9-16,1 1 9 0,0 1 10 0,1 0 4 0,0-1 3 0,-1 0 0 16,-2 0 1-16,1 1-1 0,-1-1-3 0,2 2-13 0,-2-1 1 15,-1 1 3-15,0-2 1 0,1 1 14 0,-1 1 5 0,2-1 1 0,0 0 5 16,0 0 0-16,0 0 7 0,0 1 5 0,1 1 10 0,0 0 6 0,0 1 3 15,0 0 3-15,-1 2-8 0,1 0-3 0,-1 2-4 0,1 1-8 16,0 0-8-16,1 1-2 0,1 1-5 0,1-1-7 0,0 0 5 0,1-1-8 16,0 0-4-16,2 0 1 0,1 0-2 0,1-1 5 0,1 0-3 15,1-1 3-15,0-2-1 0,-1-1-2 0,2-1 3 0,0-1-3 0,0 0 3 16,-1-1-2-16,0-1 1 0,0-1-1 0,-1-1-1 0,-2-1-1 0,0-1-5 16,0 0 0-16,-1-1-10 0,0-1-6 0,0 0-10 0,-2-2-14 15,-1 1-19-15,1 0-15 0,0-2-23 0,-1 1-29 0,-1-1-42 0,1 0-57 16,-1-1-39-16,0 0-18 0,-1 0 25 0,-1 0 56 0,-1-3-134 0</inkml:trace>
  <inkml:trace contextRef="#ctx0" brushRef="#br0" timeOffset="34104.19">19869 1733 2014 0,'0'1'62'0,"-1"0"-63"0,1 0-19 16,1 3-6-16,0-1 7 0,0 2 6 0,1 1 9 0,0 2 7 0,1 0-2 15,-1 1 6-15,0 1-3 0,-1 0 2 0,0 0-1 0,-1 2-3 16,0 1 5-16,-1 0-4 0,0 1 2 0,0-1 4 0,0 1-11 0,0 0 2 16,1 0 0-16,0 0 5 0,3 13-11 0,2-3 6 0,2-2-2 15,1-3 5-15,0-1 10 0,1 0 1 0,1 2 2 16,1 0-6-16,1 2 4 0,0 2-1 0,0 0-4 0,3 4 1 0,0 3-4 0,0-1 0 0,-1 3-5 15,1 1 0-15,1-2-1 0,-1 1 2 0,-1 0 1 0,1 1 6 16,-1 1-1-16,-1-1 0 0,0 1 2 0,-2 0 0 0,-2 0 2 0,-1-1 7 16,-2 0 2-16,-2-2 4 0,-3-2 1 0,-2-1 1 0,-1-2 3 0,-4-2 4 15,-1 0 6-15,-3-3 3 0,1-3 1 0,-4-1-3 0,0-1-5 16,-2-2-5-16,-3-3-6 0,-1-1 3 0,-2-2-2 0,-2-2-3 0,-1 0 1 16,-1-3-1-16,0-1-1 0,-1-2-1 0,2-2-2 0,-2-1-4 15,2-3 2-15,1-1-4 0,0-2-3 0,1-2 0 0,3-2 0 0,0-1-5 16,1-5-1-16,2-2-6 0,1-3-5 0,3-5-1 0,1-1-2 0,3-4 3 15,2-1-3-15,2-4 3 0,3-1 0 0,3-2-9 0,2-2 9 16,3 2-10-16,4-1-7 0,3 1-8 0,4 2-43 0,1 1-42 0,2 1-52 16,2 2-74-16,-1 0-100 0,1 0-93 0,1 1-35 0,0 0-195 15</inkml:trace>
  <inkml:trace contextRef="#ctx0" brushRef="#br0" timeOffset="35403.99">20270 2778 141 0,'-3'2'102'0,"-2"2"-41"0,0 1-9 0,1-1-2 15,0-1-7-15,0 0-11 0,0-1-5 0,2 1-7 0,0-1 0 0,1 1-1 16,0 0 4-16,1 0 1 0,-1 0 5 0,1 0 10 0,0 0 9 15,0 1 8-15,1 0 8 0,1 1 6 0,0-1 3 0,0 2 1 0,1 0-5 16,0 1-12-16,2 0-8 0,1 2-8 0,0-1-4 0,2 2-9 16,-2-1-6-16,3 2-1 0,0 0-9 0,0-1 0 0,1-1 1 0,0 0-4 15,0-1 5-15,-1-1-6 0,1 0 6 0,-1-1 1 0,1 0 4 0,-1-2 10 16,2 0 5-16,-2-1 7 0,1-2 3 0,1 0 5 0,-1-2 3 16,0 0-4-16,-1-2 1 0,0-1 0 0,1-1-8 0,0-2 0 0,0 0-3 15,0-2-7-15,-1 1-2 0,0-2-8 0,-2-1-4 0,1 0-2 16,-1-1-2-16,-1 0-2 0,-1-1 2 0,0 0-1 0,-2 0 4 0,0 0 2 15,-1 1 1-15,-2-1 0 0,-1-1 2 0,-1 2 0 0,-1-1 0 0,-2 0-1 16,-2 0-5-16,0-1-3 0,-2 0-4 0,-1 2-4 0,0 1 1 16,-3-1-4-16,0 2 1 0,0 2-1 0,0 0-1 0,1 2-1 0,-1 1-4 15,1 3-1-15,0 0-1 0,1 2-6 0,1 0-3 0,-1 2-7 16,1-1-8-16,2 3-4 0,-1 1-6 0,2 1-12 0,1 0-26 16,0 0-51-16,1 0-62 0,1-1-69 0,1 2-30 0,2-1-11 0,2 0 32 0,1-2-114 15</inkml:trace>
  <inkml:trace contextRef="#ctx0" brushRef="#br0" timeOffset="35605.58">20525 2716 1411 0,'-1'1'81'16,"1"4"-73"-16,2 1-26 0,1 2 1 0,1 0 9 0,1 1 8 0,0 0 5 15,0-1 1-15,-1 0-1 0,1 0-2 0,-1 1-2 0,1 2 2 0,0 0-1 16,-1 0 1-16,-1 0-3 0,1 0-4 0,-2 1 0 0,1 0-4 15,0 0-2-15,0 0-4 0,-1 0-19 0,-1 0-41 0,-1-1-42 0,0-1-26 16,-1-1-12-16,1 0 13 0,-2-3 5 0,1 0 3 0,-1-1 24 16,1 0-197-16</inkml:trace>
  <inkml:trace contextRef="#ctx0" brushRef="#br0" timeOffset="35938.12">20853 2694 2194 0,'-6'-1'428'0,"2"0"-487"0,0 1-101 16,2 1-32-16,2 1 26 0,-1 0 67 0,1 0 82 0,-1 0 42 0,-2 1-2 15,0 0-3-15,0 1-7 0,-2 0-8 0,-1 0-3 0,-1 1-1 0,-1 1 3 16,1 0 2-16,0-1 2 0,1 1 2 0,0 0-3 0,0 0 0 15,2 0-1-15,-2 1 0 0,1-1-1 0,0 2 5 0,0-1 2 0,0 1 4 16,0 1 4-16,0 1 1 0,1-1 1 0,0 1 0 0,0-1-3 0,2 0-5 16,1 2-4-16,1-1-1 0,1 0-6 0,2 1-2 0,1-1-1 15,1 0-4-15,2 1-1 0,0-2 1 0,1-1-2 0,1 1 2 0,0-3-1 16,2 1 1-16,2-1-1 0,0-1 1 0,1 0-2 0,-1-1 0 16,1-1 3-16,1 0-1 0,0 0 1 0,-1-2-1 0,2 1-1 0,-1-2-1 15,0 0-4-15,1 0-9 0,-1-2-15 0,-2-1-32 0,-1-1-39 0,-3-1-65 16,-1-1-65-16,-2-2-39 0,0-1 0 0,-1 0 29 0,-2-2 48 15,0-1 64-15,-1-2-116 0</inkml:trace>
  <inkml:trace contextRef="#ctx0" brushRef="#br0" timeOffset="36221.48">21035 2525 1904 0,'-2'0'688'0,"0"0"-672"0,2 1-50 0,3 2-13 16,2 2 5-16,1 1 15 0,2 2 24 0,-1-1 8 0,1 1 7 0,-2 1 1 16,1 1-6-16,-1 0-8 0,-1 2-2 0,0 1 0 0,0 3-1 15,-1 1 12-15,1 0 2 0,1 2-4 0,-1 0 0 0,0-1-3 0,0 2-1 16,0-1 1-16,0-2-3 0,1 1 0 0,-1 0 0 0,0 0 0 16,0-1 0-16,0 1 1 0,-1 1 1 0,1-2 0 0,-1 0-2 0,-1 0 0 15,1-2 0-15,-1-2-2 0,-2-1 0 0,2-1-2 0,-1-2-4 0,0 0-14 16,1-2-15-16,-1 0-20 0,1-2-8 0,0 0-13 0,-1 0-22 15,0-1-24-15,0-2-30 0,-2 0-41 0,-1-1-48 0,-1-2-18 0,-1-2 6 16,-1-1 43-16,-1-2 57 0,-1-2 46 0,1 2 40 0,-2-3 14 0,-1-2-183 16</inkml:trace>
  <inkml:trace contextRef="#ctx0" brushRef="#br0" timeOffset="36402.43">20979 2783 1099 0,'-7'0'631'0,"1"1"-500"0,0 0-96 0,3 1-62 0,4 0-22 16,2-1 1-16,2 1 23 0,3 0 17 0,0 0 12 0,2-1 1 15,1 1 2-15,0 0 1 0,2 0-6 0,1-1 2 0,-1 0 0 0,1 0-4 16,-2 1 0-16,2-1-2 0,0 0-2 0,0 0 1 0,-2 0-1 16,1-1 0-16,-1 2 4 0,-1-1 0 0,0 0-3 0,-1-1 3 0,-1 0-3 15,2 0-4-15,-2 0 6 0,0 1-10 0,0-1-11 0,1 0-32 0,-2-1-47 16,1 0-39-16,-1-1-35 0,-1 1-8 0,0-1 4 0,1 0 9 0,-1 1 16 16,0-1 35-16,-1 0-29 0,1-1-85 0</inkml:trace>
  <inkml:trace contextRef="#ctx0" brushRef="#br0" timeOffset="36753.83">21407 2711 2686 0,'0'1'26'0,"2"2"-94"15,2 1-40-15,2 3 1 0,3 0 20 0,0 1 48 0,0 0 40 0,0 0 8 16,-1 1 0-16,-1 0-3 0,-1-1-1 0,-1 3-2 0,-1 1-3 15,-1 2 4-15,1-1-2 0,-1 0 1 0,0 1 0 0,0 0-2 0,1-1 2 16,0-1-4-16,0-1 1 0,1-1-2 0,-1-1-4 0,1-2 3 0,0-1-3 16,0-1-1-16,1-2-1 0,-1-1 2 0,2-2-1 0,-2-2 2 15,1-1 7-15,1-2-2 0,-1-1 7 0,1-2 2 0,0-1 3 0,0-3-1 16,-1 1-1-16,0-1-4 0,-1 0-3 0,-1 0 0 0,1 0-1 0,-1 1-2 16,1 0 2-16,0 0-2 0,-1 2-4 0,0 0 3 0,0 2-4 15,0 0-1-15,0 2-3 0,0 1-4 0,0 0-1 0,-1 2-1 0,-1 1-1 16,0 1-1-16,0 1-4 0,-1 0 2 0,0 3-1 0,-1 0 1 15,1 0 1-15,-1 2-1 0,0 1 6 0,0 0 3 0,0 1 3 0,0 0 1 16,0 1-1-16,1 1-2 0,-1-1 1 0,1 1-2 0,1-1 0 0,0 0-3 16,0 0-8-16,1-2-10 0,-1 1-17 0,1-2-19 0,0 0-31 15,0 0-36-15,0-2-53 0,0-1-45 0,-1-2-17 0,0 0-3 16,0-1 46-16,-1-2 28 0,0 0-106 0</inkml:trace>
  <inkml:trace contextRef="#ctx0" brushRef="#br0" timeOffset="37152.83">21853 2820 1485 0,'2'2'205'0,"3"2"-190"0,0 2-44 15,3 1-7-15,2-1 12 0,0 1 19 0,-1 0 13 0,2 0 1 0,-1 0-3 16,0-1-6-16,3 1-5 0,-2-2-2 0,0 1 2 0,0-3 3 0,-1 2 4 16,0-1 3-16,0 0 2 0,0-1 2 0,0-1-1 0,0-2 3 15,0 0 3-15,1-1 4 0,-1-2 5 0,0-1 7 0,-1-1 6 0,-1 0 6 16,-2-1 4-16,-1-1 2 0,-1 0-1 0,0-1-1 0,-1 0-5 0,-1 0-4 15,-1 0-5-15,-1 0-3 0,-1 0-1 0,-2 0-6 0,-1 0-6 16,-1-1-9-16,0 1-8 0,-2 1-4 0,-1-1-2 0,-2 2 0 0,-1 1-2 16,-1 0-3-16,2 2-1 0,-2 0-3 0,0 2 2 15,0 1 7-15,0 1 1 0,0 1 7 0,2 1 1 0,-2 1-1 0,1 0 1 0,1 0-5 16,1 0 0-16,2 1-6 0,2 0-7 0,1 0-8 0,2 0-10 0,1 1-4 16,1 0 3-16,2 0 4 0,1-1 10 0,1 0 5 0,0 1 1 15,3-2 7-15,0 1-2 0,1 0 6 0,1-1-1 0,-1-1-1 0,2 0 1 16,-2 0-6-16,2 0 6 0,0-2-4 0,0 1 2 0,0 0-4 15,1-2-2-15,0 1 2 0,1-1-4 0,0 1 3 0,0-1-1 0,-1 1 0 16,0 0 6-16,0 1 2 0,0-1 0 0,1 1 0 0,-1-1-8 0,1 1-10 16,-1-1-3-16,2 1-3 0,0 1 8 0,1-2 6 0,0 1 4 0,-2-1-4 15,1-2-19-15,-2 0-24 0,0 0-20 0,-1-2-23 0,-1 1-19 16,0-1-12-16,-1 0-14 0,-1-1 0 0,0-2 10 0,-2 0 15 0,0-1 31 16,-1 0 3-16,0 0-147 0</inkml:trace>
  <inkml:trace contextRef="#ctx0" brushRef="#br0" timeOffset="37471.58">22346 2517 2042 0,'-2'0'710'16,"2"3"-746"-16,2 1-88 0,3 1-18 0,0 2 19 0,4 2 45 15,-1 2 60-15,0 0 26 0,0 0-3 0,-2 2 0 0,-1-1-5 0,0 3-3 16,-1 3 9-16,-1 1-3 0,-1 0 4 0,0 2 4 0,0 0-5 0,0 1 0 16,1 0-2-16,-1-1-4 0,0 1 2 0,0 0-2 0,0-1-3 15,0 1 3-15,1-1-3 0,0-1-5 0,0 0-5 0,0-2-12 0,0-3-24 16,-1 0-36-16,1-2-29 0,0 0-33 0,1-3-15 0,0-1-11 0,-1-2-26 15,2-2-16-15,-1 0-44 0,1-2 27 0,0-1 69 0,1-1 61 16,1-3 66-16,-1 0 30 0,1-4 5 0,-1-2-1 0,0-2 1 0,-1-3-4 16,0-4-29-16,-1-2-163 0</inkml:trace>
  <inkml:trace contextRef="#ctx0" brushRef="#br0" timeOffset="37835.29">22624 1990 3042 0,'0'-5'-10'0,"1"3"-89"0,1 0-40 16,2-1-1-16,2 0 40 0,1 2 55 0,1-1 41 0,0 1 10 0,2 0 0 15,1 1-3-15,-1-1 4 0,0 1 1 0,-1 0-4 0,0 1 7 16,2 0 7-16,8 0-6 0,0 1 16 0,-2 0 5 0,0 0 7 0,0 0 12 15,1 0 4-15,0 0-3 0,3-1-4 0,0 2-3 0,0-1-6 16,1 1-4-16,-1 0-5 0,-2 0-7 0,0 1 2 0,-1 1 4 0,0-1-2 16,1 1 7-16,0-1 1 0,-2 0-1 0,0-1 3 0,0 0-4 15,-1 0-3-15,-1-1-4 0,1-1 0 0,-1 0-5 0,-1-1-2 0,-1 0-3 16,0 0-4-16,0-1-4 0,0 0-1 0,-1-1-3 0,-2 0 1 0,1 0-1 16,-2 1 1-16,0-2-3 0,-2 1-1 0,-1 0 4 0,0-1-4 15,-2 1-4-15,-2-1 2 0,0 1-9 0,-2 0-14 0,-1-1-14 0,-1 1-21 16,0-2-17-16,-3-1-11 0,-1 1-14 0,0-1-20 0,-2 1-21 15,4 1-18-15,-1-1-39 0,-1 0-33 0,0-1-65 0,0 0-78 0,-1-2-22 16,2 1 13-16,-1-1 93 0,0 0-131 0</inkml:trace>
  <inkml:trace contextRef="#ctx0" brushRef="#br0" timeOffset="38452.91">23513 1477 3382 0,'-3'-2'-25'0,"2"0"-136"0,0 2-85 0,2 0-11 16,0 1 53-16,0 1 75 0,3 1 72 0,1 3 36 0,1 0 9 0,-1 1 7 0,0 2 7 0,-2 2-2 15,0 1 7-15,-1 2-1 0,-1 2-1 0,-1 3 4 0,0 2-2 16,0 1 4-16,0 2-1 0,1 1 1 0,1 0-7 0,1 2 5 0,1-2-3 15,2 2-3-15,0-1-3 0,2-2-12 0,2 1 3 0,1-2-7 0,13 19-10 16,-2-11 10-16,0-8-2 0,-3-9 6 0,-2-6 16 0,0-1 4 16,1-3 11-16,0-2 5 0,-2-2 5 0,2-2 4 0,0-3 7 0,-3-1 0 15,0-1 9-15,-8 1 6 0,1 0-9 0,1-2-3 0,1-2-19 16,-2 0-4-16,3-3-2 0,0 1-2 0,0-4 2 0,0 0-13 0,-2-1-7 16,-2 1-4-16,-1-1-6 0,0-1 6 0,-2 1 4 0,-1 1 7 0,-1-1 6 15,-1 1 2-15,-1 2 1 0,0 0 2 0,-1 1-3 0,-1 0-1 16,1 2 6-16,-1 2-5 0,0-1-1 0,1 3-1 0,-1 1-2 0,1 2-9 15,-1 1 0-15,1 1-5 0,0 2-2 0,1 1 7 0,0 2 5 16,-1 0 2-16,1 2-2 0,1 0 0 0,-1 2 1 0,1 1-6 0,0-1 4 16,0 2-1-16,1 0-6 0,-1 2 6 0,2 0-3 0,-1 1 0 0,0 0 2 15,0 3-2-15,1 0 3 0,1 2 1 0,-1 0-1 0,1 3 2 16,-1 0-8-16,2 1-1 0,0 5-13 0,5 19 1 0,-1-2 6 0,0-4 3 16,-2-10 10-16,1 1 1 0,-2-1 1 0,2 1-5 0,-2 0 5 0,2 3-5 15,-2 0 3-15,0 0 0 0,0 0 1 0,-2-3 1 0,0-1 2 16,-2 0-1-16,-1-3 4 0,-1 0 4 0,-2-2-1 0,-1-3 4 0,-2-1 2 15,-1-2 3-15,-2-4-7 0,1-1 1 0,-3-2 1 0,-2-2 4 16,-3-1-1-16,-2-3-6 0,0-2-12 0,-3-3-5 0,-1-3-1 0,1-3 6 16,-2-2 1-16,1-3 11 0,2-2-5 0,0-3 8 0,2 0 11 0,2-4-3 15,1-1 14-15,2-1-5 0,2-2-2 0,2-1-7 0,1 0-11 16,3-1-3-16,3 1-9 0,2-1-6 0,-1 0-14 0,3-1-12 0,3 2-13 16,0 2-10-16,3 2 0 0,0 4 4 0,1 1-6 0,2 2-5 0,-2 1-11 15,2 1-17-15,0 2-6 0,0 0-6 0,1 1-1 0,-2 0-3 16,3 0-13-16,-1 1-17 0,0 0-31 0,0 1-43 0,-2-1-41 0,3 0-10 15,-1 1 11-15,1-2 30 0,-1 2 40 0,2-1 40 0,-1 1 41 0,1 0-19 16,1 0-107-16</inkml:trace>
  <inkml:trace contextRef="#ctx0" brushRef="#br0" timeOffset="39335.33">24464 2166 2342 0,'-4'5'338'0,"1"4"-380"0,0 3-57 0,3 1-2 15,1 0 21-15,1 2 37 0,0 1 43 0,0-1 13 0,0 1-1 0,-1-2 2 16,0 2-8-16,0 1 0 0,-1 1 8 0,0 0 4 0,0 1 11 16,0 1 5-16,1 0 8 0,1 2 2 0,0 1 1 0,0-1-1 0,1 2-8 15,0-1-12-15,1 1-9 0,0 0-6 0,0-2 0 0,1 1 5 16,1 0-1-16,1-2-1 0,0 0 1 0,0-2-1 0,1-1-1 0,1-1-4 16,-1-2 1-16,1 0-3 0,-1-2 0 0,-1 1-3 0,0-1-1 0,0-1 3 15,-1-2-3-15,0-1-1 0,-1-1-1 0,-1-2-4 0,-1-1-22 16,0-2-14-16,-2-1-24 0,-1-3-38 0,-2-2-28 0,-1-3-21 0,-1-1-15 15,-3-3-14-15,-1-1-26 0,-1-4-27 0,1-2-14 0,-2-1 28 16,1-1 50-16,0-1 54 0,-2-2 45 0,-1 1 28 0,1-2 16 0,-1 1 11 16,-1 1 9-16,1-1 7 0,-2 0 5 0,0-2 4 0,-1 0 6 0,1 1 4 15,-2-3 2-15,0 0 0 0,0-2-6 0,1 2-5 0,0 1-5 16,1 1-3-16,0 2 1 0,1 1 1 0,0 0 3 0,2 5 9 0,1-2 5 16,2 2 9-16,0 1 17 0,2 2 12 0,3 2 13 0,0 1 5 0,2 1-7 15,2 1-9-15,0 0-5 0,3 1-6 0,0 1-2 0,1 0 3 16,3 2 2-16,2 0 10 0,1 2 13 0,3 0 15 0,2 0 11 0,2 1 5 15,1 1-2-15,1 0-5 0,1 1-12 0,2 1-13 0,-1 0-7 0,2 2-12 16,0 0-10-16,-1 1-1 0,1 1-10 0,-3 0 5 0,0 2-2 16,-1-1-5-16,-1 0 1 0,0 1-11 0,-2 1-1 0,-2 0-5 0,-2-1-8 15,-1 2 3-15,-1 0-4 0,-2-1 5 0,-2 0 0 0,-1-1 0 16,-3 0-1-16,-2-1 0 0,-2 2 6 0,-2-1-2 0,-2 1 1 0,-2-1-7 16,-2 0-8-16,-1 1 1 0,-2-2 4 0,1-1 1 0,-2 0 1 0,0-1-8 15,0 1-2-15,-1-2-8 0,3 0-8 0,0 0-16 0,1-1-27 16,2 0-23-16,1 0-25 0,0-1-14 0,0-1-14 0,2 0-8 15,0 0-20-15,1-1-18 0,2 1-20 0,1-2-17 0,1 2 11 0,1-2 21 16,1 1 36-16,2 0 36 0,2 0 24 0,0 1 17 0,1-1 13 0,1-1 10 16,1 1 9-16,1-1 11 0,1 0 10 0,0 1 6 0,-1-1 7 0,2 0 3 15,0-1 4-15,0 1 4 0,0-1 7 0,-1 0 13 0,2 0 15 0,-1 1 14 16,1 0 6-16,-2 0 7 0,0 1 2 0,1 1 6 0,1-1 7 16,0 2 5-16,0 1-2 0,-2 1-5 0,1 1-3 0,-2 2-7 0,0 0-6 15,0 2-2-15,-1 2-6 0,-2-1-3 0,1 2-1 0,-1-1-3 16,0 0 4-16,-1 2-1 0,-1 0-4 0,-1-1-2 0,-1 0-1 0,-2-2-3 15,-1 0 7-15,0-2-4 0,-1-1 6 0,-1-1 6 0,0-1 7 0,-2 0 9 16,1-2-3-16,-2-1 0 0,0-2 3 0,-1-1 5 0,-1-1 2 16,0-1-1-16,2-2 1 0,-3-1-8 0,2-2-8 0,-1-2-9 0,0-1-21 15,2-1-13-15,-1-2-13 0,1-1-6 0,1-2-1 0,0 1-3 16,1-2-1-16,1 0-1 0,0-1-3 0,1-1-1 0,1 0 0 0,0 0-8 16,1 0-9-16,2-1-7 0,1 3-11 0,1-1-7 0,1 2 1 0,1 2 1 15,1 2 8-15,1 2 7 0,-1 1 2 0,0 1-1 0,-1 1-4 16,1 1-15-16,0 0-24 0,1 2-40 0,-1-1-52 0,-1 2-63 0,0 1-36 15,0 0-1-15,-1 2 17 0,1 1 34 0,0 0 38 0,1 1 46 0,-1 0-183 16</inkml:trace>
  <inkml:trace contextRef="#ctx0" brushRef="#br0" timeOffset="39920.55">25090 2406 2294 0,'2'0'407'0,"1"0"-467"0,1 1-64 0,4-1 11 16,2 0 37-16,1-2 43 0,2 0 32 0,-1-1 10 0,-2-1 0 15,1 0-9-15,-2-1-14 0,0 0-8 0,-2-1-4 0,0 0 6 0,-2 0 12 16,0-1 10-16,-2 1 2 0,1 0 1 0,0-1 1 0,-1-1 2 16,-1 0 4-16,-1 0 0 0,-1 0 2 0,0 0-2 0,-1 1 3 0,0 0 1 15,-2-1 2-15,-1 0-4 0,-1 0-5 0,0 1-4 0,-3 0-2 16,0 2 6-16,-1 0 3 0,-1 1 2 0,0 2 3 0,-1 1-5 0,0 1-4 15,-1 1 0-15,0 1-7 0,1 3-1 0,1 0-1 0,1 2-4 0,-1 1 0 16,1 0-7-16,1 1-7 0,1 1-5 0,0 0-8 0,3 3-3 16,0 2 1-16,2-1-1 0,0 1 4 0,1 0 6 0,1-1 0 0,0 1 8 15,3 0-2-15,1-2-1 0,1 1 6 0,2-2-2 0,0 0 3 0,2 0 7 16,0-2 2-16,2 1 8 0,-2-2 5 0,2 0 2 0,1-2 6 16,-2 0 1-16,1-2 0 0,-2-2 4 0,1 0 0 0,0-1 2 0,0 0 1 15,0-2-5-15,0 0 7 0,-2-1-4 0,0-1-2 0,1-1 1 0,0 1-3 16,0-3 0-16,-1 1 3 0,1-2-4 0,0 0 4 0,-2 0 1 15,0-1-3-15,0-1 2 0,-1 1-5 0,1 0-7 0,-1 2-2 0,1-1 1 16,-2 1-4-16,1 1 5 0,0 1-1 0,-2 1-1 0,1 1 3 16,0 0-4-16,0 0-4 0,-1 1-3 0,1 1 0 0,-1 1-3 0,0 0 3 15,1 0 1-15,0 1-1 0,-1 0 2 0,1 0-1 0,1 0 1 0,-1 1 0 16,3-2-1-16,0 2 2 0,0 0-1 0,1-1 4 0,0-1 1 16,0 1-1-16,-1-1 2 0,1 0 0 0,0 0 4 0,0 0 2 0,0-1 4 15,0 0 6-15,0-1 7 0,-1-1 1 0,0 0-1 0,1-1-1 0,-1 0-5 16,0-1 4-16,-1 0 1 0,-1-1-1 0,1-1-3 0,-3 1-2 15,2 0-4-15,-1-2-1 0,-1 0 0 0,-1 0 0 0,0 0-1 0,-2 0-8 16,0-1 4-16,-1 1-3 0,-2-1-4 0,-1 0 0 0,-1 1-13 16,0-2-2-16,-2 1-6 0,-1 0-4 0,-1-1 1 0,-1 1-4 0,-2 1-2 15,1 0-2-15,-1 2-5 0,0 0-5 0,0 3-4 0,-1 0-5 0,-1-1 0 16,1 2 1-16,1 1-6 0,-1 1-8 0,0 0-12 0,1 0-15 16,-2 1-19-16,2 1-23 0,1 0-16 0,1 0-23 0,2-1-24 0,0 0-34 15,1-1-29-15,0 0 6 0,1-1 12 0,1 0 30 0,1-1 53 16,2-2 12-16,1 1-134 0</inkml:trace>
  <inkml:trace contextRef="#ctx0" brushRef="#br0" timeOffset="40152.73">25590 1873 3410 0,'-1'0'-20'0,"1"1"-26"15,1 1-27-15,0 1 9 0,2 2 7 0,0 1 26 0,2 2 20 0,1 2-3 16,5 13 1-16,-1 3-1 0,-2 1-4 0,-3-2 3 0,-2 1 13 16,0 0-5-16,0 3 7 0,0 1 2 0,0 2 1 0,0 1 1 0,0 3-1 15,-1-2 1-15,1 1-4 0,0-3 1 0,1-3-4 0,-1-1-7 0,1-1-31 16,0-4-53-16,0 0-53 0,0-2-53 0,0-4-40 0,0 0-35 16,0-3-52-16,0-1-8 0,1-5 10 0,-2 1 36 0,1-3 77 0,-1-2-183 15</inkml:trace>
  <inkml:trace contextRef="#ctx0" brushRef="#br0" timeOffset="41285.82">22581 3088 595 0,'-2'2'245'0,"1"0"-209"0,0 1-44 0,1 0-15 0,1-1 2 0,0 1 9 15,0 0 13-15,1-1 7 0,1 1 3 0,-1-2 0 0,0 1 2 0,1-1 4 16,0 0 13-16,-1 0 15 0,2 1 20 0,-1-1 14 0,-1 0 2 0,2 0-8 15,-1 0-16-15,1-1-13 0,0 2-7 0,0-1 6 0,-1 1 9 16,0 1 5-16,-1 1 2 0,1-1-1 0,-1 2-13 0,-1 0-8 0,0 1-7 16,0 1-9-16,0 0-1 0,-2-1-4 0,0 2-5 0,-1 0-6 0,-1 1-1 15,1-1-5-15,-1 0-7 0,-1 0-3 0,1 1-7 0,-1 0-1 16,1 1-7-16,0 0-16 0,1 0-34 0,0 0-53 0,1-1-37 0,-1 0-26 16,2-2-13-16,-1 0 7 0,2-1 9 0,0-1 43 0,1-1-174 0</inkml:trace>
  <inkml:trace contextRef="#ctx0" brushRef="#br0" timeOffset="41585.57">22724 2891 2418 0,'0'1'17'0,"1"0"-89"0,1 3-54 16,3 1 14-16,0 4 27 0,2 0 43 0,-2 2 42 0,0-1 9 0,0 0 1 16,-1 1-6-16,-1 1-3 0,0 1 1 0,0 0-4 0,0 1 2 0,0-2 0 15,1 0 2-15,1 0-1 0,1 0 2 0,1-1 0 0,0-1-5 16,0-2 1-16,3 0 4 0,-1 0-2 0,1-2 6 0,1 0 0 0,1-1-1 16,-1-1 2-16,0-1 2 0,0-1 2 0,-3 0-1 0,1-1 3 0,-2 0-1 15,1-1 2-15,-1 0-1 0,0 0-4 0,-1-1-2 0,1-1-3 16,-2-1-5-16,2 0 2 0,-1 0-6 0,-1-2-11 0,1 0-28 0,-2-1-45 15,1 0-55-15,-2-1-71 0,1 0-45 0,-1 0-18 0,0-2 3 0,0 0 35 16,-1-1 64-16,-1 0-164 0</inkml:trace>
  <inkml:trace contextRef="#ctx0" brushRef="#br0" timeOffset="41736.39">22662 2638 2709 0,'-4'1'69'0,"3"2"-148"16,2 2-93-16,7 2-42 0,3-2-2 0,2 1 3 0,3-2-18 0,0-2-44 16,0-3-74-16,1 0 11 0,-1-3-173 0</inkml:trace>
  <inkml:trace contextRef="#ctx0" brushRef="#br0" timeOffset="42502.81">25950 2400 708 0,'0'2'46'0,"1"1"-49"0,1 2-11 16,0-2 4-16,0 2 7 0,-1 0 7 0,1 0 5 0,-1 0 1 0,-1 0 6 16,1 0 2-16,-2 1 7 0,0 1 12 0,0 0 14 0,0 0 17 15,1-1 18-15,-1 2 13 0,1 1 2 0,0 0-5 0,0 0-17 0,2 1-15 16,-1 0-7-16,1 0-10 0,1 0-3 0,0 1-2 16,1-1-7-16,1 1 1 0,0-1-7 0,1-1-8 0,0 1-5 0,1-1-4 0,1 1-2 15,-1-1-5-15,2-1 3 0,2-2 0 0,1-1 3 0,0-1 4 0,0-1-3 16,0 0-4-16,0-1-2 0,0-2-6 0,0-1 4 0,0 0 1 0,-2-1 2 15,1-1-4-15,0-1-10 0,-1 0-10 0,0 0-8 0,-2-2-14 0,0 0-11 16,-1-1-11-16,0 1-23 0,-1-1-33 0,-1-1-49 0,-2 0-38 16,-1-1-15-16,-2 0-6 0,0-1 37 0,-2-2-196 0</inkml:trace>
  <inkml:trace contextRef="#ctx0" brushRef="#br0" timeOffset="42635.75">25986 2058 2659 0,'5'1'-90'15,"4"0"-134"-15,4 1-110 0,4 1-38 0,0-1 32 0,0-1 54 0,-2-1 44 16,0 0 42-16,-2-1-175 0</inkml:trace>
  <inkml:trace contextRef="#ctx0" brushRef="#br0" timeOffset="43152.38">26104 1060 1290 0,'-1'-1'-25'0,"1"-1"1"15,-1 0 6-15,0-1 10 0,0 0 7 0,0 0 0 0,0-1-1 16,0 0 3-16,0-1 5 0,-1 0 7 0,1 0 11 0,-1 0 7 0,1-1 8 15,-1 1 8-15,0 1 8 0,0 0-1 0,1 0-1 0,-1 0-3 16,1 2 0-16,0 0 3 0,0 1 10 0,1 0 1 0,0 2 6 0,0 1 1 16,1 0-4-16,1 2 8 0,0 1-1 0,0 0 5 0,2 1-4 0,0 1-10 15,1 2-3-15,0 1-9 0,2 2 5 0,1 1 4 0,0 0-1 0,1 4-51 16,13 17-7-16,0 2-3 0,1 1-11 0,3 3 48 0,0 0-10 16,0-1-4-16,1 1 3 0,-2-6 0 0,3 4 3 0,0 0-6 15,3 0 2-15,0 3-1 0,1 0 0 0,1 1 6 0,1 2-4 0,-1 0 5 16,2 0-10-16,29 40-7 0,-10-9-2 0,-9-11-2 0,-11-11 6 0,-5-6 10 15,-2 1 4-15,-2 1 5 0,-4 1 8 0,-3 1-2 0,-3-2-3 16,-4-2-6-16,-5 0-8 0,-5 1-2 0,-4-1-15 0,-5 0-4 0,-4-2-4 16,-6-1-7-16,-4 0 10 0,-6-2-4 0,-3-1-5 0,-4 0 0 15,-1-3-11-15,-3 0-4 0,-2-4-14 0,1-4-23 0,0-2-23 0,3-4-38 16,2-4-45-16,3-3-42 0,2-5-61 0,2-4-75 0,3-5-82 0,4-5-30 16,2-5 45-16,5-7-113 0</inkml:trace>
  <inkml:trace contextRef="#ctx0" brushRef="#br0" timeOffset="44374.79">26843 923 573 0,'1'-1'78'0,"0"1"1"0,1-1 11 0,-1 0 7 0,1 0 0 16,1-1-4-16,-1 1-15 0,1 0-14 0,0 0-4 0,-1-1-1 0,0 1 6 16,1 0 8-16,-1-1 7 0,1 1 3 0,0 0-1 0,-1 0-3 15,-1 1-3-15,1-1 0 0,-2 1-8 0,1 0 5 0,-1-1-2 0,0 1-7 16,0 0 5-16,-1 0-10 0,1 0-4 0,-1 0-2 0,1 0-11 0,0 0-1 15,0 0-4-15,0 0-2 0,-1 0-1 0,2-1 0 0,-1 1-1 16,0-1 5-16,1 1 3 0,-1-1 4 0,1 1 6 0,0-1 3 0,-1 1-6 16,1-1 2-16,-1 1-1 0,1 0-4 0,0-1 5 0,-1 1-7 0,1 1-6 15,-1-1 1-15,1 0-4 0,-1 1 1 0,0 0-4 0,1 0-3 16,-1 1-4-16,1-1 3 0,-1 1-1 0,1-1-5 0,-1 1 1 0,1-1-5 16,0 1 2-16,0-1 0 0,-1 0-8 0,1 1 8 0,1-1-10 15,-1 0 1-15,1 0-1 0,0-1-5 0,0 1 6 0,0-1-3 0,1 0 13 16,0-1-20-16,1 1-4 0,-1-1 8 0,2-1-18 0,-2 1 14 0,3-1 14 15,-1 0-13-15,1-1 11 0,1 1-1 0,-1-1 1 0,2 0-2 16,0 1-7-16,0-1 5 0,0 0-6 0,1 1 8 0,1-1-3 0,0 1-1 16,1 1 4-16,-1 0-6 0,0 0 3 0,1 0-5 0,0 1 0 0,0 0-4 15,1 1 12-15,-1 0 0 0,-1 0-4 0,0 0-1 0,0 2-10 16,0-1 1-16,-1 1-2 0,-1 1 12 0,-1-1 2 0,0 1-5 0,0 0 7 16,-1 1-8-16,-1 0 2 0,0 0 0 0,-1 0-2 0,-1 1 2 15,0 0 4-15,-2 0-8 0,0 0 3 0,-1 1 1 0,-1 0 0 0,-1 1 8 16,0 1-8-16,-2 0-2 0,-1 1-2 0,0-1 2 0,-2 1 2 0,0 2 0 15,-2 0 0-15,1 0-4 0,-2 0 6 0,-1 1 1 0,0 1 1 16,-1 0 4-16,0 1-10 0,-1-1 0 0,0 0-4 0,0 1 4 0,-13 12-47 16,2 0 6-16,2-4 9 0,4-3-5 0,1-2 53 0,3-3-3 15,2-3-1-15,4-4 4 0,2 0-1 0,0-2 3 0,1 1 2 0,0-2-5 16,2 0 5-16,1-1-4 0,0-1-6 0,1-1 0 0,1 1-12 0,1-1 10 16,0-1 6-16,2 0-4 0,1 0-4 0,0 0-8 0,2-1 0 0,1 0 0 15,-1 0 0-15,3-1 0 0,1 0 0 0,1-1 0 0,1 0 0 16,1 0 0-16,0-1 0 0,2 0 0 0,1-1 0 0,0 0 0 0,-1-1 0 15,2 1 0-15,0 0 0 0,0-1 0 0,1 1 0 0,0 0 0 16,0 0 0-16,-1 1 0 0,2 0 0 0,-1 0 0 0,-1 0 0 0,0 1 0 16,0 0 0-16,0 1 0 0,-3 0 0 0,0 0 0 0,0 1 0 0,-2-1 0 15,0 1 0-15,-2 0 0 0,1 1 0 0,-2-1 0 0,0 0 0 16,0 1 0-16,-1 0 0 0,-1 1 0 0,0-1 0 0,-1 1 0 0,1 0 0 16,-2 1 0-16,0-1 0 0,0 1 0 0,-1-1 0 0,-1 1 0 0,0 0 0 15,-1 1 0-15,-1-1 0 0,0 1 0 0,-1 1 0 0,0-1 0 16,-2 1 0-16,0 1 0 0,-1-1 0 0,0 1 0 0,-2 1 0 0,0-1 0 15,-2 1 0-15,0-1 0 0,-1 2 0 0,0-2 0 0,-2 1 0 16,0 0 0-16,-2-1 0 0,0 1 0 0,0-2-114 0,0 2-28 0,-2-1-34 16,0 1-33-16,0 0-38 0,0 0-39 0,-2-1-67 0,1 1-125 0,0 0-57 15,1 0 3-15,-1-2-190 0</inkml:trace>
  <inkml:trace contextRef="#ctx0" brushRef="#br0" timeOffset="46086.95">16968 3793 1568 0,'12'-5'229'0,"3"1"-221"0,8 1-12 0,3 4-11 0,1 2-10 16,3 0-10-16,-1 0-1 0,3-2 3 0,-1 0 10 0,2 0 14 15,-2-1 4-15,1 1 5 0,1 0-1 0,1-1-1 0,1 1 1 0,1-1 2 16,2 0-2-16,0-1 4 0,1 0 8 0,1-1 5 0,2 1 15 16,0-1 10-16,2 0 12 0,1 1 5 0,2 0 7 0,1 0 6 0,1-1-3 15,2 1-2-15,1-1-13 0,3 1-9 0,1 0-18 0,2 0-5 0,3 0-6 16,1 0-3-16,4-1 6 0,1 0-2 0,1 0 2 0,4-1-1 16,1 0 2-16,4-1-2 0,2 0 3 0,1 0 6 0,3-1 0 0,4-1 12 15,0-1 1-15,4 0-6 0,1-1 0 0,4-1-7 0,2 0-1 16,3 1 3-16,3-2-3 0,2 1 0 0,3-1-4 0,2 0-5 0,4 1-2 15,3-1 4-15,1 1-3 0,3-3 1 0,3 0 4 0,1-1-7 0,4 1 1 16,3 0 8-16,1-1-6 0,2-1 1 0,2-1 2 0,2 2-11 16,2-2 8-16,2 1-4 0,3 0 0 0,2-2 1 0,1 3-8 0,3-1 13 15,-1 1-5-15,4 1 6 0,-2 0-1 0,3-1-10 0,0-1 4 16,1 1-1-16,4-1 3 0,0 2 5 0,0-3-1 0,1 0 1 0,-2 1-1 16,-2 0-4-16,1-1 2 0,-3 0-4 0,1 1 11 0,-3 0-1 0,-2 0-3 15,-2-1 1-15,-2 0-9 0,-5 1-2 0,-2 2 0 0,-5 0 0 16,-6 0-3-16,-3 1-6 0,-4-1 0 0,-7 1-10 0,-5 0-2 0,-8 0-15 15,-6 1-32-15,-6-1-39 0,-5 1-44 0,-8 1-57 0,-4-3-76 0,-7 0-114 16,-5-2-133-16,-6-1-41 0,-6-1-194 0</inkml:trace>
  <inkml:trace contextRef="#ctx0" brushRef="#br0" timeOffset="47103.04">20992 4270 1610 0,'-2'-6'53'0,"0"2"-56"0,1 0-27 0,2 4-6 0,3 1 13 16,2 1 20-16,2 2 19 0,0-1 7 0,1 2 9 0,0 0 10 0,0 1 2 15,0 1 5-15,-1 0 1 0,0 2 2 0,-1 0 1 0,1 3 2 0,1 1 7 16,0 2-6-16,1 0 6 0,0 3-4 0,0-1-6 0,2 1 1 16,-1 1-6-16,2 1 2 0,0 3 0 0,0 0-2 0,-1 1-5 0,3-1-15 15,-1 0-3-15,-1 0-4 0,1-3-9 0,-1 1 2 0,1-2-5 0,0-1-3 16,-2 1 1-16,0-2 2 0,-1 0 0 0,0-2 2 0,1-2 0 15,-3-2-1-15,0-2 0 0,0-1 2 0,-1-3 1 0,-1-2 6 16,-1-1 11-16,0-1 11 0,-1-2 9 0,0 0-4 0,-1-2-2 0,1-2-7 16,-1-2-12-16,-1-2 1 0,1-3-7 0,-1-2-3 0,2-2-2 15,-2-2-3-15,0-1 1 0,0-1-6 0,0 2 2 0,1-1-5 0,-1-1-1 16,0 1-1-16,0-2 2 0,0-1 2 0,1 2-4 0,0-1 3 0,0 2-8 16,1 0-4-16,-1 1 2 0,1 1 9 0,0 2 8 0,2 0-1 0,0 1-2 15,0 0-9-15,2 0-1 0,-1 2 1 0,1 1 0 0,0 0 1 16,1 1 2-16,2 1-1 0,0 0 2 0,0 2-2 0,-1 0 2 0,2 1 0 15,0 1-2-15,1 0 3 0,-1 2-1 0,0 0 3 0,-1 1 0 0,1 1-1 16,-1 1 3-16,0 1-4 0,-1 1 3 0,1 1-1 0,1 0-3 16,-1 1 8-16,1 0-1 0,-2 2 0 0,1 0-2 0,0 2 0 0,-1-2 4 15,0 3 3-15,-2 1 4 0,0 0-2 0,0 2-1 0,-1 0 5 16,0 1-6-16,0 2-1 0,-1 2-11 0,0-1-2 0,-1 1 1 0,0 0 8 16,0 1 13-16,-1-1-5 0,1 2-1 0,0 0-10 0,-1-1-3 0,1 1 3 15,-2 0 14-15,1 0-2 0,0-2 3 0,0 0-5 0,1 1-14 16,-1-1 4-16,1 2-4 0,-2 0 1 0,0 0 7 0,0-1-10 0,0 0 1 15,0-2-1-15,-1-2-1 0,0 2 2 0,-2-1-1 0,-1-1-7 0,-1-1-2 16,-1-1-15-16,-1 0-35 0,-2 0-54 0,-1-1-77 0,-3 1-99 16,-2-2-152-16,-1 1-269 0,-5-1-9 0,-3-3-42 0</inkml:trace>
  <inkml:trace contextRef="#ctx0" brushRef="#br0" timeOffset="59500.78">10177 1957 1844 0,'-5'-1'136'0,"2"2"-152"0,-5 2-37 0,2 5-4 0,5 8 4 0,3 7 11 15,3 7 14-15,0 3 9 0,1 7 5 0,0 9 2 0,0 4 8 16,1 5 0-16,0 4 6 0,0 1 0 0,0 4-2 0,-2 5 16 0,2 4-2 16,-1 2 7-16,1 5 5 0,0-1-13 0,0 3 7 0,1 2-6 0,0 0-6 15,0 3 0-15,-2-1-8 0,2 3 3 0,-2-1 4 0,0-2 2 16,-2-2 2-16,-1-5 5 0,0-2 4 0,-2-5 10 0,-1-4 20 0,0-1 14 15,-3-5 14-15,0-3 11 0,-1-3-5 0,-1-2-12 0,2-3-6 16,-2-2-15-16,1-2-3 0,-1 0 0 0,1-2-10 0,2-3 2 0,0-1-13 16,1-2-2-16,0 0-9 0,1-2-3 0,1 0-3 0,0-2-2 0,0-2-3 15,0-1 0-15,1-1 1 0,1 0 1 0,0-2 0 0,0 0-11 16,0-2-2-16,1 0 12 0,0-3 4 0,1 0 12 0,1-1 6 0,0-2-8 16,0 0 0-16,1-3 2 0,0-1 0 0,-1 0 3 0,2-2 5 0,1 0 3 15,0 0-2-15,2-1-4 0,1-3-1 0,0 1-1 0,3-1-1 16,1-1-1-16,1-3 0 0,2-1-5 0,2-1 3 0,3-1-5 0,2 0-4 15,2-1-1-15,0-1-11 0,4-1-4 0,0-2 3 0,2-1-5 16,2 1 8-16,0-2 0 0,2-1-2 0,1 0 3 0,1-1 5 0,2 0-5 16,0 0-3-16,1-1 2 0,1 0-2 0,0-1 0 0,1-1-2 0,2 0 4 15,2 0-11-15,0-1 2 0,2 0 3 0,2 0-3 0,0 0 0 16,4-2 2-16,0 0-1 0,4-1 3 0,-1 0-1 0,2 1 1 0,0 1-1 16,3 0-5-16,1 1 4 0,1-1-2 0,1 1 0 0,2 0 2 0,2 0 3 15,0 1 0-15,1 0 0 0,0 1 1 0,3 0-1 0,2 0-2 16,-1 1 4-16,4 1 0 0,1 0-1 0,-1 1 1 0,3 0-4 0,-1 1 4 15,0 0 5-15,3 1-5 0,1 1 0 0,3 2-5 0,0 0-5 0,1 0 3 16,1 1 0-16,-1 0 3 0,3 0 4 0,1 0 2 0,0 0 0 16,2 1 3-16,-1-1-9 0,1 1 11 0,-1 0-1 0,0 1 1 0,2 0 1 15,-1 0-4-15,2 0 1 0,-1 1 0 0,-1-1 6 0,1 1-6 16,0-1-3-16,-1 0 2 0,-1 1-6 0,1 0 11 0,0 0 5 0,-1 0-3 16,1 0 1-16,1-2-8 0,1 1-3 0,0-2 10 0,3 0 0 0,0 1 1 15,0-1-3-15,-1 0 0 0,1 0-7 0,-2 1 3 0,0 0-6 0,0 0-5 16,-1 0 6-16,-1 0 0 0,-1-1 4 0,-1 2-2 0,2-1 3 15,-2 2-10-15,0-1-3 0,0 1 3 0,-1 0-2 0,0-1 9 0,-1 0 3 16,2 0-10-16,-3 0-1 0,2 0 6 0,-1 1-5 0,0 0 7 16,1 0-2-16,0-1-2 0,0 0-7 0,-1-2 2 0,1 2-6 0,0-1 3 15,1 1 11-15,-1-1-2 0,1 1-12 0,1 0 1 0,-2-2-8 0,2-1 11 16,0-1 11-16,1 1 2 0,0-1-2 0,0-1-4 0,1 1 2 16,-2-1-2-16,1-1 11 0,0 0-7 0,-1 0 1 0,3-1 1 0,-2 1-6 15,1 0 4-15,3-1 1 0,-1 0-3 0,0-2 2 0,3 0 0 16,-2-1 8-16,2 0 1 0,3 0 0 0,0-1-1 0,2-1-1 0,0 0 4 15,2-2-1-15,0 0-3 0,3 0-3 0,1-2-1 0,2 0 1 16,1 0-1-16,-1-1 0 0,1 0 3 0,0 0-3 0,0-1 0 0,0 0 6 16,2 1-3-16,-1-2 2 0,2-1-1 0,-1 0-1 0,1-1-1 0,1 2-1 15,-2-2 1-15,2 1 4 0,2-1 2 0,0 0-2 0,2-1 3 0,-2-2-6 16,0 1-3-16,0-1 1 0,1 0 1 0,0-1 4 0,0 0 0 16,0 2-5-16,-2-1 3 0,1 0-5 0,-1 1 5 0,0 1 2 0,0 0-3 15,-2-2-1-15,0 2-1 0,0-2 1 0,-4 0 6 0,1 1-1 16,-2 1-3-16,-3 0-5 0,-1 0-1 0,-5 1-4 0,-3 0-5 0,-3 0 13 15,-1 1-5-15,-3 1 10 0,-2 0 1 0,-4 2-8 0,-2-2 1 0,-3 1 5 16,-3 1-1-16,-1 1-8 0,-4 1 0 0,-2 0-8 0,0 3 4 16,-5 0 4-16,-1 1 0 0,-4 2 2 0,-3 0-1 15,-2 1-1-15,-3 2-4 0,0 1 1 0,-4 0-5 0,-2 2-2 0,-4-1-3 0,-2 1 3 0,-1 0-1 16,-3 1 7-16,-2 2 0 0,-1 0 4 0,-4 0-4 0,-3-1-13 16,-1 1-2-16,-5-2-5 0,-2 1 3 0,-2-1 0 0,-4-1 6 0,-1 0 4 15,-2-2 7-15,-1 1-1 0,-2-2 3 16,-3 0 1-16,1 0-4 0,0-1 5 0,-3-1 3 0,1-1 1 0,-3-1-3 0,0-1 3 0,0-1-2 15,-2-1-6-15,1-2-2 0,0-2-7 0,-1-1-7 0,1-3-3 0,-2-2 1 16,0-4-11-16,0-3-8 0,0-1 9 0,-1-4-1 0,2 0 15 16,-1-4 7-16,1-5 1 0,0-5 7 0,1-2-1 0,-1-4 5 0,0-3-1 15,1-5-9-15,1-4 7 0,0-5 4 0,-1-4-4 0,2-3 14 0,0-6-10 16,1-1-3-16,-1-5 5 0,1-1-15 0,0-1 9 0,1-4-4 16,-1 0-1-16,0-3 10 0,1 1-5 0,-1-1 2 0,0 0-6 0,0 1 15 15,-2 0-4-15,0-1 4 0,0 1 2 0,-2 1-13 0,0 1 3 16,-1 1 5-16,-1 1 1 0,-1 0 2 0,0 2 0 0,0-2-4 0,-1 2 0 15,-1 1 2-15,1 42-3 0,0-11 10 0,0 3 1 0,-1-11-4 0,1 1-2 16,-2-10-13-16,0 3-2 0,0-9-11 0,-2 1-1 0,0 3-6 16,2 39 24-16,-1-6-10 0,0 3-13 0,-1-3-18 0,-1 1-63 0,0-2-46 15,-2 3-46-15,-2-4-59 0,-1 4-85 0,-3-3-130 0,-2 2-122 0,-3-2-179 16</inkml:trace>
  <inkml:trace contextRef="#ctx0" brushRef="#br0" timeOffset="60670.05">10347 1525 1523 0,'-11'-7'508'0,"1"2"-514"16,-1 0-39-16,0-1-15 0,0 0-16 0,1 1-21 0,3 1-6 0,3 3-5 15,3 0 2-15,3 1 17 0,2 2 18 0,3 0 26 0,1 0 23 0,3 0 17 16,1 0 13-16,1 0 5 0,0 1 8 0,2 0 6 0,1-1 6 16,0 1 11-16,-1-1 2 0,2 1 1 0,1-1 3 0,1 1 1 0,1 0 1 15,2-1-1-15,1 1 0 0,2 0-3 0,2 0-3 0,1 0-1 0,3 0-12 16,2-1-9-16,3 0-4 0,2 0-2 0,4-1 0 0,2 0-3 16,5-1 0-16,1-2-8 0,3 0-2 0,3-1-2 0,2-2 0 0,3 0-2 15,2-1 5-15,2-2 2 0,3 0 2 0,2-1 2 0,1 1 0 16,1-3 5-16,3 1-1 0,1 0 4 0,2-1-6 0,-1 0 1 0,3 1-1 15,1-2-3-15,0 1 4 0,3 0-2 0,1 0 1 0,0 0-3 0,1 0-7 16,1 1 3-16,1-1-3 0,2 0-3 0,-1 2 3 0,2 0 1 16,0 0 3-16,2 1-1 0,0 0 2 0,1-1-11 0,2 1 3 0,0-1 11 15,2 2-2-15,-49 3 33 0,6-1-3 0,1 0-14 0,6 0 1 16,0 0-31-16,6 0 8 0,0-1 2 0,6 1 3 0,-1-1-1 0,8 0-7 16,-1 1-6-16,5 0 3 0,1 0 3 0,5-1-1 0,1 0 4 0,5 1 0 15,0-1-5-15,-1 1 4 0,0 1-8 0,0 0-5 0,0 0 3 0,-2 1-1 16,0 0 8-16,0 0 2 0,-1 1 1 0,0-1 1 0,-1 2 1 15,0-1 1-15,-2 1-2 0,0-1 0 0,-1 0 1 0,-1 0 3 0,0 0-6 16,-2 0 4-16,1 0-4 0,-3 0 2 0,2-1 5 0,-2 1-1 16,-1-1 0-16,1 1 3 0,-1-1-7 0,0 1-1 0,-1 0 4 0,-1 0-6 15,0 0 3-15,0 1 5 0,-2 0 0 0,0 0-4 0,0 0 4 0,-1 0-3 16,-2 1 1-16,1 0 2 0,-2 0-4 0,1-1 4 0,-3 1 0 16,0 0-7-16,0 0 3 0,-1 0-3 0,0-1-1 0,-2 0 6 0,0 1-1 15,1-1-3-15,-1-1-2 0,0 1-5 0,0-1 6 0,0 0 6 0,-2 0-10 16,1 0 1-16,0-1 0 0,0 1-1 0,0-1 10 0,1 0 2 15,-1 0-3-15,1 0-4 0,-2 1-1 0,2-1 12 0,0 0 0 0,1 0 6 16,-1 0-2-16,0 1-14 0,0-1-4 0,2 1-1 0,-1 0 1 16,0 0-1-16,1 1 8 0,0-1-2 0,-1 0-4 0,1 1 6 0,0-1-4 15,1 1 2-15,0-1 6 0,-1 0-2 0,1 0-5 0,0 0 7 16,1 0-9-16,1 0 4 0,-2 0 3 0,2 0-5 0,1-1 10 0,0-1-9 0,0 0-8 16,2 0 16-16,0 0-4 0,1 0 8 0,0 0 10 0,1 0-18 15,0-1-1-15,0 1-4 0,0 0 9 0,2-1 1 0,-2 1 2 16,2 1-2-16,-1 0-13 0,0 0 2 0,2 0-2 0,-1 1 0 0,0 0 5 15,1 0 1-15,0 0-4 0,-1 1 3 0,1-1-2 0,1 2-3 0,-2-1 2 16,3 0 1-16,-2 0-5 0,2 0 6 0,0 0-1 0,0 0-5 16,1 0-3-16,0 0 2 0,0 0 0 0,1-1 1 0,0 1 5 0,0-1-4 15,0 0 1-15,1 0-4 0,0 0 6 0,0 0-2 0,1 0 3 0,-1 0 2 16,0 0-8-16,0 0 1 0,1 1 2 0,-1 0-1 0,1 0 2 16,0 0-2-16,0 1 4 0,0-1 0 0,-1 1 2 0,2 0 2 0,-2 0-7 15,1 1 2-15,-1 0-11 0,0 0 4 0,0 0 0 0,0 0 0 0,0 0 9 16,0 1-3-16,1-1 1 0,-2 0-10 0,1 0 0 0,-1-1 3 15,0 1-2-15,0-1 14 0,1 0 2 0,-1 0-4 0,0 0-5 0,0-1-3 16,0 1-2-16,-1-1 2 0,1 0 5 0,-1-1 6 0,0 1-2 16,-2 0 3-16,0-1-8 0,-1 2-2 0,-1-1-1 0,-1 1-1 0,-2 0 6 15,-2 1-1-15,0 0-1 0,-3 1-6 0,-1 0-3 0,-4 1-7 0,-1 1-10 16,-1 1 1-16,-4 1-19 0,-2 0-15 0,-3 1-24 0,-2 1-35 16,-3 0-33-16,-2 1-40 0,-3 1-26 0,-2 0-47 0,-3 1-40 0,-1 0 0 15,-3-1 20-15,-1 2 78 0,-1-1-182 0</inkml:trace>
  <inkml:trace contextRef="#ctx0" brushRef="#br0" timeOffset="39902.28">25723 2644 157 0,'-1'-1'51'0,"0"1"-13"0,1 0-16 0,-1 0-5 0,1 0-4 16,0 0-6-16,0 1 1 0,0 0-1 0,0 0-1 0,-1 0 2 16,1 1-1-16,0 0 1 0,0 0 3 0,0 1-1 0,-1-2 7 0,1 2 4 15,0-1 4-15,0 1 5 0,0 0-2 0,0-1-1 0,0 1 0 0,0-1-1 16,-1 1 1-16,0 0 0 0,0 0 0 0,0 0 2 0,-1 1 1 16,1 0 0-16,-1 0 1 0,0 1 1 0,0 0-2 0,2 1 0 0,-2 1 1 15,1 0-3-15,-1 1 0 0,0 2-3 0,1-1-1 0,-1 2-3 0,1 0 1 16,0-1-2-16,-1 3-1 0,1 0-3 0,-1 1-3 0,0-2-3 15,0 1-2-15,0-1-2 0,0 0 3 0,0 1-1 0,0-2 0 0,0 0 1 16,0 0 0-16,-1 0 0 0,0-1-2 0,0-1 0 0,-1-1-4 16,0 0 1-16,0-1-1 0,0 1-7 0,1 0-4 0,-2-1-15 0,0 0-66 15,-2-1-105-15,-1 0-377 0</inkml:trace>
  <inkml:trace contextRef="#ctx0" brushRef="#br0" timeOffset="48620.58">11179 6930 923 0,'-1'0'140'0,"-1"2"-130"0,0 2-21 16,0 1-8-16,0 2-18 0,1 0-34 0,1 0-33 0,-2 1-29 0,1-1-19 15,-1 0 4-15,-1 0-109 0</inkml:trace>
  <inkml:trace contextRef="#ctx0" brushRef="#br0" timeOffset="49219.58">11272 6826 1477 0,'-8'-2'554'0,"1"1"-479"0,0 0-22 15,1 3-19-15,3 1-14 0,0 1-14 0,1 2 2 0,1 0 1 16,-1 2 2-16,1 1 9 0,-1 1 8 0,0 1 16 0,0 2 7 0,-1 1 14 15,-1 0 0-15,1 0 3 0,0 2-18 0,0-1-10 0,1 3-2 16,0-2-6-16,2 4 9 0,0 0-4 0,2 0-6 0,0 2-4 0,1 1 0 16,1-1 0-16,1 0-5 0,0 0 2 0,1-2-10 0,-1 1-4 0,0 0-1 15,-1-2-2-15,0 0 3 0,-1 0 0 0,0-4 4 0,0 1-5 16,-1-2 1-16,-1 0-1 0,-1-3-4 0,0 1 2 0,-2-2-2 0,1 0-1 16,-2-2-6-16,1-1-3 0,-1 0-14 0,2-3-25 0,-2 0-31 0,0-1-41 15,0-2-52-15,0-2-77 0,-1-1-99 0,-1-2-104 0,0-1-84 16,-2-5-257-16</inkml:trace>
  <inkml:trace contextRef="#ctx0" brushRef="#br0" timeOffset="49602.58">10847 6917 2136 0,'-18'-9'107'0,"1"0"-13"0,-3-1-13 0,5 3-19 0,6 1-26 0,4-1-17 15,1 2-2-15,2-3-8 0,2 0-2 0,0 0-1 0,2-1-4 16,0 1-1-16,1 0 7 0,0 1 0 0,1 0 15 0,1-1 7 0,1 0 2 15,1 2 1-15,0-1-6 0,2 0-5 0,2 1-4 0,0 0-3 16,3 0-7-16,2 0 0 0,3 1 4 0,1-2-6 0,4 2 1 0,2-1-4 16,-1 0-3-16,3 1 5 0,-3 1 4 0,2 1-3 0,0 2 3 0,0 0-6 15,0 2 0-15,1 1 11 0,0 1-7 0,-1 0 3 0,0 1 0 16,0-1-8-16,0 3 3 0,0 0 0 0,1 0 1 0,0 2-2 0,1 0 4 16,-1 2-8-16,1 1 0 0,-1 3 4 0,0 2-3 0,2 1 3 0,-2 4-8 15,1 1-6-15,-3 0 0 0,-1 3 2 0,-4 1-11 0,1 2 19 16,-2 0-3-16,-2 0 1 0,-3 2 12 0,-1-2-13 0,-3 2 8 0,-4-1-4 15,-3 0-1-15,-4 0 4 0,-4 3 1 0,-5 0 2 0,-5 0 11 16,-3-1-2-16,-3-2-3 0,-4-2 6 0,-2-1-2 0,-3-1 7 0,-3-1 0 16,-4-1 2-16,0-3 2 0,-2-1 0 0,1-3 2 0,-1-2 0 0,-1-3-7 15,0-3 5-15,-1-2 3 0,2-3 3 0,-1-3 0 0,0-3-5 16,1-2-2-16,2-4-10 0,2-2-1 0,2-3 3 0,2-2-3 0,2-3 1 16,0-1-4-16,3-5-6 0,0-3 2 0,2-2-9 0,4-3 2 0,1-5-6 15,3-2-1-15,3-4 1 0,3-1-12 0,5 3-8 0,2 1-20 16,2 0-36-16,4 1-44 0,1 2-47 0,3-1-114 0,3 1-228 0,2-1-293 15,2-3-213-15</inkml:trace>
  <inkml:trace contextRef="#ctx0" brushRef="#br0" timeOffset="52002.58">13227 6576 49 0,'0'-4'63'0,"-1"0"9"0,-1 0 4 16,1-1-4-16,-1 1-8 0,0-1 3 0,0 1-5 0,-1-1-2 0,-1 0-5 15,1 1-5-15,-1 1-5 0,1 0-3 0,-1 1 2 0,1 0-1 16,-1 0 3-16,0 0 2 0,0 1 4 0,0 1-1 0,0-1-1 0,0 1 2 16,1 1-3-16,-1-1 4 0,0 0 7 0,0 0 1 0,1 1 5 0,0-1-3 15,1 0 1-15,-1 0 2 0,2 0 5 0,-2 1 7 0,1-1 3 16,-1 1 1-16,1 0 0 0,0 0-2 0,0 0 0 0,-1 0-3 0,-1 0-1 16,1 0 2-16,-1-1 3 0,0 1-5 0,0 0-12 0,0 1-1 0,0 1-12 15,-1-1-3-15,0 1-5 0,0 0-3 0,1 0-5 0,-2 1 3 16,0 0-6-16,1 1-3 0,-1 0-3 0,1-1-8 0,0 2 4 0,-1 1-4 15,1 0-4-15,0 1 10 0,-1 2-8 0,2 1-4 0,-1 2 4 16,0 3-7-16,-1 1 3 0,1 2 6 0,-1 0-4 0,0 3 1 0,0 1 1 16,0 3 0-16,0 5-2 0,0 1-5 0,2 4 2 0,0 0-18 0,1 2 10 15,0 1 1-15,2 0 1 0,0 1 13 0,2 0-7 0,1 0-5 16,2-1 3-16,1 0-2 0,2-2-1 0,4 0 5 0,1-3-8 0,3-3-1 16,1-2 5-16,1-1-1 0,2-3-1 0,2-1 4 0,0-2 2 0,0 0 0 15,1-2 0-15,-2-2-3 0,0 0-1 0,0-3-14 0,-3-1-2 16,1-3-2-16,-2-1-2 0,-2-1 16 0,0-1 10 15,-1-3-9-15,-3-2-22 0,-2-1-32 0,-1-2-47 0,-2-1-49 0,-1-2-68 0,-1-1-115 16,-1-3-171-16,-2-2-152 0,-2-2-358 0</inkml:trace>
  <inkml:trace contextRef="#ctx0" brushRef="#br0" timeOffset="52669.58">13624 6849 1615 0,'-6'-3'598'0,"0"1"-513"0,0 0-26 0,3 2-35 0,2 0-10 16,1 1 1-16,1 0-4 0,0 0 11 0,1 1-1 0,0 0 7 0,-1 0 16 15,-1-1 12-15,0 0 12 0,0 0 12 0,0-1-3 0,0 0-8 16,0 0-8-16,0 0-15 0,0-1-7 0,0 0-4 0,1-1-11 0,1 0-5 16,1 0-1-16,0-1 1 0,2 0 2 0,0 0 2 0,0 0-7 0,2-1-2 15,2 1-3-15,0-1-4 0,3 1-4 0,-1 1 3 0,2 0-3 16,0 1 2-16,1 2-1 0,1 0 0 0,0 1 1 0,-2 1-3 0,3 0 1 15,-1 2 3-15,0 0-5 0,-2 0 1 0,0 2 2 0,-1 0-2 16,-1 0 1-16,-2 1 6 0,-1-1-2 0,0 1-1 0,-1-1-1 0,-1 2-1 16,-2-1 1-16,-1-1-1 0,-2 2-1 0,-1-2 8 0,-1 1-4 0,-2 1 8 15,0-1-20-15,-2 0-5 0,-2 0 5 0,0 0-4 0,1 0 13 16,-2-1 5-16,1 1 7 0,-1 0 0 0,1-2 1 0,-1 1-3 0,1-2-16 16,0 0 1-16,0 0 2 0,3-1 1 0,0 0 4 0,0-1-1 0,1-2-1 15,1 0 0-15,1-1-1 0,1 0 1 0,0 0-4 0,0 0 0 16,0 0-2-16,1 0 2 0,1 0 4 0,0 1-4 0,0 0 0 0,1 0-2 15,1 1-4-15,-1 1 3 0,0 0-1 0,1 0 4 0,0 2-2 16,1 0 4-16,-1 1 2 0,0 1-8 0,0 0 8 0,0 0-2 0,-1 2-8 16,1-2 12-16,-1 2-3 0,0 0 6 0,1 0 6 0,-1 1-2 0,0-1 2 15,0 0 0-15,-1 0-6 0,-1 2 0 0,1 0 10 0,0-1-12 16,-1 0 4-16,1 0-5 0,-2 0-4 0,-1 1 9 0,-1-1-5 0,0 2 5 16,0-1-4-16,-2-1 5 0,-1 0-7 0,-1-1 3 0,-1 0-5 0,0-2-1 15,-2 0 6-15,0 1-1 0,-1-1 1 0,0-2-4 0,0 1 7 16,-2-2-3-16,2-2-3 0,0 0-3 0,0 0-2 0,2-2-2 0,0-1 2 15,0 0 2-15,0-1-2 0,1-1-5 0,1 0-11 0,0-1-14 16,2 0-13-16,0 0-13 0,2 0-16 0,1-1-18 0,2 0-18 0,1 0-14 16,1 1-21-16,3-1-23 0,1-1-30 0,2 0-55 0,1 1-50 0,2-1-59 15,-1 0-33-15,3 1 20 0,0-2 42 0,2 1-150 0</inkml:trace>
  <inkml:trace contextRef="#ctx0" brushRef="#br0" timeOffset="52919.13">14203 7074 2724 0,'0'-4'238'16,"1"1"-163"-16,1 0-31 0,4 2-27 0,2 0 6 0,3 2 13 0,2 0-4 15,3 0 3-15,-1 1-3 0,1-1-7 0,-1 2 4 0,1 0 2 16,-1 0 7-16,1-1 2 0,-2 0 2 0,1 0-3 0,0 0-8 0,1-1-6 16,-2 0-9-16,2 0 3 0,0 1-4 0,-1-1-2 0,-1 0-5 0,1-1-3 15,0-1-5-15,2 1 6 0,-2 0 3 0,0-1-5 0,0 2 6 16,-1-2-8-16,-1 1-1 0,1 0 3 0,0-1-4 0,-1 1 2 0,0-1 4 15,-1 0-2-15,0 0-3 0,1-1 3 0,-2 0-6 0,1 1 2 16,-3-2 2-16,1 1-6 0,-1 0 4 0,0 0-5 0,0 0-14 0,0-1-11 16,-1 0-19-16,-1 1-16 0,1-1-22 0,-1 0-22 0,-2 0-23 0,0 1-36 15,-1-1-33-15,-2-1-57 0,-1 0-87 0,0 0-67 0,-2-1-60 16,1 0-18-16,-2 0-139 0</inkml:trace>
  <inkml:trace contextRef="#ctx0" brushRef="#br0" timeOffset="53288.64">14831 6756 3091 0,'-1'-6'153'16,"3"1"-126"-16,2-1-18 0,5 3-20 0,3 1 4 0,5 0 3 0,3 0-1 16,1 1 5-16,0 1-4 0,0 1 6 0,-3 0 0 0,-1-1 7 0,-2 2-4 15,-2-1-1-15,0 1-1 0,-3 0-3 0,1 0 2 0,-1 0 2 16,0 0-4-16,-1 1-6 0,0 0 8 0,-2 1-2 0,1 1 0 0,-1 1 4 15,-1 0-10-15,1 0 6 0,-2 1-2 0,0 2 6 0,0 0-2 16,-2 1-6-16,0 2 2 0,-2 0 4 0,-1 1-2 0,-1 1 6 0,-1-1-3 16,-1 2-5-16,-1 0-1 0,-1 0-1 0,-1-1 2 0,0 1 4 0,-1-1-11 15,1 0 4-15,0-1-4 0,-1-1 7 0,1 1 9 0,-1 0 1 16,0-1-5-16,2-1-5 0,0 0 2 0,0 0-1 0,1 0 1 0,1-1 5 16,1 0-2-16,-1-1 1 0,1 0 7 0,0-1-8 0,1 0 6 0,2-1 4 15,1-1-6-15,0 0 6 0,0-1-2 0,1 0-8 0,1-1 6 16,1-1 2-16,2 1 0 0,0 0 7 0,1-1 0 0,1 0-5 0,0 0-2 15,1-1 0-15,1-1-5 0,2 0 3 0,1 1-2 0,0-2-5 16,2 1 0-16,0-1-4 0,-1-1 2 0,0 0-2 0,1 0 2 0,-1 0-3 16,0-1-8-16,-2-1-17 0,0-1-21 0,0 1-22 0,-2-2-21 0,0 1-26 15,-3-1-38-15,0-1-61 0,-1-2-99 0,-1-1-125 0,-1-1-102 16,-1-2-13-16,-2-2-108 0</inkml:trace>
  <inkml:trace contextRef="#ctx0" brushRef="#br0" timeOffset="53552.64">15628 6905 2432 0,'-3'-1'1096'0,"0"1"-1055"16,2 1-34-16,3 4-22 0,3 3-4 0,2 1 3 0,2 1 6 0,1 2 3 15,0-1-13-15,-1 0-2 0,-3 0-8 0,-1-1 6 0,-3 1 14 16,-1 0 2-16,-2 1-1 0,0 1 0 0,-1-1-5 0,0-1-8 0,-1 1 4 15,1-1-2-15,0 0 0 0,0 0 2 0,0-1-7 0,1 2-5 0,0-2-5 16,0-1-5-16,0 0-2 0,0-2-7 0,2-1-4 0,0-1-3 16,0-1-12-16,1 0-11 0,0-1-21 0,0-1-19 0,2 1-23 0,-1-2-29 15,1-1-22-15,1-1-56 0,-1 0-59 0,1 0 2 0,0-1 20 16,0-1 42-16,1-2 45 0,2-2-164 0</inkml:trace>
  <inkml:trace contextRef="#ctx0" brushRef="#br0" timeOffset="53903.64">15969 6790 995 0,'0'-4'417'0,"0"-1"-268"16,1 0-41-16,-1 2-43 0,1 1-18 0,0 1-4 0,0 0 4 0,-1 1 11 15,0 1 16-15,-1 0 5 0,-1 1 9 0,0 0-3 0,-2 0-9 16,-1 2-11-16,0 0-17 0,0 0-3 0,0 1-7 0,0 0-7 0,0 0 4 16,0 1-9-16,1 0-4 0,0 1 2 0,0 0-6 0,1 1-3 0,1 0-2 15,1-1-2-15,0 1-4 0,2 0 1 0,0 1-2 0,1 0-2 16,1 1-3-16,0-1 1 0,0 0 1 0,1 1 2 0,2-1 7 0,0 1 4 15,2 0 6-15,1-1-11 0,1 0 9 0,0-1 2 0,1 1 0 0,0-2 13 16,-1 2-1-16,1-1-2 0,1 1-3 0,0-1 2 0,0 1-3 16,-1-1-4-16,-2 0 4 0,1-1-5 0,-1 0-6 0,0 0-1 0,0-1-5 15,-1 1-2-15,0-1 3 0,-2 0-5 0,0 1 6 0,0-2-5 0,-2 2 1 16,0-1 0-16,-1 0-2 0,-1 1 2 0,-1-1 0 0,-1 1 2 16,-1-1-6-16,0 0 1 0,-1 0 5 0,-1-1-6 0,-1 1-1 0,-1-1 3 15,0 0-4-15,-3 1 5 0,1-2 1 0,-3 0-6 0,0 0 5 16,1-1-3-16,-1 0 0 0,2-1 1 0,0-1-4 0,-2 0-1 0,2-1 1 15,-1-1-4-15,2 0-5 0,0-1-7 0,1-1-10 0,0 1-3 0,1-1-11 16,2 0-6-16,-2 0-6 0,1-1-11 0,-1 0-14 0,1-1-14 16,0 0-18-16,0-1-25 0,1 1-40 0,-1-3-52 0,0 0-68 0,0-1-57 15,-1-2-40-15,1-2-4 0,0 0-256 0</inkml:trace>
  <inkml:trace contextRef="#ctx0" brushRef="#br0" timeOffset="54119.64">16012 6694 2357 0,'-4'-3'135'0,"0"2"-61"0,-1-1-42 0,3 3-26 16,2 0-10-16,1 1 0 0,2 0 3 0,0 1-1 0,1 1 7 0,1-1 0 15,0 0 1-15,1-1 4 0,-1 1-1 0,2-1-2 0,0 0-1 0,0 0 1 16,2-1-11-16,-1-1 4 0,0 0-4 0,1 0-1 0,1-2 5 16,0 0 0-16,1-1 3 0,1 0 0 0,-2-1 0 0,2 0-4 0,-1-1 2 15,0 1-4-15,0-2-3 0,-1 1-4 0,0-1-7 0,0-1-14 0,0 0-16 16,1 0-26-16,0-1-33 0,-1 0-30 0,1-1-30 0,0 1-37 15,0-1-32-15,1 0-32 0,1-1-14 0,-2-1-1 0,3 0 3 0,-1 1-113 16</inkml:trace>
  <inkml:trace contextRef="#ctx0" brushRef="#br0" timeOffset="54421.64">16368 6074 2743 0,'-6'-2'395'0,"2"0"-379"0,0 2-30 16,5 5-14-16,4 1 5 0,3 3 8 0,1 3 9 0,4 0 5 16,0 0-5-16,1 0 6 0,0 2-1 0,-1 0 4 0,0 2-1 0,1 0 1 15,0 3 8-15,2 2 3 0,2 1 5 0,3 3 0 0,3 0-1 0,2 0-13 16,2 4 7-16,3 0-1 0,-1 4 1 0,2 1 7 0,1 3-4 15,1 1-1-15,0 1-3 0,1 4 3 0,-3 1 2 0,1 1-11 0,-1 1 10 16,-2 1-5-16,-3 0-1 0,-1 1-5 0,-2 1 14 0,-2-1 2 0,-2 2 5 16,-4-1 15-16,-2-3-12 0,-2 0 0 0,-4 0 1 0,-3-4-5 15,-2-1-5-15,-4-3-10 0,-2-5-9 0,-3-1-2 0,-1-4-33 16,-4 0-52-16,-2-1-85 0,-5 0-153 0,-5-4-273 0,-7-1-702 0</inkml:trace>
  <inkml:trace contextRef="#ctx0" brushRef="#br0" timeOffset="80303.65">26640 1022 816 0,'-1'-2'571'0,"0"1"-550"15,-1 0-19-15,1 0-7 0,-1-1-1 0,1 1 6 0,-1 0 1 0,1 0-2 16,0 0 5-16,-1 0-1 0,1 1-2 0,0-1 7 0,-1 1-3 16,1-1 0-16,0 2 7 0,1 0 2 0,0 1 2 0,-1-1 2 0,1 1 2 15,-1 0 0-15,1 0 4 0,-1 0 2 0,0 0-5 0,0 0-2 0,0 0 0 16,0 0-1-16,0 0 2 0,0 0-1 0,0-1 2 0,0 1 1 15,1-1 3-15,-1 0 4 0,2 0 4 0,-1-1-1 0,2 1-6 0,0-1-5 16,1 0-4-16,0-1-6 0,1 0 0 0,1 0 0 0,1 0-4 0,1-1 1 16,1 0-5-16,1 0 0 0,-1-1-9 0,1 1 0 0,-1-1-7 15,2 0-22-15,-1 0-47 0,-1-1-111 0,1 1-114 0,-2 0-193 16,0-1-94-16</inkml:trace>
  <inkml:trace contextRef="#ctx0" brushRef="#br0" timeOffset="81654.64">17088 6133 552 0,'-2'-6'382'0,"2"1"-368"0,0 0-27 0,2 1-16 15,2 1-9-15,2 0-1 0,-1-1 1 0,1 1 0 0,0-1 5 16,0 0 8-16,0 0 9 0,-1 0 7 0,1 1 4 0,-1 0 5 0,-2 0 3 16,1 2 2-16,-1-1 6 0,0-1 5 0,0 1 9 0,1 0 8 15,-1 0 4-15,0 0 8 0,0 0 5 0,1 0 6 0,-1 0 4 0,0 0 1 16,-1 1 7-16,1-1-1 0,-2 1 7 0,1-1-2 0,-1 1 1 0,1 0-5 15,0-1 2-15,0 1-3 0,1-1-2 0,-1 1 8 0,2-1 8 16,1 1 4-16,0 0 4 0,2 0-5 0,-1-2-15 0,2-1-2 0,2 1-14 16,1-1-6-16,2 0-2 0,0 2-6 0,0-1-1 0,1 1 1 0,1 1-6 15,2 0 2-15,-1 0-7 0,2 1-2 0,0 0-4 0,-2 1-9 16,1 0 0-16,-1 2-3 0,-2-1 0 0,0 1-6 0,-1 2 1 0,-1 2-1 16,-2 0-1-16,-1 0-3 0,-2 1-3 0,-2 1 3 0,-2 0-4 0,-1 1 8 15,-1 2 7-15,-2 1-3 0,1 1 3 0,-4 0-2 0,-1-2 5 16,-1 3-5-16,-2 0 1 0,-2 1 3 0,-2-1-10 0,-1 2 2 0,1-1 5 15,-2-1 1-15,0-1-1 0,1 1 4 0,2-2 1 0,0 1-4 16,0-3 10-16,1 1-16 0,2-2 3 0,0 0-1 0,2 0-6 0,0 0 15 16,3-1-1-16,0-1 4 0,1-1 1 0,1 0 1 0,1 0-1 0,0-1 2 15,1 0-1-15,0 0-5 0,1-1 3 0,2 0 2 0,-1 0 3 16,2 0 6-16,0-1 5 0,3 1-1 0,-1-1 0 0,2 0 2 0,2 0-2 16,0-2 1-16,1 0-1 0,4-1-8 0,-1-1-2 0,2 0-6 15,1-1-5-15,1 0-2 0,1-1 4 0,1 0-9 0,0 0 5 0,1-2-2 16,-1 1-3-16,0-1 1 0,0 0 1 0,0 0-1 0,-1 1-5 15,0 0 5-15,-2 0-3 0,1-1-4 0,-1 1 2 0,-1-1-6 0,0 0 4 16,1 0 6-16,-2 0-6 0,-2 1-4 0,0 0-5 0,-3 0-10 0,-2 1 2 16,0-1-14-16,-4 0-23 0,0 1-32 0,-1 0-39 0,-2 0-42 0,-1-1-57 15,-2-1-130-15,-2 0-183 0,-2-3-182 0,-1-3-182 0</inkml:trace>
  <inkml:trace contextRef="#ctx0" brushRef="#br0" timeOffset="82254.64">17896 6811 3170 0,'-5'-2'24'0,"3"1"-20"16,1 1-29-16,5 2-5 0,4 2 8 0,5 2 11 0,1 0 6 0,1 1 5 16,0-1-4-16,-1 1 3 0,1 0 8 0,0 0-4 0,0 1 2 0,-2-2-3 15,2 2-5-15,-1 0 1 0,1 0 0 0,-2-1 4 0,1 1-2 16,0-1 2-16,-2 0-2 0,1-1-2 0,-1 0-2 0,1 1-1 0,1-1 0 16,-1 0 1-16,0 0-1 0,0-1 0 0,-1 1-4 0,1-2-6 15,-1 0-6-15,-1 1-3 0,1-2 0 0,0 1 3 0,0 1-4 0,-1-1-9 16,-1 1-8-16,-2-1-18 0,1 0-11 0,-1 0-21 0,0-1-23 0,1 0-16 15,-1 0-25-15,1-1-22 0,-3 1-47 0,0-2-55 0,-1 1-47 16,-2-1-22-16,-1 0-166 0</inkml:trace>
  <inkml:trace contextRef="#ctx0" brushRef="#br0" timeOffset="82405.64">17854 7330 2184 0,'-10'1'203'0,"2"1"-135"0,0 0-37 0,8 1-46 0,5 0-3 0,3 1 8 15,5 0 10-15,1-1 10 0,3 0 1 0,1-1 3 0,1 0-4 16,2-1-6-16,0 0-7 0,2 1-8 0,1-2-6 0,-1 0-17 0,1 0-13 16,0-1-21-16,-1-1-45 0,1-1-60 0,-1 0-92 0,1-3-118 0,-1-1-82 15,-1-4-208-15</inkml:trace>
  <inkml:trace contextRef="#ctx0" brushRef="#br0" timeOffset="82937.64">19050 6581 2495 0,'-14'0'119'0,"0"5"-114"0,-2 3-21 16,7 5-22-16,2 4 11 0,2 1 5 0,1 2 9 0,-1 2 12 0,0-2 2 16,0 2 9-16,-2-1 8 0,0 3 8 0,1 1 1 0,-1 1 5 15,2 3 0-15,0-1 3 0,0 1-1 16,0-1-4-16,1 0 7 0,1-1-4 0,1-1 2 0,2-1 1 0,2-2-15 0,2 0-5 0,1-2-3 0,3-2 2 15,1 0-1-15,3-1 5 0,2-3-5 0,0 1-1 0,2-1-1 16,0-2-5-16,2-2 9 0,2-2-6 0,0 0 2 0,3-2 2 0,0-1 0 16,0-3 2-16,1-2-1 0,-3-1-1 0,2-3 6 0,-2-1-6 0,-1-1 2 15,1-2-6-15,0-2 1 0,-1-1 3 0,1-4 0 0,-1 0-1 16,-1-3-3-16,-1 0-3 0,1-2-3 0,-2-1-6 0,-2 0 2 0,-1-2 0 16,-1-1 0-16,-2 1 6 0,-2-1-14 0,-1-1 16 0,-2 1-1 15,-3-2 0-15,-1 0 7 0,-2-3-6 0,-2 0-1 0,-2-1 0 0,-2 1 6 16,-1 1-4-16,0-1 0 0,-3 3 3 0,-2-1-3 0,0 1 6 0,-2 0-4 15,0 1 2-15,-3 3 3 0,-1 1-5 0,-2 1 0 0,-1 3 2 16,-2 1-9-16,1 3-2 0,-2 2 0 0,0 2-2 0,0 3 0 0,-1 2 0 16,0 2-2-16,-1 2-11 0,-1 2 2 0,2 3-8 0,-2 2-6 15,3 2-8-15,0 3-19 0,2 2-24 0,-1 0-26 0,1 3-32 0,1 1-40 16,0 0-43-16,2 2-66 0,3-1-83 0,0-1-79 0,3 1-34 0,1-1-273 16</inkml:trace>
  <inkml:trace contextRef="#ctx0" brushRef="#br0" timeOffset="83170.64">19654 7078 3638 0,'-1'1'9'0,"1"2"-24"0,2 3-20 0,3 6-5 0,3 3 9 0,1 3 12 15,2 3 8-15,0-1 7 0,-2 0 1 0,-3 1-1 0,-1 0 0 16,-2 4-1-16,-3 1-1 0,1-1-10 0,-2 2-15 0,-1-2-10 0,1-1-11 16,-1-1-9-16,-1-1-10 0,-1-1-26 0,0-1-20 0,-1-2-43 0,1-2-47 15,1-3-52-15,0-1-47 0,0-4-46 0,1-4-41 0,1-2-34 16,-2-4-221-16</inkml:trace>
  <inkml:trace contextRef="#ctx0" brushRef="#br0" timeOffset="83704.64">19721 6768 2781 0,'2'-10'63'0,"3"0"-43"16,5 0-27-16,6 1-11 0,4 1 1 0,3 1 4 0,2 1 12 0,1 0-1 16,-1 1 5-16,1 1 4 0,-3 1-2 0,-1 2 0 0,0 1 0 15,-2 1 0-15,-1 2 0 0,-2 1 0 0,-2 0 5 0,-2 2-2 0,-1 0-3 16,-2 1 4-16,0 1-4 0,-2 0 1 0,-3 2 4 0,0 0-3 0,-1 1 2 15,-1 1-4-15,-2 1-2 0,0 1 2 0,-2 1-2 0,-1 1 1 16,-1 1-4-16,-2-1 2 0,1 2-1 0,-3-1 4 0,1 1 4 0,-1-1-4 16,0 0-10-16,1 1 0 0,0-2 3 0,1 2 2 0,1 0 7 0,0 0 1 15,1-1-9-15,1 1-1 0,0-1-3 0,3-1-2 0,0 2 2 16,2-2-2-16,0-1 2 0,1-2 0 0,2 0 0 0,0-2-5 0,1 0 5 16,1-2 0-16,1-2-5 0,2-1 1 0,-1-3-3 0,3-3 1 15,1 0 9-15,1-5 0 0,1-2 6 0,2-4-1 0,2-2-3 0,-1-3 0 16,1 0-2-16,0-4 1 0,-1-1-3 0,1 1 3 0,-1-2 2 0,0-1 6 15,-3 2-10-15,0-2 3 0,-3 0 11 0,-1 1-6 0,-3-1 17 16,0-1-3-16,-2 0-11 0,-1 1 4 0,-2 2-3 0,0 0 2 0,-2 2 3 16,0 3 1-16,-2 2 4 0,-1 1 0 0,-1 1 0 0,-2 2 2 0,-1 1-7 15,0 2 6-15,0 2 1 0,0 0 2 0,-1 2 0 0,1 1-4 16,0 1-8-16,0 1 1 0,1 0-3 0,0 1-5 0,1 1-4 0,1 1-2 16,1 0-4-16,1 1 1 0,0 2 3 0,1 0-1 0,1 1 3 0,1 2 2 15,0 0-4-15,2 1 0 0,0 0 2 0,1 2-2 0,-1-1 6 16,1 2-2-16,1 1 1 0,1 0-1 0,0 1-2 0,0-1 5 0,0 2 2 15,1 0-1-15,-2-1 3 0,1 2-6 0,-1 0-6 0,0 0 1 16,0-1 9-16,0 2 0 0,-1-1 7 0,1 1 4 0,-2-2-11 0,1 2 4 16,0 0-2-16,-1-1-2 0,0 2-1 0,-1-1-5 0,0-1-2 0,-1-1 2 15,-1 1-2-15,-1 0 2 0,-1-1 1 0,0 0-5 0,-3 0 4 16,0 0-4-16,-2-2-10 0,-1-1 1 0,-1-1-24 0,-1-2-21 0,0-2-31 16,-3-2-34-16,-1-1-43 0,-1-3-60 0,-1-3-61 0,-1-2-55 15,-2-4-11-15,1-5-74 0,0-5-54 0,1-5-72 0</inkml:trace>
  <inkml:trace contextRef="#ctx0" brushRef="#br0" timeOffset="83821.64">20351 6557 1671 0,'4'-14'725'0,"3"0"-583"15,3-3-26-15,3 5-54 0,1 2-31 0,5 1-13 0,2 1-5 16,2 1-2-16,3 1-11 0,1 1-11 0,0 0-15 0,1 0-35 0,1 1-59 16,2-2-114-16,-1-2-183 0,2-1-231 0,-2-5-254 0</inkml:trace>
  <inkml:trace contextRef="#ctx0" brushRef="#br0" timeOffset="99271.86">11319 9245 2115 0,'-10'-3'206'0,"-1"0"-94"15,-1-2-7-15,5 1-21 0,2 0-18 0,2 0-24 0,1-1-20 16,0 1-4-16,2-1 0 0,-1-1 0 0,1 1 10 0,1-1-3 0,-1 0 0 16,1 0-3-16,0 0-7 0,1 0-3 0,1-1-2 0,-1 0-1 0,1 0-4 15,1 1 3-15,-1 0-4 0,2 0-1 0,-2 2 2 0,2-2 0 16,-1 2 6-16,1 0 1 0,0-1-2 0,2 2 7 0,0-2-7 0,2 1-1 16,1 0 3-16,1 1-8 0,1 1-3 0,0 1 5 0,0 1-12 15,0 2 3-15,1 1 6 0,-2 2-6 0,-1 2 1 0,0 1 4 0,-2 2-2 16,-1 1 3-16,-2 3 1 0,-1 2-8 0,-1 2 4 0,-1 0 4 0,-1 2-1 15,-2 1-1-15,-1 0-4 0,-2 3-3 0,0 0 0 0,-2 1 3 16,-2 2-3-16,-2 0 0 0,-1 2 0 0,-3 0-2 0,-2 1-2 0,-2-2 1 16,-1 2 14-16,-1-3 6 0,-1 0 7 0,3-1 2 0,-1-2-7 0,2-1-3 15,3-2 10-15,1-1 5 0,2-3 2 0,2-1 2 0,2-4-3 16,3 0 6-16,1-1 7 0,2-2 0 0,1-1 0 0,2-1-4 0,1-1 4 16,3-2 5-16,2-1 12 0,2 0 3 0,4-1-1 0,0 0-9 15,4-1-8-15,2-1-15 0,1 0-6 0,1 0 0 0,2-2-5 0,-1 1 1 16,1 0-9-16,-1 0 0 0,3 1-4 0,2-2 0 0,-1 1 0 0,0-2 0 15,0 2-3-15,-1-2-1 0,-2 0-3 0,0 0-11 0,-1-1 0 16,-1-1-23-16,1 0-23 0,-2-1-24 0,-2-1-48 0,0-1-27 0,0-1-42 16,-4 0-71-16,1-1-72 0,-3-2-114 0,-2-2-141 0,-1-3-262 15</inkml:trace>
  <inkml:trace contextRef="#ctx0" brushRef="#br0" timeOffset="99656.86">10769 9053 3051 0,'-17'-9'152'0,"3"1"-84"15,0-3-13-15,10 0-26 0,8 2-16 0,5-4-2 0,6-1-9 16,4-2 1-16,6-1 3 0,4 0-19 0,3-2 0 0,4 1 12 0,3 1-3 16,1-2 17-16,0 1-1 0,4 1-10 0,1 0-2 0,2 0-7 0,1 1 1 15,2 3 1-15,-1-1 0 0,1 2 3 0,0 1 2 0,0 2 0 16,3 2 0-16,-1 3 3 0,-1 1-1 0,1 2-5 0,-1 3 1 0,0 3-2 15,2 4-9-15,-1 3 4 0,-1 3-3 0,0 4-4 0,-2 2 3 16,0 5 2-16,0 1-8 0,0 6 8 0,-3 2 0 0,-3 3-1 0,-3 3 14 16,-4 1-8-16,-4 4-4 0,-1 2-1 0,-6 2-1 0,-5 2 1 0,-4 0 6 15,-4-2-2-15,-6 2 3 0,-5-2-3 0,-6 0 9 0,-7 1 5 16,-7 0-4-16,-6 0 10 0,-6-1 1 0,-4-1 2 0,-5 0 16 0,-3-1 0 16,-4-2 7-16,-3-2 8 0,-3-4-7 0,-3-3 4 0,-1-1-7 0,-2-3 0 15,-3-2 0-15,-1-5-24 0,-2-1 14 0,0-3-5 0,-1-4 4 16,0-2 16-16,1-3-10 0,2-4 3 0,2-3-4 0,3-4 7 0,2-4-3 15,3-4 0-15,2-5-6 0,3-3-9 0,5-4-20 0,3-5 4 16,3-5-6-16,2-4-2 0,1-5 6 0,7-4-16 0,2-2-7 0,7-4-12 16,8-3-8-16,3-1-23 0,6-3-18 0,6-2-27 0,3-2-36 0,5-1-57 15,7-2-72-15,5-3-127 0,4 0-186 0,6-2-181 0,2-2-122 16</inkml:trace>
  <inkml:trace contextRef="#ctx0" brushRef="#br0" timeOffset="100071.86">13743 8336 3292 0,'-32'16'76'0,"3"4"-16"16,-5 7-25-16,11 7-17 0,7 2-7 0,3 7-9 0,3 4-2 0,2 5 2 15,1 4 2-15,2 3 0 0,0 3-12 0,-1 4 12 0,1 4-2 16,1 1 7-16,0 3 4 0,4 3-6 0,3 1-3 0,3 1-4 0,6-2 2 15,3-1-6-15,4-1 4 0,4-3-7 0,2-4-8 0,3-2-4 0,1-5-16 16,3-4-5-16,0-4-9 0,2-5-16 0,1-5-6 0,1-3-23 16,-1-6-26-16,0-3-61 0,0-5-64 0,2-3-88 0,1-3-102 0,-1-2-68 15,0-3-23-15,-1-5-100 0</inkml:trace>
  <inkml:trace contextRef="#ctx0" brushRef="#br0" timeOffset="103155.89">14011 8770 2187 0,'-11'-7'41'0,"1"3"-8"0,-2-3-8 0,5 2-2 0,5 1-10 15,0 1-5-15,1 0-5 0,2 1-2 0,-1 1-2 0,0 1 2 0,0 0 4 16,0 2 2-16,0 0 8 0,-1 2-5 0,1 1-1 0,0 2 0 0,-1 2-2 16,2 2 4-16,0 2-3 0,0 3-2 0,2 2-3 0,0 0-9 15,2 2 0-15,1 3 6 0,2 1-3 0,0 2 6 0,2-1 0 0,1 2-3 16,1-3 0-16,3 0 0 0,-1-1 0 0,1-3-2 0,1-1 5 15,-1-2-1-15,-1-2-2 0,1-3 2 0,1 0-1 0,-1-3 2 0,-1-2 3 16,1-1 4-16,-1-4 3 0,1-1 6 0,-2-3 3 0,2-2 1 0,0-3-2 16,1-3 2-16,-1-1-4 0,-1-1-7 0,1-1 0 0,0-1-7 15,-1-1 8-15,-2-1-5 0,1 1 0 0,-2-2-2 0,0-1 1 0,-2 2 9 16,-1-1-2-16,-1 1 8 0,-1 1 2 0,0 2 7 0,-2 1 5 0,-1 0 2 16,-1 3 9-16,-1 1 2 0,-1 3 4 0,0 1 5 0,-1 3-6 15,0 0-8-15,0 2-9 0,-1 1-9 0,0 1-10 0,0 1 5 0,-1 3-3 16,0 2-4-16,-1 2 4 0,0 3-14 0,1 1 3 0,0 4-3 15,-1 2-6-15,0 1 4 0,-1 3-6 0,1-1 4 0,0 2-4 0,0 0 3 16,0 0 1-16,1 2-8 0,1-2 1 0,0 0-9 0,2-3-10 0,0 1-19 16,1-2-37-16,1-1-42 0,0-1-40 0,1-1-61 0,1-1-81 15,-1-1-77-15,2-1-92 0,0-2-49 0,1-2-162 0</inkml:trace>
  <inkml:trace contextRef="#ctx0" brushRef="#br0" timeOffset="103338.89">14749 9154 3184 0,'-4'-3'58'0,"2"2"-35"0,1-1-10 15,1 2-11-15,2 1-10 0,2 1 0 0,1 2-1 0,2 2 2 0,-1 1 1 16,0 3 4-16,-1 1-3 0,-1 2-4 0,-1 1-5 0,-1 1-16 0,-1 2-9 16,-1 1-17-16,0 2-13 0,0 0-11 0,-1-1-24 0,0 1-39 15,0 0-67-15,-1-3-75 0,0 1-73 0,2-3-75 0,0-1-51 0,1-4-205 16</inkml:trace>
  <inkml:trace contextRef="#ctx0" brushRef="#br0" timeOffset="103605.4">15215 8729 2916 0,'-11'1'147'0,"1"1"-102"0,-1 1-22 0,5 3-19 0,3 1-6 15,2 0-5-15,3 2-2 0,1 2 4 0,1 3 0 0,1 1 3 0,0 0 0 16,0 1 7-16,1 0-12 0,1-1-1 0,0 2 2 0,1-1 8 0,1 1 14 16,-1 1 0-16,1-2-4 0,0 0-7 0,0 1-3 0,-1-1 7 15,0 0-4-15,1 1-3 0,1 1-1 0,-2-1 3 16,1-2 3-16,-2 1 0 0,-1-1 0 0,-1 0-5 0,0-2 1 0,-1 2 3 0,-1 0-3 0,-1-1-1 16,0-1 1-16,-1-1-4 0,1 0 6 0,-2-2 2 0,-1 0-5 15,0-2 3-15,-2-2-8 0,-1 1-6 0,-1-1-18 0,-1-1-27 0,-2-1-38 16,-3-2-44-16,-1-1-46 0,-3-1-43 0,-1-3-39 0,-1-3-56 15,-2-2-78-15,-1-3-142 0,1-2-185 0</inkml:trace>
  <inkml:trace contextRef="#ctx0" brushRef="#br0" timeOffset="103772.4">15133 8764 2261 0,'-4'-7'261'16,"0"-2"-139"-16,0-2-36 0,4 2-33 0,2 2-17 0,1 0-8 0,3 1-9 15,2 0-13-15,2 2-4 0,0 0 2 0,3 0-3 0,0 1 4 0,2 1-1 16,0 0-3-16,1 0 1 0,2 1 0 0,2-1-7 0,2 1 1 0,1 0-1 15,0 1-7-15,-1 0-9 0,-1-1-22 0,-1 2-27 0,0-1-20 16,-1 0-25-16,-1 1-27 0,-1-1-25 0,0 1-30 0,-1 1-27 0,-2-1-38 16,-1 1-51-16,-1-1-32 0,0 0-172 0</inkml:trace>
  <inkml:trace contextRef="#ctx0" brushRef="#br0" timeOffset="103956.4">15708 8993 3027 0,'1'-1'88'0,"3"0"-60"0,3 0-17 0,5 2-6 0,4-1-5 0,4 1 5 15,3 1-8-15,2 0-2 0,-2 1-2 0,1 0-6 0,-1 0-2 16,-1-2-19-16,-1 1-23 0,-1 0-30 0,0 0-27 0,-2 0-16 0,-1 0-19 16,-1-2-14-16,-1 0-37 0,1-2-54 0,-1-2-83 0,-2 0-59 15,2-2-20-15,-1-3-183 0</inkml:trace>
  <inkml:trace contextRef="#ctx0" brushRef="#br0" timeOffset="104338.4">16402 8650 2403 0,'-8'1'650'0,"0"1"-596"0,0 3-28 16,4 2-24-16,3 1-2 0,2 3-7 0,1 2-4 0,3 2 2 0,0 2 4 15,-1 2 2-15,0-1-1 0,0 1 4 0,0 0-5 0,-1-1 3 16,1-1-13-16,1-1-6 0,0 0-3 0,0-2 0 0,2 1 10 0,-1-1-3 16,1-1-5-16,1-1-10 0,0-3-2 0,0-1 4 0,0-2 5 0,0-2 8 15,0-3 1-15,-2 0-3 0,2-1 1 0,0-1-1 0,0-1 6 16,-1 0 4-16,1-2 5 0,-1-1 2 0,0-1 2 0,0 0 0 0,0-2 3 16,1 1 0-16,-1-2 1 0,1 1-8 0,-1-1 3 0,0 0 6 15,0 1-5-15,-2 1 19 0,0 1 3 0,1 0 4 0,-1 0 7 0,-1 0-6 16,1 2 3-16,-2 0 0 0,0 0-1 0,0 3-2 0,0-1-5 0,-1 2-6 15,0 2 4-15,-1 0-8 0,1 1 6 0,-1 1 1 0,0 2-7 16,0 1-9-16,0 1-1 0,1 1-4 0,-1 1 6 0,1 5 8 0,0 1-5 16,0 2 2-16,1 0-8 0,0 2 1 0,0 0 2 0,0 0-4 0,1 0 0 15,1-1 0-15,-1-2 0 0,1 0-4 0,0-1 1 0,0 0-1 16,1-3-3-16,1 1-9 0,0-1-18 0,0-1-21 0,-1-2-25 0,0-2-23 16,0 0-28-16,0-2-68 0,-1 0-71 0,-2-1-12 0,0-1-17 15,-3-1-8-15,0-3-8 0,0-3-49 0,-2-4-149 0</inkml:trace>
  <inkml:trace contextRef="#ctx0" brushRef="#br0" timeOffset="104622.4">16566 8425 1695 0,'-7'-10'1260'0,"3"1"-1197"0,-1-2-25 15,3 4-27-15,4 0-13 0,2 2 0 0,2 0-6 0,4 2 2 16,4 1 5-16,1 1 2 0,1 1 8 0,-1 2 1 0,1 2 4 0,0 1 2 15,1 3-7-15,1 1-1 0,2 2-4 0,1 3 3 0,1 2-2 16,3 1 4-16,0 2 7 0,1 3-1 0,0 2 5 0,1 0-8 0,-1 2 1 16,0 0-5-16,-1 1 0 0,-2 0 2 0,1 2 3 0,-1 1-1 0,-2 4-3 15,0 0 0-15,-2 2-11 0,-3 0 4 0,-1 0 2 0,-2-1 1 16,-1 0 13-16,-1 2-9 0,-4-3 0 0,1 2 0 0,-2-3-4 0,-1 2 3 16,0-2 1-16,-1-1-2 0,-1 0-7 0,-1-4 0 0,-1-1 2 0,-2 0-6 15,0-3 6-15,-2-1-20 0,0-3-16 0,-2-2-20 0,0-3-21 16,-1-2-7-16,-1-3-22 0,0-4-26 0,0 0-35 0,-1-3-36 0,0-3-30 15,-1-4-42-15,1-3-84 0,1-7-122 0,-1-7-349 0</inkml:trace>
  <inkml:trace contextRef="#ctx0" brushRef="#br0" timeOffset="105022.4">17249 8018 3467 0,'-7'-9'57'0,"2"1"-35"0,1-1-24 0,4 3-16 0,5 3-4 0,2 0-1 16,3 1 7-16,2 2 8 0,0 1 7 0,-2 1 6 0,0 2 6 0,0 0 0 15,-1 1 0-15,0 0 0 0,0 0-9 0,1 2 2 0,-1 0-4 16,2 1 0-16,1 0 5 0,0 0-3 0,1 1 2 0,-1-1-2 0,1 0-4 16,-1 0 2-16,0 0 0 0,-1-1 0 0,-1 1 0 0,0 0 0 0,0-1-2 15,0 0 0-15,-1 1 2 0,-1 0-3 0,-1 0 4 0,-1 0-4 16,0 1-3-16,-2 0 1 0,-2 0-8 0,0 0 2 0,-2-1-4 0,0 1 0 15,-2 0-9-15,-1-1-1 0,-2 1-1 0,0-1 1 0,-3 1 16 0,0 1 5 16,-1-1 3-16,-1-2 8 0,1 1-4 0,0-1 1 0,1-1 1 16,1 0 1-16,2-1-1 0,1-1-1 0,1 0 3 0,2-2-3 15,1 0 5-15,0-1 2 0,2 0 2 0,0-1-1 0,2 0 3 0,0 0 2 16,3-1-1-16,0 0 12 0,2-1 3 0,3 0-5 0,0-1-5 0,3 0 3 16,-1 1-9-16,3-2 0 0,0 1 2 0,1 1-17 0,-1-1 8 0,1 0-2 15,0 1-6-15,-1 1 1 0,1 0-2 0,0 1-1 0,-1 0 9 16,-2 0-7-16,1 1 0 0,-1 0 0 0,1 0-5 0,-1 0-9 0,1 0-12 15,-1 0-17-15,0 1-15 0,0-2-19 0,1 1-16 0,-1-1-26 0,0-1-27 16,-2 1-37-16,0-2-48 0,0 1-68 0,-1-1-92 0,-1-1-95 16,-2 0-36-16,0-2-206 0</inkml:trace>
  <inkml:trace contextRef="#ctx0" brushRef="#br0" timeOffset="105239.4">17852 8654 3483 0,'0'0'74'0,"1"1"-53"0,1-1-19 0,3 2-17 15,4 0-6-15,3 2 5 0,4 0-1 0,1 1 4 0,2 0 7 16,0 0 5-16,-2-1-3 0,-1 0 4 0,-1 0 0 0,-1-1 2 0,-2 0-2 16,0-2-6-16,1 1-7 0,-1 1-14 0,0-1-4 0,0-1-11 0,1 1-9 15,0-1-10-15,-1 0-12 0,1-2-7 0,-2 0-20 0,0-1-9 16,1-1-16-16,-1 0-14 0,-1 0-33 0,0-2-54 0,-1-1-65 0,0 0-68 15,-1 0-52-15,-2-1-21 0,-1 0-141 0</inkml:trace>
  <inkml:trace contextRef="#ctx0" brushRef="#br0" timeOffset="105423.91">17915 8883 2814 0,'-9'1'425'0,"1"5"-339"0,-1 1-32 0,2 2-36 0,4 1-22 16,2 2-10-16,4-1-1 0,2 0-1 0,2 2-2 0,1-3 7 0,0 1 2 15,0-3 6-15,-1-1 6 0,1-2-3 0,-1-3-3 0,1 1-3 16,1-1-5-16,-1 0-12 0,2-2-12 0,0 0-8 0,1-1-10 0,1-1 1 16,1-2-10-16,-1 2-3 0,2-3-9 0,0-1-16 0,0-1-10 0,0-1-25 15,1-2-28-15,1 0-38 0,2-1-53 0,-2-2-70 0,4-2-64 16,0-2-40-16,1-1-233 0</inkml:trace>
  <inkml:trace contextRef="#ctx0" brushRef="#br0" timeOffset="105805.91">18780 8432 3084 0,'-7'0'530'0,"0"2"-500"0,0 2-15 0,2 5-23 0,4 1-1 0,1 5-6 15,1 3 2-15,2 4 5 0,1 0 1 0,-1 3 8 0,-1-2-2 16,0 0 8-16,-2 1-5 0,1-1 0 0,0 1 2 0,1 0-6 0,0 0 5 15,2 1-3-15,1-1-1 0,1 1 2 0,2-2-14 0,1-4 0 0,0 0 6 16,2-2-3-16,1-3 18 0,2-1-4 0,0-2-3 0,0-2 1 16,1-2-11-16,0-2 15 0,1-2-3 0,-1-2-1 0,1-3 8 0,-1-1-7 15,0-3-1-15,-1-2 6 0,0-1-3 0,-1-2 1 0,0-1-10 16,0-1-3-16,-1-3 1 0,3-2-3 0,0-1 1 0,1-2-5 0,-1-2-17 16,1 1 0-16,-1-2 10 0,-2 0 7 0,-3 3 6 0,0-1 9 0,-3 2-4 15,-1 2 9-15,-2 1 8 0,-2 1 5 0,-3 1 8 0,-2 3 2 16,-1-2-2-16,-2 1-9 0,-2 1-10 0,0 1-7 0,-4 2-4 0,-2-1-1 15,-2 2 1-15,-2 0-4 0,0 1 0 0,-3 2-1 0,0 0-1 0,-1 2 1 16,-2 0 1-16,1 2 4 0,-3 2-3 0,0 1-1 0,1 0-9 16,-1 2 4-16,2 1-6 0,-1 1-9 0,2 0-1 0,3 2-17 0,1 1-24 15,0 3-15-15,4 0-27 0,0 2-22 0,3 1-35 0,2-1-37 16,2 0-34-16,4 2-35 0,2 0-17 0,2 1-32 0,2-1-38 0,5 2-27 16,2 0-215-16</inkml:trace>
  <inkml:trace contextRef="#ctx0" brushRef="#br0" timeOffset="106021.91">19309 8759 3161 0,'-4'3'88'0,"1"2"-52"0,0 4-27 0,1 3-14 0,2 4-8 15,2 1-10-15,1 2 2 0,0 2 8 0,0 2 10 0,-1 0 6 16,-1 1 1-16,-1-1-1 0,0 0-5 0,-1-1 4 0,0-1-2 0,1-1-9 15,-1-1 0-15,2-2-17 0,-1-1-18 0,1-1-20 0,1-1-26 16,0-3-22-16,1-1-27 0,-1-2-23 0,1-3-19 0,0-3-15 0,0-3-2 16,1-2-6-16,0-4-20 0,0-3-30 0,1-4-58 0,2-7-67 0,1-5-116 15</inkml:trace>
  <inkml:trace contextRef="#ctx0" brushRef="#br0" timeOffset="106539.87">19630 8389 2735 0,'-1'-4'176'0,"1"1"-81"0,0 0-60 0,3 1-27 0,1 0-9 16,2 1-5-16,1 1-2 0,1 1 3 0,1 0 0 0,0 1 1 16,0 0 6-16,-1 0-4 0,-1 1 6 0,-2 1-6 0,-1 0 2 0,0 0 0 15,0 1-4-15,-1 1 6 0,-1 2 0 0,1 0-4 16,-2 2 4-16,0 0 1 0,-1 2-3 0,0 0 9 0,-1 3-1 0,-1 1-6 0,0 3 2 16,-2 0-4-16,0 2-2 0,-1 0 0 0,-1 1 0 0,0 0 2 0,0 1-1 15,-1 0 1-15,0 0 7 0,1-1-9 0,1 0 5 0,-1-1 1 16,1-2-6-16,1 1 2 0,0-1 2 0,2-4-14 0,0 0 3 15,2-2-3-15,0-1 9 0,2 0 10 0,0-2 1 0,1-1-3 0,2 0-1 0,0-1-3 16,1-2-2-16,0-1 2 0,2-1-2 0,1-2 6 0,2-1-2 16,0-1 3-16,2-3 0 0,0-1-4 0,3-2 9 0,2-2-1 0,0-1 0 15,-1-2-10-15,2-1-7 0,0-1 4 0,0 0 12 0,1-1 6 16,0-1 3-16,-1 1 5 0,1-3-13 0,0 1-1 0,-3-1 5 0,1 2-2 16,-1-1-3-16,-1-1 4 0,-1 2-6 0,-1-1 2 0,-2 0 1 0,0 2-1 15,-2 0-4-15,-2 3 3 0,1-1 0 0,0 1 1 0,-2 2 4 0,0 0-2 16,-1 2-4-16,-1 2 7 0,-1 0-1 0,0 1-6 0,-1 0 0 15,-1 1 1-15,1 1-5 0,1 1 5 0,-2 0 2 0,1 2-4 0,0 0 1 16,-1 1-3-16,1 0 3 0,1 1 0 0,0 0 1 0,0 1 5 16,0 1-8-16,1-1-1 0,0 3 1 0,1-1-3 0,-1 2 4 0,1 1 3 15,0 0-6-15,1 1 9 0,0 0-7 0,-1 1 1 0,0 0 3 0,0 1-2 16,0 1-3-16,0 0 1 0,0 1 1 0,0 1 0 0,1 0 3 16,0 2-7-16,-1-2 1 0,2 2-3 0,-1 1 0 0,0-2-7 0,0 2-2 15,-1-1 12-15,-1 0-3 0,1 0 13 0,0 1-5 0,-2-1-4 0,1-2 3 16,-2 0 2-16,0-1-1 0,-1 0-4 0,-1 1-1 0,0-2 1 15,-2 1 0-15,0-1 2 0,-1-2-6 0,-2 0-10 0,-1-2-3 0,-1 1-15 16,-2-1-11-16,1-2-5 0,-3-1-17 0,-2-1-9 0,0-3-15 0,0-1-28 16,-1-2-20-16,2-2-39 0,-2-1-39 0,0-3-17 0,-2-2-19 15,2-2-22-15,-2-3-60 0,0-3-80 0,-1-7-83 0,0-3-35 0</inkml:trace>
  <inkml:trace contextRef="#ctx0" brushRef="#br0" timeOffset="106639.87">20153 8674 576 0,'8'-22'393'15,"1"-3"-107"-15,3-7-19 0,0 2-11 0,1 2-9 0,1 2-41 0,2 0-33 16,0 2-38-16,2 5-36 0,-1 1-13 0,2 3-9 0,1 2-11 15,1 2-10-15,2 1-17 0,1-1-19 0,-1 1-16 0,0 0-28 0,-1 1-49 16,1 1-61-16,0 0-79 0,-1-1-99 0,1-1-118 0,0-1-117 16,-2-3-340-16</inkml:trace>
  <inkml:trace contextRef="#ctx0" brushRef="#br0" timeOffset="107355.87">11547 11065 2964 0,'-7'4'91'0,"2"-1"-31"0,-1 2-35 0,5 0-20 15,3-1-1-15,2 1-11 0,4 2-2 0,3-1 4 0,1 2 1 0,3-1 1 16,0 0-3-16,0 0 8 0,-1-1-5 0,1-1 3 0,1 0-4 15,0 0-3-15,-1 0 4 0,1 0-8 0,-2 0-1 0,0 0-2 0,-3-1-3 16,0 0-5-16,-1 1-4 0,-2 0-12 0,-2 1 1 0,-1-1-2 0,-1 1 4 16,-2 0 7-16,-1 2-4 0,0 0 8 0,-3 1-8 0,-1 2 3 15,0 1 5-15,-2 0-2 0,0 2 5 0,-1 0 8 0,0 2 2 0,-1-1 8 16,0 2 5-16,1 0-2 0,0 0-7 0,0-2-1 0,0 1 10 0,2 0 3 16,0 0 12-16,1-1 4 0,3-1-7 0,0 0 9 0,3-2-2 15,0-2 3-15,2-1 1 0,1-1 0 0,1-1 6 0,0-1 7 0,2-2 2 16,0 0-1-16,0-2-2 0,1 1-8 0,1-1 0 0,-1 1 2 15,-1-1-7-15,1 1 8 0,-1 0-11 0,0-1 0 0,-1 3 7 0,-1 0-2 16,1 1 6-16,-1-1-4 0,0 2-1 0,-1 0-2 0,0 2 2 0,-1 1-5 16,1 1-4-16,0 1-1 0,-1 1-5 0,0 1-1 0,0 1-3 15,-1 1-3-15,-2 2 2 0,1 0 3 0,0-1-3 0,-2 1-3 0,0-1 1 16,0 1-5-16,-1-1 4 0,0 0 3 0,-1 0-3 0,-1-1 0 0,0 1-3 16,-1 0-6-16,0-2 9 0,-1-1 5 0,-2-1-6 0,0 0-3 15,0-1-11-15,-2-2-7 0,1-2-15 0,-1-1-15 0,-1-1-22 0,1-1-25 16,-1-2-29-16,0-1-32 0,-1-4-48 0,0-2-82 0,-2-4-76 15,0-5-119-15,-1-5-120 0,-2-7-150 0</inkml:trace>
  <inkml:trace contextRef="#ctx0" brushRef="#br0" timeOffset="107722.87">10906 11102 2846 0,'-9'-11'123'16,"2"0"-24"-16,1-3-48 0,6-1-14 0,5 1 0 0,5-2-9 15,3 1-3-15,4-2-2 0,2-1-2 0,3 2 3 0,5-3 6 0,1 0-8 16,3 1-2-16,3 0-3 0,5 1-10 0,0 0-11 0,4 1-5 0,0 2-9 16,3 2 5-16,-1 1 6 0,1 4 12 0,1 1 8 0,2 2-2 15,0 4-4-15,-1 0-20 0,0 1 17 0,-1 4-18 0,1 2 1 0,-1 4 11 16,2 4-21-16,-1 4 21 0,0 2-2 0,0 5-7 0,0 4 2 0,1 4-5 16,1 5 3-16,1 3 6 0,-2 4-6 0,-1 0-3 0,-1-1 0 15,-2-2 5-15,2 1-2 0,-3-3 8 0,-2 0-5 0,-2-1-9 0,-6-1 15 16,-3-2 6-16,-7 0 6 0,-5 0 11 0,-7-1-8 0,-6-1-1 15,-5 2 1-15,-6 1 5 0,-7 1 1 0,-8 3 3 0,-5 0-2 0,-8 0-2 16,-5 1 11-16,-6 0 6 0,-5 0-2 0,-4-2 7 0,-2 0-8 0,-4-2-3 16,-3-3 1-16,-3 0-11 0,-3-3-6 0,-3-1 2 0,-1-2-2 15,-2-1 8-15,-3-2-4 0,0 0-3 0,0-3-3 0,1-4-5 0,0-1 9 16,3-4 4-16,1-4-4 0,3-5 18 0,5-3-2 0,0-6 4 0,6-3 2 16,3-7-18-16,4-5 5 0,4-7-18 0,4-5-2 0,4-8-10 15,5-7-18-15,6-5 1 0,5-8-45 0,6-8-11 0,7-9-41 0,8-6-58 16,9-9-66-16,8-4-136 0,8-10-272 0,6-7-336 0,7-8 75 15</inkml:trace>
  <inkml:trace contextRef="#ctx0" brushRef="#br0" timeOffset="110455.87">14295 10391 1439 0,'-28'-2'752'0,"-1"1"-645"0,-6 0 10 0,7 3 1 0,7 2-26 16,3 2-29-16,3 0-16 0,3 1-12 0,1 2-11 0,1 3-4 15,3 3-10-15,-2 1-3 0,2 3 3 0,-1 2-5 0,2 4 3 0,-1 2 0 16,1 6-1-16,1 2 2 0,0 4-6 0,0 3-6 0,1 2 3 0,0 0 0 16,1 3 5-16,1 2 11 0,1 0-12 0,3 0 1 0,1-1 0 15,3-1-7-15,3-2 2 0,4-3-2 0,2-4-3 0,3 0 4 0,4-3 1 16,1 2-7-16,2-5-6 0,1 0 6 0,0-2 0 0,2-1-6 0,-1-3-1 16,1-2-37-16,-2-3-33 0,-1-1-35 0,0-2-40 0,-3-3-37 15,0-4-44-15,-2-1-40 0,-2-3-61 0,0-4-63 0,0-4-177 0</inkml:trace>
  <inkml:trace contextRef="#ctx0" brushRef="#br0" timeOffset="110755.87">14802 10627 2535 0,'-14'0'337'0,"-1"3"-264"0,-2 0-15 16,6 2-8-16,4-1-10 0,3 1-14 0,3 0-3 0,1 0-13 15,2 3-1-15,1 1-4 0,0 2 2 0,0 1 2 0,1 1-4 0,0 0-1 16,0 2 1-16,0-1-10 0,1 0-6 0,0-1 8 0,0 0-1 0,1 2 8 16,0 1 3-16,-1-2-2 0,2 1-9 0,0 0 6 0,0 0-4 15,0 0 4-15,1-1 2 0,-1 2-4 0,1-1-2 0,-2 0-5 0,0-2 2 16,-1 2 3-16,0 1 2 0,-1-1 0 0,-1 1 2 0,0 1 1 0,-1 0-5 16,-1-1 6-16,-2 0-1 0,1-1-3 0,-2-2 11 0,0 0-6 15,0-2-5-15,-2 0 4 0,-1 0-4 0,-1-1 0 0,0 0-2 0,-2 0-1 16,-1-2-6-16,0 0-16 0,-2 0-8 0,0-1-23 0,-1 0-23 15,1-1-21-15,-3-1-23 0,1-2-25 0,0-2-19 0,1-1-38 0,0-1-59 16,1-3-74-16,0-1-96 0,0-3 35 0,1-4-228 0</inkml:trace>
  <inkml:trace contextRef="#ctx0" brushRef="#br0" timeOffset="110889.87">14637 10690 2008 0,'-4'-4'541'0,"1"0"-378"0,0-1-19 0,3 2-50 0,1 0-36 16,2 0-24-16,2 0-21 0,3 0-7 0,4 0-2 0,1-1-4 15,4 2 2-15,1-1-6 0,0-1-6 0,-1 0-18 0,2 0-28 0,0 0-25 16,-1 1-41-16,1-1-41 0,0 2-40 0,-2-1-51 0,1 0-39 0,0 1-60 16,-1 0-57-16,-3 2-22 0,1 1-95 0</inkml:trace>
  <inkml:trace contextRef="#ctx0" brushRef="#br0" timeOffset="111055.87">15198 10697 2107 0,'3'-2'209'0,"1"1"-82"15,3-2-23-15,1 1-15 0,3 0-24 0,2-1-8 0,2 1-22 0,1 0-15 16,2 0-6-16,1 0-5 0,0 0-6 0,-1-1 4 0,0 0-7 0,0-1-7 16,-1 1-5-16,0-1-16 0,1 0-11 0,-2-1-23 0,0-1-27 15,0 0-21-15,0-1-32 0,0 0-25 0,-3-1-30 0,1-1-37 0,1 0-46 16,-1 0-38-16,0-1-28 0,1 0-31 0,-1-2 3 0</inkml:trace>
  <inkml:trace contextRef="#ctx0" brushRef="#br0" timeOffset="111405.86">15950 10164 1694 0,'-15'2'991'0,"-3"2"-910"0,-2 3-16 16,5 4-10-16,3 1-23 0,3 1-3 0,2 2-4 0,1 2-8 0,0 2-5 16,1 3-5-16,-1-1-5 0,0 4 5 0,-3-1 3 0,0 3 2 15,-1 1 2-15,-1 3 0 0,1 0 5 0,0 2 5 0,1-1 2 0,1 0-1 16,0 0-1-16,1 0-8 0,1 0 4 0,2 0-1 0,2-3-22 15,2 1 12-15,2-2-7 0,1-1-4 0,3-1 14 0,2-1-12 0,1-1 0 16,3-3-3-16,1 1 1 0,3-2 0 0,1-2-1 0,1 1 4 0,-1-3 1 16,3-1-2-16,1-3 4 0,-1-2-3 0,2-1-2 0,-1-2 8 15,-1-2-4-15,-1-1-1 0,-3-2 12 0,-2-3-8 0,0-1 5 0,-1-1 7 16,0-2-8-16,-2-1 16 0,-2-1-5 0,0-1-4 0,-2 0 5 0,0-1-10 16,-1-1 3-16,-1-1 0 0,-1-1-2 0,-2 1 0 0,-3-1-6 15,-1 2 0-15,-3-2-10 0,-1-1-1 0,-3-1 0 0,-1 0-5 0,-2 0 0 16,-1 1-4-16,-3 0-7 0,-1 1 1 0,0 2-2 0,-2 1 4 15,-2 0-1-15,0 2-5 0,-2 1-3 0,0 2-2 0,2 3-12 0,-1 0 12 16,2 3-6-16,2 0-9 0,-1 1-13 0,1 1-29 0,1 0-28 0,3 1-41 16,2-1-42-16,2-1-49 0,2 0-76 0,2-2-104 0,2 0-98 15,2-3-233-15</inkml:trace>
  <inkml:trace contextRef="#ctx0" brushRef="#br0" timeOffset="111672.86">16019 10192 2753 0,'-4'0'125'0,"2"0"-80"0,1 1-6 0,4 3-27 0,3 3-5 0,4 1 1 16,3 5-3-16,3 1 2 0,0 4-5 0,2 2-5 0,1-1 9 0,-1 2 3 16,2 2 1-16,0-1 2 0,0 4-5 0,0 1 2 0,0 2 6 15,1 0 4-15,-1 1 6 0,0-1-6 0,0 1-7 0,-1 0-5 0,0-1 2 16,-1 3-2-16,-2 0-5 0,1 1-11 0,-1 0 0 0,-1 0 4 15,-2 0 3-15,-1 0 9 0,-2 0-10 0,-1-1-4 0,-2-1 2 0,-1-2 1 16,-2 0 1-16,-1-2 1 0,-3 1-5 0,1-3-9 0,-1-1-6 0,-1-3-17 16,0-4-15-16,-2 1-11 0,-1-2-16 0,-1-2-19 0,0-3-31 15,-1-2-33-15,0-2-31 0,0-4-42 0,-1-2-40 0,0-3-54 0,0-3-40 16,0-3-17-16,0-4-126 0</inkml:trace>
  <inkml:trace contextRef="#ctx0" brushRef="#br0" timeOffset="112006.86">16544 9915 3074 0,'-5'-8'131'0,"1"1"-58"16,1-3-16-16,3 4-24 0,3 1-17 0,4 1-12 0,3 1-4 0,3 1-2 16,3 1 4-16,2 0-4 0,-2 2 9 0,-1 0-8 0,0 2 1 15,-1 0 1-15,0 1-4 0,-1 1 3 0,1 2 0 0,0 1 0 0,-2 2-2 16,0 0 2-16,-1-1-4 0,-1 2-3 0,-1 1-2 0,-1 1 2 0,-2 2-4 15,-2 0-4-15,-1 2-1 0,-2 1-2 0,-1 1 0 0,-3 1 2 16,-1-1 2-16,-1-2-7 0,-2 1 1 0,-1-2 2 0,-1 1 22 0,-1-1 5 16,0 0 5-16,-1-1-2 0,1-1-10 0,0-2 3 0,0 0 3 15,1-1-5-15,3-1 8 0,0-1 5 0,3 0 2 0,1-1 3 0,2-3-12 16,0 0 9-16,3-1-9 0,1 0 4 0,1-1 9 0,1 0-6 0,1 0 6 16,1 0-5-16,0-1-6 0,2 0 7 0,1-1-3 0,0 0 5 15,2 0 2-15,1 1-10 0,1-1 4 0,-1 0-4 0,2 0-11 0,0 0 1 16,2 0-7-16,-1 0 3 0,0-1 0 0,0 1-5 0,0-2-1 0,-1 0-11 15,3-1-8-15,0-1-27 0,-2 0-22 0,1-1-25 0,0-1-42 16,1 0-30-16,-1-2-60 0,1 0-65 0,-2-1-64 0,-1 1-84 0,0-3-64 16,-1 1-126-16</inkml:trace>
  <inkml:trace contextRef="#ctx0" brushRef="#br0" timeOffset="112239.86">17116 10610 3216 0,'-1'0'107'0,"1"1"-49"16,0 1-13-16,4 0-15 0,1 0-6 0,4 2-13 0,3 0-4 15,3 0-9-15,2 2 0 0,3-2 2 0,-1 1 0 0,-1-1 2 0,0-1 2 16,-1 0 1-16,0-1 1 0,-2 2-1 0,1-1-6 0,0 0-9 0,0 1-1 16,-1-2 2-16,2 0 5 0,0 0 3 0,-2-2-5 0,1 0-16 15,0-1-7-15,0-1-13 0,-2 0-22 0,0 0-11 0,-2-2-25 0,-1 1-39 16,-3 0-40-16,-1-1-53 0,-3 0-71 0,-1 0-54 0,-2-1-66 0,-1 0-32 15,0 0 26-15,-2-2-79 0</inkml:trace>
  <inkml:trace contextRef="#ctx0" brushRef="#br0" timeOffset="112405.86">17189 10985 3216 0,'0'0'128'0,"0"0"-69"16,3 1-17-16,3 1-7 0,4 1-24 0,5 1-6 0,2 1-7 0,5 0-16 15,1 0 10-15,0 1-1 0,0-1-9 0,-3 0-10 0,0 0-15 16,-2 0-38-16,-1-1-33 0,-3 2-29 0,0-1-47 0,-1 0-20 0,-2 0-36 16,-1-1-47-16,-2-1-56 0,-1-1-91 0,-1-1-49 0,-2-3-144 0</inkml:trace>
  <inkml:trace contextRef="#ctx0" brushRef="#br0" timeOffset="112939.86">18149 10334 3251 0,'-5'-7'79'0,"2"1"-25"0,-1-2-15 0,3 2-28 0,2 0-11 15,1 0-15-15,2 1-1 0,-1 0-3 0,0 0 1 0,1 1 16 0,-1 1-1 16,-2 1 10-16,-1 0-2 0,-1 0-10 0,-1 0 7 0,0 1-8 0,-1 1-6 16,1 1 10-16,0 0-7 0,0 0 2 0,0 1 5 0,-2 3-13 15,1 1 15-15,-1 2-3 0,0 2-4 0,0 3 10 0,-1 3-8 0,1 1 7 16,0 2 3-16,0 3-1 0,1 0 6 0,0 2-4 0,2 2-1 0,1-2 4 15,1 3-5-15,1-2 7 0,2 0 5 0,1 2-1 0,2-2 8 16,1 1-8-16,2-2 0 0,-1 1 3 0,3 0-13 0,-1-3-6 0,2 0-7 16,-1-1 6-16,0-1 1 0,1 0 6 0,-2-1 2 0,0-2-14 15,-1 0-9-15,-2-1-26 0,0-1-20 0,-3 0-39 0,0 0-60 0,0-2-57 16,-1-1-77-16,-1 0-85 0,0 2-124 0,-2 2-142 0,-1 1-138 0</inkml:trace>
  <inkml:trace contextRef="#ctx0" brushRef="#br0" timeOffset="113706.86">11759 13274 1539 0,'-14'-1'596'16,"0"2"-501"-16,-4-1 12 0,5 1-9 0,4 0-16 0,0-1-14 15,4 1-25-15,-1-1-7 0,1 0-7 0,1 1-2 0,-1 1 1 0,1-1-6 16,0 2-3-16,-1 1-2 0,1 1-10 0,0 1 6 0,0 1-8 15,0 2 6-15,1 3 6 0,0 2 0 0,2 3 5 0,1 3-12 0,1 3 0 16,1 3-2-16,2 2-1 0,2 2 3 0,1 2 4 0,2-1-7 0,1 3-1 16,1-2 3-16,0-1-4 0,4-2 2 0,0-2-4 0,1-4 1 15,1 0-4-15,1-3 0 0,2-2 2 0,-1-2-8 0,1-1-4 0,1-3 8 16,-2-3-6-16,2-2 4 0,0-1 6 0,-3-1-9 0,1-3 2 0,-1-2 9 16,-1-1-4-16,-3-3 3 0,0 0 2 0,-3-1 5 0,0-2-8 15,-1 1 8-15,-2-3 1 0,1 0-3 0,-1-1 8 0,-1 0-4 0,-1 0 5 16,-1 0 2-16,-1 2 5 0,-1 0-1 0,0 0 2 0,-1 1-3 15,0 0 3-15,-1 1-2 0,1 1-7 0,-1 1 2 0,0 2-6 0,-1 1 1 16,1 2-1-16,0 2-4 0,1 0 4 0,1 3-6 0,0 1 4 0,0 3-2 16,1 3-7-16,1 1 8 0,0 3-5 0,0 3 0 0,1 0 3 15,0 1-5-15,1 2-2 0,-1-1-15 0,0 2 13 0,-1 0 4 0,-1-2 0 16,1 1 7-16,-2 0-16 0,1-2-8 0,-2 0 6 0,1-2-3 0,-1-3-19 16,0 0-20-16,-2-3-32 0,0-2-27 0,-2-2-35 0,0 0-48 15,-2-1-56-15,-2-1-64 0,-1-2-88 0,-1-1-90 0,1-1 491 0,-8-4-898 16</inkml:trace>
  <inkml:trace contextRef="#ctx0" brushRef="#br0" timeOffset="114872.37">11824 12952 2464 0,'-18'-9'209'0,"1"-3"-122"0,-6-3 0 16,4 1-11-16,4 1-18 0,1 0-24 0,2 0-20 0,0 2-9 0,1 1-3 16,1 0-1-16,-1 2-1 0,-1 2 4 0,-1 2-1 0,-1 2-8 0,-1 2 2 15,-2 3-4-15,0 4-5 0,-1 3 0 0,-3 3-2 0,0 4-5 16,-1 5 7-16,0 5 4 0,0 6-11 0,1 5 4 0,-1 5-7 0,0 4 2 15,0 2 3-15,0 6 2 0,-2 2 7 0,4 5-4 0,-1 3 7 16,1 2 0-16,2 3 0 0,1 2 13 0,1 0 2 0,4-1 2 0,1 2-7 16,2-3-5-16,3 0 3 0,2-2 1 0,1-4 1 0,3 0 5 15,2-2 5-15,2-4 3 0,3-3 13 0,2-5-4 0,2-4-7 0,4-3 11 16,3-5 0-16,4-3-3 0,3-3 24 0,6-4-12 0,3 0-1 0,5-2 3 16,5-4-22-16,5-2 3 0,2-2-7 0,3-5 1 0,1-2-5 15,0-3-1-15,2-3-4 0,1-3-7 0,0-4-3 0,-1-5 1 0,-2-3 4 16,-2-3-1-16,-1-5 5 0,-3-5-8 15,-3-4 2-15,-2-5 4 0,-5-5-1 0,-2-5 1 0,-4-4-8 0,-3-5 4 0,0-3-2 0,-2-4 2 16,-3-2-1-16,-2-2-8 0,-2-2 0 0,-2 0-2 0,-2 0 13 0,-2-1 7 16,-5 0 1-16,-1 2-2 0,-3 1 1 0,-3 0-4 0,-2 3-3 0,-3 3 11 15,-2 1-12-15,-2 6 9 0,-3 1 6 0,-2 4-5 0,-3 3 11 16,-4 3-7-16,-2 1 1 0,-2 4 3 0,-6 1-6 0,-3 5-1 0,-6 1-13 16,-2 3-5-16,-5 3-7 0,-3 2 0 0,-5 3 6 0,-2 4 1 15,-3 6 3-15,-1 5-7 0,-1 6-4 0,0 6 5 0,-3 6-4 0,0 6-2 16,1 4-12-16,1 6-24 0,0 4-22 0,1 5-37 0,3 3-35 15,1 5-51-15,4 2-72 0,3 1-90 0,4 3-142 0,6 1-129 0,3 0-151 16</inkml:trace>
  <inkml:trace contextRef="#ctx0" brushRef="#br0" timeOffset="117673.36">15050 11945 2760 0,'-12'-4'56'0,"0"1"-16"0,-4 0 7 0,1 1-13 15,1 0-12-15,2 0-12 0,-2 0-10 0,0 0 7 0,-1 0-2 0,0 1 3 16,0 0-4-16,-1 1 3 0,-1 1 5 0,0 1-6 0,0 1 13 0,0 1-8 16,0 2-8-16,2 1 1 0,-1 3 1 0,1 2-2 0,1 3-3 15,2 2-8-15,-1 3 6 0,2 5 5 0,1 3 6 0,1 6 5 0,3 5-11 16,1 3-4-16,3 7 2 0,1 3 3 0,1 2-6 0,1 3 11 0,0 0-6 15,2 0 1-15,2-1-1 0,1 3 2 0,3 0-1 0,1 1 1 16,2 1 6-16,2-2-11 0,-1-1 0 0,3-2-13 0,1-2 1 0,1-5-5 16,2-2-11-16,2-3-8 0,0-2-29 0,2-5-14 0,0-3-18 15,-1-3-22-15,1-4-19 0,-2-2-41 0,1-4-43 0,-1-4-65 0,-3-3-64 16,0-5-65-16,-2-4-16 0,0-6-83 0</inkml:trace>
  <inkml:trace contextRef="#ctx0" brushRef="#br0" timeOffset="118039.36">15456 12160 2519 0,'-6'-1'133'0,"0"0"-29"0,-1 0 4 0,1 0-20 0,2 2-42 0,0 0-17 16,1 0-15-16,0 2-7 0,0 1-2 0,-1 2 0 0,0 2 4 15,-1 1-2-15,1 4 3 0,-1 2 0 0,-1 3-4 0,0 2-3 0,0 4 4 16,0 4-5-16,0 4 1 0,-1 0-1 0,3 4-5 0,0-1 1 0,0 3 0 15,2 2 4-15,-1 1 1 0,3 1-11 0,-1 0 13 0,2-2 0 16,1 1 4-16,1-2 3 0,1-2-12 0,2-3 0 0,1-2-2 0,2-3 6 16,2-1-4-16,1-1 0 0,1-2-2 0,3-1-1 0,0-3-1 15,1-3 9-15,0-3 1 0,1-1-1 0,2-3 5 0,-2-1-3 0,1-3 4 16,0-4 3-16,-2 0-2 0,-1-3 3 0,-1-2 4 0,-1-2-1 0,-3-1 7 16,-1-3-5-16,-1-1-4 0,-1-3 4 0,-1 0-4 0,-1-1 0 15,-2 0 0-15,-2-2-8 0,-2-1 5 0,-2-1-10 0,-3 0 4 0,-2-1-3 16,-3 0-9-16,-2 2 1 0,-1-1-11 0,-2 1 6 0,-3 2-2 0,0 4 2 15,-1 0 0-15,-2 1-7 0,1 2 7 0,0 2-5 0,0 2 1 16,1 3-1-16,1 2-3 0,-1 1 1 0,0 2 2 0,3 0-9 0,0 1-12 16,2 0-13-16,2-1-39 0,1-1-46 15,1-1-80-15,1 0-112 0,1-1-128 0,2-1-159 0,2-1-325 0</inkml:trace>
  <inkml:trace contextRef="#ctx0" brushRef="#br0" timeOffset="118205.87">15767 12652 3269 0,'4'0'84'0,"1"2"-3"16,4-1 3-16,2 0-18 0,3 0-27 0,2-1-7 0,3-1-17 0,2 0 0 15,0 0-9-15,3-1-12 0,-2 1 6 0,0-1-5 0,-2-1-16 16,-2 0-6-16,0 0-18 0,-2-1-26 0,-1 0-8 0,-1 0-17 0,-2-1-22 16,-2 0-23-16,0-1-38 0,-2 1-52 0,0-2-31 0,0 0-28 15,-1 0-14-15,0-1-21 0,-1 0-29 0,0-1-23 0,-1 0-203 0</inkml:trace>
  <inkml:trace contextRef="#ctx0" brushRef="#br0" timeOffset="118522.87">16448 12260 3032 0,'-4'3'97'0,"1"1"-33"0,0 0-1 16,3 0-11-16,1 0-16 0,1 0-16 0,2 1-12 0,0 1-3 15,1 2-1-15,0 1 7 0,0 0-4 0,0 3-7 0,1 0 5 0,-1 0 1 16,0-1-4-16,0 0 5 0,-1 1-9 0,-1 0-3 0,1 0 8 0,0-1-3 16,-1 1 6-16,1 1-6 0,-1 0-2 0,0 0-2 0,1 0 2 15,-1 1 8-15,1 0-4 0,0-1 3 0,0 0-5 0,1-1 0 0,0 0 4 16,-1 0-2-16,2 0 3 0,-1 0 4 0,2 0 1 0,1 1-1 0,-1-1-13 16,0 0-5-16,-1-1 0 0,1 0 16 0,-1 0 10 0,1 2 3 15,-2-1-13-15,1-1-10 0,0 0 4 0,-2 0-2 0,-1-1 8 0,-1 0-7 16,-1-1-2-16,0-1 4 0,-2 0-2 0,-1-3-6 0,-1 2-1 15,-2-2-13-15,-1 0-13 0,-4-1 2 0,-1 0-13 0,-4-3-5 0,-3 0-13 16,-1-2-21-16,-2-3-15 0,1-1-22 0,0-3-17 0,0-2-38 0,0-1-51 16,1-3-40-16,1-2-30 0,1-3-9 0,1 1-1 0,4-4-1 15,1-1 10-15,2 0-83 0</inkml:trace>
  <inkml:trace contextRef="#ctx0" brushRef="#br0" timeOffset="118657.1">16342 12425 488 0,'1'-22'342'16,"1"-3"-65"-16,0-5-22 0,1 2-35 0,0 4-29 0,0 2-28 15,2 1-17-15,-1 3-20 0,2 1-21 0,-1 1-9 0,2 1-14 0,0 2-7 16,-1 2-5-16,1 1-12 0,0 2-9 0,1 1-8 0,0 2-3 0,0 2-6 15,-2 1-2-15,2 0-5 0,0 2-11 0,-1 1-7 0,3-1-6 16,0 2-4-16,1-1 0 0,1 0-9 0,0 0-13 0,1 0-24 0,1 0-34 16,-1 0-51-16,3-1-52 0,0 1-38 0,-1-1-42 0,-1 1-23 15,0-1-48-15,0 1-31 0,-1 0 5 0,1 1-113 0</inkml:trace>
  <inkml:trace contextRef="#ctx0" brushRef="#br0" timeOffset="118823.14">16943 12400 1473 0,'4'10'144'0,"1"1"-32"16,3 3 4-16,-1 0-18 0,1-1-19 0,0 0-15 0,0-1-7 0,0 3 0 16,1 0 1-16,-1 2-3 0,1-1-8 0,-1 2-12 0,0 0-17 0,-1 0-4 15,0-1-3-15,0 0-8 0,-1 0-6 0,0 0 5 0,0-1-6 16,-1 1 1-16,-1-1-4 0,0-2-24 0,0-1-30 0,0-2-46 0,-1-3-63 16,-1-2-74-16,1-2-90 0,-1-1-69 0,1-2-5 0,-2 0-125 0</inkml:trace>
  <inkml:trace contextRef="#ctx0" brushRef="#br0" timeOffset="119256.15">17434 12053 2871 0,'-5'0'117'0,"2"1"-49"0,-1 1-7 0,2-1-22 16,1 1-22-16,1-2-13 0,1 1 4 0,-1 1-2 0,0 1 8 0,0 1-3 15,0 1-8-15,-1 0 8 0,0 1-11 0,0 0 5 0,-2 0-1 16,1 1 1-16,0 0-1 0,-1 0 1 0,0-1-3 0,1 1-8 0,-1 0 12 16,0-1-3-16,0 0 1 0,1 0-1 0,0 0 1 0,1-1-4 0,0 0 5 15,0 0 4-15,1 0-11 0,-1-1 8 0,1 1-8 0,1 0 4 16,0 0 0-16,0 1-6 0,1 0 6 0,2 1-8 0,0 0-3 0,1 0 6 15,2 1-8-15,-1 0 2 0,1 2 8 0,2 1-12 0,1 0 1 0,1 1-4 16,1 0-2-16,-1 1 0 0,2 0 4 0,1 1 0 0,-1 1-1 16,1-1-3-16,-2 2 2 0,2-1 4 0,0 1 2 0,0-1 3 0,-2 2-2 15,0 1 1-15,1-2 4 0,-2 2 8 0,0-1-1 0,-1 1 6 16,-3-3-1-16,0 2 3 0,-2-1 8 0,0-1 0 0,-3-2 4 0,-1 0-2 16,-2 0-12-16,-3-2-11 0,-1 0 4 0,-2-2 19 0,-1 1 4 0,-3-1 5 15,-2 0-7-15,-1 0-25 0,-2-2-5 0,-1 0-7 0,-2-3-4 16,-1-2-3-16,0 1-2 0,0-2 0 0,-1-1-12 0,2-2-14 0,-1-1-22 15,0-3-29-15,2-1-40 0,-1-3-58 0,0-2-81 0,1 0-69 16,1-2-64-16,0-3-51 0,1-2-305 0</inkml:trace>
  <inkml:trace contextRef="#ctx0" brushRef="#br0" timeOffset="119391.15">17303 12114 1865 0,'1'-3'847'0,"3"0"-698"0,1-1-34 0,1 1-21 16,3-2-33-16,1 0-33 0,2 1-14 0,4-2-9 0,2 1-8 0,1 0-2 15,0 0-27-15,1 0-19 0,-1 1-28 0,-2-2-45 0,1 0-36 0,-2-2-75 16,0-1-67-16,-3-2-84 0,1-1-92 0,0-1-74 0,-1-3-63 16</inkml:trace>
  <inkml:trace contextRef="#ctx0" brushRef="#br0" timeOffset="119640.15">17620 11693 2935 0,'5'14'87'0,"1"2"-46"0,3 6 1 0,5 0-2 0,2 1-14 15,3 1-10-15,3 0-7 0,-1 2-7 0,2 0-2 0,-1 2 7 0,-1-1-2 16,2 4 4-16,-3-2 4 0,0 2-8 0,-1 0 6 0,-3 0-10 16,-2 1 1-16,0 0-2 0,1-1 0 0,-2 0 4 0,-3-1-3 0,2 1-1 15,-2-1-5-15,0 1 2 0,-1-2-3 0,0-1 1 0,0-2 0 16,-3-1-4-16,0-1 2 0,-2-3-4 0,-1-1-5 0,-1-2-9 0,-1-3-22 15,-1-1-15-15,-1-1-21 0,-1-3-18 0,-1-2-18 0,-2-2-29 0,0-2-43 16,-1-3-54-16,-2 0-32 0,-2-3 16 0,0-3 0 0,0-5 14 16,0-3-11-16,0-5-45 0,1-4-146 0</inkml:trace>
  <inkml:trace contextRef="#ctx0" brushRef="#br0" timeOffset="119957.15">17911 11645 2614 0,'1'-7'142'0,"3"0"-44"0,2-1-15 0,3 1-29 16,1-1-23-16,2 1-14 0,2 0-7 0,3 0-6 0,1 1-4 16,2 2 5-16,0 0-3 0,0 2 1 0,-1 1-1 0,-2 0-2 0,0 2 0 15,-1 0-2-15,-2 3 4 0,0 0-2 0,-2 3-4 0,0 0 4 0,0 3-5 16,-2 1-2-16,2 1-3 0,-3 0 1 0,0 2-3 0,-3 0 7 16,-1 0-5-16,-1 2 1 0,-1 0 4 0,-1 0-3 0,-1 0 1 0,0-4 7 15,-2 1 0-15,0 0 5 0,0-3 2 0,-2 0 7 0,1-1 3 0,0-2-4 16,1 0 8-16,1 0-4 0,1-2 6 0,2 0 8 0,1-2-3 15,1 0-3-15,1 1 0 0,2-2 1 0,1 0-3 0,2 0 4 0,0-2-7 16,3 1 1-16,0 0 3 0,2-1-4 0,1 0-4 0,-1-1-3 16,1 0-2-16,0-1-8 0,1 2 5 0,0-1-3 0,0 0-1 0,1 0 1 15,-1-1-5-15,-1-1-2 0,0 2 6 0,0-2-9 0,-1 1-5 0,2-1-4 16,-1-1-12-16,1 0 3 0,-1 0-19 0,1-2-18 0,-1 1-29 16,-1-1-33-16,2-1-32 0,-2-1-44 0,1-1-43 0,-3-1-45 0,0 1-56 15,-2-2-75-15,0 2-94 0,-1-2-166 0</inkml:trace>
  <inkml:trace contextRef="#ctx0" brushRef="#br0" timeOffset="120157.03">18546 12108 3173 0,'1'4'99'0,"1"0"-54"0,3 0-3 0,3 1-8 0,3-1-17 0,4-1-17 16,4 0-13-16,2 0-3 0,1-1-1 0,2 0 8 0,-1 0 4 15,-1-2-2-15,-2 2-2 0,-2-1 1 0,-2 0-4 0,0-1-10 0,-3-1-6 16,-1-1-20-16,1 0-11 0,0-1-7 0,1-2-36 0,-1-1-30 0,0-2-48 16,1 0-50-16,0-2-39 0,-1-2-37 0,1 0-43 0,-3-1-59 15,2-1-27-15,0 0-109 0</inkml:trace>
  <inkml:trace contextRef="#ctx0" brushRef="#br0" timeOffset="120323.03">18814 12336 2788 0,'-2'11'267'0,"-1"1"-152"16,0 1-20-16,2-2-23 0,3-3-41 0,1 0-31 0,2-1-5 0,2-1-14 15,4-1-8-15,1 0 2 0,1-2-3 0,1-2 1 0,-2 0-9 0,2-2-11 16,-1 0-18-16,1-3-26 0,-2-2-19 0,3 0-30 0,0-2-35 16,0-1-37-16,0-2-36 0,0-1-47 0,0-1-79 0,1-4-119 0,1-2-219 15</inkml:trace>
  <inkml:trace contextRef="#ctx0" brushRef="#br0" timeOffset="120690.03">19546 11736 2722 0,'-7'8'662'0,"0"0"-614"0,-1 3-17 0,2 3-2 15,2 2-19-15,1 2-14 0,3 1-20 0,1 4 0 0,1 1 6 0,1 4 7 16,-1 0 7-16,0 0 0 0,-1 1-6 0,1-1 6 0,0 1 9 16,1-2-1-16,0 1 3 0,2-2-7 0,1-1-7 0,1-3 7 0,3-2-5 15,1-4-6-15,2-3-6 0,2-3-8 0,-1-3 1 0,3-3 1 0,0-3 7 16,2-3 5-16,0-2 2 0,1-3 14 0,2-3 6 0,-3-2 11 16,1-2 5-16,-1-1-6 0,-5 0 1 0,2-3-2 0,-1 0-11 0,-2 0 0 15,0-2-7-15,0 0-9 0,-2 0-11 0,0-1 16 0,-1 2-11 0,-3 1 11 16,-2-1 11-16,0 0-14 0,-3 0 1 0,-3 1-8 0,-2 0 6 15,-2 0-3-15,-1 0 4 0,-2 0 12 0,-2 0-2 0,-1 2 5 0,-2 0 4 16,-1 0-7-16,-2 1 2 0,-1 2 1 0,-1 0-9 0,0 3-2 16,-2 0-3-16,1 4-7 0,1 1-2 0,0 3-7 0,1 2-3 0,1 2-2 15,1 2-4-15,0 3 0 0,0 2-12 0,0 2-15 0,2 1-2 0,-1 1-9 16,0 3-12-16,2 0-15 0,0 1-22 0,2 1-37 0,0 3-45 16,1-1-41-16,1 0-79 0,2 0-69 0,2-1-68 0,2-1-276 0</inkml:trace>
  <inkml:trace contextRef="#ctx0" brushRef="#br0" timeOffset="120907.03">20139 12010 3030 0,'0'10'105'0,"2"2"-42"0,1 5-12 0,2 0-13 0,0 2-27 0,2 2-17 16,1 1-5-16,1 2-6 0,0 0-3 0,-2 0-3 0,0-1 12 15,-2-1-1-15,-1 0-1 0,-1 0-6 0,-1-2-21 0,-1 1-21 0,0-2-23 16,-1-3-38-16,0-2-33 0,0-2-47 0,0-2-33 0,-1-3-38 0,-2-2-32 16,1-3-20-16,-1-2 3 0,0-3 45 0,0-3 31 0,-1-3 57 15,1-3-92-15</inkml:trace>
  <inkml:trace contextRef="#ctx0" brushRef="#br0" timeOffset="121439.96">20292 11848 2156 0,'1'-2'279'0,"1"-1"-105"0,1-1-38 0,1 0-44 16,0 1-26-16,1-1-27 0,1 1-19 0,1-1-5 0,1 0-1 16,-2 1-5-16,1-1 1 0,-1 0 0 0,2 0 2 0,-1 0 0 0,0 0-5 15,1-1-2-15,0 1-5 0,1 0 4 0,-2 2-8 0,1-1 4 0,-1 2-1 16,-1 1-1-16,0 0 2 0,-1 2-4 0,0 0 4 0,0 2-8 16,1 1-1-16,-1 1 6 0,-2 2-4 0,1 1 2 0,-1 0 3 0,0 3-3 15,0 1 3-15,0 1-3 0,0 2 2 0,-1 0-1 0,1 1-1 0,-2 1 3 16,1 0 4-16,-1 1-4 0,1 1-1 0,-1-2-13 0,1 1 13 15,0 0-2-15,0-1 5 0,0-2 5 0,1 2-10 0,1-3-2 0,1-1-5 16,1-1 7-16,0-2 2 0,2-2 5 0,2-1 3 0,1-2 6 0,2-2 8 16,1-1 5-16,1-3 5 0,1-2 4 0,1-2 2 0,1-1 1 15,0-2-6-15,1-1-5 0,0-2-6 0,-2-2 1 0,2-1-1 0,0-3-6 16,-2-1 3-16,-1 0-23 0,-1 1 14 0,-2-2-6 0,-3-1 1 16,0 1 16-16,-3-3-16 0,-1 1 0 0,-2 2-4 0,-2-2 6 0,-1 1-3 15,-1 1 8-15,-2 0 0 0,-1 2-5 0,-1 0 3 0,-2 2-3 0,0-2 5 16,-2 2-11-16,1 0 6 0,-2 2 6 0,1 2 3 0,1 2 3 15,0 1 3-15,1 3-8 0,2 1 3 0,1 0-3 0,1 1-11 0,1 0-9 16,0 1-13-16,2 1-3 0,0 1-6 0,-1 1 2 0,2 0 2 0,-1 1 9 16,0 0 11-16,2 2 5 0,-1 0 11 0,1 0-2 0,1 2-7 15,0-1 2-15,0 1 2 0,1 2-1 0,1 0 4 0,0 2-1 0,1 0-3 16,0 1 6-16,0-1 2 0,2 0 4 0,-1 2-6 0,1-1-4 16,1 2 6-16,-2-1 2 0,0 2-2 0,1 0-4 0,-1 0-5 0,1-1 0 15,-1 2 5-15,0 0-4 0,0 0 5 0,-1-3-21 0,0 3-2 0,1-2 21 16,-2 0-1-16,1 1 19 0,-1-1-9 0,0 1-17 0,-1 0 0 15,0-2-5-15,-2 0 12 0,1 1-3 16,-2-1 0-16,0 1 3 0,-2-1-8 0,0 0 8 0,-1 0-3 0,-2-1-6 0,0-2 3 0,-1 0-1 0,-1 1-2 16,0-1-1-16,-1-1-3 0,0 0-3 0,-1-2-9 0,0 0-5 15,0-3-10-15,1 0-19 0,-2 0-15 0,1-3-38 0,1-2-34 0,-1-2-42 16,2-2-51-16,0-2-46 0,0-4-44 0,1-2-42 0,0-5-57 16,-1-3-52-16,0-5-70 0</inkml:trace>
  <inkml:trace contextRef="#ctx0" brushRef="#br0" timeOffset="121556.96">20913 11483 1966 0,'1'-3'250'0,"2"1"-83"0,1-2-62 0,2 1-39 15,1 0-25-15,3-1-27 0,-1 1-17 0,4-1-30 0,1-1-31 0,1 1-33 16,1-2-42-16,2-2-44 0,0-2-42 0,1 0-55 0,0-2-78 0,1-2-84 16,2-1-162-16</inkml:trace>
  <inkml:trace contextRef="#ctx0" brushRef="#br0" timeOffset="122456.21">12017 15101 1915 0,'-9'3'170'16,"-1"0"-104"-16,0 1-2 0,3-2-9 0,2-1-10 0,1 0-17 16,1-1-11-16,1 0-8 0,2-1 5 0,-1 0 1 0,0 1 13 0,0-1 1 15,0 1-3-15,-2 0 2 0,1 2-4 0,-1-1 4 0,-1 1-1 0,1 1-4 16,-1-1-6-16,0 2-4 0,-1 1-2 0,0 0 1 0,0 1-7 15,1 1-1-15,0 0 0 0,0 2-6 0,0 0 5 0,1 0-3 16,0 2-8-16,1-1 5 0,1 3 6 0,-1 1-3 0,2 0 8 0,1 4-5 16,0 0-7-16,1-1 5 0,1 2-2 0,1 1-1 0,1-1 4 0,1 2-2 15,0 1 4-15,3 0 6 0,0 1-2 0,2 1 5 0,1-1 4 0,2 1-1 16,-1 0 9-16,2-3-1 0,1 1 4 0,1-2 4 0,-1-1-10 16,3 0 1-16,1 0-1 0,-1-3 0 0,2 2 2 0,-1-1-2 0,-2-2-5 15,0 1 2-15,-1-1 5 0,-3 0-12 0,-2-1 9 0,-2 0 0 0,-2-1-3 16,-1-1-6-16,-1 0-3 0,-2-3-2 0,-1 2 7 0,-1 0 7 15,-1-1-4-15,0 0-2 0,-2-1-5 0,0 0 3 0,-1-2 3 0,-1 1-4 16,0 1-3-16,-2-1 4 0,0 0-10 0,-1 0-1 0,-1 1 7 16,-1-2-9-16,-1 1 9 0,-1 0-11 0,-2 0-3 0,0 0 5 0,-2-1-6 15,0 0-3-15,-1 0-9 0,-2-1-5 0,-1 0-3 0,1-1 3 0,-1 1-13 16,1-1-9-16,-1-1-4 0,2-1-3 0,0-1-11 0,0-1-16 16,1-2-37-16,0-1-38 0,0-1-43 0,-1-2-63 0,1-2-57 0,1-2-77 15,0-2-62-15,0-5-258 0</inkml:trace>
  <inkml:trace contextRef="#ctx0" brushRef="#br0" timeOffset="122625.21">11784 15091 2460 0,'1'-1'132'15,"1"-1"-55"-15,3 0-14 0,3-3-14 0,3 0-22 0,2-2-8 0,5-1-14 0,2-2-1 16,3-1-6-16,3-2-1 0,-1-1-1 0,3 0-7 0,-1 2-7 15,0-1-28-15,-1 0-39 0,0 0-36 0,-1 1-45 0,-1 2-27 0,0 0-25 16,-3 0-50-16,-3 2-62 0,-1 0-86 0,-2 3-278 0</inkml:trace>
  <inkml:trace contextRef="#ctx0" brushRef="#br0" timeOffset="123040.21">11256 15219 2619 0,'-27'0'208'16,"1"-2"-93"-16,-1-1 1 0,6-4-41 0,8-1-30 0,5-3-18 0,3-3-22 15,4-2 13-15,3-5-13 0,4-2-5 0,4-2 4 0,5-2-6 0,1 0-7 16,4-1 4-16,3 0-4 0,3 0 2 0,2 1 7 0,4-2-2 0,-1 2 0 16,4 0-1-16,-1 2-2 0,4 3-8 0,3 1 3 0,1 2 1 15,2 2-5-15,2 1 3 0,0 2 1 0,2 2-9 0,2 3-2 0,2 4-4 16,1 2-7-16,1 3-4 0,-1 3-2 0,1 2-2 0,2 5 4 15,0 3-4-15,2 3-1 0,0 3 1 0,-2 2-9 0,0 4-3 0,0 0 6 16,-2 6-5-16,0 2 4 0,-3 3 6 0,-1 2 10 0,-2 0 8 0,0 3 9 16,-2-1 6-16,-4 1-1 0,-6 0 12 0,-3-2 5 0,-8 2-2 15,-3 0 2-15,-5 1-10 0,-6 2-8 0,-5 3-6 0,-4 2-4 0,-5 4-10 16,-4 3-1-16,-8 5 4 0,-4 1 4 0,-4 2 4 0,-4 3 10 0,-3 2 11 16,-3 0 12-16,-4 1 15 0,-3 3 16 0,-1-1 11 0,-1 0 30 15,-2-2 20-15,2-5 22 0,-2-4 23 0,0-6-7 0,0-6-11 0,2-7-20 16,-1-5-28-16,1-10-16 0,3-5-23 0,-1-9-22 0,-2-6-12 15,-1-8-8-15,-1-8 7 0,0-5-14 0,0-7-3 0,1-7 2 0,0-6-5 16,1-7 16-16,3-7 1 0,0-6-3 0,2-7-3 0,3-6 6 0,-2-9-8 16,4-6 0-16,2-6-6 0,1-9-20 0,2-4-7 0,4-6-30 15,1-5-45-15,4-4-54 0,4-3-123 0,6-2-166 0,7 2-263 0,5 1-412 16</inkml:trace>
  <inkml:trace contextRef="#ctx0" brushRef="#br0" timeOffset="125823.74">14690 13993 3122 0,'-23'9'42'0,"2"0"1"0,-5 2-6 0,6-3-10 0,2-1-18 15,3 0-15-15,1 0-4 0,4 0-1 0,-1 1-3 0,1 0 3 0,0 0 11 16,-1 1-9-16,2 0 11 0,1-1-6 0,0 1-5 0,0-1 6 0,0 1-2 16,0 1 1-16,0 0-3 0,0 3-2 0,2 0-3 0,0 3 1 15,3 2-6-15,-1 4 1 0,2 2 2 0,1 3 0 0,1 4 5 0,2 2 3 16,0 3 0-16,2 5-1 0,1 5 13 0,1 2-1 0,2 5-2 15,0 4 11-15,1 1-10 0,2 4 6 0,0 4 1 0,2-1 1 0,1 2 16 16,2 1-9-16,1-2 6 0,-1 0-4 0,2 0-1 0,-1-3 5 0,0-3-6 16,2-4-1-16,1-3-12 0,0-3-1 0,0-5-1 0,0-3-10 15,-1-7 3-15,-2-2-10 0,1-3-1 0,0-4-8 0,-2-3-22 0,2-4-16 16,-2-4-27-16,0-2-27 0,-1-6-32 0,-1-3-44 0,0-6-44 0,0-3-39 16,-1-6-63-16,1-5-85 0,0-5-76 0,0-7-166 0</inkml:trace>
  <inkml:trace contextRef="#ctx0" brushRef="#br0" timeOffset="126139.74">15266 14281 2948 0,'-3'-1'119'0,"2"2"-25"0,-1-1 3 0,3-1-36 16,0 0-34-16,1 0-23 0,3 0-8 0,2 0 4 0,1-1 2 15,3 1 2-15,1 0-1 0,1 0-6 0,1 1 8 0,-2-1-5 0,3 1 0 16,0 1 2-16,1-1-8 0,-1 1 10 0,0 1-2 0,0 0-2 0,1 1-2 16,-2 0-3-16,2 1 3 0,0 1-4 0,-2 0 6 0,0 1-5 15,1 2 7-15,-1 0-9 0,0 1 3 0,-2 3 6 0,-2 0-6 0,1 2 10 16,-2 0 1-16,-1 2 13 0,-1 2-4 0,-1 2 8 0,-1 0-12 0,-1 3-10 16,0 1 11-16,-1 0-17 0,0 2 8 0,-2 1 0 0,0 2-2 15,-1 0 3-15,0 2-1 0,0-1-2 0,0 1-10 0,1 0 10 0,0 0-6 16,0-1 1-16,1 3 5 0,0-3-10 0,1 1-3 0,0-4-5 0,1-1-10 15,0-3-17-15,1-3-27 0,0-1-36 0,0-1-48 0,0-3-45 16,0-1-58-16,-2-2-90 0,0-2-85 0,-1-3-78 0,-2-1-166 0,0-3 178 16</inkml:trace>
  <inkml:trace contextRef="#ctx0" brushRef="#br0" timeOffset="126289.73">15278 14882 2921 0,'0'0'142'0,"1"0"-41"0,2 1 4 0,3-1-35 0,3-1-23 0,4 0-12 16,5-1-15-16,2-1-2 0,5 0-3 0,1-1-6 0,3 0 8 0,1-1-10 16,-1-1-3-16,4-1 0 0,-1-2-12 0,-1-1-1 0,1-2-35 15,-2-1-47-15,0-4-76 0,-1-2-126 0,-2-3-170 0,0-3-308 16,-2-7-390-16</inkml:trace>
  <inkml:trace contextRef="#ctx0" brushRef="#br0" timeOffset="127573.73">16188 14515 3253 0,'-8'12'173'0,"1"-1"-77"0,1 1-16 0,4-2-14 0,2-4-26 15,4 1-21-15,2 0-5 0,4 0-5 0,2 0-18 0,4-1-11 0,2 0 34 16,0-1-14-16,1-2 2 0,1 0 5 0,0-3-24 0,-1 0 15 0,1-2-5 15,-1-2-5-15,0 0-9 0,1-2-11 0,-3 0-6 0,-1 0-8 16,-1-2-23-16,-1 0-21 0,-1-1-3 0,-1 1-17 0,-1-2-3 16,0-1-14-16,0-1-37 0,-2-1-22 0,1 1-25 0,-2 0-44 0,-1 0-58 15,0 0-72-15,-1 1-56 0,-2 0-268 0</inkml:trace>
  <inkml:trace contextRef="#ctx0" brushRef="#br0" timeOffset="128057">17028 14107 2485 0,'-11'8'346'0,"1"-1"-225"0,-2 2-13 0,1-1-7 16,3 0-39-16,-1 1-27 0,2 1-19 0,0 1-14 0,1 0-4 16,0 2-1-16,1 2 1 0,-1 1 0 0,0 2 2 0,1-1 4 0,0 1 1 15,0 0-1-15,2-2-4 0,0 1-4 0,1 0-3 0,2-1 3 0,1-1 4 16,2 1-5-16,1-1 0 0,1 0-2 0,1-2-2 0,2 0 10 0,3 1-6 15,1 0 10-15,1 0-1 0,1-1-6 0,1 1 18 0,0 0-16 16,3-1 16-16,-1 0 4 0,0 1-7 0,0 1 21 0,0 1-12 0,-2-1 5 16,2 2-4-16,-1 0-10 0,0 1 6 0,-2-2-8 0,-1 2 3 15,0-1 5-15,-3 0-1 0,-2-2-7 0,-3 1 2 0,-3 0-3 0,-2-1-7 16,-3 1 7-16,-3 1-10 0,-3 1-13 0,-4 0-10 0,-2 0-8 0,-3-1 1 16,-2 0 1-16,-3-2 4 0,1 1 4 0,-4-2-4 0,1-2 20 15,-2-2-1-15,0-1 10 0,3-1 5 0,0-1 2 0,1-2 0 0,2-1-4 16,2-2 4-16,1-2-11 0,1-2 2 0,0-2-6 0,1 0-5 0,2-3-4 15,0 0 1-15,0-2-7 0,3 0-8 0,1-2 6 0,2 0-1 16,1-2 4-16,1-1 13 0,2 0 2 0,2-4-3 0,1 0 6 0,3-3-9 16,1-1 2-16,2-2 4 0,3 0-15 0,-1-2 4 0,4 0-4 15,0 0 6-15,1-1 10 0,0 1 0 0,0-2-1 0,1 2-1 0,0 1 10 16,1 0-1-16,-1 0 2 0,-1 1 3 0,0-1-4 0,0 1 8 0,-1 1 11 16,0 1-4-16,-1 1 7 0,2 1-2 0,-3 0-3 0,0 1 4 15,-2 0-7-15,-1 2-2 0,0 0-7 0,-3 1-5 0,0 0-3 0,-1 0 4 16,-1 1-3-16,-1 1 0 0,0 2-10 0,0 1 8 0,-1 1 2 15,0 0-2-15,0 2 5 0,-1-1-14 0,-2 2 1 0,0-1-1 0,-2 4 5 16,0-1 4-16,-3 1 1 0,0 2-6 0,-3 0 5 0,1 1-6 0,-2 1-5 16,0 1 11-16,0 1-13 0,-1 1-4 15,0 0-1-15,-1 1-2 0,1 1-16 0,-1 0-8 0,3 1-18 0,-2-1-37 0,2 0-20 0,-1 1-47 16,1-2-55-16,1 0-85 0,-1 0-78 0,2-2-94 0,2-2-53 0,1-3-167 16</inkml:trace>
  <inkml:trace contextRef="#ctx0" brushRef="#br0" timeOffset="128340.99">16941 13496 2716 0,'-2'7'234'15,"1"2"-129"-15,2 3-18 0,3 0-13 0,3 1-39 0,4 4-17 0,3 2-7 16,3 3-13-16,5 2 7 0,1 1-1 0,1 1-4 0,1 0 5 0,-1 2-5 15,2 1 4-15,1 1 5 0,1 2-6 0,0 1 12 0,-1 0-6 16,1 3-7-16,-2 1 1 0,1 4-3 0,-1 0-5 0,1 2 1 0,-1 1 4 16,0 2-3-16,0 1 12 0,-2 1-8 0,0 0-6 0,-2 1 1 0,-1-1-10 15,-2 1 10-15,-1-1 3 0,-3 0-3 0,-1 0 0 0,-3-3-3 16,-2-1 7-16,-3-1 2 0,-2-1 3 0,-1-2-3 0,-3 0 4 0,-1-3-6 16,-1-3-4-16,-2-3 0 0,-2-6-12 0,0-2-28 0,-2-4-38 0,-2-5-55 15,-1-2-72-15,0-6-75 0,-2-5-108 0,0-7-95 0,-1-7-88 16,0-10-222-16</inkml:trace>
  <inkml:trace contextRef="#ctx0" brushRef="#br0" timeOffset="128656.99">17542 13337 3520 0,'4'3'60'0,"1"0"-25"0,2 3 3 0,2 1-13 0,2 1-16 0,3 1-5 15,2 1-10-15,2 2-3 0,0 0 3 0,-1 2 4 0,0 1-9 16,-3 0 7-16,-2 0-11 0,-3 1-8 0,-3 0 1 0,-2 2-23 0,-2-1-3 16,-3 4-2-16,-1 2-3 0,-2-1 8 0,-1 3 5 0,-4-1 2 0,-2-1-1 15,-3 1 9-15,0-3-5 0,0 1 7 0,-2 1 14 0,1-3 3 16,-1 1 18-16,3-1 5 0,-1-3 4 0,2 1 10 0,3-2 4 0,2-1 6 16,3-3 3-16,1-1-17 0,3-2-6 0,0-2-7 0,4-2-5 0,2 1 25 15,2-2-2-15,2-1 7 0,3-1 1 0,0 0-5 0,2-2-4 16,2 0-2-16,1-1 11 0,1-1-12 0,2 1-5 0,0-1-4 0,0-1-24 15,0 0 6-15,2 1-5 0,-2-1 5 0,2 0 6 0,0 1 11 16,-1 0-7-16,-1 0 5 0,-1 1-15 0,-1-1-7 0,0 0 0 0,0-2-28 16,-2-1-12-16,2-1-50 0,-1-1-33 0,-1-1-67 15,-1-3-62-15,-1-2-67 0,1-1-113 0,-3-1-145 0,1-1-406 0</inkml:trace>
  <inkml:trace contextRef="#ctx0" brushRef="#br0" timeOffset="128873.99">18024 14316 3625 0,'1'14'100'0,"2"0"-27"0,2 4 1 0,1-2-24 16,3-3-26-16,3 0-20 0,3-1-14 0,1-2-4 0,3 0-7 16,1-4-1-16,-2 1 7 0,0-2-5 0,0-2-5 0,-1 0-10 0,-2-2-11 15,-1-1-11-15,-1 0-5 0,-1 0 2 0,-2-1-5 0,1-1 8 16,-1-1-3-16,-1 0-7 0,0 0-21 0,-1-2-24 0,1 1-18 0,-2-1-25 15,0-1-23-15,0 1-30 0,-2-1-32 0,-1 0-30 0,-2 1-27 0,-1 0-19 16,-2 2-14-16,-1 0 3 0,-1 0-186 0</inkml:trace>
  <inkml:trace contextRef="#ctx0" brushRef="#br0" timeOffset="129056.99">18123 14671 1563 0,'-1'8'970'0,"1"-1"-776"0,1 3-35 0,2-3-23 16,1-2-39-16,1-2-39 0,2 1-28 0,1-1-13 0,1-1-9 0,2 1 0 15,1 0 1-15,1-1 6 0,-1 0 4 0,2-1-3 0,-1 0-1 0,1 0-6 16,-1 0-7-16,-2-1-2 0,2 0-2 0,1 1-5 0,-1-1-6 16,0 0-5-16,-2-1-9 0,0 0-17 0,-1 0-23 0,1-1-19 0,0 0-27 15,-2-1-16-15,2 0-18 0,0-1-17 0,0-1-5 0,1-1-11 0,1-2-15 16,0 0-44-16,2 0-60 0,1-4-74 0,1-2-51 0,1-1-84 16</inkml:trace>
  <inkml:trace contextRef="#ctx0" brushRef="#br0" timeOffset="129289.99">19098 13680 3829 0,'-2'10'107'15,"1"2"-24"-15,1 2-7 0,2 1-76 0,3 0 0 0,2 4 0 0,2 2 0 16,0 4 0-16,1 2 0 0,1 2 0 0,-2 1 0 0,0 3 0 15,0 1 0-15,-3 2 0 0,0 3 0 0,-1-1 0 0,-1 3 0 0,-1 1 0 16,1 0 0-16,-1 0 0 0,1 0 0 0,0-2 0 0,-1 0 0 16,0-1-44-16,0-1-39 0,0 2-33 0,0-3-45 0,0 1-93 0,-2-2-128 15,-2-2-252-15,-3 1-281 0,-3 0-179 0</inkml:trace>
  <inkml:trace contextRef="#ctx0" brushRef="#br0" timeOffset="134842.49">19090 1183 101 0,'-1'-1'70'0,"-1"0"-13"16,0 1-9-16,-1-1-17 0,0 0-10 0,-1 0-8 0,0 0-6 0,-1 0-3 15,0 1-2-15,1-1 0 0,-2 1 0 0,-1 0-2 0,1 0 0 0,-1 0-6 16,1 1-1-16,-1 0-3 0,2 1-4 0,-1-1 2 0,1 1 1 15,0-1 4-15,2 1 4 0,0-1 3 0,-1 1 3 0,2-1 3 0,0-1 6 16,0 1 3-16,1-1 2 0,0-1 0 0,1 0-4 0,0-1 2 0,1 0 2 16,0 0 8-16,1-1 1 0,0 0-2 0,0-1 1 0,1 0-6 15,1 0 3-15,-1-1-5 0,2 1-1 0,0-1 0 0,1 0-2 0,1 0 4 16,0 0-1-16,0 0 0 0,1 0-3 0,1 0 0 0,0 0-2 16,1 0 3-16,1 0 2 0,0 0 4 0,1 0-4 0,1 0 0 0,-1 1 4 15,1 0-8-15,1 0 3 0,1 0-5 0,-1 0-3 0,2 2 2 0,0-1-1 16,1 0-2-16,0 1 0 0,1-1-3 0,1 1 2 0,-1 1-2 15,2-1-2-15,1 1 2 0,-1 0-4 0,2 0 2 0,0 0 2 0,1 0-3 16,1 0 3-16,1 0 1 0,0 0 2 0,1 0 2 0,1 0 2 0,1-1 2 16,-1 0 2-16,3 0 3 0,-1 0 2 0,2-1 3 0,-1 0-4 15,2 0 3-15,-1-1-3 0,2-1 5 0,-1 1 0 0,2-1 1 0,-1 1 5 16,1-1-4-16,-1-1 3 0,2 1 2 0,-1-1-5 0,0 0-3 16,1 0-4-16,-1 1-3 0,1-1-2 0,-1 1 0 0,1 0-4 0,-1 1 2 15,1 0-2-15,0 0-4 0,-1 0 5 0,1 1-6 0,-1 0 1 0,1 0 4 16,-1 1-2-16,0 0 2 0,2 0 1 0,-1 1-8 0,1-1 5 15,-1 2-4-15,2-1-3 0,0 0 6 0,-1 0-8 0,3 1 4 0,-2-1-1 16,2 0 2-16,0 0 1 0,0 1 2 0,1-1-6 0,-1 0 3 0,1 0 2 16,0-1-1-16,-1 1 4 0,1-1-4 0,-1 1-3 0,-1-2-1 15,-1 1 5-15,0 0 4 0,-1-1 4 0,0 1 4 0,-1 0-4 0,-2 0-2 16,1-1 2-16,-2 0-6 0,-1 0 1 0,-1 1-1 0,0 0-3 16,-1 0 2-16,0 0-1 0,-1 1-4 0,-1 0 10 0,0 1 0 0,-1 0-1 15,0 1 4-15,-2 1-9 0,1-1 1 0,-1 2-5 0,-1-1 1 0,1 1-6 16,-2 1 3-16,1 0 0 0,-1-2 2 0,-2 2 0 0,1 0 4 15,0 0-5-15,-2 0 3 0,1 0 1 0,0 0-2 0,-2 0 2 0,1-1-5 16,-1-1 3-16,0 0-2 0,-1 0 2 0,-1 0 0 0,0-1-1 0,-1 0 2 16,1-1-5-16,-2 1 2 0,0-1 2 0,0 0-7 0,-2-1 7 15,1 1-2-15,-1-1-2 0,-2 1 2 0,1-1-1 0,-2 1 0 0,0 0-3 16,-1-1 1-16,0 1 0 0,-1 0 1 0,0-1 4 0,-1 1-3 16,0 0-2-16,0 0 4 0,-2-1-4 0,1 1 1 0,-1-1 2 0,1 1-1 15,0-1-2-15,0 1 0 0,0-1 5 0,1 0-8 0,-1 0 6 0,1-1-2 16,1 1 5-16,-2-1 4 0,2 0-3 0,1 0 3 0,0 0-13 15,0-1 3-15,0 1 1 0,1-1-4 0,0 0 3 0,-2 0-2 0,2 0 2 16,0 0 2-16,0 0-2 0,0 0 2 0,0 0-1 0,0-1 1 16,-1 1-4-16,1 0 3 0,1 0-3 0,-1 0 1 0,1 1 3 0,0 0-4 15,-1 0 4-15,2 0-4 0,0 0 8 0,0 1-3 0,1 0 1 0,0 1-2 16,-1-1-2-16,3 1 1 0,-1-1-2 0,1 1 3 0,-1 0-4 16,2 1 2-16,0-1-2 0,0 0 2 0,0 0 6 0,-1-1 0 0,2 1-4 15,0 0 2-15,-1-1-2 0,1 0-7 0,1 0 8 0,-1 0-5 0,0 0 0 16,1-1 7-16,0 1 0 0,0-1 5 0,0 0-4 0,1 0-3 15,0 0-1-15,0 0-1 0,2 1 2 0,0-1 2 0,-1 0 1 0,2 2-3 16,0-2-5-16,0 1 0 0,1 0 3 0,1 0 1 0,-1 0 1 0,1 1 4 16,1-1-3-16,-1 1-8 0,2 0 8 0,-2 0-4 0,2 0 2 15,0 1 7-15,-1-1-7 0,1 0 1 0,-1 1-5 0,2-1-1 0,0 1 4 16,-1-1-1-16,1 0 4 0,0 0-2 0,1 1 4 0,0-1-6 16,1 0 2-16,-1 0-2 0,2-1-8 0,0 1 9 0,0 0 4 0,1-1-2 15,0 0 0-15,1 1 1 0,0-1-9 0,0 0 3 0,-1 0 5 0,2 0-7 16,-2 1 7-16,1-1 0 0,-2 0-2 0,1 0 2 0,-1 0 2 15,0 0-6-15,-1 0 1 0,0 0 2 0,-1 1-1 0,0-1-1 0,-2 1 4 16,1 0-4-16,-1 0 0 0,-1 0 2 0,0 0 1 0,-1 1-1 0,1 0 0 16,-1 1 0-16,0-1 4 0,1 1 0 0,-1 1 0 0,0 0-2 15,1 0-3-15,-1-1-3 0,1 2 4 0,1 0 3 0,-2 0-1 0,2 0 2 16,-1 1 0-16,1-1 0 0,0 1-1 0,-1 0 1 0,1-1-4 16,-1 1-1-16,0-1 3 0,0 0 1 0,-2 0-2 0,1-1 2 0,-2-1-3 15,1 1-1-15,-1 0 3 0,-1-1 0 0,0 1-2 0,-1-1 2 0,-1 0-2 16,0 0 3-16,-1 0-2 0,0 0 1 0,-1 0 2 0,1 1-3 15,-1-1-1-15,1 0 1 0,-1 0-1 0,0 1-5 0,0 0 8 0,0-1-3 16,0 1 0-16,1-1 5 0,0 0-5 0,0 0 0 0,0 0 1 16,1 0 1-16,-1-1-1 0,0 1 4 0,1-1-7 0,-1-1-1 0,0 1 3 15,0-1-1-15,-1 0 2 0,1 0 0 0,-2 0-2 0,1 0 2 16,0-1 5-16,-1 1-6 0,-1 0 1 0,1-1-1 0,0 1 3 0,0 0-3 16,-2 0 0-16,2 0-2 0,0 0 0 0,0 1 6 0,0 0 0 0,0 0 0 15,2 0-3-15,-1 0 2 0,0 0-2 0,2 0 2 0,0 1-2 0,0 0 0 16,2 0-1-16,0 0 0 0,0 0 3 0,0 0-3 0,1 0-1 15,-1 0 6-15,1-1-2 0,0 1 1 0,-1-1 3 0,1 0-11 0,0 0 10 16,-1-1-4-16,0 1-1 0,-1-1-6 0,0 0-7 0,-2 0 5 0,0 0-3 16,-1 1 13-16,-2-1 2 0,1 0-7 0,-1 1-1 0,-1-1 3 15,-1 1 0-15,-1 0 5 0,0 0-2 0,0 1-3 0,-1-1-1 0,0 1-6 16,-1 1 3-16,0-1 5 0,0 1-1 0,0-1-1 0,-1 1 0 0,0-1-6 16,0 1 2-16,0-1 3 0,-2 1 1 0,1-1-2 0,0-1-10 15,-1 1-4-15,-1 0-14 0,0 0-22 0,0 0-28 0,-1-1-30 0,-1 1-28 16,0-1-35-16,-1 1-32 0,0 1-54 0,-2 0-242 0</inkml:trace>
  <inkml:trace contextRef="#ctx0" brushRef="#br0" timeOffset="136457">17232 1630 305 0,'-4'-8'88'16,"0"1"-80"-16,-1-2 5 0,-1-1-5 0,-1-1 1 0,0-1 2 15,0 2-3-15,0 2 1 0,1 0-5 0,0 2-4 0,1 1 0 0,2 0 0 16,-1 2 0-16,0 1-2 0,0 0-1 0,0 1-6 0,1 1-6 0,0 1-6 16,0 0-7-16,-1 1 2 0,1 0-11 0,-1 0 4 0,1 1 7 15,-1-1 4-15,-1 0 14 0,0 0 4 0,1-2 3 0,-1 1-1 0,-1-1 2 16,0 0 3-16,-1-1 0 0,-1 0 3 0,0 0 6 0,0-1 11 0,-2 1 10 16,0-1 6-16,-1 1-2 0,-2-1-8 0,-1 1-7 0,-2 1-2 15,0-1-1-15,-2 2-3 0,-3 0 2 0,2 2 2 0,-3 0 0 0,-1 0 2 16,0 2 3-16,0-1-1 0,0 2 4 0,-1-2-1 0,0 3-5 0,2 0-2 15,-2 2-6-15,2-1-5 0,1 2-1 0,-1 2-4 0,1-1 0 16,1 3-2-16,0 1 2 0,0 2-1 0,1 0 0 0,-1 2-5 0,0 1 0 16,0 1-6-16,0 1-2 0,-2 2 1 0,1-1-1 0,-1 2-2 15,1-1 3-15,-1 1-3 0,-21 22-7 0,6-4 4 0,7-7-2 0,4-5 3 16,3-3 9-16,1-1 1 0,1 1 1 0,0 0 1 0,2 0 0 0,1 2 2 16,0-1-1-16,2-1 0 0,-2-1 1 0,2-1 0 0,1 0 2 15,2 0 0-15,3 1 0 0,1-1-1 0,1 2 0 0,2 0 1 0,0 0 2 16,2-1-7-16,2 1 1 0,1-1-1 0,2 0 1 0,1 3 5 0,2-2 0 15,1 2 1-15,0-2-2 0,1 1-1 0,1-2 0 0,1 1-1 16,0-1 1-16,2-1 1 0,-2-1-2 0,3-3 0 0,0-2-1 0,0-1 0 16,1-4 2-16,-2 0 1 0,0-3 3 0,2-1 0 0,0-3 0 15,1 1 0-15,0-2 1 0,-1 0 0 0,4-1-4 0,0-1 1 0,2 0-3 16,2 0-5-16,2-1-1 0,1 0-4 0,2 0-7 0,0 0 1 0,1 0-1 16,1 2 2-16,1-1 1 0,1 1 0 0,-1 0-4 0,2 0-5 15,-3 0-2-15,1-1-1 0,-1 1-2 0,-1-1 3 0,0-1 5 0,-1-1 3 16,0 1 4-16,-2-1 5 0,1 0 2 0,-1-1 4 0,-2-2 0 0,2 0 1 15,1 0 1-15,-1-2 0 0,2-1 1 0,1 0-1 0,0-1 2 16,0-2 0-16,2-1 0 0,0-3 2 0,0-2 0 0,3-1 0 0,-1-2 3 16,3-3-1-16,0-2 0 0,0-1 1 0,-1 0-2 0,0-2 0 15,1 0 0-15,-1-2-1 0,0-3-1 0,-1 1-2 0,-1-2 0 0,-2 1-1 16,1 0 0-16,-1 0 2 0,-2-1-3 0,1 0-2 0,-1-1-5 0,-1 2-5 16,0-2-1-16,-1 4-3 0,-1-2 0 0,-2 0 0 0,0 1-5 15,-2-3-2-15,-1 2-17 0,0-1-61 0,-3 1-16 0</inkml:trace>
  <inkml:trace contextRef="#ctx0" brushRef="#br0" timeOffset="139274.72">22159 6088 2024 0,'-9'-3'-56'0,"2"2"-67"16,0 0-4-16,4 3 38 0,3 1 39 0,0 2 29 0,1 1 19 15,-1 0 9-15,1 2 3 0,-1 2 7 0,0 1 7 0,0 2 1 0,-1 4 2 16,-1 4-3-16,-1 1-1 0,1 5 0 0,-1 2 8 0,-1 3 4 0,1 2-4 15,-1 4 7-15,0 2-5 0,1 4-2 0,-1 6-1 0,1 2-12 16,1 5-8-16,1 3-3 0,1 4-3 0,0 3-3 0,2 1 4 0,1 1-3 16,0 3 7-16,1 2 5 0,1 2 1 0,0 2 10 0,1 2 6 15,0 1 4-15,0 1 4 0,1 1 0 0,0 3-2 0,1 0 4 0,0 3 4 16,1 2 3-16,0 2 8 0,1 1-5 0,1 3 9 0,-1 1 0 0,1 3 1 16,0 5 9-16,0 1-10 0,1 5-7 0,-1 3-5 0,0 5-9 15,-2 5-10-15,1 6-5 0,0 2-7 0,-1 4 1 0,1 4 1 0,-1 1-2 16,0 3-8-16,-2 1 8 0,0 2-1 0,-2 2 3 0,1 3 4 0,-1 0-11 15,-1 2 2-15,1 1-9 0,-1 2 9 0,-1 1-5 0,0 1 0 16,1 3 0-16,0 0-5 0,-1 3 12 0,1 3 1 0,-1-1-1 0,0 2 2 16,1-1-1-16,-1 4-3 0,-1 1 4 0,-1-1 0 0,1 0-5 15,-1-1 0-15,0 1 1 0,1 0-8 0,0 2 12 0,0-1 2 0,0-2 4 16,0-1 9-16,0 0-1 0,1-1-4 0,0-3 4 0,-1-4 5 0,2-3-7 16,-1-3-3-16,1-4 5 0,2-3-7 0,-1-3-2 0,1-5-4 15,1-2 6-15,0-2 2 0,2-5 3 0,-1-4-5 0,1-4-19 0,-5-65 19 16,2 14 1-16,-1-2-9 0,2 11-9 0,1-4-4 0,1 12-8 0,1-6 22 15,-4-37 14-15,0 4-16 0,1-3 10 0,0 4-22 0,1-4-18 16,1 4-28-16,-1-3-33 0,2 2-28 0,0-3-47 0,0 2-87 0,-1-4-142 16,1 2-199-16,0-5-326 0,1 1-200 0</inkml:trace>
  <inkml:trace contextRef="#ctx0" brushRef="#br0" timeOffset="143257.85">7932 9467 2171 0,'-12'2'120'0,"1"2"-33"0,-1 2-36 0,4 1 0 0,3 0 2 15,1-1-1-15,0 2-18 0,2 1-9 0,-1 3 1 0,0 1 8 0,1 2 20 16,0 1-1-16,0 3 2 0,0 1-13 0,0 1-8 0,1 4-4 0,1 0-2 16,-1 3-8-16,1 2-3 0,1 3 1 0,-1 2-3 0,2 2 4 15,-1 0 6-15,2 0-1 0,1-2 9 0,0 0 3 0,2 0-3 0,0-1 3 16,1 1-4-16,1-4-15 0,2 0 11 0,2-3 0 0,1-1-10 0,2-4 11 16,0-1-20-16,4-3-3 0,1-3 3 0,0-1-9 0,2-3 2 15,1-2-2-15,-1-2-6 0,1-4 6 0,1-1 2 0,-3-3 0 0,2-3 2 16,-1-2 1-16,-1-3 2 0,0-4 6 0,-2-5 0 0,-1-1 9 15,1-4-5-15,-1-3 4 0,-1-1-31 0,1-3 10 0,1 0-2 0,-2-4-7 16,-1 2 26-16,-1-3-15 0,-1 1 2 0,-1-1-1 0,-1 2-1 0,-1 1-2 16,-3-1 2-16,-1 0 0 0,-1 0 5 0,-1 1-5 0,-2 0-4 15,-1 4-1-15,-2-1 3 0,-2 2 1 0,-2 2 1 0,-1 0 4 0,-3 1-6 16,-1 1 0-16,-3 1-17 0,-2 2 12 0,0 1-3 0,-3 0 1 0,-1 2 20 16,0 3-19-16,-3 0 2 0,0 2 8 0,1 2-6 0,-1 1 0 15,0 3 6-15,1 1-10 0,-1 3 5 0,0 2-3 0,1 2-4 0,-2 3 1 16,2 3 1-16,2 3-3 0,-1 5-4 0,1 1-14 0,2 4 16 15,2 5-8-15,1 0 5 0,1 4-3 0,2 3-37 0,3 1-31 0,1 0-65 16,5-2-66-16,0 2-90 0,3-1-124 0,2 0-174 0,2-2-448 0</inkml:trace>
  <inkml:trace contextRef="#ctx0" brushRef="#br0" timeOffset="143474.85">8552 9829 3502 0,'-13'10'294'0,"3"3"-253"0,-1 5-24 15,8 6-19-15,6 2 2 0,3 3-4 0,2 3 2 0,2 0-3 0,0 1-5 16,0 1 8-16,-1-2-23 0,1 2 21 0,-1-2-4 0,1 0-15 0,0-2-2 16,0 0-51-16,-1-2-25 0,1 0-31 0,0-3-29 0,0 1-27 15,0-3-34-15,-1-1-28 0,-1-1-22 0,-2-3-20 0,-1-3-10 0,-1-3-16 16,-1-5 6-16,-2-3 40 0,-1-4 39 0,-2-3 59 0,-1-5-67 15</inkml:trace>
  <inkml:trace contextRef="#ctx0" brushRef="#br0" timeOffset="143857.85">7588 9503 2899 0,'-56'25'135'0,"2"3"-68"0,-9 13-18 0,16 2-15 0,11 1-20 0,4 4 4 16,5 3-4-16,3 4-2 0,3 4-8 0,5 4-4 0,1 2 3 0,4 4 3 16,2 2 4-16,3 1-8 0,3 3 3 0,5 3-5 0,2 1 0 15,5 0 8-15,3 2-1 0,3-3 0 0,4-1 0 0,5-2 0 0,5-4-3 16,3-5 1-16,6-5 10 0,3-6-19 0,5-6 4 0,5-6 4 0,4-5-4 16,6-7 9-16,6-3-4 0,5-3-8 0,5-6-1 0,3-3 11 15,4-7-3-15,2-6 1 0,1-5-3 0,2-5 0 0,0-4 9 0,1-4-2 16,0-5 0-16,-2-6 4 0,-1-5-6 0,-1-6 6 0,-5-4 3 15,-5-5-3-15,-5-6-4 0,-8-3 6 0,-6-5 0 0,-8-3 5 0,-8-5-1 16,-5-4-10-16,-6-7 2 0,-6-3-7 0,-5-4 0 0,-3-3 1 0,-6-2-9 16,-4-1-7-16,-6 1 0 0,-6-2 2 0,-5-1-4 0,-8-2 7 15,-4-1 4-15,-8-2-25 0,-5 0 10 0,-7 0-5 0,-5 2 0 0,-3 2 20 16,-6 4-9-16,-2 6 6 0,-5 5-4 0,-2 8 1 0,-3 7 3 0,-4 9 5 16,-1 8-4-16,-5 9 4 0,-3 7-18 0,1 10-12 0,-2 10-8 15,0 9-7-15,0 10 6 0,-1 7-5 0,2 10-1 0,0 8-2 0,1 7-5 16,5 8-1-16,3 8-5 0,7 8-7 0,5 7-9 0,6 8-19 15,8 2-68-15,7 4-160 0,8 3-275 0,8-3-474 0</inkml:trace>
  <inkml:trace contextRef="#ctx0" brushRef="#br0" timeOffset="145108.84">22785 7622 2536 0,'-7'5'794'0,"4"4"-785"16,0 6-11-16,6 5-1 0,2 7-5 0,3 1 5 0,2 4-3 15,1-1 3-15,0 1 6 0,-1 2 6 0,0 3-1 0,-1 1 1 0,1 4-4 16,0 1-3-16,-3-1 0 0,-1 1-4 0,-1 0 2 0,0 0-16 0,-1-3 8 15,-1-1 3-15,1-3 1 0,-1-3 10 0,2 0-8 0,-1-5-2 16,1-2-6-16,1-3-3 0,-1-4-14 0,1-1-17 0,-1-3-23 0,-2-2-24 16,1-4-17-16,-3-4-18 0,1-1-15 0,-1-3-10 0,-1-3-10 0,0-2-12 15,-1-2-21-15,1-3-17 0,-2-2-7 0,1-3 11 0,0-1 25 16,-1-1 36-16,1-1 28 0,-1 0 30 0,1-1 19 0,-1 2 18 0,0 0 17 16,0 0 13-16,-1 1 7 0,0 2 3 0,0 0-1 0,0-1-3 15,-1 2 2-15,1 1 0 0,0 0 3 0,-1 1 5 0,0 1 2 0,0 0 3 16,0 0 3-16,0-1-2 0,-1 2 8 0,1-2 13 0,0 1 14 15,1 0 20-15,0 2 16 0,1 0 13 0,0 2 12 0,2 0 11 0,-1 1 7 16,1 1 8-16,1 0 1 0,-1 0 2 0,1 1-1 0,0 0-9 0,0 1-9 16,1 0-11-16,-1 0-11 0,1 0-7 0,-1 1-7 0,1 0-4 15,0 0-4-15,2 0 2 0,-1 0-7 0,1 0-1 0,1 0-5 0,0 0-12 16,3 1 0-16,1-1-8 0,1 0 2 0,1 0 6 0,2 0-4 0,-1 0 4 16,2 0-3-16,1 0-5 0,1 1 2 0,0 0-9 0,2 0 1 15,0 1-4-15,0 1-3 0,1 1 0 0,0 0-1 0,1 0-1 0,-2 2-5 16,0 0-1-16,0 2-1 0,-2 1 2 0,1-1-3 0,-2 1 3 0,0 0-8 15,-3 0 3-15,-2 1-16 0,-1 0-1 0,-2 1 4 0,0 1 1 16,-2-1 12-16,-1 2 2 0,-3 0-2 0,0 0-5 0,-3 0-2 0,-1-1 5 16,-2 0-2-16,-2 1 8 0,-1 0 1 0,-1-1-3 0,-2 0-2 0,0-1 0 15,-2 0 2-15,-1 0-2 0,0-2-1 0,1 0 6 0,-1-2-3 16,0 0 2-16,0 0-4 0,-1-1-5 0,1-1-2 0,-2 0-2 0,0-1 0 16,2-1 0-16,1-1-3 0,0 0-4 0,2-1-2 0,1-1-13 15,1-1-12-15,1-1-13 0,3 0-30 0,0-1-17 0,1-1-20 0,1-2-31 16,1 0-32-16,0-2-47 0,1-2-56 0,1 0-62 0,0-3-83 0,2-4-34 15,-1-2-146-15</inkml:trace>
  <inkml:trace contextRef="#ctx0" brushRef="#br0" timeOffset="145490.84">22656 7542 2884 0,'-31'20'46'0,"1"5"-51"0,-6 8-5 16,6 6-2-16,5-1 0 0,0 4 15 0,1 1-1 0,1 1 3 0,1 3 3 16,0 0 8-16,1 3 2 0,3 1 3 0,-1 0 1 0,2 0-2 0,2 0-13 15,2 1 9-15,2 0-8 0,1 1 1 0,4-2 8 0,3-2-10 16,5-2-2-16,4-3-3 0,5 1-5 0,4-4-6 0,4-2 2 0,4 0-2 16,3-2-1-16,5 0-2 0,1-2 2 0,6-2-11 0,1-1 6 0,4-3 6 15,3 0-1-15,0-2 12 0,3-3-1 0,2-1-2 0,1-5 2 16,3 0 1-16,1-4 1 0,-1-2-6 0,1-2 5 0,-1-5-6 0,0-3-2 15,0-2 7-15,0-4 3 0,-2-5 1 0,-1-6 15 0,-2-6 1 16,-4-4-4-16,-2-6 4 0,-2-3-2 0,0-7 1 0,-5-3 3 0,-2-3-2 16,-3-2-7-16,-3-1 2 0,-2 0 5 0,-4-1 0 0,-4-1 8 0,-3 1 3 15,-3-2 3-15,-5 2 5 0,-4-3-13 0,-5 0 10 0,-3 1-12 16,-5 0 3-16,-3 2 1 0,-3 2-22 0,-1 0 6 0,-4 4-5 0,-1 1 1 16,-2 4-2-16,-4 1-7 0,0 5-3 0,-4 2-1 0,-2 5 4 0,-3 1 0 15,-2 3-6-15,-2 3-14 0,-2 3-6 0,-1 4-20 0,1 3 3 16,-4 4-4-16,1 3 0 0,-1 3 11 0,0 4-14 0,0 4-23 0,2 1-54 15,1 5-73-15,1 1-135 0,-1 3-190 0,0-1-177 0,1 4-202 16</inkml:trace>
  <inkml:trace contextRef="#ctx0" brushRef="#br0" timeOffset="146390.84">19180 7813 1704 0,'-4'-3'1155'0,"4"0"-1133"0,3-1-32 16,6 1-9-16,9 1 8 0,6 0 4 0,4 0 4 0,5 1 1 0,2 0 0 16,2 1 6-16,1 0 1 0,2 0-2 0,2 0-1 0,2 1 3 15,0-1-2-15,2 1 4 0,3-1-4 0,0 0 0 0,0-1 1 0,0 0-3 16,-1-3 6-16,1 1 2 0,0-2-4 0,-1-1 1 0,0-1 1 0,0-1 1 16,-2 0 4-16,-2-1 0 0,-3 0 3 0,1 0 2 0,-2-1 6 15,-2 0 4-15,-1-1-10 0,-5 1 0 0,-3-2-3 0,-3 2-5 0,-1-1 5 16,-4 2 5-16,-1 2 0 0,-3 0-3 0,-4 1-6 0,-2-1-10 15,0 2-12-15,-2 1-12 0,-2 0-49 0,-1 0-87 0,-3 0-118 0,0-1-151 16,-2 1-220-16,-1-2-388 0</inkml:trace>
  <inkml:trace contextRef="#ctx0" brushRef="#br0" timeOffset="146974.88">24132 7686 1848 0,'2'-3'109'0,"2"0"-66"0,0-1-28 0,1 1-4 0,-1-1 12 15,1 1 11-15,-2 0 15 0,0 2 8 0,0 0-12 0,-2 1-6 16,0 0-6-16,0 2-5 0,0 0 4 0,1 3 3 0,0 2-3 0,1 1 2 16,-1 3 1-16,2 2-1 0,0 1 1 0,2 2 2 0,2 3-5 15,-1 2 1-15,2 2 0 0,1 2-1 0,0 0 0 0,0 4 1 0,1-1-5 16,0 0-5-16,1-1-3 0,1-2-6 0,-1-2-3 0,3-2-1 0,-1 0 1 16,2-2-3-16,-2-2 1 0,4-1-1 0,1-1 2 0,1-3 4 0,-2-2-2 15,2-2 0-15,0-4 1 0,-1 0 1 0,2-3 5 0,-3-1 0 16,-1-3-2-16,-1-2 13 0,-1-1-4 0,-1-3 6 0,-2-2-4 0,-1-3-3 15,-1-2-9-15,-2 0 0 0,0-3-2 0,-2-1-5 0,-2-1-4 16,-1-1 0-16,-2-1-3 0,-2-2-5 0,-3-1 4 0,-2-1-6 0,-2-1-4 16,-3 1 4-16,-2-2 3 0,0 1 4 0,-3-2 1 0,-1 0-1 0,1 1-11 15,0-1 2-15,-2 4 16 0,0 0 0 0,0 3 12 0,3 3-1 16,0 2-14-16,0 5-1 0,1 2 0 0,1 3-3 0,-2 3-4 0,2 2-3 16,0 3-2-16,1 3-2 0,0 1 3 0,0 2 1 0,0 3-4 0,0 0-9 15,1 3-5-15,1 1-9 0,1 3-14 0,-1-1-31 0,2 0-28 16,1 1-50-16,0 0-66 0,1 0-68 0,1-2-98 0,1 2-118 0,2-2-78 15,1 0-71-15</inkml:trace>
  <inkml:trace contextRef="#ctx0" brushRef="#br0" timeOffset="147224.39">24810 7818 2608 0,'-1'0'715'0,"1"2"-726"0,2 3-29 16,3 3-9-16,1 2 1 0,3 1 13 0,0 1 16 0,0 2 15 0,-1 0 6 15,0-1 0-15,-2 4 1 0,-1-1-3 0,0 2-2 0,-2-1-3 16,0 1 0-16,0 1 0 0,0 0-2 0,-1 1 5 0,0 1-5 0,0-1 3 16,-1 2 1-16,1 0 1 0,0-2-3 0,-1 1-4 0,1-1-10 0,0-2-24 15,-1-1-40-15,0-3-41 0,0 0-48 0,-1-3-48 0,1-2-33 16,0 0-44-16,0-3-38 0,0-1-30 0,0-2-7 0,1-2-164 0</inkml:trace>
  <inkml:trace contextRef="#ctx0" brushRef="#br0" timeOffset="147741.01">25095 7547 2725 0,'4'-4'43'0,"2"2"-45"0,4-2-9 0,4 3 1 0,-1 0 3 15,1 0 6-15,1 1 7 0,-1 1 1 0,1 0-1 0,-2 3 3 0,-1-1 1 16,1 3 1-16,-2 0 2 0,-1 2-1 0,-1 1-1 0,-2 1-2 16,-1 1-1-16,-1-1-8 0,0 1-3 0,-2 3 1 0,0-1 5 0,-2 2 16 15,0 1-4-15,-1 0 0 0,0 1-13 0,-2 1-2 0,1-1-2 16,-1 1 0-16,0 1 4 0,0-2-4 0,0 1 2 0,0 0 0 0,0-1 0 16,0 0 2-16,1 0-4 0,1-1 2 0,1-2 4 0,2 1-4 0,0-1-2 15,2-1 2-15,1-2-7 0,1-2 2 0,3 0 2 0,0-1-7 0,1-1 0 16,0-1-2-16,2-3-1 0,2 0 3 0,0-2 0 0,0-3 3 15,1-1 1-15,-1-2 2 0,1-2 4 0,-1-1 0 0,1-2 2 0,0-2 0 16,2-3-1-16,-2-2 4 0,3-2 0 0,-1 1 0 0,-1-2-1 16,0 0 2-16,-1 1 2 0,-1-2 4 0,-3 0 1 0,0 0 2 15,-1-1-1-15,-3-1 3 0,0 2-9 0,-2-1 6 0,-2 1-11 0,0 1 9 0,-2 2 3 16,0 1-3-16,-2 3 8 0,0-1-13 0,0 2 9 0,0 2-4 16,-2 1 1-16,1 3 6 0,0 1-7 0,-1 2 6 0,1 0-6 0,1 1-5 15,-1 1-4-15,0 1-1 0,1 1-4 0,0 1 6 0,0 1-2 0,0 1-4 16,1 1 4-16,0 2-4 0,-1 1 4 0,1 1 3 0,0 2-2 15,0 2 1-15,1 1 1 0,0 1-1 0,-1 0-15 0,2 1 9 0,0 2 4 16,1-1 0-16,1 1 15 0,1 1-6 0,1 1-9 0,0-1-1 16,0 3 1-16,1-1 0 0,0-1 0 0,-1 1 1 0,1 0 1 0,1 0 1 15,-2 2 4-15,1-1-9 0,-1 1 5 0,-1 0-5 0,0 0 2 0,-1-2 3 16,0 0-1-16,0 0 1 0,0-3 0 0,-1 0 4 0,-1 0 0 16,-1-2 0-16,-1-2-4 0,0 0 0 0,-2-1-5 0,0-2-3 0,-1-2-4 15,-1 0-9-15,-1-4-16 0,-2-1-15 0,-1-1-25 0,-1-3-31 0,-3-3-36 16,-1-1-36-16,-1-3-58 0,-3-4-68 0,1-4-47 0,-2-2-37 15,1-2-6-15,0-3-36 0,-1-1-27 0</inkml:trace>
  <inkml:trace contextRef="#ctx0" brushRef="#br0" timeOffset="147877.01">25653 7460 2017 0,'8'-3'684'0,"3"1"-637"0,6-1-45 15,1 2-5-15,3 2 4 0,2-1-1 0,0 1 0 0,2 0-8 0,-1 0-16 16,0 0-17-16,1 0-34 0,-2 0-39 0,0-1-35 0,-1 1-30 15,-3-1-22-15,1 1-17 0,0-1-16 0,-2 1-15 0,2 1-3 0,-2 0 1 16,-1 0 13-16,-2 0-159 0</inkml:trace>
  <inkml:trace contextRef="#ctx0" brushRef="#br0" timeOffset="148256.28">26040 7878 3103 0,'1'2'28'0,"4"1"-63"0,5 2-8 16,3 2 5-16,2-1 7 0,3 0 21 0,1-2 6 0,0 1 8 0,1-1-1 15,2-1-1-15,0-1 0 0,1 0-6 0,0 0 6 0,-1 0-2 0,2-2-5 16,-2 0 0-16,1-1 1 0,0 0-11 16,-2-1-15-16,1 0-19 0,1-2-31 0,-3-1-12 15,1-1-15-15,-2 0-27 0,-1-2-17 0,0-1-17 16,-2 0 0-1,-2 0 1-15,-3-1-9 0,0-1-45 16,0 0-56-16,0-3-53 16,-2 0-251-16</inkml:trace>
  <inkml:trace contextRef="#ctx0" brushRef="#br0" timeOffset="148304.28">26479 7400 1968 0,'-6'3'923'0,"0"3"-894"0,-1 3-34 0,4 4-9 0,2 3 12 0,1 5 2 0,0 0 4 0,1 4 6 0,0 2-3 0,0 0-11 0,1 4 9 0,-1 0 0 0,0 2 2 15,0 3 8-15,0 1-8 0,0 0-2 0,0-1-3 0,1 1-5 0,0-2-3 16,1 1-2-16,0 0-9 0,1-4-10 0,1-2-23 0,0-4-40 16,1 0-60-16,0-3-69 0,1-1-78 0,0-2-71 0,0-2-39 0,0-3-4 15,1-2 36-15,1-3-55 0</inkml:trace>
  <inkml:trace contextRef="#ctx0" brushRef="#br0" timeOffset="148668.28">27141 7394 2355 0,'0'1'609'0,"0"1"-589"0,3 3-30 0,1 3 1 0,0 2 4 16,2 4 0-16,-1 1 9 0,1 2-1 0,-1 1 4 0,0 2 0 16,0 2 1-16,-1 0 4 0,0 1-7 0,-1 1 2 0,2 0 14 0,-1 1-1 15,0-1 10-15,1 0-1 0,-1 0-11 0,2-2-1 0,1-1-4 16,0-2-5-16,1-2 1 0,2 0-2 0,0-2 4 0,0-1 1 0,1-2 2 15,-1-1 1-15,1-2-7 0,1-2 3 0,0-1 3 0,0-2-1 0,-2-1 8 16,0-2 1-16,0-2 9 0,1-3-1 0,-1-2 0 0,0-3-1 16,0-1-5-16,1-2-9 0,0-1-6 0,-1-1-7 0,1-1-1 0,1 0 1 15,-2 0 2-15,1 0-4 0,0-2 2 0,-2 0 0 0,-2 1 0 0,1-1 1 16,-2-1-1-16,-1 1-2 0,0 0-7 0,-1 0 12 0,-1-1-3 16,0 1 9-16,-2-1 10 0,-2-3-18 0,0 1 5 0,-2-2-4 0,-1-2-6 15,-2 1 5-15,-1-1-1 0,-3 0 0 0,-1-1 9 0,-1-1-5 16,-2 1-4-16,1-1-4 0,-1 0-7 0,-1 0 5 0,1 1 2 0,0 4 0 15,0 1 2-15,-1 4-11 0,1 4-6 0,0 2-5 0,0 3-9 0,-1 3-1 16,-2 1 1-16,1 4 2 0,0 3-2 0,0 2 0 0,0 4-1 16,0 3 2-16,-1 5-1 0,0 5 5 0,0 3-8 0,0 5-8 0,-1 1-3 15,0 2-11-15,2-2-12 0,1 1-30 0,1-1-52 0,0 0-67 0,1 0-94 16,2 0-159-16,0-4-139 0,0 0-188 0</inkml:trace>
  <inkml:trace contextRef="#ctx0" brushRef="#br0" timeOffset="149140.28">27704 7750 3401 0,'-1'-1'64'0,"1"3"-57"16,1 1-11-16,2 3-12 0,1 1-2 0,2 2-10 0,-1 1 14 0,1 1 1 0,0 2 2 15,1 0-4-15,-1 2-4 0,0-1-1 0,-1 3-5 0,-1 0-4 0,0 1-7 16,-2 0-22-16,-1 0-27 0,0-1-53 0,0-1-62 0,-1 0-54 0,-1-2-49 15,0 0-39-15,1-2-38 0,0 0-37 0,0-2-197 0</inkml:trace>
  <inkml:trace contextRef="#ctx0" brushRef="#br0" timeOffset="150268.16">27972 7222 1372 0,'-2'-3'164'0,"2"0"-140"0,0-2-4 0,2 2 9 0,1-1 11 15,0 0 16-15,0-1 11 0,0 1-6 0,1-1-5 0,-1 1-8 0,-1-1-3 16,0 2 1-16,-1-2 2 0,-1 0 6 0,0 0 2 0,0 0-3 16,-1 0-6-16,-2 0 1 0,0 1 1 0,0 0-2 0,1-1 1 0,-2 1-1 15,2 0-3-15,-1 0-2 0,0 0-4 0,1 1-2 0,0-1-4 0,1 1-4 16,2-1-3-16,0 0-2 0,1 0-7 0,1-1 1 0,3 0 1 16,1 0-3-16,1-2 2 0,2 0-2 0,1 0-3 0,2 0 0 0,2 0-9 15,3-1-3-15,1 1 0 0,2-1 0 0,1 2 3 0,0 0 6 16,2 0 4-16,1 2 11 0,-2-1-2 0,1 2 2 0,0 0-5 0,-2 0-5 15,0 1 5-15,-2 1 3 0,-1 1 1 0,-1 2 0 0,-2 0-7 0,-3 1-2 16,-1 0-18-16,-3-1 4 0,-1 3 0 0,-2 0-2 0,0 2 16 16,-2 1-3-16,-2 0 7 0,-1 2-2 0,0 1 3 0,-2 0-1 0,0 2-9 15,-1 1 0-15,-2 1-8 0,0 0 7 0,-1 3-3 0,-1 0-1 0,1 0 1 16,-1 0-5 0,1 2 0-16,0 0 0 15,0-1 0-15,0 3 0 16,0 1-2-16,-1-1 2 15,1 1 0-15,0-2 0 0,1 0 2 0,0 0-2 16,1-2 2-16,2-3 1 0,0 1-4 0,3-2 4 0,0-1-3 16,1-1 0-16,2-1 6 0,-1-1-8 0,1-1 4 0,1-2-4 0,-1-1 5 0,3 0 3 15,-1-2 1-15,1-2 2 0,1-1-2 0,2-1 4 0,1-3 4 0,-1-1-3 0,2-1-1 16,2-3 4 0,1 0-12-16,1-2 6 15,2-3 1-15,-1-1-3 16,0-1-2-16,-1-1-1 15,1 0 2-15,0-2-3 0,-2 0 3 16,0 0-4-16,-1-1-1 0,0-1 3 0,-1 0 0 0,0-1 3 16,0 0 2-16,-2 0-3 0,0 1 3 0,-3 0-1 0,0 1-1 0,0 2 4 15,-2 0-2-15,0 1 1 0,-2 1-9 0,0 2 3 0,-2 0 4 0,-1 1-1 0,0 2 2 16,-1 1 3-16,0 1-1 0,-2 3 2 0,0-1 2 0,-1 2-2 0,-1 1 2 0,0 0 2 0,-1 1-5 0,0 1-3 0,0 1 4 0,-1 1-5 16,1 2 4-16,-1 1-9 0,0 0-5 0,0 3 8 0,0 2-8 0,0 1 4 0,1 0 2 0,0 2-8 0,0-1 8 0,1 1-2 0,0 1 0 0,1-1-2 0,0 2 2 0,0-2-4 0,1 2 2 0,0 1 4 15,0 1-6-15,1-1 4 0,0 1-2 0,1 0 0 0,1-3-4 0,1 1 8 0,0 0-6 0,0 0 2 0,1-2 0 0,0 1-2 0,0 0 0 0,0-1-4 0,0 2 6 0,2-3-2 0,-1 2 4 0,0 0 2 0,-1-1-6 0,0 0 2 0,0 0-2 0,0 0-4 0,-1 0 5 0,1 0-7 16,-2-2-2-16,0 0-18 0,-1 0-4 0,-1-1-2 0,-1-1 4 15,0-1 13-15,-1 0-9 0,0-4-13 0,-1 0-33 0,-1 0-26 0,0-4-30 16,-1-1-22-16,-1-2-31 0,-1-2-34 0,-1-2-57 0,0-3-55 16,1-1-50-16,-3-2-19 0,0-2 45 0,0 0 29 0,-1-5-136 0</inkml:trace>
  <inkml:trace contextRef="#ctx0" brushRef="#br0" timeOffset="150443.15">28589 7186 1186 0,'-3'-21'186'0,"0"-3"-30"0,0-5 11 0,2 4-6 0,1 5-3 0,1 3-13 16,1 3-1-16,0 3-12 0,1 2-12 0,1 3-6 0,0 1-12 15,2 2-21-15,0 0-8 0,1 2-16 0,1 0 2 0,1 0-2 0,0 1-33 16,3-1 4-16,2 1-17 0,0-1-11 0,1 0 10 0,2 1-1 16,0-2-9-16,0 2 0 0,0-2-3 0,0-1-10 0,-1 0-8 0,0-1-15 15,-3 0-27-15,1 0-16 0,-1-1-22 0,0 1-18 0,-1-1-14 0,0 1-21 16,0-1-21-16,-2 0-18 0,1-1-20 0,0 1-34 0,-2 0-51 16,0-2-60-16,1 1-311 0</inkml:trace>
  <inkml:trace contextRef="#ctx0" brushRef="#br0" timeOffset="154858.66">29065 7414 1691 0,'-4'-2'215'0,"2"1"-125"0,1 1 20 0,1 0 17 0,1 0 20 0,0 0 1 16,1 0-7-16,1 1-24 0,2-1-32 0,0 1-16 0,2 0-16 0,1 0-4 15,1-1 5-15,1 1-5 0,1 0-1 0,0 0-11 0,3 0-7 16,1 0-1-16,0 0-11 0,0-1 0 0,1 1-2 0,0-1-5 0,-1 1-2 16,0-1-2-16,1-1 0 0,0 1-3 0,1-2 5 0,0 0-5 0,-1 2 3 15,0-3-2-15,-2 1-1 0,1-1-2 0,0 0 1 0,-1-1-1 16,1 0 2-16,-1 0 0 0,1-1-3 0,-1 0 3 0,0 0-2 0,-2 0 0 16,1 0 0-16,0 0-6 0,0 0 2 0,-1 1-9 0,-2 0-5 15,0-1-13-15,-2 0-20 0,-1 0-25 0,-1 0-23 0,-1 0-21 0,-1 0-25 16,-2 0-13-16,-1-2-30 0,-1 0-41 0,-2 0-35 0,-1 0-69 0,0-1-50 15,-1-1-19-15,1-2-123 0</inkml:trace>
  <inkml:trace contextRef="#ctx0" brushRef="#br0" timeOffset="155091.66">29561 6995 570 0,'-10'-2'451'0,"0"1"-322"16,-3 0 8-16,1 2 9 0,2 1-9 0,0 1-4 0,0 1-12 15,2-1-12-15,-1 1-6 0,0 1-7 0,1 2 0 0,-1 1 6 0,1 0 1 16,0 0 5-16,2 0-3 0,-2 1-6 0,2 1-15 0,0 0-15 0,1 0-10 15,1 1-6-15,0-2 2 0,1 0 1 0,1 1-6 0,0 1-2 16,0 1-3-16,2 0-8 0,0-1-4 0,1 1-4 0,0-1-8 0,1 2-4 16,1 2-3-16,1 0-6 0,1 3-1 0,0 1-3 0,2 0-1 0,0 2 1 15,0 1-2-15,1-2 1 0,1 1-1 0,1-1-5 0,0-2 4 16,1 1 5-16,-1-1-6 0,-1-1 4 0,2-2-8 0,0 1-9 0,0-2-3 16,0 1-14-16,1-3-19 0,-2 1-28 0,0 0-26 0,0-1-31 0,-1-2-32 15,1-1-29-15,-1-1-33 0,0-1-30 0,0-2-33 0,0-1-38 16,-1-3-46-16,-1-1-27 0,-1-2-173 0</inkml:trace>
  <inkml:trace contextRef="#ctx0" brushRef="#br0" timeOffset="155408.66">30144 6870 2435 0,'-1'2'141'16,"-2"1"-116"-16,-1 1 17 0,1 2 21 0,1-1 29 0,1 1 6 0,0 0 2 16,0 2-15-16,0 1-21 0,0 1-4 0,-1 0-5 0,-1 1-3 0,0 2-1 15,0 0-8-15,-2-1-15 0,1 1-6 0,-1 2-4 0,1 0 0 16,2 3 8-16,-3-1-5 0,1 3-3 0,1 2-3 0,-1 0-2 0,2 1 6 16,-1 1-8-16,0 1-1 0,2-1-3 0,0 1-1 0,1 1 2 0,1-1-3 15,0 1 3-15,1 0-3 0,1-2-6 0,1-1 4 0,2-2-3 16,-1 1 0-16,0-2 2 0,2-1-7 0,0 1 1 0,3-1-4 0,0 0 3 15,0-2-3-15,1 0-1 0,-1 0-12 0,3-3-13 0,-1-1-27 0,-2-1-29 16,0-1-16-16,0-3-22 0,-3 0-15 0,2-3-31 0,-2-1-28 16,-1-1-36-16,0-1-36 0,-2-3-40 0,-1-1-48 0,0-2-16 0,0-1 9 15,1-4-171-15</inkml:trace>
  <inkml:trace contextRef="#ctx0" brushRef="#br0" timeOffset="155642.66">30605 7068 2467 0,'-9'0'27'0,"0"1"-21"0,-1 1 8 15,4 2 10-15,1 0 23 0,1 1 11 0,2 0 2 0,-1 0-8 0,3 0-11 16,-1 0-15-16,1 1-6 0,1-1-1 0,-1 2-1 0,2-1-1 16,1-1-2-16,1 1-3 0,1-1-4 0,0-1 1 0,3 0-1 0,-2-1-1 15,3 0 3-15,2-1-3 0,-1 0 2 0,1-2-2 0,2 0-1 16,-2 0 1-16,4-2 4 0,1 0-6 0,-1-1 2 0,-1-1 1 0,0 0-4 15,0-1-1-15,1-1 0 0,-2-1-13 0,0 0-14 0,1-1-25 0,-2 1-36 16,0-2-28-16,-3 1-32 0,2-1-44 0,-2-1-41 0,0 0-58 16,0 0-69-16,-2-1-49 0,1-1-4 0,-2-1-136 0</inkml:trace>
  <inkml:trace contextRef="#ctx0" brushRef="#br0" timeOffset="155842.66">30786 6905 2007 0,'-1'0'95'16,"1"3"-62"-16,2 0 23 0,2 2 26 0,2-1 23 0,0 1 14 0,1 0-10 16,0-1-17-16,1 2-29 0,1 0-20 0,0 1-15 0,2 1-13 0,0 0 9 15,-1 3 1-15,1 0-1 0,1 4 3 0,0 3-12 0,-1 0 0 0,0-1-6 16,-3 4-6-16,0 0-1 0,-2 0 0 0,-1 2-6 0,-1-1 1 16,-2-1-7-16,0 1-16 0,-1-1-25 0,-1-1-40 0,0 1-45 0,-2 0-48 15,0-3-82-15,-1-1-62 0,0 0-77 0,-2-1-100 0,2 0-193 16</inkml:trace>
  <inkml:trace contextRef="#ctx0" brushRef="#br0" timeOffset="156225.66">31380 6924 1646 0,'-5'3'258'0,"-1"2"-223"0,-1 4 13 0,-1 1 18 15,1 1 26-15,-1 0 13 0,2 2-4 0,-1 0-9 16,-1 4-21-16,2 0-19 0,-2 2-9 0,1-1-6 0,0 2-3 0,-1 1 0 0,0-2-3 16,0 2-3-16,3-1 0 0,-2-1-7 0,4 1 9 0,-1-1-6 0,0-2 4 15,2 0 3-15,2-2-2 0,1-1 7 0,2-3-4 0,1 0 1 0,1-2 0 16,2-2 0-16,3 0 0 0,-1-3-4 0,3 0-1 0,-1-2-1 16,2-1-10-16,2-2 8 0,0-2-1 0,1-1 3 0,-1-2 7 0,0 0 1 15,1-2 0-15,-1-1-2 0,1-2-2 0,0 1-5 0,-2-3 4 16,0 0-10-16,-2 0-1 0,0 0 4 0,-1 1-8 0,-2-1 6 0,1 0-4 15,-4-1 0-15,0 2 0 0,-2-3 2 16,-2 0 4-16,-1-2-4 0,-1 1 0 0,-3-2-3 0,-2-1-3 0,-2 1-1 0,-2 2 1 0,-1-1-13 16,-2 0-5-16,0 3-3 0,-1 3 12 0,-2 1 15 0,1 2-5 0,-3 1 3 15,2 0-15-15,0 2-6 0,-2 1 8 0,3 2-8 0,0 2-2 0,-1 1-1 16,1 1-3-16,0 2 2 0,1 1-7 0,2 2-1 0,0-1-17 16,1 2-11-16,0 0 0 0,2 0-13 0,1 1-1 0,1 1-20 0,1 2-20 15,0-1-21-15,2 1-28 0,2-1-24 0,1 0-17 0,1 1-15 0,3-1-11 16,0 0-15-16,2 0-32 0,1-2-45 0,1 1-53 0,3 0-41 15,1-2-189-15</inkml:trace>
  <inkml:trace contextRef="#ctx0" brushRef="#br0" timeOffset="156441.66">31714 7260 1457 0,'-1'1'525'0,"0"1"-471"0,0 2 3 15,0 2 21-15,-1-1 21 0,0 1 9 0,-1 0 0 0,1 0-15 0,0 0-10 16,0 0-7-16,0 2-6 0,-1 0-7 0,0 1-14 0,3 1-12 15,-2 0-6-15,3 0-9 0,-1 0-5 0,1 0-2 0,2 0-8 0,-1-1 0 16,2 0 2-16,0-1-7 0,0 2-1 0,2-1 1 0,-1 1-2 16,1 0 4-16,-1 0-8 0,-1-1 2 0,-1-3-5 0,-1 0-18 0,-1-1-17 15,-1-1-21-15,-1-1-14 0,0 0-21 0,-1-2-20 0,0 0-23 0,-3-2-43 16,-1 0-39-16,0-2-50 0,0 0-56 0,1-2-14 0,0-1 44 16,2-1 9-16,2-2-127 0</inkml:trace>
  <inkml:trace contextRef="#ctx0" brushRef="#br0" timeOffset="156958.66">31909 7080 1020 0,'1'-1'337'0,"-1"-1"-291"0,2 1 0 0,3-1 16 16,0 1 13-16,1-1 6 0,3 1 3 0,-1 0-7 0,0 1-14 0,3 0-3 15,-2 1 3-15,1 1 8 0,-1 1 8 0,0 1 4 0,0 2-5 0,-2 0-7 16,2 0 0-16,-2 1-7 0,-2 0-8 0,0 0-5 0,-3 2-11 15,0 0-4-15,0 1-3 0,-2-1-5 0,1 1-7 0,-3-1-1 0,1 3-5 16,-3 0-2-16,-2 2 0 0,-2 1 1 0,-1 1-1 0,-2 2-4 0,-1 1-3 16,1-2 4-16,-3 1-1 0,1-1-4 0,-2 1 7 0,2-2-9 15,2 0 4-15,0 1 0 0,3-2-7 0,-1-2 0 0,2 1 0 0,4-3 3 16,-1 0-3-16,3-2 5 0,3-1-1 0,1-2-6 0,3-1 9 16,1 0-2-16,2-3 5 0,2-1 4 0,0-1-6 0,5-3 4 0,-1-1 0 15,3-3-5-15,3 0 9 0,0-2-2 0,1-2-4 0,-1 0 25 0,-10 5-9 16,3-2 0-16,1 0 1 0,1 0-22 0,2-2 0 0,2-2 2 15,0 0 1-15,1-1-7 0,1 0 8 0,-3 0-5 0,1 0 5 0,-2-1 0 16,-1 0-8-16,-1 1 8 0,-1 0-2 0,-2 0 6 0,-1 1 5 16,-2 1 2-16,0 1-1 0,-2 0 3 0,-2 3-4 0,-1 0 0 0,-1 1 2 15,-1 2-5-15,-2 0 2 0,-1 2 1 0,0 1-1 0,-1 0-1 16,0 1-3-16,0 0 0 0,-2 1-7 0,1 1-5 0,0 1 7 0,0 1-8 0,-2 0 4 16,2 1-3-16,-1 1-1 0,0 2 4 15,0 0 0-15,1 1-4 0,1 1 2 0,-1 2-2 0,2 0-4 0,-1 0 8 0,1 0-6 0,1 1 2 16,0 1 2-16,-1-1-6 0,1 0 4 0,0-1-2 0,1 1 2 15,-1 0 0-15,0 0 2 0,-1 0-2 0,2-1 0 0,-1 1 6 0,0 1-10 16,0-1 4-16,-1 0-2 0,0-2 2 0,-1 2 4 0,2-1 0 0,-1 0-10 16,-1-1-2-16,0-1 1 0,0 0-21 0,2 0 6 0,-2-1 2 15,1 0-4-15,-1-1 35 0,0-1-4 0,1-1-5 0,0 0-2 0,-1 0-37 16,0 0-10-16,0-2-14 0,1 0-11 0,-1-1-4 0,0-1-20 0,1-1-24 16,0 0-28-16,-2-2-24 0,0-1-36 0,0-1-27 0,0-1-36 15,0-2-27-15,0-1 0 0,-2-2-30 0,1-1 2 0,1-4-165 0</inkml:trace>
  <inkml:trace contextRef="#ctx0" brushRef="#br0" timeOffset="157141.66">32427 7124 1125 0,'1'-3'209'0,"-1"1"-136"0,1 0 21 16,0 0 19-16,1 0-4 0,-1 0-6 0,1 0-9 0,0 1-13 0,1 1-7 16,0 0-8-16,0 1-5 0,-1 0-2 0,2 0-11 0,-1 0-14 15,0 0-11-15,0 1-12 0,0 1-8 0,1-1 1 0,0 0-4 0,-1 0 0 16,1 1-6-16,0-1-14 0,0 0-14 0,-1 0-11 0,0 0-21 15,0 0-8-15,0 0-13 0,0 0-12 0,-2 0-8 0,1 1-5 0,0-1-1 16,0 1-4-16,-2 0-2 0,2 1-16 0,-1 1-27 0,0 0-34 0,-1 0-36 16,1-1-78-16,0 3 18 0</inkml:trace>
  <inkml:trace contextRef="#ctx0" brushRef="#br0" timeOffset="157408.66">32548 7329 1146 0,'2'0'82'0,"-1"1"18"0,2-1 19 0,0 1 18 15,1 0 2-15,0-1-10 0,2 1-15 0,-1-1-15 0,3 0-8 0,-2 1-4 16,1-1-3-16,0 0-5 0,1 0-10 0,0 0-17 0,-1 1-11 0,2-1-19 16,-1 1-6-16,1-1-8 0,-1 1-2 0,1 0-2 0,0 1 62 15,0-1-1-15,2 0 4 0,-1 1-4 0,-1-1-71 0,2 0 1 0,-1 0-6 16,-1-1 5-16,1 1 1 0,-1-1-2 0,-4 0 2 0,-1 1-7 0,-1-1-1 15,1 0-5-15,1 0-2 0,0-1-1 0,-1 1-1 0,1 0 0 16,0-1-11-16,1 0-2 0,0 1-17 0,0-2-11 0,0 1-18 0,1-1-25 16,-3 1-25-16,3-2-22 0,-1 1-24 0,0-1-28 0,0 0-31 15,-1 0-27-15,-1-1-11 0,1 0 11 0,-1 0 55 0,-2-1-125 0</inkml:trace>
  <inkml:trace contextRef="#ctx0" brushRef="#br0" timeOffset="157659.68">32838 7111 647 0,'-1'0'344'0,"1"-1"-250"0,0 1 18 0,-1 0 13 0,0-1-6 0,1 1-12 16,-1-1-12-16,1 1-12 0,0-1-8 0,-1 1-4 0,1 0 1 15,0 0 5-15,-1 0 4 0,1 0 4 0,-1 1 2 0,1 1-1 0,0 0-10 16,0-1-9-16,0 3-13 0,0 0-19 0,0 1-2 0,0 2-9 0,0 0-6 16,0 1 3-16,0 2-11 0,0 0-4 0,0 1 2 0,-1 2-6 15,1 1 1-15,-1 1-3 0,1 0 2 0,-1 2-7 0,-1 17-3 0,1-2-15 16,0-15-22-16,-1 0-20 0,0 15-25 0,0-2-3 0,0-4 0 15,1-2-1-15,0-5 7 0,1-1-8 0,0 0-1 0,1-11 5 0,-1 1-5 16,2-2 7-16,-1 1-1 0,1 0 1 0,-1-1 11 0,1 0 1 0,0 0-1 16,0-2-9-16,1 1-5 0,0-2-10 0,0 0-2 0,0-2 2 0,0 0 10 15,1-1 4-15,0-2 0 0,0-1-3 0,1-1 6 0,0-2-152 16</inkml:trace>
  <inkml:trace contextRef="#ctx0" brushRef="#br0" timeOffset="157908.68">33087 6827 745 0,'0'1'407'0,"-1"0"-356"0,1 1 9 0,0 1 21 0,0 0 7 15,0 1 0-15,0 1-2 0,0 0-9 0,1 2-8 0,0 0-17 0,0 1-4 16,1 2 17-16,-1 1 1 0,2 2 4 0,-1 1-7 0,1 0-28 0,0 2-11 15,1 1-3-15,0 1-11 0,-1 0-3 0,1 1-7 0,1 2 2 16,0-1-4-16,-1 2-3 0,1 1 0 0,-1-1-5 0,0 1 0 0,1-1-3 16,0 1-9-16,-1 0-11 0,0-1-22 0,1 1-19 0,-1-1-24 0,0-1-25 15,1 1-28-15,0-2-55 0,-1 0-50 0,0 0-89 0,1-1-182 16</inkml:trace>
  <inkml:trace contextRef="#ctx0" brushRef="#br0" timeOffset="158342.68">25928 9630 2758 0,'-23'-4'55'0,"4"0"-44"0,-2 0-8 0,8 3-8 0,8 0-3 16,3-1 2-16,2 1-9 0,2 0 8 0,-1-1 7 0,3 1 3 15,0-2 9-15,2 1 1 0,2 0 2 0,-1-1 2 0,0 0-2 0,0 1 3 16,1-1 1-16,1 1-8 0,1 0 3 0,0 0-7 0,2 1 1 0,-1-1 2 16,2-1-3-16,3 0 3 0,1-1-3 0,0 1-3 0,4-1-1 15,0 0-5-15,1-1-1 0,2 0-11 0,2-1 1 0,0 0-3 0,3-1-6 16,-1-2 4-16,3 3-2 0,-2-1-10 0,1 1 3 0,1 1-9 0,0-1-20 16,-1 0-6-16,2 1-16 0,0-1-9 0,1 2-12 0,-3-1-11 15,0 1-18-15,-2 1-16 0,0-1-8 0,-1 2-9 0,1 0-23 0,-3 0-41 16,-1 2-21-16,-2 0-20 0,-5 1 9 0,-1 1-148 0</inkml:trace>
  <inkml:trace contextRef="#ctx0" brushRef="#br0" timeOffset="158558.68">26204 9763 3244 0,'-3'-1'55'0,"5"0"-24"0,5 1-11 0,7 2-9 0,7 1-2 16,3 2-2-16,2 1-9 0,1 0 13 0,-2 0-7 0,0-1 3 16,-4 1-1-16,0 0-6 0,-2 0-8 0,-3-1-6 0,-2-2-14 0,-1 0-18 0,-1-1-33 15,-3 1-35-15,-2-1-38 0,0-1-29 0,-3-1 1 0,-2 0-6 16,-1-1 12-16,-1 0-7 0,-2-1-33 0,0 0-37 0,0 0-49 0,-2-1-24 16,1-1 6-16,-1-2-81 0</inkml:trace>
  <inkml:trace contextRef="#ctx0" brushRef="#br0" timeOffset="164475.67">26878 9089 1561 0,'-8'-2'319'16,"0"0"-277"-16,-2 1 1 0,4 2 10 0,3 0 8 0,2 1 5 15,0-2 1-15,1 0-9 0,1 1 8 0,-1-2-10 0,0 1 1 0,1 0 3 16,-1 0-3-16,0-2 12 0,0 0-1 0,-1-1-3 0,1 0 3 0,0 0-16 16,0 0-2-16,0-1-4 0,0 0-5 0,0-2 9 0,0 0-3 15,1-1 1-15,0 1-2 0,1-1-2 0,0 0-1 0,0-2-3 0,0 0-4 16,2-1-3-16,0 0-11 0,1-1 1 0,1-1-8 0,1 1-2 0,3 0 0 16,-1-1-4-16,3-1 6 0,1 1-19 0,0-2 2 0,3 2-3 15,0-1 3-15,2 0 28 0,1 0 0 0,2 2 0 0,1 0-9 0,0 1-13 16,1 1-2-16,0 1 0 0,0 2 3 0,-1 1-5 0,-1 1 4 15,-1 2-4-15,0 1 0 0,-1 2 6 0,1 1-6 0,-2 2 0 0,-1 2-2 16,0 1 2-16,-2 1-2 0,-1 1-2 0,-3 1 0 0,0 0-12 0,-1 1-1 16,-1 1-2-16,-1 0 8 0,-3 1 20 0,0 0 0 0,-2 1-3 15,-1 0-4-15,-1 2-8 0,-1-2-1 0,-1 3 9 0,-3 1-6 0,-1 0-5 16,-1 1 5-16,-2 0-4 0,-2 2 7 0,-2-1 4 0,0 3-1 0,-2 2-2 16,-2 1-2-16,-2 2 0 0,0-2 4 0,-1 1 2 0,1-1 2 15,1 0-6-15,-1 0 2 0,1 1 3 0,2 0-1 0,1-2 5 0,0 0 1 16,2-2-10-16,0 0 1 0,2-2 9 0,2-2 7 0,1-2 20 15,2 0 5-15,3-3-2 0,0-3 0 0,2-2-3 0,2-1 3 0,1-2-1 16,2-2-10-16,0 0-1 0,3-1-12 0,1 0-1 0,3-2-1 0,0-1-4 16,1-2 2-16,1-1 2 0,1-1-8 0,2-1 4 0,0-1 0 15,0 0-6-15,3-1 2 0,0-1-6 0,-1 1 6 0,2-3-6 0,-1 1-14 16,-2 0-2-16,1-2-6 0,-2 1 8 0,0 1 16 0,-1 0-6 0,-1 1 10 16,2-1-18-16,-3 1-10 0,0-1-9 0,-1 0-22 0,-1 0-9 15,0 1-19-15,-3-1-14 0,-1 0-28 0,1 1-40 0,-2 0-44 0,-1-1-48 16,0 1-38-16,0 1-27 0,-1-1-35 0,0 0-51 0,0 1-56 15,0 1-292-15</inkml:trace>
  <inkml:trace contextRef="#ctx0" brushRef="#br0" timeOffset="164692.67">27777 9355 2000 0,'-2'-2'102'16,"0"1"-69"-16,1 1 7 0,2 1 13 0,0 1 14 0,1 1 15 0,0 0-1 15,-1-1-4-15,2 1-14 0,-2 1-7 0,1-2-12 0,-1 3-7 16,0 0-2-16,-1 1-9 0,1 2 0 0,-1 0-9 0,1 2-5 0,0 1-7 16,-1-1 1-16,0 3-2 0,0 0-1 0,0 0-11 0,0 0-1 0,0-1-9 15,-1 1 8-15,0 3 7 0,1-1-7 0,-1-2-7 0,0 0-25 16,0-1-22-16,2-2-34 0,0-2-35 0,2 0-32 0,0-1-25 0,0-2-12 16,3-1-25-16,0-1-32 0,0-1-50 0,2-2-51 0,2 0-194 15</inkml:trace>
  <inkml:trace contextRef="#ctx0" brushRef="#br0" timeOffset="165058.67">28115 8862 1955 0,'-5'-6'74'0,"2"0"-27"0,-2-1 7 16,4 2 7-16,3 1 3 0,-1 0-4 0,2 0-1 0,0 1-1 0,1-2 1 15,0 1-1-15,1-1-4 0,0 1 0 0,0 1 3 0,2-1-6 16,-2 1 0-16,2 0-10 0,2 1-7 0,-1 1-5 0,2 0-4 0,1 1-3 16,-1 0 2-16,0 1-2 0,1 0-3 0,0 1-3 0,0 1 1 0,0 1-5 15,0 1-2-15,-1 0 1 0,1 1-4 0,0 1 3 0,0-1-4 16,0 1-8-16,-2 1 0 0,1 0-5 0,-1 0 9 0,0 2 1 0,-1 1 4 16,0 0 6-16,1 2-12 0,-2 0 6 0,0 1-3 0,0 0-8 15,0 1 3-15,-2 1 2 0,0 1-2 0,0-1 1 0,-2 2 3 0,0-1-3 16,0 1-3-16,-2-1 4 0,0 2-4 0,0 0 1 0,0 1 0 15,-2 1-3-15,0 0-2 0,-1-2 2 0,-1 0 1 0,0 0-1 0,-1-1 2 16,-1 0-1-16,0 0-1 0,0 0-4 0,0-1 2 0,1 1 0 0,0-1 0 16,0-2 2-16,1 0-7 0,2 0-3 0,0-2-4 0,1 0-5 0,1-2-4 15,0-1-11-15,0-1-18 0,1-2-19 0,2-2-23 0,-1-2-19 16,1-1-15-16,0 0-12 0,0-2-11 0,0-2-22 0,0 1-30 0,1-3-54 16,0-2-51-16,0-3-37 0,1-3-220 0</inkml:trace>
  <inkml:trace contextRef="#ctx0" brushRef="#br0" timeOffset="165575.67">28174 9183 1419 0,'-13'-1'534'0,"0"-1"-477"0,-2 1 2 16,4 1 8-16,4 0-1 0,2 1 2 0,2-1-11 0,2-1-10 0,3 1-5 16,0-1-14-16,3 0-3 0,1-2 1 0,1 1-1 0,2 0 5 15,1-2-3-15,3 1-4 0,1-1-3 0,1-1-4 0,2 1 2 0,2-1-3 16,1 0-7-16,1-1 0 0,-1 1-7 0,2 1-2 0,-2-1 1 0,2 0 0 15,0 0 0-15,0 0-2 0,0 0-1 0,-1 0-8 0,-2 0-4 16,1-1-19-16,0-1-7 0,-2 0-7 0,3 1-3 0,0 0 11 0,-2-1-4 16,0 1 2-16,-1-1-2 0,-1 0-1 0,-1 1 5 0,0-1 4 0,0-1 3 15,-2 2 6-15,-1-1 5 0,0-1 5 0,0 1 12 0,-2 1 5 16,-1 0 1-16,-2 1 5 0,-2 0-3 0,-1 1 9 0,-1 0 9 0,-1 2 3 16,-1 0 14-16,-2 2-1 0,-1-1 0 0,-1 2-6 0,-1-1-13 15,0 1 2-15,-3 1-2 0,1 0 5 0,0 1 3 0,-2 1-3 0,-1 1 3 16,-1-1-3-16,1 2 8 0,0 0 4 0,0-1 3 0,1 1-2 0,1 0 4 15,1-1-2-15,0 0-3 0,1 1 3 0,2-2-8 0,0 1-2 16,1-1 0-16,1 1-3 0,1 0 9 0,1 0 1 0,1 1 1 0,1 1 2 16,0 0 1-16,1 0-1 0,1 2 3 0,1-1 1 0,1 1-2 0,1 0 1 15,1 0-1-15,0 1-3 0,1-1-8 0,-1 1 4 0,1 0-7 16,0 0-4-16,1 0 0 0,-1-1-6 0,0-1 1 0,0 0-2 0,0 0-2 16,0 0 1-16,0-2 3 0,-2 1-2 0,-1 0 0 0,0 0 2 15,-1-1-2-15,0 0-2 0,-1 1-5 0,0-1-1 0,-2 1 5 0,0-1-5 16,-1 0 5-16,-1 0-12 0,-1 0 3 0,-1-1-1 15,0 0 0-15,-1 0 4 0,-1-1-4 0,-1 1 2 0,0 1-4 0,-2-1 1 0,1 1-2 16,-2-1-3-16,-1 1-2 0,0-1-3 0,-2 1-8 0,2 0 1 0,-3 1 1 16,-1-2-5-16,-1 1 3 0,0 0-6 0,-2 0 1 0,2-1 0 0,-1 0-6 15,0 0-4-15,1-1-12 0,0 0-10 0,0-1-13 0,1 0-22 16,-1-2-15-16,2 0-27 0,1-2-31 0,1 0-28 0,0-1-45 0,0-2-52 16,0 0-61-16,0-2-46 0,1 0 22 0,0-2-100 0,0-1 45 15</inkml:trace>
  <inkml:trace contextRef="#ctx0" brushRef="#br0" timeOffset="165826.67">28706 8911 2077 0,'-2'-10'132'0,"1"1"-55"16,-1-1 18-16,3 2 1 0,1 4 3 0,2 0-18 0,0 2 4 0,2 0-6 16,1 0-19-16,1 1 1 0,1 0-17 0,2 0 2 0,-1 1-4 15,3 1-6-15,0-1-8 0,0 1-7 0,0 0-3 0,1 0-10 0,1 0 5 16,-1-1-17-16,0 1 8 0,-2 0-6 0,1 0-9 0,0 0 13 0,0 0-7 15,0 1 8-15,-3-1 1 0,0 1-4 0,0 0 0 0,-2 0 2 16,-1 1-2-16,0-1 3 0,-2 1-1 0,0-2-4 0,-1 2-1 0,1-1-1 16,-1 0-3-16,0 0-2 0,-2 1-3 0,0 0-4 0,0-1 4 0,-1 0-7 15,0 0 7-15,-2 1-13 0,0 0-14 0,-1 1-11 0,-2 0-28 16,0 0-13-16,-2 1-9 0,-1 0-8 0,2 0-1 0,-3 1-17 16,0-1-23-16,0 0-36 0,-1 1-43 0,0-1-63 0,0 1-70 0,1 1-47 15,-1-1-160-15</inkml:trace>
  <inkml:trace contextRef="#ctx0" brushRef="#br0" timeOffset="169675.66">23553 11578 2424 0,'-2'0'56'0,"1"2"-62"0,-2-1-39 0,2 1-18 16,1 0 0-16,-1-1-1 0,1 0 9 0,-1 1 10 0,-1-1 11 0,-2 1 6 16,-1 0 1-16,-2-1 5 0,-4 0 1 0,0 1-4 0,-4-1 8 15,-1 0 7-15,-2 1 10 0,1-1 10 0,-2 0 2 0,0 0 12 0,1 1 1 16,-2 0 11-16,-1-1 1 0,0 2-14 0,-2 0 0 0,1 1-4 0,0 1-2 15,-2 0 8-15,0 0 13 0,0 2 7 0,-1 1 14 0,1 1 13 16,0 1 2-16,0 2 11 0,2 0-4 0,2 1-4 0,2 1-3 0,3 2-6 16,2-1-7-16,2-1-7 0,2 1-14 0,3 1 0 0,3-1 1 0,2 1 0 15,2 1 1-15,2 1-10 0,4 1-2 0,2 2-5 0,2 2 4 16,2 0-4-16,1 1-5 0,3 0-7 0,0-1-12 0,3 1 19 0,-1-2-3 16,2 0-4-16,0 1 12 0,-1-3-27 0,1 1 2 0,1-1 6 15,-2-2-8-15,2 0 2 0,0-2 2 0,-2 0-2 0,1-3 4 0,-1 1 7 16,-1 0-4-16,1-2-3 0,-2-1-2 0,-2-1-2 0,1 0 1 0,-1-1-2 15,-1-2 1-15,1-1-6 0,-1-2-1 0,0 0-4 0,0-3-4 16,-4 0 0-16,1-2-5 0,-3-1 0 0,0-1-3 0,-1-1-8 0,-1-1-5 16,-1-2-12-16,0 0-20 0,-1-2-23 0,-1-3-31 0,0 0-34 0,-2-4-33 15,0-2-50-15,-1-2-68 0,0-4-70 0,0-3-96 0,1-4-166 16,-1-5 141-16</inkml:trace>
  <inkml:trace contextRef="#ctx0" brushRef="#br0" timeOffset="169975.66">23568 11113 3070 0,'2'-5'110'0,"-1"2"-96"0,4 0-26 0,2 3-18 0,4 1-3 0,3 1 0 16,4 4 3-16,3 1 8 0,2 3 12 0,1 1 3 0,1 0 5 0,-1 2 9 15,-2 1-4-15,2 2-1 0,-1 1 0 0,0 3-11 0,1 4 4 16,0 0 0-16,2 6 1 0,-1 1 6 0,0 3-12 0,1 3 12 0,-2 1 6 16,2 3-1-16,-2 1 15 0,2 0-4 0,1 2-6 0,-1 0 10 15,1 0 6-15,-1 1 2 0,-1-2 5 0,-1-2-5 0,-2 1 4 0,1 0-2 16,-2 1-2-16,-1 0 14 0,0 1-12 0,-3 0 1 0,-1 0-5 0,-2 1-16 16,-1-2-2-16,-3 1-7 0,-3 0-3 0,-3 2-5 0,-3-1 3 15,-1 0-5-15,-4 0-12 0,-2 1-19 0,-3 1-11 0,-4-1-7 0,-3 1-14 16,-2 2-23-16,-5-2-54 0,-3-1-72 0,-4-2-91 0,-5 0-134 15,-5-1-136-15,-8 1-414 0</inkml:trace>
  <inkml:trace contextRef="#ctx0" brushRef="#br0" timeOffset="170958.66">21206 4390 876 0,'7'-6'121'0,"2"1"-112"0,2-1-14 15,1 6-2-15,-1 1 2 0,1 1 3 0,0 2 0 0,0-1 3 0,-1 1 0 16,-1 0 2-16,-1 0 0 0,0 1 5 0,-1 0 0 0,-1-1-3 0,1 1 4 15,-2-1-2-15,1-2 1 0,0 1 11 0,-2 0-1 0,2-2 11 16,0 0 12-16,1-1 5 0,-1 1 13 0,1 0 5 0,0 0-2 0,0 0-4 16,0 1-5-16,-1 1-11 0,1-1-1 0,-1 0 0 0,0 0-2 0,-1 1 9 15,2 0-6-15,-2 1 0 0,0 0 2 0,-1 1-6 0,1 1 1 16,0 1-5-16,0 0 1 0,-1 0-4 0,0 1-2 0,-1 2-6 0,0 1-1 16,-1 2 1-16,0 2-4 0,0-1 0 0,-1 3-3 0,-1-1-3 15,0 0-6-15,-1 1 0 0,0 1-4 0,-2 0-1 0,1-1-2 0,-1 1-2 16,1 0 1-16,-1-1 2 0,0 1 1 0,-1-2 3 0,0-3 1 0,1 0-1 15,-1-3-5-15,1 0 1 0,1-2 4 0,-1-2-1 0,2-1 5 16,0-3-2-16,0-1 2 0,1 0 3 0,0-1-6 16,0 0 3-16,1-1-3 0,0 0-3 0,0-1 4 0,-1 0-5 0,1-1 1 0,-1-1-2 0,1 1-1 15,-2-1 0-15,1 0-4 0,-1 1-5 0,-1 0 0 0,0 1-8 16,0-1-8-16,0 0-11 0,0 0-24 0,-1 1-21 0,0-1-27 0,1 1-28 16,-1-1-11-16,1 1-15 0,-1-1-14 0,-1-1-9 0,1 1-20 15,0-2-12-15,0 0-12 0,2-1-144 0</inkml:trace>
  <inkml:trace contextRef="#ctx0" brushRef="#br0" timeOffset="171392.66">21392 4506 297 0,'-2'-2'150'0,"2"0"-145"15,-1 1-14-15,3 3 1 0,0 0 1 0,-1 1 3 0,2 0 2 16,-1 1 3-16,-1-1 1 0,2 1 1 0,-1-1 0 0,-1 0 1 0,1 1 4 16,-1 0-3-16,1 1 1 0,-1 0 0 0,-1-1-1 0,0 3 0 0,0 1-3 15,0 2 0-15,0 1 1 0,0 1 1 0,-1 0 1 0,-1 1-2 16,1 2-1-16,0 0 0 0,0 2-2 0,0 0 1 0,-1 1-1 0,0 1-1 16,0-2 1-16,0 1 0 0,0-2 2 0,-1-2 3 0,-1-3 1 15,2 0 4-15,-2-2 3 0,0-2 3 0,1-2 3 0,-1-2 3 0,0-1 1 16,0 0 0-16,0 0-2 0,0-2-5 0,0 0-4 0,1 0-4 0,0-1-5 15,0-1 3-15,0 1-5 0,1-2-2 0,0 0-5 0,0 0-10 16,0-1-4-16,0-1-10 0,1 0-8 0,1-1-10 0,0 1-12 0,0-1-19 16,1 1-2-16,-1-1-65 0,2-1-12 0</inkml:trace>
  <inkml:trace contextRef="#ctx0" brushRef="#br0" timeOffset="174392.65">21008 992 1082 0,'-2'-1'41'0,"1"1"-90"0,-1 1-7 0,0-1 7 16,1 1 23-16,-1 0 22 0,0-1 9 0,-1 2 5 0,1-1 5 0,0 1 6 16,0 0 3-16,-1 0 10 0,1 1 7 0,-1-1-6 0,1 3 3 0,1-1-2 15,0 2-2-15,0-1 5 0,0 1-3 0,0-1-6 0,1 1-5 16,-1 1-7-16,1-1-1 0,0 1-2 0,0-1 0 0,0 0-5 0,0 1-4 16,0 0 4-16,0-1-6 0,1 1 7 0,0-1-2 0,-1 0-5 15,1-1 2-15,-1 0 2 0,1-1 4 0,-1 1 8 0,0-1 5 0,0 1 8 16,0-1 11-16,-1 0 4 0,0-1 13 0,0 1-3 0,0 0-1 15,-1-1 3-15,0 0-8 0,0 0-6 0,0 0-4 0,-1 0-13 0,1 0-8 16,-1 1 5-16,1-1 0 0,-1 0-1 0,1 1-2 0,1 0-4 0,-1 1 0 16,1 0-1-16,-1 1 2 0,2 0 2 0,-1 1-16 0,1 0-18 0,2 7-3 15,-1 1-4-15,2 0 14 0,0-1 22 0,2 1 7 0,0-4-2 16,1 0-2-16,-1-2-1 0,0 0-3 0,0-2-1 0,1 0 0 0,0 0 1 16,0-2-3-16,-1-1 1 0,0 0 0 0,1 0 0 0,0-1-4 15,0 0-1-15,-1-1-1 0,0 0-5 0,1 0 1 0,-2-1 0 0,1 0 3 16,-1 0-3-16,0 0 0 0,-1-1-2 0,1 0-7 0,-1 0 4 0,0 0-1 15,2-1-3-15,-2 1-1 0,1-1-6 0,1 0-21 0,-1 0-33 16,1 0-49-16,-1-1-51 0,-1 0-62 0,1 0-49 0,-1 0-42 0,-1-2-57 16,-1 0-268-16</inkml:trace>
  <inkml:trace contextRef="#ctx0" brushRef="#br0" timeOffset="176309.65">20911 1097 1080 0,'0'0'172'0,"0"-1"-216"16,-1 1-25-16,2 0 2 0,-1 0 24 0,0 0 21 0,1 0 9 16,0 0 3-16,0 1-3 0,0 0-2 0,1-1 6 0,-1 1-1 0,1 0 4 15,-1 1-3-15,1-1-1 0,0 2 0 0,1-1-2 0,-1 0 5 0,0 0-4 16,1 0-4-16,-1-1-5 0,1 0-3 0,0 1-3 0,0-1 6 15,-1-1 3-15,1 1 5 0,0-1 7 0,1 0 0 0,0-1 5 0,0 0-1 16,1 1 1-16,-1-1 1 0,1-1-3 0,-1 1 5 0,1 0-3 0,0-1 2 16,-1 1 1-16,1 0-6 0,-1 0 1 0,-1 1 2 0,1-1-3 15,0 1-2-15,-1 0-6 0,1 1-10 0,-1 0-13 0,-1 0-21 0,1 1-21 16,-1 0-14-16,-1 0-21 0,1 0-137 0</inkml:trace>
  <inkml:trace contextRef="#ctx0" brushRef="#br0" timeOffset="176609.65">20926 1076 13 0,'0'0'3'0,"0"0"-4"0,1 0-1 0,-1 0 0 0,1 1-5 0</inkml:trace>
  <inkml:trace contextRef="#ctx0" brushRef="#br0" timeOffset="177325.65">20934 1031 424 0,'0'0'51'16,"-1"0"-54"-16,1 0-6 0,0 1 1 0,0-1 6 0,1 1 1 0,-1-1 6 15,0 1 0-15,1 0 4 0,0 0 6 0,-1 0-1 0,1 1 2 0,0-1 0 16,0 1-2-16,0 0 1 0,1 1 2 0,-1-1 3 0,1 1 0 0,-1 0 4 15,0 0-2-15,0-1-5 0,0 1 0 0,0 0-5 0,0 0-3 16,0-1 0-16,-1 2-1 0,1-1 0 0,0 0-1 0,-1 0 3 0,0 0-2 16,1 0 0-16,-1 1-3 0,0-1-2 0,0-1 3 0,0 1-2 0,0 0 1 15,0 0 3-15,0 0-5 0,0 0 2 0,1-1-3 0,-1 1 0 16,1-1-2-16,0 0 1 0,0 1-1 0,0-1 0 0,1 0 1 0,-1 0 0 16,1 0 3-16,0 1-3 0,0-1 1 0,0 0 0 0,0 1 2 15,0-1 3-15,0 1-3 0,0 0 1 0,0-1 1 0,-1 1 0 0,1 0 1 16,-1 0-2-16,0 0-2 0,-1 0 1 0,0 1 1 0,1-1 1 0,-2 1 2 15,1-1-3-15,0 1 3 0,-1 0-3 0,0-1 0 0,0 0 1 16,0 1-3-16,0 0-1 0,0 0 1 0,0-1 1 0,0 1 4 0,0-1-2 16,0 1 3-16,-1-1-2 0,1 1 1 0,0-1 2 0,0 0 2 15,0 0 2-15,0-1 0 0,0 1 1 0,0-1-3 0,0 0 2 0,1 0 5 16,-1 0-4-16,1-1 3 0,0 0-6 0,0 0-5 0,0 0 0 0,0 1 0 16,1-2 2-16,0 1-1 0,0 0-2 0,1-1 0 0,0 1-2 15,0-1 0-15,0 0 1 0,1 0 1 0,-1 0-3 0,1 0 2 0,0-1-3 16,0 1-2-16,0 0 1 0,0-1 0 0,0 0 4 0,0 1-2 0,1-1-4 15,-1 0 1-15,-1 0 2 0,1 1-1 0,0-1 4 0,1 1 2 16,-1-1 2-16,0 1-4 0,0 0 5 0,0 0-1 0,-1 1-2 0,1-1 2 16,-1 1 2-16,0 1 0 0,0 0-1 0,0 0 0 0,0 1-2 0,-1 0-2 15,1 1 2-15,-1-1-13 0,-1 2-1 0,0-1-15 0,1 6 0 16,-1 1 13-16,-1-1 4 0,0 0 16 0,0 1 4 0,0-1 0 0,0 0 6 16,0-1 0-16,-1 0 0 0,1-2-1 0,1 2-6 0,-1-1-1 15,0 0-3-15,0 1 2 0,0-1-1 0,1 0 2 0,0-1-6 0,0 2-2 16,0-1-1-16,0 1-3 0,0-1 2 0,0 1-3 0,0-1 8 15,0 0-7-15,0 0 1 0,-1 0 4 0,1 0-4 0,0 0 3 0,-1 0 0 16,1 0-5-16,-1 0 3 0,1 0-2 0,-1 0 3 0,1 0-3 0,-1 0 0 16,1 0 0-16,-1-1 2 0,1 0 4 0,0-1-6 0,0 0 3 0,0-3-5 15,1 2 1-15,-1-2 2 0,1 0-3 0,0 0-6 0,0-2-1 16,1 1-3-16,0-2-6 0,0 1 2 0,0-1-10 0,1 0-22 0,0-1-33 16,-1-1-40-16,1 0-34 0,0-1-31 0,0-1-17 0,-1-1-15 15,1 0-176-15</inkml:trace>
  <inkml:trace contextRef="#ctx0" brushRef="#br0" timeOffset="178010.65">20666 1228 1275 0,'-2'-1'15'0,"1"0"-30"0,-1 1-11 15,0-1 6-15,0 1 6 0,0-1 5 0,0 0 8 0,0 1 0 16,0-1 3-16,0 0 3 0,-1 0 2 0,2 1 3 0,-2-1 1 0,1 0 2 16,0 0-2-16,0 0-1 0,1 0-1 0,0 0 3 0,0 0 0 0,1-1-3 15,0-1 0-15,0 0 0 0,1 0 0 0,0-1 1 0,1 0 6 16,0 0-2-16,1-2 4 0,0-1 2 0,2 0-7 0,0 0 6 0,1-1-3 16,0-1 4-16,2 0-3 0,0 1 0 0,0-1-8 0,2-1-7 15,-1 0 4-15,2 1-3 0,0-1-1 0,1 1 3 0,1 1-4 0,-1 0 4 16,1 0-1-16,1 0 0 0,1 2-2 0,0-1 3 0,-1 2 4 0,2-1-6 15,0 2 7-15,0 0-5 0,-1 2 3 0,3 0 2 0,-1 1-5 16,-1 0 5-16,2 2 1 0,-1 0 1 0,1 1 3 0,-1-1 2 0,0 3-8 16,1 1 4-16,-1 0 0 0,1 2-2 0,0 0 5 0,0 2-2 0,-1 0-4 15,1 1-3-15,-1-1 5 0,-1 3-2 0,1 0 2 0,-1 1-2 16,0 0 0-16,-1 0 0 0,0 2 2 0,0 0 0 0,12 14-38 0,-2 0-2 16,-4 0-2-16,-3-2 4 0,-1-1 37 0,-4-2-1 0,-2 0-2 15,-3-3-4-15,-2 1 8 0,0 0-5 0,-2-2 2 0,-1 2 4 0,-1-1-6 16,-1 1 1-16,-2-1-1 0,-1 0-2 0,-2 1 2 0,-1 0-3 0,-1 0 3 15,-2-2-5-15,-2 1 1 0,-1-1 1 0,-2-2 0 0,-1-1-1 16,-1-1 1-16,-2-1 4 0,-2-3-5 0,1 0 4 0,-1-1-2 0,-2-1 1 16,1-1 0-16,-1-2 0 0,0-1-2 0,1 0 3 0,-1-1 3 0,0-1 2 15,0-1 2-15,-1-1-3 0,-1-3 5 0,1 0-1 0,-2-2 6 16,0-2 2-16,-2-2-2 0,0 0 12 0,0-4 8 0,0-1-2 0,2-2 1 16,-2-1-3-16,1-1-2 0,2-3 5 0,-1-2 5 0,2 0-2 15,0-2 2-15,0-2-6 0,3 1-6 0,1-1-8 0,1 1-1 0,1-1-8 16,3 1-5-16,1 2-1 0,2 0-8 0,1 1 1 0,2 3-2 0,2 1-2 15,1 1-6-15,1 3 1 0,2 1-5 0,0 2-4 0,2 1-9 16,0 2-12-16,1 1-17 0,0 1-60 0,1 1-76 0,1 1-91 0,0 0-92 16,0 1-55-16,1-2-19 0,-2 3-64 0</inkml:trace>
  <inkml:trace contextRef="#ctx0" brushRef="#br0" timeOffset="178861.65">17699 1123 1896 0,'-1'-1'-30'0,"0"0"-51"0,1 0-8 0,1 0-11 15,0 1 16-15,0-1 17 0,1 0 4 0,0 0 14 0,1 0 14 16,1 0 14-16,-1 0 9 0,1-1 9 0,0 1 1 0,1 0 1 0,1-1 8 16,0 2-4-16,1-2 6 0,-1 1 4 0,1-1 3 0,-1 0 5 15,0-1 0-15,0 1 2 0,-1-1-1 0,1 0-1 0,-1 0-4 0,1 0-6 16,0 0-1-16,0 0-1 0,1 0-1 0,0 0 5 0,1 0-4 0,0 1-3 15,2-1-3-15,0 1 0 0,1 0 0 0,0 0 4 0,1 1 0 16,0 0-2-16,1 1 0 0,1 0 1 0,1 1 2 0,-1-1 1 0,1 2 1 16,0 0-4-16,0 0 1 0,-2 2 0 0,1-1 6 0,-1 1 5 0,0 1 0 15,-1 0 4-15,-2 1-4 0,0 0 0 0,-1 1 2 0,-1 1-6 16,-1 0 1-16,-2 1 1 0,-2-1-3 0,-1 2 0 0,-1 1-2 0,-2 0-12 16,-4 10-10-16,-4 0 1 0,-2 0-1 0,-2 0 14 0,0-3 7 15,-1-1 1-15,1-2-2 0,1-2-2 0,2 0-1 0,1 0 1 0,0-1 0 16,2 0-2-16,1-2-1 0,0 1 1 0,2 0 2 0,1-1 6 15,1-1-5-15,1 0 6 0,1-1 5 0,1-1 1 0,0 1 12 0,2-1 5 16,0 0 4-16,2 0 3 0,2-1 4 0,1 0-4 0,2-1 0 0,1-1-6 16,3 0-7-16,1-1-7 0,2-2-7 0,-1 1 4 0,3-2 1 0,1 0 6 15,-1-2 4-15,1 1-3 0,0-1-1 0,0-2 2 0,0 0-8 16,0 0 1-16,-2-1-5 0,1-1-6 0,-1 0 1 0,1 1-2 0,-2-1-6 16,0 0 3-16,-1 0-3 0,-1 1-5 0,0 0 2 0,-1-1-7 15,-1 1 2-15,-1 0 3 0,-3 0-4 0,0 0-2 0,-2 0-23 0,-1 0-24 16,-1 0-28-16,-2 0-25 0,0 0-22 0,-2 0-19 0,-1 0-19 0,0-1-19 15,-1-1-25-15,-1-1-23 0,1-1-43 0,-1-1-36 0,0 0-183 16</inkml:trace>
  <inkml:trace contextRef="#ctx0" brushRef="#br0" timeOffset="179326.65">17697 927 2778 0,'-3'-3'-31'0,"2"0"-49"16,0 1-10-16,1-1-4 0,0 1 24 0,2-1 32 0,1 1 11 0,1-1 13 16,1 0 1-16,2 1 4 0,-1-1 7 0,4 0-2 0,1 0 5 15,1 0 1-15,3 2-2 0,1 0 4 0,2 1-2 0,1 0 1 0,1-1-2 16,1 1 4-16,0 0-1 0,0 0 2 0,1 1 2 0,1-1-4 0,0 1 1 15,1 1 1-15,0-1 0 0,-1 1 3 0,2 1-6 0,-1 0 2 16,1 0-1-16,0 1 4 0,0 1 7 0,1 1-7 0,-1 0 1 0,1 2-6 16,0 0-3-16,0 1 8 0,0 2 1 0,-2 1-3 0,2 1 2 0,-3 1-6 15,1 1-1-15,0 3 7 0,-3 1-6 0,1 0 4 0,17 23-34 16,-4 0 0-16,-4 1 7 0,-4 1-4 0,-5-2 31 0,-4-2 2 0,-3-1-8 16,-3-5 3-16,-3 0 0 0,-2-2 0 0,-1 0 5 0,-3-2-2 15,-2-2 3-15,-2-2-1 0,-2-2 3 0,-3-2-1 0,-3-1 3 0,-3-2-4 16,-3-3-3-16,-3 0 1 0,-2-2-3 0,-5-1 2 0,-3-1-1 0,-2-3-3 15,-3-1-2-15,-2-2 1 0,-3-2-2 0,-3-2 1 0,0-2 0 16,-2-2 0-16,-2-2 4 0,1-2 1 0,-1-2 3 0,0 0 4 0,-1-2 3 16,1-1 4-16,1-2-2 0,-1 0 2 0,0 0-1 0,2-1-2 0,1 1 3 15,1-2 0-15,2 1-6 0,2 1 2 0,2-1-4 0,4 2 1 16,3 0-1-16,4 2-8 0,4 1-1 0,3 2-13 0,3 1-11 0,5 1-12 16,2 1-17-16,3 2-16 0,3 1-38 0,3 2-84 0,2 1-106 15,4 3-128-15,2 1-101 0,4 3-192 0</inkml:trace>
  <inkml:trace contextRef="#ctx0" brushRef="#br0" timeOffset="183959.64">27775 2590 901 0,'-9'1'126'0,"0"1"-144"0,-2 0-9 0,1 3 14 0,2 1 12 16,1 0 4-16,0 0 1 0,-1 1-1 0,-1-1 3 0,1 0 0 15,0 1 3-15,2 0 1 0,0-2 1 0,1 0 2 0,3-1 1 0,0 0 1 16,2 0 7-16,1-1 5 0,1 0 12 0,2-1 9 0,2 0 7 0,1 0 10 15,1-2 4-15,1 1 6 0,2-3-1 0,-1 0-9 0,1 0-8 16,2-1-6-16,1 0-8 0,1 0-1 0,0 0-3 0,1-1-7 0,0 0-2 16,0 0-4-16,0 2-4 0,0-1-3 0,0 1 1 0,-1 0-5 0,-2 1-1 15,1 0 1-15,-2 2-2 0,-1-1 3 0,-2 1-1 0,-3 1-2 16,-1-1 3-16,-1 1-2 0,-1 1 2 0,-1-1 0 0,-1 2-3 0,0 0 0 16,-2 0-4-16,0 2 0 0,-1 0-4 0,0 0 1 0,-1 1 3 15,0-1-5-15,0 0-1 0,1 2 0 0,-2-3-1 0,1 2 2 0,0-1 2 16,0-1-4-16,0 1 1 0,0-1-2 0,0 1-4 0,0 0 5 0,0 0-2 15,1 1 1-15,0-1 2 0,0 1-2 0,0-1 2 0,0 1-4 16,0-1-1-16,-1-1 2 0,1 1 2 0,0-1 1 0,1 0 1 0,0 0-1 16,1 0-7-16,0-1 2 0,2 1 1 0,-1-2-1 0,2 1 5 0,0-2 2 15,1 2-1-15,1 0-1 0,0 0 5 0,2-1-2 0,-1 1 3 16,1-1 1-16,-1 0-2 0,0 2 5 0,0-1-4 0,-1 2 2 0,1-1 4 16,0-1-5-16,-1 2 9 0,0-1 0 0,0 2 9 0,0 0 5 15,-1 0 4-15,0 1 4 0,0 0-5 0,-2 0-1 0,1-1-5 0,0 1-4 16,-1-1-5-16,1 1 0 0,-2 0-1 0,1 0 1 0,-1-1-1 0,0 0-1 15,-1-1 1-15,1-1-11 0,-1 0 2 0,1-1-3 0,0 0-1 16,0 0 5-16,0-1-6 0,0-1 3 0,-1 0-4 0,0-1 2 0,0-1 1 16,0 1 0-16,-1-1-3 0,0 0-1 0,-1 0 4 0,0-1-4 0,0 0 4 15,0 0-3-15,0-1-8 0,0-1 3 0,0 0-7 0,2-1-7 16,-1-1-2-16,0 1-16 0,0-2-15 0,1 1-12 0,-1-1-26 0,0-1-25 16,0 0-22-16,0-1-21 0,-1-1-17 0,-1 0-17 0,-1 0-15 15,-2 0-20-15,-1-2 19 0,-1-2 6 0,1-1-28 0,-2 0-2 0,1 0-144 16</inkml:trace>
  <inkml:trace contextRef="#ctx0" brushRef="#br0" timeOffset="184293.64">27647 2754 2162 0,'-10'4'43'0,"1"3"-105"0,-1 3 5 0,2 1 21 16,2 1 28-16,2 1 6 0,1 0 5 0,1 1-1 0,1 0 1 0,1 3 4 15,-1 1 1-15,3-1 4 0,-1 0 0 0,2 1 0 0,2 0 2 16,0-2 8-16,1 1 1 0,1-1 6 0,2 0-1 0,2-1-4 0,2 0-4 16,1 0-5-16,5-1-1 0,0-3 4 0,1 0 3 0,5-1 0 0,0-1 0 15,0-2-3-15,2-2 2 0,-1-3-1 16,2-1 4-16,1-2-3 0,1-4-1 0,-1-1 7 0,1-3 4 0,-4-2-1 0,1-1 1 0,1-1-5 16,-2-2-7-16,0-2 3 0,-2 0-2 0,-1 1-6 0,-1-1 4 15,-2-1-3-15,-2-1 6 0,-1 1 5 0,-3-3-7 0,-1 0 2 0,-2-1-4 16,-3-2-3-16,-4 1 1 0,-1-1-8 0,-4 0-11 0,-3 3-1 0,-3-2-6 15,-3 1 5-15,-3 2 2 0,-1 0 2 0,-5 1 6 0,-1 3-4 16,-2 0 4-16,-3 2-3 0,-1 0-7 0,-1 3 1 0,-3 1-6 0,0 1-3 16,-1 3 5-16,1 2-8 0,-4 1-10 0,2 2-15 0,0 1-44 0,1 2-83 15,4 2-102-15,0 5-129 0,0 3-141 0,0 5-292 0</inkml:trace>
  <inkml:trace contextRef="#ctx0" brushRef="#br0" timeOffset="185426.64">25048 10554 816 0,'-1'1'165'0,"2"2"-77"16,0 1-16-16,0 1-1 0,1 0 17 0,0 1 4 0,-1 1 7 0,0 0 15 16,0-1-3-16,-1 3 6 0,0 0-11 0,0 0-12 0,-1 0-10 15,-1 0-7-15,0 1 0 0,0 0 3 0,-2 0 1 0,2 1-5 0,-1 0-7 16,0-1-6-16,1 0 0 0,-1-2 0 0,0 0 2 0,2-1-5 0,0-1-21 16,0-1-9-16,1-1-8 0,1 0 1 0,0-2 8 0,2 0-7 15,0 0 5-15,2-1-10 0,1 0 1 0,2-2-3 0,1 0-6 0,0-1 11 16,1 0-2-16,0 0 15 0,0-1-3 0,2 0-14 0,0-1 7 0,1 0-10 15,-1 0-6-15,-1 0-7 0,0 1 3 0,-1 1 0 0,-1 0 4 16,-2 2 2-16,0 1-7 0,-2 1 1 0,-2 1-10 0,-1 1 3 0,-1 1-1 16,-1 2-12-16,-2 1 6 0,-2 2 0 0,-1 1-2 0,-3 4 9 15,-1 2 6-15,-2 2-11 0,-2 0-2 0,0 2 3 0,-2 2 3 0,-1-2 8 16,0 3-7-16,1-2-3 0,1 2 1 0,-1 0-3 0,2-2 11 16,1 2-2-16,2-1-1 0,1-2 7 0,1 1-7 0,3-2 10 0,1-1 0 15,2-1-2-15,1 1 4 0,2-3-6 0,2 1 6 0,1 0 14 0,3 0 0 16,1-3 2-16,2 0-8 0,0 0-5 0,3-2-1 0,1-2 2 0,1-1 1 15,0 0-7-15,1-1 1 0,1-2-3 0,0-1-4 0,-1-2-1 16,1-1 2-16,0 0-4 0,-1-2 1 0,-1 0-3 0,1-1-3 0,-2 0 3 16,-2-1-4-16,-1 0-7 0,-1-1-4 0,-2 0-19 0,0 0-8 15,-1-1-13-15,0-1-25 0,0 1-24 0,-1-2-46 0,-1 0-58 0,-1 0-89 16,0-2-142-16,-1-1-128 0,0-2-64 0,-1-4-100 0</inkml:trace>
  <inkml:trace contextRef="#ctx0" brushRef="#br0" timeOffset="185643.64">25644 11001 3775 0,'0'1'69'0,"2"0"-51"16,2 3-14-16,2 2-20 0,4 2-1 0,2 1 5 0,2 2 1 15,0 2 7-15,0 1 6 0,-1 0-4 0,-2 0-2 0,-3 0 0 0,0 0-15 16,-3 0 2-16,-3 0-10 0,0 1-13 0,-3-1-6 0,0 0-19 0,0 0-1 15,-2 0-9-15,-2 0-13 0,0 0-5 0,-1-2-26 0,1-2-35 16,-1-1-36-16,1-2-51 0,0-2-55 0,0-1-42 0,1-1-79 0,0-3-66 16,-1-2-265-16</inkml:trace>
  <inkml:trace contextRef="#ctx0" brushRef="#br0" timeOffset="185960.64">25885 10662 2132 0,'0'-7'1276'0,"2"1"-1228"0,1-2-32 16,3 1-31-16,2 1 1 0,5 0 1 0,1-1 4 0,2 2 7 0,0 1 0 15,1 0 2-15,-2 2-2 0,-1 1 4 0,-2 0 2 0,0 2 1 16,-1 1-3-16,-1 0 5 0,-2 1-8 0,-1 1 4 0,-2 0-1 0,-1 1-7 16,1 2 6-16,-1 0-6 0,0 1 3 0,-2 1 6 0,2 0-12 15,-2 1 7-15,1 2-3 0,0 1 0 0,-1 0 4 0,1 1 4 0,-1 1-2 16,0 0-15-16,0 1-3 0,-1-1 10 0,0 2-1 0,0 2 12 0,0 0 3 15,1-1-7-15,0 2 1 0,0-1 4 0,0 0-4 0,1 1-4 16,-1-1 4-16,1 0-2 0,0 1-4 0,0 1 4 0,1-2-2 0,0 3 0 16,0-1 6-16,0-2-4 0,1 1-4 0,-1-2 6 0,1-1-4 0,-1 0 2 15,0 0 4-15,1-1-4 0,0-2 4 0,-1 1-4 0,0 0-2 16,0 0 2-16,0-3-4 0,-1 0 2 0,1-1-1 0,-2-2-10 0,-1 0-20 16,0-2-24-16,-1-1-34 0,0-2-44 0,-2-1-50 0,0-2-73 15,-1-1-79-15,-2-2-63 0,-3-2-65 0,0-3-79 0,-4-4-122 0</inkml:trace>
  <inkml:trace contextRef="#ctx0" brushRef="#br0" timeOffset="186160.63">25959 11132 1683 0,'-1'-2'749'16,"0"0"-615"-16,0 0-56 0,1 2-31 0,2 0-9 0,1 0 3 0,2 0-3 16,0 0 0-16,0 0 9 0,1 0 12 0,-1 0 4 0,2 0-1 15,-1 0 3-15,1 0-11 0,-1-1-11 0,0 1-13 0,1-1-12 0,0-1-13 16,1 1-3-16,0-1 2 0,0 0-8 0,1 0 2 0,-2 0-1 0,2-1 1 15,1 0 0-15,0 0-2 0,1 0-1 0,1-1-2 0,-2 1 2 16,0-1-10-16,1 0-4 0,-2 0-13 0,2 0-19 0,0-1-15 0,-1 1-17 16,2 0-16-16,-1-1-9 0,0 1-23 0,1 0-24 0,-1 0-40 0,1-1-49 15,1 1-61-15,0 0-57 0,0-1-24 0,-1 1 15 0,1-1-135 16</inkml:trace>
  <inkml:trace contextRef="#ctx0" brushRef="#br0" timeOffset="186510.64">26547 10878 2652 0,'-4'-4'147'16,"0"2"-90"-16,0-1-29 0,1 1-14 0,1 1-3 0,0 0 6 0,1 1-3 15,0 1 11-15,0 0 6 0,0 1 5 0,-1 0 7 0,-1 0-1 16,0 1-5-16,0 1 0 0,0 0-9 0,2 0-3 0,-1 1-5 0,2 0-10 16,-1 0 12-16,1 2 1 0,1 1 10 0,0 0-1 0,0 0-6 15,3 1-1-15,0 0-6 0,0-1-1 0,2 2-1 0,-1 0-2 0,1 1-4 16,0 0-2-16,1 0 4 0,1-1 2 0,-1 1-2 0,1 0-6 0,1 1-5 15,0 1 0-15,0-1 6 0,-1-1-5 0,1 1 7 0,-2-1-7 16,1 1 1-16,1-1 7 0,-1-1-9 0,1 1 0 0,1 0 0 0,-1 0 4 16,-1 1-4-16,1-2 3 0,-2 0-1 0,1 1 0 0,0-1 1 0,-2 0-3 15,1 0 4-15,0-1 0 0,-2-1-1 0,1 0-3 0,-2 0 2 16,0-1 5-16,-1 1-3 0,-1-1 4 0,-1-1 3 0,-2 1-7 0,1-2 5 16,-2 2-1-16,0-1-12 0,-1 0 8 0,-2-1-3 0,-1 1 1 15,0-1 0-15,-2 1-4 0,0-1 0 0,-1 0-4 0,-2-1-3 0,0 0-14 16,1-1-2-16,-2 0-2 0,0-1 2 0,-1-1 4 0,1 0-1 0,0-1-10 15,1 0-11-15,-1-1-4 0,0 0-12 0,0-1-25 0,0-1 1 16,1 0-32-16,0-2-36 0,-1-3-24 0,0-1-60 0,-2-1-55 0,1-3-94 16,-1-1-99-16,1-1-64 0,0-4-148 0</inkml:trace>
  <inkml:trace contextRef="#ctx0" brushRef="#br0" timeOffset="186693.63">26373 10709 3061 0,'5'-4'110'0,"2"0"-60"0,4-1-22 16,3 1-13-16,1 1-5 0,1-1 1 0,3 2-7 0,1 0-6 0,0 0 4 16,0 0-1-16,0 1-8 0,-1 0-7 0,-2 0-23 0,1 0-15 0,0 0-18 15,-3-1-20-15,2 1-14 0,0-1-11 0,-1 1-22 0,0 0-21 16,-2 0-29-16,0 0-46 0,-1 0-44 0,-2 0-28 0,1 0-20 0,-1 1 10 16,0-1 29-16,0 3-142 0</inkml:trace>
  <inkml:trace contextRef="#ctx0" brushRef="#br0" timeOffset="187010.63">25095 12101 3804 0,'1'2'25'0,"2"3"-17"15,5 1-20-15,5 1 0 0,6-1 5 0,5 0-3 0,7-2-1 16,3-1 9-16,4-2 2 0,4 0 2 0,2-3 19 0,3-2-8 0,2-2 5 16,3-2 1-16,2 0-7 0,3-4-1 0,3-1-1 0,3-2-4 0,3 0-14 15,1 1 14-15,3-2 0 0,2 0-4 0,-2 0 17 0,3-1-9 16,0 0 2-16,0-1 10 0,1 2 3 0,-4-1 3 0,2 1 2 0,0 0 0 16,-2 3-12-16,0-1-18 0,-1 2 0 0,-1 1 0 0,-3 2 0 15,0 2 0-15,0 0 0 0,-5 2 0 0,0 0 0 0,0 2 0 0,-4 1 0 16,0 1 0-16,-4 0 0 0,-4 1 0 0,-3 1 0 0,-2 0 0 0,-3 0 0 15,-4 1 0-15,-4 0 0 0,-4 0 0 0,-2 0 0 0,-5 0 0 16,-1-1-58-16,-3 0-74 0,-4-1-42 0,-3-1-59 0,-4-1-97 0,-3-2-140 16,-4-3-176-16,-5-4-174 0,-3-6-97 0</inkml:trace>
  <inkml:trace contextRef="#ctx0" brushRef="#br0" timeOffset="190660.33">26239 12284 2763 0,'-2'0'104'0,"1"1"-45"0,-1 1-32 0,3 3-27 0,1 0-3 0,2 1-4 15,1 1-5-15,0 2 4 0,0 1 3 0,1 0 3 0,-1 0 9 0,0 0-9 16,0-2 6-16,-2 2-9 0,0-1-2 0,-1 0 7 0,-1 0-7 0,0 0 7 15,-2-1-5-15,0-1 2 0,-1 1 3 0,-1-2 5 0,1 0 3 16,0 0 1-16,0-1-4 0,-1-1 0 0,1 0 0 0,-1 0 2 0,1-1 1 16,0-1 4-16,0 0-2 0,0-1 2 0,1 0 0 0,1-1-7 15,-1 0 7-15,1 0-12 0,2-1-1 0,0 0-6 0,0 0 0 0,2 0 5 16,-1-1 2-16,2 1 2 0,1-1-11 0,0 1 6 0,1 0-1 16,1 1 4-16,-1-1 6 0,1 1-3 0,0 0-1 0,0 1-1 0,1 1 5 15,0 0 2-15,1 1 2 0,0 0-3 0,0 1-5 0,1-1-2 0,1 2 2 16,2 1-2-16,0 0 3 0,-1 2-5 0,1 0 1 0,1-1 2 15,-1 2 1-15,1 0 2 0,1 0-6 0,0 2 2 0,-1-1-2 0,-2 0 2 16,1 1 4-16,1 0-3 0,-1 0 3 0,-1 0-13 0,-1 0 6 0,1 0 15 16,0 0-2-16,0 2 11 0,-1 0 1 0,-3 1-9 0,0 1 4 15,-1-2-3-15,-2 1 4 0,0 0-1 0,-3 1 6 0,0 0 5 0,-2-1-3 16,-1 0-9-16,-1 0 9 0,-1-1-3 0,-2-1 3 0,-1 0 8 16,-1 1-10-16,-2 0-1 0,1-1-5 0,-3-1 1 0,0-1-5 0,-1 1-2 15,0-1 2-15,0 0-9 0,0 0-1 0,-1-2 8 0,0-3-7 0,0 1 2 16,0-2-5-16,1-1 1 0,0 0 0 0,1-1 4 0,-1-1-10 15,0-1-7-15,0-1 0 0,0 0-11 0,1-1 1 0,0-1-12 0,-1 0-10 16,2-1-10-16,0 0-8 0,1 0-8 0,-1 1-19 0,2-1-17 16,-1-2-31-16,0 0-40 0,0-1-50 0,0-2-50 0,0 0-39 0,0 0-58 15,0-1-75-15,2-3-307 0</inkml:trace>
  <inkml:trace contextRef="#ctx0" brushRef="#br0" timeOffset="190943.84">26463 11996 3363 0,'3'-3'47'0,"3"2"-20"16,4 1-19-16,3 1-12 0,2 2 2 0,1 0 4 0,1 1 2 0,-1 1 1 16,-3 0-18-16,0 1-1 0,-1-1 4 0,-4 1-2 0,-1 0 10 15,-2 1-2-15,-2-1 13 0,-2 0-1 0,0-1 3 0,-1 2-10 0,-1-1-17 16,0 1 1-16,0-1-5 0,0 1 6 0,0-1-2 0,0 0-1 15,0-2-1-15,2 0 0 0,1-2 2 0,0 1-5 0,1-1 5 0,1-1-4 16,2 0 3-16,0 0 8 0,1 0 0 0,2-1-2 0,1 1 1 0,1 0-1 16,1-1 3-16,1 1 2 0,1-1-1 0,0 1-7 0,0 0 7 15,1-1-1-15,0 0-6 0,0 1-2 0,-1-2-15 0,0 1-7 0,0-1-15 16,0 0-29-16,-1-1-42 0,-2 0-58 0,0-1-69 0,-1 0-111 0,-2-2-118 16,1 0-78-16,-1-2-139 0</inkml:trace>
  <inkml:trace contextRef="#ctx0" brushRef="#br0" timeOffset="191478.93">26374 12211 1591 0,'-1'0'364'0,"0"-1"-186"16,1 1-49-16,1 0-40 0,0 0-10 0,0 1-24 0,-1-1-13 0,1 1-9 15,-1 0-5-15,0-1 1 0,1 0 0 0,-1 0 8 0,0-1-3 16,-1 1-1-16,1 0 6 0,0-2-7 0,-2 1 3 0,2-1-3 0,-3 0-9 16,1 0 4-16,0-1 9 0,0 0-4 0,2-1 4 0,0 0-4 15,-1 0-6-15,2 0 5 0,0 1-1 0,-1-2 0 0,2 1-4 0,-1-1-3 16,1 0 1-16,1 1-5 0,-1-2 10 0,2 1-11 0,1 1-9 0,1 0-2 16,1 0-7-16,1 0 11 0,1 0 0 0,1 0-6 0,0 2-6 15,1-1-3-15,2 0 2 0,0 1 6 0,1-1 1 0,1 0-5 0,-1 0 2 16,1 1-2-16,1 0 0 0,-1 0 4 0,2 1-8 0,1 0 6 0,-1 0 0 15,0 1-1-15,1 0 5 0,0 2-4 0,0 0-6 0,0-1 2 16,0 1-1-16,-1 0 1 0,-2 0 7 0,1 0-5 0,-1 1-5 0,-1-1 7 16,-1 1-4-16,0-1 4 0,-1 0 5 0,-1 0-3 0,-1-1-4 15,-2 0 0-15,-2-1-2 0,-1 1 0 0,0 0 2 0,0 0 0 0,-1 0 2 16,-1 0 1-16,-1 0-4 0,0-1 4 0,-1 0-8 0,-1 0-1 0,0 0 4 16,-1 0-8-16,0 0-1 0,1-1-7 0,-2 0-17 0,0 0-13 15,-1 0-19-15,-1-1-25 0,1 1-16 0,-1-1-18 0,-1-1-19 0,2 0-30 16,0 0-39-16,1 0-42 0,2-1-24 0,-2 0-28 0,2-1-13 0,1 1-18 15,0-3-11-15,3 1-47 0</inkml:trace>
  <inkml:trace contextRef="#ctx0" brushRef="#br0" timeOffset="192094.22">27994 11504 1759 0,'-6'-3'55'0,"-1"1"-29"0,-1-1-14 0,2 3-4 0,0 0-4 16,1 1-4-16,1-1-4 0,-2 1-3 0,2-1 4 0,1 1-1 16,-1-1 6-16,1 1 4 0,-1-1 1 0,1-1 1 0,0 0 8 0,-1 1 5 15,1-2 8-15,1 1 16 0,0 0 11 0,0 0 23 0,0 0 22 16,1 0 10-16,1 0 0 0,-1 0-5 0,0 1-22 0,1-1-13 0,-1 1-12 16,1-1-6-16,1 0-10 0,-1 0-13 0,1 1-10 0,0-1-13 15,-1 0 3-15,1 1 2 0,-1 0-5 0,0 0 0 0,0 0-1 0,0 0 5 16,1 0 2-16,0 0 3 0,0 0-6 0,0-1 9 0,-1 1-5 0,1 0 1 15,0 0 4-15,0 1-14 0,-1-1 18 0,1 1 0 0,-1-1-1 16,0 0 1-16,0 1-7 0,0-1 2 0,-1 1-2 0,1 0 0 0,0 0 1 16,-1 0-2-16,1 0 1 0,-1-1-7 0,0 1 1 0,1 0 5 0,-1 0-10 15,2-1 1-15,-1 0-6 0,0 0 0 0,1 1 1 0,0-1 10 16,1 0-7-16,-1-1 1 0,2 1 1 0,1-1-3 0,0 1 5 0,2-1 1 16,0-1 3-16,1 1 1 0,0-1 3 0,1 1-1 0,1 1 2 0,0 0 3 15,-1 0-2-15,2 0 3 0,-1 1 1 0,1-1 0 0,0 2 2 16,1 0-3-16,-1 0 5 0,1 1-3 0,0-1 3 0,0 0 5 0,0 0-12 15,1 0 7-15,1 0-7 0,1 1 1 0,0-2-3 16,-1 0-13-16,1-1 5 0,-1 0-1 0,0-1-2 0,0-1 0 0,0 0-4 0,-1 0 2 16,0-1 1-16,-1 1 5 0,-1-1 4 0,0-1-6 0,0 0-7 0,0 0-2 15,-1 0-7-15,0 0 16 0,0 0-7 0,-1 1-1 0,0-1 2 16,0 0-4-16,0 1 6 0,0-1-4 0,-1 0 0 0,1 1-13 0,0-1 5 16,-1 0 0-16,2 0 2 0,0 1-5 0,0-1-14 0,0 0-20 15,0 0-27-15,-1 0-39 0,-2 0-25 0,2 0-21 0,-2 1-43 0,0-1-38 16,-1 0-110-16,-2 2-130 0,-2 0-124 0,-2 1-325 0</inkml:trace>
  <inkml:trace contextRef="#ctx0" brushRef="#br0" timeOffset="192310.22">27852 12122 3769 0,'9'-2'44'0,"1"0"-7"0,4 1-17 0,2 1-11 0,5 2-5 16,4 0 2-16,1 1-2 0,2 0-2 0,-2 0 2 0,1 1-4 16,-2-1-6-16,-3 1 4 0,0-1 0 0,-3-1-11 0,-2 0 5 0,0-1-14 15,-2 0-3-15,-1-1-8 0,1-1-18 0,-1 0-8 0,0-1-11 16,-1 0-12-16,-1 0-12 0,1-2-33 0,1-1-47 0,0-1-66 16,-1-1-96-16,0-2-153 0,-1-3-214 0,1-5-263 0</inkml:trace>
  <inkml:trace contextRef="#ctx0" brushRef="#br0" timeOffset="193477.58">29082 11372 1410 0,'-16'5'552'16,"1"0"-517"-16,-2 1 14 0,2 2 18 0,4 0 16 0,1 1 13 0,-1 2-4 15,-1 1 7-15,1 1-8 0,0 4-8 0,0 2-13 0,2 2-22 0,0 1-2 16,0 4 4-16,0 0 2 0,1 2 6 0,1 0 2 0,1 2-3 15,2 0-3-15,1 2 4 0,2-2-15 0,0-1-6 0,2-2-10 0,1-4-5 16,2-1-8-16,2-2-1 0,3 0-7 0,2-2-5 0,1 0 1 0,3-4 4 16,1 1-1-16,4-1 6 0,2-1-5 0,-1-3-6 0,3 0 3 15,0-2-1-15,3-1 7 0,2-2-3 0,-1-2 1 0,2-1-3 0,-2-2-1 16,0 0 5-16,-1 0 1 0,1-2-2 0,-2 0 0 0,1-3 3 0,-1 0 3 16,0 0 3-16,-1-2-1 0,-3 0-2 0,0 0-2 0,-1-3 0 15,-2 0 4-15,0-1-9 0,-2-2 1 0,-2 0 5 0,-1-1 5 0,-2-1-2 16,-1-2-2-16,-2 0-2 0,-2-1-1 0,-3-1 5 0,-2-1-2 15,-2 1-4-15,-1-3 3 0,-2-1-8 0,-3 2 3 0,-2-2 5 0,-2 2-3 16,-1-2 14-16,0 1-5 0,-2 1 5 0,-1-1 2 0,-3 1-2 0,-3-1-2 16,1 0-5-16,-4 1-2 0,-3 0 3 0,0 1 3 0,-4 0-6 15,0 3-8-15,-3 1-6 0,1 4 2 0,-2 2 3 0,1 2 3 0,-1 3 2 16,-2 4-8-16,-1 0-4 0,0 3-4 0,3 1-4 0,0 2 8 0,3 2-7 16,0 2-11-16,2 1-23 0,2 1-2 0,3 2-7 0,1 2-11 15,3 3-6-15,1 1-19 0,3 2-26 0,1 0-24 0,5 0-42 0,2-1-66 16,4 1-57-16,2-1-82 0,3-2-100 0,3-1-147 0,4 1-165 0</inkml:trace>
  <inkml:trace contextRef="#ctx0" brushRef="#br0" timeOffset="193660.58">29635 11767 2193 0,'-1'9'53'0,"1"2"-29"0,0 3-8 0,1 0-4 0,1-2 3 16,0 1 6-16,0 2-3 0,1 1 1 0,1 0-6 0,-1 2-8 0,1 1-7 16,0-2-1-16,-2 2-10 0,1 0-10 0,-1-1-18 0,-1-1-48 15,0 0-53-15,0-1-69 0,-1-3-67 0,0 1-77 0,0-1-66 0,2-1-178 16</inkml:trace>
  <inkml:trace contextRef="#ctx0" brushRef="#br0" timeOffset="194193.58">30581 10954 2130 0,'-11'7'328'0,"2"3"-292"0,-2 2-8 0,4-1 4 16,2 0 6-16,1 0 22 0,0-1 2 0,1 3-8 0,0 0-14 0,1 1-21 15,-3 2-7-15,1-1 3 0,-1 1-3 0,-1 0-6 0,-1-1 5 16,-2 2-10-16,-1 0 1 0,0 0-4 0,-1-1-1 0,-1 2 3 0,-1-1 0 16,0 2-5-16,-1-2 3 0,0 0 0 0,1-1 4 0,0-2 3 15,1 0-5-15,1 0 0 0,2-2 0 0,1-1 2 0,1-2 0 0,1 0-1 16,1-2-11-16,1-1-7 0,2 0 9 0,1-2 3 0,0 0 18 0,1 0 2 15,1-1 1-15,0 0-6 0,1 0-9 0,1 0 3 0,2-1-3 16,0 0 6-16,2 1-3 0,0 0 1 0,1 1 1 0,0 0-4 0,1 0 3 16,1 1-3-16,2 0-7 0,2 1 3 0,-1-1 4 0,2 1-1 0,-2 0 5 15,0 0-5-15,3-1 3 0,-2 0-6 0,1 2 4 0,1 0-2 16,-2 0-2-16,0 1 4 0,1 1-2 0,1 0 1 0,0 1-2 0,-1-1-4 16,1 0 3-16,-1 1-2 0,0 0 6 0,0 0 5 0,-1 1-4 15,0-2 1-15,-2 2 9 0,-1 1-3 0,-4 0 8 0,0-1-6 0,-2-1-4 16,0 1 1-16,-1 0-1 0,-2 1 15 0,-2 1-6 0,-1-1 2 0,-2-1 0 15,-1 1-8-15,-2-2 4 0,0 1 5 0,-4-1-12 0,2-1 1 16,-4 1-4-16,-2 0-5 0,-1 1 9 0,0-2-4 0,-1 1 3 0,-1 0-10 16,-1 0 2-16,1 0-4 0,-3 1 4 0,1-1-3 0,1-1-3 15,-2 0-4-15,0-2-8 0,-1-1 3 0,0 0-22 0,0-2-13 0,1-1-31 16,-2-1-29-16,1-3-17 0,2-2-27 0,1-1-38 0,2-3-41 0,1-1-42 16,3-2-45-16,2-4-41 0,1-1-18 0,2-4-216 0</inkml:trace>
  <inkml:trace contextRef="#ctx0" brushRef="#br0" timeOffset="194360.58">30396 11331 1203 0,'2'-21'274'16,"1"-3"-135"-16,2-3 13 0,-1 1-3 0,3 4-3 0,-2 1-9 0,0 0-24 15,2 1-20-15,-2 2-21 0,1 0-17 0,1 2-14 0,-1 2-3 16,-1 2-4-16,2 2 0 0,-1 1 2 0,1 1-7 0,0 1-1 0,2 0-8 16,0 1-4-16,2 0-4 0,0 1-6 0,2-1-2 0,1-1-6 0,1 0-3 15,2-1-10-15,0 0-15 0,2-1-37 0,1 0-52 0,0-2-47 16,0 0-49-16,1-1-44 0,-1 0-55 0,0 0-44 0,0 0-61 0,-1 0-209 15</inkml:trace>
  <inkml:trace contextRef="#ctx0" brushRef="#br0" timeOffset="195993.58">31127 11234 2230 0,'-15'0'205'16,"-3"1"-168"-16,-3 1-1 0,6 1-6 0,2 1 3 0,4 0-4 15,2 1-13-15,1 0-5 0,0 1-2 0,1 0-2 0,1 2 1 0,0 0 3 16,-2 2 5-16,1-1-1 0,-1 1 4 0,-1 1-1 0,0 1 5 16,-1 2-5-16,0-1 0 0,1 1-13 0,-2-1-1 0,-1 2 4 0,0 1 3 15,-1 2 6-15,-2-1-4 0,2 1-4 0,-2 0-3 0,1-2-2 16,-1-1-1-16,2 0-3 0,0-1-2 0,1-2 2 0,1-3 0 0,0-1 0 0,2-2-5 16,1 0-1-16,0-2 1 0,3-1 0 0,1-1 5 0,0-2-9 15,2 0-2-15,1-1-2 0,-1-2-4 0,2-1 14 0,0 0-4 0,1-1 2 16,0-1 0-16,0 0 0 0,2-1 5 0,-1-1 2 0,2 0 0 15,-1-1-6-15,1 2 6 0,0 0 0 0,1 0-1 0,0 2 1 0,0 0-4 16,0 2 1-16,1-1 2 0,-2 2 1 0,3-1-2 0,-2 1 3 0,1 2-3 16,0 0 5-16,0 2 3 0,1 1-4 0,0 0 2 0,0 0 1 15,1 2-2-15,1 0 5 0,-2 0-4 0,3 1-4 0,2 1-2 0,-1-1 0 16,2 1 2-16,0-1 1 0,3 1 0 0,0-1 2 0,-1-1 2 16,1 0 0-16,-1 0 4 0,0 0 3 0,-1 0 1 0,0 0 4 0,0 1 6 15,-2 1 4-15,-2-1-2 0,0 1 4 0,0 0 4 0,-1 2-4 0,-2 0 4 16,-3 0-4-16,1 1-2 0,-3 0-1 0,0 2 0 0,-1-1 6 15,-2 2-5-15,-1 0 0 0,-2-1 0 0,-1 1-9 0,-2 0 5 0,-3 0-6 16,1 0-3-16,-2 1 4 0,-3-2-1 0,1 0 1 0,-1 2 2 0,0-1-1 16,-2 1-8-16,-1-1 2 0,0 0 0 0,0 0-4 0,0-1 4 15,0-1-9-15,-1-2 1 0,-1 2-3 0,-1-2 2 0,1 1 1 0,0-1-7 16,1 0 8-16,-2-1-6 0,-1 0 1 0,2 0-3 0,-2-1-13 16,0 0-2-16,-1-1-4 0,-1 0 4 0,0-1 15 0,-1 0 10 0,0 0-1 15,-1-2-9-15,2-1-17 0,1-1-28 0,-1 0-27 0,2-3-29 0,1 0-36 16,1-4-31-16,2-1-41 0,4-3-41 0,0-3-60 0,2-3-77 15,3-2-89-15,2-6-81 0,2-3-114 0</inkml:trace>
  <inkml:trace contextRef="#ctx0" brushRef="#br0" timeOffset="196110.58">30776 11215 3081 0,'0'-3'110'0,"2"0"-3"0,5-1-26 0,7 3-25 15,7 0-11-15,8 0-18 0,10 2-3 0,5 0-5 0,5 0-10 0,7 0-1 16,1 0-10-16,3-1-11 0,0 1-13 0,1-1-30 0,1-2-33 15,0 0-66-15,0-2-114 0,-3-2-147 0,-1-2-211 0,-1-2-611 0</inkml:trace>
  <inkml:trace contextRef="#ctx0" brushRef="#br0" timeOffset="197443.57">23898 14676 2544 0,'-8'0'99'0,"-1"2"-43"0,1 0-20 0,0 0-21 16,3 0-17-16,1 1-3 0,2 0-1 0,0 0-1 0,1 0 2 0,1 0 7 15,-1 1-7-15,0-1 5 0,0 1 2 0,0 0 1 0,0 1 7 16,-1 0 1-16,-1 0 6 0,1 1 4 0,-2 0 6 0,1 0 4 0,-1 3 8 16,0 1 6-16,-1 2 8 0,0 1 2 0,0 2 2 0,-1 1-8 0,0 3-11 15,-1 3 1-15,0-1-5 0,0 2 0 0,0 0 7 0,0 2-12 16,1 3 4-16,0 1-2 0,-2 2 0 0,1 1 4 0,1 3-7 0,0-1-21 15,2 0 17-15,0 1-1 0,2-1-3 0,1 1 10 0,0-2-22 16,2 0-8-16,-1-1 3 0,2 0 3 0,0-1 0 0,0-1-2 0,2-2-1 16,0 0-3-16,1-4 0 0,1-1 8 0,1-2-8 0,-1-4 4 0,1 0-10 15,0-2 4-15,1-2 8 0,0-4-8 0,-1-1 0 0,0-2-19 16,-1 0-13-16,0-3-10 0,-1-2-23 0,-2-1-21 0,1-3-21 0,0 0-19 16,-1-4-31-16,-1 0-53 0,-1-4-93 0,-1-3-97 0,-2-3-111 0,-1-6-86 15,0-3-133-15</inkml:trace>
  <inkml:trace contextRef="#ctx0" brushRef="#br0" timeOffset="197643.57">23797 14811 1757 0,'-4'-6'726'0,"0"-1"-547"0,0-1-22 0,1 2-43 16,1 0-30-16,2 1-22 0,0 1-13 0,2 0-9 0,1 1-5 0,0 1-3 16,2 0-7-16,1 2 0 0,2 0 4 0,0 1-8 0,2 1-1 0,1 2-3 15,2 0-7-15,0 0 0 0,1 2-5 0,1 1-7 0,2 1 2 16,0 0-5-16,0 1 1 0,2 3 2 0,-1 1-5 0,0 0-7 0,-1 0-19 15,0-2-21-15,-1 1-22 0,-3-1-19 0,1 0-17 0,0-1-20 16,-2 0-30-16,-1-1-29 0,-1-1-37 0,0 0-42 0,-1 0-48 0,1-1-40 16,-1-1-27-16,1 0-33 0,0-1-17 0</inkml:trace>
  <inkml:trace contextRef="#ctx0" brushRef="#br0" timeOffset="197810.57">24238 14816 2132 0,'-4'-2'252'0,"0"-1"-43"0,0 0-42 16,-1 1-36-16,2 2-22 0,0 0-30 0,1 0-23 0,0 2-6 0,-1-1-7 15,1 2-9-15,0 0-2 0,0 1-9 0,0 1-1 0,0 2 2 16,0 1 1-16,1 0-7 0,-1 1 4 0,0 0-11 0,0 0-4 0,0 2 1 16,1 1-10-16,0 1 2 0,-1 1 2 0,2 0 0 0,0 1-1 0,1 1-6 15,0 0-8-15,1-1-14 0,0 1-19 0,1-1-26 0,0-1-37 16,0-2-39-16,0 0-42 0,0-1-56 0,0-1-67 0,1-1-65 0,1 0-70 16,0-3-41-16,1 2-223 0</inkml:trace>
  <inkml:trace contextRef="#ctx0" brushRef="#br0" timeOffset="198010.57">24325 14875 2720 0,'-5'0'259'16,"1"1"-138"-16,0-1-34 0,2 1-48 0,2 1 2 0,1 0-10 0,0 0-6 16,3 2-4-16,0 1-12 0,2 1 1 0,0 2 2 0,1 2-1 0,1 0 6 15,-1 1-12-15,0 1-1 0,0 1 5 0,1 1-9 0,0 1 5 16,1 0-1-16,0 2-11 0,-1 0 7 0,2-1-4 0,-3 1 0 0,2 0 2 15,-1-2-16-15,0-2-29 0,0 1-36 0,-1-3-51 0,-1-1-49 0,0-1-71 16,-1-1-91-16,0-1-75 0,0 2-102 0,-1-3-35 0,0-1-95 16</inkml:trace>
  <inkml:trace contextRef="#ctx0" brushRef="#br0" timeOffset="198510.57">25079 14893 2345 0,'1'-4'138'16,"1"1"-85"-16,1-1-29 0,1 0-23 0,-1 0-2 0,1 0-2 0,0 1 0 16,0 0 1-16,0 1 2 0,-1 0-3 0,-1 1 0 0,-1 1-8 0,-2 0 1 15,1 0-6-15,-2-1 4 0,0-1 7 0,-1 0-1 0,-2-1 11 16,1-2 4-16,0 0-4 0,-2-1 12 0,0-2 7 0,0 1 7 0,0 0 8 15,-1 0 2-15,0-1 6 0,0 0-13 0,0-1 1 0,0 1-7 0,0-1-7 16,-1 2 13-16,1 0 3 0,-1 2 3 0,1 1 9 0,-1 0-13 16,0 1 2-16,0 0-7 0,2 2-1 0,-2-1 0 0,0 2-2 0,0 1-5 15,1 0-9-15,0 0 0 0,2 1-3 0,0 2 0 0,0-1-4 0,2 2-4 16,-1-1-6-16,2 2 6 0,-1 2-6 0,1 1-1 0,1 1 4 16,0 1-9-16,1 0 9 0,1 0-5 0,0 2 1 0,1 0 4 0,0 0-3 15,0-1 5-15,2-1-4 0,-1 0 0 0,2-1 6 0,0 1-6 16,1 0 4-16,0-1-1 0,0 0-2 0,2 1-1 0,0-2 0 0,0 1 2 15,0 0 4-15,0 0 1 0,2 0 0 0,0 0-1 0,0 0-1 0,1 1 1 16,0-1 3-16,0 0 0 0,0 0-7 0,0 0 9 0,-1 1-7 16,0-2 5-16,-2 0 6 0,-2 0 1 0,-1-2 11 0,-1 1 8 0,-2 1 3 15,0-1-3-15,-2-1-9 0,-1 1-6 0,-1 0-5 0,-1-1 0 16,-2-2 2-16,-1 1 7 0,1 1 4 0,-4 0-1 0,1 1 1 0,-2-2-15 16,-2 0-3-16,0 0-6 0,0-1-2 0,-1 0 4 0,-2-2-1 0,1 1-6 15,1-1-1-15,-1 1 2 0,0-1-2 0,1-1 6 0,1 1-11 16,2 0-14-16,0 0-3 0,0 0-15 0,0 0-6 0,1 1-4 0,0-1-24 15,1-1-19-15,1 0-33 0,0 0-36 0,1-1-43 0,0 0-67 0,2-1-75 16,0-1-99-16,1-2-89 0,2-1-295 0</inkml:trace>
  <inkml:trace contextRef="#ctx0" brushRef="#br0" timeOffset="198793.57">25297 14872 2403 0,'0'-2'686'0,"1"2"-567"0,1 1-38 0,1 0-45 16,2 1-2-16,2 0 4 0,1 1-5 0,2 1-7 0,-1 1 1 16,2 2-12-16,0 2 7 0,-1 1 4 0,-1 1-2 0,0-1 8 0,-1 2-5 15,-1 2-7-15,1-1-5 0,-2 1-1 0,0 1-7 0,0 2 1 0,0 0-1 16,-2 1-5-16,0 1 2 0,0 1 6 0,-1-2-8 0,0 0-16 16,1-2 9-16,-1 0 10 0,1-2-5 0,1 0 17 0,1-2 3 0,-1-1-17 15,1-2 7-15,0 0-6 0,0-3-4 0,2 1 5 0,0-2-6 0,-1 1 6 16,2-2-1-16,0 1 8 0,1-1-1 0,1-1-3 0,0 0-6 15,1-3-4-15,0 1 4 0,2 0-2 0,-1-1 0 0,0 0-6 0,0-1-4 16,1-1-5-16,0 0-14 0,1 0-9 0,-1-1-2 0,0 0-1 16,-1 0-14-16,0 0-8 0,-2-1-20 0,0 1-25 0,-1 0-24 0,0 0-34 15,-1-1-43-15,-1-1-53 0,-1-1-88 0,-2-1-86 0,-1-2-66 16,-1-3-102-16,-4-3 69 0</inkml:trace>
  <inkml:trace contextRef="#ctx0" brushRef="#br0" timeOffset="198977.57">25359 14683 3180 0,'-1'-1'127'0,"3"1"-66"0,3 0-43 0,2 1-25 16,4-1 7-16,4 1-9 0,2-1 7 0,5 2-3 0,1 0 1 16,0 1 0-16,-1 1 1 0,-1 0 3 0,0 0-11 0,-1 0-4 0,0 0-17 15,0 0-13-15,-1-1-26 0,-1 0-26 0,0 1-22 0,0-1-29 0,1 0-10 16,-2 0-18-16,0 0-34 0,-1-2-57 0,0 1-88 0,-2-1-83 15,-1 1-17-15,0-2-130 0</inkml:trace>
  <inkml:trace contextRef="#ctx0" brushRef="#br0" timeOffset="199160.57">25524 14901 1881 0,'-2'-1'1122'0,"-1"2"-961"0,-1 1-45 0,2 0-53 0,2-1-16 16,0 0 0-16,3 1-16 0,1-1-8 0,0 2-7 0,2 0-7 15,2 1 1-15,1-1-7 0,0 1 5 0,2-2-12 0,1-1-3 0,1 1-10 16,1 0-18-16,1-1-7 0,0 0-27 0,0-1-14 0,3 0-13 0,0 0-21 16,0 0-10-16,1-2-19 0,0 1-24 0,1-1-31 0,-1 0-47 15,2 1-36-15,-1-2-37 0,1 0-15 0,2-2 11 0,-1 1 24 0,3 0-167 16</inkml:trace>
  <inkml:trace contextRef="#ctx0" brushRef="#br0" timeOffset="199427.57">26235 14801 3216 0,'-1'1'148'0,"1"0"-49"15,2-1-49-15,0 1-21 0,2 0 1 0,2 0-9 0,1 1-12 0,3 1 6 16,0 1-9-16,2 1 0 0,1 1-1 0,-1 1-9 0,-1-1 4 15,2 0 8-15,-1 0-6 0,0 0-2 0,0-1 0 0,-1 1-6 0,2-1 1 16,0 1-10-16,1-1-12 0,0 0-6 0,-1-1-14 0,1-1-8 16,-2 0-7-16,1 0-18 0,-2-1-13 0,1 0-9 0,-1 0-13 0,1-1-14 15,-1-1-12-15,-2 0-34 0,-1-1-59 0,-1 0-73 0,0 1-88 0,-1-1-61 16,-2 2-8-16,-1-1-86 0</inkml:trace>
  <inkml:trace contextRef="#ctx0" brushRef="#br0" timeOffset="199577.57">26317 15133 2874 0,'0'0'207'16,"2"2"-81"-16,1 1-43 0,2-1-41 0,1 1-1 0,1 0-10 15,2-1-11-15,0 0-1 0,1 0-17 0,-1 0-10 0,1 0-17 0,1 0-15 16,-1-1-15-16,-1 0-18 0,0-1-35 0,1 0-32 0,-2 0-29 0,1-1-52 16,1-1-48-16,0 0-58 0,1 0-55 0,2-1-19 0,0-1 27 15,3-1 48-15,0-2-97 0</inkml:trace>
  <inkml:trace contextRef="#ctx0" brushRef="#br0" timeOffset="199944.57">26963 14640 3287 0,'-1'2'128'0,"0"1"-49"0,0 1-64 0,2 1-4 15,1 1-2-15,2 1-5 0,0 4 7 0,1 1-11 16,1 2-5-16,0 3 1 0,2 2 2 0,-1 0 8 0,0 3 1 0,1 2 6 0,0-2-9 16,2 2 2-16,-1-2-5 0,1-1-1 0,2 0-3 0,0-3-3 15,2-1 8-15,1-1-11 0,0-2 5 0,1-3-5 0,1-1-1 0,1-2 3 16,0-2-2-16,1-3 5 0,0-2 0 0,-1-2 10 0,-1-1-1 0,1-1 6 16,-4-1-1-16,1-1 7 0,1-3 5 0,-2 0 2 0,-1-2 6 15,-1-2-9-15,0 0 6 0,-2-2-7 0,1 1-6 0,-2-1 9 0,-2-1-6 16,0-1-9-16,-3 1 3 0,-1-2-5 0,-2 0 0 0,-1 0 3 15,-3 2-9-15,-2-2-6 0,-2 2-11 0,-2 1 0 0,-1 2 4 0,-3 0 5 16,0 1 12-16,-1 1 1 0,-1 0 5 0,-3 1 3 0,-1 2-7 0,1 0-6 16,0 2 12-16,0 1-8 0,1 2 1 0,2 2-3 0,-1 0-9 15,1 2-5-15,1 0-7 0,0 1-12 0,0 1-16 0,0 0-27 0,0 0-26 16,4 1-27-16,-2 0-31 0,2 0-51 0,1 0-66 0,0-1-85 0,1 0-121 16,0 0-135-16,2 0-285 0</inkml:trace>
  <inkml:trace contextRef="#ctx0" brushRef="#br0" timeOffset="200144.57">27551 14902 3973 0,'4'5'80'0,"0"0"-38"0,1 3-42 0,0 1 0 0,0-1 0 16,2 2 0-16,2 1-4 0,-1 1-14 0,2 1-2 0,-2 0-12 0,0 2-16 15,-2 0 5-15,-2-1-15 0,-1-1-10 0,-1 0-16 0,-2 0-39 16,0-2-18-16,-2 1-50 0,1-2-42 0,-1 1-59 0,-1-1-61 0,-1-1-31 16,1-1-40-16,-2-1-22 0,0-3 24 0,1-1-127 0</inkml:trace>
  <inkml:trace contextRef="#ctx0" brushRef="#br0" timeOffset="200460.57">28012 14425 3205 0,'-1'2'163'0,"-1"2"-64"0,0 1-62 0,1 0-21 0,0 0 1 15,1 1-2-15,0 2-2 0,1 1 2 0,-1 2-6 0,1 0-3 16,0 0-6-16,1 1-10 0,-1 1-5 0,1 0 23 0,0-1 1 0,-1 1 3 16,1 2 4-16,0-1-14 0,1 2-4 0,1-1 12 0,0 1-14 15,1 0 0-15,1 0 1 0,-1-1 3 0,1 1 5 0,-1-2-1 0,0 1 2 16,2-1-10-16,-1 0 6 0,1 0 3 0,-1 0-3 0,1-1 0 0,1-1-2 15,0 1 0-15,1 1 8 0,-1-1-3 0,0 0-5 0,-1-3-5 16,1 0 3-16,-1 1 2 0,1-1 9 0,-1 0-1 0,0-2-3 0,-1 0-1 16,0 0-6-16,-2-1 6 0,0 0-2 0,-2-1 0 0,-1-1 7 0,0 0-9 15,-2 1 0-15,-1-1 0 0,-1 0-7 0,-1 0-5 0,-2 0-6 16,-1 1-7-16,-2 0 1 0,-1 0-4 0,-2-1-10 0,0 0 1 0,-3-1-7 16,0-2-16-16,-2-1-7 0,2-2-30 0,0-2-29 0,-1-1-29 15,1-4-50-15,0-3-41 0,-1-2-74 0,-1-3-141 0,-1-5-162 0,0-6-175 16</inkml:trace>
  <inkml:trace contextRef="#ctx0" brushRef="#br0" timeOffset="200612.57">27972 14332 2579 0,'2'0'540'0,"0"1"-424"16,2 1-52-16,1 1-44 0,2 0-5 0,1 1-15 0,2-1 1 15,1 2-2-15,-1 0-8 0,2 1-4 0,0 1-14 0,0 0-23 0,-1-2-19 16,-2 1-22-16,2-1-27 0,-1 0-31 0,1 0-51 0,-1-1-62 0,0 0-48 15,0 0-45-15,2 0-14 0,0-1 15 0,1 0 41 0,2-1-90 16</inkml:trace>
  <inkml:trace contextRef="#ctx0" brushRef="#br0" timeOffset="200877.57">28540 14335 1639 0,'-2'0'396'0,"1"2"-191"0,-1 0-73 15,1 0-44-15,0 1-17 0,-1-1-7 0,1 1-7 0,-1 1-5 16,0 2-9-16,1 0-6 0,-1 1 6 0,0 0-3 0,0 1 16 0,0 1 5 15,0 1-8-15,1 0 4 0,0 0-6 0,0 1-18 0,2-1 1 16,-1 2-13-16,2 1-6 0,1 0 8 0,1 1-9 0,1-1-9 0,1 1 1 16,0 1 19-16,2 0 9 0,0 1 12 0,1 0-2 0,-1 0-26 0,3 0 4 15,-1-2-3-15,1 3 3 0,-1 0 6 0,-1-1-10 0,0 1 3 16,0-1-12-16,0 1-1 0,0-2 1 0,0 2 4 0,-1 0-11 0,0-1 4 16,-1 0-8-16,-1 2-2 0,-1 0 12 0,0-1-3 0,-2 0-5 0,0-1 4 15,-1-2-4-15,-1 0 0 0,-1-2 8 0,-1 1-6 0,-2-2-4 16,-1 0-6-16,-1 0-3 0,-1-3-10 0,0 0-18 0,-4-1-13 0,0-1-24 15,-2 0-21-15,-1-3-9 0,-1-1-36 0,-3-2-49 0,-3-3-58 16,-3-2-63-16,-1-4-79 0,-2-4-142 0,-1-3-429 0</inkml:trace>
  <inkml:trace contextRef="#ctx0" brushRef="#br0" timeOffset="201010.57">28294 14259 3576 0,'8'-3'132'0,"0"-1"-38"0,3 0-44 0,1 2-28 0,4 1-5 0,2-1-7 15,3 1-14-15,3 0 2 0,2-1-2 0,0 1-21 0,1 0-28 16,0-3-56-16,3 1-82 0,-1-4-103 0,2-1-214 0,0-3-323 0,1-4-427 16</inkml:trace>
  <inkml:trace contextRef="#ctx0" brushRef="#br0" timeOffset="204862.65">23426 14240 2571 0,'-6'4'330'0,"-1"1"-306"0,0 2-4 0,1-2-18 0,3 1-12 0,2 1-7 16,2-1-5-16,1 2 3 0,1 1 12 0,-1 2 11 0,1 0-1 15,-2 3 1-15,0 2-6 0,-1 2 2 0,-1 1 0 0,0 5-3 0,-2 3-3 16,-1 2 1-16,-2 4-20 0,0 4 14 0,-2 4-1 0,1 7 1 0,1 9 11 15,0 5-9-15,1 9 4 0,-1 8 0 0,1 8 0 0,0 4 2 0,2 4 5 16,0 1-1-16,0 2 8 0,0 2-3 0,2-2 8 0,1 1 5 16,1-5 10-16,1-4 1 0,1-5-3 0,3-4-2 0,2-4 1 15,2-5-2-15,3-2 0 0,3-2-17 0,2-4 6 0,4 0-4 0,3-4-2 16,2-2 17-16,1-3 0 0,0-2 20 0,-2-1 9 0,-2-1 5 0,-2-3 11 16,0-1-1-16,-3-4-5 0,-2 1 3 0,1-3-8 0,-5-3 0 0,-6-20 3 15,2 5-18-15,-1-4-16 0,2 4 4 0,0-2-12 0,1 1-3 16,0 0-7-16,2 1-3 0,0-4-2 0,1 0-6 0,-1-4 4 0,1-2-15 15,1-1 7-15,0-2 0 0,1-2-10 0,0-2 16 0,3-1-17 16,0-1 9-16,1-3 7 0,2-1-23 0,3-2 21 0,2-1-9 0,3-3 1 16,2-1 11-16,3-2-10 0,4-2 6 0,3-2 2 0,4-2-3 0,4-1-12 15,2-2 13-15,4-1-2 0,3-2-11 0,61-20 15 0,-8 3-9 16,-10 4 13-16,-11 5 5 0,-6 4-3 0,2-2-10 0,3 3-1 0,1 0 5 16,4 0-2-16,1 0 8 0,2-1-4 0,2 2 6 0,-1-3-6 0,0 2-6 15,3 0 12-15,0 0 1 0,1 2 8 0,2 2 0 0,0 2-11 16,0 1 13-16,2 4-5 0,-1 0-1 0,1 2 1 0,2 2-8 0,-1 0 15 15,1 2 0-15,1 2 4 0,-1 1-15 0,2 1 7 0,0 1 1 0,1 0 3 16,-1 1-1-16,-2 1-14 0,-1 0 2 0,-1-1 0 0,-1 0-4 16,-3 1 5-16,-1 0 1 0,-2 1-2 0,-6 0-2 0,0 0 0 0,-6 0 6 15,-3 1 2-15,-4-1-5 0,-8 1-1 0,-2-1 4 0,-4 0 2 0,-4-1 12 16,-4 1-8-16,-6 1-16 0,-3-1 8 0,-4-1-2 0,-5 1 10 16,-5-1 6-16,-2 0-20 0,-4-1-2 0,-2 1 0 0,-5 0 0 0,-3-3 0 15,-3 1 0-15,-2-3 0 0,-3 0 0 0,-2-1 0 0,-1-2 0 16,-2-2 0-16,0-3 0 0,-2-2 0 0,0-6 0 0,-2-4 0 0,0-5 0 15,-1-7 0-15,-2-5-10 0,0-7 0 0,-1-7 6 0,0-7-2 0,0-4-6 16,1-7 4-16,-1-5 0 0,0 0 6 0,0-8-2 0,-2-1-14 16,0-4 20-16,-1-1-2 0,-1 0 0 0,0 0 6 0,0 0-10 0,1 0 4 15,0 0-2-15,1 1 0 0,2 1 6 0,2 5 2 0,1 2 4 0,1 6-6 16,0 4 10-16,0 3 6 0,0 5 4 0,0 4-24 0,0 4 0 16,-1 6 0-16,1 3 0 0,0 5 0 0,-1 5 0 0,-1 1 0 0,-1 6 0 15,-1 0 0-15,0 5 0 0,-1 2 0 0,0 3 0 0,0 1 0 0,-3 3 0 16,1 3 0-16,-1-1 0 0,-2 1 0 0,1 2-32 0,-2 0-99 15,0-1-55-15,-2-1-77 0,-2-2-148 0,-3-1-280 0,-4-5-241 0,-6-5-122 16</inkml:trace>
  <inkml:trace contextRef="#ctx0" brushRef="#br0" timeOffset="205244.65">23200 13729 1 0,'0'116'409'0,"5"-60"894"0,9-28 858 16,-9-19-2056-16,-2-7-95 0,4 1 4 0,6-3-36 0,9-2 9 0,9-2 3 15,8-4-20-15,10-1 32 0,8-4-2 0,5-3 10 0,6-1-2 16,6-3 6-16,4-1-3 0,8-1-5 0,4-3 2 0,8 0-2 0,6-3-4 16,4-2 0-16,4-1 0 0,4 0 14 0,1-2-12 0,4 2 6 0,2 0 4 15,3 3-12-15,4 0 16 0,2 0 0 0,3 0-4 0,4-1-14 16,5 0 0-16,3 1 0 0,3 2 0 0,3 1 0 0,0 3 0 0,2 0 0 16,-2 3 0-16,1 2 0 0,-1 1 0 0,1 3 0 0,-3 0 0 0,1 2 0 15,-4 2 0-15,0 0 0 0,-3 2 0 0,-3 1 0 0,-2 2 0 16,-3 1 0-16,-7 2 0 0,-1 1 0 0,-5 2 0 0,-6 0 0 0,-4 2 0 15,-6 1-114-15,-6 0-102 0,-6 2-106 0,-3 0-178 0,-7 1-331 16,1 0-551-16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1:01:00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25588 11619 242 0,'-1'0'125'0,"0"0"-56"0,0 1-18 0,2 0-2 0,-1-1-4 0,1 2-1 16,1-1 0-16,0 0-4 0,1 0-7 0,1 0-5 0,0 0-6 0,2 0-1 15,0-1 3-15,1 0 3 0,0 1 2 0,1-1 2 0,0-1-4 0,2 1 4 16,0-1 4-16,0 0 0 0,2 1 1 0,2-1-3 0,-1-1-1 16,3 1 1-16,1 0 1 0,1 0 3 0,1-1 0 0,2 1-3 0,1-1-2 15,-2 0-6-15,3 0-4 0,0-1-4 0,2 0-3 0,2 0-3 16,1 0 0-16,0-1-2 0,-1-1-4 0,1 0 2 0,0-1 2 0,2 0 2 15,0 1 5-15,2-2 2 0,1 1 4 0,1-1 4 0,0 1 12 0,0 0 6 16,0-1 3-16,-1 1 4 0,1 0-5 0,-1-1-3 0,0 1-6 16,-2-1-1-16,0 1-4 0,-1-1 4 0,0-1 6 0,-2 0 3 0,-1-1 10 15,-2-1 7-15,-3 0-6 0,0-1-2 0,-1-1-5 0,0-2-4 0,-1-1-2 16,0 0-7-16,-1 0-4 0,-1-1-4 0,0 0 1 0,-2-1-6 16,1-1-5-16,-2 0 1 0,0 0-6 0,-2-2 1 0,1 0-2 0,-1 1-10 15,-1-1 10-15,-1-1-7 0,-3 1 1 0,-1-1 3 0,-2 0-4 16,-1 0 1-16,-1 1 0 0,-2 0 2 0,-1 1 3 0,-3 0 3 0,-2 0 0 15,0 0-5-15,-2-1 0 0,-1 1 1 0,-2 0-4 0,-1 0 1 0,-1 1 1 16,-2 0 1-16,2 2 15 0,-2 0 2 0,-2 2-5 0,0-1 4 16,-1 1-12-16,-2 0-1 0,0 0 4 0,-2 2-10 0,0 1 5 0,-2 1-5 15,0 1-2-15,-2-1 4 0,-2 2-4 0,0-1 6 0,-4 1-3 0,1 0 3 16,-3 1-1-16,1 0 1 0,-1 1-2 0,2 1-2 0,-1 0 0 16,0 0-2-16,-1 1 5 0,-1 0-17 0,2 0 6 0,-2-1-1 0,2 1-3 15,-2 0 17-15,2 1-9 0,-1 0-4 0,3-1-1 0,-1 0 0 16,0 1 4-16,-1-1-6 0,-1 0 8 0,-2 1-2 0,1 1 1 0,1 0 1 15,-1 1-4-15,0 1-4 0,-1 1 1 0,0 1 1 0,-1 2 0 0,0-1-3 16,0 2 0-16,-1 2-1 0,0 1 5 0,-1 0 4 0,1 2 4 16,0 0-2-16,-1 2-3 0,0-1-2 0,-1 1-2 0,-1 2 6 0,1 0-2 15,0 0-1-15,1 1 3 0,2-1-8 0,-2 3 4 0,2 0-1 0,1 0-6 16,1-2-13-16,1 3 1 0,1-1 2 0,2-1 8 0,2 2 11 16,2 0 1-16,1-2 8 0,2 1-11 0,1 0 5 0,0 0-2 0,0 0-8 15,1 1 2-15,0 1-4 0,0 0 5 0,4 0 4 0,0 2-2 16,1 2 1-16,2 0-4 0,3 2-1 0,1 0 1 0,0 0-7 0,3-1 6 15,1 0-5-15,2 0 2 0,3-1 2 0,1 2-9 0,2 1 8 0,3-2 2 16,2 2-4-16,2-1 1 0,2 0-16 0,1-2 3 0,4 0 23 16,3 0-1-16,1-2 13 0,3-1-3 0,2-2-17 0,1-2 7 0,1 0-7 15,1-2 3-15,1-1 0 0,2 0-6 0,2-3 8 0,2 0 0 0,2 0-2 16,-1-1 11-16,2-1-8 0,-1-2 5 0,1 0-6 0,1-2-9 16,-2-2 7-16,0-2-5 0,0-2-8 0,-2-1-29 0,1-2-55 0,-2-3-50 15,-1-2-60-15,-4-2-57 0,0-4-89 0,-2-2-120 0,0-3-420 16</inkml:trace>
  <inkml:trace contextRef="#ctx0" brushRef="#br0" timeOffset="14849.98">484 15166 1186 0,'-3'0'424'0,"0"1"-326"0,1 0-53 0,-1 0-37 0,0 0-4 16,-1 0-6-16,1 1 4 0,0-2 14 0,0 1 3 0,0 1 2 0,0 0 0 16,-1-1 1-16,1 1-3 0,-1 0 8 0,1 0 6 0,1 0 0 15,1-1 2-15,0 1-6 0,-1-1-3 0,1 0-2 0,0 0 3 0,0 0 5 16,0-1 12-16,-1 1 15 0,0-1 5 0,0 1 12 0,0-1 6 16,0 1-4-16,-1-1-3 0,0 0-14 0,1 1-20 0,0 1-12 0,0-1-4 15,0 2-9-15,2 0 6 0,-1 2-9 0,1 1-1 0,1 1 8 0,1 2 0 16,2 0 0-16,-1 2 4 0,2 1-2 0,0 1 0 0,1 1 2 15,2 0 7-15,1 1-2 0,-1 1-5 0,1 1-76 0,1-1-11 0,0 0 14 16,0 0 3-16,1-2 78 0,-1 1 6 0,-1-2-8 0,1-1-1 0,0-1 6 16,-1-1-3-16,0-3-4 0,-1 1 5 0,-1-2-5 0,-2-2 4 15,2 0 7-15,-2-2-5 0,0-1 3 0,-1-2-10 0,-1-1-5 0,1-1 0 16,-1-2-10-16,-1-2 10 0,0 0-3 0,0-1-5 0,0-2 6 0,0-2 1 16,-1 0-10-16,1-2-2 0,-1 2-5 0,1-3-2 0,0 1 5 15,1 0-5-15,-1 0 11 0,1 1-6 0,0 0 2 0,-1 2-5 0,2 1-11 16,0 1-4-16,1 2 9 0,0 3-2 0,1 1 6 0,1 2 0 15,-1 3-6-15,2 1 8 0,-1 2 1 0,0 2-3 0,1 1 2 0,0 2-6 16,-1 1 4-16,1 1-2 0,0-1 2 0,0 2 1 0,-1 0-3 0,0 1 4 16,-1-1-8-16,0-2 4 0,-1 0 4 0,1-2-4 0,-1 0 8 15,-1-2 3-15,1-1 2 0,-1-1 11 0,-1-2-1 0,1-1-10 0,0-2 8 16,-1-1-4-16,0-1 4 0,0-1 3 0,-1-2-4 0,2-1 6 0,-1-1-1 16,-1 0 2-16,1-1 0 0,0-1-15 0,0 0 6 0,-1 1-13 15,1-2 7-15,0 1-2 0,0-1 0 0,1 2 1 0,-1-1-5 0,0 2 4 16,1 1-4-16,0 0 0 0,0 2-6 0,1 0-2 0,-1 2 0 15,1 1 6-15,1 2 0 0,0 1 2 0,1 1-2 0,0 1-6 0,0 2 7 16,0 1-5-16,1 0-1 0,-1 2 6 0,2 0-7 0,-1 1 2 0,1 1 4 16,9 10-6-16,-2 1-2 0,-1-2-9 0,-1-2-120 0,-1-2-24 15,-1-3-28-15,-3-2-25 0,0-3 49 0,-1-2-34 0,0-4-56 0,0 1-61 16,-1-3-79-16,1-1-82 0,1-1-19 0,-1-5-47 0,1-2 148 0</inkml:trace>
  <inkml:trace contextRef="#ctx0" brushRef="#br0" timeOffset="15183.97">1477 14803 3149 0,'-9'-2'232'0,"2"0"-122"0,-1-1-77 0,0 1-11 15,-2-1-7-15,-1 0 0 0,1 0 19 0,1 1-17 0,0 1-4 0,0 0-4 16,-1 0-14-16,2 1 7 0,-2 1-10 0,0 1-1 0,-2 1-10 0,1 1-7 16,-1 1-1-16,1 1-15 0,-2 1 3 0,-1 2 0 0,0 2 6 15,1 1 10-15,0 2 6 0,-1 0 3 0,0-1 1 0,3 2 2 0,1-1-5 16,1 0 2-16,2-2-2 0,2 0 1 0,1-1 1 0,3-2 5 0,2-1-7 15,3 0 7-15,1-2 11 0,2-3 3 0,2 1 11 0,1-2 0 16,3 0-1-16,3-1 3 0,2-1-2 0,0 0 7 0,4-1 4 0,1 0 4 16,2-1-4-16,0 1 3 0,2 1-1 0,0-1 3 0,-2 1-1 15,3 1-10-15,-1 0-1 0,-2 1-5 0,1 0-2 0,-2 1 8 0,0 1-14 16,1 1-1-16,-2 1-32 0,-2 1-8 0,-2 1 2 0,0 1 2 0,13 9 32 16,-10 1 0-16,-8-2-4 0,-5-2 6 0,-4 0-2 0,-3 1-4 15,-1 1-2-15,-2-1-20 0,-3 1-3 0,-1 0 16 0,1-8-11 0,0 2 11 16,-2 0 5-16,0 3-10 0,-1-1 39 0,-1 3-6 0,-1-2-12 0,-1 3-6 15,0-1-51-15,0 0-2 0,0-2-9 0,1 0-17 0,0 0-11 16,0-1-25-16,1-1-16 0,1-3-27 0,0 0-44 0,2-1-48 0,0-1-83 16,1-3-88-16,1-2-35 0,2-2-105 0,1-3 165 0</inkml:trace>
  <inkml:trace contextRef="#ctx0" brushRef="#br0" timeOffset="15450.97">1900 14795 2784 0,'-8'0'255'0,"3"0"-145"0,0 0-68 0,2 1-39 0,4 0 4 0,-1 1-3 16,3 0-2-16,0 3 3 0,3 1-3 0,0 2 0 0,2 3-1 0,2 2 1 15,-1 3-5-15,0 2 1 0,2 3 0 0,0 0-2 0,0 0 6 16,1 0-7-16,-1 1 1 0,0-1 8 0,0-1-2 0,-2 0-1 0,1-2 5 16,0-1-3-16,-1-1 6 0,3-1 2 0,-2-2 0 0,2 0 1 0,-3-1 0 15,2-2 14-15,-1 0 8 0,0-2 4 0,1-2-5 0,0-1-4 16,1-1-11-16,-2-2-1 0,1 0 3 0,2-1-9 0,0 0 6 0,2-1-17 15,-1 0 9-15,2-1-4 0,1-1 3 0,0 0 5 0,2-1-11 16,1-1 2-16,1 0-23 0,-1-2-18 0,0 1-17 0,0-2-22 0,-1 0-18 16,0 0-21-16,-2 0-26 0,-2 0-35 0,0-2-40 0,-2 0-55 0,-1 1-74 15,-3-2-73-15,-1 0-20 0,-4-3 35 0,-4-2-161 0</inkml:trace>
  <inkml:trace contextRef="#ctx0" brushRef="#br0" timeOffset="15683.97">1814 14740 3042 0,'-11'2'216'0,"6"-1"-99"0,-3 0-71 16,2 0-30-16,-1 0-12 0,0 1 14 0,2 0 14 0,10-1 1 0,3 0 13 16,3 0-10-16,-2 1-4 0,2 0-4 0,3 0-9 0,2 1-4 0,2 0-9 15,2-1-2-15,3 2 2 0,-1 0-2 0,3 0-3 0,2 1-4 16,-2 0-1-16,3 0-6 0,-2 0-5 0,1 0-15 0,-2-1-21 0,-2 0-20 15,0 1-20-15,-2-2-18 0,0 0-28 0,-2 0-27 0,-2-1-31 0,-1-1-30 16,0-1-22-16,-2 0-36 0,0-2-36 0,-1 0-40 0,0-1-12 16,0-1 37-16,0-2-186 0</inkml:trace>
  <inkml:trace contextRef="#ctx0" brushRef="#br0" timeOffset="15933.97">2058 15121 1439 0,'-11'0'637'0,"3"0"-451"0,-3 0-80 0,5-2-39 0,5-2-8 16,1 0 13-16,2-2 31 0,2 1 11 0,0-2 6 0,-1 1-10 15,2 0-18-15,-1-1-6 0,3 3-12 0,0-2-14 0,0 2-13 0,1 1-11 16,-1-1-20-16,0 2 3 0,2 2-8 0,0-2-9 0,0 1 5 0,2 0-13 16,1 0 6-16,0 0 6 0,1 0-10 0,0 0 1 0,1 0 3 0,1 0-15 15,2 0-2-15,-1-1-3 0,1 1-27 0,2-2-5 0,-3 0-14 16,3 0-14-16,0 0-4 0,-1-1-14 0,1 0-17 0,1 0-14 0,-1 0-6 15,0 0-8-15,1 0 10 0,-1 0-2 0,0 0-9 0,2 0-8 0,-1-1-21 16,0 0-22-16,1 0-23 0,0-1-24 0,-1 1-8 0,2-1 19 16,0-1-203-16</inkml:trace>
  <inkml:trace contextRef="#ctx0" brushRef="#br0" timeOffset="16133.97">2862 14772 2957 0,'-7'-2'253'0,"2"1"-142"0,1 1-77 0,2 0-23 15,3-1-5-15,2 1 1 0,2-1 7 0,1 1-3 0,1-1 0 16,2 0-5-16,0 1-6 0,1 0-4 0,-1 1-3 0,3-1-4 0,0 1-13 16,1 1-14-16,2 0-32 0,-1 1-40 0,2 1-39 0,0 1-28 0,-1-1-30 15,0 1-28-15,-2 1-39 0,1-1-63 0,-1 0-55 0,-2 2-24 16,1 0 41-16,-1 0-92 0</inkml:trace>
  <inkml:trace contextRef="#ctx0" brushRef="#br0" timeOffset="16268.97">2981 15235 2475 0,'-6'1'614'0,"1"2"-503"0,1 0-65 0,3-1-44 0,3-2-6 0,3-1 0 15,2 0-3-15,2-2 6 0,3 0-14 0,0 0-9 0,2-2-20 16,0 0-40-16,2-1-83 0,2-1-91 0,-1-1-145 0,2-1-177 0,2 0-34 15,1-2-158-15</inkml:trace>
  <inkml:trace contextRef="#ctx0" brushRef="#br0" timeOffset="16800.97">3679 12728 1622 0,'-11'-3'192'0,"1"2"-104"0,-1 0-46 16,3 1-31-16,4 0-1 0,1 0 5 0,1 1 5 0,1 0-2 16,0 0-3-16,-1 0-5 0,2 0-5 0,-1 1 3 0,1-1-7 0,0 1 1 15,0-1 2-15,1 1-5 0,0-1 2 0,1 1 1 0,0 0 2 16,1-1 12-16,0 1 5 0,1-1 6 0,0 1 10 0,0-1 4 0,1-1 1 16,1 0 11-16,1-1-7 0,1-1 0 0,2 0-11 0,-1 0-7 0,3 1 2 15,1-1-4-15,1-2 1 0,0 1-6 0,1-1-6 0,2 0 0 16,1-1-4-16,0 1-5 0,2 0 4 0,0 0-10 0,-2 0 5 0,2-1-2 15,0 2-9-15,0 0 1 0,1 0-2 0,0 0 3 0,-2 1 8 0,0 0 0 16,-1 0 0-16,-2 1 3 0,-2 0-2 0,0-1 7 0,-1 2-2 16,-2 0-2-16,-1 0 0 0,-2-1 0 0,1 1 7 0,-1 0 1 0,-1 1-1 15,-1 0 1-15,0 0-4 0,-1 0 4 0,-1 0 9 0,0 1-1 0,-1-1 3 16,0 1 0-16,-1 0-7 0,0 1 4 0,-1-1-4 0,1 2 4 16,-1 0-1-16,0 1 0 0,-1 1-3 0,0 1-6 0,0 3-7 0,0-1-2 15,-1 3 2-15,0 2-7 0,0 1 3 0,0 0 1 0,0 3-2 16,0 0-4-16,1 1 0 0,-1-1-1 0,2 1-8 0,-1 1 3 0,1-2-13 15,0 2-15-15,1 0-18 0,0-2-34 0,0 0-34 0,0-1-46 0,1-1-66 16,0-3-90-16,1-1-102 0,0 0-71 0,-1-3-204 0</inkml:trace>
  <inkml:trace contextRef="#ctx0" brushRef="#br0" timeOffset="17316.96">3616 12820 2050 0,'-11'-6'385'16,"0"1"-271"-16,-1 0-63 0,6 3-43 0,4 1-10 0,2 1-6 16,2 0 2-16,1 0 2 0,2 2-7 0,1 1 3 0,3 2-1 0,0 2-1 15,1 1-1-15,1 1 0 0,0 0-8 0,2 1-15 0,0 1-3 0,1 0-12 16,0 2-6-16,2-1 6 0,1 1 4 0,1-2 7 0,-1 1 7 16,1 1 3-16,1-3 2 0,1 0 8 0,0-3 2 0,1-1 6 0,-1 1 4 15,0-2 2-15,1-1 6 0,-1 1-4 0,1-2 4 0,-1 1 0 16,-2-1 3-16,0 0-2 0,-1 0-8 0,-2 0 8 0,-3 1-3 0,-1 2-3 15,-3 1-2-15,-1 2-18 0,-3 1-11 0,-1 2-19 0,-3 1-14 0,-2 2-11 16,-4 3-7-16,-2 3 1 0,-3 1 9 0,-2 2 13 0,-1 3 13 16,-2-1 11-16,-1 3 8 0,-1 0 6 0,-2 2-1 0,-2 1 10 0,1 4 5 15,0-2 12-15,-1 1 22 0,2 0 17 0,-1-3 18 0,0 2 18 0,2-3 8 16,1 0 3-16,3-4-3 0,1-2-9 0,3-2-13 0,1-2-11 16,1-1-7-16,1-1-6 0,3-5 2 0,1 0 2 0,1-4 11 0,3-1 2 15,1-3 2-15,1-2 2 0,2-1-3 0,1-2-1 0,2-1-5 16,3-1-3-16,3-2-9 0,-1 0-2 0,4-2-13 0,2-1-9 0,0 0-4 15,4 0-6-15,0 1 0 0,-1-1 2 0,1 0-9 0,3 0-3 0,0 2-8 16,2-1-16-16,1 1-43 0,0 0-70 0,-1-1-89 0,1 0-115 16,1 1-115-16,0 0-31 0,1 0-188 0</inkml:trace>
  <inkml:trace contextRef="#ctx0" brushRef="#br0" timeOffset="18150.96">3876 14341 1539 0,'-7'-5'448'0,"0"0"-255"0,-1-3-63 0,3 2-47 0,3-2 1 15,2-1 10-15,1-1-3 0,3 0 12 0,0-1-4 0,1-1-13 0,1 2-4 16,0-1-13-16,2-1-7 0,2 0-8 0,1 0 1 0,3 2-2 16,3 0-8-16,2-1-11 0,4 1-6 0,2 0-4 0,3 0-8 0,1 1 3 15,2 0-12-15,2 0-1 0,3 2-1 0,1-1-1 0,3 2-2 0,-1-1-4 16,1 0 4-16,2 0 1 0,-1-1-3 0,2-1 0 0,-1 1-3 16,0-1-1-16,1 0 2 0,0 0-5 0,1 1 1 0,-3-2-5 0,-2 0-4 15,0 1-9-15,-4 0-25 0,1 1-14 0,-3 0-25 0,-1 3-30 0,-2 0-34 16,-3 1-49-16,-3 1-65 0,-1 1-89 0,-3 1-118 0,-2 2-67 15,-4 1-258-15</inkml:trace>
  <inkml:trace contextRef="#ctx0" brushRef="#br0" timeOffset="18516.96">4117 14649 3432 0,'-11'-2'189'16,"2"0"-90"-16,1 1-73 0,5 1-24 0,5 1-9 0,2 0 7 16,3 0-2-16,2 2 0 0,2 1 0 0,2 2-4 0,2 2 10 0,2 0 0 15,-1 2-4-15,3 1 0 0,-1 2-12 0,0 0 12 0,0 1-7 0,1 0-7 16,-2 2-7-16,-1 1-13 0,0 2-1 0,-1-2 10 0,-2 2-3 16,-2 0 2-16,-1-4 9 0,-1 1-1 0,0-2 3 0,-1-2 2 0,-2-2 0 15,0-4 0-15,-1 1 6 0,-1-3-6 0,-1-2-3 0,-1-1-8 0,2-2-3 16,0-1 7-16,1-3 6 0,0-2 12 0,0-1 5 0,2-4 5 15,1-3 4-15,-1-2 1 0,2-1 14 0,-2-3 2 0,0-1-3 0,1 0 13 16,-2 0-6-16,3-1 0 0,0 1 6 0,-1 0-10 0,3 0 1 0,-2 1 2 16,1 0-6-16,3 2-7 0,-1 3-3 0,1 1-5 0,1 3-5 15,1 2-8-15,0 3-2 0,0 4-3 0,-3 1 10 0,5 3 3 0,-1 2 13 16,3 3 2-16,0 4-11 0,0 2 3 0,2 4-18 0,-2 1-9 16,2 4 5-16,0 2 1 0,-1 1-4 0,1 3 7 0,-2 0-5 0,-2 1-13 15,0 2-19-15,-2 1-35 0,-2 0-39 0,-1 0-42 0,0-1-62 0,-1-1-103 16,0 4-167-16,-3-1-240 0,-4 6-346 0</inkml:trace>
  <inkml:trace contextRef="#ctx0" brushRef="#br0" timeOffset="19935.12">2128 17347 2384 0,'-10'1'254'0,"2"-1"-108"0,0 1-58 0,-1 0-39 0,-2 0-6 0,0 0 10 16,2 1 12-16,2-1 0 0,2 0-21 0,1 1-19 0,2-1-17 15,1 2-6-15,2 2 0 0,2 0-7 0,1 3 1 0,3 2 2 0,1 3-1 16,2 2 1-16,3 2-3 0,1 1-6 0,1 3 13 0,1 1 0 0,1 1-4 16,-1 1 5-16,1-2-6 0,-1 2 5 0,-1-1 1 0,-2 0-3 0,0-2 20 15,-1-1 1-15,0-4-5 0,-2 0 11 0,-6-9-24 0,2 1 12 16,-3-2 3-16,2 0-11 0,0-2 11 0,1 0 2 0,-2 0 7 0,1-1-3 16,3 0-4-16,1-3 4 0,-1-2-22 0,0-2 5 0,-1-4-1 15,0-1-25-15,-1-4 21 0,-1-2-2 0,1-1-11 0,0-1 17 0,0-1-8 16,0-4 7-16,0 0 3 0,0-1 1 0,-1 1 0 0,1 1 2 0,0-1-9 15,0 0-6-15,0 1 1 0,1 2 1 0,0 0 2 0,1 3-2 16,-1 1 6-16,0 2-6 0,1 2 0 0,0 3 0 0,0 4-9 0,0 1 15 16,0 2 3-16,0 2 2 0,0 1-1 0,-1 2-10 0,2 2 13 0,0 1 7 15,0 2-3-15,1 0-7 0,-1 0-4 0,1 1-8 0,-1-2 13 16,2 1-1-16,-1 0-1 0,1-2 4 0,1 0-14 0,-1-1 1 0,1-1 0 16,0 0 6-16,1-1-4 0,0-2 1 0,-1 0-2 0,1 0 2 0,-1-2 9 15,0 0-8-15,0 0-2 0,-3-2-10 0,1 2 14 0,0-2 0 16,-1 1-4-16,-1 1 0 0,-1-1-2 0,0 1 0 0,0 0-2 0,-2 1-7 15,1 1 0-15,0 0 2 0,-1 1-12 0,0 0 2 0,1 2-12 16,-1 1-13-16,1 0-24 0,0 2-36 0,0 0-32 0,0 2-45 0,0-1-52 16,1 0-82-16,1 0-107 0,0 1-113 0,0-2-4 0,1 0-137 0</inkml:trace>
  <inkml:trace contextRef="#ctx0" brushRef="#br0" timeOffset="20283.55">3359 17102 2974 0,'-6'-5'261'0,"0"0"-132"0,-1 0-87 0,0-1-11 0,1 0 13 0,1 1-1 16,-1-1 3-16,1 1-12 0,-2-1-13 0,0 0-12 0,0 2-11 0,0 1 10 15,-2 1-6-15,1 1-17 0,-2 1-15 0,-2 2-30 0,-1 3-21 16,-2 1-9-16,1 4 0 0,-3 0 8 0,7-4 33 0,-1 2 32 0,-1 2 8 16,-1 2 14-16,-1 0-12 0,-2 1-5 0,2 2 10 0,-1 2 4 0,1-1-2 15,2-1-5-15,1 0-6 0,2-2-8 0,1 0 14 0,3-1 7 16,2-3 10-16,1 0 3 0,1-1-15 0,2-2 6 0,1 1 2 0,0-2 6 15,3 0 4-15,2-1-2 0,1 0 3 0,1 0 2 0,2-1-5 0,1 0-2 16,0 1 2-16,2-2 6 0,1 1 3 0,0 0-13 0,1 1-14 16,0-2 4-16,1 2-2 0,0-1 9 0,-1 1 0 0,1 1-11 0,0 1 10 15,0 0-14-15,0 1 4 0,-1 0 6 0,0 2-6 0,-2 0 2 16,-2 2-11-16,0 0-10 0,-2 1 8 0,-2 0-6 0,-2 2-3 0,-1 1-15 16,-1 0-10-16,-2-1-4 0,-2 2-8 0,-2 1-6 0,0 1-10 15,-2-2-7-15,-1 1-3 0,-2 1-9 0,0-1-14 0,-1 1-10 0,-1-2-18 16,-1-1-7-16,2-3-26 0,-1 1-31 0,0-1-33 0,0-3-47 0,2-2-6 15,1-1 2-15,1-4 52 0,2-1-119 0</inkml:trace>
  <inkml:trace contextRef="#ctx0" brushRef="#br0" timeOffset="20500.59">3457 17363 1417 0,'0'0'347'0,"0"1"-125"0,0-1-80 0,1 2-17 0,0-1-3 15,0 0 2-15,1 1-12 0,1 0-27 0,-1 0-11 0,2 1-17 0,0 1-6 16,1-1-6-16,1 1-11 0,0 1-7 0,0 0-5 0,1 1-10 0,0 0-6 15,0 0 2-15,1 1-10 0,0 0 13 0,-1-1-8 0,2 2-6 16,-1-2 11-16,0 0-20 0,0 0 4 0,1-1 3 0,1 0-2 0,-1-1 3 16,0 1-6-16,1-2 5 0,-1 0 5 0,1 0-5 0,0-1 5 15,0-1-12-15,1 0 1 0,0-1 18 0,-1 0-5 0,2-1-2 0,-1 1-9 16,2-2-4-16,-1-1-2 0,0-1-16 0,2-1-28 0,0-1-30 0,0-1-36 16,0-2-27-16,-1-2-43 0,2-1-58 0,-1 0-68 0,0-2-63 15,-1-2 3-15,-1-1 38 0,-1 0-128 0</inkml:trace>
  <inkml:trace contextRef="#ctx0" brushRef="#br0" timeOffset="20700.58">3544 17261 1363 0,'-4'0'669'0,"0"0"-486"0,-2 0-83 16,0 0-38-16,-2 0-4 0,0 0 10 0,1-1 11 0,-1 0 1 0,1 1-5 16,1-1-21-16,0 0-16 0,2 0-10 0,0 1-9 0,0-1-19 15,2 0-12-15,0 0-8 0,1 0-15 0,1-1 2 0,1 1-3 0,1-2 0 16,2 0 18-16,1-1-1 0,2-2 4 0,1 0 3 0,2 0-6 0,0-1 5 15,1-1-3-15,2 0 8 0,1-1 0 0,1 2-3 0,-2-1 2 16,3 1-9-16,0-1-2 0,0 1-4 0,-1 0-22 0,1 0-37 0,-1 2-39 16,1-1-53-16,-1 0-58 0,0 0-64 0,-2 1-36 0,2-1 16 0,8-3 30 15,-6 4 53-15,-6 2-68 0</inkml:trace>
  <inkml:trace contextRef="#ctx0" brushRef="#br0" timeOffset="20868.59">3552 17336 2441 0,'-1'2'307'0,"0"0"-174"0,0-1-88 16,1 0-31-16,0 0-2 0,1 0-2 0,2 0 7 0,2-2 4 15,2 1-8-15,0-1-11 0,3 0 0 0,1 0-4 0,2-1 0 0,1 1-18 16,0-1-30-16,2 1-29 0,2-1-56 0,0 0-50 0,0 0-62 0,1 0-73 16,1 0-83-16,-1-1-50 0,1 1 22 0,0 0-105 0</inkml:trace>
  <inkml:trace contextRef="#ctx0" brushRef="#br0" timeOffset="21034.58">4360 16943 3687 0,'-12'4'259'0,"0"2"-138"0,-1 2-93 0,2 0-28 16,4-2 0-16,2-1 0 0,2-3 0 0,1 1 0 0,1 0 0 0,-1 1 0 15,1 0 0-15,1 0 0 0,0-1 0 0,1-1 0 16,0-1-50-16,0 1-96 0,1-1-66 0,1-1-54 0,-1 2-97 0,2-1-121 0,0 1-153 15,0-1-66-15,0 1-189 0</inkml:trace>
  <inkml:trace contextRef="#ctx0" brushRef="#br0" timeOffset="21417.54">4526 16742 3554 0,'-7'1'208'0,"1"0"-139"0,-1 0-52 15,3 0-26-15,3-1 3 0,2 0-6 0,1 1 1 0,1 1-5 16,2 3-3-16,0 1 2 0,1 3-12 0,2 3-9 0,1 2-28 0,0 0-7 16,4 1-23-16,1 3-10 0,0 0 5 0,0 1 9 0,0-1 29 0,-1 1 25 15,1 1 11-15,-1-2-1 0,-2 0-6 0,0-2-15 0,0-2 2 16,-1-2 0-16,-3-2 6 0,1-2 26 0,-2-2 7 0,-1-2 27 0,0-2 28 15,-1-1 15-15,-2-2 31 0,0-1 7 0,-1-1 1 0,1-1 6 16,0 0-6-16,-1-2-19 0,0-2-13 0,0 3-25 0,0-2-12 0,1 2-3 16,1 0-14-16,-1-2-4 0,0 0 2 0,1-2 1 0,0 2-7 0,2-1-1 15,-1-1 0-15,3 3-6 0,-1-2 3 0,0 2-1 0,2 1-17 0,0 2 9 16,0 1-5-16,1 1-6 0,0 2 4 0,2 1-10 0,-1 1 12 16,2 1-4-16,1 2-6 0,-1 2 2 0,1-1-3 0,0 3 5 0,0 0 10 15,0 0-8-15,1 0 11 0,-1 0 8 0,0-1-6 0,0 2 0 16,0 2-3-16,-2-1-1 0,-1 0 4 0,2-1-9 0,-2 0-26 0,-5-6-16 15,0 3-35-15,0-2-30 0,0 2-44 0,0-1-70 0,1 1-76 0,-1 0-120 16,-1 0-120-16,0 0-12 0,-1-1-154 0</inkml:trace>
  <inkml:trace contextRef="#ctx0" brushRef="#br0" timeOffset="21634.54">5356 16796 2690 0,'-6'6'1072'16,"0"0"-923"-16,0 1-85 0,3-3-44 0,2-2 0 0,2-1-2 16,1 1 4-16,2 0-14 0,0 0 6 0,1-1-8 0,0 2 2 0,1-1-4 15,1 0-4-15,1 2 0 0,1-1-20 0,1 1-4 0,0 0-22 0,2 1-7 16,1-1-10-16,2 1 3 0,-1 1 8 0,2 0-13 0,0-2-3 16,-1 0-34-16,0 1-16 0,-1-1-23 0,0 1-32 0,0-2-17 0,-1-1-31 15,0 1-18-15,1-2-34 0,0 0-61 0,-1-1-69 0,-1-1-46 16,0-1-183-16</inkml:trace>
  <inkml:trace contextRef="#ctx0" brushRef="#br0" timeOffset="21767.53">5527 17223 2383 0,'-3'5'1400'0,"1"-1"-1227"0,-1 1-100 16,2 0-41-16,-1 1-36 0,1-1 2 0,2 0-6 0,1-1 0 0,0-1 0 15,3 0-24-15,1-2-15 0,2 0-43 0,1-1-33 0,0-1-81 0,1 0-123 16,3-1-149-16,-1-2-204 0,4-1-102 0,1-1-144 0</inkml:trace>
  <inkml:trace contextRef="#ctx0" brushRef="#br0" timeOffset="22483.96">5990 15760 3048 0,'-9'-2'355'0,"3"2"-217"0,-2-1-73 0,4 0-33 0,0-1-4 16,1 0 3-16,2 0-10 0,1-1-8 0,0 1-9 0,1 0-4 0,1 0-2 16,-1 1-11-16,1-1-5 0,0-1-3 0,-1 1-5 0,1-1-4 15,0 0 4-15,0 1 1 0,0-1 7 0,2-1 8 0,-2 0 3 0,1 0 1 16,0 0 8-16,-1 0 2 0,2 0 3 0,-2-1 4 0,0 1 4 16,0 0-13-16,-1 0 2 0,1 0-4 0,0 1 4 0,0-1 14 0,-1 1-6 15,0-1-1-15,0 1-5 0,0 0-8 0,-1 0 7 0,0 0-7 16,1 1-1-16,-1 0-1 0,2 0-5 0,-2 1-1 0,1 1-9 0,1-2 1 15,-3 1 5-15,2 0 0 0,-1 0 9 0,0 1 0 0,0-1 0 0,0 0-1 16,1 1-4-16,-1-1 9 0,2 1 3 0,-1-1 5 0,1 1-5 16,0-1-8-16,0 1 1 0,0-1 2 0,-1 0 6 0,1-1 2 0,1 1-5 15,0 0-1-15,2-1 2 0,-1 1 4 0,2-1-6 0,0 0 5 0,0 0-5 16,1 0 0-16,0-1 2 0,2 1-13 0,2 0 13 0,2-1-8 16,1 0 3-16,0 1 3 0,2-1-10 0,2 1 7 0,1-2-5 0,0 0-1 15,1 0 5-15,0-1 6 0,0 1 6 0,3 0-6 0,1-1-2 16,-1 1 0-16,0-1 1 0,-3 0 1 0,2 0 7 0,-2 0-1 0,-1 1 5 15,0 1 6-15,-1-1-10 0,-1-1 2 0,-1 1-2 0,1 1 1 0,-3-1-6 16,-1 1 1-16,-1-1-3 0,-1-1 0 0,0 1 4 0,-2 0-8 16,0 1 5-16,-2 0-3 0,-2 1-5 0,1 0 1 0,-1 0-5 0,-1 0-1 15,-1 1-8-15,-1 1-7 0,0-1-8 0,-1 2-6 0,-1 0-12 0,0 0-20 16,0-1-23-16,-1 0-22 0,1 1-31 0,-2-1-38 0,1 1-57 16,-2 0-71-16,0 0-88 0,-1 0-82 0,-1 0 2 0,-2 0-183 0</inkml:trace>
  <inkml:trace contextRef="#ctx0" brushRef="#br0" timeOffset="22968.96">5980 15737 1300 0,'-6'1'550'0,"-1"1"-390"15,0 1-94-15,2 0-59 0,2-1 0 0,2 0-1 0,0-1 7 0,2 0 1 16,-1 1-2-16,1-1 11 0,0 2 0 0,2 0 12 0,0-1 8 15,1 1-11-15,1 0-2 0,-1 0-6 0,3 2-3 0,0 0 8 0,1-1-6 16,2 2-1-16,0 0-7 0,1 1-1 0,3 0-6 0,-1 0-4 16,2 1 4-16,2-1-2 0,1 2 7 0,3-1 4 0,-2 1-1 0,2 0-10 15,1-1-3-15,0 0 2 0,3 0-2 0,-1-1 7 0,1-2-1 0,2 1-6 16,-3-1 7-16,2-1-4 0,-2 0 9 0,1 0 2 0,-2-1-7 16,-3 0 4-16,2 0-14 0,-4-1 8 0,-1 0 4 0,-2 0-6 0,-3 0 6 15,-1 0-8-15,-1 0 0 0,-3 1-3 0,-1 0-4 0,-1 0-12 0,-2 1-10 16,-2 0-9-16,-2 1-8 0,-2 3-3 0,-2 0-2 0,-3 2 11 15,0 1 2-15,-4 2 9 0,-2 0-2 0,-2 3-15 0,-2 1 3 0,-4 3-19 16,-1 0 8-16,0 3 15 0,0-1 5 0,0 1 27 0,1 0 10 16,0-2 22-16,1-1 20 0,3-1 7 0,2-2 1 0,2 2-21 0,2-1-8 15,1-1-12-15,-1 0-2 0,1 0 0 0,2 0 6 0,0-1 9 0,2 1 9 16,0-2-7-16,2 0 4 0,0-1 5 0,1 0-2 0,2 1 12 16,0-1-9-16,0-1-15 0,1-1-3 0,2-1-6 0,2 0-1 0,0-3 2 15,2 0-8-15,1-1-1 0,1-2-9 0,3-1-4 0,2 0 9 16,1-1 9-16,2-2 3 0,0-1 15 0,3-3 0 0,2 0 9 0,-1-1 5 15,3-1-15-15,2-1 6 0,0-1-13 0,4-2 4 0,-2 0 0 0,5-2-12 16,0 0-2-16,0 1-1 0,-1-2-4 0,-1 1-6 0,-1 1-15 16,0-1-8-16,-2 3 17 0,0 2-19 0,-1 0 1 0,-2 2-31 0,-1-1-50 15,-2 1-32-15,-3 2-54 0,0 2-43 0,-1 2-68 0,-1 1-100 0,-3 2-80 16,1 1 1-16,-4 3-136 0</inkml:trace>
  <inkml:trace contextRef="#ctx0" brushRef="#br0" timeOffset="23318.25">6195 17045 3630 0,'-2'-2'226'0,"2"-1"-128"0,1-1-61 15,3-1-31-15,3-1-10 0,2-1 6 0,5-1 8 0,2 1 2 0,-1-2-14 16,5 2-4-16,-1 1 0 0,1 0-6 0,1 0 2 0,-1-1-25 0,0 2-24 15,0 1-22-15,2 1-36 0,-1 0 6 0,3 1-17 0,-1 0-5 16,-1 0-2-16,0 0-32 0,-1 1-9 0,-2-1-23 0,0 1-31 0,1 0-15 16,-2-1-13-16,0-1 18 0,-1 0 41 0,-2 1 56 0,0-1 56 15,1 1 55-15,-2-2 32 0,0 0 16 0,0-1 1 0,1-2-8 0,1 1-1 16,1-1-8-16,2 0-1 0,2-1-4 0,1 1-4 0,3-1 2 0,2 0-7 16,0 1-6-16,1 0-27 0,0 2-34 0,1 0-8 0,-2 2 1 15,2 1 23-15,-2-1 30 0,-1 1 10 0,-1 1 6 0,-2 1 4 0,0-1 5 16,-1 1 11-16,1 1 6 0,-2-1 7 0,0 0 9 0,-1 0 7 0,0 0 10 15,-1-1 8-15,0 0 2 0,0 0 1 0,-2-1-6 0,0 0-9 16,-1 1-12-16,1-1-14 0,-1 0-4 0,1-1-6 0,-1-1-9 0,-1 1-33 16,-1-2-48-16,1 0-57 0,-1-2-55 0,1 0 0 0,-2-1-135 15</inkml:trace>
  <inkml:trace contextRef="#ctx0" brushRef="#br0" timeOffset="23834.24">6677 17252 2959 0,'-1'3'296'0,"1"-1"-183"0,0 1-73 0,0 1-24 0,2 1 16 16,-2 0 16-16,3 1-6 0,2 1-4 0,1 0-12 0,1 1-2 0,1 1 10 16,1 1-3-16,1 1-10 0,2 2-10 0,-1 1 0 0,1 0-3 0,1 1 5 15,1 1-5-15,-2 1-8 0,2 0-4 0,-1 1 6 0,0 0 4 16,-1-1 2-16,-1 1-4 0,1 1-22 0,-2-1 18 0,0-1 2 0,-2 1 2 16,1 0 2-16,-2-1-10 0,0 0 4 0,-2-3-2 0,1 1 8 0,0-2 3 15,-1-3-5-15,-1-1 12 0,0-2-13 0,0-2-12 0,-1-1-3 16,1-1 8-16,-1-3-17 0,0-1 19 0,0-1-5 0,0-1 9 0,1-1 9 15,-2-3-7-15,1-1 15 0,0 0-19 0,1-1 12 0,-1-1-10 16,1-2-12-16,0-1-3 0,0-1 13 0,1 0 5 0,-1-1-7 16,2-1 6-16,0-1-4 0,1 0 4 0,-1 0-2 0,0 1-10 0,1 0 5 0,1 4 8 15,0-1 7-15,0 1-4 0,-1 2-10 0,2 1-6 0,-1 2 0 16,0 0 4-16,0 1 2 0,0 3-7 0,1 0 7 0,0 1-10 0,0 3-9 16,1 0 12-16,-2 1-3 0,2 2 10 0,1 1 1 0,-1 0-1 15,2 1 7-15,-2 2 3 0,0 0 9 0,1 1-11 0,0 1 2 0,0-1 11 16,0 1-4-16,-1 0-1 0,1 0-9 0,0-1 5 0,0 2 0 0,-1-1 3 15,1 1-9-15,-2-2-8 0,2 0 2 0,-2 1-1 0,1 0-1 16,-1 0-4-16,0-1-4 0,-1 0-11 0,-1 0-40 0,0 0-13 0,0 2-22 16,-1 0-31-16,0 0-14 0,-1-1-34 0,-1-1-67 0,0 1-102 0,-1-1-132 15,0 0-154-15,0-1-6 0,-1-2 25 0</inkml:trace>
  <inkml:trace contextRef="#ctx0" brushRef="#br0" timeOffset="24001.24">7928 16479 2241 0,'-4'2'1672'0,"1"1"-1544"0,0 0-74 0,1-1-54 16,2-1 0-16,1 1 0 0,2 0 0 0,0 1 0 0,2-1 0 0,-1 2-42 16,2-1-40-16,-1 0-43 0,-1 2-60 0,0-3-81 0,0 2-136 0,-1 1-210 15,-1 0-203-15,-1 2-284 0</inkml:trace>
  <inkml:trace contextRef="#ctx0" brushRef="#br0" timeOffset="24384.24">8219 16246 3401 0,'0'1'269'0,"-1"1"-129"0,1-1-51 0,1 0-42 0,1 0-6 0,1 0-11 15,1 0-20-15,2 1-2 0,1 1-6 0,1 0-2 0,1 2-2 16,-1 0-2-16,2 0 16 0,-1 3-6 0,0 2-6 0,1 1-2 0,0 2-10 16,0 0 4-16,0 0 8 0,1 3-16 0,0 0 8 0,-1 0-6 0,0 1 6 15,-1 0-4-15,-1-1-9 0,1-1 15 0,0 0 0 0,0-1 12 16,-1-1-2-16,-1-3-20 0,0-2-9 0,-1-2 9 0,0 0-1 0,-1-2 1 16,0-3-1-16,0 0-3 0,0-3 7 0,1 0-6 0,0-3 15 15,0 0 2-15,1-1-4 0,0-3 6 0,0-1-12 0,2-2 9 0,-1-1 8 16,1-1-1-16,2 0-4 0,0-3 2 0,0 0 4 0,2-1 5 0,-2-1 13 15,1 1-23-15,-1-1 13 0,0 2-4 0,1-1 1 0,-1 1 13 16,1 1-9-16,-1 1 13 0,1 1-19 0,-2 1 1 0,0 2 6 0,-1 3-4 16,0 1 11-16,0 2-3 0,-2 2 0 0,0 1 8 0,-1 0-2 0,0 3-10 15,1 0-16-15,-1 2 0 0,0 1 0 0,0 1 0 0,1 1 0 16,0 0 0-16,1 2-6 0,-1 3-8 0,0 0 0 0,1 1-18 0,0 2-2 16,0 0-9-16,-1 4-4 0,0 1-10 0,-1-1-31 0,-1 3-6 0,-2 2-30 15,0 1-34-15,0 1-32 0,-2 0-59 0,1 2-71 0,-2 0-100 16,-1 2-103-16,0 1-58 0,-2 1-224 0</inkml:trace>
  <inkml:trace contextRef="#ctx0" brushRef="#br0" timeOffset="24801.24">9364 15271 3443 0,'-15'8'157'0,"-2"2"-79"16,-7 4-50-16,-1 4-16 0,-3 2-10 0,0 2-16 0,-5 5-26 0,-3 3-26 16,-6 8-18-16,-6 6-4 0,-6 4 6 0,-5 6-2 0,-4 3-15 0,-5 5-6 15,-5 7-13-15,-5 4 2 0,-4 5-4 0,-2 5-11 0,-3 2 13 16,-2 4 12-16,-2 2 42 0,0 1 31 0,-1 0 21 0,0 2 21 0,1 0 0 15,-1 0 7-15,2 0 4 0,-1 1 2 0,47-47 16 0,-11 10 9 16,1 1 12-16,-10 12 5 0,2-2-3 0,-10 14-8 0,3 0-1 0,31-37 26 16,-4 6 1-16,0 0 4 0,-2 7-1 0,2 0-39 0,-5 4 28 0,4 1-8 15,-4 5-40-15,3-3 9 0,-4 5-52 0,4-1-3 0,-3 5 9 16,3-4-42-16,-3 5 14 0,3-2-37 0,-2 4-13 0,3-4-23 0,1-2-44 16,4-3 42-16,1-2-35 0,3 1-23 0,2 3-96 0,3-5 271 0,3-5 0 0,3-19 0 15,2-42 0-15,3 0 0 0,2 0 0 0,2 0 0 0,2 0 0 0,2 0 0 0,1 0 0 0,3 0 0 0,2 0 0 0,0 0 0 0,2 0 0 0,2 0 0 0,0 0 0 0</inkml:trace>
  <inkml:trace contextRef="#ctx0" brushRef="#br0" timeOffset="25284.26">8527 17316 3249 0,'-3'3'181'0,"1"-1"-87"0,0 1-42 16,0-1-18-16,0 0 5 0,0 0-8 0,2 0-11 0,1-1-10 16,1 0 1-16,1 0-1 0,2-1-8 0,0 0 0 0,2-1-14 0,2 1 20 15,0-1 3-15,2-1-14 0,0 0 1 0,3 0-14 0,0 0-5 0,2 0 2 16,0 0-33-16,2 0 5 0,0 1 0 0,0 0-23 0,2-1-13 16,0 0-48-16,0-1-45 0,-1 2-30 0,1-2-46 0,1 0-38 0,-1 0-33 15,0-1-35-15,1 0-35 0,-2 1-10 0,1 0-190 0</inkml:trace>
  <inkml:trace contextRef="#ctx0" brushRef="#br0" timeOffset="25401.26">8783 17663 2050 0,'-3'6'388'0,"1"-2"-182"0,-1 0-66 0,-1 2-21 16,1 1-24-16,-1 0-19 0,1-1-24 0,0 0-26 0,1-1 4 16,2-1 5-16,-1 0-17 0,2 0 2 0,0-2-19 0,1 0-4 0,1 0-24 15,1 0-54-15,0-2-15 0,1 1-65 0,1-1-13 0,1 0-46 0,1-2-58 16,0 1-43-16,1-1-70 0,1-2-15 0,2-2 17 0,1-1-152 15</inkml:trace>
  <inkml:trace contextRef="#ctx0" brushRef="#br0" timeOffset="25667.26">9219 17265 2458 0,'-1'4'279'0,"0"-1"-122"15,1 1-58-15,0 1-13 0,0 1-6 0,0 1-18 0,1 1-34 0,1 0-12 16,0 0 4-16,1 1-7 0,0 2 5 0,0 0-13 0,1 2-5 15,-1-1 7-15,0 3-3 0,2 1-8 0,-2 1 1 0,1 0-5 0,-1 2-1 16,0 1 2-16,0-1 0 0,0 4 2 0,-1-1 1 0,-1 0-3 0,0 1 7 16,0 1-4-16,0-1 8 0,-1 0 14 0,-1-2-9 0,1-2 5 15,0 0 10-15,0-10-17 0,1 0-5 0,0-1 1 0,0 0-1 0,1 0 13 16,0 0-1-16,1-1 19 0,0 1-6 0,1-2-8 0,1 0 14 0,1-1-27 16,0 1-3-16,1 0 18 0,2-1-25 0,0 0 9 0,2-1-10 15,0 0-3-15,0-1 3 0,2 0-8 0,1-1 4 0,0-1-13 0,1 0 11 16,-1-1-6-16,2 0-7 0,0-1-18 0,0 0-12 0,-1 0-17 15,1-2-35-15,0 0-24 0,-1-1-43 0,13-6-36 0,-3-2-53 0,-4 0-113 16,-4-2-91-16,-3-3 2 0,-6-2 57 0,-5-2-107 0</inkml:trace>
  <inkml:trace contextRef="#ctx0" brushRef="#br0" timeOffset="25868.26">9064 17157 2466 0,'-1'5'922'0,"0"-2"-784"0,1 1-65 0,1 0-32 0,0 0 4 16,1 2-10-16,2-1-34 0,2-2 7 0,1 2-8 0,3-1-4 15,1 2 4-15,1-1-9 0,0 1 16 0,2 0-7 0,0 1-19 0,2-1-15 16,-1 1-37-16,1-1-21 0,1 0-23 0,0 0-22 0,0 0-3 0,1 0 4 16,1-1-6-16,-2 1-22 0,1-2-48 0,0 1-56 0,-1-1-101 15,0 0-103-15,0-1-16 0,0 1-168 0</inkml:trace>
  <inkml:trace contextRef="#ctx0" brushRef="#br0" timeOffset="26101.26">9139 17596 3346 0,'1'0'315'0,"1"2"-199"0,1-1-50 0,1 1-10 0,3 0-15 0,2 0-6 16,3 0-15-16,2-1-6 0,4 0-10 0,2-2-2 0,3 0-6 0,1 0 8 15,1-1-18-15,1 0-19 0,0-1 3 0,-1 1-25 0,0-1-3 16,-1-2-15-16,0 1-13 0,-1 0 5 0,-2 0 0 0,0 0 22 16,-2 1 20-16,-2 0 19 0,0 0-3 0,-3 2-23 0,-2 0-22 0,-2-1-15 15,-2 2-8-15,-1-1 0 0,-1 0 10 0,-3 0 7 0,0-1 11 0,-2 1 6 16,0 1-17-16,-2-1-30 0,0-1-40 0,0 0-66 0,-2-1-96 0,1-1-135 16,-1-1-46-16,-1-3-212 0</inkml:trace>
  <inkml:trace contextRef="#ctx0" brushRef="#br0" timeOffset="26854.26">1900 12165 1 0,'82'-78'459'0,"-46"22"797"0,-14 11 767 0,-24 0-2014 0,0 5-11 15,15 2-9-15,12-2 1 0,11-1-1 0,11-2 9 0,7-3 4 16,10 2-2-16,7 0-8 0,7 0-7 0,9 1 4 0,7 0-14 0,8 2 17 16,7 3 5-16,7 3-5 0,4 3 12 0,7 3-12 0,3 2-1 0,6 4-14 15,4 3 1-15,2 3-10 0,4 5 1 0,3 1 7 0,1 6-11 16,0 2 11-16,3 6-7 0,-1 4-2 0,0 3 4 0,-1 4 0 0,0 4 9 15,0 4 10-15,1 3-5 0,0 4 1 0,0 3 0 0,-1 4-6 16,1 2 11-16,0 3 6 0,1 4-4 0,0 0 7 0,0 3-5 0,0 4 5 16,0 2 1-16,-1 3-4 0,0 4 1 0,0 4-5 0,-1 3-11 0,-2 3 17 15,2 4 1-15,-4 1 3 0,0 4 8 0,-1 4-13 0,-4 4 7 16,2 7-14-16,-2 3 18 0,-4 3-9 0,-4 4-2 0,-4 1 13 0,-4 3-16 16,-4 4 5-16,-5 0-4 0,-4 3-5 0,-4 3 8 0,-4 3 1 0,-5 1-27 15,-6 2 17-15,-8-2-1 0,-6 3 1 0,-5 0 24 0,-6 0-21 16,-4 1 16-16,-5-2 3 0,-3 3 2 0,-4 1 5 0,-3 1-5 0,-3 2-7 15,-4-2-1-15,-1-1 4 0,-4-1-8 0,-3-2 2 0,-2 1-6 16,-4-4 2-16,0 3-13 0,-4-1 15 0,-1-2 5 0,-4-2-5 0,-4-4 0 16,-6-3-13-16,-2-5 1 0,-5-2 6 0,-5-56 8 0,-1 14-3 0,-2-4 13 15,-3 12 2-15,-4-3 0 0,-5 11 2 0,-5-4-4 0,-3 10 35 16,9-45 5-16,-3 4-10 0,-1-2 20 0,-6 4-31 0,-3 0 8 0,-5 4 2 16,-3-1-29-16,-7 5 57 0,-2-1-29 0,-7 2 8 0,-3-1-25 0,-8 3-52 15,-3-2 29-15,-7 4-31 0,-3-2 31 0,-8 4-36 0,-4-3-6 16,-3-1 13-16,-4-2-31 0,-4-2-15 0,-3-3 23 0,-3-2-39 0,-4-1 18 15,-2-4 41-15,-2-2-25 0,-4-2 0 0,-2-1-71 0,-4-4 31 16,-3 1-68-16,-2-1 30 0,-3 1 51 0,-2 4 1 0,6-2 81 0,7-31 0 0,7-8 0 0,9 0 0 16,7 0 0-16,8 0 0 0,9 0 0 0,7 0 0 0,10 0 0 0,8 0 0 0,9 0 0 0,9 0 0 0,10 0 0 0,8 0 0 0,11 0 0 0,9 0 0 0</inkml:trace>
  <inkml:trace contextRef="#ctx0" brushRef="#br0" timeOffset="-140664.23">2556 2983 1455 0,'-22'14'25'0,"2"1"-18"0,-3 2 4 0,9 1 8 0,6-4 9 0,2 1 3 16,2 0-5-16,3 1-9 0,3 0-11 0,4 1-3 0,2-1-2 0,6 2 1 15,3 0-2-15,5 0-2 0,3 1-6 0,4 0-1 0,1 0 13 16,6-1 4-16,2 1-1 0,2 0 2 0,3-1-10 0,-1 2 0 0,1 1 2 16,2 1-4-16,3 0 2 0,1 2-4 0,-1 2-3 0,3 3 3 15,-2 0 0-15,2 1 5 0,2 0 2 0,0 0-2 0,2-2-3 0,1 2-1 16,-1-2 3-16,3-1 1 0,-1 0 5 0,2-1 1 0,2-2-2 0,0-3 0 16,0-1 4-16,3-1 2 0,0-4 15 0,-1 0 15 0,2-2 11 15,-1-3 7-15,0-1 1 0,1-3-2 0,0-1 0 0,-2-2-7 0,2-1-5 16,0-2-2-16,0-2-9 0,0-2 1 0,0-2-1 0,-1-1-9 0,1-4-7 15,-1-2-7-15,1-4-5 0,-3 2 4 0,0-4 5 0,-1-1 3 16,-2-1 0-16,-2-3-6 0,-1-2 5 0,-2-2-3 0,-1-1 3 0,-2 1 0 16,-2-3-5-16,-3 2-1 0,-2-4-2 0,-3 1 2 0,-1-1 2 15,-2 1-4-15,-3 0-1 0,0 1-1 0,-2-2-2 0,-1 1 1 0,1-3 2 16,-5 0-5-16,0 0 7 0,-1-2 1 0,-5 1 3 0,1-2-3 0,-4 1 0 16,-1 0 2-16,-3-2-3 0,-5 2 7 0,-2-1 3 0,-5-2-1 15,-3 2 2-15,-4-3 2 0,-4 2-2 0,-3-2-3 0,-4 0 2 0,-4 0-6 16,-1-1 8-16,-6 0 1 0,-2 0-3 0,-5 0 3 0,-1 2-7 0,-5-1-1 15,-2 3-3-15,-2-1-4 0,-3 0 0 0,-1-1-4 0,-1-1 3 16,-2 2 1-16,-2 2 1 0,-1 2 2 0,-2 1-2 0,26 17 0 0,-6-4 3 16,-2 1 8-16,-7-3 2 0,0 0-1 0,-8-1-2 0,-2-1-3 15,-8-1-9-15,-1 0 5 0,0 3-3 0,-2 0-9 0,0 2 5 0,-3 3 2 16,1 1-3-16,-3 2-3 0,0 2 5 0,0 2-8 0,-2 5 4 0,1 0 6 16,-3 4-9-16,1 2-3 0,0 2 2 0,0 3 2 0,0 2-1 15,1 4 8-15,1 2-18 0,0 3-1 0,0 3 7 0,2 2-6 0,2 4 16 16,-2 2-15-16,-5 9 1 0,-48 28 0 0,21-1 4 0,18-3 12 0,27-12-10 15,1 6 3-15,4 3-4 0,0 4 2 0,5 2 2 0,5 1 2 16,1 2-10-16,3 4 11 0,3 3 4 0,2 0-2 0,2 6 4 0,5 1-18 16,1 2-6-16,5 4-11 0,1 0-23 0,3 1-12 0,4 3-35 15,5 0-47-15,3 1-47 0,4-2-70 0,4 2-49 0,4-2-49 0,5 2-61 16,3 1-342-16</inkml:trace>
  <inkml:trace contextRef="#ctx0" brushRef="#br0" timeOffset="-139998.23">6574 5406 1 0,'-43'-8'406'0,"-22"-11"762"15,-15-10 716-15,-13-5-1793 0,37 2-233 0,6 7 8 0,5 4 45 0,5 3 77 16,-1 5 21-16,1 1-9 0,1 3-44 0,-1 3-65 0,-2 5-63 0,-1 4-36 16,-1 8 17-16,-4 7 48 0,1 6 55 0,-4 7 48 0,-3 5 28 15,-2 5 12-15,-3 1 6 0,-3 3 7 0,-2 1 14 0,-3 1 13 0,-2 1 20 16,-2 1 0-16,-1 3-9 0,0 4 9 0,-4 3-13 0,-2 2-1 0,1 3 12 15,0 2-21-15,1 1-1 0,2-3-4 0,1-2-5 0,3-2 2 16,0-2-2-16,0-1 13 0,0-2-3 0,2-2 7 0,3-2 4 0,-1-3-18 16,1-1 5-16,0-2-13 0,-1 0 3 0,2-1-6 0,-1-2-5 15,-1-2 5-15,1 0-3 0,1-2-2 0,1-2-3 0,3-5-20 0,2-2 9 16,4-5-3-16,2-2-29 0,4-5-24 0,3-2-73 0,2-4-82 0,1-3-85 16,3-5-117-16,3-5-136 0,-1-6-429 0</inkml:trace>
  <inkml:trace contextRef="#ctx0" brushRef="#br0" timeOffset="-139764.23">2394 5374 2765 0,'-15'-22'19'0,"4"1"-17"0,2-3-2 15,9 8 0-15,4 6 2 0,5 3 3 0,4 0-5 0,7 2-4 0,6 3-6 16,8 4 1-16,7 5 0 0,7 4-2 0,9 3 4 0,11 3-6 0,8 3 3 16,8 2 2-16,8 3 3 0,5 1-3 0,7 3-1 0,4 1 5 15,4-1-5-15,2 4-1 0,3 1 3 0,2 3-9 0,4 5 5 0,2 0-11 16,2 4 7-16,0 3-1 0,0 3 5 0,0 1 13 0,-2 4-4 0,-2 2 4 15,0 1-5-15,-5 2-2 0,-2-1 0 0,-3-3 4 0,-3-2-2 16,-1-1 10-16,-1-5 9 0,0-3 3 0,-1-4 10 0,0-6-6 0,-1-5 1 16,-3-5-5-16,-2-4-6 0,-2-4-3 0,-3-3-5 0,1-4-2 15,-3-5 4-15,-1-3-7 0,-2-4-5 0,-2-3-5 0,-4-4-11 0,-3-2-21 16,-4-2-44-16,-5-1-69 0,-6-3-110 0,-4-1-95 0,-6-3-97 0,-5-2-434 16</inkml:trace>
  <inkml:trace contextRef="#ctx0" brushRef="#br0" timeOffset="-139264.23">3182 6843 3985 0,'-45'-18'-16'0,"-16"-7"-27"0,-16-11-19 0,-13-8-8 15,35 8 20-15,6-2 26 0,4 2 29 0,0 0 9 0,-1 1-3 0,2 0-7 16,1 0-25-16,1 2-51 0,3 0-28 0,1 3-57 0,0 0-44 0,3 4-14 15,0-1-28-15,0 1 17 0,-1 2 23 0,-2 0 35 0,0 2 35 16,-3 0 42-16,1 1 32 0,-3 1 26 0,-3-2 17 0,0-3 2 0,1 1 5 16,3-2 2-16,-2-1 10 0,24 14 9 0,-6-4 27 0,1-2 16 15,-6-3 22-15,2-3 23 0,-5-5-4 0,4-3 18 0,-3-5-6 0,3-3-17 16,1-5-4-16,7-1-17 0,2-3 1 0,4-4 13 0,5-3-1 0,5-3 3 16,5-2-11-16,4-3 0 0,7-2-9 0,4 0-12 0,6-1-3 15,5 2-15-15,5 2-11 0,4 1-6 0,11-3-3 0,37-40-2 0,-4 22 5 16,-8 20-3-16,-18 24-3 0,2 4 3 0,0 4-1 0,-2 4-2 0,0 3 2 15,0 2-11-15,0 4-6 0,0 2-17 0,-1 1-1 0,-1 4 0 16,-1 0 3-16,-2 1 15 0,-2 2 1 0,-1 0-1 0,-1 2 0 0,-1 1-5 16,-4 3-2-16,-2 0-12 0,-8 1-8 0,-2 1-10 0,-4-2-20 15,-1 2-16-15,-2-1-24 0,-5-1-40 0,-1 0-53 0,-3-1-55 0,-3-1-28 16,-2 0 4-16,-5-2-19 0,-2-2-35 0,-5-1-35 0,-5-2 10 0,-5-4-118 16</inkml:trace>
  <inkml:trace contextRef="#ctx0" brushRef="#br0" timeOffset="-139064.23">2345 3883 1399 0,'-44'-20'244'0,"-2"-3"-93"15,-8-4 10-15,10 5 1 0,9 5-5 0,2 2-22 0,2 5-30 16,4 1-31-16,2 3-26 0,6 2-15 0,5 3-16 0,5 0-5 0,4 2-9 16,4 1-10-16,8 1-4 0,5 2 6 0,8 1-3 0,12 0 3 15,7 0 0-15,8 0-1 0,9 0 3 0,7-2-2 0,8-2-17 0,9-2-1 16,5-1 1-16,9-1 3 0,2 0 19 0,5 1-3 0,2 2-5 0,0 1 0 16,1 3-2-16,-1 3 3 0,-2 4 3 0,-1 3 4 0,-3 2 0 15,-3 4-7-15,-5 3 7 0,-3 4-2 0,-7 5 0 0,-3 4 6 0,-6 3-12 16,-7 4 0-16,-5 3-3 0,-7 1 6 0,-6 2 1 0,-4 0 2 0,-8 1 5 15,-4-1-9-15,-7 1 5 0,-6 2 5 0,-4 2-7 0,-8 5 5 16,-7 2-4-16,-6 8-21 0,-8 6-22 0,-4 4-49 0,-8 10-65 0,-6 6-75 16,-5 11-103-16,-3 12-212 0,-6 13-173 0</inkml:trace>
  <inkml:trace contextRef="#ctx0" brushRef="#br0" timeOffset="-137814.23">29592 12499 1152 0,'-12'2'71'0,"0"-1"-22"0,0 1 8 0,4 0 8 0,5-1 11 0,0 0-7 16,1 1-12-16,0 0-12 0,2 0-20 0,1 1-8 0,1 0 3 0,0 1-3 16,1 0 14-16,1 1 7 0,2-1 10 0,1 2 10 0,2-1 8 15,1 1 5-15,3 1 0 0,1-1-3 0,3 1-3 0,1-1-3 0,2-1-5 16,1 0-3-16,5-1-6 0,2-1-14 0,3 0 3 0,2-1-7 0,1 0-1 15,2-1 6-15,2-1-8 0,2-2 2 0,3 1-3 0,-1-2-10 16,4 0-1-16,2 0 0 0,0-1 1 0,4 0 7 0,0-1 2 0,4-1 2 16,1 0-2-16,2-2-2 0,2 0 8 0,-1 0 2 0,4-2 10 15,2-1 3-15,0-1-6 0,3 0 2 0,1 0-3 0,1 0-4 0,-1-2 7 16,0-1-10-16,0-2 3 0,-2 0 15 0,3-4 3 0,-2-1 5 0,-1-1-4 16,-1-2-24-16,0 0-10 0,0-1-5 0,-3-1-3 0,-1-1 3 15,-3-2-8-15,0-1 33 0,-31 15-10 0,8-3-3 0,-2-2 5 0,8-5-40 16,-1 0-9-16,6-6 10 0,-1 0-9 0,6-5-1 0,-2 0 6 0,0-2-4 15,-4-2-4-15,-1 1 4 0,-1 0-4 0,-3-3 81 0,-3 0 5 16,-3-1 0-16,-1-1 5 0,-19 23-86 0,0-3 4 0,1 0 3 0,0-3 1 16,-3 0 6-16,1-2 2 0,-2 0 5 0,0-3 1 0,-2 1 2 15,-1-3 2-15,-1 1 3 0,-1-3 12 0,-2 1 15 0,-1-2-1 0,-4-1-1 16,0-1 6-16,-6-37-38 0,-7 6-8 0,-5 6 0 0,-4 7 0 0,-4 6 0 16,-2 5 0-16,-3 7-22 0,0 3-44 0,-3 5 96 0,-1-1-4 15,-4 3-8-15,-4-1-6 0,-3 2-12 0,-4 0 2 0,-4 2-2 0,-6 1 0 16,-11 0-14-16,-56-13-12 0,11 10-6 0,11 8 4 0,26 11 36 15,-3 3-8-15,-1 1 10 0,2 4-6 0,1 1-4 0,0 4-12 0,1 1-2 16,1 3 2-16,1 2 1 0,0 3 16 0,0 3-3 0,1 3 6 0,-1 4 2 16,0 2-10-16,0 3 2 0,3 4-2 0,-2 3 6 0,0 3-2 15,0 5 6-15,0 1-14 0,0 3-2 0,0 4 10 0,-2 4-2 0,2 4 8 16,2 4-12-16,2 3 0 0,1 3 0 0,2 4 2 0,2 3 8 0,3 2 2 16,6 1-6-16,3 3-16 0,5 0 4 0,5-1 4 0,5 0 2 15,7-5 4-15,6-3 6 0,7-7-8 0,6-3 2 0,6-4 0 0,2-4-20 16,5 0 20-16,4-3-16 0,1-4 8 0,5 0 14 0,0-6-24 0,5-2 1 15,1-1-23-15,4-2-14 0,1-2-20 0,2-2-28 0,4-2-32 16,2-4-45-16,3-2-68 0,5-4-102 0,2-3-165 0,4-1-175 0,1-5-391 16</inkml:trace>
  <inkml:trace contextRef="#ctx0" brushRef="#br0" timeOffset="-137097.23">27528 16134 2432 0,'-16'-2'198'16,"-1"0"-111"-16,-3-2-15 0,5 1-5 0,2-1 12 0,1-1 18 0,1 1-14 16,-1 0-7-16,2 0-18 0,0 1-17 0,-1 0-6 0,1-1-3 0,1 1-1 15,1 0 2-15,1-1-11 0,0 1-13 0,2 0 13 0,1 0-9 16,0 1 13-16,1-1 11 0,1 0-17 0,1 0 22 0,1-1-22 0,1 0-10 15,2-1 14-15,1-1-22 0,2 1-2 0,3-1 6 0,3 1-8 16,4-2 13-16,4-1 5 0,4-1-7 0,5-1 3 0,5-2-5 0,7 0 8 16,3-1 12-16,6-2-13 0,4-1-3 0,4 1 7 0,4 0-9 0,2-3 7 15,3 1-20-15,0-1 0 0,2 1 27 0,-1 2-1 0,1-1 26 16,0 1 3-16,-3-3-17 0,0 1 10 0,-1 1-4 0,0 2-36 0,-3 0-4 16,0 0 0-16,-2-1 0 0,-2 2 0 0,0 0 0 0,-1-1 0 15,-1 2 0-15,-2 1 0 0,-2 1 0 0,-1 1 0 0,-2-2 0 0,-1 1 0 16,-1 0 0-16,-3 1 0 0,-5 2 0 0,-1 2 0 0,-4-1 0 0,-2 0 0 15,-4 1 0-15,-3 1 0 0,-4 0 0 0,-2 0 0 0,-4 1 0 16,-3-1 0-16,-5 3 0 0,-2 1 0 0,-4 0 0 0,-2 1 0 0,-2 0 0 16,-1 0 0-16,-2 0 0 0,-3 0 0 0,-3 1 0 0,-2 0 0 0,-3 0 0 15,-2 2 0-15,-4 1 0 0,-3 0 0 0,-3 1 0 0,-1-2 0 16,-2 1 0-16,-2 1 0 0,-2 1 0 0,-3 1 0 0,-3 0 0 0,0 1 0 16,-1 0 0-16,-1-1 0 0,0-1 0 0,0 2 0 0,1-1 0 0,-1 0 0 15,2 1 0-15,2-1 0 0,0 1 0 0,5-2 0 0,1 0 0 16,1 0 0-16,3-1 0 0,0 0 0 0,1 0-80 0,0-1-147 0,0 1-146 15,-3-2-251-15,-2 1-482 0,-9-4-82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0:57:39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2862 2251 510 0,'-9'-6'22'0,"1"-1"-21"0,-1-1-1 15,3 1-2-15,2-2 2 0,-1 1 0 0,0-2-2 0,1 1 1 0,1 0-3 16,0-1 4-16,0 2 1 0,0-1 4 0,0 0 11 0,0 1 20 0,0 1 22 16,-1 0 19-16,0 0 18 0,0 0 3 0,1 2 4 0,-1 0 3 15,0 2 0-15,-1-1-4 0,0 1-5 0,-1 1-1 0,0 0-3 0,0 3-6 16,0 1-9-16,-1 1-10 0,0 1-15 0,-1 1-14 0,-1 1-9 15,-2 1-13-15,-1 2-3 0,0 3-4 0,0 1-2 0,0 2-3 0,-2 1-4 16,0 3-3-16,0 1 2 0,0 2 2 0,0 1 1 0,-2 3 3 0,1-3-5 16,0 2 2-16,0-1 2 0,0-1 1 0,1 0 5 0,0-2 3 15,2 1 1-15,0 1 6 0,-1-1-3 0,1 1 2 0,3-1-1 0,1 1 0 16,0 2-5-16,0-2 15 0,-1 4-1 0,2 0-2 0,0 3 11 0,1 2-21 16,1 2 2-16,0 0-7 0,2 2-4 0,-2 1 0 0,1 3-6 15,0 1 3-15,-1 0 3 0,1 1-6 0,0 0 0 0,2-1-1 0,-2 0 1 16,1-1-3-16,0-2 24 0,0-1 3 0,1-3 1 0,1-2 13 15,1-1-22-15,-1-3 5 0,1-2 1 0,1-1 5 0,-1-1-2 0,4 1-1 16,0-1 1-16,0 2-2 0,2 0 1 0,0-2-5 0,0 1-3 0,2-3-1 16,-1 2 0-16,1 1-2 0,1-1-25 0,0 2-1 0,2-1 2 15,-1 1-2-15,1 0 18 0,-2-2 4 0,0 1-5 0,2-1 1 0,-1 1-1 16,2 0 0-16,-1-2-1 0,-1 0-3 0,1-2 0 0,1-2 0 0,1-1 2 16,-1-3 1-16,0-3-2 0,1 0 3 0,0-2-1 0,1-1 0 15,1-2-1-15,1-3-1 0,1-1-2 0,0-1 2 0,0-2-1 0,3-1 4 16,-1-2-1-16,0-2 0 0,1-1 1 0,-1-1 1 0,0-1-2 15,1 0 2-15,0-2 1 0,0 2 1 0,0-2 1 0,1-1 0 0,0 0 2 16,0-1 0-16,0 0 3 0,0 1 1 0,0-1-9 0,-1 0 0 0,-2 0 1 16,0-1-2-16,0 0 9 0,0-1-4 0,-2-1-3 0,1-1-7 0,1 1 1 15,-1-3-2-15,-1-1-1 0,1-2 9 0,-2-4-9 0,-1-1 3 16,1-1 2-16,0-2-1 0,-2 0 6 0,2-2 0 0,-2 0 3 0,2-2-2 16,-1 2 1-16,0 1 1 0,0 1-3 0,-1 2 6 0,-1 2-1 15,-1-2-2-15,0 2 1 0,-2-2-1 0,1-1 0 0,-2 2 0 0,-1-1-10 16,-1 2 9-16,-2-1-2 0,-1 1-4 0,-2-2 11 0,0-1-10 15,-1 0-3-15,-2-2-4 0,-1 2-8 0,-2-3-4 0,-2 1-9 0,0-3 2 16,-3-4-4-16,0-2 2 0,-1-3 1 0,-2 0 1 0,0-2 2 0,-2-3 5 16,2 1 5-16,0-1 5 0,-1 0 5 0,3 1 0 0,1 0-2 0,2 2 0 15,0 0-3-15,-1 1 0 0,1 1 2 0,1 2 0 0,1 0 1 16,0 4 2-16,0 3-5 0,1 1 0 0,0 2-5 0,-2 2 0 0,1 0-3 16,-3 3-16-16,5 13-30 0,-3-3-45 0,0 3-52 0,-1-4-73 0,-2 1-77 15,-2-1-99-15,-2 1-178 0,-4-2-80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0:58:08.0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9861 8333 1065 0,'-3'-19'171'0,"0"-1"-85"0,1-1-29 0,3 2-15 0,1 3 13 0,1 1 6 16,1 1-4-16,0 1 2 0,1 1-8 0,-2 3-4 0,0 2-6 15,-1 1 0-15,-1 2-1 0,-1 2 4 0,0 1 3 0,0 0-4 0,-1 1 3 16,1 1 1-16,-1 1-4 0,0 0 0 0,1 2 1 0,-1 2-3 0,1 3 9 16,1 2 4-16,-1 4-3 0,2 2 0 0,0 3-12 0,0 4 3 15,0 3 3-15,1 4-10 0,0 3 8 0,2 4-13 0,0 2-9 0,1 3 2 16,0 4-2-16,3 3 1 0,0 0 2 0,0 0-4 0,1 0-1 16,2-1-4-16,-1-1-12 0,3-1 9 0,-1-1 3 0,1 0-1 0,0 2 9 15,-2-2-7-15,2-1-5 0,-3-1 3 0,1-2-4 0,-1-2 1 0,-1-2-6 16,1-1 2-16,-2-3 0 0,-2-1-4 0,0-2 4 0,-2 0-5 15,-2-3 1-15,0-3-10 0,-2-3-1 0,-1 0 11 0,-2-5-15 0,0-1-12 16,-2-2-29-16,-2-1-53 0,-2-3-43 0,-2-3-62 0,-2-2-80 0,-1-4-72 16,-3-7-77-16,0-5-38 0,-1-8-193 0</inkml:trace>
  <inkml:trace contextRef="#ctx0" brushRef="#br0" timeOffset="399.99">9827 8330 1301 0,'-6'-34'291'0,"1"0"-81"16,-1-10-29-16,4 8-36 0,4 5-9 0,2 3-11 0,2 1-12 15,3 2-19-15,2 2-12 0,3 2-20 0,2-1-11 0,3 2-8 0,2 1-6 16,1-1-2-16,2 2-4 0,1 2-1 0,1 2-8 0,1 1-1 0,2 3-6 16,1 2-4-16,0 3-1 0,0 3 0 0,-2 2-1 0,2 2-4 15,-1 3 0-15,0 1-3 0,-2 4-2 0,-1 1 2 0,-3 3-6 0,1 2 3 16,-1 4-3-16,-2 2 1 0,0 1 1 0,-1 2-3 0,-1 0-2 0,-2 3-5 16,-1 1-7-16,-2 3-3 0,-3 0-6 0,-1 1-6 0,-2-1-15 15,-1 3 1-15,-3-1-10 0,-1 1-6 0,-3 1 4 0,-1 0-6 0,-2-1 11 16,-3-3 17-16,-2-3 12 0,-3-3 19 0,-1-1 7 0,0-2 7 15,-4-3 2-15,-2-1-4 0,-1-1-1 0,-4-2-1 0,-2 0 5 0,0-3-5 16,-2 0 10-16,0-3-4 0,-3-3 2 0,0 0 2 0,0-3-2 0,0-1 3 16,-1-1 2-16,4-2 0 0,-1 0 2 0,0-2 1 0,4-1 4 15,-1-1 7-15,4-1 8 0,1 1 6 0,2-2 7 0,1 0 1 0,5 1 2 16,0-1-8-16,3 2-1 0,3 0-7 0,2 1 0 0,2 1-10 16,2 1-11-16,2 1-3 0,3 1-8 0,1 1 2 0,4 1 1 0,4 3 4 15,3 1-3-15,4 2-1 0,3 1 4 0,2 2-3 0,4 1 15 0,2 0 2 16,4 1 0-16,1-1-4 0,4 0-6 0,1 0-6 0,1-1-1 15,-1 0 0-15,1-1-1 0,0 0 2 0,-1 1 0 0,0-1-11 0,-1 0-2 16,-2 0-16-16,-1-4 1 0,-2 2 6 0,-1-1 0 0,-2-1 10 0,-2 1 10 16,0 0-9-16,-3-2-9 0,0 1-22 0,-3-3-46 0,-1 0-29 15,-1-1-43-15,-4 0-47 0,0-2-56 0,-3 0-103 0,-1-2-126 0,-4 0-92 16,0-2-259-16</inkml:trace>
  <inkml:trace contextRef="#ctx0" brushRef="#br0" timeOffset="666.99">11269 8168 3343 0,'-14'-11'140'0,"3"4"-67"16,-1-1-47-16,8 4-23 0,3 3-3 0,4 1-5 0,2 2-1 0,2 3 2 15,2 1-1-15,0 3 1 0,2 4 4 0,-2 3 4 0,0 5 0 0,-2 1-16 16,0 6 11-16,-2 2-5 0,0 5-2 0,-1 3 14 0,1 2-12 0,-1 3 3 15,-1 3-3-15,0 1 4 0,0 1 0 0,-1 0-1 0,1-2 1 16,-2-2-6-16,1-1 3 0,0-1 3 0,0-4-20 0,1-3 9 0,-1-4 4 16,1-3-4-16,-1-3 18 0,2-2-8 0,0-4-8 0,0-1-2 15,0-2-4-15,-1-3-4 0,1-2-12 0,0-3-16 0,0-1-21 0,-2-2-30 16,1-2-44-16,-2-2-64 0,0-2-71 0,0-2-101 0,-2-3-90 0,0-5-99 16,-3-6-231-16</inkml:trace>
  <inkml:trace contextRef="#ctx0" brushRef="#br0" timeOffset="833.99">11191 8086 2993 0,'-4'-7'122'0,"1"1"-48"0,2-1-60 0,5 4-7 0,3 2 2 0,5 1 2 0,3 2-4 16,3 2 5-16,3 3-6 0,1 1-5 0,1 2 5 0,0 2-3 0,1 2-3 16,0 0 6-16,3 1-8 0,-1-1-2 0,1 2-1 0,4 0-13 15,-1 0-16-15,1-2-38 0,0 0-52 0,-2-2-77 0,-1-1-63 0,1-1-64 16,-1-3-69-16,0 1-11 0,-2-3 20 0,-1-3 48 0,-1-2 46 0,-3-2-35 15</inkml:trace>
  <inkml:trace contextRef="#ctx0" brushRef="#br0" timeOffset="1000.99">11989 8124 479 0,'1'-10'397'0,"0"-1"-237"0,1-2-22 0,1 2 6 16,-1 0 21-16,1 2 10 0,-1 0-3 0,-1-1-18 0,0 1-16 0,-1 1-13 16,-1 0-3-16,0 1-3 0,-1 1-11 0,1 2-6 0,-2 1-22 15,1 2-11-15,-1 1-13 0,0 1-17 0,0 2-4 0,0 2-7 0,-1 1-6 16,-1 3-3-16,0 2-4 0,-1 2-8 0,-1 3 0 0,0 2 0 0,-1 2-2 15,0 4-1-15,0 3-2 0,0 2-8 0,-2 0-7 0,1 1 0 16,0 0-14-16,0-1-25 0,3 1-27 0,-1-2-49 0,3 0-60 0,2-3-71 16,0 0-76-16,1-1-92 0,1-3-44 0,1-1-311 0</inkml:trace>
  <inkml:trace contextRef="#ctx0" brushRef="#br0" timeOffset="1166.99">11962 8064 2348 0,'-7'-13'229'0,"2"-1"-95"0,0-1-54 0,3 4-9 15,3 4 0-15,3 3-13 0,1 1-12 0,1 2-13 0,1 3-7 16,1 2 4-16,1 2-2 0,-1 3 5 0,2 2-3 0,2 3-5 0,-2 4-3 16,2 5-12-16,-1 2-4 0,2 7-1 0,1 1 0 0,0 3-12 0,1 1 4 15,-1 0-3-15,1 1-1 0,2 1 9 0,-1-2-7 0,-1 0-20 16,0-1-44-16,0-2-57 0,1 0-74 0,-2 0-89 0,1-1-99 0,0-2-130 16,0-4-90-16,-1-2-170 0</inkml:trace>
  <inkml:trace contextRef="#ctx0" brushRef="#br0" timeOffset="1516.99">13243 7867 3012 0,'-4'-12'332'0,"1"3"-264"0,0-4-43 16,3 3-10-16,0 1-6 0,1 0-2 0,0 1-1 0,-1 1-4 0,-3 1-4 15,-3 0-2-15,-4 0-9 0,-3 1-7 0,-5 1-2 0,-4 2-9 16,-2 1 6-16,-5 4 1 0,-1 2 5 0,-4 3 2 0,1 2 3 0,-1 2 1 15,1 2 6-15,2 1-2 0,1 0 2 0,3-1 6 0,3 2-1 16,3-1-2-16,4 0-3 0,3-2-9 0,6 1-7 0,3-1-3 0,5 0-4 16,4 0 5-16,4 0 6 0,4-1 0 0,4 1 5 0,2 0 6 0,2-2 1 15,4 1 5-15,3 0 2 0,2-1-2 0,3 0 2 0,4 1-2 16,2-1 1-16,3 1-1 0,0 1 2 0,1 0 2 0,1 0-6 0,-2 0 9 16,-2 2 2-16,-1 0 4 0,-3 2 4 0,-1 1 3 0,-1 0-6 0,-3 2 0 15,-2 0 7-15,-5 1-3 0,-3 2 7 0,-3-1-5 0,-4 2-4 16,-2 0 2-16,-4 1 0 0,-4 0 0 0,-2-1-6 0,-4 2-3 0,-2 0 2 15,-5 1 0-15,-3-1-1 0,-2 0 2 0,-3-2-2 0,-2-2-5 16,-4-1 6-16,-2-1-3 0,-4-3 1 0,0-1 0 0,0-2-5 0,3-1-8 16,0-3-13-16,0-3-16 0,3-1-22 0,1-2-29 0,2-2-41 0,2-1-54 15,2-3-78-15,2-3-93 0,3-4-79 0,3-3-113 0,2-7-344 16</inkml:trace>
  <inkml:trace contextRef="#ctx0" brushRef="#br0" timeOffset="1833.99">13797 7805 3856 0,'-6'1'68'16,"3"2"-44"-16,1 3-30 0,4 3-4 0,4 5 2 0,5 5 6 0,1 5-7 16,4 4 1-16,1 3 0 0,-3 0 0 0,-1 1 8 0,-1-3 0 0,-1 2 4 15,-1 0-2-15,-2 2-2 0,-1 1 0 0,-2 1-2 0,0-2-21 16,-2 1 11-16,-1-2 2 0,-1 0-7 0,-1-1 21 0,-1 0-12 0,-2-3-2 15,1-2 8-15,-2-2 0 0,-1-3 1 0,2-1 4 0,-1-3-5 0,3-2 2 16,0-2 2-16,2-2-4 0,2-2-1 0,1-2-1 0,2-1-2 16,2 0 0-16,2-2 2 0,4-1 6 0,3-2-6 0,1-1 6 0,6-2-4 15,2-1-3-15,1-2 9 0,2-2-3 0,1 1 3 0,0-3 2 16,1 0-8-16,1 1 2 0,0-1 0 0,1 1-2 0,-2 1 4 0,0-1-4 16,-2 2 4-16,0 0-6 0,-2 0 0 0,0 0-5 0,-2 1-16 0,0-1-17 15,-1 0-23-15,-3 0-25 0,-1 0-19 0,-2-1-31 0,-2 1-30 16,0-2-38-16,-1-2-62 0,-3-1-71 0,-1-3-99 0,-3-3-107 0,-1-4-389 15</inkml:trace>
  <inkml:trace contextRef="#ctx0" brushRef="#br0" timeOffset="2066.98">13630 7759 3563 0,'-6'-11'147'0,"3"0"-105"0,1-1-23 0,7 4-23 0,7 0-1 16,8-1-1-16,7 0 0 0,5 1 2 0,4 1 0 0,1 0-3 0,0 2-8 16,2 1 5-16,-4 0 2 0,1 0 8 0,-2 1 2 0,-1 1 0 0,2 1-4 15,-2 0 2-15,0 1 0 0,-2 0-2 0,-1 1-3 0,-2 0-1 0,0 1-2 16,-2-1-1-16,0 0-10 0,-2 0 4 0,-2 0-26 0,0 1-10 16,-1 0-16-16,-2-2-28 0,0 0-6 0,0 0-25 0,-2-1-21 0,1 0-33 15,0-1-36-15,-1 0-57 0,3-1-67 0,0-1-78 0,-1-1-31 16,0-1-117-16,0-1 89 0</inkml:trace>
  <inkml:trace contextRef="#ctx0" brushRef="#br0" timeOffset="2483.98">13874 7950 2568 0,'-12'-3'233'0,"-1"0"-128"0,-1 1-51 16,3 1-16-16,4 2-4 0,3 0-3 0,2 0-5 0,2 1-10 0,1 0-2 15,0 1 10-15,1 0 10 0,1 1 8 0,2 0 8 0,1 0-3 0,0-1-11 16,3 2-2-16,1-1-10 0,3 1-6 0,2-1 0 0,3 0-5 16,1 0-5-16,2-1 1 0,2 0 0 0,2 0-3 0,2-1-1 0,2 0-5 15,1-1 4-15,0-1-4 0,-1 0 0 0,0-1 2 0,-1 0-2 0,1-1 2 16,-2 1-4-16,0-2-2 0,0 1-2 0,-1-1-8 0,-1-1-12 15,-2 1-11-15,1-1-15 0,-1 0-17 0,-1-1-22 0,-1-1-35 0,-1 2-42 16,1-1-53-16,0-1-77 0,-2-1-92 0,1 0-96 0,-1-2-89 16,-1-1-138-16</inkml:trace>
  <inkml:trace contextRef="#ctx0" brushRef="#br0" timeOffset="2766.99">14973 7902 3498 0,'-1'-3'101'0,"3"1"-85"16,2-1-19-16,4 1-10 0,6 1-6 0,4 0 6 0,4 2-4 16,4 0 0-16,0 0 10 0,0 2 5 0,-1-1 4 0,-3 1 3 0,-1 0-5 15,-1 0-3-15,-2 0 3 0,1 1-2 0,0 0 2 0,-2-1 0 0,2 0 0 16,0 0-2-16,-1-1-4 0,-1 0 1 0,1 0-16 0,0-1-4 15,-1-1-10-15,1 0-11 0,0-1-6 0,-1-1-17 0,-1-1-12 0,1 0-2 16,0-1-6-16,-2-1 8 0,0 0 4 0,0 1-4 0,0-2-6 16,-1 0-9-16,-2 0-17 0,1 0-22 0,0 0-39 0,-1 0-33 0,-2 0-43 15,0 0-54-15,0 0-42 0,-1 0-38 0,-3 1-143 0</inkml:trace>
  <inkml:trace contextRef="#ctx0" brushRef="#br0" timeOffset="2933.99">15167 8333 2351 0,'-10'1'1125'0,"3"1"-1055"0,-2 0-47 0,6 2-31 15,5-1-12-15,5 0-6 0,4 1 7 0,5 0 1 0,5 1 10 0,1 0 1 16,3-2 3-16,3 0 2 0,1-2-1 0,2 0 1 0,0-2-16 16,1 0-30-16,-1-1-24 0,3-1-44 0,-1-2-38 0,1-1-73 0,4-3-138 15,-1-3-159-15,4-4-205 0,-1-9-158 0</inkml:trace>
  <inkml:trace contextRef="#ctx0" brushRef="#br0" timeOffset="3549.55">17172 6995 3355 0,'-19'-21'64'16,"0"1"-16"-16,-3-4-17 0,6 8-33 0,5 3-3 0,2 3-5 0,3 4 5 16,0 1 1-16,3 2 13 0,-1 1 1 0,2 2 1 0,0 1 5 15,1 2-6-15,-1 3-1 0,1 3-5 0,1 4-3 0,1 6-1 0,0 4-14 16,1 9 15-16,0 4-2 0,0 7-5 0,0 6 17 0,1 4-13 0,0 7-3 15,0 2-1-15,0 4 1 0,2 2-1 0,0 2-7 0,1 2 8 16,3 1-3-16,0-2-1 0,2-1 9 0,3 0-6 0,1-3-3 0,3-2 9 16,0-3-5-16,3-6-8 0,0-3-7 0,-2-6-22 0,-1-4-3 15,0-4-11-15,-3-3 2 0,0-3 8 0,-2-2-4 0,-2-4-4 0,-2-4-3 16,-3-4-5-16,-3-4-19 0,-2-2-41 0,-2-3-64 0,-5-2-95 0,-2-2-83 16,-4-2-86-16,-6-5-118 0,-5-4-119 0</inkml:trace>
  <inkml:trace contextRef="#ctx0" brushRef="#br0" timeOffset="3716.55">16488 8053 1943 0,'-24'-2'946'0,"0"2"-811"0,-2 1-61 0,6 1-48 0,10 2-8 15,3 2-4-15,6 0-6 0,3 2 5 0,3 2 8 0,3-1 16 0,2 3 20 16,2 0 10-16,3 1 6 0,1-1-9 0,4 1-10 0,4 0-7 0,4 1-10 16,6 0-7-16,3-2-9 0,4 1-21 0,3-1-9 0,2 0-3 15,2 0-1-15,3 0 21 0,1-2-6 0,1 0 3 0,0-1-10 0,-3 0-26 16,-1-1-30-16,-3-1-47 0,-1-1-55 0,-3-2-63 0,-4 2-67 0,-2-1-88 15,-6 0-119-15,-1-2-77 0,-3-1-355 0</inkml:trace>
  <inkml:trace contextRef="#ctx0" brushRef="#br0" timeOffset="4584.18">19533 7402 3018 0,'-9'-7'669'0,"0"1"-631"0,-2-1-38 0,1 2-30 0,2 3-1 0,2 0 5 16,-1 2-8-16,-3 1-9 0,-3 1 0 0,-3 2 14 0,-2 0 18 0,-4 3 13 15,-3 1-1-15,-1 1-6 0,-2 1-3 0,-1 4-4 0,-1 1 4 16,1 3 3-16,0-1-1 0,1 1 6 0,0 1 0 0,2-2 2 0,2-1-4 16,4 1-1-16,4 0-8 0,2-2-17 0,4-2 5 0,3 1 4 0,3 0 0 15,3 0 15-15,4-1-1 0,3 0-4 0,2 0 0 0,4-1 1 16,2 0 1-16,5-2 4 0,3 1 3 0,1 1-2 0,3-1 7 0,0 0-3 15,1 0 3-15,2-1 4 0,0 0-3 0,2 0 1 0,-1 1 2 0,1 0 2 16,-2-1-4-16,1 2 8 0,-3 0-1 0,0 1-1 0,-3 0 0 16,1 0-6-16,-3 2 0 0,-3-1-1 0,-1 1-3 0,-3-2 5 0,-3-1-5 15,-5 2-1-15,-1-1 5 0,-4 1-3 0,-2-1 2 0,-2 1-8 16,-4 1-4-16,-2 2-10 0,-5-1-10 0,-4 2-1 0,-3 0-8 0,0 0 5 16,-3-1 3-16,-2 1 0 0,2-1 2 0,-2-2-19 0,3 0-4 0,0-1 6 15,1-1 1-15,4-2 1 0,0-2-18 0,3-2-38 0,3-1-56 16,2-2-76-16,4-2-97 0,0-2-81 0,3-3-77 0,1-3-11 0,4-5-111 15</inkml:trace>
  <inkml:trace contextRef="#ctx0" brushRef="#br0" timeOffset="4884.17">20058 7300 3704 0,'0'-3'109'15,"0"2"-95"-15,0 1-37 0,4 4-18 0,3 3 7 0,4 3 15 0,2 2 8 16,0 2 5-16,0 3 4 0,-1 2 2 0,-2 3 8 0,-2 2-7 16,-2 3 3-16,-1 3-2 0,-1 5-4 0,-2 3 0 0,-1 3-1 0,-2 1-9 15,-2 1 3-15,-1 2 1 0,0 1 6 0,-2 0 2 0,-2 0 2 16,0-3-2-16,0-2-2 0,1-4 2 0,1-4 4 0,1-5-6 0,1-1 6 16,2-3-2-16,3-1-8 0,1-2 2 0,2-3 2 0,2 0 1 0,2-3 1 15,3-1-2-15,1-3-4 0,2-1-17 0,2-1 5 0,1-3 1 16,3-1 0-16,-1-1 22 0,3-2-6 0,1 0 2 0,0-2-2 0,3-2-7 15,0-1 6-15,3 0 10 0,-1-1-1 0,0 0 3 0,-2-2-9 0,1-1-14 16,-1 0-2-16,-1-1-9 0,1-2-8 0,-2 0-14 0,0-1-21 16,0-1-20-16,-2-1-31 0,0-1-36 0,0-2-39 0,-3-2-50 0,1 0-49 15,-1-5-52-15,-2-2-86 0,1-3-113 0,-3-7-196 0</inkml:trace>
  <inkml:trace contextRef="#ctx0" brushRef="#br0" timeOffset="5116.87">20004 7198 3790 0,'-4'-5'109'0,"2"1"-82"0,2 0-40 16,6 3-24-16,7 2 7 0,5 0 9 0,6 1 11 0,3 2 12 0,0 1 8 16,1 0-4-16,-1 0 2 0,0 0-1 0,-2 0-7 0,2 0 2 0,1 1 2 15,-1-1-6-15,1 0 4 0,1 0 2 0,1-1-8 0,-2 0-2 16,0-1-5-16,-2-1-20 0,-2 0-15 0,0-2-10 0,-3-1-16 0,1-1-8 15,-2-1-11-15,-1 0-15 0,0-1-32 0,-2 0-26 0,0-1-37 0,1 0-51 16,0-2-68-16,-2 0-66 0,1-2-64 0,0 0-46 0,-1 0-205 16</inkml:trace>
  <inkml:trace contextRef="#ctx0" brushRef="#br0" timeOffset="5299.87">20079 7815 3989 0,'-3'1'92'0,"2"0"-82"16,3 1-42-16,6 2-10 0,7 1 0 0,9 2 17 0,7 1 13 0,4-2 6 15,1 0 8-15,1-1-4 0,-3-3 4 0,3-1 2 0,-2-1-8 0,0-1-12 16,1 0-17-16,-2-1-25 0,1-2-23 0,-1-2-27 0,0 0-39 16,-2-3-64-16,-1-2-105 0,-3-2-165 0,-1-5-228 0,-4-5-492 0</inkml:trace>
  <inkml:trace contextRef="#ctx0" brushRef="#br0" timeOffset="7467.4">17853 7398 2616 0,'-10'-4'56'0,"0"1"-21"0,-2 0-20 0,3 3-10 0,2 1-5 15,2 2 0-15,0 1 2 0,0 1-1 0,0 2 9 0,-1 2 5 16,0 1 13-16,1 2 6 0,-2 1 10 0,1 2-2 0,0 1-5 0,0 3-3 16,1 1-8-16,1 0-1 0,2 3-2 0,-1 2-13 0,2 0-1 0,-1 3 1 15,2 1-5-15,-1 3 11 0,1 2-6 0,0 1 1 0,0 1-4 16,0 1-2-16,0 1 0 0,0 1 1 0,1 1-3 0,0-3-1 0,1-2 0 16,0 0-8-16,1-3 8 0,0 0-2 0,0-3 2 0,1-2 0 0,-1-2-6 15,0-2-15-15,0-3-9 0,0-3-7 0,-1-1-13 0,0-1 3 16,0-3-10-16,1-2-18 0,0-5-11 0,0-3-23 0,0-2-24 0,0-2-15 15,-1-5-29-15,1-3-55 0,0-6-19 0,0-5 6 0,1-3 22 16,-1-6 50-16,1-1 34 0,-1-5 22 0,1 0 31 0,-1 0 33 0,0-1 31 16,-1 0 30-16,-2-2 30 0,-1-1 32 0,-2 0 42 0,-1-2 35 0,-1 1 28 15,-1-2 15-15,-1-1-7 0,1-1-13 0,1 2-22 0,1 2-24 16,2 0-20-16,1 3-22 0,1 2-9 0,0 4-10 0,0 3-13 0,1 6 3 16,1 4-8-16,-1 4 4 0,0 5 8 0,0 3 2 0,0 4-3 0,-1 2-10 15,0 3-15-15,0 2-4 0,0 2-1 0,1 2 3 0,2 4 1 16,0 3-5-16,2 2-8 0,2 1-8 0,0 3-1 0,3 1-8 0,0 0 1 15,2 1-3-15,-1 0 0 0,1-2 2 0,1-1-2 0,1 0 3 16,0-4-10-16,1 0-6 0,1-1 6 0,-1-3-4 0,0-1 11 0,-1-1 0 16,0-2-6-16,0-1-6 0,-2-2-4 0,-2-2-1 0,0-1-3 0,-2-2 1 15,-1-1-3-15,0-1 2 0,-2-2 0 0,0-1-5 0,-1-1-5 16,1-2-6-16,-1-1-9 0,-1 0 0 0,0-2 4 0,0 0 14 0,0 0 10 16,0-2 9-16,-1 1 6 0,-1-3-1 0,0-1 9 0,-1 0 1 0,0 0 4 15,0-1 5-15,0 1-5 0,0 0-1 0,0 3-4 0,2 0-1 16,0 1 1-16,0 4-2 0,1 2 5 0,-2 2 7 0,1 3 1 0,-1 2 7 15,0 1 2-15,-1 3 4 0,0 2 1 0,0 3-4 0,-1 2-4 16,0 3-7-16,0 2-5 0,-1 4-7 0,1 1-8 0,-1 1-1 0,-1 2-1 16,0-1-4-16,-1 1 1 0,0 0-4 0,0-1 3 0,-1 1 6 0,-1-2-1 15,0-1-3-15,0-1-10 0,1-4-25 0,1-1-32 0,1-3-36 16,2-3-33-16,1-2-26 0,1-3-11 0,1-2-3 0,2-2 7 0,0-2 9 16,1-2 2-16,0-1 13 0,0-4 18 0,0-2 23 0,-1-4 18 0,1-3 10 15,0-2 12-15,1-3 15 0,1 0 24 0,0 0 22 0,0 0 22 16,0 0 22-16,0 1 29 0,-1 0 36 0,-1 1 43 0,2 0 37 0,-1-1 19 15,-1 2-5-15,0 0-20 0,-1 0-28 0,-1 0-23 0,1 3-21 16,-1 1-28-16,1 2-22 0,0 3-15 0,1 3-2 0,0 4 8 0,-1 1 7 16,0 3 4-16,1 3 8 0,0 1 0 0,-1 3 5 0,1 2-2 0,-1 3-20 15,0 4-7-15,2 0-18 0,-1 4-8 0,1 2 0 0,0 1-2 16,0 2-13-16,0 0 2 0,0 1 3 0,1 0-3 0,0 0 13 0,1 1-2 16,1-2-5-16,0 1 1 0,-1-3 1 0,0 0-1 0,2-2 0 0,1 0-3 15,1-1-2-15,0-1-3 0,0-1-4 0,1 1-13 0,0-2-37 16,-1-1-40-16,2-1-54 0,-3-1-75 0,-1-1-96 0,0-3-87 0,-3 0-60 15,-1-1-218-15</inkml:trace>
  <inkml:trace contextRef="#ctx0" brushRef="#br0" timeOffset="7783.85">17027 6629 3638 0,'-11'1'53'0,"6"1"-32"0,5 1-29 16,13 3-11-16,9 2 6 0,11 2 11 0,9 0 0 0,7-2 0 0,7 0 0 16,2-4-1-16,5 0 3 0,1 0 0 0,5-2-8 0,4-1 4 0,2-1 1 15,3-1 4-15,1-1 3 0,1-2-2 0,2 0 0 0,-2 1-6 16,1-4 2-16,-1-1 2 0,-1-1 8 0,0-1-1 0,-1-1 1 0,-2 0-4 15,-3 1 1-15,-2-2 5 0,-2 1-6 0,-3 0 1 0,-3 1-5 16,-3 1 4-16,-2 1 8 0,-1-1-3 0,-3 1 3 0,-4 1-5 0,-1 0 3 16,-5 1-6-16,-3 2-4 0,-1 0 2 0,-4 1-2 0,-2 3-4 0,-2 0-2 15,-4 1-9-15,-1 1-18 0,-3 0-18 0,-3 1-33 0,-1 0-42 16,-2-1-30-16,-1 1-38 0,0-1-38 0,-1-1-51 0,-1 0-96 0,-1-1-106 16,2-2-59-16,2 1-290 0</inkml:trace>
  <inkml:trace contextRef="#ctx0" brushRef="#br0" timeOffset="8050.85">20865 7606 3773 0,'1'0'33'0,"1"2"-45"16,2 2-28-16,5 2-19 0,4 2 0 0,7 1 35 0,4 1 11 0,3-3 16 15,3 0 10-15,-3-3-13 0,0 0 2 0,-4-1 4 0,-1-1-2 0,-1 0-1 16,-3 0 1-16,1-1-4 0,-1 0-4 0,-1 0 4 0,-2-1-1 16,0-1-3-16,-1 0 2 0,0 0-6 0,-2-1-10 0,1-1-10 0,-1 0-10 15,0-1-17-15,-2 0-8 0,0-1-9 0,-2-1-20 0,0 0-1 16,0 0-10-16,-2-1-10 0,0 0-6 0,0 0-12 0,-2 2-54 0,-2-1-89 16,0 2-78-16,-1-2-58 0,-2-1-20 0,-2 1 37 0,-1-1-112 0</inkml:trace>
  <inkml:trace contextRef="#ctx0" brushRef="#br0" timeOffset="8183.85">21070 7778 2665 0,'0'1'263'0,"1"2"-226"0,3 0-30 0,5 4-19 0,3 0-3 0,5 1 3 16,4 0 5-16,4-1 4 0,2 0 1 0,1-1-1 0,1-2-4 16,-1 0-1-16,1-2-9 0,0-1-28 0,0-2-46 0,-1 0-66 0,2-2-82 15,-2-1-93-15,0-3-134 0,-3-2-32 0,1-4-275 0</inkml:trace>
  <inkml:trace contextRef="#ctx0" brushRef="#br0" timeOffset="8433.84">22113 6289 3597 0,'-6'-1'77'0,"1"3"-81"0,0 2-13 0,6 8-9 0,3 3-12 0,3 8 14 15,4 5 7-15,0 4 8 0,2 4 14 0,-2 3-1 0,-1 1 2 0,-1 3 3 16,-2 2-3-16,0 2 5 0,-1 1-2 0,-2 2-1 0,-1 0-5 16,-1 1 1-16,-1 0-15 0,-1 1 15 0,0-1-2 0,-1 0-2 0,0-1 9 15,0-3-13-15,1-1 0 0,1-2-1 0,0 0-1 0,2-5-11 0,1-1-7 16,0-3-20-16,1-2-17 0,1-1-12 0,-2-1-10 0,2 0-6 16,0-4-18-16,0 0-8 0,-1-3-14 0,0-1-22 0,-2 0-29 0,0-2-51 15,-1-1-40-15,-1-1-44 0,-1-3-51 0,-2 2-42 0,0-2-269 0</inkml:trace>
  <inkml:trace contextRef="#ctx0" brushRef="#br0" timeOffset="8633.84">21695 7272 3712 0,'-2'2'27'0,"2"1"-33"0,2 5-23 0,5 3-9 15,6 2 6-15,5 4 12 0,3 1 5 0,5-1 9 0,1 1 2 0,3-1 2 16,0 0 2-16,1-2-2 0,1 0-1 0,1 0-7 0,-1 0-12 15,4-3-15-15,-1 0-26 0,1-1-21 0,-1-3-27 0,-1-1-25 0,1-2-13 16,-2-1-20-16,0-2-20 0,-3-2-14 0,-1-2-38 0,-3-2-32 16,2-1-30-16,-1-2-40 0,0-1-3 0,1-4 34 0,-1-4-153 0</inkml:trace>
  <inkml:trace contextRef="#ctx0" brushRef="#br0" timeOffset="8983.84">22965 6914 2750 0,'-7'-4'663'16,"-1"1"-630"-16,0 1-22 0,3 3-22 0,1 2-14 0,3 2 5 0,0 2 1 16,1 2 16-16,1 3 10 0,-1 1 10 0,0 2-8 0,-2 1 3 15,1 0 10-15,-1 3-3 0,-1 4 12 0,1 0-12 0,0 3-8 0,1 1-2 16,-1 2-5-16,2 0-1 0,1 2-1 0,-1-1-2 0,2 2 4 16,0-2 0-16,1 0-2 0,1-4-2 0,0-1 5 0,3-3-5 0,0-2-2 15,2-1 1-15,2-3-5 0,3-1 2 0,1-4-1 0,2-1 1 0,0-2 0 16,3-2-3-16,1-3 1 0,0-2-5 0,0-3 6 0,1-1-1 15,-2-2 0-15,0-2 1 0,-2-2 3 0,-2-1-3 0,1-4 1 0,-2-1 9 16,1-2-6-16,-2 0 4 0,-1-2 5 0,0 0-10 0,-3 0 4 16,-3-2 1-16,-1 0 5 0,-3 1-1 0,-3-2 10 0,-2 2-2 0,-3 1 0 15,-2-1 3-15,-3 1 1 0,-2 1 0 0,-1 2 1 0,-2 1-1 0,-2 1 0 16,-1 2 6-16,-1 2-10 0,-1-1 2 0,-1 1-5 0,0 1-9 16,-2 0-3-16,0 0 2 0,1 0-4 0,-2 1-1 0,1-1-1 0,1 0-8 15,1 1-7-15,2 0-11 0,1 2-12 0,0 0-10 0,2 2-6 0,0 2-10 16,1 1-18-16,1 2-22 0,1 2-26 0,2 2-25 0,2 2-19 15,-1 0-40-15,2 1-55 0,0 1-56 0,2 1-81 0,3 0-43 0,3 1-5 16,4-1-61-16</inkml:trace>
  <inkml:trace contextRef="#ctx0" brushRef="#br0" timeOffset="9167.35">23511 7145 3406 0,'-9'6'140'0,"0"3"-123"16,-2 6-23-16,3 5-14 0,2 3 3 0,3 4-1 0,1 3 7 0,2 0 9 16,0 1 2-16,0-2 2 0,-1 0-2 0,-1-1 1 0,1 0-4 15,0-1-5-15,0-2-5 0,1 0-23 0,1-4-23 0,1 0-27 0,1-3-42 16,1-4-35-16,0-3-30 0,0-2-44 0,0-3-46 0,0-3-65 16,0-2-44-16,1-5-15 0,-1-2 26 0,2-5-189 0</inkml:trace>
  <inkml:trace contextRef="#ctx0" brushRef="#br0" timeOffset="9535.35">23964 6795 3074 0,'-8'0'289'0,"0"3"-270"0,-1 2-35 0,4 2-33 16,1 2 3-16,4 3 12 0,2 0 9 0,1 2 20 0,1-2 3 0,1 2-2 15,0 0 6-15,0 0 2 0,0 0-3 0,1 0 8 0,-2 1-10 0,2 0-7 16,0 0 16-16,-1 0-10 0,2 3 14 0,-3 0-1 0,2-1-4 15,-1 0-3-15,0 1-1 0,0-1 2 0,-1 0-3 0,0 1 5 16,-1-1-3-16,0-1 1 0,0 0-3 0,-1 0 0 0,2 1 0 0,-2-2-1 16,1 2-1-16,-1-1-3 0,-1 0 3 0,2-2-2 0,-2 1 7 0,1-1-1 15,-1-1-4-15,0-2 5 0,-1 0-8 0,0-1 3 0,0 0 7 0,-1 0-7 16,0-2 5-16,0 0-5 0,-1-2-7 0,-1-1-5 0,0 0-17 16,0-2-14-16,-1 0-30 0,0-1-25 0,-2-1-24 0,0-2-17 0,-3-2 12 15,-1-1 2-15,0-2 8 0,-2-2 4 0,0-2-10 0,0-3-15 0,-2-3-30 16,1-1-63-16,-2-5-66 0,0-4-37 0,-1-3 16 0,3-3 86 15,1 1 96-15,3 0 73 0,2 1 55 0,2 0 47 0,3 0 31 0,2-1 31 16,1 1 13-16,2 0-17 0,1 1-28 0,2-1-23 0,2 3-9 16,2 0-1-16,0 3 20 0,2 3 26 0,0 2 29 0,0 3 27 0,-1 5 13 15,-1 1-2-15,-2 3-20 0,0 2-26 0,-1 1-36 0,1 2-24 0,0 1-18 16,0 0-21-16,0 2-23 0,-1-1-45 0,2 1-81 0,1-1-106 16,0 0-88-16,1-1-35 0,2-3-176 0</inkml:trace>
  <inkml:trace contextRef="#ctx0" brushRef="#br0" timeOffset="9867.35">24551 6781 3599 0,'1'1'11'0,"2"2"-106"15,3 2-41-15,2 3-11 0,4 1 32 0,2-1 56 0,-2 2 43 0,2-2 20 16,-2 0 1-16,-1-2 7 0,-3 0 0 0,-1 1 2 0,-2-2 0 15,-1-1 2-15,-2 2-4 0,-1-1-1 0,1 0-4 0,-2 1 1 0,1 0-2 16,-1 0-5-16,1 1 1 0,-1 0-2 0,-1 0-2 0,1 0 2 0,0 1 2 16,0 1-16-16,1-1 4 0,-1 1-1 0,1 0-3 0,0 1 21 15,1-1 0-15,0 2 0 0,1-1 0 0,1 0-10 0,1 0-4 0,1 0 3 16,0-2-6-16,1 1 3 0,2 1 1 0,-1-1-1 0,2 0 4 0,0 1-2 16,0-1 3-16,-1 1-3 0,1 1 5 0,-1-1-2 0,0 1-1 15,0-2 3-15,0 1-2 0,-2-1 0 0,-2 1 6 0,-2 0-4 0,-1 0-2 16,-3 0-2-16,-1-1-3 0,-2-1-6 0,-3 2-1 0,-2-1-3 15,-1 1 1-15,-1 0 2 0,-1-2-4 0,-1 0-6 0,-1-2-12 0,-1-3-16 16,0 0-26-16,-2-1-46 0,1-2-61 0,-1-2-68 0,-1-3-95 0,-2-2-152 16,-1-6-362-16</inkml:trace>
  <inkml:trace contextRef="#ctx0" brushRef="#br0" timeOffset="10017.35">24623 6621 2297 0,'-1'-2'1210'15,"1"2"-1195"-15,2 3-52 0,4 2-18 0,4 4-5 0,5 2 11 0,1 1 11 16,4-1 6-16,0-1-9 0,-1-3-20 0,0 0-16 0,-2-2-18 0,1-1-8 16,-3-1-5-16,1-2-7 0,-1-1-12 0,-4 0-25 0,-1-1-36 15,-3-1-59-15,1-2-35 0,-1 0-26 0,-2-3-8 0,-2 0-5 0,-1-3-209 16</inkml:trace>
  <inkml:trace contextRef="#ctx0" brushRef="#br0" timeOffset="10351.35">22361 6434 2763 0,'2'-8'983'0,"6"2"-981"0,6 1-9 0,11 2-24 15,9 3 10-15,10 0 10 0,11-1-3 0,7 1 16 0,5-2 0 16,5 1-2-16,3-1 12 0,2 0-7 0,1 1-1 0,2 1 6 0,1-1-9 16,1 1 1-16,2 0-5 0,-1-1 1 0,-1 0 0 0,0 0 2 15,-1-1 9-15,-3 0-7 0,-2 0-4 0,0-1 2 0,-1 0-2 0,-2-1-1 16,1 1 4-16,-1-1 1 0,-2-1-17 0,-2 0 6 0,-2 1-5 0,-4-1 7 16,0 0 13-16,-4 1-1 0,-3-1 5 0,-5 1-8 0,-4 0 11 15,-2 1 2-15,-2 0-3 0,-4 0 1 0,-5 1-15 0,-3 1-8 0,-6 0-14 16,-2 0-14-16,-3 1-19 0,-5-1-19 0,-2 1-15 0,-3-1-23 0,-3 1-27 15,-3-2-39-15,-1 0-64 0,-2-2-103 0,0-1-119 0,-2-2-122 16,-2-3-354-16</inkml:trace>
  <inkml:trace contextRef="#ctx0" brushRef="#br0" timeOffset="10798.35">25363 6956 2704 0,'-5'-4'581'0,"0"0"-588"0,1 1-23 0,3 2-22 0,1-1 8 0,2 0 14 15,-1-1 23-15,0 0 21 0,1-1 13 0,0-1 13 0,-1-2 8 16,0 0 6-16,-2-2 1 0,0-1-4 0,0-1-1 0,0-1-12 0,0 0-4 15,0-3-4-15,1-1-10 0,0-2-1 0,1 1-12 0,2-1-5 16,0 1-4-16,1 1-3 0,2 2 5 0,0 1-10 0,1 3 5 0,1 2-1 16,-2 3-9-16,-1 3-4 0,2 2-3 0,-2 2 0 0,1 1 2 0,0 2 3 15,0 2-1-15,0 1 1 0,1 1 3 0,1 2 3 0,0 1-4 16,-1-1 6-16,3 1 2 0,0 1 3 0,0-2 6 0,0 0 2 0,1-3-3 16,-1 0 7-16,2-2-5 0,1-2-1 0,0 0 2 0,-2-2-4 0,-5-1 0 15,8-3-306-15,-1-2 76 0,4-2 22 0,2-2-3 0,-6 1 278 16,1 0-53-16,-1-2 0 0,0 1 5 0,-3-2-3 0,2 1 11 0,-1-2-15 15,-2 3 12-15,1-2-6 0,-1 1-4 0,-2-1-5 0,1 1 7 0,0 0-8 16,0 0 2-16,1 1-4 0,-2-2-1 0,1 1 5 0,-2 1-15 16,0 3 8-16,-1 0-22 0,1 3-1 0,0 1 4 0,-1 1 1 0,0 1 1 15,0 1 11-15,-1 0-16 0,0 1-10 0,2 1-25 0,-2 0-35 16,3 1-25-16,-3 1-42 0,1-1-32 0,1 0-46 0,-1 0-53 0,0-3-48 16,0 2-10-16,-1-3 8 0,-1 0-40 0</inkml:trace>
  <inkml:trace contextRef="#ctx0" brushRef="#br0" timeOffset="11200.35">25391 7317 2896 0,'-3'1'209'0,"1"2"-237"0,1 1-60 0,2 1-39 0,3 0-6 16,2 1 31-16,1-1 41 0,3 0 42 0,1-1 16 0,-1-2 8 16,0 0 9-16,-1-2 7 0,-1-1 6 0,-1 0 3 0,0-1 1 0,1-1-4 15,0-2-7-15,1-1-1 0,0 0-7 0,1-2-1 0,0-1 3 0,0-1-1 16,0-2 2-16,1 1-1 0,1-1-4 0,-1 1-3 0,0 0-2 16,0 1-3-16,-2 2 3 0,0-1 3 0,0 1-3 0,-2 0 5 0,-1 2-5 15,0 0-1-15,0 1 1 0,1 2-7 0,0-1-3 0,-1 2-2 16,2 1 0-16,-1 0-3 0,2 1 5 0,-1 1-3 0,3 0 3 0,-1 1-2 15,2 0 2-15,1 1 0 0,1 0-4 0,2 1 2 0,0-1-3 0,0 0 3 16,-1 0 1-16,2 1 3 0,-1-1-1 0,1 0 4 0,-2 0 4 16,0-2-1-16,-2 1 3 0,0-1 3 0,0-1 1 0,0-1-2 0,-1 0 3 15,-2 0 1-15,0 0-4 0,-2-1 7 0,-2 0-5 0,-1 0 4 0,0-1-2 16,0-1-2-16,-3 0 0 0,0 0-2 0,-1-1-1 0,-2-1-14 16,0 1-6-16,0-1-11 0,-2 1 2 0,1-1 2 0,0 1-5 0,1 1-6 15,0-2-26-15,0 1-37 0,1 1-53 0,0-1-64 0,0 0-51 16,1 0-39-16,0 0-22 0,0-1-17 0,1 1-16 0,0-3-170 0</inkml:trace>
  <inkml:trace contextRef="#ctx0" brushRef="#br0" timeOffset="11618.35">26468 6521 3128 0,'-3'0'105'0,"2"0"-138"15,0 1-27-15,2 2-15 0,1 2 13 0,2 2 26 0,0 2 24 0,2 3 19 16,0 2 8-16,0 5-3 0,0 3 0 0,2 4-1 0,0 2-6 16,0 2 5-16,0 1 0 0,0-1-6 0,0 2-3 0,-1-2 1 0,-1 1-2 15,1-2 5-15,0-2-1 0,1-2 1 0,1-3-12 0,0-2 5 16,0-2 4-16,1-3 0 0,0 0 10 0,1-2 4 0,1-3-1 0,0-2 8 15,2-2 8-15,-3-3 4 0,2-1 8 0,0-2-2 0,-1-2-3 0,1-1-8 16,0-2-8-16,0 0-2 0,0-2-7 0,1-1-6 0,-2 0-2 16,2-2 3-16,-1 0-14 0,1-1 4 0,-1 0 19 0,0-1-3 0,0-2 8 15,-1 0 2-15,-2-1-14 0,-1-2-3 0,-1 0 8 0,-2-2-2 0,-1 1 3 16,-1-3-1-16,-3 0-2 0,-1 0 4 0,-2-2-5 0,-3 1 1 16,-1 0-2-16,-1-1-4 0,-3 0-3 0,-1 0-2 0,-3 1-2 0,0 2-4 15,-2 1-3-15,-1 2-1 0,0 2 5 0,0 4-3 0,-2 1 2 0,0 1 0 16,-2 2-3-16,1 1-1 0,-1 0 1 0,-1 2-8 0,1 2-4 15,-1 1-14-15,3 3-2 0,-1 1-7 0,1 2-13 0,2 2 1 0,2 1-16 16,-1 1-8-16,2 3-13 0,0 0-11 0,4 3-18 0,1 1-45 16,2 1-62-16,3 1-87 0,3 1-106 0,4 3-94 0,3 1-322 0</inkml:trace>
  <inkml:trace contextRef="#ctx0" brushRef="#br0" timeOffset="11817.35">27368 6928 3504 0,'-3'4'187'0,"0"4"-189"15,-1 4-30-15,1 5-10 0,0 3-3 0,1 3 10 0,1 3 24 0,0 1 5 16,1 3 1-16,0-3 5 0,0 1 0 0,0-2-4 0,0-2 2 16,0-1-18-16,1-3-30 0,2 1-35 0,-2-3-57 0,3-2-55 0,0-2-58 15,1-4-56-15,1-2-31 0,0-3-23 0,1-2 3 0,1-4 28 0,0-3 23 16,-1-5-217-16</inkml:trace>
  <inkml:trace contextRef="#ctx0" brushRef="#br0" timeOffset="12152.35">27459 6274 3737 0,'-1'-1'-12'16,"2"1"-18"-16,2 1-16 0,1 2-8 0,4 1 11 0,1 1 19 15,5 1 16-15,1 1 12 0,1 1 16 0,0-1 10 0,1-1 10 0,1 1 1 16,0 0-11-16,1 0 6 0,0 0-9 0,0-1-19 0,-1 0-4 0,1 1-16 16,1-2-3-16,-1 2 24 0,1-1 3 0,-1 0 1 0,-1 1-3 15,0 0-10-15,-1 0-2 0,-2 1 0 0,-1-1 0 0,1 2-4 0,-2-1 3 16,0 1 1-16,-2 2 0 0,-2-1 2 0,0 2 0 0,-1 0-8 16,-2 0 0-16,0 2-1 0,-1 0-1 0,-1 2 8 0,-1-2-5 0,-2 4-3 15,0 0-1-15,-1 1-2 0,0 2 3 0,-1 2 4 0,-1-1 1 0,0 2 3 16,-1-1-2-16,0-1 4 0,0 2-2 0,0 1-2 0,0 0-3 15,0 1 5-15,-1 2 2 0,1 0 0 0,-1 1 6 0,0 1-10 0,1-1-4 16,-1 1 5-16,0-2-3 0,2 2 4 0,0-2 4 0,0-1-4 0,1 0-2 16,0-3 2-16,0-1-7 0,1-3-21 0,-1 1-22 0,0-2-26 15,0-2-20-15,1 0-20 0,0-4-42 0,-1-3-68 0,1-4-84 0,-1-2-60 16,-1-3-47-16,-1-3-25 0,-2-2-7 0,-3-6-172 16</inkml:trace>
  <inkml:trace contextRef="#ctx0" brushRef="#br0" timeOffset="12301.35">27592 6781 2735 0,'-2'0'1082'0,"1"0"-1051"16,1 0-11-16,2 3-22 0,2 2-16 0,2 1 13 0,4 3 8 15,3 1 5-15,3 1 14 0,2 2-9 0,2 0 1 0,3-1-6 0,1-1-3 16,3 1-3-16,1-1-2 0,1-1-3 0,2-1-15 0,0-1-27 0,1-3-36 16,2-2-52-16,-2-3-55 0,2-2-62 0,-2-1-101 0,2-6-155 15,0-1-197-15,4-7-401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0:58:58.4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12966 6167 683 0,'-4'-6'272'0,"0"0"-236"0,0 0-12 0,2 4-14 0,1 1-4 16,1 1-4-16,0 0-1 0,0 0-3 0,0 0-1 0,-1 1 2 15,0 1 1-15,-1 0 2 0,0 0 0 0,1 1 3 0,-1 0 4 0,0-1 6 16,-1 1 15-16,0-1 14 0,1-1 22 0,-1 0 18 0,0-2 16 15,0 1 12-15,1-1 5 0,-1-1 9 0,0 0 3 0,1 0 2 0,-1 1-8 16,1 0-15-16,1 1-15 0,-1 0-16 0,2 0-17 0,-1 2-8 0,1 1-13 16,0 2-3-16,1 3 8 0,-1 1-6 0,2 3-1 0,1 0-2 15,0 4-9-15,1 3-1 0,1-1 1 0,1 3-11 0,1 0-13 0,1 0-7 16,0 1-2-16,0-1 5 0,3 0 7 0,0 0-3 0,1-1-5 0,0 0-1 16,0-1 1-16,-1 0 0 0,0-2-5 0,0 0 1 0,-1 0-1 15,-1-1-2-15,-1-1 0 0,-2 0-7 0,0-1-6 0,-2-1-12 0,-2 0-31 16,0-1-38-16,-3 0-49 0,-2 0-64 0,-2 0-68 0,-2-1-91 15,-3 0-70-15,-4 0-299 0</inkml:trace>
  <inkml:trace contextRef="#ctx0" brushRef="#br0" timeOffset="415.99">12524 6238 2750 0,'-15'-17'54'0,"1"0"-32"0,1-1-9 0,7 4-13 0,6 3-2 16,3 0-3-16,1-1 4 0,3 2-3 0,0-2 1 0,1 1 6 0,1 2-4 16,0 0 4-16,-1 1-3 0,0 3-2 0,1-1 4 0,0 1-2 15,0 1-2-15,1 1 4 0,-1-1 0 0,0 1-4 0,1 0 5 0,0 0-4 16,1 0 2-16,1 0 1 0,1 0 0 0,0 0 1 0,1 1-3 0,1 0 0 16,2 0 0-16,0 2-2 0,3 0 2 0,2 0 0 0,2 1 2 15,1 0-5-15,1 1 1 0,2 1 0 0,-1 0-1 0,3 1 5 0,1 0-4 16,1 1-1-16,2 0-2 0,2 0 1 0,1 1 0 0,2 0-3 15,0 1 0-15,1 2-1 0,1 1 1 0,-1 2 2 0,-1 2 1 0,2 1-6 16,-2 4 3-16,0 3-1 0,0 1 0 0,-4 3 6 0,-2 3-3 0,-4-1-8 16,-1 4-5-16,-5 1 10 0,-4 1-2 0,-5 3 12 0,-5-1 6 15,-4-1-8-15,-5-1 7 0,-5-1 4 0,-5-2 2 0,-4 1 3 0,-6-4 4 16,-3 0 6-16,-5-4-1 0,-4-1 2 0,-3-2 1 0,-4-3-6 0,-2-1 2 16,-4-1-9-16,-4-2-3 0,0-1-4 0,-2-3 2 0,0-3 7 15,0-4 0-15,2-3 6 0,1-4-1 0,2-2-1 0,2-2-2 0,3-3-5 16,4-1-7-16,-1-3 0 0,3-1-4 0,2-3-5 0,1-1-1 0,4-3-1 15,2-3-3-15,1-5-3 0,5-1-13 0,1-4-9 0,4-2-15 16,4-3-15-16,6 0-31 0,4-2-49 0,6-1-52 0,4 0-76 0,6 0-118 16,6 1-139-16,2-1-367 0</inkml:trace>
  <inkml:trace contextRef="#ctx0" brushRef="#br0" timeOffset="1498.99">14683 5809 735 0,'-8'-4'129'0,"1"0"-31"0,-1-1-4 0,1 2-17 0,2 0-10 0,1 0-2 15,-1 0-5-15,1 2 0 0,0-1-2 0,0 0-2 0,0 1-1 16,0 0 1-16,0 0-3 0,2 0-3 0,-1 0 8 0,2-1-4 0,0 1 4 15,0 0 5-15,0 1 1 0,1 0 6 0,0 0-2 0,0-1-7 0,1 0-9 16,0-1-3-16,0 0-2 0,2 0 2 0,1-1-3 0,0 0-7 16,1 0-2-16,-1-1 3 0,1 0-2 0,2 0 2 0,0 0 0 0,2 1-7 15,0 0 0-15,1 0-6 0,1 1-2 0,1 0 2 0,0 1-6 0,0 1 3 16,0 1-2-16,1 1-7 0,0 1-2 0,1 2-4 0,-2 2-4 16,0 1 3-16,0 2-3 0,-1 0 2 0,1 2 2 0,0 1-6 0,-2 2 4 15,2 1-4-15,-3 0-1 0,0 1 2 0,-1 0-1 0,-2 0-1 16,0-2-2-16,-1 1 1 0,-2-1-1 0,2 0 2 0,-3-2 0 0,1 1-2 15,0-1-4-15,-2-1 4 0,0 0 2 0,-1-1-2 0,0-1 2 0,0-1-4 16,-1-2 0-16,0-1 6 0,0-1-2 0,-1-1-4 0,1 0 4 16,-1-1-4-16,1 0 2 0,1-2 2 0,-1 1-4 0,1-2 4 0,0 1-1 15,0-1-1-15,0-1 7 0,1 1-10 0,1-2 4 0,-1 1-1 0,2-1 2 16,1 0-2-16,0-2-2 0,0 0 6 0,2 1-1 0,-1-1 1 16,1 1-3-16,0 0 1 0,-1 1-4 0,1 0 1 0,-1 1 1 0,0 0 5 15,1 1-2-15,-1 1 1 0,1 1 1 0,-1 0-2 0,0 1-1 16,1 0 5-16,-1 2-4 0,2 0 3 0,-1 0 0 0,1 0 0 0,0 2-1 15,0 0 0-15,0 2 0 0,-1 0 4 0,1 0 0 0,-1 0-1 0,-1 1 1 16,-1 0-2-16,0 2 4 0,-2 0 1 0,0 0-7 0,-2 0 4 16,0 0-2-16,0 1-2 0,-2 0 4 0,1 0-6 0,-2 0 5 0,0 0-3 15,-1 0-3-15,0-1 5 0,-1 0-7 0,0-1-4 0,-1 0 2 0,1-1-5 16,-1 0 4-16,0 0 5 0,0 1-1 0,0-3 8 0,1 2-4 16,1-1-5-16,0 0 2 0,0-1-11 0,2 0-8 0,-1-1-1 0,1-1-12 15,1-1-19-15,0-1-21 0,1 0-53 0,0-1-51 0,0-1-58 0,0-1-78 16,1-1-74-16,2-1-86 0,0-2-173 0,1 0 94 0</inkml:trace>
  <inkml:trace contextRef="#ctx0" brushRef="#br0" timeOffset="1698.99">15193 6112 2585 0,'-4'-5'121'16,"1"2"-39"-16,2-1-41 0,3 4-33 0,4 0-3 0,3 1 0 0,3-1 0 15,2 2 2-15,2-2 1 0,2 2 6 0,0-1-6 0,3 2 6 0,2 0-4 16,-1 0-8-16,1-1 4 0,0 0 6 0,-1 1-8 0,0-1 4 15,0 1-1-15,-1 0-7 0,1-1 3 0,-2 0-3 0,-1 0 2 0,0-1-2 16,0 1-2-16,-3-1-5 0,0 0 1 0,-2 1-3 0,0-2-6 0,-4 1-2 16,1-1-18-16,-2 0-17 0,-1 0-27 0,-2-1-28 0,-1 0-30 15,0 0-35-15,-2 0-30 0,0-1-39 0,0 0-64 0,0-1-58 0,0-2-36 16,1 0-197-16</inkml:trace>
  <inkml:trace contextRef="#ctx0" brushRef="#br0" timeOffset="4215.99">16365 5864 1606 0,'-6'-8'418'0,"2"1"-387"0,0-1-21 16,5 3-9-16,2 1 3 0,3 1-1 0,1-1 7 0,-1 0 7 15,2 1 0-15,0 0 9 0,1 0 8 0,0 0 0 0,1 0 1 0,1 0 5 16,-1 0-5-16,2 0 1 0,0-2 7 0,2 0 1 0,1 0 6 15,0 0 3-15,1 0 0 0,3 1-10 0,0-1 0 0,2-1-4 16,2 1-11-16,-2 1-5 0,1 0-10 0,0 2-1 0,-2 0-4 0,1 1-6 0,-2 2 0 16,-2 2-6-16,0 2 6 0,-2 1 1 0,-3 1 0 0,-2 2 4 15,-3 3-5-15,0 1 3 0,-3 2 0 0,-3 2 0 0,-2 0 3 0,-3 3-1 16,-3 2 3-16,0 0-2 0,-4 2-1 0,-2 1 1 0,-3 4-1 0,-2-1-2 16,0 1 5-16,-2-1 0 0,0-2 7 0,-1 0 0 0,0 0-3 15,-1 0 6-15,0-2 3 0,1 0 7 0,1 0 9 0,2-2 1 0,3 0-4 16,2-2-16-16,2-3-6 0,4 0-12 0,1-1 1 0,2-2 15 15,2-1-6-15,2-1-1 0,2-1 0 0,1 0-10 0,2-2-1 0,1 0 6 16,3-2-6-16,1 1 0 0,2 0-2 0,0-1-2 0,2 0 1 0,1-2 5 16,0 0-8-16,1-1 3 0,-2 0-1 0,-1-1-8 0,0-1 3 15,0 0-14-15,-1-1-14 0,-2-1-23 0,-1 0-33 0,0-1-27 0,-1-2-31 16,0 0-30-16,0-2-26 0,0 0-26 0,0-3-46 0,1-1-34 0,0-1-35 16,1-2-22-16,0 0-216 0</inkml:trace>
  <inkml:trace contextRef="#ctx0" brushRef="#br0" timeOffset="4415.99">17012 6226 2288 0,'-5'-3'275'16,"1"1"-213"-16,-1 0-31 0,5 2-22 0,2 1-7 0,1 1-4 0,1 1 6 16,1 1 0-16,1 1 6 0,-2 0 5 0,1 1-1 0,-1 1 1 15,0 1 1-15,0 2 1 0,-2 1-1 0,2 0-9 0,-2 0-1 0,0 2-9 16,-1-2 0-16,0 2-5 0,-1 0-4 0,-2 2 5 0,1-2-6 15,-1 2 2-15,0 1-5 0,-2-1-17 0,0-1-20 0,0-1-27 0,0 0-46 16,0 0-39-16,1-1-32 0,0-2-33 0,0-1-12 0,2-2-8 0,1-1-1 16,1-1 3-16,0-2-5 0,1 0-188 0</inkml:trace>
  <inkml:trace contextRef="#ctx0" brushRef="#br0" timeOffset="4682.99">17325 5914 2662 0,'-8'-1'104'16,"0"3"-74"-16,0 1-33 0,5 2-15 0,2 2 1 0,2 1 2 15,0 1 9-15,1-1 7 0,1 3 1 0,-1-1 5 0,1 2-1 0,0-1 4 16,1 1 2-16,1 0 1 0,1 2-3 0,1 0-2 0,1 0 0 0,0-2-5 16,0 1 1-16,1 0-1 0,1 1-5 0,0-1 4 0,0 0 0 15,0 1-2-15,-2-1 0 0,1 1-2 0,0-1 4 0,0 1 3 0,0 1 0 16,0 1 3-16,-1 0 0 0,-1-2 1 0,0 1-4 0,-1-1-4 15,0-1 3-15,-1-1-3 0,-1 0 5 0,-1-2-8 0,-1 0 4 0,-1-2 3 16,-1 0 3-16,0 0 14 0,-2-1-5 0,-1 0 1 0,-1-1-6 0,-2 0-5 16,-1 0-7-16,-2 0-17 0,0-1-29 0,-3-1-57 0,-3 0-76 15,-3-1-85-15,0 0-84 0,-4-2-65 0,-2-2-47 0,1-3-305 0</inkml:trace>
  <inkml:trace contextRef="#ctx0" brushRef="#br0" timeOffset="4817.04">17281 5797 1657 0,'9'-12'641'16,"5"1"-565"-16,8-1-21 0,3 4-27 0,3 2-16 0,4 3-9 0,1-1-1 16,1 2-7-16,1 1-4 0,0 1 1 0,-1 1-9 0,0 1 0 15,-2-1-9-15,-2 0-12 0,0 0-28 0,-4-1-68 0,0-2-74 0,-4 0-78 16,0-2-83-16,-1 0-24 0,-5-3-249 0</inkml:trace>
  <inkml:trace contextRef="#ctx0" brushRef="#br0" timeOffset="5233.04">15171 5285 2901 0,'-32'-2'27'0,"-1"5"-37"16,-5 2-9-16,9 6-8 0,7 3-3 0,1 1 5 0,0 1 4 15,1 3 3-15,-2 1 5 0,0 0 4 0,-1 3 0 0,0-1 7 0,1 0 7 16,-2 2-2-16,2 1-1 0,0 1 6 0,-1 2-1 0,0-1 7 0,0 3 5 16,-2 0-14-16,0 3 9 0,-1 1-2 0,2 2 5 0,1 2 6 15,1 1-4-15,1 2-6 0,2 0-6 0,1 3-5 0,3 1-4 0,3 2 0 16,3 0 0-16,3 1-1 0,2 2-2 0,4 2-8 0,3 2 1 15,2 2 2-15,4 1-7 0,1 0 7 0,3 1-12 0,5 1 8 0,3 0-1 16,1-1 3-16,4 0-1 0,1-5 5 0,3-1 3 0,2-4-7 0,2-5 17 16,2-4-3-16,5-3 6 0,5-3 9 0,5-3-9 0,6-5 0 15,6-1 2-15,4-3-7 0,4-1-6 0,4 0 0 0,2-2-4 0,2-1-1 16,3 0-4-16,-2-2 1 0,2-3-11 0,1-1-4 0,-2-4-11 0,0-3-35 16,0-3-40-16,-4-2-32 0,-1-2-36 0,-3-4-41 0,-2-4-25 15,-2-2-48-15,-1-5-44 0,-3-5-17 0,0-1-182 0</inkml:trace>
  <inkml:trace contextRef="#ctx0" brushRef="#br0" timeOffset="5517.04">18017 5430 2632 0,'-23'-9'543'0,"0"3"-529"0,-1 1-28 16,7 6-18-16,7 3-10 0,4 0 1 0,2 2-2 0,3 0 15 0,2 2 4 16,0 0 11-16,2 0 13 0,2 2 5 0,1 0 2 0,3 3-2 15,2 2 0-15,3 1-2 0,1 1 2 0,4 3-1 0,2 3 6 0,1 2-1 16,4 3 1-16,-1 2-1 0,4 3-9 0,-1 3-7 0,2 5 5 16,0 4-7-16,0 4 3 0,1 3 4 0,0 5-3 0,-1 3 3 0,0 3 0 15,0 3-3-15,-2 0 3 0,1 1-6 0,-2 0 6 0,-3-1 0 0,-3-5-1 16,-3-2 6-16,-4-3-6 0,-3-4 6 0,-4-3 1 0,-3-3-2 15,-3-1-1-15,-5-4-14 0,-4 0-13 0,-3 0-63 0,-7-1-98 0,-5-1-204 16,-7 1-296-16,-8 1-399 0</inkml:trace>
  <inkml:trace contextRef="#ctx0" brushRef="#br0" timeOffset="6166.1">13014 7866 2742 0,'-11'-1'266'16,"2"1"-226"-16,0 1-37 0,4 2-6 0,5 2-9 0,3 2-4 16,2 1 4-16,2 1 4 0,3 0 4 0,1-1 2 0,-1 1-1 0,3-1 1 15,1 0 4-15,-2 0-2 0,0-1 3 0,0 1-1 0,-1-3-4 0,0 2 2 16,-2 0 2-16,-2-1-2 0,0 0 2 0,-2-1-4 0,-1 0 2 16,0-1 2-16,-2 0 1 0,-1-1 1 0,-1-1-1 0,-1 0 1 0,-1 1 1 15,-1-1 2-15,1 2-2 0,-1-1-2 0,-2 1 1 0,1 1-4 0,-2 2 3 16,0 0-1-16,0 1-7 0,-1 2 5 0,0 2 0 0,0 1 0 15,-1 2 1-15,1 1-1 0,-1 1 0 0,-1 0 4 0,0 2-4 0,1-1-7 16,0-1-3-16,0 2-1 0,1-1 4 0,0 0 13 0,0 0 0 16,2 1 1-16,1-1-2 0,0-2-3 0,2 0 2 0,1-1 4 0,1-2 3 15,1-3-1-15,2-2 4 0,0-1 3 0,2-1 1 0,1-2-1 0,2 0 1 16,0-1-3-16,2 0 1 0,3-1-3 0,0-1-5 0,1 0 1 16,0 0-2-16,1-1-1 0,1 0 1 0,0-1-5 0,0 1-1 0,2 0 5 15,0 0-6-15,-1 0 3 0,3 0-1 0,1 0-6 0,1-1 4 0,3 0-3 16,0 0-6-16,0-1-3 0,2 0-11 0,1 0-18 0,0 0-18 15,-2-1-28-15,-1 1-26 0,-3-1-35 0,-4 0-39 0,-2-1-38 0,-3 0-45 16,-2-3-42-16,-3 1-43 0,-2-2-20 0,-3-3 6 0,-1-2-139 0</inkml:trace>
  <inkml:trace contextRef="#ctx0" brushRef="#br0" timeOffset="6766.11">12461 7812 1691 0,'-5'-6'64'0,"2"-1"-43"16,1-1-13-16,3 2-2 0,3 1 0 0,1-1-4 0,1 1 4 15,-2 0-2-15,3 0 1 0,-2 0-2 0,-1 1-5 0,1-1 6 0,-2 2-1 16,1 1 1-16,-1 0-1 0,-1 0 1 0,0 1 2 0,-1 0 1 0,0 0 4 16,-1 1-5-16,-1-1 4 0,1 1 5 0,-1 0 0 0,-1 0 9 15,1 0 7-15,-1 0 8 0,0 0 17 0,0 1 7 0,-1 0-1 0,1-1 0 16,0 1-9-16,-1 0 0 0,0 0-2 0,0 1-6 0,-1 0 0 0,1-2-14 16,1 1 1-16,1 0-8 0,0-1-2 0,1 0 0 0,0 0-4 15,0-1-1-15,0 0-4 0,1 0 5 0,1 0-5 0,2-2 5 0,0-1-2 16,1-1-4-16,1 1 7 0,2-2 1 0,1-1 3 0,2 0 2 15,1 0 0-15,1-2-1 0,3 0 2 0,1 0-5 0,1-1-3 0,4-1-1 16,1 0-3-16,1-1 5 0,1 1-2 0,1 2 10 0,2 1 1 0,3 0-4 16,0 2 1-16,2 0-11 0,0 1-7 0,-2 2 1 0,1 3 1 15,0 0-4-15,1 3 1 0,1 1-1 0,-1 3-3 0,-1 1-13 0,2 2-3 16,-2 2 2-16,3 2 0 0,0 4 17 0,-1 1 2 0,2 4-5 0,-2 2-1 16,2 1-8-16,0 4-3 0,1 1 1 0,0 2 0 0,-1 2 2 15,1 3-1-15,-1 0-3 0,1 2 1 0,0 1-4 0,-2 4-5 0,0 3 2 16,-4 3-12-16,-1 3 8 0,-5 2 4 0,-1 1-3 0,-4 1 15 15,-5-2-3-15,-4-2 6 0,-4-2 5 0,-6-4 6 0,-5-2 3 0,-6-3 3 16,-4-2 0-16,-7-1 2 0,-4 0-12 0,-6-1 6 0,-6 0-1 0,-4-1-3 16,-5-1 15-16,-5-2-3 0,-2-3-2 0,-4-2-3 0,-1-4-3 15,-3-1-1-15,-2-4-3 0,-1-2-2 0,0-2 2 0,-3-5-5 0,0-6 3 16,2-4 2-16,1-4-1 0,4-4-5 0,2-6 8 0,5-3 0 16,4-4 1-16,5-3 6 0,5-3-7 0,4-3 4 0,5-6-10 0,2-3-3 15,6-6-16-15,2-4 6 0,4-3-6 0,5-5-9 0,5-2 8 0,4-3-24 16,5 1-11-16,3-1-18 0,6 2-16 0,4 1-29 0,3 2-39 15,3 0-62-15,3 4-70 0,3 0-90 0,4 0-141 0,2 2-334 0</inkml:trace>
  <inkml:trace contextRef="#ctx0" brushRef="#br0" timeOffset="9149.81">15403 8357 1377 0,'-20'-12'23'15,"1"0"-22"-15,-4-5-11 0,7 1-6 0,3 1-4 0,1 0-6 0,1-3 0 16,0-3 4-16,2 0 1 0,-2-3 8 0,1 0 1 0,-1 1 4 0,-2-1 8 15,1 1 3-15,-2 2 4 0,0-1 2 0,1 2 1 0,-1 1 4 16,0 1 3-16,-2 1 5 0,0 2 8 0,1 1 7 0,1 3 12 0,0 4 12 16,0 2 7-16,0 2 8 0,1 3-3 0,0 2 1 0,1 3-9 15,0 3-1-15,2 4 1 0,1 2-1 0,0 3 4 0,1 4-9 0,2 1 0 16,3 2-10-16,2 1-13 0,3 1-9 0,3 1-15 0,4 1-6 0,1 0-5 16,3 0-5-16,3-2-13 0,3-2-5 0,2-1-5 0,4-2 1 15,4 0 10-15,0-2 9 0,4-2 2 0,-1-2 7 0,0-4 4 0,4-2 2 16,-2-4 3-16,1-1 4 0,-3-3-3 0,-3-2 0 0,-3-2-2 0,-1-2-5 15,-2-2-1-15,-2-2 1 0,0-2-1 0,-3-2 5 0,-2-2 3 16,-1 1-1-16,0-3 6 0,-1 0 10 0,-3 1 1 0,0 0 7 0,-3-1 3 16,0-2-7-16,-2 2 4 0,0-1 0 0,-1 1 0 0,-2 0 2 15,0 1 3-15,-1 0-4 0,-2 2 4 0,0 1-4 0,1 4 1 0,-1 1-2 16,0 2 2-16,0 3-3 0,-1 1 4 0,1 2-4 0,0 2 2 0,-1 0-1 16,0 2-9-16,-1 3 2 0,0 1-10 0,0 5 0 0,0 3-1 15,-1 4-6-15,1 2-7 0,-1 4-1 0,1 3-3 0,-1 3-16 0,0 0 2 16,0 3-6-16,0-2-6 0,0 3 2 0,-1-3-17 0,1-1-33 0,0-2-42 15,0-1-50-15,0-2-73 0,0 0-106 0,-1-2-131 0,1-1-65 16,0-3-286-16</inkml:trace>
  <inkml:trace contextRef="#ctx0" brushRef="#br0" timeOffset="9466.81">15961 8455 2406 0,'-7'2'372'0,"2"4"-301"0,0 3-49 16,3 2-21-16,3 1-2 0,0 1 1 0,2 0 0 0,2 3-4 0,0 0 4 16,2 2-1-16,-1 0 1 0,0 1 3 0,0 0-6 0,0-2-7 0,-1 1-12 15,1-1-13-15,-1-1-14 0,-1-1-26 0,0 0-48 0,-1-1-69 16,-1 0-96-16,0-3-95 0,-1 0-75 0,0-2-1 0,0-2-138 0</inkml:trace>
  <inkml:trace contextRef="#ctx0" brushRef="#br0" timeOffset="9716.74">16125 8105 3129 0,'-3'0'103'0,"2"0"-63"0,2 1-41 0,4 3-5 0,4 0-1 15,4 2-2-15,4 1 4 0,4 1 0 0,0 0 6 0,2 0 7 0,-1-1 2 16,1 3-4-16,0 0-6 0,-2 1 1 0,1 2-1 0,-1-1 2 0,-2 2-4 15,-1 1 1-15,-3-1-17 0,-1 1 0 0,-3-1 2 0,0 2 0 16,-2 0 11-16,-1 0-1 0,-3-1-1 0,-1 1-1 0,-2 1 1 0,-1-2 0 16,-3 2-2-16,-1 0-5 0,-2-1 3 0,-1-2-6 0,-2 1-1 0,0-2 3 15,0-2-4-15,1 0 0 0,-2-4-5 0,0 0-19 0,-2-2-28 16,0-2-57-16,-1-2-61 0,1-3-83 0,-1-3-64 0,0-2-45 0,0-4-49 16,0-4 11-16,0-3-152 0</inkml:trace>
  <inkml:trace contextRef="#ctx0" brushRef="#br0" timeOffset="9866.74">16114 8021 2768 0,'1'-1'116'0,"4"0"-72"15,4-1-34-15,6 2-6 0,6-2-4 0,4 0 5 0,3 0 3 16,4-2-1-16,0-1-4 0,1 1-1 0,2-1-4 0,-1 1-3 0,-1 1-3 16,0-1-11-16,0 1-15 0,-1-1-18 0,0 0-16 0,-3 0-23 0,0-1-37 15,-5-1-32-15,-1 0-46 0,-2-1-37 0,-2-1-56 0,1 1-41 16,0-1-14-16,-1 0 15 0,0 0-141 0</inkml:trace>
  <inkml:trace contextRef="#ctx0" brushRef="#br0" timeOffset="10082.74">17125 8076 2856 0,'0'0'590'0,"2"1"-555"15,4 2-22-15,5 2-5 0,5 0-12 0,4 2 2 0,4 0-3 16,1 1-3-16,0 0 1 0,-1-1 3 0,-1 1 0 0,0-1-1 0,-1 0-10 16,-1-1-12-16,1 0-15 0,-2 0-25 0,-1-2-26 0,1-1-30 0,-1-1-21 15,-3-1-20-15,0-2-24 0,-2-2-31 0,-1-1-27 0,-2-2-41 16,1-2-36-16,-2-1-8 0,1-3 2 0,-1-4 30 0,-1-2-143 0</inkml:trace>
  <inkml:trace contextRef="#ctx0" brushRef="#br0" timeOffset="10418.74">17734 7710 3086 0,'-9'1'255'0,"2"2"-208"0,1 0-32 0,3 4-32 0,2 0-8 0,3 3 1 15,1 3 4-15,1 2 8 0,2 1 6 0,0-1 1 0,0 3 1 16,0 0 1-16,0-1 3 0,-1 4-4 0,1-1-1 0,-1 1-9 0,0 0-13 15,1 0-9-15,-1-3-6 0,1 0-5 0,0-1 2 0,1-2-9 16,1-2 1-16,1-1-3 0,0-1-2 0,0-1 3 0,0-2 4 0,0 0 7 16,0-2 17-16,0 0 7 0,-1-2 15 0,1 0 15 0,-1-2 13 0,-1-1 12 15,1-1 8-15,-1-1 1 0,1-1 8 0,-1-1 0 0,0-1 0 16,0-1-6-16,1 0-8 0,-1 1-7 0,2-1-8 0,0 0-4 0,1-1-5 16,0 1-4-16,0 0-3 0,-1 1-3 0,-1 1-2 0,0 1-2 0,0 1 7 15,0 0 1-15,-1 2 3 0,0 1 3 0,-1 1 0 0,0 2 4 16,-1 0 0-16,-2 2-2 0,2 1-6 0,-2 1 3 0,1 1-8 0,-1 2-3 15,0 0-4-15,0 2-3 0,-1 0-6 0,1 0-5 0,-1 2-7 0,2 0-16 16,-1 0-17-16,0 0-29 0,0 0-25 0,1-1-19 0,0-1-37 16,0 1-64-16,0-1-134 0,-1 1-69 0,1 0-28 0,1-1 26 0,-1 1-122 15</inkml:trace>
  <inkml:trace contextRef="#ctx0" brushRef="#br0" timeOffset="11100.23">12748 10194 2965 0,'-3'-1'72'0,"1"0"-58"0,2 1-33 0,5 0-8 15,5-1-1-15,4 1-2 0,4-1 3 0,3 0 5 0,2 0 3 0,-1 0 12 16,0 0 1-16,0 0-4 0,-1 2-2 0,1 1-8 0,-3 2-6 15,1 1-4-15,-2 0-11 0,-2 1-11 0,-1 1-6 0,-2 0-10 0,-1 1-12 16,-1 1-6-16,-2 2-5 0,-3 2 1 0,0 1 5 0,-2 0 3 16,-1 2 0-16,0 1 8 0,-2 1 8 0,-1-2 18 0,-1 1 17 0,-2 0 17 15,0 0 7-15,0-2 14 0,0 0 8 0,-1 0 7 0,2-1 10 0,0-2 1 16,0 0-2-16,1-1 7 0,0-1 0 0,1-2 9 0,1 0 6 16,0-2 4-16,1 1 2 0,0-2-4 0,0 1-3 0,1-1-7 0,1 0-8 15,0-1-7-15,1 1-4 0,-1-1-1 0,1 0 1 0,0 1-6 0,0-1 7 16,0 1-6-16,-1 0 3 0,0 1 11 0,0 1-7 0,0 0 12 15,0 0-1-15,-1 1 0 0,2 1 3 0,0 0-5 0,0 0-1 0,0 2-3 16,0 0 4-16,0 3-5 0,0 0-6 0,0 0 5 0,-1 3-16 16,0 0-6-16,0 1 4 0,-2 0-6 0,0 2 0 0,-1 0 3 0,-1-1-11 15,1 1 2-15,-2-2-2 0,0-2-10 0,0-1-2 0,0-2-11 0,0-1-6 16,-1-2-9-16,0-4-14 0,1 0-24 0,-2-3-28 0,1-1-36 16,-2-2-72-16,0-2-76 0,-1-2-61 0,-2-2-65 0,-2-3-22 0,-2-5-206 15</inkml:trace>
  <inkml:trace contextRef="#ctx0" brushRef="#br0" timeOffset="11501.23">12302 10174 2122 0,'-13'-6'282'0,"2"1"-197"0,-1-2-27 0,6 1-15 0,4-1-17 0,3 0-7 15,2-2-8-15,3 0 0 0,4-1 5 0,2 1 1 0,3-2 7 0,2 0 2 16,3 0-1-16,0 0-2 0,5 0-7 0,2 0-4 0,2-1-4 15,2 0-1-15,2-1-1 0,1 2-2 0,3 1 2 0,0 0 1 0,2 1-9 16,0 0-1-16,2 2 0 0,1 1-2 0,2 0 6 0,-1 3-2 16,1 3-3-16,2 1-2 0,0 3-1 0,0 2-6 0,1 2 0 0,1 3-6 15,-1 3-2-15,-1 1 6 0,1 3-1 0,2 4 5 0,0 2 2 0,1 3 1 16,-2 2-5-16,-1 0 0 0,0 4 2 0,0 2-2 0,-1 1 13 16,-3 3 2-16,-1-2 1 0,-5 1 5 0,-3 0-6 0,-3 0 3 0,-6 1 6 15,-4-1 3-15,-4-1 4 0,-6 0 2 0,-4-3 4 0,-4 1 6 0,-7-2 3 16,-5 2-3-16,-4-1-8 0,-6 1-5 0,-4 1-2 0,-6-2-2 15,-5 2 6-15,-6-2 1 0,-3-1-10 0,-5-1 6 0,-3-2-3 0,-4-2-7 16,-3 1 11-16,-2-4-5 0,-1-1 1 0,-1-3 3 0,1-4-2 16,0-2 0-16,2-4 1 0,0-2-1 0,2-4 4 0,2-3 5 0,3-1-4 15,4-3-1-15,0-3-6 0,0-3-7 0,2-4 2 0,2-3-1 0,3-3-1 16,1-3-1-16,3-5-4 0,1-1 0 0,4-3-8 0,3 2 7 16,3-3-1-16,3-1-2 0,4-3-1 0,1-1-22 0,4-1-11 0,6 4-6 15,3 0-13-15,6 4-24 0,2 0-33 0,5 1-47 0,2 0-44 0,4 1-56 16,2-2-97-16,4 3-135 0,2-1-60 0,2 2-94 0</inkml:trace>
  <inkml:trace contextRef="#ctx0" brushRef="#br0" timeOffset="12300.23">15264 9991 1162 0,'-5'0'90'0,"2"1"-52"16,-1 1-27-16,3-1-7 0,1 0-5 0,0 0-3 15,1 0 3-15,0 0 8 0,0 0 5 0,1 0 9 0,0 1 7 0,-1-1-3 0,0 1 1 16,0-1 0-16,-1 1-2 0,1 1 1 0,-1-1 3 0,0 0 6 0,1-1 3 16,-1 1 5-16,-1 0 4 0,1 1 4 0,0-2 10 0,-1 1 8 0,1-1 3 15,-1 0 0-15,1 0 1 0,-1-1-11 0,1 1-1 0,0-1-6 16,0 1-10-16,1-1-4 0,-1 0-7 0,0 1-7 0,0 0-6 0,-1-1-6 16,1 0 0-16,-1 0-5 0,1-1 1 0,-1 1-7 0,1 0-3 0,-1 1-2 15,0-1-1-15,1 1 0 0,-1 0-3 0,0 0 3 0,0 0 0 16,0 1-1-16,-1-1-3 0,0 1 1 0,0-1-5 0,0 0 2 0,0 2 6 15,0 0-4-15,0 0 0 0,-1 0-2 0,1 0-4 0,-1 1-8 16,0 0 0-16,0 0-7 0,0 0-7 0,0 0-11 0,1 0-24 0,-1 0-33 16,0-1-43-16,1 0-54 0,-1-1-39 0,0 0-47 0,1 0-43 0,0 0-191 15</inkml:trace>
  <inkml:trace contextRef="#ctx0" brushRef="#br0" timeOffset="13133.23">15494 9749 2007 0,'-11'-3'139'0,"0"1"-49"0,-3-1-28 0,2 3-17 15,2 0-8-15,0 0-16 0,1 1-9 0,0 1-1 0,0 0-2 16,1 0 5-16,-1 3 2 0,-1 0-4 0,1 2-6 0,-1 2-1 0,1 2-3 15,1 2-4-15,-1 1 2 0,1 3 0 0,-2 3-1 0,0 1 2 0,0 3-1 16,0-1 0-16,2 1-3 0,-1 1 0 0,1-2 0 0,1 2-3 16,1-2-1-16,2-1-4 0,0 0-1 0,1-2-2 0,2-2-3 0,0-1-1 15,1-2 9-15,0 0 0 0,2-3 6 0,0 0 3 0,1-2-3 0,0-1-1 16,2-1 6-16,0-1 3 0,1-3 5 0,1 1 4 0,0-2 0 16,1 0 1-16,0-1 2 0,2-1 3 0,1-1-1 0,0 0-2 0,-1-1-3 15,0 0 0-15,-1 0 5 0,2 0-5 0,0 1 5 0,1 0-1 16,-1 0-2-16,-2 0 5 0,0 2-1 0,0-1 5 0,-1 1-1 0,1 1 4 15,0 0-4-15,1 1 9 0,-3 1-2 0,2 2-2 0,0 0-3 0,-1 1-4 16,1 1-1-16,-1 0-1 0,0 3-7 0,-1-1-4 0,0 1 3 16,-1 1-2-16,1-1 2 0,-2 2-2 0,-1 0-1 0,-1 0-2 15,-1-1-2-15,-1 3 3 0,-2-1-8 0,-2 2 7 0,-1 0 7 0,-2 0-7 16,-2 0 7-16,-2-1-5 0,-1 0-8 0,-3 1 8 0,-1 0-4 0,-2-1 4 16,0 1 1-16,-1 0-8 0,0-1 3 0,2 0 1 0,-2-1 2 0,0 0-1 15,1-1-8-15,-1-2-6 0,1-1-6 0,-2-2-8 0,1-1-17 0,1-3-41 16,-1-1-46-16,1-3-46 0,1-2-59 0,-1-2-67 0,-1-5-52 15,1-2-67-15,-3-6-41 0,0-4-240 0</inkml:trace>
  <inkml:trace contextRef="#ctx0" brushRef="#br0" timeOffset="13283.23">15198 9878 2694 0,'7'-2'71'15,"3"0"-32"-15,4-1-14 0,5 2 0 0,4 1-7 0,2 0-11 0,2 1-2 16,2 1-1-16,0 1-1 0,-1 0 2 0,2 1-2 0,-3 0-6 15,4-1-9-15,-2 1-18 0,1-2-30 0,0 0-49 0,0-2-77 0,-1 0-82 16,-1-2-88-16,0-2-96 0,-3-1-28 0,1 0-222 0</inkml:trace>
  <inkml:trace contextRef="#ctx0" brushRef="#br0" timeOffset="13466.24">15964 10169 3006 0,'-1'3'97'0,"2"0"-55"0,2 3-30 0,4 0-8 0,3-1-6 16,4 1-8-16,2-1-6 0,3-1 4 0,2 0 1 0,1-1 1 0,1-1-1 15,1-1-10-15,-2-1-11 0,1 0-18 0,0-1-21 0,-2-1-28 0,0-1-29 16,-2-1-30-16,0-1-24 0,-1-2-41 0,0 0-38 0,-3-2-65 16,1-1-47-16,-1 0-16 0,2-4-205 0</inkml:trace>
  <inkml:trace contextRef="#ctx0" brushRef="#br0" timeOffset="13803.23">17247 9324 2861 0,'-19'4'646'0,"-1"2"-609"0,-4 2-33 15,5 4-11-15,4 3-18 0,1 1-10 0,1 5-7 0,2 3 0 0,0 3 4 16,-1 4 4-16,0 2 17 0,-2 4 10 0,0 2 7 0,0 3 7 16,-2 2-10-16,0 4 1 0,1 1 0 0,3 2 0 0,-1 0 2 0,3-1-3 15,1 1-3-15,4-3 5 0,2-1-23 0,4-3 10 0,2-1-9 0,5-5-7 16,2-2 7-16,3-2-12 0,2-5-2 0,4-2-10 0,2-5-4 16,1-1-7-16,2-3 7 0,0-3 12 0,0-4 23 0,0-1 12 0,0-4 19 15,-1-1 14-15,-1-4 11 0,-3-1 11 0,-2-4-5 0,-1-2 4 0,-1-2-4 16,-4-2-10-16,1-2-8 0,-3-2-12 0,-1-1-3 0,-2-2 3 15,-3-1 0-15,-3-3-13 0,-3-2 3 0,-3 1-12 0,-6-2 3 0,-3 1-4 16,-4 0-9-16,-5 2-7 0,-4 3-16 0,-4 0-3 0,-1 3-12 16,-3 1-13-16,0 5-20 0,-2 3-34 0,0 2-37 0,-1 3-63 0,-2 2-103 15,2 1-121-15,-1 5-180 0,-2 2-141 0</inkml:trace>
  <inkml:trace contextRef="#ctx0" brushRef="#br0" timeOffset="14467.23">15191 7580 1792 0,'-22'-5'102'0,"1"0"-38"0,-5 0-10 0,4 4 1 0,5 3-12 15,0 2-8-15,-2 3-5 0,0 1 0 0,-3 3 12 0,-1-2-3 0,0 3 2 16,-4 2 3-16,1 2-6 0,-4 3 11 0,1 3 1 0,-1 4 7 15,-1 2-2-15,0 4-3 0,-1 3-5 0,0 4-11 0,1 4-8 0,0 3-10 16,4 1-6-16,3 3-6 0,2 1-3 0,5 1-1 0,2 1-13 0,3 2 2 16,5 2-2-16,3 1-4 0,5 3 5 0,5 3-10 0,4 2-4 15,4-1-9-15,4 0-6 0,7-3-5 0,6-5-17 0,9-3-1 0,7-4-11 16,7-4-42-16,7-1-20 0,7-4-37 0,8-1-25 0,5-1 8 16,6-4-4-16,3 0-3 0,-1-6-22 0,2-3 0 0,0-5 10 0,-2-3 35 15,-1-5-148-15</inkml:trace>
  <inkml:trace contextRef="#ctx0" brushRef="#br0" timeOffset="14750.78">18306 7228 3576 0,'-6'-7'92'0,"1"3"-96"16,2 2-28-16,5 6-26 0,5 4 4 0,4 3 12 0,2 4 16 0,1 4 17 16,2 0 5-16,-1 0 2 0,2 2 2 0,-2 0 0 0,1 0 0 0,0 3-2 15,0 1 4-15,2 4-5 0,1 1 3 0,0 5-2 0,-1 0-13 16,0 5 10-16,0 1-3 0,-1 4-6 0,1 3 10 0,-1 4-10 0,0 2-8 16,-2 4-7-16,-1 1-21 0,-2 1-32 0,-2 1-21 0,-3 1-16 15,-2 0-11-15,-1-1 17 0,-3-3 8 0,-3-3-1 0,-2-4 14 0,-5-4 2 16,-2-2 11-16,-3-5-2 0,-4-3-27 0,-1-3-70 0,-4-7-108 0,-2-1-120 15,-4-3-297-15</inkml:trace>
  <inkml:trace contextRef="#ctx0" brushRef="#br0" timeOffset="15082.78">14513 9647 1 0,'-94'107'434'0,"0"-14"896"0,-12 8 851 0,33-45-2159 15,22-19-21-15,7 6-4 0,6 3-15 0,10 1-2 0,8 2-25 0,8-2-9 16,7-1-2-16,6-1-3 0,5 1 23 0,4-1 4 0,4 1 5 0,3 1-1 15,5 1-15-15,5 1-5 0,2 0-11 0,4 0-10 0,0-2-4 16,5 1-7-16,1-4-3 0,3 0 3 0,3-3 1 0,3 1-2 0,2-3 9 16,1-2 8-16,2-1-26 0,3-3-7 0,4-2-18 0,2-2-21 0,5-1-11 15,3-2-23-15,2-2-23 0,2-4-15 0,1-3-5 0,1-3 7 16,2-3 7-16,1-2 13 0,-2-4 15 0,4-3 0 0,-3-2-192 0</inkml:trace>
  <inkml:trace contextRef="#ctx0" brushRef="#br0" timeOffset="15349.78">17469 8858 3528 0,'2'-1'37'0,"3"2"-37"15,6 3-13-15,5 4-2 0,8 4-17 0,4 4 18 0,7 6 1 16,3 4 2-16,1 6 18 0,1 2-7 0,-1 4 4 0,0 3 5 0,0 4-5 16,-1 5-1-16,-1 4-5 0,-3 6-1 0,-2 3-5 0,-2 5-14 0,-2 3 2 15,-1 6-7-15,-3 1-8 0,-4 4 2 0,-1 4-10 0,-4 0 0 16,-4 0 1-16,-6-2-3 0,-2-1 2 0,-3-5 2 0,-4-5-4 0,-2-3-3 16,-6-6-23-16,-3-6-74 0,-4-4-78 0,-4-4-114 0,-4-3-146 15,-5 1-145-15,-5-5-199 0</inkml:trace>
  <inkml:trace contextRef="#ctx0" brushRef="#br0" timeOffset="15999.77">12947 12332 2724 0,'-13'8'235'16,"3"2"-174"-16,0 4-26 0,4 1-13 0,5 3-18 0,3 0-8 16,1 3 1-16,4 2-3 0,1 1 5 0,2 0-5 0,2 1 5 0,-1-1-8 15,2 0-1-15,-1-1 1 0,2-2-10 0,-1-1-6 0,1-3-23 0,1-4 6 16,1-1-10-16,0-1-6 0,0-2-5 0,0-2-13 0,2-1 0 16,0-3 2-16,-2-2 13 0,0-2 6 0,-1-2 9 0,-2-1 7 0,-2-3 9 15,0-2-4-15,-1 0 13 0,-1-1 11 0,-2-1 6 0,-1-3 20 0,-2-1 2 16,-1 0 8-16,-2-2 6 0,-1 2 1 0,-1 0 3 0,-1-1 7 15,-1 3 6-15,-1 0 2 0,-1 1 4 0,1 1-2 0,-1 1 1 0,1 2 0 16,1 2-3-16,0 3-4 0,0 1 0 0,2 1-10 0,0 2-7 0,1 0-8 16,0 1-11-16,1 3-5 0,1 2 0 0,0 2 0 0,1 3-2 15,1 2 1-15,2 2-2 0,0 3-3 0,1 3 6 0,1 1-3 0,-2 2-17 16,1 1 9-16,-1 0-2 0,1 3-1 0,-2-1 15 0,0 2-16 16,-1-1-3-16,-2-1-6 0,-1-2-8 0,-1 1-2 0,-1-2-16 0,-1-3-16 15,-2 0-12-15,0-4-19 0,-1 0-28 0,-1-3-32 0,1-2-76 0,-2-2-129 16,-1-3-130-16,1 0-11 0,-4-1-124 0</inkml:trace>
  <inkml:trace contextRef="#ctx0" brushRef="#br0" timeOffset="16400.78">12250 12268 3335 0,'-13'-6'97'0,"3"0"-33"0,0-2-10 15,5 2-17-15,5-2-16 0,3-2-10 0,4-1-13 0,3-3 4 0,5-2 0 16,3 0-4-16,2-3 8 0,3 1-10 0,4 1 2 0,1-2-11 0,4 0 7 16,0 1-7-16,2-2-4 0,1 2 14 0,0-1-14 0,0 3 4 15,-1 0 0-15,1 1-4 0,0 3-1 0,0 3 3 0,1 0 4 0,1 2 0 16,1 3-4-16,-1 2-1 0,-1 2 1 0,1 3-7 0,1 3 1 16,3 3 1-16,1 2-6 0,2 4 8 0,2 3 2 0,0 4-3 0,1 2-13 15,1 4-7-15,1 3-12 0,3 5 0 0,1 4 6 0,-1 2 2 0,0 3 10 16,-2-1 8-16,-1 2 8 0,-1-1 4 0,-3 2-1 0,-2-1 4 15,-2-2 3-15,-3 0 1 0,-5-1 7 0,-3-3 3 0,-5-1 6 0,-6 1 1 16,-4-2-4-16,-5 3-2 0,-6 0-3 0,-5-1-5 0,-6 0 1 16,-5 2 2-16,-5 0-4 0,-3 1 11 0,-8 1 8 0,-4-2 9 0,-5 1 17 15,-3 0 12-15,-2-1 17 0,-3-3 9 0,-1-1 10 0,-1-5 6 0,2 0-5 16,-1-3-14-16,2-2-22 0,-2-2-18 0,-1-2-11 0,1-4-5 16,2-3-6-16,4-4-9 0,1-4-12 0,3-5-20 0,1-4-18 0,2-5 0 15,0-5-7-15,-2-5 6 0,1-5 5 0,-1-7 5 0,1-6 3 0,0-5 6 16,3-4-2-16,1-2-11 0,4-5-13 0,2-1-12 0,5 1-23 15,3 0-15-15,4 1-35 0,3-1-38 0,4 1-35 0,2 1-49 0,3 1-64 16,2 2-92-16,2 1-70 0,3 1-228 0</inkml:trace>
  <inkml:trace contextRef="#ctx0" brushRef="#br0" timeOffset="28717.61">15935 11622 1183 0,'3'-8'147'0,"1"-1"-46"0,1-2-5 0,-1 1-4 16,1 0-16-16,0 2-8 0,-2 0-17 0,0-1 4 0,-1 2 8 0,-1 2 6 16,-1 1 10-16,-2 1 3 0,-2 1-1 0,-1 1-8 0,-2 0-11 15,-1 2-8-15,-3-1-6 0,-2 1-1 0,-1 1 3 0,0 1-7 0,-1 1 1 16,-1 0-9-16,0 3-10 0,-1 1-9 0,0 3-11 0,-3 2 3 0,-2 2-5 15,1 4-1-15,-3 1-2 0,1 5-5 0,-2 4 7 0,-1 4-2 16,0 4 3-16,1 4-1 0,2 3 4 0,0 2 6 0,4 4 11 0,2 2 0 16,3-1 2-16,3 0 2 0,3 0-4 0,5-1-1 0,2-1-5 15,3 1-3-15,4-4-4 0,2-1-3 0,4-4-6 0,1-3-1 0,4-3 0 16,2-3-6-16,2-3-5 0,0-2 1 0,2-3-2 0,0-2 6 0,2-3-10 16,1-3 8-16,-1-3 10 0,2-1-1 0,-2-2 18 0,1-2-11 15,-2-3-4-15,-3-2 14 0,1-3 1 0,-2-3 10 0,-1-1 2 0,-1-3 0 16,-1-1-7-16,-3-1-1 0,-2-1 10 0,-2 0-12 0,-2-3 9 0,-1-1-3 15,-2-2-16-15,-2 0 1 0,-2-2-10 0,-2 0-11 0,-3 0 4 16,-2 0 1-16,-2-2 9 0,-3 1 10 0,-3 2-1 0,-1-1-7 0,-3 0 4 16,-1 2-8-16,0 2 1 0,0 0-2 0,-1 3-19 0,0 1-4 0,1 2-7 15,-3 2 1-15,1 3 9 0,-1 1 1 0,0 3 6 0,1 2-6 16,0 2-9-16,0 1-18 0,2 0-49 0,-1 0-68 0,1 0-110 0,2 0-139 16,1-2-198-16,0-1-297 0</inkml:trace>
  <inkml:trace contextRef="#ctx0" brushRef="#br0" timeOffset="28917.62">15900 12217 3463 0,'1'2'85'0,"1"2"-23"0,3 0-9 16,5-1-29-16,4 0-20 0,4 0 2 0,5-1-8 0,5-1-6 0,0-1 6 15,3 0-2-15,0-1-1 0,1-1 7 0,-2 0-19 0,1-1-8 16,0 1-12-16,0 0-3 0,-1-1 3 0,-1 0-7 0,-1 0-4 0,-1 0-16 15,-1 0-6-15,-1-1-9 0,-2-1-12 0,-2 0-17 0,-2 0-19 16,-1 0-21-16,-2-1-18 0,1 0-25 0,0-1-46 0,-2-2-92 0,2 0-72 16,0-2-27-16,-1-2-70 0,-2-1 74 0</inkml:trace>
  <inkml:trace contextRef="#ctx0" brushRef="#br0" timeOffset="29233.62">16938 11788 3417 0,'-4'2'88'0,"0"1"-19"0,1 1-13 0,3-2-29 15,2 0-23-15,2 2-4 0,1 0-4 0,2 2-11 0,0 1 11 16,1 2-2-16,-1 1 3 0,0 2 8 0,-1 0 1 0,-2 2-2 0,0 1-4 16,1 1 2-16,-1 0-6 0,0 0 2 0,0 2-2 0,0-1-2 0,1 1-5 15,1-3 0-15,-1 1 18 0,2-1 1 0,0 0 5 0,1-1 0 16,2 0-24-16,0-1 7 0,0 0 0 0,1-3-1 0,-1 2 3 0,0-1-4 15,1 0 8-15,1 0-7 0,0 1 3 0,0-1 0 0,0 0-4 16,0 0 6-16,0 0 4 0,0 0-6 0,0-1 2 0,-2 2 8 0,-2 1-5 16,-1-1 1-16,-3-1-4 0,0 1-7 0,-2-1 5 0,-2 1-10 0,-1 1 1 15,-1-1-6-15,-1 0-24 0,-1-2-7 0,-2 1-18 0,-2-1-17 16,-1-2-9-16,-2 0-8 0,-1-2-10 0,-1-1-13 0,-1-2 2 0,0-1-18 16,-1-3-2-16,0-3 2 0,1-3-18 0,1-3-20 0,-1-3-56 0,-1-5-80 15,-1-3-89-15,1-6-89 0,-1-3-4 0</inkml:trace>
  <inkml:trace contextRef="#ctx0" brushRef="#br0" timeOffset="29351.63">16929 11845 2093 0,'-3'-5'271'0,"0"-1"-86"0,0-1-36 0,1 0-48 0,1 2-44 15,2-1-29-15,0 0-19 0,3 0-1 0,0 0-10 0,2 0 1 16,1 1-3-16,0 0-4 0,3 0-6 0,0 2-6 0,1-1-11 0,0 2-12 16,0 0-19-16,1 1-26 0,0 1-38 0,1-1-51 0,-2 1-73 0,1 1-102 15,0-1-59-15,0 1-18 0,-2 0-70 0</inkml:trace>
  <inkml:trace contextRef="#ctx0" brushRef="#br0" timeOffset="29533.63">17398 11981 2158 0,'0'10'140'0,"3"-1"-29"0,1 4-20 16,2 1-31-16,1-2-14 0,1 2-9 0,1 0-13 0,0 2-5 0,0 1-15 15,1 0-1-15,-1 0 0 0,-1 1 0 0,0 0 5 0,0-1-8 16,-1 0 2-16,0 0-5 0,-1-2-4 0,0-1-4 0,-1-2-18 0,0 0-35 15,-2-2-34-15,1-2-42 0,-1-3-58 0,1-2-59 0,0-2-65 16,-1-3-20-16,1-2 27 0,0-4 55 0,0-3 42 0,1-5-142 0</inkml:trace>
  <inkml:trace contextRef="#ctx0" brushRef="#br0" timeOffset="29750.63">17809 11641 1817 0,'0'-2'278'0,"-1"1"-94"0,0-1-42 0,1 2-38 16,-1 0-28-16,1 1-36 0,1 2-24 0,-1 0-11 0,1 0-3 0,1 3 6 15,0 0 3-15,0 1 2 0,1 2 2 0,0 0 1 0,1 0-1 16,0 3 4-16,0 0-2 0,2 1-1 0,-1 0 1 0,1-1-2 0,0 1-2 16,1 1 2-16,0 0-7 0,1 0 1 0,0 0-1 0,0 0 1 0,0 2-1 15,1 0-1-15,-1 0-1 0,2 1 1 0,-1 0-2 0,-1 1 7 16,1-1-5-16,-1 1-4 0,0 0 2 0,1 0-1 0,-1 0-6 0,0-1 7 16,-1 0 0-16,0 0-5 0,-1 2 7 0,-2-1-12 0,-1-3-10 0,-1 1-24 15,-1-2-20-15,-2 0-24 0,-2-2-16 0,-1 0-29 0,-3-3-53 16,-3-1-80-16,-2-1-63 0,-3-4-84 0,-1-1-79 0,-5-3-178 0</inkml:trace>
  <inkml:trace contextRef="#ctx0" brushRef="#br0" timeOffset="29883.63">17760 11646 2760 0,'2'-6'229'0,"3"0"-92"16,2-2-15-16,3-1-44 0,3 0-41 0,5 0-23 0,3-1-25 0,1 0-11 15,3 1-8-15,-1-2-17 0,1 1-26 0,0 0-44 0,-2-1-52 16,1 1-75-16,-2 0-122 0,1-3-184 0,-2 1-79 0,-2-3-214 0</inkml:trace>
  <inkml:trace contextRef="#ctx0" brushRef="#br0" timeOffset="30217.15">15457 11468 2994 0,'-44'21'40'0,"1"1"-13"16,-9 7 3-16,7 1-2 0,9-4-19 0,6 3-11 0,2 0-5 0,3 4-4 15,1 0 3-15,2 2 1 0,2 2-2 0,-1 1 6 0,2 3 4 16,3 2-4-16,1 2-9 0,4 1 13 0,2 4-1 0,3-1 6 0,3 2 6 15,3 1-4-15,3 3-4 0,5 0-4 0,5 0 3 0,4 0-6 0,4 1-2 16,5 0 6-16,3 0-4 0,4 2 1 0,2 1 2 0,3-2-5 16,4 1 2-16,2-1-11 0,4 0 2 0,4-1-1 0,2-2 0 15,2-2-1-15,5-4-10 0,3-3-8 0,5-4-14 0,2-3-23 0,7-1-32 0,5-6-33 16,1-1-45-16,5-4-46 0,-1-6-71 0,1-3-86 0,2-4-68 16,-1-6 11-16,1-4-80 0</inkml:trace>
  <inkml:trace contextRef="#ctx0" brushRef="#br0" timeOffset="30452.14">18705 11247 3119 0,'0'1'66'15,"3"1"-35"-15,1 1-10 0,3 4-14 0,4 0-14 0,3 6-7 16,2 3 7-16,5 4 3 0,1 3 0 0,1 4-6 0,2 3 10 0,-1 3-2 15,0 2-3-15,-1 5 12 0,-2 2-9 0,0 4-5 0,-2 5 7 0,-3 3-4 16,1 4-6-16,-2 3 3 0,-1 4-7 0,-3 2 7 0,-2 4-12 16,-3 2-9-16,-1 3-7 0,-4 0-13 0,-2 3 0 0,-3-2-6 0,-3-1-9 15,-3-3-6-15,-3-3 15 0,-2-2 13 0,-2-4 17 0,-2-6 11 0,-3-5-16 16,-2-2-30-16,-1-7-55 0,-3-5-94 0,-2-3-142 0,-5-6-233 16,-4-4-346-16</inkml:trace>
  <inkml:trace contextRef="#ctx0" brushRef="#br0" timeOffset="31067.14">12872 14556 2935 0,'-9'4'71'0,"-1"-2"0"0,0 1-19 0,3-1-1 0,2-2-23 15,1 1-29-15,2-1-5 0,2 0-10 0,-1 0-1 0,2 0 6 16,-1 0-3-16,1 1 6 0,0 0 4 0,0 1-1 0,0 0 7 0,0 0-2 16,-1 0 0-16,0 0 15 0,0 1-2 0,-2 0-3 0,1 0 9 0,-1 0-13 15,-1 0-3-15,1 0-1 0,-1 0-5 0,-1 0-1 0,1 0 9 16,-1-1 1-16,0 1-1 0,-1 0-5 0,0 0 0 0,0 0-4 0,0 0 10 16,-1 1 1-16,1 1-5 0,-1 1 1 0,-1 0-8 0,2 0 3 0,0 2 2 15,0-1-4-15,0 2-4 0,0 1 6 0,1 1-5 0,0 2 5 16,1 1 2-16,1 0-7 0,0 0 7 0,1 1-5 0,2 2-1 0,0 1-1 15,2-1 0-15,0 1 0 0,2 1-1 0,2-1 2 0,1 0 3 16,2 0-1-16,1-2-1 0,1-2-5 0,3 0 3 0,1 0-4 0,1-1 9 16,1-2-3-16,2 1-2 0,1 0 6 0,0-1 2 0,2 1 1 0,1 0-4 15,-1-1 1-15,0 1-3 0,0-1 6 0,-1 1 8 0,-1 0-3 16,-2-1 5-16,0 1-3 0,-1 1 5 0,-2 0 11 0,-3 0-4 0,-1-3-2 16,-1 2 9-16,-2 0-1 0,-1 0-4 0,-2 0 2 0,-3-1-7 0,0 1-12 15,-2 0 3-15,-1 0 9 0,0-1-9 0,-3-1 0 0,0 1 2 16,-1 0-9-16,-2 1-2 0,-1-1 9 0,-1 1-17 0,-2-3 3 0,-1 1 0 15,0 0-6-15,-2-1 5 0,-1 1-5 0,-1 0-10 0,0-2 1 16,0 2-2-16,-1-2-6 0,-1 0-8 0,1-1-10 0,0-2-11 0,0 0-21 16,0-2-25-16,0 0-31 0,-1-3-29 0,0 0-52 0,0-2-41 0,1-2-43 15,-2-3-167-15,-2-4-61 0,1-4-141 0</inkml:trace>
  <inkml:trace contextRef="#ctx0" brushRef="#br0" timeOffset="31217.14">12712 14487 2638 0,'3'-2'82'16,"4"-2"4"-16,4-2-8 0,4 0-15 0,3-1-26 0,3 0-21 0,4 0-13 15,1-1 0-15,3 0-3 0,2-1-6 0,1-1 2 0,0 1-3 16,1-1-18-16,0 1-16 0,0 1-35 0,-1-1-46 0,0 0-54 0,-3 1-64 16,0-1-94-16,-1 1-114 0,-1-1-51 0,-1 1-262 0</inkml:trace>
  <inkml:trace contextRef="#ctx0" brushRef="#br0" timeOffset="31651.14">12118 14234 3319 0,'-2'-1'65'0,"2"0"-8"0,2-1-4 0,4-1-10 0,5-1-30 15,6-3-7-15,4-2-8 0,8-2 2 0,2-1 5 0,6-2-5 0,2 1 2 16,3-1-4-16,2 3-7 0,2-1 1 0,1 1-3 0,1 2-4 16,3 0 6-16,-2 2-6 0,1 1-1 0,0 2-8 0,2 4-24 0,0 0-21 15,3 4-2-15,0 1-15 0,1 4-5 0,3 2 0 0,1 2-6 16,2 4 6-16,0 0 2 0,2 3-8 0,0 4-8 0,0 2-8 0,0 4 3 16,-1 2 3-16,-1 2 12 0,-1 2 13 0,-1 1 8 0,-1 3 22 0,-3 1 17 15,-2 1 11-15,-1 2 11 0,-4 0 5 0,-3 0 6 0,-3-1 5 16,-8 1 13-16,-3-2 13 0,-7 0 13 0,-3 2 21 0,-7-1 11 0,-6 0 10 15,-4 1 3-15,-6 1-8 0,-6 2-10 0,-5 1-1 0,-7 2 2 0,-6 2 2 16,-3-1 5-16,-6-1-1 0,-2 0-3 0,-5-1 5 0,-4-2-3 16,-2 0-7-16,-3-3-8 0,-2-4 3 0,-2-2-7 0,-4-3 2 0,-2-2-6 15,-2-4-12-15,-2-1 1 0,-1-6-19 0,-1-1 31 0,2-5 4 16,-1-5-3-16,3-3 15 0,2-6-19 0,2-4 9 0,2-4 4 0,1-6-5 16,2-6-23-16,0-7-14 0,1-4-21 0,1-9-1 0,0-4 2 0,2-5-14 15,1-6 1-15,3-4 2 0,4-2-3 0,3-3 3 0,4-1 2 16,6 0-5-16,4-2-9 0,6 2-8 0,7 0-18 0,6 0-25 0,5 1-19 15,3 1-32-15,3 1-35 0,4 2-48 0,2 1-66 0,1 2-133 0,3 1-177 16,0-1-118-16,1-1-145 0</inkml:trace>
  <inkml:trace contextRef="#ctx0" brushRef="#br0" timeOffset="32934.14">15165 14011 3255 0,'-9'2'71'0,"2"-2"-4"0,-3 0 7 16,5 0-25-16,3-2-28 0,2-1-16 0,4 0-10 0,1-1-6 15,3-1-4-15,2-2-5 0,4 0 9 0,2 0 7 0,3 0 0 0,1 0-7 16,2 2-7-16,1 1 12 0,0 2-10 0,0 1 16 0,-1 0-2 0,-1 2-7 16,0 1 11-16,-3 1-1 0,1 2 1 0,-1 1-11 0,0 3 0 15,-3 0 0-15,0 3 9 0,-1 0-4 0,-1 1 6 0,-2 0-4 0,1 2-7 16,-2 1 6-16,0 0 6 0,-1 3 1 0,-1-1-2 0,-1 1 1 16,-2 2-1-16,1 0 4 0,0 1 1 0,0 3 2 0,-1 2 7 0,0-1-1 15,-1 2 2-15,0-1-1 0,-1 2-5 0,1 2 0 0,-1 1-1 0,1 0-10 16,-1 4 1-16,0-3-1 0,-1 3-7 0,1 2 3 0,0-2 1 15,0 3 4-15,-2-1 1 0,0-1 4 0,0 0-6 0,-2-2 0 0,0 1 2 16,0-4-8-16,-1-2-5 0,-1-3-15 0,0-4-12 0,1-4-22 0,-1-4-27 16,-1-2-26-16,1-2-38 0,-1-3-58 0,0-4-75 0,-1-3-105 15,0-3-52-15,-2-5-55 0,-1-4-62 0,-3-4 36 0</inkml:trace>
  <inkml:trace contextRef="#ctx0" brushRef="#br0" timeOffset="33102.14">15186 14558 2517 0,'-7'0'160'0,"0"1"19"0,1 0-5 0,2 0-47 0,3-1-24 16,2 0-53-16,2 0-26 0,2 0-6 0,3 1-17 0,2-1 9 16,2 0 6-16,3 1-7 0,1 0 2 0,4 0 3 0,4 0-4 0,2 0 17 15,2-1-16-15,1-2-4 0,0 0 3 0,-1 0-14 0,1-1 4 0,-2-1-9 16,1-1-28-16,0-1-32 0,1-2-30 0,-2 1-30 0,0-1-26 16,-1 0-35-16,-2 1-33 0,0 0-42 0,-2-1-44 0,0 0-14 0,0 1-18 15,-1 0 12-15,2 0 38 0,-1 0 39 0,-2 0-120 0</inkml:trace>
  <inkml:trace contextRef="#ctx0" brushRef="#br0" timeOffset="33285.14">16214 14379 2161 0,'0'2'245'0,"3"1"-24"0,1 1-12 0,1-1-49 0,1 0-28 0,1-1-41 16,2 1-27-16,0-1-10 0,3 0-16 0,1-2 0 0,2 1-12 16,0-2-8-16,0 0 1 0,2-1-12 0,0-1 4 0,1-1 0 0,2 0-9 15,0-1-7-15,-2 0-10 0,2 0-7 0,-1-1-4 0,0-1-7 0,-1 0-9 16,2 0-19-16,-2 0-21 0,-1 0-15 0,0-1-15 0,-3 1-21 15,0 0-22-15,-2 0-27 0,1-1-36 0,-2-1-33 0,-1-1-29 16,1 0-32-16,-1 0-16 0,1-1 3 0,2-1 23 0,1-2-124 0</inkml:trace>
  <inkml:trace contextRef="#ctx0" brushRef="#br0" timeOffset="33701.17">17044 13873 1602 0,'-8'5'811'0,"0"2"-640"0,-4 0-18 0,3 1-18 15,2 0-37-15,1-1-38 0,1 0-27 0,2 0-24 0,1 1 12 0,1 0 1 16,1 0-8-16,1 2-1 0,0 0-17 0,3 1-1 0,1 1 3 0,1-1-3 16,2-1-2-16,1 2 0 0,2-1-2 0,1 0 6 0,-1 2 3 15,3 0 0-15,1 0-4 0,0 2-1 0,0-2 3 0,1 2 7 0,1 0 1 16,0 1-5-16,0 1 1 0,2 0-2 0,-1 3 4 0,-3 0-1 16,1 0-3-16,-2 1 0 0,-1-1 2 0,0-1 0 0,-3-1-1 0,-1 1-2 15,-2 0 6-15,-2-1-7 0,-3 2 4 0,-2 0-4 0,-3 0-15 0,-3 0-11 16,-4 0-14-16,-2-1-12 0,-3 0-19 0,-4 0 9 0,-3-2-5 15,-2 1 6-15,-3 1 18 0,-1-2 0 0,0-2 12 0,2-1 6 0,-1-2 8 16,2-1 12-16,1-1 11 0,1-3-1 0,3-1 5 0,2-2-2 0,1-2-1 16,0-2 9-16,5-2-1 0,1-2 6 0,3-2-10 0,3 0-5 15,0-2-3-15,3-1-10 0,1-2 1 0,2-2 0 0,2-4 0 0,3-1 6 16,2-4 10-16,3-1 6 0,2-3 1 0,4-2-6 0,0-2-2 16,2-1 2-16,0-1-5 0,2-1-1 0,2 0 0 0,-1-1 0 0,1-4 9 15,-1 1 7-15,1-3 7 0,1 1 5 0,-2 2 10 0,1-2 5 0,-2 3 8 16,-5 0 3-16,-1 3-16 0,-3 3 17 0,-1 0-13 0,-3 1-1 15,-2 3 9-15,-5 0-25 0,-1 4 2 0,-2 1-5 0,-4 0-3 0,-3 4-4 16,-3 0-8-16,-4 1-10 0,-2 3-3 0,-4 2-1 0,-3 2-3 0,0 1 2 16,-2 3-4-16,2 0-13 0,-3 1 6 0,0 0-11 0,-1 0-10 15,-2-1-22-15,-1 0-37 0,-1-1-30 0,-2-2-55 0,0-2-55 0,-2-3-95 16,-2-3-187-16,0-4-245 0,-4-6 60 0</inkml:trace>
  <inkml:trace contextRef="#ctx0" brushRef="#br0" timeOffset="34184.94">18823 5963 1584 0,'3'-6'139'0,"2"0"-57"0,3-2 0 0,2 3 2 16,1 0-3-16,0 2 8 0,1-1 13 0,0 1 6 0,0 1 4 0,1 0-6 16,0 1-10-16,0-1-11 0,3 1-14 0,1-1-9 0,0 1-12 15,1 1-13-15,1-1-11 0,2 1-10 0,0 0-10 0,4-1 3 0,0 0-2 16,1 0-2-16,1-1 2 0,-1 0-11 0,1 0 1 0,-1-2 1 0,0 0-3 15,-1 1 0-15,1-2-7 0,-1 1-14 0,-3-1-11 0,-1 2-16 16,-3-1-10-16,-3 1-17 0,-2 0-6 0,-3 1 0 0,-2 0-4 0,-2 1 0 16,-1 0-16-16,-2 1-15 0,-2 1-27 0,0 0-33 0,-3 2-38 0,0 2-34 15,-4 1-24-15,-1 3-6 0,-4 1-172 0</inkml:trace>
  <inkml:trace contextRef="#ctx0" brushRef="#br0" timeOffset="34351.46">18875 6463 1933 0,'-4'3'297'0,"2"1"-170"0,0 2-29 0,6 0-36 16,3 1-14-16,4 0-5 0,4-1-5 0,4-1 7 0,2 0 6 16,3-2 0-16,2 0 5 0,0-2-2 0,4 0-9 0,0-1-7 15,3-1-9-15,0 0-10 0,0-1-5 0,-2 0-4 0,0-2-5 0,1 0-3 16,-2-1 0-16,1-1-9 0,-2-2-7 0,-1 1-24 0,-2-2-28 0,-3-1-30 16,0 0-36-16,-2 1-35 0,-4-2-41 0,0-1-55 0,-2 1-45 0,-1-2-48 15,0-1-37-15,-1 0-319 0</inkml:trace>
  <inkml:trace contextRef="#ctx0" brushRef="#br0" timeOffset="34934.46">20155 5514 2480 0,'-4'1'94'16,"0"0"-70"-16,2 4-26 0,2 3-7 0,3 5-4 0,2 3 8 0,0 2 4 16,1 1 2-16,0 1 1 0,-1 3 3 0,0-1-8 0,-1 3-4 0,-1 0 4 15,1 1 1-15,1 0 12 0,0 0-1 0,1-1-1 0,2-1-8 16,-2-2-1-16,3-2-1 0,0-3 5 0,1 0-1 0,1-1 1 0,1-2-1 15,1-2 1-15,0-2 2 0,2-1 0 0,1-2 9 0,-2-1-6 0,4-2 10 16,0-1-1-16,-1-2-1 0,-1-2 2 0,0-2 0 0,0-2 5 16,0-1 5-16,1-2 3 0,1-2 2 0,-1-1 2 0,1-4-6 0,0-1 0 15,1-2-9-15,0 1-10 0,0-3-1 0,1-1-8 0,-2 1-1 16,-1-1 0-16,-2 0-12 0,-2 0 4 0,-3 0-2 0,-4 0 10 0,-2 1 10 16,-3-1 0-16,-4 0 0 0,-1-1-6 0,-4-1 1 0,-2 1-2 0,-2 0-3 15,-2-1 7-15,-1 3-2 0,-1-1 0 0,-1 3-1 0,-1 1-8 16,1 2-1-16,0 1 0 0,-1 1 3 0,1 3-4 0,1 2-5 0,-2 3-2 15,0 3-6-15,1 1 1 0,-3 3 1 0,-1 1 2 0,-1 5 1 0,-3 2 1 16,1 3 3-16,0 2 0 0,-1 1-2 0,3 2-1 0,-1 2-2 16,1 0-5-16,3 3-16 0,0 0-29 0,2-1-37 0,2 3-48 0,2 1-61 15,1-1-65-15,0 2-53 0,2 0-49 0,1 0-22 0,1-1-207 16</inkml:trace>
  <inkml:trace contextRef="#ctx0" brushRef="#br0" timeOffset="35151.46">20731 5913 1937 0,'3'0'1312'0,"1"3"-1278"0,4 3-32 16,2 3-16-16,1 5-8 0,2 0 6 0,1 5 4 0,-1 1 1 0,0 1 6 16,-2 1-9-16,-1-1-2 0,-2 0-2 0,-3 0-15 0,-2 1-4 0,-2 0-4 15,-1 0-7-15,-1 0-3 0,-2-1-15 0,0-2-11 0,0-3-21 16,-2-2-18-16,2-1-13 0,-1-2-19 0,1-3-6 0,1-3 5 0,0-3 4 15,1-2 0-15,0-3-22 0,1-2-44 0,1-2-65 0,2-4-62 0,1-4-204 16</inkml:trace>
  <inkml:trace contextRef="#ctx0" brushRef="#br0" timeOffset="35401.46">21340 5487 2657 0,'-7'-4'520'0,"2"3"-496"0,0 2-38 0,4 4-10 0,4 4 8 0,1 1 9 16,2 1 9-16,3 0 3 0,-1 1-3 0,1 2 3 0,-1 0 4 16,-1 0 3-16,1 0 2 0,1 3 0 0,0 1-1 0,0 0-3 0,2 2-1 15,-1 0-12-15,0 0-5 0,3 1 1 0,-1 0-2 0,0-1 17 0,-1 0-5 16,-2 0-3-16,0-1 4 0,0 0-8 0,-1 0 4 0,0-1 4 16,-2-1-3-16,0 1 5 0,-2-1-4 0,0 0-2 0,-1-1-2 0,-2 1 0 15,0 0 4-15,-2-3-2 0,-1 1-4 0,-1-2-6 0,-2-1-15 16,-1 0-5-16,-1-2-17 0,-1-1-18 0,-1-2-25 0,-2-1-42 0,-1-1-62 15,-5-4-94-15,-3-1-80 0,-1-2-82 0,-2-4-21 0,-2-4-53 16,0-3 80-16</inkml:trace>
  <inkml:trace contextRef="#ctx0" brushRef="#br0" timeOffset="35534.46">21313 5387 2552 0,'6'-27'118'16,"5"1"-58"-16,6-6-32 0,3 9-28 0,1 5-5 0,4 4-8 0,-1 3 0 15,2 2 0-15,-1 3-3 0,-2 3 6 0,-1 1 5 0,-1 1-8 16,-1 2 3-16,2 1-12 0,0 1-5 0,0 1-2 0,2 1-14 0,-2-1-21 15,1 0-28-15,-2 0-47 0,0 0-50 0,-1 1-52 0,0 0-39 0,-2 0-17 16,-1 0 10-16,-3 3 11 0,-2 0-216 0</inkml:trace>
  <inkml:trace contextRef="#ctx0" brushRef="#br0" timeOffset="35818.46">19109 7947 3725 0,'4'1'-15'0,"3"1"-12"16,6 1-10-16,6 0-7 0,2-2 20 0,0 1 7 0,1-2 10 15,0 0 9-15,-1 0-2 0,0-1-6 0,1 0-11 0,-2-1-16 0,2 0-22 16,-1-2-6-16,0 1-9 0,2-2-4 0,-3-2-3 0,2 0-12 0,0-2-9 16,-2-2-14-16,0 1-19 0,-1-3-25 0,-2 0-29 0,0 0-27 15,-1 1-10-15,-3 0-13 0,-2 1 1 0,-3 1 8 0,0 1-3 0,-1 1 3 16,-1 1-15-16,-3 3-193 0</inkml:trace>
  <inkml:trace contextRef="#ctx0" brushRef="#br0" timeOffset="35984.49">19441 8111 2857 0,'3'7'95'0,"1"2"-51"0,5 3-40 0,3 0-8 15,3-2-8-15,4 0 9 0,4-1-2 0,1-2 1 0,3-2 2 0,1-1-3 16,-2-2-5-16,2-1-2 0,-1-2-15 0,2-1-18 0,-2-2-18 0,0-2-28 16,-2-1-22-16,0-3-39 0,0-3-60 0,-2 0-57 0,1-5-81 15,-2-3-79-15,0-2-34 0,0-2-107 0</inkml:trace>
  <inkml:trace contextRef="#ctx0" brushRef="#br0" timeOffset="36317.49">20362 7616 3112 0,'-3'8'112'0,"2"4"-72"0,1 5-37 0,2 3-10 0,4 4 14 0,3 1 0 16,1 2-14-16,2 0 5 0,0-1 4 0,1 2 0 0,1-3 3 0,0 1-3 15,-2 0-4-15,2-2 2 0,1-1-3 0,1-2 1 0,-1-1-2 16,2-4-1-16,0-1 3 0,1-4-3 0,0-1 0 0,0-2 3 0,0-3-7 16,-1-3 5-16,1-2 4 0,-1-3 6 0,0-2 4 0,-1-1 3 15,0-2 6-15,0-3-1 0,-2 0 6 0,-1-4-8 0,-1-3-3 0,1 0-12 16,-1-5-1-16,-1-1-1 0,-3 0-3 0,-1-2 0 0,-2 2 1 0,-4-1-4 16,-1-1-4-16,-3 0-2 0,-2-2 1 0,-2 2 4 0,-2-2-6 15,-2 2 14-15,-2 0 4 0,-1 0-1 0,0 1 12 0,-1-2-14 0,-1 4 7 16,-1-1-7-16,0 3 1 0,-1 4 2 0,0 2-2 0,1 4 5 0,2 4 2 15,-1 3-7-15,0 3-1 0,2 3-10 0,0 2-7 0,1 3-5 16,0 3-8-16,-1 4 1 0,2 1-4 0,-1 5-4 0,-1 1-7 0,0 2-17 16,1 2-20-16,1 0-30 0,-1-1-16 0,2 1-15 0,1-1-39 0,1 0-64 15,3-2-110-15,3-2-95 0,1 0-56 0,3-3-157 0</inkml:trace>
  <inkml:trace contextRef="#ctx0" brushRef="#br0" timeOffset="36501.57">21032 7861 2740 0,'5'6'104'0,"1"1"-60"0,2 4-38 0,1 1-7 0,1 0 1 15,1 2-2-15,1 1 2 0,-1 0-2 0,-2 0 4 0,-2 1-2 16,-1 1 0-16,-3 0-2 0,-1-1-1 0,-2 2-7 0,0 1-4 0,-1 0-14 16,-2 1-13-16,-1-1-15 0,-1 0-21 0,1-2-22 0,-1-1-27 0,0-2-39 15,0-2-45-15,2-5-40 0,1-2-20 0,2-3-11 0,1-3 7 16,2-3 30-16,1-3 11 0,1-5-132 0</inkml:trace>
  <inkml:trace contextRef="#ctx0" brushRef="#br0" timeOffset="36718.57">21541 7541 1659 0,'3'-4'177'0,"1"0"-85"0,1 0-44 16,0 2 0-16,-1 1 8 0,2 1 12 0,-1 1 14 0,1 2 1 15,1 2-4-15,-2 1-2 0,1 0-11 0,0 2-8 0,0 1 1 0,1 1-5 16,-1 0 0-16,2 2-3 0,-1-2-10 15,1 3-9-15,0 1 7 0,2 1-7 0,0 1 4 0,-1 3 0 0,2 0-14 0,0 1 1 0,-1-1-1 16,0 2-1-16,-1-1 2 0,-2-1-9 0,-1 1-2 16,1 0 1-16,-1 0-6 0,-1 2 5 0,0 1-5 0,-2 0 0 0,1 0-3 0,-1-1-2 0,-2 0 1 15,-1-1-6-15,-2-2-5 0,-2-1-22 0,0 0-20 0,-2-1-27 16,-2-3-24-16,0 0-32 0,-2-2-46 0,-3-1-128 0,-3-2-67 0,-4-1-74 16,-2 0-63-16,-5-2-214 0</inkml:trace>
  <inkml:trace contextRef="#ctx0" brushRef="#br0" timeOffset="36852.01">21523 7396 3140 0,'8'-8'92'0,"3"-1"-53"0,5-2-23 0,8 2-9 15,2 4-2-15,4-1-3 0,4 3-4 0,-1 1 1 0,3 0-8 0,1 1 3 16,-1-1-13-16,3 0-15 0,-2-1-28 0,0-1-36 0,2-1-37 0,-3-3-39 16,4-1-46-16,-4-2-50 0,-1-1-42 0,-1-1-46 0,-3-2-48 15,0 0-15-15,-3-1-167 0</inkml:trace>
  <inkml:trace contextRef="#ctx0" brushRef="#br0" timeOffset="39834.44">18813 9896 2368 0,'-16'-1'121'15,"-1"0"-41"-15,-1 0-6 0,8 2-18 0,5 0-25 0,3 1-13 0,2 1 0 16,3 0-8-16,2 0 2 0,3 0 4 0,2 0-7 0,1 0 7 15,2 0-4-15,2 0-1 0,-1 0 3 0,3 1-9 0,0-1 2 0,0 0-4 16,0 0-5-16,1-1 2 0,2 0 0 0,-2 0-1 0,1-1-1 0,0 0-2 16,-2-1-9-16,1 0-14 0,-1 0-24 0,0-1-34 0,-1 1-40 15,1-3-36-15,0 0-52 0,-1 0-66 0,0-1-76 0,1 0-65 0,0-1-142 16,-2 0 77-16</inkml:trace>
  <inkml:trace contextRef="#ctx0" brushRef="#br0" timeOffset="39984.44">18941 10175 2477 0,'-6'1'64'0,"2"1"-21"0,0 2-18 15,7 2-12-15,5 0-7 0,4-1-4 0,4 1-2 0,2-3-6 0,1 0-1 16,2-1-4-16,1 0-8 0,1-1-11 0,0 0-24 0,-1-1-20 16,-1 1-28-16,0 0-31 0,-1 0-29 0,-2 0-36 0,1 0-41 0,-1-2-35 15,0 0-22-15,1-1 2 0,1-1-158 0</inkml:trace>
  <inkml:trace contextRef="#ctx0" brushRef="#br0" timeOffset="41002.44">21014 9458 2646 0,'-12'-11'124'0,"1"2"-20"0,-2 0-30 15,6 4-36-15,2 3-18 0,3 2-16 0,1 1 3 0,0 1-2 16,2 2 2-16,-2 1 1 0,1 3 6 0,-1 3 5 0,-1 1-5 0,1 3 0 16,-2 3 2-16,2 4-9 0,-2 5 7 0,1 1-2 0,1 5-16 0,-2 2 3 15,0 1-8-15,0 4-7 0,0 1-15 0,0 2-26 0,0 1-35 16,0 0-32-16,0 1-37 0,0 2-38 0,0 3-54 0,0 2-43 0,0 2-55 15,-1 4-75-15,0 2-273 0</inkml:trace>
  <inkml:trace contextRef="#ctx0" brushRef="#br0" timeOffset="41301.44">19677 11709 2878 0,'-7'-5'89'0,"2"1"-7"0,-2 0-33 0,4 1-26 16,2 2-11-16,2 1-12 0,2-1 0 0,3 0 3 0,1 0-6 0,4 1 6 15,0-1-1-15,2 1 2 0,1 0-3 0,-1-1-1 0,2 0 4 16,0 0-8-16,1-1-1 0,-1 1 0 0,2-2-4 0,1 0 2 0,-1 0-10 15,-1-1-6-15,2 1-18 0,0-1-11 0,-1-1-21 0,1 0-17 16,-1 0-7-16,-1 0-19 0,-1 0-17 0,0 0-29 0,-2 2-55 0,0 0-39 16,-2 1-46-16,-3 2-33 0,1 1-5 0,-2 3-52 0,-1 1-5 0</inkml:trace>
  <inkml:trace contextRef="#ctx0" brushRef="#br0" timeOffset="41435.44">19900 11923 1357 0,'-2'3'370'0,"0"1"-251"0,0 1-28 0,2-1-44 0,1 0-9 15,4 0 0-15,1-1-5 0,2 1-4 0,3-1 4 0,0 0-5 0,2-1-2 16,1-1-5-16,0-1-7 0,4 0-3 0,0 0-5 0,0-1-9 16,0 0-12-16,1-2-10 0,0 0-29 0,0-1-48 0,1 0-76 0,-1-2-95 15,-1 1-66-15,3-2-21 0,0-2-56 0,-1-1 1 0</inkml:trace>
  <inkml:trace contextRef="#ctx0" brushRef="#br0" timeOffset="41968.44">20971 11344 2539 0,'-1'1'118'0,"-1"3"-45"0,1 1-43 0,2 4-22 0,1 3-5 16,4 1-8-16,3 4 4 0,0 5 1 0,3 1-2 0,-1 3 7 0,1 1-3 15,0-1 1-15,0-1-3 0,1-2 2 0,1 0-6 0,0-2-1 16,2-2 5-16,-1-1-3 0,1 0-2 0,2-2-1 0,1-3-3 0,-1 0 1 16,1-4 2-16,-1-2 4 0,-2-2 7 0,-1-4 15 0,-2-2 14 0,-1-2 22 15,-2-3 11-15,-1-3 13 0,-1-1 13 0,0-2-12 0,0 0-4 16,-2-2-12-16,0-1-11 0,-1 0-9 0,0 0-10 0,-1-3-2 0,-1 1-20 15,-2-1 2-15,0 0-4 0,-2-2-7 0,-2 1 7 0,-2-1 2 16,-1 0-6-16,-3-1-11 0,-2 0-3 0,0 0 7 0,-2 0 2 0,-2 2 3 16,-2-1-5-16,-1 1-14 0,0 3-7 0,-1 1-8 0,0 3-8 0,0 2-11 15,-2 2 5-15,1 2 9 0,0 3 5 0,-2 1 2 0,-1 2-1 16,0 2-6-16,-2 3-15 0,1 2-9 0,0 2-25 0,1 0-26 0,3 3-53 16,2 1-72-16,3 0-97 0,1 3-121 0,2 1-91 0,0 0-304 0</inkml:trace>
  <inkml:trace contextRef="#ctx0" brushRef="#br0" timeOffset="42151.44">21566 11604 3044 0,'-1'0'344'0,"0"3"-275"0,1 1-28 0,0 2-43 0,2 2-2 0,2 0-7 15,0 4 0-15,3 1-5 0,0 4-12 0,0 1 3 0,1 2-6 16,-2 0-5-16,0-1-20 0,-2 0-22 0,-2 1-38 0,0 0-28 0,0-1-30 15,-1 1-34-15,0-1-37 0,0-2-47 0,0 0-62 0,0-1-57 0,0-2-29 16,1-3-182-16</inkml:trace>
  <inkml:trace contextRef="#ctx0" brushRef="#br0" timeOffset="42368.44">22043 11291 2967 0,'-3'-1'105'0,"1"2"-39"0,0-1-47 0,2 3-15 0,1 0-2 16,2 2-4-16,2 2 2 0,0 2-2 0,3 0 0 0,1 3 2 16,0 1 7-16,0 1-21 0,1 0 7 0,0 1 6 0,-1 2-5 0,1 2 20 15,0 0-8-15,-1 1-6 0,1 1-4 0,-1-1 1 0,-1 2 3 16,0 0-2-16,0-3 2 0,-2 1-5 0,0-1-8 0,-1-1-2 0,-2 1-15 16,-1-1-12-16,-1 0-21 0,-2-2-22 0,-2-1-34 0,-1-1-36 0,-3-1-44 15,-2-1-50-15,-4 1-39 0,-1 0-65 0,-6-2-89 0,-6-3-335 16</inkml:trace>
  <inkml:trace contextRef="#ctx0" brushRef="#br0" timeOffset="42485.44">22043 11134 2345 0,'4'-3'144'16,"2"0"-56"-16,3 0-41 0,3 2-19 0,-1 1-15 0,4 0-11 0,0 2-17 16,2 1-1-16,0 0-11 0,0 1-17 0,-1 0-32 0,1 0-62 0,-2 1-70 15,0 0-89-15,1 0-87 0,0 0-41 0,-2 1-67 0,-1 1 34 16</inkml:trace>
  <inkml:trace contextRef="#ctx0" brushRef="#br0" timeOffset="42751.44">18834 13693 1 0,'-20'134'87'0,"11"-66"702"0,12-33 822 0,-8-22-530 0,-2-8-1035 16,3-1-4-16,2 0-38 0,2 0-23 0,5-1-19 0,6-1-10 0,4 1-10 16,8 0-1-16,6-2 6 0,2-1 11 0,1-2 3 0,0-2-2 0,-2 0-23 15,2-2-36-15,-3 0-48 0,2 0-26 0,-2-2-24 0,-2 0-13 16,-1 0-28-16,-2-2-54 0,0-1-64 0,-2 0-59 0,2-3-347 0</inkml:trace>
  <inkml:trace contextRef="#ctx0" brushRef="#br0" timeOffset="42918.44">19359 14041 3006 0,'-4'6'109'0,"0"2"-51"16,0 2-7-16,3-1-27 0,3-2-19 0,4 0-10 0,3 0-15 0,3-2-8 15,5 0-1-15,2-2-2 0,2-2-9 0,1 0 1 0,0-2-16 0,0-1-21 16,0-2-27-16,2-2-36 0,-2-1-21 0,1-3-20 0,-1 1-30 16,-1-2-30-16,0-3-43 0,-1-1-61 0,2-3-48 0,1-4-259 0</inkml:trace>
  <inkml:trace contextRef="#ctx0" brushRef="#br0" timeOffset="43434.44">20964 13231 3249 0,'-3'2'133'0,"0"0"-37"0,-1 1-35 0,2 2-39 0,1 0-16 0,1 2-8 15,2 2-9-15,2 1 1 0,2 2-18 0,2 3 23 0,1 4-1 0,0 3 5 16,0 4 17-16,0 5-29 0,0 2 4 0,0 3 2 0,0 5-10 16,0 1-3-16,0 2-21 0,1 2-20 0,-1-3-33 0,1-3-61 0,-1 0-92 15,0-3-183-15,0 1-323 0,2 0-393 0</inkml:trace>
  <inkml:trace contextRef="#ctx0" brushRef="#br0" timeOffset="48235.04">21570 13812 2145 0,'-19'5'504'0,"-1"0"-423"0,-4 1 5 0,6-2-24 15,5-1-10-15,2-1-12 0,3-2-7 0,3 0-2 0,0 0 2 16,2 0 0-16,0 0 9 0,1-1 3 0,1 0 1 0,2 0 1 0,0-2-15 15,2 1-5-15,2-2 0 0,2-2-7 0,3-1 2 0,3-1-2 16,4-3 2-16,3-3-7 0,6 0 1 0,3-4-6 0,5-1-7 0,2-2 3 16,3-1-10-16,2-2 2 0,5-2-1 0,2-3 1 0,2 1 0 0,3 0-2 15,0 1-3-15,-1 0-4 0,0 1-15 0,-1 1-5 0,-2 0-14 16,1 1-11-16,-4 1-5 0,-3 1-3 0,-2 3 3 0,-2-1-11 0,-3 2-10 16,0 0-19-16,-3-1-30 0,-2 1-43 0,-4-2-47 0,0 2-70 15,-2-3-104-15,0-2-76 0,-1-5-360 0</inkml:trace>
  <inkml:trace contextRef="#ctx0" brushRef="#br0" timeOffset="48418.04">22089 12563 3269 0,'-24'8'56'0,"4"3"-6"0,-4 4-22 0,9 4-8 0,8 5-17 16,6 5 5-16,7 10-5 0,4 7-3 0,7 5 4 0,2 5-4 0,5 3 2 15,1 2 0-15,1 0 3 0,2 2-7 0,3 0 8 0,1 1-21 0,-1 1 15 16,2-1 2-16,-2 0-15 0,2-2-2 0,-1 0-46 0,2-1-38 16,1-4-42-16,-1-2-51 0,3-4-96 0,-2-1-206 0,3 1-240 0,1 2-266 15</inkml:trace>
  <inkml:trace contextRef="#ctx0" brushRef="#br0" timeOffset="48735.04">21399 16463 3524 0,'-5'4'32'0,"2"-2"-3"0,2 0-8 0,8-4-23 0,8-7-3 0,10-4-10 16,14-10 0-16,11-9 2 0,12-10-6 0,8-8 17 0,10-8 9 15,5-9 18-15,9-7-8 0,4-4-6 0,7-7 0 0,6-5-9 0,8-3 11 16,4-5 4-16,2-4-4 0,7-2 6 0,3-1-4 0,3-3-7 0,2 0-4 16,-1-3-6-16,2-1 6 0,2-1-3 0,0 1 3 0,0 0 0 15,2 3-8-15,-3-1 6 0,0 2-2 0,-2 0 0 0,-5 3-9 0,-2 1-10 16,-6 3-8-16,-2 1-9 0,-6 4-9 0,-4 2-14 0,-3 1-46 16,-2 2-14-16,-6 0-25 0,-2 1-42 0,-4 1-34 0,-6-1-85 0,-1 1-77 15,-3-4-99-15,0 0-22 0,-3-7-272 0</inkml:trace>
  <inkml:trace contextRef="#ctx0" brushRef="#br0" timeOffset="50551.81">23742 15470 2253 0,'-6'3'110'0,"-1"1"-61"0,-2 0-20 0,2 2-23 16,1-2-1-16,2-2-4 0,1 0 4 0,1-1-6 0,0 1-3 0,0 0 6 15,0-1 0-15,0 1 2 0,-1-2 4 0,0 0-10 0,-1 0 6 0,1 0 2 16,-2-1 2-16,1-1 9 0,0 0 9 0,-1-1 1 0,0 0 5 15,-1 0 5-15,-1-1-1 0,1 0 2 0,0 1-4 0,-2 0-5 0,1 0-7 16,0 0 3-16,0 0 11 0,0 0-2 0,-1 1 4 0,1 1-2 16,-1-1-9-16,0 1 0 0,0 0-4 0,0 0-6 0,0 1 0 0,1 0-1 15,0 0-9-15,0 0 1 0,1 1-4 0,2 0-1 0,-1-1 6 0,1 1-7 16,3-1 1-16,0 0-1 0,0 0 0 0,2-1 8 0,1 0-4 16,2 0-3-16,3-1 2 0,0-1-1 0,5 0 1 0,1-1 0 0,3 0 6 15,-1 0-6-15,2-1-1 0,1 0 8 0,1 0-7 0,-1 2 2 0,3-1 6 16,-2 0-8-16,-2 2 8 0,1-1 4 0,-2 0 1 0,-1 1 4 15,-2 0-1-15,-1 1 3 0,0-1 10 0,-3 1-5 0,0 0-2 0,-1 0-1 16,-2 1-8-16,1 0-1 0,-2-1 0 0,0 1-10 0,-1 0 6 16,0 1-7-16,-1-1-3 0,0 1 5 0,-1 1-8 0,-1 0 0 0,0 1 3 15,-1 0-6-15,-1 2 5 0,-1 0-4 0,-1 2-6 0,-1 2 1 16,0 2-1-16,-2-1 7 0,1 1 4 0,-1 1-3 0,-1-1 2 0,1 3-6 16,0 0-3-16,0-2 9 0,0 1-11 0,1-4 12 0,-1 2-6 0,2-1 3 15,0-2 7-15,0 0-7 0,1-3 9 0,1 1-9 0,-1 0-2 16,2-2 6-16,-1 0 0 0,1 0 0 0,0-2 1 0,1 0-7 0,0 0 2 15,-1-1 2-15,1 1 0 0,0-1 0 0,1 0 0 0,-1 0-2 0,1-1 2 16,-1 0 1-16,2 0 1 0,0-1-2 0,1 0 2 0,1 1-4 16,0-1 0-16,1-1 3 0,1 1-6 0,2 0 12 0,0 0-2 0,2-1-7 15,-1 0 6-15,4-1-12 0,0 2 6 0,1-1 0 0,2 1 2 16,-2 0 0-16,3 0-2 0,-1 1-2 0,1 2-1 0,1-1-1 0,-1 1 0 16,2 0 0-16,-2 0-1 0,1 1 7 0,1 0-4 0,-1 0 2 0,1 0-4 15,1 0 4-15,-3 1-2 0,2 1 4 0,-2-1-2 0,-1 2-6 16,-1-2 6-16,0 2-1 0,-1 0 2 0,0 2 1 0,-3 0-4 0,1 1 4 15,-1 1-5-15,-1 1 3 0,-1 0 1 0,-2-1-2 0,-3 2 2 0,-1 0-10 16,-3 2 11-16,-2 0 0 0,-2 1-2 0,-2 1-6 0,-2 1-1 16,-3 1 9-16,-1-1-2 0,-2 3 13 0,-1 0-4 0,-1-3-5 0,-2 2 9 15,1-1 6-15,-3-3-3 0,1 1-8 0,-1-2 9 0,-1 0-10 0,1-2 5 16,3-2 10-16,0 0-12 0,1-3 16 0,1 1-10 0,1-3 1 16,1-1 15-16,1-1-9 0,0-1 0 0,1 0-7 0,0 0-14 0,0-2 17 15,0 0-1-15,1 0-5 0,0-2-1 0,2 1-4 0,1 0 6 0,1-1 1 16,0 1-17-16,1 0 0 0,0 0 4 0,1 0-6 0,0-1 22 15,1 1-30-15,1-1 18 0,0 1-2 0,0 1-6 0,1-1 18 0,1 0-26 16,-1 0 24-16,1 1-12 0,0 0-8 0,0 0 20 0,0 0-14 16,1-1 5-16,0 0 1 0,-1 1-21 0,2 1 11 0,0-2 10 0,0 2-14 15,1-2 8-15,-1 1-4 0,0 1-4 0,0-1 22 0,-1 1-14 0,1-1-2 16,-1 0 10-16,0 0-10 0,0 0 7 0,1 0-5 0,-1 0-7 16,-1 0 5-16,1 1 2 0,-1 0-2 0,1 0-4 0,-1-1 4 0,0-1 4 15,0 0-2-15,0 2 4 0,0 0 4 0,0 0-6 0,0 0 3 0,0 0-14 16,0 0 11-16,-1 0 2 0,1 0 3 0,-1 1 3 0,0-1-14 15,0 1 14-15,0 1-8 0,0-1 4 0,-1 1-10 0,1-1-8 0,-1 0 6 16,0 0 2-16,0 0 4 0,-1 0-31 0,0-1 9 0,1 0-38 16,-2 0-31-16,1-1-17 0,-1-1-62 0,-1-1-47 0,-1-2-85 0,-1 0-159 15,1-4-217-15,-3-6-434 0</inkml:trace>
  <inkml:trace contextRef="#ctx0" brushRef="#br0" timeOffset="52603.16">24302 15513 2322 0,'-1'0'107'0,"0"0"-12"0,1 0-31 0,0 1-28 0,0-1-12 0,1 1-5 16,0 1-1-16,2 0 3 0,1 2-2 0,1 2 4 0,1 0-1 16,-1 1-1-16,1 2 1 0,0 2-3 0,0 2-10 0,-1 3-1 0,1 2-3 15,0 3-3-15,-2 4 6 0,2-1-3 0,-2 5 0 0,1 0-5 16,0 2 0-16,-1 1 0 0,1 1-2 0,1-1-24 0,0 0-26 0,0-1-33 16,1-1-47-16,-1-5-45 0,1-1-78 0,1-3-82 0,1-3-93 0,1-1-59 15,1-4-168-15</inkml:trace>
  <inkml:trace contextRef="#ctx0" brushRef="#br0" timeOffset="52886.16">24619 15105 2766 0,'-7'7'179'0,"1"0"-78"0,-1 3-23 16,3-2-43-16,2 0-16 0,4 0 1 0,1 0-4 0,4 2-2 0,1-1-5 15,2 2-11-15,2 0 7 0,1 2 17 0,-1-1 1 0,-1 1 2 0,2 0-1 16,0 1-24-16,-1 1 16 0,1-2-7 0,-2 3-7 0,1-1 3 16,0 1-10-16,-1 0 8 0,0 1 10 0,-1 0-11 0,-1 0 3 0,1-2-1 15,0 2-6-15,-1 0 15 0,-1 0-9 0,-1-1-3 0,0 1 1 0,-2 0-4 16,0-2 8-16,-1-1-3 0,0-1 3 0,-2 1 1 16,0 0-3-16,-1-2 5 0,-1 1 2 0,-1-2-7 0,-2 0 1 0,1 0-3 0,-3-1-6 15,1 0 6-15,-2 0-5 0,0 0-14 0,-1-3-14 0,-1 1-25 16,-2 0-18-16,-1-2-26 0,-1-1-34 0,1-1-31 0,-2 1-39 0,-1-1-33 15,-2-1-31-15,0-2-57 0,-3-2-116 0,-1-1-442 0</inkml:trace>
  <inkml:trace contextRef="#ctx0" brushRef="#br0" timeOffset="53035.16">24511 15031 3237 0,'2'-4'142'0,"2"-1"-43"0,1 0-10 16,3-1-48-16,2-1-5 0,2-1-10 0,5 0-11 0,2 0 2 0,1-1-13 15,2-1-4-15,0 1-2 0,-1-1-11 0,0 0-15 0,1 1-33 0,-3 0-43 16,0-1-50-16,0 0-75 0,-2 1-126 0,-2 0-174 0,0 1-205 16,-1 2-312-16</inkml:trace>
  <inkml:trace contextRef="#ctx0" brushRef="#br0" timeOffset="55285.15">25631 14433 3089 0,'-15'11'143'15,"1"6"-72"-15,-4 8-24 0,2 6-45 0,4 6 5 0,1 6 0 0,1 7-5 16,3 8 7-16,0 7-11 0,-2 5-3 0,0 5 3 0,-3 2 2 15,-1 3-4-15,-2 4 10 0,-1 1-4 0,-3 5-2 0,-1 0-2 0,0 1-5 16,-1-1 3-16,1-1 4 0,2-2-2 0,1-3 0 0,1-3 13 0,2-4-5 16,1-6 1-16,0-6-4 0,3-4-3 0,0-6-1 0,2-2 4 15,0-3 5-15,1-3-12 0,-1-2 11 0,0-3-5 0,-1-2 4 0,1-5 6 16,-1-1-6-16,1-2 14 0,1-2-5 0,-1-1 5 0,0-2 6 16,0-2-10-16,1-3 5 0,1-3-10 0,1-3-13 0,-1-4 10 0,2 0-1 15,0-1-7-15,1-2 6 0,1 0-10 0,0-4-4 0,0 0-10 0,1-2-10 16,0 0-11-16,0-2-5 0,1-2-14 0,0 0-20 0,0-2-27 15,1 0-26-15,-1-2-34 0,1-2-59 0,-1-2-86 0,1-2-119 0,2-4-98 16,-2-3-59-16,4-5-44 0</inkml:trace>
  <inkml:trace contextRef="#ctx0" brushRef="#br0" timeOffset="55685.55">25898 15322 2076 0,'-5'4'1319'0,"0"1"-1196"0,-2 1-35 0,0-1-47 0,1 1-24 0,0-1-3 16,2 1-14-16,1 1 0 0,1 0 3 0,0 2-1 0,1 0 6 0,-1 1-4 16,0 0-8-16,0 0 6 0,0 1-4 0,0 0 4 0,-1 1 0 15,2 0 2-15,0-1 1 0,0 0-7 0,1 1 4 0,0-2-6 0,0 1 3 16,2 0 2-16,0-1-1 0,1 2 0 0,1-1 2 0,2 0-4 15,0 1 4-15,1-1-5 0,1 0 3 0,0 1 1 0,0-1-2 0,2 1 6 16,1 0 7-16,0 0-1 0,-1 0 4 0,1 0-3 0,0 0-8 0,1 0 5 16,0 0-3-16,1 2 0 0,-1-1 3 0,0 1-28 0,1-1 8 15,-1 2 9-15,0 0 4 0,-1 0 17 0,-1 0-2 0,-2 1-1 0,0-1-13 16,-2 1 13-16,-1-2-1 0,0 0 5 0,-1 1-5 0,-2-1-13 0,-1 1 4 16,-1-3 8-16,-2 1 1 0,-1-1 3 0,-1 1-4 0,-2 0-8 15,-1-1 8-15,-1 1 1 0,-2 0-11 0,-1-1 14 0,-1 1-8 0,-1 0-2 16,1-2 8-16,0 1-18 0,1-3 12 0,0-1-2 0,0 0-4 15,0-1 2-15,0-1-16 0,2 0 12 0,-1-2-12 0,1-1 0 0,-1 0 2 16,-1-2-20-16,0-1 0 0,1-1-11 0,-2-1-14 0,1-1 3 0,-1-1-12 16,0-1-18-16,1-1-5 0,-1-2-12 0,-1 0-15 0,0-3-30 15,-1-1-63-15,2-3-85 0,-2-1-104 0,0-1-117 0,-1-4-110 0,0-2-260 16</inkml:trace>
  <inkml:trace contextRef="#ctx0" brushRef="#br0" timeOffset="56070.54">25627 15427 2730 0,'2'-5'555'0,"1"3"-379"16,1-2-35-16,1 0-52 0,0 0-22 0,4 0-17 0,2-1-8 0,3 1-11 16,2 0-13-16,0-1 3 0,1 1-1 0,1 0-2 0,0 1 1 15,-1 1-7-15,2 0-2 0,-2 0 2 0,0 0-8 0,1 1 4 0,-2-1-4 16,2 1-4-16,-4 0 6 0,1 0-8 0,-2-1 8 0,-2 1-8 0,-2 1 2 16,0-1 4-16,0 1-14 0,-1-1 6 0,0 1-14 0,-2 0-10 15,0-1 13-15,-1 1-7 0,-1-1 4 0,1 1 5 0,-2 0-13 0,0 0 7 16,0 1-3-16,0 0 3 0,0-1 7 0,0 0-1 0,0 1 3 15,1 0-5-15,-1 1-6 0,2-1 4 0,0 0-2 0,0 1-4 0,0-1 4 16,-1 1 0-16,1-1 6 0,0 2 1 0,-1-1 7 0,1 0 3 0,0 1-9 16,0-1 11-16,0 0 1 0,0 1-4 0,0 0 5 0,-1-1-2 15,1 0-6-15,-1 0 8 0,1 1-2 0,-1 1 4 0,-1-2-1 0,-1 1-1 16,1-1 0-16,-1 1-4 0,0 0 8 0,0-1-1 0,-1 0-1 0,0 0 4 16,0 1 1-16,0 0 6 0,-1-1 6 0,1 0 0 0,-1-1-6 15,1-1 4-15,-1 1-7 0,1 0 5 0,-2-1-1 0,2 1-5 0,-1-1 3 16,0 0-13-16,0 0 5 0,0-1-4 0,0 0 6 0,0 1-2 0,-1-1-4 15,1 0 11-15,-1 0-9 0,1-1 0 16,-1 1 0-16,0-1-8 0,0 1 8 0,0-1-6 0,1 0 4 0,-1 1-2 0,0 0-6 0,-1 0 0 16,1 0-3-16,0 0-11 0,0-1-13 0,0 1-13 0,0-1-16 15,0 1-16-15,1-1-30 0,0-1-31 0,0-1-50 0,0-1-74 0,0 1-77 16,0-1-84-16,1 0-96 0,1-1-43 0,2-1-208 0</inkml:trace>
  <inkml:trace contextRef="#ctx0" brushRef="#br0" timeOffset="56352.54">26462 15529 3443 0,'-2'3'172'16,"0"2"-41"-16,-1 1-23 0,1 1-40 0,0 0-19 0,2-1-1 0,1-1 0 16,0 1-20-16,1 0-28 0,0 0 0 0,0 0 0 0,-1-1 0 15,0-2 0-15,-1 1 0 0,1 0 0 0,-1-1 0 0,1 0 0 0,0-1 0 16,0-1 0-16,0 1 0 0,0-1 0 0,1 0 0 0,0-2 0 0,1 1 0 15,0 0 0-15,2-1 0 0,0 1 0 0,1-2 0 0,1 0 0 16,2-1 0-16,1 0 0 0,1-1 0 0,0 0 0 0,2 0 0 0,-2 0 0 16,2-1 0-16,2-2 0 0,0 1 0 0,0-1 0 0,1 1 0 0,2 0 0 15,0 0-2-15,-2 1-40 0,3 0 2 0,-3 1-2 0,0 0-3 16,0-1-7-16,0 1-24 0,-1 0-14 0,-1 0-16 0,0-1-31 0,0 2-30 16,-2 0-52-16,1-1-82 0,-3 2-83 0,-1-1-98 0,0 2-94 15,-2 0-346-15</inkml:trace>
  <inkml:trace contextRef="#ctx0" brushRef="#br0" timeOffset="56702.54">26449 15953 2861 0,'-4'7'593'0,"0"-1"-452"0,1 2-28 0,2-2-44 0,1-2-15 16,3 0-13-16,1-1-2 0,2 1-8 0,2 0-9 0,1 0-7 15,0-1-7-15,1 0 12 0,1-1-8 0,-1-1-10 0,3-1 16 0,0 0-10 16,1 0 2-16,-2-1 4 0,0 0-12 0,2-1 2 0,0-1 2 0,1 0-2 15,-2 0 2-15,2 0-4 0,1-1-2 0,1-1-2 0,-2 1 4 16,2 0-2-16,-1 0 0 0,-2-1 0 0,1 0 0 0,-1-1 0 0,0 1 0 16,0-1 0-16,-2 2 0 0,1-1 0 0,0 1 0 0,-1 1 0 0,1-2 0 15,-4 2 0-15,1-1 0 0,0 2 0 0,-1 1 0 0,-1 0 0 16,2 0 0-16,-3 1 0 0,-2-1 0 0,1 1 0 0,-3 0 0 0,2 0 0 16,-2 1 0-16,2-1 0 0,-1 1 0 0,0 1 0 0,1-2 0 15,-2 2 0-15,0-2 0 0,-1 1 0 0,0 1 0 0,0-1 0 0,0 0 0 16,-2 2 0-16,2-2 0 0,-2 1 0 0,0 0 0 0,1-1 0 0,0 0 0 15,-1 1 0-15,0 0 0 0,-1 1 0 0,1-1 0 0,0-1 0 16,-1 1 0-16,1-1 0 0,0 0 0 0,0-1 0 0,-1 0 0 0,1 0-22 16,-1-1-44-16,0 1-11 0,2-2-9 0,-2 1-14 0,2-1-17 0,-1-1-34 15,-1 1-35-15,2-2-41 0,-2-1-66 0,1 0-82 0,1-3-77 16,0-1-83-16,2-1-138 0,2-5 83 0</inkml:trace>
  <inkml:trace contextRef="#ctx0" brushRef="#br0" timeOffset="57102.54">27297 15327 2659 0,'-1'-1'689'0,"-1"-1"-528"0,-1 0-15 0,1 0-55 0,1 1-16 16,0 0-19-16,0 1-9 0,1 0-2 0,0 1-17 0,-1 1-8 0,1-1 2 16,-2 2-4-16,1 1 8 0,-1 2-14 0,1 2-12 0,-1 2 0 0,0-1 0 15,0 4 0-15,1 2 0 0,-1 3 0 0,1 1 0 0,1 3 0 16,-1 1 0-16,1 0 0 0,1 1 0 0,2-3 0 0,1 0 0 0,1-3 0 15,2-2 0-15,1-2 0 0,3-1 0 0,2-1 0 0,0-2 0 0,1-2 0 16,-1-1 0-16,4-2 0 0,-1-2 0 0,2-1 0 0,-1-1 0 16,2-3 0-16,1 1 0 0,0-3 0 0,2-2 0 0,-1-2 0 0,0-1 0 15,1-1 0-15,0-1 0 0,-2-1 0 0,2-1 0 0,-2-2 0 16,1 0 0-16,-2 0 0 0,0 0 0 0,-3 0 0 0,0-1 0 0,-1-1 0 16,-1 2 0-16,-2-1 0 0,-2 1 0 0,-2-1 0 0,-2 2 0 15,-1-2 0-15,-2 0 0 0,-2 1 0 0,-1 0 0 0,-3-2 0 0,-1 0 0 16,-2 0 0-16,-3 0 0 0,-2-1 0 0,0-1 0 0,-2 1 0 0,0-2 0 15,-1 2 0-15,-1 1 0 0,0 0 0 0,-2 2 0 0,0 1 0 0,0 1 0 16,1 1 0-16,-1 1 0 0,-1 2 0 0,2 3 0 0,-2 1 0 16,2 3 0-16,-1 1 0 0,1 1 0 0,0 1 0 0,-2 2 0 0,2 2 0 15,-1 1 0-15,0 2 0 0,1 2 0 0,0 2 0 0,-2 0 0 16,0 2 0-16,0 2 0 0,2-1 0 0,-2-1-44 0,1 2-12 0,1-2-19 16,1 1-10-16,1-2-32 0,1 2-53 0,1-1-44 0,2-1-43 0,1-1-64 15,1-2-66-15,2 2-88 0,2 0-87 0,1 0-344 0</inkml:trace>
  <inkml:trace contextRef="#ctx0" brushRef="#br0" timeOffset="57402.54">28101 15349 3837 0,'2'0'131'15,"0"1"-30"-15,1 0-75 0,-2 2-26 0,2-1 0 0,1 0 0 0,0 2 0 16,1 0 0-16,0 1 0 0,-2 1 0 0,0 2 0 0,0-1 0 16,-2 2 0-16,0-1 0 0,0 1 0 0,-1 2 0 0,1-1 0 0,-1 1 0 15,1 1 0-15,-1 0 0 0,0 3 0 0,2 1 0 0,-1-1 0 16,2 2 0-16,-1-1 0 0,1 2 0 0,0-1 0 0,1 0 0 0,0 1 0 16,0-1 0-16,2 2 0 0,-1-4 0 0,0 1 0 0,1 0 0 0,1-2 0 15,-1-2 0-15,-1 1 0 0,1-3 0 0,1 0-22 0,-1-1-66 16,0-1-14-16,0-3-18 0,-1-1-14 0,-1-3-6 0,1-1-30 0,-2-3-27 15,0 0-27-15,0-2-55 0,-1-4-61 0,-1-4-71 0,0-5-58 0,1-6-40 16,0-7-149-16</inkml:trace>
  <inkml:trace contextRef="#ctx0" brushRef="#br0" timeOffset="57802.54">28487 14913 2864 0,'1'-2'425'0,"0"0"-229"0,0-1-45 0,2 0-50 15,0 0-19-15,0 0-18 0,2-1-13 0,0 1-12 0,0-1-9 0,0 1-8 16,1 0-4-16,-1 0-6 0,-1 0 6 0,1 0-8 0,-1 0 2 16,1 1-12-16,0 0 0 0,0-1 0 0,0 0 0 0,1 0 0 0,-1 1 0 15,2-1 0-15,1 0 0 0,-1 0 0 0,1 0 0 0,0 0 0 16,1 0 0-16,0 0 0 0,0 2 0 0,1-1 0 0,1 0 0 0,1 1 0 16,-1 0 0-16,0 1 0 0,0 1 0 0,0 0 0 0,2 1 0 0,0 0 0 15,-1 1 0-15,2 1 0 0,-2 1 0 0,2 0 0 0,-2 1 0 16,0-1 0-16,1-1 0 0,-1 1 0 0,0 1 0 0,0 0 0 0,-1 0 0 15,-1 1 0-15,1 0 0 0,-1 2 0 0,0 2 0 0,1-2 0 0,-2 1 0 16,1 1 0-16,-1 1 0 0,0 1 0 0,0 2 0 0,-1-1 0 16,0 3 0-16,-1 0 0 0,-1 0 0 0,1 2 0 0,-2 1 0 0,1 1 0 15,-1 0 0-15,-1 2 0 0,-1-1 0 0,1 2 0 0,-1 0 0 16,0 1 0-16,1 0 0 0,-1 0 0 0,0-2 0 0,0 2 0 0,-2-2 0 16,2 0 0-16,1 0 0 0,-1 1 0 0,1 1 0 0,-1-3 0 0,0 0 0 15,1-3 0-15,-1-1 0 0,0-1 0 0,0 2 0 0,0-3 0 16,0 1 0-16,0 0 0 0,0-3 0 0,-1-1 0 0,0-1 0 0,-1 0 0 15,0-2 0-15,-1-2 0 0,-1 0 0 0,-1-2 0 0,-2-4 0 0,0 1 0 16,-2-4 0-16,-2 0-32 0,-1-1-81 0,-2-3-16 0,-2-1-20 16,-3-3-18-16,-3-2-55 0,0-2-68 0,-3-2-95 0,-2-3-136 0,0-4-134 15,-4 0-330-15</inkml:trace>
  <inkml:trace contextRef="#ctx0" brushRef="#br0" timeOffset="57952.54">28518 15385 3223 0,'5'0'413'0,"2"1"-230"15,2 0-31-15,3 2-50 0,5 0-80 0,4-1-22 0,6 1 0 0,3 2 0 16,2-3 0-16,3 1 0 0,3-2 0 0,-1-1 0 0,0 0 0 16,0-2 0-16,-3-2 0 0,0-3 0 0,-3-1 0 0,-1-2 0 0,-2 0 0 15,-2-2 0-15,-2 0 0 0,-1-4-116 0,-1-3-180 0,-3-1-193 16,-2-6-428-16,-2-7-559 0</inkml:trace>
  <inkml:trace contextRef="#ctx0" brushRef="#br0" timeOffset="61896.41">28345 14476 1568 0,'-7'-10'298'0,"-2"-2"-136"0,-1-3-44 0,1 1-18 0,-1 0 12 16,0 1 13-16,1 1 8 0,-1 1-14 0,0 0-22 0,0-1-25 16,-2 0-23-16,0-1-13 0,-1 2-12 0,0-2-8 0,-4 0-8 0,-1 1-6 0,0-2 3 15,-2 1 0-15,-3-1 6 0,-1 0 1 0,-4 2 0 0,0 1-3 16,-1 2-2-16,-4-1 8 0,-1 2-9 0,-2 1 8 0,-3 1-4 0,1 3-5 15,0 1 8-15,-2 2-6 0,-1 1-6 0,-1 3 3 0,-1 3-4 16,-1 2 3-16,2 4 8 0,-3 1 0 0,3 6 8 0,0 3-5 0,0 3-5 16,0 3-2-16,1 2 4 0,1 5-4 0,2 2 4 15,2 4-4-15,2 4-5 0,2-1 10 0,2 1-4 0,2 1 1 0,5 0-8 0,2 1-2 16,4-1-7-16,2 1-1 0,2 0 0 0,0 0-1 0,3-1 4 0,1-2 8 16,-1 1-6-16,3 2 3 0,1-2 6 0,2 2-3 0,2-1 5 0,2 1 0 15,4 0-7-15,1-1 2 0,3 2-6 0,3 0 3 0,2 2 1 16,3-2-2-16,4-1 11 0,2 0-9 0,3 1 3 0,5 2 5 0,1-1-17 15,5 0 3-15,0 0 3 0,2 1-1 0,7-2 8 0,-1 2-3 0,5-3 3 16,1-1-2-16,2-3 3 0,4-2 1 0,1-4-1 0,3-2 0 16,4 1 4-16,2-4-1 0,4-1 6 0,2-3-1 0,1-5-11 0,1-1 7 15,0-5-18-15,2-4 3 0,3-2 10 0,0-4-1 0,1-4 3 0,3-3-8 16,1-3 6-16,1-4 10 0,1-3 10 0,-1-4 0 0,2-3-12 16,-2-1 10-16,0-5-1 0,-1-1 1 0,-2-1 9 0,3-4 5 0,-2-1 7 15,-2-4 21-15,-2 1-16 0,-4-1-16 0,-4 2 9 0,-3 0-24 16,-3 0 26-16,-3-2-6 0,-4 1-18 0,-3-1 27 0,-4 1-21 0,-4 0 9 15,-3 0 4-15,-3-1-24 0,-3 2 2 0,-5-3-16 0,-4-1 0 0,-5 1 0 16,-7-2 0-16,-2 0 0 0,-4-2 0 0,-4-3 0 0,-5 1 0 16,-3-2 0-16,-6-3 0 0,-3-2 0 0,-5-2 0 0,-4-2 0 0,-5-2 0 15,-7-2 0-15,-3-3 0 0,-8-2 0 0,-4 0 0 0,-6-1 0 0,-5-1 0 16,-3 1 0-16,-4 1 0 0,-3 2 0 0,-3 0 0 0,-4 3 0 16,-3 1 0-16,-2 2 0 0,-1 3 0 0,-6 1 0 0,-2 4 0 0,-2 3 0 15,-3 2 0-15,1 4 0 0,-2 6 0 0,-2 2 0 0,-1 4 0 0,-4 7 0 16,1 5-12-16,-3 7-26 0,-4 10-32 0,-3 9-31 0,-4 8-53 15,-7 11-94-15,-7 13-163 0,-11 16-464 0,-14 18-534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1:10:00.7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9758 1923 1671 0,'-25'-14'520'0,"4"3"-599"16,-6-2-46-16,-2-2-5 0,-7-1 50 0,-2-3 25 0,0 1-1 15,2 2-28-15,2 1-35 0,-2-2-16 0,0 1 8 0,-2-1 27 0,1 0 40 16,-1 0 30-16,-2 0 28 0,1 2 30 0,-3-2 20 0,-2 1 22 0,-1-1 15 16,-1 2 11-16,-2-2 5 0,-3 0-2 0,-3 2-9 0,-2-1-15 15,-2 1-17-15,-2 1-17 0,-2 1-12 0,-3 3-8 0,-2-1-5 0,-1 2 2 16,-3 1-7-16,-2 1 4 0,-2 1-1 0,-1-1-5 0,0 2 5 0,-3-1-4 15,0 0-2-15,0-1-4 0,-3 1 0 0,-1-2 0 0,1 1 2 16,-2 0 9-16,-1 1 12 0,1 0 18 0,-1 2 18 0,0 0 6 0,1 1-6 16,0 2-12-16,1 1-12 0,-1 3-4 0,-1 1-2 15,0 2-7-15,-1 2-1 0,1 3-11 0,-3 2-7 0,0 1-5 0,-1 1-4 0,-1 4 4 16,0 1 1-16,-2 2 5 0,0 1 3 0,-3 3 1 0,1 0 1 0,-2 3-5 16,-1-1-5-16,1 3 3 0,-2-1 1 0,1 2-6 0,1-1 6 15,-1 3-1-15,1-3-8 0,-1 2 7 0,-85 26-2 0,23-8-11 0,21-9 7 16,25-5 6-16,11-6 6 0,2 0 13 0,2-2 8 0,1 1 2 0,5-1-2 15,2 0-4-15,6-2-7 0,1-1 1 0,4-2-6 0,4 0-9 16,0 0 3-16,3 1-7 0,0 1-3 0,1 0 7 0,1 3-2 0,1-2-2 16,-1 2-10-16,0 1 2 0,1 1 12 0,0 0 0 0,4 3 8 15,2-1 7-15,0 2-16 0,0-1-1 0,4 3 4 0,-1 0-13 0,2 3 3 16,-2 1-3-16,1 0 1 0,2-2-2 0,3 2 0 0,28-21 1 0,-7 6 10 16,3-1-12-16,-8 6 5 0,3-1 19 0,-6 6-4 0,2-2 6 15,-2 6 0-15,1-2-21 0,4-1-3 0,4 0 3 0,0-2 1 0,6 0-2 16,1-2 2-16,3 0-4 0,4-3 1 0,3 1-4 0,2-1 2 0,3 0 4 15,3-2-6-15,4 1 3 0,3-2-9 0,2 2-2 0,3-2 6 16,4-1 8-16,4 0 7 0,2-1 3 0,3 0-2 0,4-3-7 0,4 1-2 16,2-1-1-16,5-2-2 0,2 0-1 0,4 0 0 0,44 13-1 15,-2-3 2-15,-6-6-5 0,-7-2 15 0,-2-2-7 0,3-2 2 0,3-1 0 16,2-1-5-16,2-3 2 0,6 0-14 0,4-2 3 0,2-1-3 0,6-1 1 16,0-2 16-16,6-1 0 0,3-2-9 0,3-1 1 0,1-2 0 15,7-1-4-15,-2-2 11 0,3 0 1 0,2 0-4 0,1-2 6 0,3 1-5 16,0-1 4-16,3 0-1 0,1 0 2 0,0 0 1 0,4 0-4 0,-1 0 1 15,3 0 1-15,3-1-7 0,1 0 4 0,4 0-1 0,-1 0-2 16,2 1 2-16,2-1-2 0,3 0 2 0,-1-1 1 0,1-1 2 0,0 0 0 16,1-2 0-16,1-1 0 0,0 0 0 0,1-1-2 0,1-1 1 0,0 0 1 15,0 1-3-15,0-1 3 0,0 3-2 0,-2-1 2 0,0 1 2 16,0 0-2-16,-1 0-2 0,0 2-1 0,-3-1-2 0,1 1 2 0,-2 1 1 16,-1-2-1-16,1 0 1 0,-3-2 0 0,-2 0-2 0,-1-1-1 15,-3-1 2-15,-1 0-2 0,-3-1 5 0,-3-2-4 0,-1-1-2 0,-4 0 1 16,0-3 2-16,-2 0 17 0,-2 0-5 0,-2-3 2 0,-4-1-1 0,-1-1-9 15,-3-1 7-15,-3-2 2 0,-3-1-5 0,-4 0 0 0,-1-2 6 16,-5 0 1-16,-2-3 2 0,-3-2 1 0,-6-1-2 0,-2 0 1 0,-5 0 2 16,-3 1 1-16,-5 0-4 0,-4-1 2 0,-6 0-3 0,-4 0 6 0,-5 0 8 15,-4 0-3-15,-4-2 8 0,-8 0-7 0,-4-1 0 0,-7 0 7 16,-4 0-5-16,-6-6 0 0,-5-1-9 0,-7-2-8 0,-5-2-11 0,-8-1-10 16,-6-2-16-16,-10-2 2 0,-7-1-5 0,-7 0-2 0,-7 1 6 15,-7-1-7-15,-7 0 7 0,-7-2 2 0,-7 0 10 0,-5 1 1 0,-8-1 3 16,44 29 17-16,-13-5 4 0,-4-1 4 0,-16-5-2 0,-3-1-12 0,-15-5-7 15,-6 2 2-15,-15-4 3 0,-4 1-3 0,-3 1 3 0,-1 5 2 16,-3 4 5-16,0 2 0 0,-1 4-15 0,2 4-13 0,1 6-35 0,1 2-22 16,3 6-29-16,2 5-33 0,2 3-26 0,4 6-65 0,2 4-91 0,4 4-141 15,0 6-364-15</inkml:trace>
  <inkml:trace contextRef="#ctx0" brushRef="#br0" timeOffset="34418.73">12328 4982 1620 0,'-10'-6'83'0,"0"0"-88"16,0 0-58-16,4 4-25 0,2 1-1 0,3 1 17 0,-1-1 27 0,0 1-13 16,0-1-41-16,-2 1-36 0,0 0-22 0,-2 1 21 0,-2 0 37 15,-1 1 37-15,-1 1 31 0,-1 0 22 0,-1-1 13 0,-2 0 7 0,-1-1 11 16,-1-1 6-16,1 1 13 0,0-1 12 0,-1 0 9 0,1 0 9 0,0 0 0 15,0 0-1-15,-1-1-6 0,0 1-12 0,1 0-9 0,-1 0-12 16,1 0-5-16,0 0-3 0,1-1 0 0,0 0 3 0,0 1-2 0,0-2-1 16,1 1 0-16,-1 0-4 0,1-1 0 0,0-1 0 0,1-1-1 0,0 0 1 15,-2 0 5-15,0-1 1 0,-1 0 4 0,2 0 2 0,-3-1 1 16,0 1 2-16,-2 0-3 0,0 1-2 0,-2 2-3 0,0-1-5 0,-1 1 0 16,-2 1-5-16,-2 1-4 0,-3 0-3 0,-2 2 0 0,0 1-4 15,-3-1 2-15,0 0-7 0,0 1 1 0,-3 0-1 0,0 0 0 0,-1 0 6 16,1-1-1-16,-1-1-2 0,1 1-1 0,-1-1 0 0,0 2-6 0,1 0 5 15,0 1-1-15,1 1 4 0,0 0 1 0,-1 2 3 0,0 1 0 16,-2 1 7-16,2 1 3 0,2 3-2 0,-3 1 11 0,4 2-4 0,-2-1-7 16,1 2 3-16,2 4-2 0,-1 0 4 0,1 4 1 0,0 3-1 0,-1 2-11 15,2 2-2-15,0 2-4 0,0 1-4 0,1 2 3 0,0 2-3 16,0-1-5-16,1 2 5 0,0-3-2 0,4-1-1 0,1-2 6 0,4 1-8 16,2-2 5-16,3-2-5 0,2 1-8 0,3-3 6 0,0 1 2 0,2-2 8 15,1 0 3-15,2 0-3 0,1-2-5 0,1 0 2 0,3-2 0 16,0 1 3-16,3 0-3 0,0 0 0 0,1 2-4 0,2-2 4 0,0 2 1 15,1-3 2-15,1 0 1 0,0 0 1 0,2-1-2 0,0 1 4 16,2-1-4-16,1 1 2 0,1-1 2 0,2-2-4 0,3-1 7 0,2-1-11 16,2-4-1-16,2 0 4 0,-1 0-4 0,1-1 15 0,-1 1-3 0,1-1 0 15,3 0 2-15,-2 0-9 0,4-1-3 0,-1 0 4 0,2 1-4 16,-1 0-3-16,1 0 3 0,0-1-4 0,1-2-3 0,1 0 7 0,1-1 0 16,0 0-5-16,1 0 4 0,1-1 0 0,1-1-2 0,1-1 6 0,1-2-2 15,0-1 0-15,0-1 1 0,1-2 1 0,0-2 0 0,3-1 5 16,-1-3 0-16,0-2 3 0,1-1 2 0,1 0 0 0,-1-3 9 0,0-1-4 15,2 0 4-15,0-2-4 0,0 0-1 0,0-2-4 0,-2-2-5 16,-1 0-2-16,-1 1 4 0,1-2-1 0,-2 0-10 0,-1 0-1 0,0 0 1 16,-3 0-1-16,0 1 17 0,-2-2-1 0,-1 0-3 0,-2-1-4 0,0 0 2 15,-2-1 3-15,2 1 4 0,-1 0 4 0,-1-1 1 0,-3 1-2 16,0 0 3-16,-3-1-5 0,-1 2 0 0,0-2 2 0,-3 0-5 0,0 0 7 16,-1 0-2-16,-3 1 0 0,-1 0 7 0,-1 0-5 0,-1 0 3 0,-1-3-1 15,-2-1-4-15,-3 1 1 0,-1-3 0 0,-2 1-10 0,-2-2 6 16,-3 0-2-16,-2-2-1 0,-4 0 5 0,-1 0-5 0,-4-1-4 0,-4 1-1 15,-3 1-4-15,-3 0-3 0,-4 2-1 0,-3 1 4 0,-5-1-4 0,-3 3 0 16,-5-2-2-16,-6 3 2 0,-2 2 0 0,-2 1 0 0,-2 2 0 16,-1 2 2-16,0 1-4 0,0 0 2 0,1 1 0 0,2 1-2 0,3 1 2 15,3 0-5-15,2 2-8 0,3 0-24 0,1 1-22 0,3 0-34 16,4-1-40-16,0 0-37 0,4-1-40 0,-1-1-27 0,3 0-35 0,0-1-36 16,1-1-32-16,1 0 9 0,0-2-174 0</inkml:trace>
  <inkml:trace contextRef="#ctx0" brushRef="#br0" timeOffset="35485.72">14431 5579 1064 0,'-7'-11'81'0,"2"0"-25"0,-3-2-16 0,4 3-20 0,2 2-12 16,1 0-5-16,1 0 0 0,1-1-1 0,1-1 1 0,1 0 3 0,-1-1 3 16,1 1 2-16,-1-1-1 0,-1 0 0 0,0 0 0 0,0-1 0 15,1 1-1-15,-1-1-3 0,2 0-2 0,0 0 1 0,1-2-2 0,0 2 4 16,2-1 0-16,-1 0 3 0,2 1-1 0,-1 1 4 0,0 0-1 15,2 2-3-15,-1-2 3 0,1 1-9 0,0 0 3 0,1 0-4 0,2-1 0 16,1 1 1-16,2-1-2 0,2-1-2 0,3 1 7 0,2-2 5 0,-1 1 2 16,4-1 7-16,1 0-2 0,5 0 0 0,0 0-1 0,4 1-3 15,0-1 5-15,1 0 3 0,3 1 1 0,3-1 0 0,3 2-4 0,2-3-2 16,2 1-3-16,2 2-5 0,3 1-1 0,1 2-8 0,1-1 0 0,3 2-1 16,-2 2-3-16,-1 3 1 0,0 0-1 0,-1 2 4 0,0 1 2 15,1 0 0-15,-3 2 2 0,-1 1-4 0,-3 2 0 0,-2 0 0 0,-2 2-2 16,1 0 3-16,-2 1-2 0,-1 2 3 0,0 1-2 0,-2 1 3 15,-2-1-12-15,1 1 3 0,-2 1 1 0,0 0 1 0,-2 1 17 0,-1 0-4 16,-1 2 6-16,-2 0-3 0,1 0-1 0,-2 2 0 0,0 1 4 0,-1 0 1 16,0 2-4-16,-2 2 0 0,2-1 1 0,-2 4 2 0,0 0 5 15,0 2-2-15,-4 0-2 0,0 0-1 0,-2 1 2 0,-1-1 1 0,0 3 0 16,-2 0-1-16,-2 2 0 0,-1 2-5 0,-2 0-5 0,-1 2-2 0,-2 0-4 16,-2 0 5-16,0 2 5 0,-3-1 2 0,0 1-5 0,-3 0 1 15,0 2-5-15,-1-1 2 0,-2 2 4 0,-1-3-1 0,-2-1-4 0,0 1 0 16,-3-2 1-16,0 1-5 0,-1-2 2 0,-2-2 1 0,-2 0 5 15,-3-1 10-15,-2 0 6 0,-1-2 1 0,-4-1 1 0,-2-1-3 0,0-2 3 16,-4-2 0-16,0 1 0 0,-5-3-1 0,-1-1 3 0,-2-2-3 0,-1-3-1 16,-2 0 1-16,-2-3-7 0,-3 0 5 0,-2-4-5 0,-2 0 0 15,-4-2-2-15,-2-2-3 0,-3-1 4 0,-3-2-7 0,-2-1 5 0,-2-1-5 16,-3-3 14-16,-1-1 9 0,-1-2-5 0,-2-2 9 0,0-1-10 0,1 0-3 16,0-2 3-16,0 0-4 0,3-2 0 0,-2-2-8 0,1 0-9 15,2-1 2-15,0-1-8 0,1-1 1 0,1-2 5 0,2-1-7 0,2-1 5 16,2-1-8-16,1 0 1 0,0-1 5 0,1 1-8 0,2 0 2 15,2 0-16-15,1 0-8 0,7 1-10 0,5-2-10 0,4-1-20 0,4 1-36 16,4-1-44-16,2 0-73 0,4-2-86 0,3-2-137 0,5-2-104 0,4-7-178 16</inkml:trace>
  <inkml:trace contextRef="#ctx0" brushRef="#br0" timeOffset="45703.24">2892 5715 1 0,'21'-8'91'0,"-9"-3"577"0,-5 2 639 0,-5-9-495 0,-3-1-756 16,4 1-14-16,3 2-18 0,0 1-8 0,2 2-1 0,-2 2-3 16,1-1 0-16,2-1-5 0,0 2-19 0,2 1-17 0,1 3-33 0,-1 1-22 15,0 1-14-15,0 2-7 0,-1 0 22 0,0 0 18 0,0 1 23 0,-1-2 17 16,3-1 11-16,1 0 11 0,1-3 11 0,1-2 6 0,1 0 3 15,4-5 9-15,3-1 4 0,3-4 7 0,4-1 4 0,3-3-1 0,7-3-1 16,3-2 3-16,5-1-4 0,5-4-5 0,2 1-7 0,5-4-19 16,4 0 0-16,2 0 1 0,3 1 0 0,1 2 11 0,2 1-7 0,0 1-4 15,0 3-3-15,0 4 4 0,-2 2-1 0,0 3 2 0,-2 5-5 0,-1 3 4 16,-5 2-1-16,-1 4-1 0,-2 3-2 0,-3 5 4 0,-4 2-6 16,-3 4 2-16,-4 3 0 0,-1 2-6 0,-3 5-3 0,-4 2-1 0,-1 3-5 15,-5 4 3-15,-2 1 4 0,-4 3-3 0,-1 0-9 0,-3 3 10 0,-4 0-3 16,-2 1 4-16,-4 2 14 0,-4 0-16 0,-3-1 2 0,-3 1 1 15,-3 2-2-15,-3 0 5 0,-5 1-2 0,-4 0 2 0,-4 0 2 0,-3 1 1 16,-6 1 2-16,-4 2 2 0,-4 0-4 0,-5 2 6 0,-4-1 1 16,-3 1-1-16,-3 0 1 0,-1-1-2 0,0 1-4 0,-1-2-1 0,0-2 2 15,2-1-1-15,1-6 3 0,4-2-1 0,0-4 1 0,2-1 4 0,1-4-5 16,1-1-2-16,2-3-1 0,0-3-3 0,3-1-1 0,1-2-5 16,2-2-4-16,-1-2-12 0,0-4 0 0,1 1-2 0,1-1 2 0,1-2 8 15,2 1-11-15,2-3-10 0,1 0-27 0,0-2-36 0,2-2-41 0,0-1-46 16,2-3-64-16,2-1-80 0,1-3-83 0,2-1-4 0,3-5-274 15</inkml:trace>
  <inkml:trace contextRef="#ctx0" brushRef="#br0" timeOffset="46420.22">4138 5221 2374 0,'34'-17'314'0,"6"-1"-234"0,15-4-54 16,1 4-16-16,0 1-5 0,2 0-3 0,2 0 3 0,6 1-2 0,3 0 0 15,4 0 6-15,3 2-3 0,2-1-16 0,3 1 2 0,4 0 0 0,0 1 8 16,4 0 5-16,0-2 1 0,3 0-2 0,3-1 1 0,3-1 5 16,2-2 8-16,4-1 12 0,4 0 1 0,1-2 4 0,4-2-4 0,2-1-7 15,3-3-2-15,3 0 6 0,3-2-2 0,1 2 2 0,5-3 0 0,1 0-6 16,2-2 3-16,4-1-14 0,3-3 8 0,4 0 6 0,2-1-4 15,3-2 17-15,2 0-9 0,3-1-9 0,2 0-2 0,2 0-2 0,1 1 2 16,2-2-1-16,3 1 3 0,1 0-4 0,1 1 1 0,3 1-2 0,2 1 0 16,2-1-15-16,1 1 0 0,3 0 5 0,-2 2-1 0,2 1 1 15,1 0-1-15,1 2-8 0,4-1-7 0,2 2 11 0,4-2 2 0,2 2 2 16,0-3 1-16,3 1 3 0,-1 0-8 0,2-1 7 0,-1 3 1 0,3-1-3 16,1 1 12-16,-1-1-6 0,2 1-9 0,1 0 11 0,0 3 2 15,2-2 0-15,0 2 15 0,-1 0-9 0,1 1-13 0,-2-1 3 0,0 3-3 16,1 0-1-16,-2 1 1 0,1 2 0 0,0 0-5 0,0 2 1 15,-2 0 0-15,0 1-4 0,0 1 2 0,0 1-4 0,-4 2-2 0,2 2 2 16,-1 3-3-16,-3 1-1 0,0 1 0 0,-3 2-2 0,-3 1 1 16,-2 1 1-16,-4 1-3 0,-1 0-1 0,-4 3 8 0,-1 0-5 0,-3 2 3 15,-2 0 0-15,-2 1-3 0,-4 1 3 0,-1 2-4 0,-2 0 5 0,-4 1-1 16,-2 1 2-16,-5 0-2 0,-4-1 0 0,-3 1-1 0,-3 1-1 0,-4 0 4 16,-4 1 0-16,-2 0 10 0,-6 3-4 0,-4 1-2 0,-4 1 1 15,-3 3-6-15,-2-1 6 0,-3 0-1 0,-4 2 0 0,-4 1-2 0,-1 0-7 16,-4 0 3-16,-2 2 0 0,-2 1 10 0,-3-1 3 0,-5 1-5 15,-3-1 0-15,-2 2-4 0,-4 0-10 0,-1-1 5 0,-2 1-1 0,-2 0 0 16,-4 0 16-16,-2 0-7 0,-4 0 1 0,-4 0 0 0,-4 0-4 0,-3-2 4 16,-4 0-1-16,-2 1-1 0,0-1-2 0,-4 1-2 0,-3 2 4 15,-3-2 0-15,-2 1-4 0,-1 0 6 0,-3-2-6 0,1 0 0 0,-1 0 2 16,-2 1-2-16,1 0 2 0,-2-1 2 0,-2 1 0 0,0-1-2 0,0-1-2 16,-2 0-1-16,0-1-1 0,-1 0 2 0,-2-1-11 0,1-1 0 15,-1 0 1-15,-2-3 3 0,-1 1 13 0,-2 0 0 0,1-1-3 0,-1-2-1 16,1 2-3-16,-2-2 1 0,0 1 2 0,-2-1-2 0,1-1-2 15,-2 0-7-15,0 0 2 0,0 0-1 0,0-1-1 0,-1 0 4 0,-1-1-4 16,0 1-2-16,0-1 2 0,0 0-4 0,-1-2 0 0,1 0-7 0,-1 0-11 16,0-2-9-16,0 0-10 0,-1-1-9 0,0 0-6 0,0-2-7 15,-1 0-12-15,0-1-5 0,0-1-1 0,-1-1-14 0,-1 0-21 0,1 0-28 16,-2-2-24-16,0 0-15 0,-2 0-5 0,-2 0-16 0,-1 0-13 0,-2 0 4 16,-3-1-1-16,-1 0 20 0,-2 0 16 0,0 1-236 0</inkml:trace>
  <inkml:trace contextRef="#ctx0" brushRef="#br0" timeOffset="46686.22">23639 4347 1669 0,'7'8'179'0,"2"3"-106"0,3 7-53 16,0 2-20-16,0 3 0 0,1-1 2 0,4 2-5 0,1-1 6 0,0 1 4 16,2-1-2-16,1 0 5 0,-1 0 5 0,3-2 2 0,-1 0 12 15,0 0 1-15,1-1 3 0,0 1-6 0,-1 0-7 0,-1-1-4 0,0 1-7 16,-1-2 1-16,0-1-3 0,-2-2 2 0,-1 0 1 0,1-1-1 15,-1 0 1-15,0-4 2 0,1 1 3 0,2-1 7 0,1-1 2 0,4-1 5 16,1-2-1-16,0-3-3 0,2 0-1 0,2-2 1 0,5-2-1 0,3-1 9 16,3-2-4-16,5-2 6 0,2-2 4 0,3-2 1 0,3-1 7 15,4-1 5-15,4 0-1 0,4-1 5 0,3 0 6 0,5-1 2 0,1 0 4 16,3-1-6-16,3 1-11 0,0 1-2 0,3 0-17 0,-1 0-4 0,2 2-6 16,2-1-19-16,0 2 1 0,0 1-4 0,0 1-4 0,1 1-1 15,1 1-11-15,-1 0-14 0,1 0-46 0,-2-1-97 0,-4 0-167 0,-1 0-315 16,-3-3-601-16</inkml:trace>
  <inkml:trace contextRef="#ctx0" brushRef="#br0" timeOffset="53203.42">6638 14920 835 0,'-8'-8'189'16,"0"-1"-141"-16,0-3-7 0,3 0-6 0,1 1 1 0,3-2 6 16,-1 1 10-16,1-1 8 0,0 1 9 0,-1 1 6 0,0 2-2 0,1 1 1 15,-1 1 5-15,0 1-3 0,-1 1 5 0,1 1-2 0,-1 0-2 0,0 1 5 16,2 1 1-16,-1 0-2 0,0 1 0 0,1 1-11 0,0 1-2 15,1 0-8-15,2 1-2 0,-1 2-6 0,1 0-1 0,2 4 2 0,2 3-7 16,2 3 2-16,1 2-4 0,3 5-5 0,2 3-6 0,3 1-5 16,2 1-8-16,-1 0-2 0,3 0-10 0,2-1 1 0,0 1-6 0,2-1-3 15,0-2 4-15,-1 0 4 0,1-2-11 0,-1-2 3 0,0-1-2 0,-1-2-13 16,0-1 8-16,-1-1 14 0,-2 0-6 0,-1 0 15 0,-1-1-6 16,0-2-10-16,-2 0-3 0,1-1-6 0,-1-1 4 0,-2-1-4 0,0-1-10 15,-1 0-15-15,-1-3-25 0,-2 1-29 0,2-1-36 0,-3-1-35 0,1-2-38 16,1-1-49-16,-2-2-52 0,1-3-83 0,0-1-55 0,-1-3-282 15</inkml:trace>
  <inkml:trace contextRef="#ctx0" brushRef="#br0" timeOffset="53703.5">7183 14584 2295 0,'-5'1'148'0,"0"-1"-71"0,1 1-42 0,3 0-6 0,2 1 6 16,1 1 15-16,3 2-8 0,0 1-10 0,1 2 4 0,1 2-17 15,0 0 2-15,1 3-6 0,2 1-13 0,0 0-1 0,2 0-6 0,2 3 5 16,1 1 4-16,0 0-6 0,0 1 0 0,2 2-1 0,0 3-5 0,0 0 0 16,1 5 3-16,1 2-2 0,0 2-1 0,-1 2 1 0,0 0-4 15,2 4 1-15,-2 0 1 0,1 3-4 0,0 0-1 0,-2 0 9 0,3 0 1 16,-1 2-2-16,-1-3 8 0,1-2-6 0,-3-1-2 0,0-3 11 15,-2 0-4-15,-1-1 1 0,-1 0 1 0,0-2-1 0,0-1 6 0,-3-3-5 16,1 0 9-16,-3-1-1 0,0 2 2 0,-2-2 10 0,-2 0-3 0,-2 0-5 16,-2-1 8-16,-3-1 1 0,-3 0 1 0,-2 0 5 0,-2-1-16 15,-2 0-2-15,-2-1-5 0,-3-3-6 0,-3 1-4 0,-2-2-23 0,-4-1-4 16,0 1 1-16,-5-2 11 0,1-2 11 0,-2-2 4 0,1-1 6 0,-2-3 2 16,0-2 2-16,1-2 6 0,-1-4-1 0,2-5 3 0,0-3 4 15,2-3-4-15,0-3 9 0,3-3 5 0,-2-1-5 0,3-4 0 0,1-2 3 16,1-1 5-16,5-4 15 0,2 0-3 0,1-5-12 0,4 1-6 15,3-3 1-15,1 0 5 0,3-1 4 0,2-2 0 0,3 0-6 0,4 0-1 16,2 1 0-16,2 0 1 0,4-2-8 0,1 0 4 0,3 1-9 0,3-1-4 16,1 3 5-16,3 0-10 0,1 1-6 0,2 2 1 0,0 0-12 15,-2 3 7-15,2-1 6 0,1 3-6 0,0 3 4 0,-1-1-8 0,2 5 6 16,-1 0 2-16,-2 2 0 0,0 3-2 0,-1 1-11 0,-2 3-4 0,-1 1-8 16,-2 3-25-16,-1 1-11 0,-1 4-26 0,-2-1-14 0,0 2-16 15,0 1-16-15,-1 0-10 0,-1 1-30 0,-1 0-33 0,0 0-46 0,-1 0-75 16,0-1-75-16,0-1-38 0,-2-2-67 0,1-1 38 0</inkml:trace>
  <inkml:trace contextRef="#ctx0" brushRef="#br0" timeOffset="53970.5">8103 14855 2803 0,'-10'-2'445'0,"2"1"-325"0,0 0-32 0,3 1-31 0,4-2-9 0,1 0 5 16,2 0-14-16,0 0-18 0,2 0 0 0,0-1-21 0,2 0 0 0,0 0 7 16,2 0-3-16,0 2 2 0,1-1-2 0,1 0-6 0,1 0 0 15,-2-1-4-15,2 1 4 0,0-1 6 0,0 0-4 0,1 0 0 0,-1 1 0 16,1-1-11-16,0 0 9 0,-1 0 4 0,-1-1-2 0,0 1 3 0,0-1-6 16,0 0 3-16,1 0-6 0,-1-1 4 0,0 1-2 0,1 0 0 15,0-1 1-15,2 1-14 0,0-1-4 0,0 1-20 0,0 1-14 0,0-2-22 16,0 1-15-16,0 0-7 0,1 1-21 0,-2 0-4 0,1 1-24 0,-1 0-20 15,-1 1-6-15,-1 0 0 0,-1 1-1 0,-1 1-11 0,-1 0-43 16,-1 0-58-16,-2 1-47 0,-3 0-15 0,-1 1-245 0</inkml:trace>
  <inkml:trace contextRef="#ctx0" brushRef="#br0" timeOffset="54204.5">8271 15099 2590 0,'-8'7'237'0,"1"1"-83"0,0 2-39 0,3-2-3 0,3-2 3 15,2-2-30-15,0 0-19 0,3-1-14 0,1 0-13 0,1 0 0 0,2 0-1 16,1-1-8-16,2 0-5 0,2-1-1 0,1 0-12 0,0 0 3 0,3-2-5 16,1 1-12-16,1-1 6 0,-1-1-2 0,0 1-4 0,0-1 5 15,-1 0-3-15,0-2 6 0,0 0-6 0,-2 1 4 0,0-1-2 0,-1-1-2 16,-1 2-4-16,0-1-2 0,-3 1 4 0,0 0 2 0,-1 1 2 0,0-1-4 16,-1 1 1-16,0 0 1 0,-1 0 5 0,0 2 1 0,-2 0-8 15,1-1-7-15,0 0-9 0,0 0-10 0,0 0-14 0,0 0-24 0,-1 0-33 16,2 0-24-16,-1-1-46 0,-1 0-40 0,0 0-54 0,0-1-56 0,1 0-78 15,0 0-109-15,1-1-34 0,-1 0-191 0</inkml:trace>
  <inkml:trace contextRef="#ctx0" brushRef="#br0" timeOffset="54586.5">8986 14723 3520 0,'-21'-5'192'0,"1"1"-127"0,-1-2-11 16,5 1-31-16,6-1-1 0,2-1-7 0,2 1-13 0,1 0 4 0,2 0-2 15,1 1-8-15,1 1 10 0,1 0 2 0,-1 2-5 0,0 1-1 16,1 1-11-16,1 1 3 0,0 1-4 0,2 2 0 0,1 3 1 0,0 3-7 16,3 4 1-16,1 6 3 0,1 4 2 0,2 3 6 0,0 5-1 15,1 5-9-15,2 1 8 0,0 3 1 0,2-1 6 0,-2-3 1 0,2-1-2 16,-1-4-3-16,1-2 3 0,-1-5 7 0,0-3 7 0,0-2 3 0,-1-4-5 15,-1-2 1-15,0-2 24 0,0-2 8 0,0-2 20 0,-1-3 7 16,-1-2-46-16,0-2-26 0,0-3 0 0,0-2 0 0,1-3 0 0,0-1 0 16,1-4 0-16,1-3 0 0,1-4 0 0,0-5 0 0,-1-1 0 0,1-2 0 15,0-3 0-15,-1 1 0 0,-1-2 0 0,1 1 0 0,-1-2 0 16,0 0 0-16,-1 1 0 0,0-2 0 0,2 3 0 0,1 1 0 0,1 2 0 16,-2 3 0-16,2 1 0 0,-1 3 0 0,-1 2 0 0,0 2 0 0,-1 1-32 15,0 3-38-15,-1 0-20 0,-1 2-17 0,-1 1-43 0,0 0-39 16,-1 2-28-16,-1 1-58 0,0 2-49 0,-2 1-73 0,-1 0-138 0,-2 0-82 15,-2 0-189-15</inkml:trace>
  <inkml:trace contextRef="#ctx0" brushRef="#br0" timeOffset="54886.5">9076 14609 2249 0,'-23'10'952'0,"0"1"-830"0,-4 4-26 0,8-3-50 0,7-1-4 0,4-3-20 15,3 0-12-15,3-2-12 0,4 2-4 0,3 1 4 0,3 2-5 0,4 1 3 16,1 1 2-16,4 1 4 0,2 3 0 0,1 1-4 0,1 1 4 16,1 1-4-16,1 2 8 0,2-1-6 0,0 0-4 0,0 0 0 0,3-4 6 15,0 1-2-15,1-1-5 0,-1-2 1 0,1-2-7 0,-1 0 5 16,1-1-1-16,-1-1 13 0,-1 0 3 0,0-3-4 0,-2 0 6 0,0-1 2 16,-4-3 10-16,0 0 12 0,-1-2 14 0,-3-1 2 0,0-1-9 0,-1-3 0 15,-1 0-15-15,0-1-2 0,-2-2 0 0,1-1-5 0,0-1-7 16,-2-3-5-16,1-2-6 0,-1-1 8 0,-1-2-10 0,-1 0 2 0,-1-2-6 15,0-1-8-15,-4-1 1 0,1-1-11 0,0 0-7 0,-2 1-15 16,-1-1-25-16,0 2-16 0,-2 2-20 0,-1 0-13 0,1 0-30 0,-1 1-27 16,1 1-49-16,1-1-51 0,1-1-34 0,2 0-55 0,1 2-74 0,3-1-21 15,1-1-67-15,0 3 106 0</inkml:trace>
  <inkml:trace contextRef="#ctx0" brushRef="#br0" timeOffset="55120.5">10189 14679 3614 0,'-5'4'163'0,"2"-1"-97"0,1 2-45 0,3-1-11 16,3-2-8-16,3-1-2 0,4 0 0 0,3 0-4 0,3 0 0 0,4 0 2 15,0-1 0-15,1 0 2 0,2-1-2 0,-1 1-4 0,2 0-11 16,0 0-24-16,0 0-11 0,2 0-11 0,-2 1-6 0,2-1 5 0,-2 1-5 15,-1 0-13-15,1 1-7 0,-3-1 9 0,1 1 9 0,-1-1 19 0,-2-1-2 16,-1 0-5-16,-1-2-17 0,-2 0-28 0,0-2-32 0,0-1-43 16,-2-2-29-16,0-1-34 0,-1-3-38 0,0-3-79 0,0-3-80 0,-1-2-273 15</inkml:trace>
  <inkml:trace contextRef="#ctx0" brushRef="#br0" timeOffset="55319.52">10589 14318 2693 0,'-14'0'289'16,"0"0"-182"-16,-4 0-35 0,3 0-32 0,5 1-9 0,0 0-10 16,3 0-19-16,2 1-8 0,2 2-10 0,1 1 7 0,-1 2-1 0,2 3 3 15,-1 1 0-15,2 4-13 0,1 1 4 0,0 4-5 0,1 1 2 16,0 1 0-16,1 2-5 0,1 0-2 0,0 1-16 0,0 1 3 0,2-1-7 16,-1 2-3-16,2 0 14 0,1 1-6 0,0-1 4 0,1 0 0 0,1 0-12 15,1-4-23-15,-1 0-23 0,1-3-32 0,1 1-37 0,1 0-33 16,2-2-56-16,0 0-60 0,1 0-42 0,2-1-17 0,0-2-189 15</inkml:trace>
  <inkml:trace contextRef="#ctx0" brushRef="#br0" timeOffset="55819.52">11459 14151 1814 0,'-8'-3'293'0,"0"0"-175"0,0-1-18 0,1 0-22 0,2 1-12 16,0 0-24-16,1 0-4 0,2 0-3 0,-1 1 13 0,0 0 14 0,1 1-3 15,-1 1 10-15,1 0-19 0,0 1-4 0,0 0-12 0,1 0-14 16,-1 2 4-16,2 0-7 0,-1 2 0 0,1 1 1 0,0 2-5 0,1 2 7 15,0 3-1-15,-1 0 2 0,1 1 7 0,0 3 5 0,0 2-8 0,1 1-2 16,0-2-2-16,0 2-1 0,1-1-4 0,0-2-2 0,1 1-1 16,1 0-4-16,1-2 2 0,0 0-1 0,0 2-1 0,2-1-3 0,1 0 5 15,1 1 5-15,0 0-3 0,1-1 1 0,0 2 1 0,-1-2-8 16,3 1 19-16,0-2-6 0,1 1 3 0,-1 0 14 0,0 0-19 0,1-3 3 16,1 0-6-16,0-2-13 0,0 0 7 0,-1-3-1 0,0-2 1 0,-1-1 12 15,-1-2-10-15,2-1 2 0,0-2 4 0,0-1-3 0,-1-1 5 16,-1-2-2-16,2-1-6 0,-1-2-3 0,1 0-6 0,-2-2 11 0,1-1-5 15,0-2-8-15,-2-1 4 0,1-1-6 0,-2-1 6 0,-1-3-10 0,0 0 23 16,-1-1-1-16,-1-2-3 0,-1-2 22 0,-1-2-17 0,-1-5 3 16,-1-2-9-16,1-3-8 0,-1-3 3 0,0-2-5 0,-1-2-2 0,2-1-4 15,1-1-1-15,-1 2-5 0,1 3 4 0,0 1 0 0,1 5-17 16,0 3-6-16,1 4-6 0,-1 4 0 0,1 3-18 0,-3 4 9 0,2 2-7 16,-1 3-16-16,0 1 4 0,1 3-36 0,-1 1-12 0,1 2-25 0,0 1-33 15,0 1-37-15,2 1-55 0,0 0-52 0,1 1-77 0,1-1-111 16,0-1-13-16,-1 0-112 0</inkml:trace>
  <inkml:trace contextRef="#ctx0" brushRef="#br0" timeOffset="56136.52">11644 13983 3098 0,'-6'2'135'0,"0"-1"-52"0,0 0-35 15,3 0-17-15,3 0-14 0,2 2-12 0,1 1-9 0,3 2-3 0,0 2 0 16,2 1-6-16,2 4 2 0,0 2 6 0,0 4 5 0,3 1-2 16,0 4-3-16,1 2-12 0,0 2 5 0,1 4-1 15,1 2 0-15,1 1-3 0,0 2 4 0,-2-3-4 0,1 0-4 0,0-4 6 0,1 0-4 16,-1-4 2-16,2-1-2 0,1-5 13 0,-2-1 3 0,0-5 1 0,0-2-5 16,-1-4-4-16,-1-3 8 0,1-2 7 0,-2-1 22 0,-1-1 1 0,-1-2 2 15,0-1 13-15,1-1 4 0,0-4 3 0,0-2-6 0,0-4-16 16,0-3-10-16,3-2-5 0,-1-4-4 0,1-4-1 0,0 0-5 0,-1-3-4 15,-1 0-9-15,0-1-1 0,-1 1 4 0,1-1-8 0,-2 2-1 0,-1-1-10 16,-1 3-18-16,1 1-1 0,-1 3-13 0,0 3-11 0,0 3-5 16,-2 1-23-16,-2 2-17 0,0 3-36 0,-1 2-42 0,-2 0-57 0,-1 2-102 15,-2 2-132-15,-1 0-81 0,-2 1-150 0</inkml:trace>
  <inkml:trace contextRef="#ctx0" brushRef="#br0" timeOffset="56320.52">12400 14351 3632 0,'-2'8'118'16,"2"0"-72"-16,1 4-15 0,2-1-10 0,2 2-5 0,1 2-12 0,4 3-10 16,3 1-19-16,1 3 1 0,0 2-6 0,0 1-12 0,0 3-2 0,0 1-24 15,-1 3-35-15,-1 0-19 0,-2 2-43 0,1-1-37 0,-2 0-42 16,0 1-66-16,-1-2-63 0,0 1-128 0,0-1-94 0,1-3-170 0</inkml:trace>
  <inkml:trace contextRef="#ctx0" brushRef="#br0" timeOffset="56571.52">13488 13709 3839 0,'-5'6'76'0,"1"2"-39"0,0 0-20 0,0 0-7 15,2 0-6-15,2 1-14 0,1 3-21 0,2 4 0 0,1 2-1 16,-1 2 11-16,-2 0 13 0,0 5-1 0,-4 0-36 0,-1 4 7 0,-2 2-23 16,-3 4-21-16,-2 3 8 0,-1 4-30 0,-4 0-1 0,-1 3 10 0,-1 2 19 15,-2 0 8-15,1-4-1 0,0-2-20 0,2-2-30 0,-2-5-32 16,0 0-45-16,0-4-49 0,-2-1-49 0,1-5-54 0,0-2-32 0,-1-3-19 15,-1-2-214-15</inkml:trace>
  <inkml:trace contextRef="#ctx0" brushRef="#br0" timeOffset="56754.52">12861 13836 2733 0,'-2'-1'275'15,"0"1"-119"-15,0 1-31 0,2-1-24 0,1 1-26 0,1 1-40 16,3 1-19-16,2 3-8 0,4 2-4 0,2 3-3 0,1 3-4 0,3 0-5 15,2 3-18-15,1 1 15 0,1 2 2 0,2 0-9 0,0 2 10 0,3 1-25 16,-1 0-16-16,2 1-8 0,0-1-18 0,0 1-10 0,2-1-7 16,-2-2-15-16,1 0-19 0,-2-1-15 0,0-3-40 0,0 1-43 0,-3-2-38 15,1-3-57-15,-1-2-72 0,2-2-52 0,-1-3-211 0</inkml:trace>
  <inkml:trace contextRef="#ctx0" brushRef="#br0" timeOffset="56921.52">13768 14233 2012 0,'-5'9'1196'0,"0"1"-1076"0,0 1-11 0,1 1-9 0,1 0-7 16,2 0-34-16,1 3-38 0,1 2-23 0,2 3-2 0,0 3-3 0,1 2 3 15,1 4 4-15,1 2 0 0,1 3-6 0,0 0 4 0,-1 2 2 0,2 1-4 16,0 0-9-16,-1 2-25 0,1-2-22 0,1-1-19 0,0 0-19 16,1-2-15-16,0-2-22 0,0-3-31 0,0-2-43 0,1-5-67 0,0-2-77 15,-1-4-126-15,1-4-101 0,0-5-226 0</inkml:trace>
  <inkml:trace contextRef="#ctx0" brushRef="#br0" timeOffset="57153.52">14266 14275 3735 0,'0'4'71'0,"1"1"-11"0,0 0-11 0,3-2-12 0,2 0-16 0,5 0-21 16,3 1-11-16,5 0-9 0,3 1 4 0,2-1 12 0,2 0-3 15,0 2 1-15,0-1-6 0,0 0-8 0,-1-1-9 0,1 1-15 0,-2 0-14 16,1 0-14-16,-2 0-13 0,-1 1 5 0,1 0 10 0,0-1 3 16,-2 0 5-16,0 1-25 0,-2-1-28 0,-4 0-11 0,1-1-17 0,-2-2 2 15,-1-1-3-15,-2-2-6 0,-1-1-17 0,-1-3-25 0,0-1-28 16,-1-3-69-16,-1-2-61 0,0-3-67 0,0-6-182 0</inkml:trace>
  <inkml:trace contextRef="#ctx0" brushRef="#br0" timeOffset="57321.52">14380 14109 3496 0,'-9'12'140'0,"0"1"-51"0,0 4-2 0,2 0-35 0,3-1-21 0,3 0-15 16,3 4-12-16,4 2-8 0,2 1-10 0,3 4 2 0,2 2 4 16,2 2 5-16,0 0-7 0,0 2-19 0,1 0-14 0,0 2-14 0,1 0-31 15,-1 2-20-15,2-1-23 0,1 0-17 0,-2 1 2 0,2-2-9 0,0 0-21 16,-1-3-41-16,-1-2-63 0,1-3-67 0,0-1-117 0,1-5-46 15,1-3-218-15</inkml:trace>
  <inkml:trace contextRef="#ctx0" brushRef="#br0" timeOffset="57620.51">15117 14007 3395 0,'-1'2'107'0,"1"1"-24"0,1 1-7 0,0 1-29 0,3 2-30 0,2 2-15 16,3 3 0-16,4 4-6 0,0 0 2 0,3 5 4 0,0 2-9 0,0 0 7 16,-1 6 5-16,2 0-7 0,1 4 6 0,-2 0-6 0,1 0-5 15,0-2 9-15,0 0-10 0,-1-1 4 0,0 1 0 0,0-2-9 0,0-1 0 16,-2-4-16-16,1-2-23 0,-1-3 7 0,0-5 2 0,-1-1 12 16,1-4 27-16,-1-3 0 0,-1-2 14 0,-2-5-5 0,-1-1 8 0,-2-3 2 15,0-2 2-15,-1-2 1 0,0-1 14 0,0-5-4 0,1-2-9 0,-1-4 0 16,1-3-19-16,-1-6-4 0,0-3-6 0,1-4-5 0,1-2-5 15,0-2-10-15,0-3-7 0,2-2-13 0,-1 0-13 0,1 2-29 0,2 0-30 16,2 5-31-16,2 2-48 0,-1 3-34 0,-2 5-40 0,0 1-45 16,-1 5-80-16,-2 1-87 0,-2 1-292 0</inkml:trace>
  <inkml:trace contextRef="#ctx0" brushRef="#br0" timeOffset="57853.51">15341 13908 3443 0,'-6'12'133'0,"2"1"-43"0,-1 6-23 0,3-2-8 15,4 1-34-15,2 1-15 0,3 1-14 0,1 4-9 0,5 1 13 0,0 4-12 16,2 1 10-16,0-1 2 0,0 3-2 0,1-1 0 0,0 1 0 0,0 1-1 16,2-1-17-16,0 0-3 0,1-1-9 0,-1 0 5 0,2-2 3 15,0 0 5-15,0-3 7 0,0-4-10 0,0-2 5 0,-1-2-2 16,1-4-5-16,0-1 2 0,-1-3-6 0,0-1 0 0,-1-4 10 0,-1-1-4 15,0-3-11-15,-1-3-9 0,-1-3-21 0,-2-2-15 0,1-3-19 0,1-2-43 16,-1-3-38-16,1-3-64 0,0-4-78 0,1-3-100 0,1-5-191 0,-3-5-267 16</inkml:trace>
  <inkml:trace contextRef="#ctx0" brushRef="#br0" timeOffset="58137.52">15873 14359 3423 0,'1'4'82'0,"1"-1"-13"0,1 2-7 16,3-1-13-16,0-1-20 0,4 0-31 0,3 0-8 0,4 0-7 15,0 0 12-15,2 0-7 0,-1-1 5 0,0 1 7 0,-1-1-12 0,-1 0-1 16,0 1-13-16,0 0-23 0,-3 1-16 0,0 1-5 0,1 0 5 0,-2 2 16 16,-2 0 17-16,-1 0 3 0,-2 2-3 0,-2 0-5 0,-1 2-3 15,-2-1 3-15,-1 2 14 0,-1-1 13 0,-2 0 8 0,0 1 16 0,-2-2-4 16,1-1 4-16,-1 0 14 0,-1-1 4 0,1 1 8 0,1 0-6 15,1-1-18-15,0 0-3 0,2-1-10 0,0 1 3 0,3-2-15 0,0 0-11 16,3 0-7-16,2 0-15 0,2-1-9 0,2 0-32 0,2 0-28 0,2-2-33 16,2 0-32-16,2 0-21 0,1-1-15 0,2-1-10 0,1-1-12 15,0-1-18-15,2-1-26 0,0-2-26 0,2-1 0 0,-1-3-181 0</inkml:trace>
  <inkml:trace contextRef="#ctx0" brushRef="#br0" timeOffset="58353.51">17049 13648 3081 0,'-1'1'177'0,"-1"2"-53"0,0 0-6 0,0 1-19 0,1 0-39 16,0 1-34-16,0 2-20 0,1 1-6 0,-1 3 2 0,0 1 2 0,0 2-6 16,-1 4-4-16,0 2 4 0,0 4 0 0,-2 3 2 0,0 3 0 15,-1 4-19-15,-2 2 21 0,1 6-4 0,-1 0-1 0,-1 2 14 0,0 0-22 16,-1 1-14-16,-1-3-16 0,-2 1-36 0,0-2-28 0,-2-4-32 15,1-3-29-15,-2-3-28 0,-1-3-44 0,-1-3-47 0,0-3-72 0,-1-6-65 16,1-3-31-16,-1-5 4 0,-3-6-119 0</inkml:trace>
  <inkml:trace contextRef="#ctx0" brushRef="#br0" timeOffset="58520.51">16603 13705 3034 0,'5'5'185'0,"1"3"-61"16,2 3-19-16,4 3-18 0,2 1-22 0,5 4-42 0,1 3-14 0,3 4-3 15,2 0-12-15,0 2-5 0,2-1 13 0,-1 0-10 0,0-1-1 16,-1-1 13-16,1 0-15 0,0-2-10 0,0 0-11 0,1-2-16 0,-2 0-22 16,1-2-6-16,-1-3-9 0,-2-2-2 0,-1-1-16 0,-1-3-21 15,-1-1-28-15,-1-2-45 0,-2-2-36 0,2-2-23 0,-1-4-27 0,0-2-54 16,-1-2-61-16,-1-5-16 0,-1-4-133 0</inkml:trace>
  <inkml:trace contextRef="#ctx0" brushRef="#br0" timeOffset="58786.51">17346 14093 2063 0,'0'2'1496'0,"2"1"-1425"15,0 0-8-15,-1 0 2 0,3-2-8 0,2 1-43 0,2-1-24 16,3 0-5-16,2 0-4 0,2-1 11 0,-2-1 0 0,2 1 2 0,-1-1-9 16,0 0 0-16,-1 2-12 0,0-1-11 0,0 2-9 0,-2 1 4 0,1 2-6 15,-3 0 9-15,0 3 14 0,0 0-3 0,-2 3 14 0,1 1-1 16,-2 1 6-16,0 2 14 0,-1 0-8 0,-1 1 8 0,-1 1 0 0,-1-1 1 15,-1-3 6-15,1 0 7 0,0-1 3 0,-1-1-3 0,2 0 6 16,0-3-7-16,0 2-1 0,0-2 3 0,1-1 0 0,0 0 5 0,1-1-18 16,0-1-5-16,1 0 1 0,0 0-7 0,1-1-1 0,0 0-7 0,1 0-11 15,1 0-17-15,0-1-13 0,1 1-35 0,0-1-33 0,0 1-44 16,-1-1-59-16,2 0-55 0,1 0-69 0,1-2-102 0,3-1-106 0,2-5-238 16</inkml:trace>
  <inkml:trace contextRef="#ctx0" brushRef="#br0" timeOffset="59087.35">18028 14178 3413 0,'-2'-1'265'0,"1"0"-214"0,0 0-3 16,1-1-10-16,2 0-10 0,2-1-15 0,2 0-21 0,2-1-11 0,4 0-6 15,3 1 6-15,0 0 13 0,3 0 6 0,1 0-2 0,1-1-6 16,-1 0-9-16,3 1 4 0,0 0-14 0,3-2-7 0,2 0-2 16,-1 0-2-16,3 0 19 0,-2 1 4 0,0-1 6 0,-1 0 0 0,0-2-12 0,-1 0-5 15,1 1-7-15,0 0-7 0,-2-1-13 0,-1 0-16 0,-2-2-11 16,-3 0-10-16,-1 1-4 0,-2-1-22 0,-1 0-26 0,-2 0-38 0,0-2-28 15,1-1-41-15,-2 0-56 0,-1-2-94 0,-1 0-89 0,-1-4-231 16</inkml:trace>
  <inkml:trace contextRef="#ctx0" brushRef="#br0" timeOffset="59270.35">18414 13757 3037 0,'-6'-1'195'0,"-1"2"-68"0,0 0-14 0,1 0-20 0,3 1-43 16,1-1-25-16,1 2-14 0,0 0-11 0,1-1 0 0,-1 4 0 0,1 0-2 15,-1 3-3-15,1 1 7 0,-1 1 5 0,0 3-9 0,-1 1 8 16,1 4-10-16,0 3-13 0,1 0-2 0,1 4 2 0,1 1-5 0,1 3-12 16,0 2 3-16,1 2-28 0,0 0-27 0,2 0-33 0,1-2-34 0,2 0-52 15,1-2-56-15,2-1-69 0,2-4-64 0,2-2-127 0,4-4-32 16,2-5-99-16</inkml:trace>
  <inkml:trace contextRef="#ctx0" brushRef="#br0" timeOffset="59604.35">18865 13658 3164 0,'0'0'116'0,"0"0"-30"16,0 0-11-16,1 1-25 0,1-1-19 0,1 2-25 0,2 2-6 0,3 3-4 15,1 2-5-15,2 3 20 0,0 2 0 0,1 2 2 0,1 4 4 0,1 3-10 16,1 2 6-16,-1 3 6 0,-1 2-4 0,0 1-11 0,0 1 3 16,0 0-18-16,0-2 7 0,-1 1 10 0,0-3-10 0,0-1 2 0,1-4-13 15,-1-1 12-15,-1-4 1 0,1-4 5 0,-2-3 3 0,-1-4-8 0,0-3 4 16,-1-3 4-16,0-3 7 0,-1-2 0 0,1-3-2 0,1-3 6 16,1-2-3-16,1-4-5 0,0-3-3 0,1-2-2 0,1-4-8 0,2-3 0 15,1 0-2-15,0-2-18 0,-1 2 16 0,0-3-5 0,-2 3-10 16,-1 0 8-16,-2 1-17 0,-1 1-29 0,-1 2-11 0,-2 0-30 0,-1 1-32 15,-2 2-26-15,0 0-50 0,-3 1-45 0,-1-1-99 0,-3-3-169 16,-3-3-139-16,-2-4-134 0</inkml:trace>
  <inkml:trace contextRef="#ctx0" brushRef="#br0" timeOffset="59820.35">19075 13550 3494 0,'1'12'254'0,"1"4"-183"16,1 5-11-16,3 6-5 0,3-2-29 0,4 5-15 0,3 2-5 16,4 5-6-16,3 0 2 0,0 2-2 0,0-3-13 0,0-1 1 0,-1-1 12 15,0-4-2-15,-1-1 14 0,0-3-10 0,1-1-12 0,-2-3-12 0,2-2-15 16,1-1 4-16,-2-1-6 0,0-2 14 0,0 0 4 0,-1-2-16 16,-1-2-3-16,0-3-15 0,-4-2-10 0,0-4-10 0,0-2-6 0,-2-3-22 15,-1-1-6-15,-1-5-28 0,-1-2-27 0,-1-3-32 0,1-4-54 16,-1-2-36-16,0-6-59 0,0-5-143 0,2-7-168 0,1-5 81 0</inkml:trace>
  <inkml:trace contextRef="#ctx0" brushRef="#br0" timeOffset="60170.35">19676 13588 3661 0,'-1'1'97'0,"2"2"-28"0,1 1-26 15,1 0-20-15,2 0-11 0,2 0-30 0,3 1-15 0,3 2-11 16,1 1 7-16,3 0 24 0,-2 1 13 0,0-2 9 0,-3 2-9 0,-2-1-6 16,-1 1 1-16,-1 0-9 0,-1 0-9 0,0 1-18 0,0-1-12 0,0 3 0 15,-1 1 8-15,-3 1 8 0,1 0-1 0,-2-1-13 0,-1 1-9 0,-1 0-12 16,-1 1-1-16,0-2 6 0,-2 1 10 0,1-2 15 0,-1 0 8 16,2-2-4-16,-1-2 1 0,1 0-3 0,0-2 16 0,2 0 16 0,0-2-1 15,0-1 4-15,1-1-13 0,1-1-5 0,0 1-5 0,2-2 5 16,1 0 3-16,0 0 7 0,0 0 8 0,1 0 5 0,0 1 5 0,1 0-3 15,2 1 0-15,-1 0-2 0,1 1 0 0,1 1 1 0,1 1 2 0,-1 0-3 16,1 0-3-16,0 2 5 0,1 0-5 0,1 1 7 0,-1 0 1 16,0 1-1-16,-1 0 14 0,-1 1 10 0,0-1 11 0,-2 2 6 0,-1 0-10 15,-1 0-4-15,0 1-11 0,-1-1-1 0,-1 0-9 0,-1 0-8 0,-2 0-6 16,-1 1-16-16,-2 0-6 0,-1-1-9 0,-1 0-17 0,-2-1-26 16,-1-1-48-16,0-1-63 0,-1-2-92 0,0-2-92 0,0-2-106 0,-3-2-40 15,0-5-106-15</inkml:trace>
  <inkml:trace contextRef="#ctx0" brushRef="#br0" timeOffset="60403.35">20453 13618 2469 0,'0'1'1266'15,"1"0"-1207"-15,0 0-24 0,0 1-21 0,1-1-5 0,0 1-7 16,1 2-33-16,3 1-15 0,0 3-8 0,1 0 9 0,-1 3 28 0,-2 1 5 15,-2 2 5-15,-2 1-3 0,-2 1-1 0,-3 4-4 0,-1 3-9 0,-3 1-14 16,-1 5-8-16,-1 3 4 0,-2 2 12 0,-2 2 14 0,-1-1 7 16,-1 2-8-16,0-2-15 0,0-2-22 0,1-2-21 0,1-3-26 0,0-4-25 15,2-1-36-15,0-3-36 0,2-4-38 0,-2-2-38 0,1-3-40 0,0-3-28 16,-1-4-13-16,1-5-8 0,-1-6-208 0</inkml:trace>
  <inkml:trace contextRef="#ctx0" brushRef="#br0" timeOffset="60570.35">20083 13741 2781 0,'4'2'282'0,"2"1"-147"16,2 3-23-16,4 0-19 0,4 2-24 0,4 0-30 0,1 4-22 0,6 2-12 15,-1 1-7-15,2 0 10 0,0 1-10 0,0 2 0 0,0 0 9 0,-1-1-25 16,2 1 14-16,-2-1-5 0,2 0-8 0,-4-1 6 0,0 0-33 16,-1-2-11-16,-2-1-24 0,0-2-12 0,-2-1-23 0,0-1-34 0,-2-2-41 15,-2-2-41-15,-2-1-32 0,1-3-13 0,-1-3-18 0,-1-2-30 16,-1-3-27-16,2-4-12 0,-1-5-160 0</inkml:trace>
  <inkml:trace contextRef="#ctx0" brushRef="#br0" timeOffset="60920.34">20853 13933 3100 0,'0'4'123'0,"1"1"-81"0,2 2-9 0,0-2-10 16,1 1-9-16,1-1-15 0,2 0-25 0,0 2-1 0,-2 0 8 0,2 0 10 15,-1 1 12-15,0-2 3 0,0 0-8 0,-1-1 4 0,0 0-9 0,-1-1-8 16,1 0-8-16,1 0-9 0,0-1-4 0,-1 1 4 0,2 0 22 16,0-1 4-16,0 1 12 0,0-1-3 0,0 1 2 15,0-1-5-15,1 1 7 0,-1 0 0 0,0-1-7 0,1 0 2 0,-1-1-2 0,1 2 0 0,-2-1-2 16,0 0-5-16,-1 0-8 0,-1-1-15 0,-1 1-18 0,0 0-28 16,-1 0-30-16,0 0-24 0,-2 0-40 0,0 0-34 0,-1 2-22 0,-2 0 1 15,-1 2 34-15,-1 0 53 0,0 0 57 0,0 1 43 0,0 0 24 16,1 0 15-16,0 1 5 0,0-1 7 0,1 0 11 0,1-2 14 0,1 1 20 15,0 0 20-15,1-1 17 0,1-1 7 0,0 0 4 0,1 0-9 0,1-1-3 16,1 0-11-16,-1 0-19 0,1 0-13 0,-1 0-30 0,1 2-8 16,1-1-13-16,0 2-13 0,-1 0-6 0,1 2-13 0,-1 1-7 0,-1 1-10 15,0 1-6-15,0 1-5 0,0 1 2 0,-1 1 7 0,0 0 8 0,1 0 10 16,-1 2 13-16,0 0 5 0,0-1 0 0,0-1-12 0,0-1-20 16,-1-1-30-16,0-1-49 0,-1-3-65 0,0 0-63 0,-1-2-39 0,-1-2-7 15,-1-3-145-15</inkml:trace>
  <inkml:trace contextRef="#ctx0" brushRef="#br0" timeOffset="61121.35">21407 13961 3856 0,'6'5'41'0,"1"1"-18"0,4 1-17 15,0 0-25-15,2 0-36 0,3 0-47 0,2 0-34 0,1-1-8 0,2 2 27 16,-2-1 31-16,-3 0 13 0,0-2-30 0,-4 0-67 0,0-3-87 16,-3 0-103-16,-3-2-138 0,0 0-110 0,0-1-264 0</inkml:trace>
  <inkml:trace contextRef="#ctx0" brushRef="#br0" timeOffset="61304.34">21763 13882 1868 0,'6'0'24'0,"3"1"-63"0,3-1-25 0,0 0-42 0,3-1-60 16,1-2-51-16,1-1-23 0,0 0 23 0,2 0 50 0,-2-1 47 0,0 1 21 15,-3-3 4-15,1 1 3 0,0-2-137 0</inkml:trace>
  <inkml:trace contextRef="#ctx0" brushRef="#br0" timeOffset="62204.34">21566 13763 3166 0,'3'2'80'0,"2"1"-45"15,3 2-24-15,3 2-13 0,6 0-1 0,2 2-12 0,5 0 7 0,3 1-1 16,0 1 3-16,2-2 6 0,0 0 4 0,0-1 7 0,0-2 3 16,0 0-9-16,0-2 2 0,0-1 4 0,-2-1 0 0,2-1 2 0,-2-2-8 15,0 0-3-15,-1-2-2 0,0 0-4 0,-1-1 4 0,-2-2-14 0,-1 0-6 16,0-1-9-16,-3 0-12 0,1 0-10 0,0-1-14 0,-3-1-6 16,1 0-1-16,-3-1-4 0,-2 0-9 0,-2-1-15 0,-2 2-19 0,0-2-26 15,-1-1-25-15,-1 0-38 0,-1-2-78 0,-1-1-101 0,0-2-79 16,-2-3-226-16</inkml:trace>
  <inkml:trace contextRef="#ctx0" brushRef="#br0" timeOffset="62354.34">22046 13389 3032 0,'-9'0'162'0,"0"2"-51"0,-1-1-34 16,2 3-18-16,2-1-19 0,2 0-12 0,2 1-15 0,0 3-13 0,1 2 6 15,1 3-5-15,0 2 5 0,2 2 3 0,-1 3-1 0,2 4-3 16,0 3-3-16,1 6-2 0,2 2-3 0,1 3-3 0,0 1 4 0,2 1-7 15,0 3-1-15,2 0-14 0,1 0-22 0,0-1-21 0,1-2-49 0,0-1-50 16,0-1-58-16,3-2-75 0,-2-3-61 0,2-4-78 0,0 0-101 16,2-3-236-16</inkml:trace>
  <inkml:trace contextRef="#ctx0" brushRef="#br0" timeOffset="62504.34">22688 14155 3108 0,'1'4'127'15,"0"2"-45"-15,2 1-33 0,0-1-18 0,1 1-7 0,1 0-21 0,2-2-14 16,-1 3 1-16,2-2-5 0,1 1-12 0,0-1-22 0,-1-1-23 16,-1-1-40-16,-1-2-42 0,0-2-59 0,-1-1-67 0,0-1-79 0,2-2-111 15,0-2-65-15,0-3-278 0</inkml:trace>
  <inkml:trace contextRef="#ctx0" brushRef="#br0" timeOffset="62637.34">23275 13956 2616 0,'9'5'238'0,"2"1"-137"0,4 2-46 0,2 0-28 16,2 0-3-16,1-1-4 0,1 0-24 0,0 1-13 0,1-3-11 16,-1 2-23-16,1 0-19 0,-2-2-37 0,0 0-69 0,0-1-72 0,0-1-80 15,-3-1-86-15,-2-1-64 0,1-1 27 0,-1-1-110 0</inkml:trace>
  <inkml:trace contextRef="#ctx0" brushRef="#br0" timeOffset="62737.34">23983 13978 1492 0,'11'1'676'15,"1"3"-473"-15,6 1-72 0,0 1-60 0,-1-1-8 0,3 1-22 0,1-1-27 16,0-1-17-16,1 1-21 0,1-1-16 0,-2 1-42 0,2-2-65 16,-2-2-94-16,-2-1-133 0,1-4-135 0,1-2-305 0</inkml:trace>
  <inkml:trace contextRef="#ctx0" brushRef="#br0" timeOffset="62870.34">24775 13925 2761 0,'9'3'128'0,"2"1"-87"0,5 0-33 0,2 0-26 0,0-3-36 16,0 0-41-16,3 0-73 0,-1-1-52 0,-2-2-41 0,1-1-31 16,-2-2-57-16,-1-1-123 0,1-3-259 0</inkml:trace>
  <inkml:trace contextRef="#ctx0" brushRef="#br0" timeOffset="62972.34">25217 13951 2866 0,'3'4'466'16,"1"3"-377"-16,4 3-53 0,4 0-37 0,1 0-20 0,3-1-13 15,0 1-33-15,1-2-41 0,1 1-29 0,-1-1-24 0,0-1-34 0,1-1-53 16,0-3-96-16,0-1-143 0,3-3-121 0,2-1-171 0</inkml:trace>
  <inkml:trace contextRef="#ctx0" brushRef="#br0" timeOffset="63304.34">26091 13005 3428 0,'2'-5'156'0,"1"2"-93"16,2 0-32-16,1 1-33 0,4 2 2 0,3 1 7 0,1 4-5 0,4 3 4 16,0 3 2-16,0 4-7 0,2 3 7 0,1 4-10 0,-2 5 4 15,2 5 4-15,0 3-4 0,-1 7 2 0,3 0-1 0,0 4 5 0,-2-1 0 16,3 0 1-16,0-1-11 0,1-2-3 0,0-1-13 0,1-2-8 15,-1-3-20-15,-1-2-12 0,0-3-7 0,-2-5 11 0,-2-4 28 0,0-5 10 16,-1-3 18-16,-1-5 10 0,0-2 10 0,0-4 19 0,-2-2 9 0,-1-2-5 16,0-4-3-16,2-2-8 0,1-3-12 0,-1-3-8 0,5-2-14 15,0-5-10-15,2-4-7 0,3-4-11 0,-2-4-1 0,2-2-6 0,-2-3-5 16,1-1 3-16,-1-2-7 0,-2-4-8 0,0-1-26 0,-2-1-31 16,-1 0-35-16,-1 1-43 0,0 3-33 0,-2 3-50 0,0 4-67 0,-4 3-131 15,-1 3-129-15,-4-1-158 0</inkml:trace>
  <inkml:trace contextRef="#ctx0" brushRef="#br0" timeOffset="63537.34">26840 12844 3651 0,'0'5'130'0,"2"1"-63"0,1 6-49 15,2 3-16-15,2 3 4 0,2 1 3 0,2 6-5 0,2 1 6 0,1 1-2 16,0 3-6-16,0-3 6 0,2 0-5 0,0-1-6 0,-1-1 4 15,-1 0-1-15,1-2-1 0,0 0-9 0,-1-2-14 0,0-1-13 0,1-1-13 16,0-4-24-16,1-1 11 0,0-2-1 0,1-1 6 0,2-1 15 16,0-2-4-16,0 0 1 0,1-3 19 0,0-1 16 0,-1-1-4 0,1-2 4 15,1 0-8-15,-1-2-10 0,3 0-7 0,-1-1-7 0,1-1-20 0,-1 0-21 16,0 0-27-16,0 0-40 0,2-2-39 0,-1-1-45 0,1-1-49 0,1-2-94 16,0 1-89-16,2-4-26 0,-2-3-99 0</inkml:trace>
  <inkml:trace contextRef="#ctx0" brushRef="#br0" timeOffset="63887.34">27514 12908 3443 0,'2'5'118'0,"1"0"-58"16,3 5-49-16,2 3-22 0,2 4-8 0,6 2 6 0,3 4 4 0,0 2-1 15,3 0 10-15,-1 3 2 0,-1-1 4 0,0 3 1 0,-1-3-3 16,0 2-8-16,-3-1 3 0,0-1 6 0,0 0 6 0,-1-3-7 0,1 1-11 16,-2-3-12-16,0 0-18 0,-1-2-8 0,-2-3-3 0,1 0-14 15,0-2 1-15,-1-1 7 0,-1-3 6 0,-1-4 18 0,0-1 7 0,1-2 2 16,-1-3 5-16,1-1 11 0,0-1 5 0,0-2 10 0,-2-1 4 0,1-3-3 16,0 0 1-16,0-2-5 0,-1-1 2 0,1-1 5 0,0-1-7 15,-1 0 0-15,1 0 4 0,0-1-4 0,-1-1 4 0,-1 0-3 0,1 3-2 16,-1-1-6-16,-1 2-22 0,0 3 1 0,0 1 2 0,1 2 3 0,0 3 21 15,0 2-3-15,0 1 17 0,-1 2-1 0,1 1-2 0,0 2-5 16,-1 2-18-16,2 1-9 0,0 2-2 0,0 2-3 0,0 1-6 0,0 1 1 16,1 0-6-16,-2 1-13 0,1 0-18 0,0-2-22 0,0-1-39 15,-1-1-35-15,1-1-46 0,0-1-39 0,-1-2-29 0,0-2-41 0,1-1-48 16,1-1-19-16,1-1-248 0</inkml:trace>
  <inkml:trace contextRef="#ctx0" brushRef="#br0" timeOffset="64171.34">29132 13045 2834 0,'0'-1'97'0,"1"2"-58"0,0-1-35 0,0 1-11 0,0 0-5 0,0 1 7 16,1 1-10-16,-1 1-2 0,-2 2 0 0,0 1 0 0,-2 2 12 15,-1 2 4-15,0 2-1 0,-2 2-3 0,-1 4-4 0,-2 3-2 0,-2 5 1 16,-2 5-4-16,-2 1-10 0,-1 3 14 0,-2 2-20 0,0-2-21 0,0 2-31 16,-3-2-76-16,-1-3-62 0,1 0-74 0,-3-3-84 0,0 1-83 15,-1-1-151-15</inkml:trace>
  <inkml:trace contextRef="#ctx0" brushRef="#br0" timeOffset="64337.34">28664 13226 2035 0,'5'4'646'16,"2"3"-505"-16,3 1-75 0,1 3-58 0,3 2-6 0,4 1-16 0,4 3 14 16,0 2-3-16,4 3-6 0,1 4 13 0,1 1-16 0,2 1 4 15,1 1 1-15,-1-1-5 0,3 1-9 0,0-3-17 0,1 1-16 0,-1-2-32 16,0 0-27-16,-3-3-37 0,2-3-26 0,-3-2-22 0,-1-2-21 0,-3-2-31 15,-1-3-57-15,-3-3-36 0,-2-1 19 0,-2-5-120 0</inkml:trace>
  <inkml:trace contextRef="#ctx0" brushRef="#br0" timeOffset="64637.34">29371 13488 3454 0,'5'7'124'0,"1"0"-56"0,2 3-55 16,2 0-19-16,0-1 2 0,3 2 4 0,1 1-9 0,1 1 1 0,1 2 3 16,-1-1-1-16,0 2 6 0,-1 0 4 0,0-1-8 0,-1-3-7 0,-2 0-14 15,2 0-18-15,-2-1-12 0,-1-1-13 0,0-2-5 0,-3-1-6 16,0-1 1-16,-2-2 3 0,-1-1-9 0,-1-1 7 0,-1-2 2 0,-1-1 1 16,2-2 18-16,-1-3 6 0,1 0 0 0,1-1 6 0,-1-2 5 0,2-1 4 15,0-1 22-15,0-1 16 0,2-1 12 0,0 1 8 0,0 0 4 16,1-1-3-16,2 1-3 0,0 3-3 0,0 2-1 0,1 3 1 0,-1 3 5 15,2 1-7-15,1 3-1 0,-1 3-5 0,1 5-2 0,-1 2 10 16,2 3-3-16,0 2-5 0,1 3-4 0,-1 2-7 0,-2 2 2 0,0 2-4 16,-2 0-9-16,-1 2-16 0,-1 0-22 0,-2-2-47 0,-2-1-82 0,-1-3-70 15,-1-1-95-15,-1-3-112 0,-3-1-27 0,-2-1-189 0</inkml:trace>
  <inkml:trace contextRef="#ctx0" brushRef="#br0" timeOffset="65254.34">5666 14201 4095 0,'-28'14'0'16,"-13"1"0"-16,-11 2 0 0,-8 3 0 0,23-10 0 0,7 4 0 0,9 1 0 15,6 2 0-15,6 2 0 0,4 5 0 0,5 6 0 0,4 7-6 0,4 7-44 16,4 9-12-16,2 8-10 0,4 9-12 0,3 7-25 0,4 7-34 16,3 8-42-16,3 4-36 0,4 5-46 0,0 1-29 0,4 2-31 0,-1 2-28 15,0 3-38-15,0-1-15 0,-1-2 41 0,-1-4-122 0</inkml:trace>
  <inkml:trace contextRef="#ctx0" brushRef="#br0" timeOffset="65787.34">6003 16350 676 0,'15'43'318'0,"4"5"-34"0,4 11-13 0,-4-7-7 0,0-7-14 0,1-1-21 15,-2-2-27-15,1-3-32 0,-1 0-26 0,0-2-24 0,2-4-16 16,1-2-10-16,-1-5-15 0,2 0-6 0,3-2-17 0,0-1-4 0,4 0-14 15,1-3-10-15,3-2-17 0,1 0-2 0,2-3 2 0,0-3-9 0,-16-6 4 16,4 0-14-16,3-1 5 0,6-1 1 0,3 0-4 0,5-1 8 16,3-3-17-16,15-1 12 0,46-5-1 0,-8-5-9 0,-9-4 22 0,-19 0-11 15,2-4 1-15,4 0-1 0,4-2-9 0,3-5 7 0,3 1 8 0,5-4-2 16,3 0-1-16,4-2-2 0,6-2-5 0,1-2-1 0,4 0 3 16,5-2-1-16,4 3 8 0,3-2-3 0,4 1-3 0,1 0 1 0,5-1-4 15,3 3 14-15,5-3-17 0,3 3 3 0,2 0 12 0,6 2-1 16,1 1-3-16,6 1 7 0,3 0-4 0,5 1 5 0,2-1 8 0,3 1-14 15,3-2-6-15,3 0 4 0,3 1 1 0,4 2 1 0,1 1 0 0,2 1-21 16,1 0 17-16,3 0-5 0,4 1-6 0,2-3 11 0,5 0-4 16,1-2-7-16,4 2 13 0,2-3 3 0,2 1-3 0,1-3 9 0,1-1-11 15,4-1-13-15,-1 1 8 0,5-3 8 0,1 1 5 0,0-3-5 0,4 1 1 16,1 0-8-16,2 0 6 0,2 2 6 0,1-1-12 0,1 0 11 16,1 0-12-16,2 0-3 0,2 1 21 0,3 1-13 0,1 1 4 0,1-1 14 15,2 2-20-15,1 1 2 0,4 2 0 0,2 0-3 0,2 2 8 16,3-3 5-16,3 0-5 0,2-1 4 0,2 0-7 0,4-1 4 0,2 2 8 15,1-1-8-15,3 2 7 0,-1 0-6 0,6 1-5 0,-1 0 10 0,3-1-20 16,0 1 17-16,1 3 1 0,-3 0 1 0,-1 1 25 0,2 2-16 16,-2 1 1-16,1 0-2 0,-1 3-10 0,-2 1 3 0,-4 2-5 0,-1 2-7 15,-2 1 0-15,-2 1 2 0,0 2-4 0,-4-1 6 0,-3 3 2 0,-3 0 0 16,-5 2-3-16,-4 3 9 0,-7 0-1 0,-3 0 5 0,-4 1 12 16,-6 0-8-16,-4 2-1 0,-4 1 4 0,-7 1-3 0,-1-3 13 0,-5 2 6 15,-6 0-6-15,-4 0 1 0,-5 1-2 0,-6 0-6 0,-4 0-8 16,-6-1-8-16,-6 1-10 0,-7-2 0 0,-8 3 0 0,-6-2 0 0,-10 1 0 15,-5-1 0-15,-11 0 0 0,-10 0 0 0,-4-1 0 0,-10 1 0 0,-4 0 0 16,-50-1 0-16,6-1 0 0,-5 1 0 0,5 0 0 0,-3 0 0 16,1 0 0-16,-4 1 0 0,2-1 0 0,-7 1 0 0,-4 0 0 0,-7 0 0 15,-4-1 0-15,-6 0 0 0,-3 1 0 0,-5-1 0 0,-3 0 0 0,-3-1 0 16,-4 0 0-16,-3-1-2 0,-5-2-110 0,-5-1-34 0,-6-2-49 16,-7-3-93-16,-10-3-158 0,-58-20-236 0,-18-9-187 0,-15-8-119 0</inkml:trace>
  <inkml:trace contextRef="#ctx0" brushRef="#br0" timeOffset="66654.34">7913 13908 2888 0,'45'-18'76'0,"12"-2"-20"15,20-6-44-15,9 0-3 0,2-2 1 0,8-2-8 0,8-3-2 16,6-1-2-16,6-3-1 0,7 0 4 0,2 0 3 0,6-1-1 0,4 3-4 16,4-2-5-16,5 3 1 0,4-2 3 0,4 1-18 0,6 0 10 0,3-1 1 15,6 0-1-15,2 0 13 0,5 1-6 0,3 1-1 0,4 1-6 0,4 2 19 16,5-1 4-16,5 2-4 0,4-2 11 0,5 2-1 0,2 0-3 16,3 3 10-16,3 0-3 0,2 1-2 0,3 2 14 0,1-1 0 0,4 0 2 15,2-1 10-15,3 0-1 0,4 1 0 0,5-1-3 0,3 1-8 16,1-2-7-16,4 0 0 0,1 0-2 0,3 0-6 0,2 1 4 0,1-1-1 15,3 2-2-15,2 0-3 0,5 1-8 0,2-2-3 0,2 1 3 0,1 2-1 16,0 0 1-16,0 2 5 0,3 1 0 0,0 1-1 0,1 1-3 16,-2 3-1-16,2 0-5 0,-1 1 5 0,-2 1-2 0,1 3-2 0,-2 1-1 15,-1 1-3-15,-2 1 4 0,-1 2 0 0,-3 1-4 0,0 1 3 16,-2 2-3-16,-3 1-4 0,0 0 10 0,-2 0 0 0,-1 1-2 0,-2 1 3 16,-3 1-10-16,-3 0 1 0,0 1 3 0,-4 1-3 0,0 1 2 0,0-1-7 15,-4 1-3-15,0 0 10 0,-4 1-2 0,-3 1 4 0,-3 1 3 16,-3-1 1-16,-2 1 4 0,-4 2 3 0,-3-2-1 0,-3 3 0 0,-5-1-3 15,-3 1-3-15,-4 0 4 0,-5 0-4 0,-3 0 4 0,-5 1-1 0,-4 2-5 16,-6 0 10-16,-5 0-6 0,-5-1 2 0,-4 0-6 0,-5 0 2 16,-4-1 8-16,-3 0 0 0,-5 1-2 0,-7-1-4 0,-3-1-4 0,-6-1-4 15,-3 1-2-15,-6-1 0 0,-3 1 0 0,-4-1 0 0,-4-1 0 0,-4-2 0 16,-7 1 0-16,-5 0 0 0,-6 0 0 0,-3 0 0 0,-6-2 0 16,-6 2 0-16,-4-2 0 0,-4 2 0 0,-6 0 0 0,-6-1 0 0,-6 0 0 15,-5 1 0-15,-1-1 0 0,-5-1 0 0,-6 0 0 0,-4 1 0 16,-6 0 0-16,-1 1 0 0,-2 0 0 0,-1 0 0 0,-2 0 0 0,-3-1 0 15,0 2 0-15,-4 1 0 0,0 1 0 0,0 1 0 0,-4-1 0 0,1 4 0 16,0 0 0-16,-2 3 0 0,2 0 0 0,-2 4 0 0,0 2 0 16,0 6 0-16,1 2 0 0,0 6 0 0,-1 3 0 0,0 5 0 0,0 5 0 15,1 6 0-15,0 3-6 0,1 3-58 0,-3 2-19 0,0 3-16 0,1 1-66 16,-3-1-76-16,1-1-129 0,-2 3-212 0,-4 3-244 0,0 8-37 16,-4 3 199-16</inkml:trace>
  <inkml:trace contextRef="#ctx0" brushRef="#br0" timeOffset="67171.34">30157 12142 2948 0,'-15'-5'405'0,"-1"0"-291"16,-5-2-72-16,3 1-35 0,2-3 1 0,-1-2-8 0,0 0-2 16,1-1 0-16,-2 0-26 0,1 0 21 0,0-1-4 0,-1-1 0 0,0-3 20 15,-1 0-20-15,2-4 2 0,-3-2 2 0,1-1-3 0,1-4 7 0,-1-2 1 16,0-2 4-16,3-3 1 0,-1-4 3 0,4-2 3 0,2-3-11 16,0-1 2-16,4-2 4 0,0 0 0 0,2-1-3 0,1 1 7 0,0 0-3 15,3 1 8-15,-1 1 9 0,1 2-7 0,0 1-4 0,0 3 0 0,1 2-1 16,0-2 3-16,0 3 0 0,-1 1 4 0,1 3-6 0,0 2 2 15,2 1-3-15,0 1-7 0,1-1 14 0,3 0-11 0,0 1-14 0,3-1 16 16,-2 2-10-16,3 0 6 0,2 0 7 0,0 0-18 0,3 1 3 0,-2 1-4 16,1 1 3-16,-1 3 1 0,-2 0-2 0,-1 1 4 0,-1 3 0 15,-1 1-5-15,-1 1-4 0,-1 2-4 0,-2 0-4 0,-2 3 4 0,0-1-4 16,-2 2-1-16,-1 0-8 0,-1 2-5 0,-2 1-17 0,-1-1-22 16,-1 1-14-16,0 1-38 0,-1-3-42 0,-1 0-61 0,-1-2-65 0,-2-1-68 15,-2-1-95-15,-1 0-117 0,-1-7-199 0</inkml:trace>
  <inkml:trace contextRef="#ctx0" brushRef="#br0" timeOffset="67454.33">29162 9908 3210 0,'-7'-1'176'0,"2"2"-147"16,1-1-31-16,4 0-16 0,4 0 7 0,4 0 15 0,5 1 1 0,2-1 5 15,6 1-1-15,4-1-4 0,2-1 8 0,7 1-2 0,3-2-2 0,4-1-2 16,3-1 1-16,1 0-3 0,1 0-3 0,0-1-2 0,3 1-2 15,-2-1-3-15,-1 0 1 0,2 2-1 0,-2 0-6 0,0 1 0 0,-2 1 3 16,-5 1-3-16,0 1 0 0,-4 0 6 0,1 2-8 0,-2 0 4 16,-2 0 2-16,-1 1 5 0,0 0-3 0,-3 1 6 0,-1-1-1 0,-3 1 0 15,1 1 4-15,-3 1-4 0,-1 1 0 0,-1 0 0 0,-2 1 0 0,0 1 0 16,2 0 4-16,-1 3-8 0,0 2 8 0,0-1 1 0,-1 4-5 0,-1 2 4 16,-1 1-3-16,-3 5-1 0,0 0-16 0,-3 4 0 0,-2 0-9 15,-3 4-17-15,-2 0-2 0,-4 2-27 0,-3 0-25 0,-3 2-16 0,-2-1-11 16,-5 1-11-16,-2 1-15 0,-7-3-37 0,-1-1-39 0,-4-5-57 15,-1-2-63-15,-1-4-50 0,-4-3-16 0,-3-6-136 0</inkml:trace>
  <inkml:trace contextRef="#ctx0" brushRef="#br0" timeOffset="67887.33">29779 7609 2531 0,'-3'-12'1177'0,"2"3"-1141"0,2-2-41 16,4 6-16-16,5 3-4 0,3 2 8 0,5 4 4 0,5 5 3 0,2 4-13 15,2 4 5-15,1 5 3 0,2 6 3 0,0 5 22 0,0 3-3 0,-1 5-1 16,-3 2-6-16,-1 6 2 0,-3 3-4 0,-3 5-7 0,-3 3-5 0,-3 3-10 16,-2 2-24-16,-1 5-4 0,-3 3-3 0,1 2-3 0,-1 1 17 15,-1-2 3-15,-2-3 8 0,1-5 7 0,-1-6 7 0,1-5 7 0,0-8-14 16,0-5 9-16,2-7 5 0,0-4-1 0,2-5 18 0,1-3-6 0,-1-3 2 15,3-5 3-15,0-2 5 0,-1-4 2 0,2-2 5 0,-1-3 4 16,3-3-1-16,2-1-4 0,2-2-13 0,2-3-3 0,4-2-8 0,0-2 6 16,2-3-3-16,1-2-1 0,-1 0 2 0,2-2 1 0,-2-1 4 15,1-2 8-15,-2-1 1 0,1-2 12 0,-1 1-4 0,-1-1 1 0,0-1-1 16,-2 1-11-16,2 0-5 0,0 2-4 0,0 3-2 0,0 0 2 0,-1 3 0 16,-2 2-5-16,-1 3-1 0,-1 2-3 0,-1 3 5 0,-1 3 1 15,-3 1 3-15,0 3 2 0,-1 1 1 0,2 2 1 0,-3 2 1 0,2 3-1 16,0 2-2-16,-1 1 1 0,-1 2-3 0,1 1-1 0,0 4 2 15,1 1 1-15,0 0-14 0,0 2 6 0,0-1 1 0,-1 0-3 0,0 0 14 16,-1-2-21-16,0-1-17 0,-1-2-29 0,-3-2-27 0,-1-3-25 16,-1-2-15-16,-2-2-10 0,0-4-10 0,-1-2-24 0,-2-3-36 0,-1-2-50 15,-3-5-64-15,-2-5-186 0,-4-10-299 0</inkml:trace>
  <inkml:trace contextRef="#ctx0" brushRef="#br0" timeOffset="68038.33">30927 7958 3212 0,'0'-1'353'0,"1"0"-357"0,0 2-16 0,5 2-6 16,1 1 9-16,2 0 2 0,4 1-9 0,0 2-12 0,1 1-15 0,1 1-9 15,0 0-6-15,2-2-16 0,-2-1-22 0,-2 0-26 0,-2-2-32 16,-3-2-30-16,-1 0-33 0,-2-2-40 0,-2-1-62 0,0-1-47 0,-3 0-12 16,-2-2 31-16,-2-4-137 0</inkml:trace>
  <inkml:trace contextRef="#ctx0" brushRef="#br0" timeOffset="69038.33">31125 8042 2046 0,'1'3'482'0,"1"1"-466"15,3 3-25-15,1 2-4 0,3 1 10 0,2 3 11 0,1-1 0 16,3 4 6-16,0 2-2 0,3 2 4 0,2 3 21 0,1-1-3 0,1 1 9 16,1 2-2-16,-1-1-17 0,1 1-2 0,-1 1-6 0,-2-1 7 15,1 1-4-15,0-1 1 0,-1 0-7 0,0 0-11 0,-1-3-1 0,-2 0 1 16,-3-1 3-16,-1-2 2 0,0-1 0 0,-1-2 1 0,-2-3-1 15,0-2 3-15,-3-2-3 0,0 0 3 0,-1-3 5 0,0-1 2 0,0-1 0 16,-2-3 7-16,-1 0 0 0,2-1 0 0,-1-1 2 0,0-1-3 0,0-1-4 16,0-1-7-16,1-2 1 0,1 0-10 0,2-2 4 0,-1 0-2 0,0-1 2 15,1-2 2-15,1-2-4 0,2-2-1 0,-2 0 3 0,0 2-2 16,-1-1 8-16,2 0-3 0,0 1-1 0,0 1 0 0,0 2-5 0,-1 0 1 16,1 2-1-16,-1 2 6 0,0 1 1 0,0 2-2 0,0 2 7 15,0 1-5-15,-1 2 2 0,2 1-1 0,1 2-5 0,-3 2-3 0,2 1-6 16,-1 2-1-16,0 1-1 0,0 3 2 0,1 1-3 0,-2 2-2 0,0 0-1 15,-1 1 3-15,0 1 0 0,-2-1 1 0,1-2 2 0,-1-1 0 16,2-1-1-16,-1-1 1 0,-1-3 0 0,0-1 4 0,1-1-4 0,0-2 2 16,1 0-3-16,0-3-3 0,0 0-1 0,2-2-4 0,-1-1-3 0,1-1 0 15,0 0-4-15,0-2 34 0,-3 0-2 0,2 1 1 0,0-2 1 16,2-1-34-16,-1-1 2 0,2-1 0 0,3-1 3 0,2-1-3 0,0-1 0 16,0-2 2-16,1-1-1 0,1-2 1 0,0 1 0 0,-1-3 3 15,0 0 1-15,0-1 3 0,-1 0 5 0,0-2 0 0,-2-1 2 0,-1 2 0 16,-2-3-2-16,-2 0-6 0,-1 1-10 0,-3-2-2 0,-2 2-6 0,-2-2 4 15,-2 0 15-15,-3 2 12 0,-1 0 10 0,-1 0 14 0,-3 3 1 16,1 1 6-16,-2 2-1 0,0 2 0 0,-2 2 1 0,0 2-8 0,1 2-5 16,-2 3-1-16,1 1-11 0,0 1-6 0,-1 3 0 0,0 0-3 0,0 2-4 15,1 2-3-15,-1 2 1 0,1 2-5 0,1 0 4 0,0 4-15 16,1 2-1-16,0 1 1 0,2 2 4 0,2 1 16 0,1 3-3 0,0-1 1 16,3 1-1-16,2 1-3 0,1-2 5 0,2 0-7 0,1 0 1 15,2-4 0-15,2 1 0 0,1-2 0 0,1-2-1 0,1-2 4 0,0-1-3 16,2-1 0-16,0-2 2 0,1-1-4 0,-1-1 2 0,0-2-2 0,1-2 2 15,-1-1 0-15,1-1 6 0,-1-1-4 0,-2-2 3 0,1 0-2 16,-1-1-1-16,0 0 5 0,0-1-3 0,-3 0 3 0,0-1-2 0,1 0 0 16,-1-1 0-16,0 1-3 0,1 0-2 0,0 1-1 0,-1 0-3 0,3 0-2 15,-1 2 2-15,1 0 3 0,0 1-4 0,0 2 3 0,-3 0 1 16,3 2 4-16,0 1-2 0,0 1-1 0,0 1-5 0,0 0-3 0,0 2 11 16,2 0-4-16,1 0 4 0,0 1 3 0,0-1-8 0,2 0 8 0,0-1-4 15,1-1-4-15,-1-1 1 0,1-1-2 0,2-2 75 0,-1-1 0 16,-2-2 2-16,0-1 1 0,-8 1-77 0,1-1-1 0,0-1-2 0,0-1-2 15,0-1 2-15,0-1 3 0,0 0 5 0,0-1 6 0,-1-1 2 16,1-1 6-16,-3 0-1 0,2-2-6 0,-1-1 2 0,0 0-3 0,-1 0 3 16,-1-1-3-16,-1-1-4 0,-1 0-5 0,-1 1 7 0,-1-1 6 0,-2 0 1 15,0 0 5-15,-2 0-3 0,0 2-6 0,-2 0-1 0,-1-1 0 16,-6-9-8-16,-2 2-4 0,0 4 1 0,0 2-3 0,-1 5-9 0,1 1 2 16,2 3-86-16,0 3 3 0,0 1 1 0,0 1 0 0,1 1 72 0,2 1-1 15,-2 1-3-15,1 1-11 0,1 1-17 0,1 1-20 0,0 0-26 16,2 0-27-16,1 2-20 0,2 1-20 0,0 0-8 0,2 0 14 0,1 1 10 15,2 0 19-15,2-1 20 0,0-1 11 0,2 0 18 0,4-1 11 16,1-1 17-16,2-2 60 0,1-2 21 0,1-1 21 0,-6 0 17 0,1-1-33 16,0 0 0-16,2-1-2 0,-1 0-5 0,2-1-2 0,0 1 1 0,1-1 1 15,1 1 3-15,-1-1 6 0,1 1 16 0,1 1 19 0,0 0 15 16,-1 1 9-16,1 1-1 0,0 0-9 0,0 2-4 0,-1 1-10 0,0 1-12 16,0 1-9-16,-1 2-7 0,-2 1-6 0,2 1-3 0,-2 2-1 0,1 0-1 15,-1 1-1-15,-2 2-3 0,1 0-6 0,-1 0 1 0,0 2-1 16,-1 1 3-16,-1-1 0 0,-2 0-3 0,1 1-4 0,-2 0 1 0,0-1 6 15,-2-1 9-15,-1 0 6 0,-1-1 8 0,-1-2-5 0,-1-1 3 0,-2-1-3 16,-1-2-4-16,0-1 1 0,-2-2 1 0,-1-2-5 0,0-2 2 16,-1-3-5-16,-1-2 1 0,-1-1 3 0,0-3 3 0,1-1-3 0,1-3-1 15,-1-1-10-15,0-1-9 0,0-3-10 0,1-2-14 0,0-2-21 16,1-1-37-16,1-2-39 0,1-2-44 0,2-1-53 0,0-2-56 0,0 0-46 16,1-3-38-16,1-1 18 0,0-2-95 0</inkml:trace>
  <inkml:trace contextRef="#ctx0" brushRef="#br0" timeOffset="69471.33">31168 6614 1888 0,'-95'-23'713'0,"-19"0"-681"0,-32-1-37 0,-1 7-12 16,9 9 9-16,-1 6 3 0,-3 6 5 0,-1 7 6 0,-3 8-2 0,-2 8 4 15,2 11 1-15,1 8 9 0,5 6 11 0,4 7 23 0,5 5 13 16,2 6-7-16,6 7-2 0,5 5-19 0,6 8-12 0,5 7 4 0,6 5-8 15,7 3-19-15,6 2 5 0,5 4-7 0,8 4-2 0,4 1 12 0,7 3-8 16,8 0-6-16,6-2 1 0,12 3-4 0,7-2-1 0,10 0 6 16,10-4-10-16,10-4-5 0,10-4-2 0,11-3-6 0,8-6 1 0,10-4 2 15,11-7-2-15,9-10-6 0,8-7 17 0,8-7 5 0,7-10 9 0,9-7 21 16,10-6-5-16,8-8 15 0,8-4 3 0,7-8 2 0,6-3 3 16,5-6 2-16,7-4 0 0,5-5 3 0,5-3-4 0,3-6-6 0,2-2 2 15,2-5-8-15,0-2-2 0,-1-4-8 0,1-3-6 0,-3-3 3 16,-2-5 4-16,-1-3 0 0,-3-4-14 0,1-5 3 0,-2-2 0 0,-1-4 0 15,-3-3 9-15,-3-3-12 0,-3-4-21 0,-71 29 24 0,17-7-9 0,-5-2-2 16,18-7-1-16,-4-1-30 0,16-10 75 0,-58 29-5 16,7-3-11-16,6-5-17 0,7-5-83 0,-4 0 1 0,6-4 93 0,-3-2 9 0,4-3 12 15,-4 0-1-15,2-5-82 0,-5-1 9 0,2-4 9 0,-4-1 19 0,-1-4 17 16,-6-2 19-16,0-4-23 0,-6-1 40 0,-9-1 2 0,-8-1 4 16,-7-1 34-16,-11-1-21 0,-6 0 0 0,-9-2 3 0,-8-2-35 0,-7 0-72 15,-12-1-2-15,-10-3-11 0,-10 1 29 0,-64-83 52 0,-21 7-74 16,-14 10-14-16,-16 10-30 0,-10 10-43 0,-34 4-9 0,-130-55-52 0,42 59-50 15,20 37-33-15,55 49-43 0,-10 17-126 0,-12 17-156 0,-11 16-285 0</inkml:trace>
  <inkml:trace contextRef="#ctx0" brushRef="#br0" timeOffset="71121.33">6455 14122 1 0,'-5'182'397'0,"-7"-83"805"0,0-47 768 15,-14-24-1891-15,5-10-39 0,8-2-38 0,4-4-25 0,4-5-7 0,6-3-2 0,0-3-7 16,3 0 0-16,0-1 3 0,1 0 1 0,-1-1 12 0,-1 0 12 16,1-1-2-16,-2-1 15 0,2 0-2 0,0-2-4 0,0-1 9 0,3-3-19 15,1-1 16-15,1 0 0 0,1-4 1 0,1-2 6 0,2-3-11 16,3-2 8-16,-1-3-4 0,2-2 5 0,1-1-1 0,0-1-10 0,1-3 4 15,-1 1-2-15,0-2 2 0,1 2-5 0,-1 0-8 0,1 0-7 0,0-1-13 16,-1 2-19-16,1-3-30 0,-1 1-38 0,1 1-45 0,0 0-59 16,-2 1-52-16,0-1-77 0,-2 2-150 0,0-1-77 0,-3 1-160 0</inkml:trace>
  <inkml:trace contextRef="#ctx0" brushRef="#br0" timeOffset="71404.33">6664 13505 2467 0,'-21'3'747'0,"5"1"-635"0,-1-1-37 0,8 0-66 0,6-2-9 0,2-1-11 15,4 0-2-15,2-1 4 0,2 1 0 0,2-1 7 0,2 1 2 0,1-1-9 16,2 1 5-16,0-1 3 0,0 1-8 0,3 0 0 0,3 0-9 16,1 0-9-16,-1 1 0 0,2 0 0 0,-1 1-5 0,-1 0 7 0,2 1 1 15,-3 0-4-15,0 2 12 0,-1 0-3 0,-1-1 5 0,-2 1 9 0,0 1 1 16,-2 0 4-16,-1 0 0 0,-3 1 2 0,1 0 0 0,-1 1-2 15,0 2 9-15,0 1-6 0,0 1-1 0,-1 1 3 0,-1 1-2 0,0 0 4 16,0 2 0-16,-1 0-3 0,-1 0 3 0,-1 1 2 0,0 1 1 0,-3 1 6 16,0 0-13-16,0 2 4 0,-1 2-1 0,1-1-3 0,-1 1 1 15,0 0-4-15,-1 0-14 0,0-1 7 0,1-1-13 0,-2 0-34 0,0 0-32 16,0-3-74-16,0-1-68 0,0-1-64 0,2-3-74 0,0-2-67 0,0-2-23 16,1-3-294-16</inkml:trace>
  <inkml:trace contextRef="#ctx0" brushRef="#br0" timeOffset="71637.33">7470 12815 2066 0,'-14'-5'1368'0,"2"1"-1241"0,-1-1-42 0,5 2-55 16,5 1-13-16,1 0 2 0,2 1-6 0,0 1-7 0,0 1-10 0,1 3-3 15,-1 1 1-15,0 4 4 0,1 5 0 0,1 3-4 0,-1 4 6 0,1 7-7 16,-1 4 3-16,1 7 0 0,1 4-5 0,-1 3 1 0,0 2 4 15,0 2 4-15,0 1-7 0,1 0 3 0,-1 1-2 0,1 0-7 0,-2-1-15 16,1-1-21-16,0-4-12 0,-1-4-15 0,0-4 4 0,0-4-2 0,0-5-6 16,1-4-10-16,-1-5-10 0,1-5-22 0,-1-4-22 0,1-3-35 15,0-3-44-15,-1-2-60 0,0-4-91 0,-2-2-95 0,1-3-345 0</inkml:trace>
  <inkml:trace contextRef="#ctx0" brushRef="#br0" timeOffset="71837.33">6899 12977 3352 0,'-16'-2'131'0,"3"2"-36"0,0-3-73 15,6 0-20-15,5-1 4 0,4-2-12 0,5-1 4 0,3-2-5 0,5 0-4 16,2-1 5-16,2 0 4 0,1-1-7 0,2 0 1 0,2-1 1 16,3 0-8-16,2-1 6 0,2 2-13 0,2-2-12 0,0 1-4 0,-1 0-13 15,-1 1-9-15,-1 2-12 0,1-2-11 0,-1 2-18 0,0-1-14 0,-1 1-19 16,-1 1-30-16,0 0-27 0,-2 2-27 0,0-1-39 0,-3 2-74 15,2 0-61-15,0 1-33 0,-3 0-200 0</inkml:trace>
  <inkml:trace contextRef="#ctx0" brushRef="#br0" timeOffset="72354.33">7758 12928 1826 0,'-7'10'809'0,"0"2"-607"0,0 5-86 0,4-1-69 0,3 1-11 15,3 1-11-15,0-1-2 0,2 1-9 0,0 2-9 0,1 1-3 0,0 0-4 16,-1 3 2-16,1-2 5 0,-1 2 1 0,2 0-6 0,1-2-2 0,0 1-5 15,1-2 2-15,0-4-11 0,1-3 2 0,-1-2-7 16,2-3-16-16,1-1-6 0,2-2-23 0,1-5-15 0,0-1 4 0,0-2 4 0,0-4 7 16,0-4 17-16,-2 0 16 0,1-4 6 0,-2-1 15 0,0-2-1 15,0-3-2-15,-2-1 1 0,0-1 1 0,-3-1 6 0,0 0-3 0,-1 1 4 16,-2 1 2-16,1 1-7 0,-2-2-3 0,-1 1-3 0,0 0-4 0,-1-1 6 16,-1 0 3-16,-1 2 3 0,-1 1 8 0,-1 2 1 0,0 1 0 15,-1 5 4-15,0 0 1 0,2 3 1 0,-1 3 1 0,1 2 10 0,0 2 2 16,-1 1 3-16,0 2-2 0,0 1-2 0,-2 1-6 0,2 2 2 0,-2 3-8 15,1 0-9-15,-1 1 5 0,1 4-5 0,0 0 4 0,0 3 2 16,0 1-3-16,-1 2 0 0,1 1 0 0,1-1 0 0,0 0 0 0,2 0 0 16,0-2 2-16,1-1-5 0,2-2 3 0,0 0-3 0,2-3-5 15,1 0 2-15,0-2-9 0,2-2 2 0,1-1 2 0,-1-2-1 0,2-2 5 16,0-1 1-16,1-3 4 0,1-1 2 0,1-1-3 0,0-1 5 0,2-2-4 16,1 0 4-16,-1-2 4 0,1 0-5 0,1-1-1 0,0 2 0 15,2-2-4-15,-2 1 4 0,1 2-7 0,0 1 1 0,0 3 0 0,-2 1 0 16,1 2 2-16,0 0 4 0,-1 2-3 0,1 1-9 0,0 2 3 0,0 2-3 15,-1 2 0-15,-2 1 13 0,-1 1 2 0,0-1 2 0,-1-1 8 16,-2-1 7-16,-1-1 7 0,-1-2 13 0,0 0 14 0,-2-1 9 0,-1-1 15 16,0-1 1-16,-1-1-4 0,-1-1-5 0,-1-1-3 0,0-1-1 15,-1 0-4-15,0-1-11 0,0-1-2 0,-1-2-5 0,0 0-7 0,-1-2-3 16,-1 0-11-16,0-2-9 0,-1 0-2 0,0-2-6 0,-1 0 5 16,-1-1-4-16,-1 2-5 0,2-3-1 0,-2 1-1 0,0-1 4 0,1 0 0 15,1-1-8-15,1 0-10 0,1-1-10 0,1 1-6 0,2 2-2 0,0 0-5 16,1 1-3-16,2 1-1 0,-1 1-4 0,2 1-4 0,0 1-18 0,2 0-17 15,0-1-17-15,0 1-19 0,1 1-23 0,-2 0-29 0,3 0-35 16,0 0-45-16,1 1-59 0,1-1-42 0,0 1-15 0,1-2-238 0</inkml:trace>
  <inkml:trace contextRef="#ctx0" brushRef="#br0" timeOffset="73088.32">8811 12716 2783 0,'-7'7'145'0,"0"0"-68"0,0 0-70 0,3 2-11 0,4-2-6 0,2 2-6 16,3 0 1-16,1 2-4 0,1 1 11 0,-1 2 5 0,2 0 3 0,0-1 5 15,1-1-9-15,0-2 1 0,0-1-2 0,-1-1-2 0,1-1-7 16,-1-2 3-16,1-2 2 0,0-2 6 0,-1-2 15 0,-1-1-1 0,0-1 11 16,-2-2 6-16,0-1 1 0,-1-2 7 0,-2-1-7 0,1-2 0 0,0-1-11 15,-2-3-8-15,-1-2-5 0,-2 1-8 0,0-2-2 0,-1 0-6 16,-1 0-6-16,-3 1-13 0,-2 1 6 0,-1 0-5 0,-2 2 3 0,0 1 6 16,-1 0-15-16,-3 4-2 0,1 1-12 0,-1 3 4 0,1 3 8 15,1 3 4-15,1 3 5 0,0 1 1 0,0 3 3 0,2 2-2 0,-1 2 9 16,1 2 12-16,2 2 8 0,1 2 2 0,3 0 4 0,2 0-10 0,2 2-6 15,2 0-2-15,3 0-10 0,1 0-3 0,1 0-2 0,3-3 2 16,-1 1 2-16,3-2-2 0,2-1 2 0,-2-1 3 0,2-1 3 0,0 1 5 16,0-1 1-16,0-1 2 0,0 0 6 0,1 0 5 0,-1-1-1 0,0 0-1 15,-3-2 1-15,0 0-1 0,0 0 6 0,0 2 0 0,-1 0 0 16,-1 1-3-16,-3-1-1 0,0 1-5 0,-3 1 2 0,-1 3-7 0,0 0-10 16,-2 1-24-16,-2 0-18 0,1 0-12 0,-2 0 4 0,0-2 13 15,-2-1 17-15,0-1 12 0,0-3 16 0,-1-1 11 0,3-4 9 0,0-2 11 16,0-1 14-16,1-3 12 0,0-1 10 0,1-1 5 0,0-1-12 0,1-2-7 15,1-3-17-15,1-1-6 0,1-1 2 0,2-2-9 0,1 0 3 16,2-3-5-16,1 0-3 0,3-2-1 0,0 1-6 0,0-2 3 0,3 0-6 16,1 0 3-16,2-2-1 0,-1 0-3 0,0 0-2 0,1-1 1 0,-1-1-3 15,-2 1 4-15,2-1 0 0,-1 0-3 0,0 2 3 0,-1-1-5 16,0 1 5-16,0-1 0 0,-1-2 2 0,1 1 1 0,-3-2 0 0,0-1-1 16,-1 2-2-16,-1-2-2 0,0 2 4 0,-2 0 3 0,-1 0 6 0,-2 2 7 15,-2 2-2-15,-2 0 3 0,-1 4 3 0,-2 0-2 0,0 4 8 16,-3 1-2-16,0 3-5 0,-2 1 4 0,0 1-9 0,-1 3 3 0,0 1-1 15,-1 1-6-15,1 2-4 0,-2 1-4 0,1 1-6 0,1 1-3 0,0 2 1 16,1-1-4-16,1 4 1 0,1 0 4 0,-1 2 5 0,1 0-2 16,1 2 0-16,1 0-2 0,2 2-1 0,2 1 3 0,2 0 0 0,1 0 3 15,2 2-8-15,2 0-5 0,1 0 12 0,0 1 3 0,3 0-2 16,2 0 12-16,0-1-15 0,2 1-3 0,0-1 6 0,1-3-3 0,4 1-3 16,-2-2-6-16,3-2-2 0,1-2-8 0,-2-3-9 0,3-1-19 0,0-2-18 15,-1-1-24-15,1-2-16 0,-1-1-6 0,0-2-3 0,0-2 4 16,-1-3-9-16,1 0-39 0,-2-3-9 0,-2-3-20 0,1-3-26 0,-2-3 4 15,0-5-22-15,0-5-4 0,0-2-95 0,-1-6 63 0</inkml:trace>
  <inkml:trace contextRef="#ctx0" brushRef="#br0" timeOffset="73255.32">9784 12056 764 0,'-3'-14'533'16,"1"-2"-341"-16,-2-5-55 0,2 5-29 0,0 2 7 0,2 3-7 0,0 4-2 16,0 3-1-16,1 2-5 0,-1 2 6 0,0 2-5 0,-1 0-8 0,0 2-10 15,1 1-20-15,0 3-12 0,1 3-12 0,0 3-16 0,0 2-9 16,1 4-8-16,1 4-2 0,0 3-6 0,1 3 7 0,-1 3 0 0,2 3 5 15,0 1-5-15,0 2 4 0,0 2-4 0,0 0-2 0,0 2 2 0,0-1-2 16,1 0-3-16,-1 0-3 0,0-1 1 0,1 0-3 0,-1-3-30 16,1 1-31-16,0-2-53 0,-1-2-65 0,1 2-65 0,-1-3-103 0,0 1-113 15,-1 0-74-15,-1 2-133 0</inkml:trace>
  <inkml:trace contextRef="#ctx0" brushRef="#br0" timeOffset="73355.32">9767 12896 3122 0,'-5'-3'231'0,"0"-1"-84"0,0-1-62 0,3 0-47 15,3-1-14-15,3-1-20 0,4-1-28 0,5-1-31 0,4-2-49 0,7-1-45 16,5 0-60-16,4 0-97 0,5 2-137 0,7-3-224 0,3 0-423 16</inkml:trace>
  <inkml:trace contextRef="#ctx0" brushRef="#br0" timeOffset="73922.32">13665 15081 3017 0,'-8'2'133'0,"1"1"-9"0,-1 0-6 15,2 1-42-15,2-2-37 0,1 0-24 0,0-1-22 0,2 0 3 0,0 0-5 16,1 0-2-16,0 1 0 0,0 0-4 0,0 0-15 0,1 1-23 0,0-1-33 16,0 2-51-16,0 1-48 0,1 1-73 0,-1 2-84 0,2 0-103 15,0 3-77-15,-1 3-25 0,1 0-121 0</inkml:trace>
  <inkml:trace contextRef="#ctx0" brushRef="#br0" timeOffset="74304.32">17396 14562 2285 0,'-7'5'1009'0,"0"2"-928"0,-3 0-11 0,2 1-28 15,0-2-35-15,2 0-42 0,1-1-42 0,1 0-41 0,1 0-32 0,0 0-22 16,0 0-17-16,2 1-25 0,-1 0-33 0,0 2-30 0,-1 1-43 0,0 1-49 16,1 2-56-16,0 2-248 0</inkml:trace>
  <inkml:trace contextRef="#ctx0" brushRef="#br0" timeOffset="74648.32">21211 14273 2133 0,'-3'2'380'0,"0"3"-343"0,-1-1-32 0,1 1-46 0,0-1-102 16,0-1-162-16,2 1-206 0,-1-1-394 0</inkml:trace>
  <inkml:trace contextRef="#ctx0" brushRef="#br0" timeOffset="75238.32">13391 14981 2492 0,'2'7'194'0,"4"0"-128"0,3 6-4 0,5 3-7 16,4 3-21-16,3 3-22 0,6 6-14 0,5 3 5 0,6 6-6 16,5 2 1-16,4 3 4 0,2 3-9 0,3 1 5 0,-2 1-3 0,0 3 2 15,0 0 1-15,0 4 2 0,1 1 7 0,0 0-14 0,-3 2 7 0,-2 1 0 16,-2 3 2-16,-1 0 5 0,-2 1-11 0,-3 1 6 0,1 1-2 16,-3 1 0-16,-2 0 5 0,-2 2-8 0,0-1 3 0,-1-2-4 0,-1 2 3 15,-2-2 12-15,0-3-9 0,0-1 0 0,1-1-2 0,-1-2-5 16,1-2 6-16,-2-4-1 0,0-4-3 0,0-2-2 0,2-3-2 0,-15-23 2 15,3 5-12-15,1-3-23 0,4 4-27 0,-2-3-28 0,5 2-18 0,0-2-46 16,3 2-56-16,1-4-62 0,-2-2-60 0,2-3-67 0,-2-4 1 16,2-3-183-16</inkml:trace>
  <inkml:trace contextRef="#ctx0" brushRef="#br0" timeOffset="75638.32">14661 17273 2819 0,'-3'3'133'0,"1"1"-10"16,0 0-9-16,0 1-36 0,0 2-38 0,1 0-31 0,3 2-2 0,1 1-9 15,2 1-2-15,3 2 4 0,1 3-9 0,4 0 8 0,3 4-5 0,2 2 6 16,0 0 0-16,4 2-11 0,0 2 8 0,-1-2-1 0,2 1 1 16,-2-2 6-16,-1 0-15 0,0-3-1 0,-1-1 11 0,-4 0 4 0,1-3 11 15,-2-2-1-15,-1-3-1 0,-2 1 3 0,0-2-3 0,-1 0-9 0,-1-2-6 16,0-2 3-16,-1-1 8 0,0-1 4 0,-2 0-11 0,1-2 5 15,0-1 8-15,0-2 5 0,0 0 2 0,1-2-6 0,1-2-36 0,1 0-19 16,2-4 3-16,1-3-3 0,1-1 16 0,1-5-9 0,0-1-38 16,2-4-30-16,0-3-43 0,0-3-46 0,0-2-49 0,3-4-54 0,-1-2-51 15,1-3-90-15,3-1-61 0,2-2-173 0</inkml:trace>
  <inkml:trace contextRef="#ctx0" brushRef="#br0" timeOffset="75871.32">16323 16897 2657 0,'-2'4'406'0,"1"0"-296"0,-1 1 4 0,0 0-9 0,1-1-43 0,-1 2-36 16,2 0-15-16,-1 0-10 0,1 1 11 0,0 4-7 0,1 2-10 16,-1 2 3-16,0 2-11 0,1 0 16 0,-1 4 5 0,0 2-17 0,0-12 12 15,1 4-8-15,0 2-4 0,0 2 18 0,1 0-11 0,0 4 9 0,0 0 4 16,1 3-22-16,0 0 9 0,0-2 2 0,-1-1 6 0,1-1 3 15,0-3-18-15,-1-2 15 0,1 0-34 0,0-4-7 0,-1 0-22 0,1-3-40 16,-1-1 8-16,-1-2-28 0,1-1-27 0,-2-2-35 0,1-1-49 16,-1-2-41-16,0-1-39 0,-1-2-74 0,1-2-51 0,-1-3-4 0,-1-4-117 15</inkml:trace>
  <inkml:trace contextRef="#ctx0" brushRef="#br0" timeOffset="76071.32">15904 16437 3189 0,'-3'0'107'0,"2"1"0"0,-1 0-1 16,2 0-37-16,0-1-37 0,4 0-27 0,3 1-10 0,5-1-12 15,5 0-4-15,3 0 12 0,4 0 2 0,1 0 10 0,0 0-14 0,2 0 5 16,0 0 1-16,2-2-12 0,1 1 13 0,1-1-12 0,0 0-14 0,1 0-12 16,-2 0-25-16,0-1-2 0,-2-1-7 0,1 1-25 0,-2-1-18 15,1 0-45-15,-2-2-16 0,0 1-22 0,-1-2-32 0,-2 1-29 0,2 0-51 16,-4-1-65-16,0 1-35 0,-3 1-225 0</inkml:trace>
  <inkml:trace contextRef="#ctx0" brushRef="#br0" timeOffset="76274.32">16092 17572 2517 0,'-6'11'583'0,"1"-3"-453"0,0 4 8 16,-1 0-28-16,1 2-27 0,-1 1-64 0,1-2-21 0,3-1-9 15,1-4-14-15,4 0-12 0,2-2 6 0,3-3 13 0,2 0-12 0,5-2 10 16,2 0-5-16,3-4-3 0,2-1 5 0,3-2 7 0,1-2-15 0,3-1 15 16,-1-2-9-16,2-2 6 0,-1-2-1 0,2 0-13 0,-3-1-6 15,2-2-43-15,-1-1-24 0,0-1-44 0,0-2-45 0,-2-3-29 0,1-1-31 16,-1-3-8-16,0-2-12 0,-2-3-45 0,1-2-28 0,-1-4-4 0,19-40-105 16</inkml:trace>
  <inkml:trace contextRef="#ctx0" brushRef="#br0" timeOffset="76588.32">16972 16713 1922 0,'-1'3'366'16,"1"2"-118"-16,-1 1-26 0,0 2-60 0,1 0-55 0,0 2-48 0,1 0-17 16,1 4-16-16,-1 1-14 0,1 2-3 0,2 0-2 0,-1 1-2 15,1 1 2-15,1 0 4 0,0 0 0 0,0 1-10 0,0 1 8 0,0-2-3 16,0 0-8-16,0-1 18 0,0-3 3 0,-1 0 5 0,1-1 21 0,-1-2 2 16,0-1-15-16,-2-3 3 0,2 0-11 0,-1-2-5 0,-2-3 23 15,-1-1-33-15,1 0 8 0,1 0-4 0,1 0-22 0,-2-2 26 0,1 0-30 16,1-2-4-16,0-1 21 0,0-1 1 0,-1 0 8 0,0-2-3 15,1 0-12-15,1-1-6 0,0 0-3 0,1-2 7 0,1-2-5 0,0 1 3 16,-1-2 5-16,2 1-11 0,0 1 14 0,1-2 4 0,0 1-4 0,0 1 0 16,1 2-10-16,0 0 6 0,-1 3 8 0,2 0-1 0,0 1 9 15,0 2-11-15,-1 1 3 0,0 2 7 0,-1 1-7 0,0 1 3 0,1 1 0 16,0 1-3-16,1 1 1 0,0 3-10 0,1 2 5 0,0 0-1 0,0 3-8 16,1-2 11-16,0 4-2 0,0 1 1 0,0 0 5 0,-6-9-16 15,1 2-3-15,0 0 5 0,1 3-10 0,0-1-11 0,0 1-19 0,1-2-26 16,-1 2-24-16,1-2-24 0,-1 0-45 0,0-3-56 0,0-2-56 0,0-3-70 15,-1-1-62-15,1-3-62 0,0-3-15 0,1-6-161 0</inkml:trace>
  <inkml:trace contextRef="#ctx0" brushRef="#br0" timeOffset="76755.32">17892 16575 2432 0,'3'5'284'0,"1"1"-101"0,1 2 11 0,0 1-43 0,1 1-61 15,0 1-38-15,1 1-30 0,0 1-7 0,2 3-6 0,0 3-15 0,-1 1 8 16,2 6-9-16,0 3 1 0,0 2 12 0,1 2-6 0,-2 2 0 0,1 3 0 15,-2 2-13-15,2 4 8 0,-1 2-6 0,-4-22 9 0,1 6-2 16,0 2-1-16,2 5 17 0,-1 0-15 0,1 4 3 0,1 0-8 0,1 5-21 16,0-3-16-16,0-2-26 0,0-5-35 0,0 0-36 0,0-5-64 0,1-3-97 15,0-4-121-15,0-4-103 0,-1-3-23 0,-1-4-186 0</inkml:trace>
  <inkml:trace contextRef="#ctx0" brushRef="#br0" timeOffset="77022.32">18074 16756 3000 0,'-1'1'180'0,"0"-1"-37"0,1 1-5 0,-1-2-19 0,3 0-46 15,0-2-45-15,2-1-24 0,2 0-13 0,2-1-4 0,3-1-1 0,2-3 1 16,2 1 11-16,0-1 6 0,2 0 0 0,1 0-2 0,1 1-12 0,0 0 6 16,0 1-3-16,1 2-2 0,-2 1 24 0,0 2-14 0,0 0 11 15,-3 2-5-15,-1 0-9 0,-1 2 8 0,-2 1 4 0,-1 0-5 0,-2 2-9 16,-2 0 1-16,-2 1-14 0,-1 0 3 0,-2 2-14 0,-3 0-9 0,-1 1 1 15,-2 1-8-15,-2 1 4 0,-3 3-8 0,-2 1-10 0,-2 0-1 16,-3 3-7-16,-2 1-1 0,-3 0-6 0,0 3-5 0,-3 0 0 0,1 0-4 16,0 2 9-16,0 1 8 0,2 2-6 0,2 0-7 0,1 0-21 0,2-2-11 15,9-14-18-15,1 2-27 0,0 0-49 0,0 1-60 0,2-1-52 16,0 0-51-16,3-1-45 0,0 0-2 0</inkml:trace>
  <inkml:trace contextRef="#ctx0" brushRef="#br0" timeOffset="77338.32">18498 16943 1340 0,'6'2'847'0,"-1"1"-619"16,4 2-10-16,-1-1-27 0,0 0-39 0,-1-2-47 0,1 3-48 0,0-2-31 16,0 2-3-16,-1 1-9 0,0 0-12 0,1 1 11 0,-1-1-8 0,0 1 2 15,0 2 0-15,-1 1-10 0,1 0 8 0,-2 0 2 0,0 0-9 16,1 1 9-16,-1 0-26 0,-2-5 26 0,1 1 2 0,0 0-16 0,0 1 1 16,0 0-29-16,1 1 12 0,-1-2-3 0,1 2-18 0,0-1 4 0,-1-2-24 15,1-2-9-15,-2-1 17 0,2-2-5 0,-1-1 5 0,1-2 21 16,1-2-7-16,0-3 12 0,2-4-2 0,6-8 9 0,-1-5 9 0,0 0-8 15,-4 4 20-15,1-3-9 0,-1 1 8 0,0 0 8 0,1 0-4 16,-2 1 23-16,0 1 0 0,0 2 16 0,-1 1 10 0,-1 2 5 0,0-1 14 16,-1 3 0-16,0 1-4 0,-1 2-12 0,0 2 6 0,-2 2-11 0,0 0-1 15,0 4 8-15,0 0-7 0,-1 2 0 0,0 3-12 0,0 0-1 16,-1 1-6-16,1 1-13 0,1 2 4 0,-1 1-20 0,1 3 0 0,0 2 6 16,0 4-10-16,0 0 6 0,0 5-15 0,1 2 0 0,0 1 6 0,-1 3-6 15,0 0 6-15,0 2 0 0,-1-16-1 0,0 2-2 0,0 0-27 16,1 2-36-16,-1-1-33 0,0-1-43 0,1-1-48 0,0 0-60 0,0-3-78 15,0-4-57-15,1-3-57 0,0-5-12 0,2-4-217 0</inkml:trace>
  <inkml:trace contextRef="#ctx0" brushRef="#br0" timeOffset="77505.32">19332 16414 2352 0,'5'-3'249'16,"1"0"-57"-16,2-2 11 0,-1 2-35 0,-1 1-49 0,2 1-34 0,0 2-47 15,1 1-3-15,1 2-8 0,0 2-8 0,0 3 5 0,-2 2-15 16,1 3 6-16,2 3 4 0,-2 4-10 0,3 6 0 0,-1 5-9 0,0 6-3 15,1 7 10-15,0 4-16 0,0 5 3 0,-2 2 1 0,0-1-12 0,-1 0 7 16,-1-3-10-16,1-1-11 0,-5-28-4 0,1 5-26 0,-1-3-29 16,2 4-29-16,-1-3-66 0,0 3-99 0,0-3-132 0,-2 1-130 15,1-1-70-15,-2-3-211 0</inkml:trace>
  <inkml:trace contextRef="#ctx0" brushRef="#br0" timeOffset="77606.32">19626 16881 3036 0,'9'-1'164'0,"0"0"15"0,3-2-16 0,0 0-48 15,2-1-47-15,2-2-49 0,3-1-7 0,0-1-10 0,2-1-23 0,0-3-33 16,-2 1-55-16,-1-4-68 0,-2-4-63 0,0-3-118 0,-2-5-149 16,-1-7-268-16,-2-6-291 0</inkml:trace>
  <inkml:trace contextRef="#ctx0" brushRef="#br0" timeOffset="78088.31">20258 16721 3602 0,'-2'3'100'0,"1"3"-2"0,2 1-5 0,2 3-15 0,4 1-28 0,2 3-30 16,4 6-22-16,7 6 4 0,8 5-8 0,3 4 4 0,5 6 2 16,2 3-14-16,-2 5 20 0,-17-24 0 0,3 7-10 0,-1 1-14 0,4 5-22 15,-3 2-20-15,3 4-34 0,-2-1-19 0,1 6-43 0,-2-2-51 16,-3-3-91-16,-4-1-224 0,-3-3-272 0,-2-2-389 0</inkml:trace>
  <inkml:trace contextRef="#ctx0" brushRef="#br0" timeOffset="78388.32">21283 15672 3149 0,'-1'2'730'0,"1"2"-667"0,0 1-4 0,1 1-9 0,1 1-16 16,2 2-26-16,3 4-6 0,4 2-2 0,2 9 0 0,5 4 0 16,2 5 0-16,1 5 0 0,1 1 0 0,-1 3 0 0,-1 0 0 0,0 1 0 15,-1-1 0-15,-2 0 0 0,0 0 0 0,-1-4 0 0,0-3 0 0,-1-1 0 16,0-4 0-16,-1-1 0 0,2-1 0 0,-3-3 0 0,0-2-4 16,-1-2-8-16,-2-2-18 0,-1-2 22 0,-1-4 12 0,-1-3-8 0,-1-2 12 15,0-3-20-15,0-2-12 0,0-1 24 0,-1-3 0 0,1-1-16 16,0-2 14-16,2-3-10 0,2 0-11 0,1-3 19 0,2-1-18 0,1-3 8 15,2-4 30-15,-1-2-18 0,4-3 16 0,1-5-14 0,1-1 0 0,1-4-12 16,1-1 0-16,-2-2-5 0,2-2-24 0,1-1-21 0,-2-4-32 16,0 3-23-16,-1 0-24 0,-3 2-33 0,1 3-36 0,-3 1-31 0,-3 3-17 15,-1 3 4-15,-4 5-1 0,-1 3-33 0,-3 2-57 0,-4 5-29 0,-4 1 2 16,-3 1-158-16</inkml:trace>
  <inkml:trace contextRef="#ctx0" brushRef="#br0" timeOffset="78655.32">21813 15784 2241 0,'-5'3'275'0,"0"2"-59"0,-1-1-45 16,0 0-38-16,1-1-31 0,1 1-42 0,1 0-18 0,1 0-17 16,1 1-7-16,1 1 7 0,1-1 1 0,0 3 21 0,3-1 9 0,-1 2-8 15,1 2-7-15,2 0-23 0,0 1 1 0,1 3 15 0,1-1-8 0,2 3-5 16,1 0-8-16,-1 0-6 0,2 2 9 0,-1-1-1 0,1 1-10 16,1-1-5-16,1 2 8 0,-1 1 7 0,0-1 4 0,0 1-5 0,1-1-10 15,1-2-8-15,-2 1 2 0,2-2 8 0,-2-2-10 0,0 0 6 16,-1-1-8-16,0 0-7 0,0-1 18 0,1-3-8 0,0 1-18 0,0-2-6 15,-1-1-22-15,0 0 0 0,3-2 2 0,0-1-10 0,1-1-19 0,2-2-5 16,2-2-11-16,0 0-10 0,0-2-16 0,1-2-23 0,-1-2-7 16,1-2-6-16,0-1 4 0,-1 0 3 0,1-1 7 0,1-1 16 0,-2 2 5 15,1-3 5-15,-2 0-4 0,-2-1-13 0,0-1-7 0,-1 2-11 0,0-4-30 16,-3-1-33-16,0-3-10 0,0-3-7 0,-1-2-106 0</inkml:trace>
  <inkml:trace contextRef="#ctx0" brushRef="#br0" timeOffset="78838.31">22658 16071 2557 0,'-1'6'369'0,"0"2"-192"0,1 2-43 0,0 1-54 0,0 0-9 16,1 0-35-16,0 3-19 0,2-1 3 0,1 3-18 0,0 2 9 16,1 1-7-16,0 0-4 0,0 4 11 0,0 0-6 0,1 3-1 0,1 0 0 15,0 1-15-15,1 2 3 0,-1-2-8 0,1 2-3 0,1-2-8 16,0 0-21-16,-1-2-11 0,0-1-55 0,-2 0-56 0,-1-3-85 0,0-2-120 15,1-1-142-15,0-3-97 0,-1-2-292 0</inkml:trace>
  <inkml:trace contextRef="#ctx0" brushRef="#br0" timeOffset="79204.31">23248 15615 2938 0,'0'1'225'0,"0"0"-90"16,0 1-43-16,0 0-34 0,1-1-15 0,2 3-29 0,1-1-12 0,1 3-7 15,2 3-5-15,3 3 7 0,0 1 1 0,2 5 9 0,1 2 10 16,1 3-4-16,0 5 13 0,2 1-15 0,-1 5 15 0,1 1 4 0,-1 3-13 15,0-2 36-15,1 1-13 0,-2-3 10 0,0-2 4 0,0-3-19 0,-1-2-2 16,0-3-10-16,0-3-1 0,1-3-8 0,-1-4 1 0,0-2 1 16,-1-4 6-16,-2-3 2 0,1-2-12 0,0-2 16 0,0-2-8 0,-1-1-20 15,0-3 0-15,-2-3 0 0,3-1 0 0,-1-5 0 0,2-2 0 0,1-4 0 16,-1-5 0-16,3 0 0 0,0-2 0 0,1-1 0 0,-1-3 0 16,1 0 0-16,1-3 0 0,-2 2-2 0,-1 0-32 0,0 1-8 0,-2-1-6 15,0 4-10-15,0 0-36 0,-3 3-15 0,1 3-34 0,-1 2-25 16,-2 5-47-16,-1 2-64 0,-3 3-78 0,-1 2-126 0,-3 2-130 0,-2 1 19 15,-5 2-76-15</inkml:trace>
  <inkml:trace contextRef="#ctx0" brushRef="#br0" timeOffset="79455.31">23578 15783 2976 0,'0'2'685'0,"0"2"-565"0,0 0-35 0,0-1-40 16,2 0-14-16,2 1-7 0,0 1-15 0,2 1-1 0,0 1-20 0,2 1-7 15,0 1 44-15,-1 1-17 0,2 2 22 0,-2 0 8 0,2 2-44 0,0-1 10 16,0 0 8-16,1 2-20 0,-1-1 12 0,1 2-8 0,0 0-12 16,0 1 22-16,0 0-6 0,-1 0 2 0,0-1-4 0,1 0-4 0,-2 1 2 15,1-1 12-15,1-1-14 0,-2 1 10 0,1-1 0 0,0-1-2 0,-1-3 4 16,-1 0-22-16,1-3-8 0,-1 0-2 0,0-3-19 0,0-1-10 16,-1-1-32-16,0-2-26 0,1-1-32 0,-1-1-49 0,0-2-53 0,1-4-75 15,0-2-54-15,2-3-62 0,0-3-104 0,3-4 1 0,-1-4-133 16</inkml:trace>
  <inkml:trace contextRef="#ctx0" brushRef="#br0" timeOffset="79704.31">24285 15888 2138 0,'9'3'610'0,"-1"0"-391"15,4 0-69-15,0 0-37 0,0-1-18 0,1 0-27 0,-1-1-22 0,1 3-28 16,-1-1-1-16,1 0 3 0,-1 0-12 0,0-1 8 0,1 1-8 16,1 0 3-16,-1-1 9 0,-1 0-5 0,-1-1-5 0,1-1-1 0,-1 1-11 15,0 0 8-15,-1 0-4 0,0 1-4 0,-3 0 9 0,0 0-12 0,0 1 10 16,-1 2 1-16,0 0-6 0,-1 1 11 0,0 1-11 0,0-1 4 15,-1 2 11-15,-1 0-7 0,0 0 9 0,0 1-4 0,-1 2-4 0,0-1 8 16,0 0-3-16,1 2-7 0,0 0-3 0,-1 1 2 0,0 1 5 16,0-3 3-16,1 3-14 0,0 0-6 0,1-1 10 0,-1-1-8 0,1 0 14 15,-1-1-14-15,0-1-2 0,1-1 4 0,0-1-7 0,1 0 5 0,-1-2-13 16,0 1-4-16,-1-1-6 0,3 0-13 0,1-1 1 0,0 0 3 16,2-1-12-16,0-3 0 0,2 1-14 0,1-2-20 0,1-1 2 0,2-1-15 15,2-3-6-15,1-2-2 0,4-2-13 0,-1-3-21 0,2-1-43 16,0-4-40-16,1-5-33 0,0-3-49 0,2-5-84 0,0-2-69 0,3-5-203 15</inkml:trace>
  <inkml:trace contextRef="#ctx0" brushRef="#br0" timeOffset="79888.31">25354 15676 2773 0,'5'2'201'0,"3"1"-86"0,4 0-62 0,0-1-32 16,1-1-16-16,4-1 0 0,3 1-8 0,0-1 8 0,3 0-2 0,0 1 15 15,-1 0 10-15,2 2-3 0,2-2 7 0,-2 1-14 0,3 0-3 0,-1-1-4 16,1 1-11-16,0-1 1 0,1 1 1 0,0 1-5 0,-1 0 4 16,2 1-1-16,-1-1-9 0,1 0-18 0,0-1-31 0,0 0-43 0,-1-2-53 15,0 0-47-15,-1-2-45 0,2 0-28 0,0-2-13 0,-1-2-19 0,0-1-50 16,-1-4-34-16,1-3-215 0</inkml:trace>
  <inkml:trace contextRef="#ctx0" brushRef="#br0" timeOffset="80138.31">25609 16022 3612 0,'1'3'159'0,"1"-1"-68"0,1-1-54 0,0 1-29 0,2-2-16 15,0 0-2-15,2 0-21 0,1-1-19 0,0 0 13 0,3 1 10 0,0-1 18 16,3 0-1-16,0 0-7 0,2-1-2 0,2 0-13 0,1-1-8 15,0 0-20-15,2 0-10 0,3 0-4 0,-2-1 14 0,1 2 30 0,-2-1 12 16,-1 1 0-16,0 0-7 0,-1 0-30 0,-1 1-24 0,1 0-29 16,-1-1-34-16,-1 1-33 0,1-1-39 0,-2-1-25 0,-1 1-45 0,-2-2-88 15,-2 0-73-15,-1-2 3 0,-1-1-115 0</inkml:trace>
  <inkml:trace contextRef="#ctx0" brushRef="#br0" timeOffset="80454.31">26139 15508 3404 0,'2'-1'204'0,"1"0"-83"15,2 0-58-15,0-1-47 0,1-1-14 0,2-1-10 0,2 1-11 0,0-1-4 16,0 1-4-16,2 1-4 0,1-1 9 0,0 1 10 0,-1 1 7 16,0 1-12-16,-1 0-12 0,2-1-23 0,0 1-17 0,0 1 1 0,-1-1-8 15,0 0 20-15,1 3 15 0,-1-1 7 0,-1 2 11 0,-1 1-9 0,0-1-19 16,0 3-18-16,2-1-22 0,-1 0-5 0,1 0 12 0,-1-1 18 15,1 1 16-15,-1 0 19 0,1-1 17 0,0 2 4 0,-2-1 14 0,1 0-3 16,0 0-1-16,0 1 8 0,-1 0 2 0,0 0 11 0,-2 0 9 0,0-2 9 16,-1 2 15-16,-1 0 2 0,-1 0 11 0,-1 1-2 0,-2 1-16 15,-2 0-4-15,-2 1-23 0,-1-1 1 0,-1 2-2 0,-2 1-9 0,-2-1 2 16,0 2-12-16,-2-2 1 0,-2 2-3 0,-1 1 4 0,-2 0-6 16,-1 0-1-16,2-2-10 0,-3 0 5 0,1 0 11 0,0 0-10 0,0 0 19 15,0-2-19-15,2 0-28 0,0-2-20 0,3-2-51 0,1-2-29 0,-1-1-59 16,2-2-49-16,0-3-48 0,2-2-99 0,2-4-79 0,-1-6-4 15,4-4-108-15</inkml:trace>
  <inkml:trace contextRef="#ctx0" brushRef="#br0" timeOffset="80621.31">26883 15265 3101 0,'6'5'240'0,"-1"2"-105"0,3 2-59 0,-1 0-50 0,0 0-9 15,1 3-15-15,0 3-2 0,2 2-10 0,0 4 1 0,2 4 9 0,-1 4-2 16,0 6 4-16,-2 2 4 0,-1 5-3 0,0 2 5 0,-2 4-4 15,0 3-6-15,-1 4-11 0,-1 3 3 0,-1 2 8 0,-1-1 6 0,0-1 11 16,-2-2-19-16,0-4-39 0,-2-4-34 0,0-4-62 0,-2-6-86 0,-2-6-112 16,-1-4-162-16,-4-5-152 0,-2 0-26 0,-4-4-48 0</inkml:trace>
  <inkml:trace contextRef="#ctx0" brushRef="#br0" timeOffset="80871.31">26923 15397 3735 0,'4'0'125'0,"3"-1"-41"0,2-1-55 0,2 0-17 16,3-3-6-16,3 1 0 0,2 0-4 0,4-1-2 0,1 1-4 15,2 0-2-15,-1 1 2 0,-3 1 4 0,1 0 2 0,-3 1-2 0,-2 1 0 16,0 1-6-16,-2 1-4 0,-1 0-9 0,0 2 7 0,-1 1 6 0,-2 2-10 16,-2 0 5-16,-2 2-11 0,0 3-3 0,-1-2 6 0,-3 2-10 15,-1 1-8-15,-3 0-1 0,-2 2-12 0,-2 1 12 0,-2 1 8 0,-1 0 8 16,-2 1 9-16,-2-1 1 0,-3 1 7 0,-1 0 1 0,-1-3 2 0,0 3 4 15,-1-2-4-15,-1 0-2 0,3-2 1 0,-2 0-18 0,0-1-16 16,1-1-13-16,1-1-28 0,0-2-16 0,1 0-14 0,-1-2-26 0,3-1-24 16,0 0-31-16,0-1-53 0,2-2-62 0,1-1-78 0,0-2-113 15,0-1-138-15,-1-3 112 0</inkml:trace>
  <inkml:trace contextRef="#ctx0" brushRef="#br0" timeOffset="81405.31">27245 15526 2202 0,'5'5'545'0,"0"1"-406"0,2 1-60 0,1 1-60 16,-1-1-17-16,1 0-7 0,1 1-4 0,3 0 4 0,1 1 2 0,0 0-1 15,-1 1 4-15,0 0-1 0,1 0 2 0,-1 0 3 0,1 0-6 16,-1 0 0-16,0-1-1 0,1 2-1 0,-1-2 3 0,2 0 2 0,-1-1 1 16,0-1-2-16,1 0-3 0,0-2-1 0,0 0-1 0,0-2-1 15,0-1-1-15,1-3-12 0,0-1 7 0,1-2 2 0,0-1 12 0,0-1 3 16,-1-2 2-16,-1-1-1 0,1-1 5 0,-1-1 0 0,2 0-4 0,-3 0 5 15,1-1-9-15,-1 0 1 0,-2 0 3 0,0-2-7 0,-1 1 3 16,-3 0-1-16,-1 0 1 0,-1 1 7 0,-2-1 4 0,-2 2 3 0,-2-1-1 16,-1 1-6-16,-4 1-5 0,-1 0-3 0,-1 3-2 0,-2 1 2 15,-2 0 1-15,-1 2-1 0,-1 0 3 0,-1 3-5 0,-1 1 2 0,0 1 3 16,-1 3 0-16,3 2-5 0,-1 0 0 0,1 1 5 0,2 3 7 0,1 0 9 16,3 2-7-16,-1 0-3 0,2-1-8 0,0 2-4 0,2 0-3 15,0 1-3-15,2 0 0 0,1-2 0 0,1 1-3 0,2 0-11 0,1-1-2 16,2 0-8-16,2-1-10 0,1-1-5 0,3 0-9 0,0-2-4 15,2-1 3-15,2-1-1 0,0-3 10 0,4-1 3 0,-1-2 3 0,3-2 11 16,2-2-5-16,-1-1 7 0,1-1 14 0,2-1 3 0,-2-1 13 0,0 1-4 16,1-1 2-16,-1 2 6 0,1 0-4 0,-1 3 7 0,1-1 2 15,-1 3-1-15,-1 2 7 0,0 1-3 0,-1 3 2 0,-3 1-1 0,1 2-8 16,-3 3-9-16,0 1-9 0,-1 2-13 0,1 2-2 0,0-1-8 0,-1 3-10 16,-3 1-12-16,0 0-12 0,-3-1-14 0,-2 1-11 0,-2-1-4 15,0-2 12-15,-3 1 19 0,-2-3 31 0,0-2 27 0,-4-1 20 0,1-2 33 16,-1-3 15-16,-1 0 18 0,-1-2 20 0,1-3-4 0,0 0-8 15,-2-3-12-15,0 0-8 0,0-3-10 0,-1 0-1 0,2 0-10 0,0-2-8 16,1 1 1-16,1-2 5 0,2-1 6 0,0-2-3 0,1 0 4 0,1-1 1 16,1 1-6-16,2 0-5 0,1-2-21 0,0-1-11 0,-1-2-8 0,2 1-8 15,0-2-11-15,3 1-24 0,1-1-23 0,0 3-27 0,2-1-35 16,-2 2-30-16,1-1-32 0,0 2-45 0,1 1-59 0,0 1-85 0,2-1-50 16,-1-1-246-16</inkml:trace>
  <inkml:trace contextRef="#ctx0" brushRef="#br0" timeOffset="82438.31">28456 15849 2622 0,'7'15'286'0,"1"0"-162"0,4 2-89 16,-1-1-32-16,0-3-8 0,1 1 1 0,1-1 4 0,1 0 2 0,1-1 5 16,-1-1-9-16,1 0 8 0,-1-3-5 0,1-1-1 0,-2-2 0 0,1-2-5 15,0-1 2-15,1-2-1 0,-2 0 8 0,-2-2 3 0,2-1 6 16,-1-2 19-16,1 0 6 0,-1-2 3 0,-2-1-23 0,2-3-18 0,-2-1-8 15,-1-1-6-15,-1-2 0 0,-2-1-9 0,-1-2 2 0,-2 1 6 0,-2-1-3 16,-2-1-11-16,-2 1-1 0,-1-1-4 0,-4 1-2 16,-1 1 7-16,-3 0-13 0,0 1 1 0,-2 1-2 0,-2 2-6 0,-1 2-2 0,-1 2-4 15,0 2 2-15,-2 3-1 0,-2 2 0 0,1 3 8 0,0 3 10 16,0 2 21-16,4 2 13 0,3 3 14 0,2-1 8 0,2 3 10 0,2 1-1 16,4 1 0-16,-1 0-6 0,1 0-12 0,2 2 5 0,2 1-2 0,1-1 1 15,3 3-1-15,2-1-3 0,0-1-11 0,4-1 0 0,1 0 7 16,3-3-12-16,2-1 8 0,1 0-12 0,4-1-6 0,0-2 4 0,-1-2-11 15,3-1 1-15,-1-1-1 0,1-2 6 0,1 0 7 0,0-1-2 0,0-1-3 16,1-1 0-16,-2-1-2 0,0 0 10 0,-1-2 11 0,1 0-8 16,-1-1 11-16,-2 1-1 0,1-1 0 0,-2 0 5 0,-2 0-3 0,0-1 8 15,-2 0-1-15,0 0 9 0,-2 0 15 0,-1-1 0 0,-1-1 7 16,-2 1-7-16,-2-1 1 0,1 1 4 0,-1 0-6 0,-1-1 2 0,-1 1-15 16,0-1-2-16,1 1-4 0,-1-1 1 0,0 1-7 0,0 0-2 0,-1 1 1 15,1 1 6-15,-2 1 9 0,1 1-4 0,-1 0 4 0,0 2-4 16,0 2 1-16,0 1-1 0,-1 0-9 0,0 0-1 0,1 0-4 0,-1 1-11 15,1 2 15-15,-1 1-7 0,2 0-2 0,-1 0 1 0,0 2-10 0,0-1 11 16,1 0-3-16,0-1-1 0,0-1-3 0,0-1 0 0,0 0 2 16,-1-2 3-16,1 0-8 0,-1-1-8 0,1-1 8 0,-1-1-4 0,1-2 8 15,0 0-1-15,0-2-9 0,0-1-1 0,1 0-10 0,0-2-1 16,0 0 7-16,1-1 0 0,0-1 7 0,2 0 0 0,-1-1 3 0,-1-2 15 16,1 0-2-16,-1 1-1 0,0-1-11 0,0 2-1 0,1-1 8 0,-2 2-2 15,1-1 5-15,-1 1-2 0,1 3-5 0,-1-1 3 0,2 3-3 16,-1 1-7-16,-1 1 9 0,1 2-9 0,-1 2 7 0,0 1-2 0,0 1-20 15,0-1 16-15,0 1-8 0,1 1 4 0,-2 0 6 0,2 2-17 0,1 0 11 16,-1 0-2-16,0 1-5 0,1 0 11 0,0-2-4 0,0 0-4 16,-1 0 2-16,1-1-1 0,-1 0-1 0,1-2 7 0,0 0-7 0,0-2 1 15,-1-1-1-15,0 0 4 0,0-1 0 0,0 0-7 0,1-1 2 0,-1-1 1 16,0 0 8-16,2 0 6 0,-1-1-7 0,1 0 9 0,1 0-6 16,0 0 1-16,0-1 5 0,-1 1-12 0,1-1 8 0,0 0 0 0,1 1-1 15,0 1 5-15,0-1-4 0,1 2 2 0,1 1 5 0,0-1-3 16,0 2 14-16,0 0-7 0,-1 2 4 0,1-1-6 0,0 1-5 0,-1-1 9 15,1-1-2-15,0 0-4 0,-1-1-5 0,3 0-5 0,-1-1 1 0,0-3 4 16,-1 1-6-16,-1-3-4 0,2 0-2 0,-2-1-5 0,-1-1 2 16,1-1 3-16,-3-2-4 0,2-1-1 0,-2 0-3 0,-2-2 1 0,-1-1 12 15,-1 1-6-15,-1-1 11 0,-3 1-1 0,-1-1-8 0,0 0 11 0,-2 1-9 16,-1 1 5-16,-2 0-1 0,0 2 1 0,-1 1 9 0,-1 2 0 16,1 3-2-16,-1 2 10 0,0 3 1 0,0 2 9 0,1 2 13 0,0 0-6 15,1 1 8-15,1 3-3 0,-1 2-7 0,1 1 0 0,1 3-7 16,-1-1-1-16,4 1-14 0,0 2 2 0,0 1 2 0,4 0-8 0,-1 4 10 15,2 0-12-15,2-1-8 0,-1 0 13 0,2-2-9 0,1-1-4 0,0-1-3 16,1-2-9-16,0-2 4 0,2-3 8 0,-1-2-13 0,2-1 6 16,0-1-8-16,0-2-4 0,0-1-2 0,1-2-17 0,2-3-6 0,2-1-8 15,1-2-16-15,-2-2-2 0,4-1-17 0,0-3-6 0,0-4-6 0,2-2-4 16,0-1 11-16,1-4-13 0,1-2-3 0,0 0-1 0,1-2-4 16,-2 1 23-16,1-2 33 0,-1 3 27 0,1-2 29 0,-3 2 32 0,0 2 23 15,-1 1 33-15,-1 2 47 0,1 1 26 0,0 0 31 0,-1 2 7 16,-1 1-11-16,-2 0-11 0,-2 0-26 0,0 2-10 0,-1 1-25 0,-2 1-14 15,-1 1-13-15,-3 0-17 0,0 2-7 0,-1 2-14 0,-2 2-3 0,1 0 1 16,-3 2-6-16,0 3-1 0,-1 2-4 0,-1 2-2 0,0 2 2 16,0-1-3-16,0 2-8 0,0 3-1 0,-1 3 0 0,0 3-10 0,0 2-3 15,0 5-2-15,-1 2-2 0,0 3-2 0,-1 5 2 0,-1 1 2 0,0 1-6 16,0 3 8-16,1-2-12 0,-2 2-5 0,0-3-1 0,0-2-22 16,0-1-19-16,1-3-30 0,-2-2-43 0,1-2-38 0,-2-4-51 0,0-2-51 15,0-1-42-15,-2-4-35 0,0-3-21 0,-4-1-22 0,-1-3 7 16,-3-4-182-16</inkml:trace>
  <inkml:trace contextRef="#ctx0" brushRef="#br0" timeOffset="82571.31">30231 15881 2555 0,'4'1'354'0,"1"-1"-188"16,2-1-70-16,-1-3-62 0,1-2-27 0,1 0-7 0,2 0-14 16,-1 0-2-16,2-2-17 0,0 1-6 0,1-1-4 0,0-1-11 0,-2-1-14 15,1-2-43-15,-1 0-42 0,2-2-45 0,0-1-46 0,0-1-34 16,0-2-43-16,1 0-24 0,1-1 19 0,0 2 40 0,-1 2 74 0,2 3-150 15</inkml:trace>
  <inkml:trace contextRef="#ctx0" brushRef="#br0" timeOffset="82772.31">30672 15740 392 0,'13'13'192'0,"3"1"-86"15,3 3-27-15,-1 0 5 0,-1-2 14 0,-2-2 22 0,1 1 15 0,1-1 1 16,-1 2-4-16,-2 0-10 0,2 1 7 0,-3-2-1 0,0 1 2 16,-3 0-3-16,-3-1-9 0,1-1-15 0,-5 0-7 0,-1-1-9 0,-3-1-8 15,-3-1 6-15,-3-1-10 0,-2 0-2 0,-3 0-16 0,-3-1-10 16,-1-1-7-16,-1 0-2 0,-2-1 2 0,-1-2-7 0,2-2-2 0,-1-3-8 15,0 0 1-15,3-2 4 0,2-2 8 0,0 0-6 0,2-2-3 0,2 0 0 16,1 0 16-16,4-1 10 0,3 0 16 0,5-3 0 0,6-1-21 16,4-2-12-16,7-4-21 0,4-3-19 0,8-6-11 0,6-1-6 0,5-2-9 15,6 0-5-15,0 0-8 0,3 1-19 0,1 0-20 0,3 1-49 0,2-1-66 16,1-2-127-16,2-4-234 0,4-8-238 0,4-10-163 0</inkml:trace>
  <inkml:trace contextRef="#ctx0" brushRef="#br0" timeOffset="88138.3">7664 14387 553 0,'-16'0'52'0,"-4"-1"-33"0,-3-1-13 16,2-3 3-16,2 0 1 0,0-1 4 0,1-1 8 0,1 0 6 15,0-1-1-15,1 0-3 0,0-2-6 0,-1 1-5 0,-1-1-6 0,0 0-4 16,-2 1-5-16,-1 0-1 0,-1 0-1 0,-2 3 0 0,-2-1-3 15,1 3-1-15,-3 1-5 0,0 1 2 0,-1 3-1 0,0 3-2 0,-3 0 1 16,-1 4-3-16,-2 3-4 0,2 3 0 0,-1 2-6 0,2 1-5 0,-2 4-9 16,2 2-8-16,-2 2-12 0,1 3-8 0,0 3-27 0,-2 2-135 15</inkml:trace>
  <inkml:trace contextRef="#ctx0" brushRef="#br0" timeOffset="88455.3">6117 15691 726 0,'-15'58'90'16,"0"4"-34"-16,-1 16-16 0,6-11-7 0,5-9-3 0,3 1-5 0,2-3-5 15,4 0-2-15,3-2-7 0,1-3-4 0,4-2-6 0,3-1-1 16,3-4 0-16,3-1-8 0,4-1 4 0,1 0-3 0,5-1-2 0,1-1 5 16,4-1 0-16,2 0 3 0,4-1-2 0,1-1-1 0,4-2 4 15,1-1-5-15,3-3 6 0,1 0 1 0,2-4-2 0,2-1 8 0,-1-2 2 16,1-5 2-16,-27-11 2 0,6 0 2 0,1-2 9 0,8-1-4 0,0-2 0 16,13-4-2-16,45-4-5 0,-8-8 8 0,-17-5 2 0,-21-2-2 15,-2-4 0-15,-1-1-2 0,-1-2-1 0,-1-2 3 0,1-1 0 0,-2-3 3 16,0-3 7-16,-2-1 3 0,-3-1 9 0,0 0-1 0,0 1-5 15,-3-3-2-15,-3 0-2 0,0-2 1 0,-5-3 2 0,0 1-1 0,-2-3-8 16,-4-1-3-16,-2-2 1 0,-3-2-3 0,-2-2 1 0,0-1-8 0,-3-1-3 16,-2-1-4-16,-4 0-5 0,-1-1-4 0,-4-4 6 0,-3 0 5 15,-2-1-5-15,-3-1 5 0,-3-2-5 0,-3 0-2 0,-4 0-2 0,-1-3 2 16,-3 1-4-16,-2 0 0 0,-1-2 8 0,-2 0-8 0,-3 0-3 0,-3-2 2 16,-2 1-12-16,-2 2 8 0,-2 2-8 0,-2 5-6 0,-2 3-3 15,-4 4-9-15,-2 6-9 0,-3 5-13 0,0 5-8 0,-2 9-22 0,-3 7-34 16,-2 9-31-16,-1 5-32 0,-2 6-38 0,-2 5-22 0,-2 5-137 0</inkml:trace>
  <inkml:trace contextRef="#ctx0" brushRef="#br0" timeOffset="91556">9927 15111 1582 0,'-5'3'264'0,"1"3"-124"15,0 0-47-15,2 0-18 0,1-1-20 0,1-1-12 0,0 2-24 0,1 0-7 16,2 0-6-16,0 1-1 0,1-1-10 0,2-1 2 0,1 1 2 0,0 0 1 16,1 1 4-16,1 1-4 0,1-2 2 0,-1 0-14 0,2 0 1 15,1-2 8-15,0 0 0 0,1-1 14 0,-2-2 1 0,1 1 1 0,-1-1 2 16,-1-1-6-16,1-2 5 0,-2 0-2 0,-2-1-2 0,1-3 1 15,-1 0-5-15,0-2-3 0,0-1-10 0,0 0 4 0,-1-1 1 0,-3 0 2 16,0-2 6-16,-1-2 3 0,-2-1 5 0,-1 1 3 0,-2 1 6 0,-2 0 2 16,-1 0 4-16,-2 1 15 0,-2 1 7 0,-1 2 5 15,0 0 0-15,-2 1-4 0,-1 2-1 0,-1 1-3 0,0 2-6 0,1 0-8 0,-1 3-10 16,1 0-6-16,0 2-13 0,1 2-6 0,1 0-16 0,-1 3-17 0,2 1-6 16,0 2-21-16,2 3-23 0,0 5-33 0,3 4-53 0,0 4-63 15,3 6-80-15,1 5-113 0,1 6-100 0,1 9-182 0</inkml:trace>
  <inkml:trace contextRef="#ctx0" brushRef="#br0" timeOffset="109857.03">12207 14846 1299 0,'-9'-4'131'0,"1"1"7"15,-1-3-16-15,3 2-36 0,2 0-17 0,1 1-20 0,1 0-10 16,1 1-6-16,0 0-5 0,0 1 4 0,1 0 1 0,-1 0-7 0,1 1-8 16,-1 0-9-16,1 1-11 0,1 0-2 0,0 0 1 0,-1 1-4 0,2 0 3 15,-1 2 2-15,0-1 2 0,2 1-3 0,0 0 2 0,0-1 0 16,0 1-1-16,0-1 2 0,0 0 3 0,0 0-3 0,0-1 4 0,0 0-1 16,-1 0-1-16,0 0-1 0,1 0 0 0,-1-1 2 0,-1 0-1 0,2-1 3 15,-1 0-6-15,0 0 1 0,2 0-3 0,-1 0-1 0,2-1 2 16,-1 0-13-16,2 0-25 0,1-1-45 0,3 0-71 0,1 0-85 0,3-1-101 15,2 1-57-15,3 0-217 0</inkml:trace>
  <inkml:trace contextRef="#ctx0" brushRef="#br0" timeOffset="112140.02">21484 17620 773 0,'-1'0'292'16,"0"1"-118"-16,-1-1-5 0,0 0-8 0,0 0-5 0,-1 0-28 0,0 0-22 15,2 0-13-15,-1 0-9 0,-1-1-2 0,1 1-2 0,0-1 2 16,0 1-13-16,0 1-18 0,0 0-12 0,-1 0-5 0,0 0-7 0,0 1 9 16,-1 1 0-16,1 1-2 0,0-1-8 0,-2 3-15 0,0 1 4 15,0 2 0-15,-2 2 20 0,1 0-4 0,-1 4-9 0,0 1-4 0,3-6-6 16,-1 1 3-16,1 1 0 0,-1 2 2 0,0 1-18 0,-1 3 6 0,-1-1-14 15,0 4 4-15,1 0 14 0,-2 1-4 0,1 1 0 0,-1 1-32 16,1-1-7-16,0 2-8 0,0-1-8 0,0 1 9 0,0-1 0 0,0-2-23 16,1 0 19-16,1-2-25 0,0-2-22 0,0 0-7 0,1-2-57 0,1-3-29 15,0 0-65-15,-1-2-71 0,1-2-55 0,-1-1 2 0,-1-4-140 16</inkml:trace>
  <inkml:trace contextRef="#ctx0" brushRef="#br0" timeOffset="112407.03">21020 17739 1226 0,'-1'-1'650'0,"1"0"-515"0,0 1 16 15,0-2-9-15,1 0-19 0,1 0-34 0,2-1-59 0,1 1 16 16,1 0-21-16,3 0 23 0,1 0-1 0,2 2-9 0,1 0 15 0,3 2-22 16,1 1 19-16,0 1-36 0,2 2-4 0,2 0-3 0,0 3 1 0,-11-4 16 15,2 1-14-15,1 1 17 0,1 1-18 0,-1 1-9 0,2 1 5 16,1-1-24-16,1 2 17 0,-1 1 7 0,2 1-6 0,0-1 8 0,2 1-7 15,-2 1 6-15,2 1-6 0,0 0 0 0,0-1-5 0,1 1-7 0,-1 0 16 16,-2-1-4-16,1 0 3 0,-1-2 7 0,-1 0-4 0,-1-1-6 16,0 0 0-16,-1-1 3 0,-3-2 9 0,1 0-3 0,-1-1-6 0,-2 0-18 15,0-2-21-15,-2 0-24 0,-2-1-40 0,0 0-52 0,-1-2-79 16,0-1-70-16,-2 0-97 0,0-1-71 0,-2-1-12 0,1-1-122 0</inkml:trace>
  <inkml:trace contextRef="#ctx0" brushRef="#br0" timeOffset="112590.02">21853 17898 2103 0,'1'0'317'15,"-2"1"-182"-15,2 0-4 0,-1 1-19 0,1-1-29 0,0 1-24 16,0 1-34-16,2 0-18 0,0 1 9 0,-1 0 4 0,3 0-6 0,0 2 3 16,0 1-7-16,2 1-11 0,0 0-3 0,2 1-8 0,-1 1-12 0,2 0-17 15,-1 0-1-15,2 0-19 0,0 2-5 0,0-1-13 0,1 0-29 16,-2-1-18-16,2 0-52 0,-1 1-39 0,1-2-53 0,-1 0-73 0,0-1 6 15,-1 0 13-15,1-2 39 0,0-1-124 0</inkml:trace>
  <inkml:trace contextRef="#ctx0" brushRef="#br0" timeOffset="112773.02">22147 17771 1320 0,'-1'-1'567'0,"1"1"-358"15,0-1-17-15,0 1-30 0,1-1-22 0,0 0-34 0,1-1-37 16,1 1-12-16,1-1-15 0,2 0 0 0,0 0-11 0,4-1-15 0,1 0 10 15,2 1-12-15,1 0-4 0,-1-1 0 0,3 0-20 0,0 0 17 0,1 1 0 16,-2 0-12-16,1 0 8 0,0 0-18 0,0 0 3 0,-1 1 3 16,2 1-15-16,-1-1-16 0,-1 1-19 0,0-1-6 0,2 1-12 0,0 0-9 15,-1-1-17-15,0 0-15 0,1 0-30 0,-1-1 2 0,-1 1-54 0,0-1-40 16,0 0-29-16,-1-1-42 0,0 0 10 0,-2-1 23 0,0 0-130 16</inkml:trace>
  <inkml:trace contextRef="#ctx0" brushRef="#br0" timeOffset="112923.73">22510 17937 2046 0,'0'1'305'0,"-1"0"-131"0,0 0-26 0,1-1-25 0,-1 1-10 15,1 0-38-15,0 0-44 0,1 0-5 0,0 0-9 0,1 0-5 16,0 0 12-16,2 0-15 0,-1 0 2 0,2 0 4 0,0 0-18 0,0 0-15 16,3-1-22-16,0 1-46 0,1-1-18 0,1 0-47 0,1 1-65 0,0 0-67 15,0-1-143-15,1 0-142 0,1 0-296 0</inkml:trace>
  <inkml:trace contextRef="#ctx0" brushRef="#br0" timeOffset="113906.73">23331 17405 2962 0,'-3'1'246'0,"1"-1"-147"16,-2 1-27-16,-2 0-3 0,0-1-21 0,-2 0-18 0,0 0-17 0,-1 0-26 15,0 1 2-15,-1 1-2 0,1 0 3 0,-2 1 7 0,0 1-23 16,-1 1 11-16,0 0-12 0,0 2-15 0,0 0-7 0,-1 2-19 0,2 0 13 16,-1 2 9-16,3 1 14 0,-1-1 6 0,1 2 0 0,1 1 0 0,2 1-8 15,1 0-16-15,2 0-13 0,2 2 5 0,1-1 8 0,2-1 15 16,3 2 7-16,1-2 9 0,1 0 19 0,2-2 8 0,-1-1 5 0,1-1 8 15,2 0-7-15,-1 0 0 0,1-2 6 0,1-1 7 0,0 1 8 0,-7-4 14 16,1 0-4-16,1 0-12 0,0 1 4 0,-1 0-6 0,2 0-5 16,-2 1-1-16,1-1-6 0,0 0-7 0,-2 1 15 0,0 1-10 0,1-1-11 15,-2 1-8-15,0 0-5 0,-1 0-13 0,-1 1-15 0,0-1-26 0,-3 0-25 16,0 1-27-16,-2 1-26 0,-2-2-28 0,0 1-27 0,-2 0-3 16,1-2 7-16,-2 1 33 0,0-1 39 0,0-1 35 0,0 0 19 0,0-1 11 15,1-1 7-15,0-2 0 0,2-1 10 0,0-1-1 0,1-2 8 0,2-2-1 16,2-1 4-16,2-2 0 0,2-1 0 0,1-2 7 0,1 0 9 15,2-2 9-15,2 0 4 0,11-15-3 0,2 3 5 0,1 0 6 0,0 3 9 16,-2 3 17-16,-2 4 10 0,-3 3 4 0,-3 4 6 0,0 2 0 16,-1 2 9-16,0 2 10 0,1 0-3 0,-1 2-1 0,2 0-14 0,-1 0-4 15,1 2-2-15,-1 1-4 0,1 0 1 0,-1 0-1 0,1 0 3 0,-2 0 1 16,2-1-3-16,0 1-11 0,-1-2 5 0,-1-1-4 0,1 0 4 16,0-2-4-16,0-1-2 0,-2-1 10 0,-1 0-13 0,0-2 9 0,-1 0-9 15,-1-2-2-15,-2 1-3 0,0 1-17 0,-1-4-2 0,-1 2-2 16,-2-1 4-16,-2-1 1 0,0 0-5 0,-2-1-5 0,-2 1 5 0,0-2-6 15,-3 1-9-15,-2-1-4 0,-1 0-2 0,0 1 8 0,-2 0 0 0,0 1 2 16,0 0-2-16,-1-1 2 0,0 3 1 0,0 0-1 0,1 2-5 16,1 1 5-16,0 1-1 0,0 2 11 0,1 1-1 0,0 3-1 0,1 1 7 15,0 0-12-15,2 1 8 0,-1 1 5 0,1 0 0 0,1 0-5 0,1 1-3 16,0 0-10-16,2 0 8 0,0 0 2 0,1 1-3 0,1 1-10 16,2 0 1-16,0-1-3 0,2 0-1 0,0 0 1 0,3-1-8 0,0-1 2 15,2-1-8-15,1 0 6 0,3 0-1 0,1-1-7 0,2-2 4 16,0-1-8-16,3 0 2 0,1-2 8 0,0-2-5 0,2-1-5 0,0-2-17 15,0-1 6-15,0 0 6 0,0-3 5 0,-2 0 14 0,1-2-5 0,-1-2 11 16,-3 1 8-16,1-1 1 0,-1-2 2 0,-2 1 5 0,0-2 3 16,-1 1 4-16,-2 0-1 0,0-1 5 0,-3 1 13 0,0-1 4 0,-1 0 17 15,-1 0 1-15,-1 1-5 0,-2 0 12 0,0 0-8 0,-2 0-6 0,0 2 9 16,-1 1-7-16,0 2 4 0,-2 1 2 0,1 1 1 0,0 1 2 16,-1 4 1-16,1 0-11 0,-1 3-11 0,0-1-12 0,1 3-7 0,-1 0-8 15,0 2-8-15,1 1-3 0,-1-1 5 0,2 4-2 0,-1 2-6 0,1 1-2 16,0 2-10-16,0 3 9 0,0 0 6 0,0 3-2 0,0 1-4 15,0-1 5-15,0 2 1 0,0-1-2 0,1 0 13 0,0 0-16 0,-1-1-11 16,1 0-11-16,-1-2-13 0,1 0 14 0,-1-2 7 0,0 0 4 0,1-2 2 16,-1-3 6-16,1-1 10 0,1-1 12 0,-1-2-3 0,0-2 1 15,1-1 0-15,0-2 14 0,1-1 10 0,0 0-2 0,0-2 5 0,2-1-10 16,0-2-6-16,2-1-1 0,0-1-5 0,1 0 3 0,0-1-4 16,2-3-9-16,0 0-5 0,0 0 4 0,0-1 1 0,1 2 0 0,-1 0-12 15,1 0 9-15,0 2 3 0,-1 2-1 0,0 1 7 0,-1 2-17 0,0 1 8 16,0 1 3-16,-1 2-1 0,-2 0-4 0,0 2 5 0,0 1-3 15,-2 0 0-15,1 2 1 0,-2 2-12 0,0-1 24 0,-1 2-14 0,-2 1 1 16,0 1 0-16,-2-1-11 0,0 3 11 0,-2-1-7 0,-2 0 8 0,-1 1-6 16,-1-1 3-16,-1-1 1 0,-1 1-15 0,-1-1-7 0,-1 0-11 15,1-1-31-15,-1 0-23 0,1-2-37 0,0 0-36 0,1-1-37 0,0-1-39 16,0-1-47-16,2-2-64 0,0-1-61 0,1-2-31 0,2-1-185 16</inkml:trace>
  <inkml:trace contextRef="#ctx0" brushRef="#br0" timeOffset="114173.72">24435 17359 1975 0,'3'-1'502'0,"0"-2"-299"16,1 0-61-16,1 0-24 0,1-1-21 0,2-2-22 0,0 1-30 15,1 0-34-15,-1-1 1 0,1 1-7 0,1 0 3 0,1 2 6 0,-1-1-25 16,1 0 4-16,-2 1-14 0,1 0-12 0,0 2-4 0,-1 0-19 0,1 0 2 16,-1 2 4-16,-1 0 1 0,-1 1-1 0,0 2 0 0,-1 1 9 15,0 0 4-15,-1 2 1 0,-1 1 10 0,-1 2 2 0,-1 0 10 0,0 2 7 16,-1 1 11-16,-1 1 2 0,0 0 8 0,-1 2 2 0,0 0 2 15,0-1 6-15,0 1 2 0,0 0 0 0,1-1-3 0,1-1-6 0,0 1 3 16,0 0-4-16,2-2-8 0,1-1-1 0,0 0 0 0,2-1 3 0,-1-1-4 16,2 0-7-16,2-2-4 0,0-2-5 0,1 1 5 0,2-1-2 15,0-1-18-15,0 0 5 0,2-1 1 0,0 0-14 0,1-1-4 0,-1 1-29 16,0-2-14-16,0 1-11 0,-1-1-20 0,0 0-10 0,-3-1-44 16,1-2-55-16,-2 0-60 0,-2-2-44 0,-1-1-8 0,-1-2 25 0,-2-2-151 15</inkml:trace>
  <inkml:trace contextRef="#ctx0" brushRef="#br0" timeOffset="114389.72">24690 17498 1345 0,'0'0'310'16,"0"1"-112"-16,0-1-43 0,0 1-35 0,1 0-24 0,0 0-16 15,2 0-24-15,0 0-23 0,1 0-13 0,2 0-17 0,0-1-3 0,1 0-12 16,1 0-6-16,1-1-14 0,2 0-28 0,1 0-3 0,0 0-7 16,1-1 9-16,0 1 14 0,1-1 11 0,1 1 15 0,-1 0 2 0,-1 0 0 15,1 1 4-15,0 1 0 0,1-1 5 0,-1 1 2 0,-1 0 5 0,1 0 0 16,0 1 10-16,-1 0-3 0,-1 0 5 0,1 0 6 0,-1 1-1 15,0-1 4-15,-1 1-6 0,-1 0-1 0,0 0-2 0,0 1-1 0,0-1-2 16,-1 0-2-16,-1 1-6 0,1 0-6 0,-2 2-3 0,0-1-6 0,0 0-8 16,0 1-8-16,0 1-30 0,-1 1-30 0,0 0-30 0,0-1-34 15,0 1-11-15,0 0-15 0,0 0 2 0,0-1 5 0,0 1 11 0,0-1 12 16,0 1 23-16,0-1-140 0</inkml:trace>
  <inkml:trace contextRef="#ctx0" brushRef="#br0" timeOffset="114523.72">25336 17483 833 0,'1'-4'288'0,"-1"-1"-27"0,1-1-14 0,0-1-34 16,0-1-20-16,0-2-32 0,1 1-27 0,-1 1-23 0,1 0-21 0,-1 1-15 16,1 1-4-16,-1 2-15 0,0 2-14 0,0 1-11 0,0 1-34 15,0 1-16-15,-1 0-27 0,0 1-38 0,0 0-45 0,-1 1-84 0,0-2-108 16,1 1-118-16,-1 0-106 0,0 0-194 0</inkml:trace>
  <inkml:trace contextRef="#ctx0" brushRef="#br0" timeOffset="114741">25859 17644 2766 0,'0'2'407'0,"-1"-1"-261"0,0 1-41 0,0 0-22 16,0-1-12-16,0 1-3 0,0-1-15 0,0 2-27 0,0 0-1 15,0 0-13-15,0 0 3 0,0 0 0 0,-1 2-24 0,1-3-16 0,-1 2-59 16,-1-1-51-16,0-1-61 0,0 1-86 0,0-2-99 0,-1 0-137 0,-1-1-163 16,-1-1-347-16</inkml:trace>
  <inkml:trace contextRef="#ctx0" brushRef="#br0" timeOffset="117291.99">27617 17299 1521 0,'1'1'108'0,"-1"0"-94"16,2 0-57-16,0 1-53 0,0-1-52 0,1 0-56 0,0 0-68 0,0 0-63 15,0-1-99-15</inkml:trace>
  <inkml:trace contextRef="#ctx0" brushRef="#br0" timeOffset="119823.99">26312 17342 3108 0,'-3'2'150'16,"0"-2"-49"-16,1 1-41 0,-1 0-20 0,1-1 3 0,0 0-8 0,2-1-18 15,1 0-12-15,2 0-3 0,1-1 4 0,0-1 9 0,1 1-4 16,0 0-13-16,0-2 8 0,1 1 3 0,0 1-3 0,0-1-3 0,1 0-18 16,0-1-1-16,0 2 12 0,1-1 2 0,0 2-11 0,1-1 2 15,1 0-17-15,1 0-4 0,0 1 3 0,2 0-13 0,-1-1 3 0,3 1-11 16,-1 0-1-16,2 2-4 0,-1 0-9 0,2 1 3 0,0 1-5 0,-1 2 1 15,0 1 11-15,-1 2 0 0,0 3 3 0,-1 1 11 0,-2 1-1 16,-1 2 16-16,-1 2 9 0,-1 0-2 0,-2 1 5 0,-2 0 5 0,-1 1 5 16,-2 0 2-16,-3 1-1 0,-1 1 8 0,-1-1 6 0,-2 0 10 0,-2 1-1 15,0 1 1-15,0-1-4 0,-1 0 0 0,0-2 8 0,1-2-4 16,0 1-6-16,1-2 6 0,3-9-4 0,0 2-3 0,0-3 14 0,1 2 1 16,0-2-1-16,0 1 0 0,0-1-1 0,1 0-11 0,1 0-10 15,-1 0-5-15,1-1-8 0,1-1 6 0,0-1-3 0,0 0-2 0,2-1-7 16,0 1 0-16,1-2 13 0,0-1 8 0,1-1-6 0,1-1 8 0,-1 0-4 15,3-2-14-15,7-3 5 0,0-3-8 0,2-1-2 0,-2 0 13 16,1 0 3-16,-1 1-28 0,-1 1 17 0,-2 1-2 0,1 2-1 0,0 0 17 16,-1 2-9-16,1-1-3 0,-2 1-3 0,0 2-11 0,1 0-13 0,-2 1-12 15,0 1-9-15,-1 1 2 0,-1 0-11 0,1 3-5 0,-2-1 19 16,1 1-20-16,-2 1 9 0,0 0 4 0,1 1-21 0,-1-1 26 0,0 1-2 16,0-1 5-16,1-1 11 0,1 1 7 0,0-1 10 0,2-1-5 15,1-1 6-15,0 0 6 0,0-2 2 0,2 0 15 0,1 0 0 0,0-2 5 16,-1 1 7-16,1-1 5 0,-1 0 6 0,0-1 8 0,0 1 11 0,-2-1 18 15,0 0 6-15,0 1-1 0,-1-2-2 0,-1 1-10 0,0 0-5 16,-1-1 2-16,1 1-15 0,-1-1 2 0,0-1-4 0,-1 0-8 0,1 0 16 16,-2 0-7-16,0-2 8 0,-1 0-2 0,-3 0-2 0,2 0 11 0,-3-1 3 15,-1-1-3-15,-1-1-13 0,-2-1 4 0,0-1-6 0,-4 0-5 16,-1-2-5-16,-2-2-27 0,-2-1-13 0,-1-1 7 0,-1-2-10 0,-2-1-8 16,-2-1-14-16,1-1-31 0,-1 2-14 0,0-1 6 0,0 1-19 15,1 3-18-15,0 0-26 0,0 4-57 0,0 2-30 0,1 4-55 0,-1 2-54 16,1 4-73-16,-2 5-37 0,2 4-174 0</inkml:trace>
  <inkml:trace contextRef="#ctx0" brushRef="#br0" timeOffset="120090.18">27255 17610 3126 0,'5'5'155'0,"1"-5"-70"0,3 3-50 16,2-1-2-16,2 0-2 0,4 1 6 0,4-1-8 0,0-2-18 0,3 0-9 15,0 1-4-15,0-2-5 0,1 0-6 0,-1 0-11 0,0-2-18 16,0-1-10-16,-2 1-13 0,1-2-12 0,-2-1 9 0,0-2 26 0,-1 0 18 16,-1-1 11-16,-3 0 10 0,0-1-4 0,-2 0 7 0,0-1 9 0,-3 0-6 15,-1 1 2-15,-1-2 13 0,-1 0-2 0,-2 0 17 0,-1-1 10 16,-2-1-3-16,-3 1 5 0,-2 0-16 0,-1-2-2 0,-4 1 4 0,0 1-12 16,-4-1 6-16,0 4-23 0,-1-1 4 0,-1 1-3 0,-2 2-21 0,0 1-10 15,-1 2-19-15,-1 2-3 0,-1 2 3 0,-1 1 8 0,0 1 3 16,-1 2 1-16,-1 2 4 0,3 2-4 0,-1 1-22 0,1 2-41 0,2 1-47 15,2 0-79-15,1 3-78 0,3 1-65 0,2 0-52 0,3 0 1 0,2 1 38 16,3 0-143-16</inkml:trace>
  <inkml:trace contextRef="#ctx0" brushRef="#br0" timeOffset="120424.17">27974 17507 899 0,'6'0'645'0,"2"0"-407"0,1 0-55 0,2 0-39 15,2-1-16-15,1 0-17 0,3-2-21 0,1 0-29 0,-1-1-25 16,0-1-17-16,1-1-12 0,0-1-8 0,-2-1-2 0,0-1 3 0,-1-2-8 15,-1 0-2-15,-2 0-13 0,-1-1 6 0,-1-1 10 0,-3 0 1 0,-1 0-2 16,0 1 1-16,-3 0-1 0,-1 0 3 0,-1 0 7 0,-2 0-10 16,-2 3 6-16,1-2 9 0,-3 2 2 0,-1 0 14 0,-2 2-3 0,1 1-2 15,-2 0 4-15,-1 2-6 0,0 1 9 0,-1 1 5 0,0 2-4 0,1 0-7 16,-1 1-11-16,2 1-3 0,2 1-2 0,-1 0-7 0,3 1-21 16,1 1-19-16,1 0-17 0,3 0-14 0,1 2 4 0,2 1 4 0,1 2 13 15,3 0 18-15,1 3 10 0,1 2 13 0,3 1 1 0,1 2 13 16,0 1 2-16,2 2 8 0,-2 0 18 0,2 1 10 0,-1 1 22 0,0-1 22 15,-1 2 8-15,0 1 7 0,-1-2 2 0,-2 3-20 0,-1-2-8 16,-3 1 2-16,-2 0-1 0,-4-3-4 0,0-10-13 0,-1 2-30 0,-1-1-10 16,-2 1-7-16,-1 0-2 0,-1 1-16 0,-2 0-7 0,0-1-8 0,-2 0-24 15,0 1-9-15,-1-1-16 0,-1-1-25 0,-1-1-23 0,0 1-16 0,0-3-35 16,0 0-2-16,0-2-2 0,1-4-22 0,0-2 0 0,2-4 2 16,3-1 2-16,1-9 10 0,-1-11-1 0,9-7-48 0,8-7 8 0,6-4-148 15</inkml:trace>
  <inkml:trace contextRef="#ctx0" brushRef="#br0" timeOffset="123257.17">8806 14925 1365 0,'-17'-12'484'0,"-2"-1"-403"0,-1-2-15 0,4 3-36 0,6 3-10 16,3-1-9-16,4 0-9 0,1 0-8 0,3 0-5 0,1 0-9 0,3 0-1 15,2-1 0-15,2-2 0 0,1 1-1 0,1-1-2 0,1 3 2 0,0 0-3 16,-1 1 9-16,-1 1 8 0,0 0 6 0,-2 0 0 0,1 1 2 15,-1-1-2-15,0 0 2 0,0 0 2 0,2 0 2 0,-1 0-1 0,0-1 4 16,1 0-1-16,1-2-2 0,2 0 9 0,0-2-5 0,1-2-10 0,3-2 2 16,3 2 3-16,2-3 0 0,4-1 2 0,2 1 5 0,1-3-10 15,0 0-3-15,2 1 4 0,2 0-2 0,1 1-2 0,2 2 3 0,1 2-4 16,-1 1-3-16,1 2 5 0,-1 1-4 0,-1 2 2 0,2 2 2 16,-2 1-3-16,1 1 5 0,-3 2-1 0,2 1 2 0,-2 2-2 0,-1 0 1 15,2 2 3-15,-2-1-2 0,0 1 2 0,0 2 0 0,1 0-1 0,-1 1 2 16,2 0 6-16,-1 0-12 0,1 1 2 0,-1 1-1 0,1-1-4 15,-1 1 9-15,1 1 0 0,0 1-4 0,1 1-2 0,1 0 0 0,-1 2-4 16,2 2 5-16,0 0 1 0,-1 2-3 0,-1 4-1 0,-1 2-3 0,0 1-3 16,0 4 10-16,-1 1-3 0,-1 4 3 0,-2 4-1 0,-1 3-10 15,-1 1 4-15,-4 3-3 0,-1 2 10 0,-5-2 0 0,-1 1 4 0,-2-2 0 16,-3-1-6-16,-2-1 4 0,-4 1-5 0,-3-1 6 0,-5-1-2 16,-2-1 6-16,-4-2 6 0,-4 0-1 0,-2 0 6 0,-4-1-5 0,0-1 2 15,-4-3 4-15,-3-1 8 0,-2-1 14 0,-3-2 3 0,-2-1 3 0,-4-2-6 16,-4-1-9-16,-2-2-4 0,-3-3-6 0,-6-1-6 0,-3-2-5 15,-2-2-6-15,-6-2-5 0,-1-2 2 0,-4-3-5 0,-1-2 4 0,0-1 8 16,0-3 2-16,1-2 4 0,0-3-3 0,2-1-2 0,-1-3-1 0,0-1-10 16,3-1-4-16,1 0-13 0,1-3-22 0,1-2-29 0,3-2-51 15,1-1-52-15,3-3-67 0,1-3-39 0,3-2-144 0,0-3-258 0</inkml:trace>
  <inkml:trace contextRef="#ctx0" brushRef="#br0" timeOffset="125441.33">12214 14290 1337 0,'-7'3'192'15,"1"-1"-43"-15,-2 1-34 0,2 0-27 0,1 0-28 0,-1-1-22 0,2 1-19 16,1-1-9-16,1 1-7 0,1 1-3 0,1-2-6 0,0 2-3 16,2 0-4-16,1 0-5 0,1 2-1 0,2 0-3 0,1 0-11 0,2 1-8 15,1-1-12-15,2-1-13 0,-1 1-32 0,1-1-84 0,1 0-83 16,1 0-57-16,0-1-5 0,1 0-108 0</inkml:trace>
  <inkml:trace contextRef="#ctx0" brushRef="#br0" timeOffset="125707.33">14213 14052 1504 0,'-13'6'1129'0,"-1"0"-1024"0,-2 1-67 16,4-3-28-16,3-1-48 0,2-1-91 0,3-1-136 0,4 0-142 0,6 0-93 15,7-1 49-15,9-1 87 0,11-1 50 0,8-2 32 0</inkml:trace>
  <inkml:trace contextRef="#ctx0" brushRef="#br0" timeOffset="126707.33">7442 14646 1609 0,'-27'4'100'16,"0"3"-66"-16,-6 0-18 0,9 1-4 0,7-1-6 0,2 0-5 0,2 2-1 15,0 1-6-15,1 0-6 0,1 0-5 0,3 1-15 0,1-1-10 16,1 3-18-16,3 0-22 0,0 1-69 0,3 1-70 0,0 1-38 0,3-1-15 15,0 1-193-15</inkml:trace>
  <inkml:trace contextRef="#ctx0" brushRef="#br0" timeOffset="126874.19">7070 15134 1755 0,'-29'6'626'0,"0"0"-546"0,-5 1-46 16,9-2-27-16,8 0-12 0,5-1-12 0,6 1-17 0,2-2-20 0,3 2-28 16,4 0-28-16,2 1-18 0,3 2-48 0,4 0-82 0,4 3-84 0,2 1-55 15,4 0-256-15</inkml:trace>
  <inkml:trace contextRef="#ctx0" brushRef="#br0" timeOffset="127041.19">7568 15382 772 0,'-4'4'74'0,"3"-1"-98"0,4 1-50 0,6-1-62 16,5-1-87-16,3 0-94 0</inkml:trace>
  <inkml:trace contextRef="#ctx0" brushRef="#br0" timeOffset="148142.41">25573 6284 2095 0,'-2'-3'34'0,"0"0"-61"0,0-1-39 0,2 1 1 15,3 1 14-15,1 0 27 0,2 1 15 0,1-1 2 0,2 1-13 0,0 0-26 16,1 2-32-16,0 0-30 0,0 0-11 0,-1 1 3 0,1 1 36 0,-1-1 37 16,1 1 28-16,-2-1 17 0,1-1 4 0,-1 1-1 0,0-2 2 15,0 0 1-15,2-1-1 0,1 0 8 0,2 0 0 0,3-2 2 0,1 0 2 16,4-1-3-16,2-1 5 0,1 1 3 0,5-2 3 0,1 1 6 0,3-1 0 15,3 1 2-15,3 0 1 0,5-1-3 0,3 2 1 0,3 0-6 16,4 1-6-16,3 1-4 0,3 1-1 0,3 0 2 0,4 2 2 0,0 0-4 16,3 2-3-16,2 0-4 0,1 1 1 0,0 2 0 0,3 2-2 15,3 1 7-15,2 1-4 0,3-1 2 0,2 1 1 0,2 0-13 0,1 1 4 16,2-2-3-16,1 0 4 0,-1-3-3 0,1 0-6 0,0-1 4 0,-2 0-8 16,-2 0 6-16,0-1 6 0,-3 1 3 0,1-3-3 0,0-1 3 15,-1-1 0-15,2-2-5 0,-1 0 1 0,2-1-3 0,0-2 3 0,0 0-3 16,2 0 7-16,-1-2-2 0,2 1-5 0,-2-3-2 0,1-1-11 0,-2-1 0 15,0 0-2-15,-2-1 3 0,-1 0 3 0,-1-1 5 0,-4-1 2 16,-3 0 4-16,-2 0 6 0,-6-2 6 0,-2 1 8 0,-6-2 7 0,-3 2 4 16,-4-2-1-16,-4-2 8 0,-2-1 1 0,-4 0 1 0,-4-2-2 15,-3 0-8-15,-6-2-5 0,-5-1 1 0,-3 0-7 0,-5-1-3 0,-4 0-4 16,-4-1-8-16,-6-1-3 0,-3 0-7 0,-5 1 4 0,-3-1-8 0,-3-1 4 16,-4 1 5-16,-1-3-9 0,-4 2 6 0,-1-3-6 0,-3-1-8 15,-3 1 2-15,-2 1-5 0,-4-1-6 0,0 1 8 0,-3-3-4 0,0 3 5 16,-2-2 2-16,-5 3 0 0,-1 1 0 0,-2 1 0 0,-4 0 2 0,-3 0 6 15,-3 0-1-15,-4 0 2 0,-4-1 11 0,-1 0-1 0,-4-1 5 16,-3 1 3-16,-3 0-11 0,-2 2-4 0,-6 0 2 0,-1 2-1 0,-5 2 4 16,-2 1 4-16,-1 1 0 0,-3 2-6 0,-1 0-2 0,-1 1 4 15,0 2-5-15,-3-1 7 0,2 1-4 0,-2-1-3 0,2 3-1 0,0 2-5 16,2-1 0-16,0 2 0 0,1 2 1 0,1 1 4 0,-1 1-4 0,3 0-4 16,-2 2-3-16,3 1 0 0,-3 0 0 0,3 3 7 0,-3 1-3 15,-1 0 2-15,0 1 3 0,-2 2-1 0,1 1 1 0,-2 3 1 0,1 1 1 16,-1 2 2-16,1 1-3 0,2 3 2 0,2 2 2 0,3 3 1 15,5 0 6-15,2 3 3 0,4 0-3 0,4 2-2 0,4 1 1 0,3-1-5 16,4 4-2-16,5-1 1 0,4 3-4 0,3 1-4 0,4 0 2 0,3-1-12 16,4 3-2-16,2-2 2 0,4 2-3 0,1 1 1 0,2 1-5 0,1 0-19 15,1 1-35-15,0-1-49 0,3 2-82 0,-2 1-99 0,3-1-68 16,-2 0 17-16,-1-4-144 0</inkml:trace>
  <inkml:trace contextRef="#ctx0" brushRef="#br0" timeOffset="157592.13">3306 9041 803 0,'-48'-3'519'0,"-2"0"-491"15,-8 2 0-15,9 2-14 0,7 1 7 0,1 1 3 0,0-2-8 0,0 1 5 16,0 1-12-16,0 1-6 0,0 3-1 0,0 3-5 0,-4 3-5 15,1 5 2-15,-2 4 0 0,0 3 2 0,-1 5 1 0,-1 1-2 0,-1 3 11 16,-2 1 3-16,-1 1 2 0,-3 4 10 0,1 1 0 0,-1 1-2 16,-3 3 17-16,0 2 3 0,0 1 6 0,1 1 9 0,29-23-8 0,-5 7-4 15,0 2 16-15,-8 5 0 0,1 3-1 0,-5 6 7 0,-1 2-18 0,-4 6-5 16,1 2 5-16,1 1-5 0,1 0-4 0,2 2-4 0,2 1-7 16,2 1-7-16,1 1-1 0,2 1 0 0,2 3-7 0,19-35 0 0,-2 6 64 15,2 1-1-15,-1 4-1 0,0 1-9 0,-1 5-63 0,4 3-1 0,-3 3-3 16,1 2 3-16,0 4-6 0,3 2-2 0,-2 4 8 0,2 2-4 15,-1 5 3-15,4 1-10 0,-1 5 12 0,1 1-1 0,3 2 8 0,1-1 7 16,2 3-12-16,2 0 7 0,2 2-18 0,0 0 12 0,3 2 4 0,2 1-4 16,1 2 15-16,1 0-12 0,2 3-11 0,12 93 11 0,3-9-75 15,2-9 1-15,2-9 10 0,3-11-2 0,0-11 67 0,1-12-1 0,-2-13-2 16,1-4-2-16,2 0-1 0,3 1 4 0,0 0 2 0,3-1-5 16,1 0 5-16,2 1-4 0,4-3-1 0,0-2 4 0,4-3-35 0,8 9 6 15,45 75 8-15,-7-30 3 0,-10-30 31 0,-19-41-7 0,1-2-4 0,1-10-9 16,1-4-5-16,-2-3 10 0,2-6-19 0,0-1 9 0,2-1 2 15,0-2-2-15,2-4 24 0,1-1 0 0,2-5 6 0,1-4 5 0,3-3-10 16,2-2 22-16,1-5 13 0,3-2-3 0,2-3 3 0,-1-2-18 0,0-3-14 16,0-3-8-16,0-2-3 0,1-3 5 0,0-2-2 0,-1-1 7 15,-1-1 1-15,1-2-6 0,0 0 6 0,-2-3-10 0,0-2 3 0,-2 0 4 16,-1-2-2-16,0-2 2 0,-1-1-4 0,-1-2-13 0,0-1 11 16,-3-1-8-16,0-3-5 0,-1 0 6 0,-3-1-7 0,0-2 7 0,-1 0 0 15,-2-2-7-15,-1 1-3 0,-3-1 1 0,-1-2 0 0,-1 0 6 0,-3 0-9 16,-4 0-6-16,-1-1-17 0,-3 1-29 0,-2 0-33 0,-3 1-41 15,-4-1-39-15,-5 0-36 0,-3 1-36 0,-2-1-34 0,-4 2-81 0,-3-2-69 16,-2 0-264-16</inkml:trace>
  <inkml:trace contextRef="#ctx0" brushRef="#br0" timeOffset="157926.12">4787 15658 3271 0,'-28'-7'144'0,"6"1"-68"0,0-1-43 0,12 2-44 16,8 0 5-16,4-1-5 0,3-1-9 0,5-3 11 0,4 1-8 0,7-3 13 0,5 0 3 15,3 0-1-15,6-1 2 0,4 3-11 0,4 1 2 0,4 0-1 0,4 3 1 16,-1 1 6-16,3 2-3 0,-1 3 6 0,-1 3-3 0,-1 3 8 15,-3 1-5-15,-2 3-2 0,-2 0 4 0,0 4-6 0,0 1 3 0,-3 4-3 16,-2-1 2-16,-3 5 6 0,-2 3 3 0,-2 1-1 0,-2 4-3 0,-1 1 10 16,-3 3-13-16,-3 4 13 0,-2 2 14 0,-2 5-16 0,-4 5 21 15,-2 3-18-15,-4 7-6 0,-4 4 9 0,-2 5-14 0,-3 5-3 0,-1 5 0 16,-2 6 6-16,-1 6 1 0,-4 7-8 0,0 6-24 0,2 3-36 16,3-53-50-16,0 16-45 0,1 0-95 0,2 15-122 0,2 3-182 0,2 12-171 15,0-51-195-15</inkml:trace>
  <inkml:trace contextRef="#ctx0" brushRef="#br0" timeOffset="164809.62">11212 10497 1736 0,'-5'-3'184'15,"0"1"-107"-15,0 0-71 0,2 1-27 0,1 2-22 0,2-1-9 0,0 0 1 16,1 2-3-16,1 0 12 0,0 0 15 0,0 1 6 0,-1 1 12 0,0-1 6 16,-1 2-1-16,-1 1 6 0,0 0-4 0,0 0 3 0,0 0 0 15,-1 0-2-15,1 1 2 0,0-1 4 0,-1 0-1 0,2 0 4 0,-3 0 6 16,0 1-2-16,-1-1 5 0,1-1 1 0,0-1 3 0,-1 1 3 0,2-1 1 16,-1 0 3-16,1-1 1 0,1 0 3 0,0-1 0 0,0 0 0 15,0 0 4-15,0-2 2 0,1 1 6 0,-1-1 1 0,0 0-1 0,0 0 0 16,-1 0-4-16,1-1-4 0,-1 0-2 0,0 1 1 0,1-1 0 15,0 0 4-15,0 0-7 0,1 0-4 0,-1 0-4 0,1 0-11 0,0 1 2 16,-1 0-5-16,2 0-4 0,-1-1 1 0,0 1-6 0,1-1 4 0,-1-1 5 16,2 1-1-16,0-1 6 0,1-2-6 0,0-1-2 0,1 1 5 15,0-2 0-15,2-1 1 0,1-1-2 0,1-1-3 0,1-1 0 0,0-1 2 16,2 1 3-16,0-2-2 0,1-1 1 0,2-1-4 0,1-1-1 0,1 0-4 16,2-1 0-16,0 0-1 0,2-2 1 0,2 1 9 0,0-1-4 15,2-1 4-15,1 1-6 0,-1 1-3 0,3-1 6 0,0 1-4 0,3-1-4 16,1-1 3-16,3 0-4 0,-2 1 8 0,1-1 2 0,2 0-15 0,0 0-3 15,2-2-4-15,3 1 14 0,0 0 4 0,2 0 1 0,-1-1-2 16,3 1-8-16,1-1 4 0,-1 0 3 0,1 0 1 0,2 1-2 16,0-1 0-16,1 1 1 0,0 1-1 0,-1-2 0 0,2 2 1 0,-1-1-4 0,2 0-2 15,-1 1 2-15,0-2 2 0,1 1 3 0,-2 2-3 0,2-1-1 16,0 0-2-16,3 2 1 0,-1 0 5 0,3 0-5 0,-1 1 5 0,0-1 0 16,2 0-5-16,0 1-2 0,2 1-3 0,-1 0 3 0,2 1-3 15,2-2 2-15,0 2-2 0,2 1 5 0,0 0 12 0,-1 0-6 0,2 1 1 16,0 0-10-16,-1 1-2 0,-2 1 0 0,-3 0 8 0,2 1-3 0,-2 2 3 15,-1 1-1-15,0 1 0 0,-3 1-4 0,1 2 4 0,0-1-2 16,0 2 0-16,-3 0 5 0,-1 1-2 0,-1 1 2 0,-1 1 0 0,1 0 4 16,0 1-6-16,-3 1-1 0,-1 0 1 0,-2 2-5 0,2 1 4 0,-2 2 5 15,1 1 0-15,-2 0-7 0,1 0 0 0,-4 2-10 0,-1 0 6 16,-1 1 2-16,-1 1-3 0,0 1 16 0,0 3-3 0,0-1-1 0,0 0 6 16,-3 2-11-16,-1 1 3 0,-2-1 2 0,-1 2 0 0,-2 1-2 15,1-2-2-15,-3 1 4 0,-1 1 0 0,-2 0 7 0,0 2-4 0,-2 1-5 16,-2 0 7-16,1-1-13 0,-3 0 1 0,0 0 5 0,-3 0-5 0,-1-2 7 15,0 1-6-15,-2 0 5 0,0-2 1 0,-2 0 0 0,-1 0 3 16,-1 0-3-16,-1-2-11 0,-1 0 3 0,-1-2 6 0,0 1-2 0,-1 0 17 16,0-2-8-16,-2 1-3 0,1-1-1 0,-2-1-6 0,1-2 12 0,-2 1-10 15,1-1-4-15,-1-1 7 0,-1-1-11 0,1-2 13 0,-1-1-4 16,0 0-5-16,0 0 7 0,0 0-16 0,0 1 11 0,0-2-2 0,-1 0-10 16,0-1 1-16,-1-1-24 0,-1 1-16 0,-1-1-22 0,-2-1-28 15,-1 1-18-15,-4-2-28 0,-3-1-46 0,-3-1-66 0,-2-2-100 0,-5-2-103 16,-4-2-68-16,-7-4-141 0</inkml:trace>
  <inkml:trace contextRef="#ctx0" brushRef="#br0" timeOffset="165142.62">15012 10172 629 0,'9'5'292'0,"3"1"-92"0,2 2-26 16,2 2-26-16,-2-1-16 0,2 2-18 0,-1 0-17 0,2 1-15 0,0 1-18 15,0 0-6-15,1 0-10 0,0 0-7 0,-1 1-3 0,-1 0-9 16,-1 0-3-16,0-1-4 0,-1 1-3 0,-1 1 2 0,0 1 1 0,0-2 11 16,-1 0 2-16,2 0 5 0,-2-2 8 0,1 0 3 0,0-1 8 0,-2-1-2 15,1 0 8-15,-2-2-3 0,1-1-2 0,0-1 8 0,0-1-11 16,1-3 4-16,-1 0-5 0,2-2-9 0,1 0 1 0,3-2-6 0,-1-1-7 15,4-1-7-15,1-1-12 0,0-2 2 0,3 0 2 0,2-1-6 16,-1 0-3-16,2 0-6 0,0-1-8 0,1 0 1 0,-2 0-4 0,2 0-10 16,-1 0-19-16,-2 0-36 0,-1 1-47 0,-2-2-49 0,1 0-55 0,1 0-49 15,-1-1-61-15,3 1-122 0,-1-3-100 0,2-2-224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22T11:31:47.1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3920 6145 849 0,'-2'-6'79'0,"1"1"-53"0,-1-1-16 0,1 3 0 15,1 2 8-15,0 1 4 0,0 0-1 0,2 0-10 0,-1 1-6 16,1 0-8-16,3 2-3 0,0 1 0 0,0 0-2 0,2 2 1 0,0 1 3 16,1 1-1-16,0 1 2 0,2 0-1 0,0 0-1 0,1-1 4 15,0-2 1-15,1 1 0 0,0-1 4 0,0-1-2 0,0 0-1 0,0 0 2 16,1-2-1-16,1 1 4 0,2-1 1 0,-2 0 3 0,3-1 3 0,2 1 5 16,-1-1 6-16,4 0 6 0,1 0 6 0,2-1 8 0,3 0 4 15,1-1 8-15,4 0 5 0,1-1 5 0,4 1-1 0,2-1 4 0,2 1-8 16,5 0-5-16,2 0-6 0,3-1-3 0,3-1-5 0,3 0-9 0,3 0-7 15,3-1-16-15,3 1-3 0,2 0-5 0,0 0-4 0,2 0 8 16,1 0-5-16,1 0 0 0,2 1 1 0,1-1 2 0,-1 0-7 0,4-1 0 16,1 0 5-16,0-2-4 0,2 0 9 0,2 0 2 0,-1-1-3 0,2 1 0 15,0-1 1-15,0 0 1 0,2 0 3 0,2 0 11 0,1 1 1 16,0-1 3-16,3 1-3 0,0 0-6 0,4 0 4 0,0 0 2 0,4 1-1 16,1-1-1-16,-1 1-7 0,2 1-10 0,-1-2 0 0,-1 2-5 15,1-2 4-15,-1 1 0 0,0-1 1 0,-1 0-4 0,-3 0 0 0,-2 1-1 16,1 0-7-16,-2 1 11 0,0 0-4 0,-2 0 1 0,0 1 3 0,-1 0-2 15,0 0 2-15,1-1 1 0,1 0 1 0,-2-1-1 0,3-1 1 16,-4-1-5-16,1 0 1 0,-3-2-2 0,0 0 1 0,-3-1 0 0,-2 0-5 16,-2-1 5-16,-4-1-6 0,-1 0 2 0,-2-1 7 0,-4 1-2 0,-1-1 7 15,-2-1 2-15,-4-2-3 0,0 1 5 0,-5 1 0 0,-1-1 0 16,-2 0-5-16,-2-2-2 0,-1 0 1 0,-1 0 4 0,-2-2 1 0,-2 1 2 16,-2 1-11-16,-2-1-4 0,-1 0 7 0,-3 2 5 0,-2-3 10 15,-4 1 6-15,-2-2-4 0,-3 0-2 0,-3-1 5 0,-3-2 0 0,-2 2 3 16,-5-3-5-16,-1 0-4 0,-3-1 0 0,-3-2-5 0,-3 1-3 0,-3-4-14 15,-3-2-10-15,-5-1-4 0,-2-1-4 0,-4-1 4 0,-4 1-1 16,-2-3 2-16,-5 1 0 0,-4-2-2 0,-3 0 12 0,-4-1 1 0,-3 0 2 16,-4 1 9-16,-3-1-9 0,-4 0 0 0,-2 2 2 0,-1 1-3 0,-4 0 6 15,-1 0 7-15,-4-2-4 0,-2 2 4 0,-2 0-4 0,-3 3-11 16,-2 2 2-16,-2 0-5 0,-3 0 2 0,-3 3-1 0,-4-1 3 0,-2 3 13 16,-4 1 1-16,-6 2 5 0,-1 3-8 0,-5 1-6 0,-7 3 9 0,-2 4 2 15,-5 3 3-15,-4 4 0 0,-2 2-6 0,-1 2 0 0,-2 3 0 16,2 2-5-16,-1 1 2 0,1 2-2 0,2 2-5 0,1 2 2 0,0 3-3 15,4 0-6-15,0 0 1 0,1 5-2 0,1 2 4 0,1 1 6 16,2 5 2-16,3-1-1 0,1 4-4 0,2 0 0 0,-1 3-5 0,5 2-1 16,0 3-2-16,3 0-4 0,3 0-15 0,2-1-41 0,3-1-56 0,4 0-57 15,2 3-58-15,3-2-42 0,6-1-31 0,3-1-12 0,4-3-269 16</inkml:trace>
  <inkml:trace contextRef="#ctx0" brushRef="#br0" timeOffset="2433.79">20814 6228 1657 0,'-1'-5'1024'0,"0"1"-937"0,0 0-74 0,3 3-61 0,1 1-28 0,2 1 6 15,4 2 19-15,4 2 24 0,4 2 24 0,1 0 3 0,1 0 11 0,1 0 10 16,3 0-1-16,0-2 4 0,5 1-2 0,1 1 2 0,4 0 5 16,2-1 10-16,5 0 2 0,3 0-3 0,6-1 0 0,6 0-9 0,5 0-4 15,7-2-3-15,5 0-3 0,6 0-4 0,6 0-3 0,6 0 1 0,6 0 1 16,6 0 3-16,4 0-14 0,5 1-4 0,4 1-1 0,3 1-3 15,3 3 22-15,0 0 0 0,2 0 0 0,-1 2-3 0,-2 0-5 0,2 0-4 16,-2 0 3-16,-3-1 10 0,-1-1-8 0,-4 0 11 0,-4 0-5 0,-2-1-4 16,-4-1-1-16,-1-1 1 0,-4-1-2 0,-3 0 1 0,-3-2 3 15,-2-1-3-15,-5-3-4 0,1 0 7 0,-4-2-7 0,-3-2 0 0,-1-2 4 16,-3-1-8-16,-2-2 5 0,-4-1-7 0,-1-1 12 0,-2-3-8 16,-4-2 4-16,-3-1-11 0,-3-1 1 0,-3-2 1 0,-4-3-4 0,-4 0 8 15,-4-5-8-15,-3 1 0 0,-7-4-1 0,-3-1 3 0,-6-3 4 0,-4-2 5 16,-5-4-5-16,-4-5 0 0,-5-1 1 0,-5-4 3 0,-6-1 3 15,-6-3-4-15,-3-4 8 0,-7-1-2 0,-7-1-1 0,-5 0 7 0,-6-1-15 16,-7-2-4-16,-8 0 2 0,-4-1-8 0,-6-1 1 0,-7 4 5 0,-6 0-1 16,-4 3 3-16,-6 1 0 0,-5 2-7 0,-5 3 1 0,-5 0 1 15,-4 3 1-15,-4 0 1 0,-6 3 1 0,-1 5-5 0,-3 3 5 0,-4 3-2 16,-3 4-8-16,-6 2 12 0,-3 6-4 0,-1 3 2 0,-1 5 13 16,-2 5-16-16,0 3 5 0,-1 5 1 0,-4 6-4 0,2 4 10 0,-3 4 0 15,3 3-7-15,-1 4 0 0,2 4 7 0,2 4-5 0,-1 6 16 0,4 4 2 16,4 4-13-16,3 3 2 0,8 3-5 0,6 3-2 0,6 3 9 15,8 1-6-15,7 3 1 0,8 1-1 0,7 5-18 0,5 3 11 0,7 3 4 16,8 1 4-16,9 2 17 0,8 1-10 0,10-1 0 0,10-2 4 0,9-2-1 16,11-4-3-16,9-1 9 0,11-2 2 0,9 0 1 0,10-1 1 15,9-2-13-15,9 0-8 0,10-2-6 0,7-2-3 0,7-2 4 0,6-4-6 16,2-4 6-16,4-1 0 0,4-4-22 0,1-4-1 0,1-1 7 16,-1-4 4-16,0-2 11 0,-3-3 1 0,-2-4-13 0,-2-1-17 0,-1-3-3 15,-2-3-16-15,-2-5-24 0,-2-1-14 0,-2-3-19 0,-5-3-36 0,-2-2-37 16,0-2-50-16,1-2-62 0,0-3-41 0,0-3-51 0,1-2-51 15,0-5 4-15,6-4-115 0</inkml:trace>
  <inkml:trace contextRef="#ctx0" brushRef="#br0" timeOffset="3033.79">28615 6235 2691 0,'3'1'85'16,"1"1"-158"-16,2 0-26 0,0 2 3 0,3 1 26 0,3 1 42 15,1 1 28-15,2 3 10 0,0 1 8 0,3 0 7 0,2 1 7 0,1 0 17 16,2-2-3-16,1 0 0 0,0 1-7 0,4-1-8 0,1 3 3 16,2-2-4-16,2 1-4 0,2 0-5 0,3 0-2 0,2 0-1 0,3-1 0 15,3-2-1-15,3 1 2 0,2 0 4 0,3-1-4 0,3 0-2 0,2-1 4 16,1-2-8-16,5 1 3 0,1-3-4 0,4-1-9 0,4-2 2 15,1-2-3-15,5-3-5 0,0-1 6 0,3-2-6 0,0-3 3 0,-1-1 5 16,0-2 2-16,0 0-2 0,-1 0 3 0,-1-3-2 0,-1 0-5 0,-5-1 10 16,-1 0 6-16,-1-1 8 0,-4 0 4 0,-3-2 1 0,-1 0-14 15,-4-3-4-15,-2 0-3 0,-3-2 0 0,-4-2 2 0,-2 0-4 0,-4-5-9 16,-1 0-3-16,-5-4-4 0,-3-6-7 0,-3-3-7 0,-4-3-14 16,-6-5-7-16,-2-4 3 0,-5-4 8 0,-5-6 4 0,-3-2-9 0,-5-1-9 15,-4-4-14-15,-8 0 11 0,-5 2 14 0,-8-2 8 0,-8 3 12 0,-5 1 7 16,-9 2-7-16,-8 2 5 0,-6 2 6 0,-9 3-3 0,-7 2 18 15,-6 5 6-15,-9 3 5 0,-8 4 10 0,-7 4-3 0,-6 6-5 0,-7 3 2 16,-5 3-3-16,-5 7 10 0,-6 4 0 0,-5 5 5 0,-5 8 7 0,-3 5-3 16,-3 5 1-16,0 8 5 0,0 6 11 0,3 4-3 0,3 6-3 15,4 3-13-15,8 5-21 0,5 3-3 0,8 5-6 0,7 4-4 0,6 3-10 16,9 3-8-16,5 4 1 0,7 2-5 0,6 2-15 0,3 5 0 16,5 3-16-16,0 1-33 0,2 1-37 0,-1 1-62 0,-1-1-48 0,-1 0-67 15,-1-3-90-15,-3-4-59 0,-1-2-26 0,-3-5-251 0</inkml:trace>
  <inkml:trace contextRef="#ctx0" brushRef="#br0" timeOffset="3834.8">4075 6820 3177 0,'-22'-22'12'16,"1"-1"11"-16,-2-5-19 0,10 7-12 0,8 5 5 0,3 2-6 16,4 2-2-16,1 1 1 0,5 1-11 0,4-1-4 0,3-1 4 0,3 0 4 15,4 0 8-15,3-1 4 0,3-2 3 0,5 0 2 0,3 0-1 0,7-2 1 16,2-1 1-16,3-1-1 0,2-1 2 0,3-1-5 0,5 0 3 15,4-2-11-15,5-1 3 0,3-1-1 0,4-1 4 0,2 1 6 0,3 0-6 16,5 0 7-16,3 0-11 0,3 1 11 0,0 1 0 0,1 3-2 0,3 1-4 16,-2 2 1-16,3 3 1 0,-1 2-6 0,2 1 9 0,0 3 1 15,0 2-4-15,-1 3 4 0,-4 3-5 0,0 3 1 0,-4 3 0 0,0 3 1 16,-3 2-3-16,-1 4 4 0,-3 2-7 0,-2 3 4 0,-3 3-2 16,-1 3-4-16,-4 2 1 0,-2 1 6 0,-5 3-15 0,-4 1 13 0,-4 3-1 15,-6-1-5-15,-2 3 14 0,-3 0-20 0,-5-1 6 0,-4 1 0 0,-4-3 0 16,-3 0 7-16,-4 0-2 0,-3-2 0 0,-5 0 0 0,-4 0-1 15,-5 1 3-15,-4 1-4 0,-6 1 2 0,-8 2-11 0,-4 1-1 0,-10 3 7 16,-7 0 0-16,-8 4 17 0,-8 0-1 0,-7 1-2 0,-4 1 2 0,-7-2-2 16,-6 1 2-16,-3-1 3 0,-4-4-3 0,-4-1 4 0,-3-1 2 15,-1 0 2-15,-3-3-13 0,-2-2 8 0,1-2-1 0,-1-1 2 0,-3-2 17 16,3 0-5-16,-1-2 2 0,3-2 4 0,-1-1-6 0,2-2 2 16,1 0-1-16,2-3 6 0,2 0-1 0,2-3-1 0,6-2-4 0,3-2-8 15,3-3-4-15,6-3 0 0,2-1-8 0,3-2-4 0,5-2 1 0,3-2 0 16,4-2-4-16,4-2-8 0,4-1-17 0,3-3-30 0,4-2-44 15,3-4-44-15,5-2-59 0,3-4-63 0,4-3-59 0,6-1-81 0,6-4-51 16,5-4-170-16,7-7 159 0</inkml:trace>
  <inkml:trace contextRef="#ctx0" brushRef="#br0" timeOffset="4934.8">8464 7128 1238 0,'-18'7'139'0,"2"2"-78"0,-4 1-13 0,5 1-23 15,5-2-14-15,3-1-6 0,1 2-5 0,2 0-1 0,2 0 0 0,1 0-4 16,0-1 5-16,1-1 1 0,2-1-2 0,-1-1 4 0,0-1-1 0,0-2-2 16,0-2 6-16,-1 0 1 0,-1-2 4 0,0 0 1 0,0-2-3 15,-1-2-3-15,-2 0-1 0,-1-2-1 0,0-1 3 0,-2-2-4 0,-2-2 2 16,0-1 0-16,0-1-3 0,-1 0 5 0,-1-3-4 0,-1-1 2 16,0-1 7-16,0-1-1 0,0-1 6 0,-1-1-3 0,1-1 1 0,2 0 11 15,-1 0-1-15,3-2 4 0,1-1 1 0,1 0-10 0,2-3 3 0,2-1-2 16,1 0 2-16,2-1-2 0,3-1-2 0,1 0-1 0,3-3-7 15,2 1 3-15,1-1-2 0,4 0-2 0,0 2 0 0,2-2-3 0,-1 2-3 16,2-1 1-16,1 1 0 0,0 2 6 0,3 2-1 0,0-1 5 0,-1 5 1 16,1-1-5-16,-1 4 8 0,-2 1 1 0,0 3 3 0,1 2 0 15,-2 2 5-15,2 1 0 0,2 1-1 0,0 0 4 0,5 2 1 0,1-1 1 16,3 0 2-16,3 0 0 0,5 1-4 0,1 1-2 0,5 1-5 16,2 4-5-16,2 0-2 0,4 3-8 0,0 3 1 0,1 3-4 0,1 3-4 15,-2 3-9-15,0 5 6 0,0 2-5 0,-2 2 2 0,-2 3 4 0,-1 1-8 16,-3 3-1-16,-1 3-2 0,-4 1 0 0,-2 2-3 0,-2 1 3 15,-5 2 2-15,-2 1-1 0,-6 2 4 0,-2 0-3 0,-3-2 1 0,-4 0 4 16,-4 1-1-16,-3-2-1 0,-2-1 3 0,-2-2 6 0,-4-3 0 0,-2-3 5 16,-3 1-1-16,-3-3-7 0,-6 3 2 0,-6-1-13 0,-5 4-17 15,-11-1-28-15,-7 3-18 0,-7 0-17 0,-10 1-43 0,-8 1-3 0,-5 1 5 16,-7-3 22-16,0-3 49 0,-3-3 36 0,-1-3 16 0,2-6 14 16,0-3 6-16,3-5 4 0,2-4 7 0,1-4 6 0,5-4 9 0,2-3 11 15,5-2 10-15,6-4 8 0,5-2-1 0,5-1-12 0,9-6-16 0,6-2-24 16,8-5-35-16,7-5-48 0,9-5-79 0,8-5-97 0,8-8-107 15,9-4-95-15,11-8-116 0</inkml:trace>
  <inkml:trace contextRef="#ctx0" brushRef="#br0" timeOffset="13334.37">4186 8995 2209 0,'-9'3'59'0,"1"2"-75"16,0-1-15-16,4 2 10 0,2-1 10 0,2-1 8 0,0 1-2 0,1-1-18 15,2 1-13-15,1-1-23 0,2 1-28 0,2-1-35 0,1-1-21 16,3-1 5-16,2-2 18 0,2-2 37 0,0-2 31 0,3-2 17 0,1-2 11 16,2-3 12-16,1-1 4 0,2-1 10 0,0-1 6 0,3-2 5 0,0-1 4 15,4 0 7-15,-1-1 5 0,4 0 11 0,3 3 13 0,2-1 1 16,3 1 7-16,0 0-6 0,5 1-12 0,3-1-4 0,4 2-12 0,5-1-9 15,2 1 6-15,4 0-9 0,3 0 1 0,4-1 3 0,4 1-6 0,2-1 3 16,6 0-11-16,3 0-5 0,3-1-2 0,5 0-5 0,3 0 10 16,3-2-3-16,5 0 4 0,1-1-6 0,3-1-2 0,4 0 4 0,2 0-2 15,2 2 2-15,3-1 2 0,1 1 0 0,3 1-4 0,0 1 6 0,2 0-5 16,1 1-7-16,0 0 3 0,2 0-2 0,-2 2 0 0,2-1 3 16,0 2 0-16,-2 0 3 0,2 0 1 0,-1 0 0 0,0 2 0 0,-1-1 1 15,-4 1 7-15,2 1 6 0,-3 2 10 0,0 0 4 0,-1 0-3 0,-4 0 6 16,-1 0-8-16,-2 0-1 0,-3 1 9 0,-2 0-5 0,-3 0 0 15,-4 0 2-15,-2 1-5 0,-5 1 0 0,-3-1 6 0,-3 0 3 0,-3 1-3 16,-4-2-1-16,-3 0 2 0,-5-1-8 0,-4 0 2 0,-3 0-3 0,-4-1-4 16,-3 0 3-16,-5-1-4 0,-5 0 7 0,-3-1 0 0,-6-1-1 15,-5-1 6-15,-4 1 2 0,-6-2 3 0,-3 1 6 0,-4-2 6 0,-7 0 7 16,-4-1 13-16,-3 0 4 0,-4-3 6 0,-3-2-12 0,-3-2-27 16,-4-2-28-16,-5-2-28 0,-4-2-21 0,-6-1-5 0,-5-1 6 0,-3-2 10 15,-3 0 12-15,-6-3 11 0,-3 1 4 0,-4 1 11 0,-4-1-3 16,-2 0 3-16,-4 2 6 0,-3-2-11 0,-1 2-1 0,-4 0-2 0,-2 2 0 15,-3-1 0-15,-4 2 0 0,-4 0 0 0,-2 0-4 0,-5-1-1 0,-4 2 4 16,-3 0-1-16,-5 2 0 0,-3 2 1 0,-4 0-4 0,-3 2 0 16,0 0 3-16,-2 0-1 0,-3 2 5 0,1 0 3 0,0 0-10 0,-2 1 1 15,0 0-1-15,1 1 9 0,-3 1 7 0,2 2-3 0,-2 1 2 0,-2 1-10 16,-2 1 0-16,-2 2 2 0,0 3 1 0,-3 2 2 0,-1 2 4 16,0 3 2-16,-1 2 5 0,0 3 7 0,-1 5 4 0,0 5 4 0,-2 3-9 15,0 5-2-15,-2 7 11 0,1 5-10 0,-1 8 10 0,0 4-10 0,1 5-9 16,2 4 2-16,0 4-10 0,5 5-1 0,3 3-12 0,3 2-17 15,4 4-35-15,5 3-46 0,4 2-78 0,7 1-90 0,5 2-114 0,6-1-181 16,5 0-426-16</inkml:trace>
  <inkml:trace contextRef="#ctx0" brushRef="#br0" timeOffset="19900.73">8369 8697 2981 0,'-23'0'72'0,"1"-1"-64"0,-5-1-32 0,2-2-37 15,5-1-31-15,-1-1-13 0,1-1 11 0,1-1 13 0,-1-1 8 0,0 0-15 16,-1 0-34-16,-2-1-45 0,-2 0-34 0,1-1 0 0,-3 2 39 16,0 1 57-16,-4 0 65 0,1 3 51 0,-3-1 43 0,-1 2 30 0,-4 0 22 15,-2 3 8-15,-3 0-14 0,-1 1-18 0,-4 2-21 0,1 1-9 0,-2 0 0 16,0 1 3-16,-1 0 5 0,-1 0-3 0,1 0-10 0,-1 0-11 16,0 0-12-16,-2 1-7 0,-1-1-8 0,-2 0-4 0,-2 1 2 0,0 0 0 15,-1 1 5-15,-2 0 5 0,0 0 0 0,-2 0 10 0,-1-3-1 16,0 2-6-16,-2-1-2 0,0 0-10 0,-1-1-2 0,-2 1-4 0,0 0 3 15,-3 2 1-15,0 0-4 0,-1 1 4 0,-3 1-9 0,-2 0 3 0,-2 1 3 16,-1 2-1-16,-1 2 9 0,-2 2-1 0,0-1-7 0,0 2 2 16,0 0-10-16,-1 2-1 0,1-1 1 0,1 0 3 0,0-1 1 0,0 1 9 15,3-1-4-15,-1 4 3 0,2 1 1 0,3-1-6 0,-1 1-1 0,0 1 1 16,2-1 4-16,2 1-1 0,0 2-1 0,1 0 0 0,1 2 0 16,-1 2 2-16,2 2 4 0,-1-2 0 0,2 3 6 0,0-2 7 0,2 2 2 15,2 0 12-15,1 1 3 0,2 1-1 0,-1 1-2 0,2-2-15 0,3 1 9 16,0-1-2-16,4 1-3 0,2-1 6 0,2-1-20 0,2 2 0 15,4-2-7-15,2 2-3 0,4-1-4 0,3 3-3 0,3-1 3 0,1 2 2 16,2-3-3-16,3-1-4 0,1-1 3 0,5 0-11 0,3 0 1 16,4-1-4-16,3-1-6 0,3-2-3 0,6-3 1 0,1 1 2 0,5-3 2 15,3 1 5-15,4-2-5 0,3-2 4 0,6 0-1 0,3-1 6 0,6-1 6 16,2-4-1-16,4 0 3 0,3-3 0 0,5-2 3 0,4 0 7 16,4-3-3-16,5-1-4 0,2 0 2 0,4-3-2 0,2 0 6 0,5-1-3 15,2-1-1-15,4 1 2 0,3-2-2 0,3-1 5 0,6-1-5 0,2 0-3 16,5-1 4-16,1-1-2 0,4 1 1 0,3-1-2 0,3 1-3 15,4-1 2-15,4-1-1 0,4-1 1 0,1-1-5 0,5-2-4 0,3-2-1 16,3-1-2-16,4 0 5 0,3 1-11 0,3-1 3 0,2 0-3 16,2-1-8-16,2 2 3 0,1-1-8 0,0 0-6 0,2 2-1 0,2 1 7 15,-1 0-4-15,2 0 4 0,0 1 8 0,1 0 3 0,2 1 8 0,0 1 3 16,2 0 4-16,2-1 1 0,0 1 1 0,1-1 0 0,2 0-2 16,0 0 1-16,1-1 7 0,4 1 0 0,0 0-3 0,-1-1 3 0,2 1 0 15,-1 1 4-15,-1 0 4 0,-2 1-4 0,1 1-5 0,-2 1-5 0,0-1 3 16,0 2-3-16,-3 1 0 0,-1 0 3 0,-1 2 0 0,-1 1-2 15,-1 1 8-15,-2 1-9 0,-1 1 0 0,-4-1 2 0,1 1-4 0,-3 3 5 16,-1-1-1-16,-3 2 1 0,-1 2-2 0,-3-1-1 0,0 1 5 0,-3 0-4 16,0 1 5-16,0-1-3 0,-3-1-1 0,-2 1 4 0,-2-2 0 15,-1 0-3-15,-1 0 2 0,-4-2-4 0,-1 0 4 0,-3 0 1 0,-2-3-2 16,-1 0 5-16,-4 0 0 0,-3-2 2 0,-4 0-2 0,-3-1-3 16,-1-1 0-16,-6-1 2 0,0 0 3 0,-7-3 8 0,0-1-1 0,-6-1 3 15,-2-3 3-15,-2 0 3 0,-5 0 9 0,-3-2-1 0,-5-1-1 0,-2-1-2 16,-5-1-7-16,-3-3 4 0,-4 0 0 0,-5-1 1 0,-2-2 3 15,-4-2-2-15,-5 1 0 0,-3-3-1 0,-4 0-4 0,-3 1-6 16,-5-2-6-16,-2 1-1 0,-4-2-3 0,-2-1 3 0,-3-3 3 0,-3 1-15 16,-3-2 5-16,-4 1 0 0,-3-2-2 0,-3 0 12 0,-5-3-7 0,-4 0-6 15,-3 0 0-15,-3-3-4 0,-5-1-3 0,-4-1 4 0,-5-2-5 0,-4 0-1 16,-5 0 4-16,-6-1-9 0,-3-2-2 0,-4 2 6 0,-3-1 2 16,-4 2 4-16,-4 0 7 0,-4 1-4 0,-2 1 0 0,-5-1 1 0,-2 1 3 15,-4 0-1-15,-4 0 5 0,-2-1 1 0,-4 4 0 0,-2-1 1 0,-4 1-4 16,-3 1 3-16,-6 1 4 0,-4 3 2 0,-2 1 1 0,-6 4 0 15,-2 0-4-15,-5 3 4 0,-3 2 1 0,-3 2 1 0,-4 2 2 0,-1 2 1 16,-3 4 2-16,-4 4 2 0,-3 2 1 0,-2 4 3 0,-2 3 1 0,-2 4-1 16,-2 5-5-16,-4 2-5 0,-1 7-1 0,-3 5-2 0,-3 4-1 15,-3 7 0-15,-4 4-8 0,-3 7-3 0,-3 4-5 0,-2 6 1 0,-2 4-6 16,-3 7-10-16,-3 5-27 0,-3 4-44 0,-2 6-58 0,-2 7-87 16,-1 6-111-16,-5 8-186 0,0 7-474 0</inkml:trace>
  <inkml:trace contextRef="#ctx0" brushRef="#br0" timeOffset="31434.97">6004 10513 2664 0,'-26'-7'81'0,"-3"-1"-33"0,-8-2-37 0,2 2-11 0,2 1-3 0,1-1 3 16,0 1 0-16,1-1-8 0,-2 0-15 0,0 0-17 0,-2 2-28 0,-1 0-17 16,-1 3-14-16,-3 1-4 0,0 2 16 0,-2 2 14 0,-1 1 30 15,0 0 14-15,0 2 18 0,-3 1 15 0,-2 1 2 0,-1 1 7 0,-2 1 7 16,-1 0 2-16,-1 1 2 0,-2 1 10 0,-1 0-1 0,0 0 4 15,0 0 7-15,0-2-10 0,-1 0 6 0,-1 1-5 0,0-1-8 0,-1 0 3 16,1-1-10-16,-1 1-1 0,-1 0-3 0,0 1-2 0,0 0 2 0,0 0 2 16,1 0 6-16,0 2 2 0,1-1 0 0,1 4-7 0,-1 1 6 15,2 1-8-15,-1 2 1 0,2 1-17 0,0 2 4 0,1 2 2 0,2 3-5 16,-1 2 12-16,2 4-9 0,-1 1-1 0,-2 4 4 0,3 2 2 0,2 2 3 16,1 3-4-16,2-2-2 0,3 1-7 0,4-2 3 0,3 0 5 15,4-1-1-15,4 0-12 0,4-2-5 0,6-1 8 0,4 0-1 0,6-1 13 16,3-2-8-16,5 0-7 0,4-1-4 0,5-1-1 0,4 0 3 15,5 0-3-15,6-1 0 0,4 0 2 0,5-3-2 0,5 0 0 0,2-1-1 16,7 1 1-16,1-1 1 0,3 1 5 0,5-1 4 0,3 0-9 0,3-1 4 16,4 1 4-16,3-1 2 0,3 1 13 0,4 0 7 0,4-2 7 15,5-1 9-15,3-3 0 0,6 0 7 0,3-3-4 0,3-3 2 0,5 0-3 16,3-2-13-16,2-1 0 0,2-1-10 0,3-3-2 0,3-1-5 0,1-1 0 16,1-3-8-16,0-3 3 0,-1-2-2 0,1-3-8 0,-3-2 6 15,1-3-7-15,-1-1 6 0,-1-3 6 0,0-4-9 0,-2-2 11 0,-3-1-5 16,-1-4 2-16,-3-2 8 0,-3-2 0 0,-1-3-3 0,-1-2-9 15,-5-1 13-15,0-4 4 0,-5 0 8 0,-3-2 13 0,-3-2-17 0,-3 0 3 16,-3-1-10-16,-6-2 3 0,-3-1-1 0,-3-1-1 0,-4 0 6 0,-5-1 0 16,-4 0 6-16,-7-1-19 0,-5 0 10 0,-7 0 2 0,-5-1-7 15,-8 2 21-15,-5 1-21 0,-7 1 0 0,-7-2 4 0,-6 2 0 0,-8 1 5 16,-8 1-20-16,-7 2-11 0,-10 2-8 0,-4 3-6 0,-7 0 12 16,-9 3-11-16,-6 2 11 0,-8 4-1 0,-7 3-6 0,-7 5 10 0,-4 8-19 15,-8 5-19-15,-5 9-13 0,-5 7-17 0,-5 8-24 0,-5 8-45 0,-4 6-49 16,-6 6-100-16,-3 3-147 0,-2 3-246 0,-2 2-311 0</inkml:trace>
  <inkml:trace contextRef="#ctx0" brushRef="#br0" timeOffset="36668.96">7230 11714 1972 0,'-30'-14'492'0,"-5"0"-387"15,-11-4-81-15,5 2-27 0,4 3 5 0,1 0 6 0,2 0 9 0,-1 0 2 16,1 0-11-16,-3 1-14 0,1 0-18 0,-2-1-27 0,-3 1-18 15,-2 1-18-15,0 2-11 0,-2 0 10 0,0 3 9 0,-1 0 22 0,-3 1 17 16,-1 1 12-16,-5 1 15 0,1 2 9 0,-2 1 8 0,-4 2 11 0,0 1 9 16,-1 1 2-16,-2 2 7 0,-1 1 1 0,-2 0 2 0,-1 2 14 15,-2 1-2-15,-2 0 3 0,0 1 3 0,-1 1 0 0,0-2 3 0,1 1-4 16,-1 0 0-16,0 1 3 0,3 0 0 0,0 0 1 0,2 1 1 16,2 0-5-16,-1 0 0 0,2 1-2 0,2 0-2 0,2 0-19 0,0 2-4 15,1 0-7-15,1-1-4 0,0 3 12 0,1 1-5 0,1 1-4 0,-1 3 3 16,1 1-3-16,-2 2 1 0,3 2 5 0,-1 0-10 0,2 4 0 15,0-2-12-15,-1 3-2 0,3 0 5 0,1 0-6 0,3 2 6 0,1 1-5 16,1-2-2-16,2 2 6 0,1 1-6 0,2 1-2 0,0 1-5 0,3-1-1 16,1 0 2-16,2 1 0 0,3 0 2 0,-1-1-4 0,3 2 2 15,2-4-6-15,2 2 7 0,6-1 4 0,1-2-1 0,4 2 6 0,4-4-13 16,1-1 4-16,4-1-2 0,2-1-3 0,3-2-4 0,4 1-5 16,3-3 4-16,2-1 1 0,3-1 0 0,4-2 2 0,4-1 0 0,2-2 6 15,6-1 8-15,2-1 0 0,3-2 2 0,3-1-1 0,3 0 6 0,2-3 5 16,3-1 0-16,5-2-1 0,3-2 1 0,4-1 2 0,3-2 0 15,3-1 4-15,4-2-3 0,5-2-8 0,3 0 0 0,2-2-1 0,6-2 1 16,4-1-2-16,3-1 2 0,3-2-9 0,4 0 2 0,3 0 4 0,2 1-6 16,4-2 2-16,1 1-2 0,4-1-1 0,1 2-4 0,2 0 3 15,1 2-5-15,2-2-8 0,-2 1 10 0,6 0-7 0,-4 1 2 0,2 0 5 16,1 1-7-16,-2 1 7 0,2 0-2 0,1-1 4 16,-1 0-2-16,1-1 0 0,1-1-2 0,-2-1 2 0,1-1 2 0,-1-1 3 0,-2 1 2 15,0-1 2-15,-4 0-2 0,-1 0 5 0,-2-1 0 0,-3-1-5 0,0 1 4 16,-4-2-1-16,-2 1 3 0,-1-1 2 0,-4 0 1 0,-2-2 0 15,-2-1 3-15,-2 0 5 0,-2-1 6 0,-1-2-7 0,-3-2-4 0,-1-1-15 16,-1-2 6-16,-3-1 1 0,-1-2-6 0,-2-1 11 0,-2-3-11 0,-3 0 0 16,-5-1 1-16,-5 1 2 0,-7 1-6 0,-4 2 3 0,-6-1-7 15,-4 1 2-15,-6 0 2 0,-8 1 0 0,-5 3 1 0,-6 2-1 0,-5 1 2 16,-4 1-8-16,-7-1-10 0,-4 1-14 0,-6-1-10 0,-7 2-13 0,-4 2-3 16,-10 0-8-16,-4 2-22 0,-4 1-15 0,-9 5-15 0,-3 3-21 15,-5 3-11-15,-6 2-41 0,-4 2-59 0,-3 2-57 0,-2 2-45 0,-3 4-8 16,-3 3-202-16</inkml:trace>
  <inkml:trace contextRef="#ctx0" brushRef="#br0" timeOffset="37652.42">6165 13758 2569 0,'-5'-4'224'0,"3"1"-145"15,1-2-55-15,4 1-48 0,3 0-16 0,3-1 11 0,3-1-1 0,3-1 15 16,5-1 15-16,3 2-2 0,2-3-1 0,4-2-2 0,3 0-11 16,3 0 0-16,4 0-1 0,4 0-7 0,4-1 8 0,1 0 3 0,4-2 3 15,0 0 12-15,3 1-5 0,4-1 3 0,1 0 0 0,4 0-3 16,0 0 7-16,4 1-4 0,3-2 4 0,3 1-1 0,3 0-3 0,4-1 9 15,3 0-2-15,2-1-1 0,2 0 2 0,1 1-4 0,1-2 4 0,2 1 5 16,3 0 1-16,-1 0-10 0,2 0-1 0,-1 0 10 0,1 3 3 16,2-2 11-16,1 0-6 0,3 0-4 0,0 0-8 0,0-1 10 0,3 2 1 15,-2-1-5-15,0 0 10 0,1 1-13 0,2-1 6 0,-3 1 10 0,1 2-10 16,-2 2 10-16,-2 0-8 0,-1 2-8 0,-1 2 0 0,-2 1-8 16,1 1 8-16,-4 1 0 0,0 3-2 0,-3 1 1 0,-2 2-16 0,-4 2 1 15,-1 2-1-15,-4 1 3 0,-2 3 6 0,-3 1 1 0,-2 4 4 16,-3 1-4-16,-3 3 5 0,-5-1-13 0,-3 3-2 0,-3 2 3 0,-3 2-14 15,-3 2 23-15,-3 1-2 0,-1 2-3 0,-4 1 10 0,-4 2-12 0,0 2 0 16,-6 1 7-16,-2 3-1 0,-4 0-5 0,-2 2-1 0,-4 1-8 16,-3-1 6-16,-5-1 2 0,-2 2 0 0,-4-1 7 0,-4 1-16 0,-4-1 9 15,-3 0 7-15,-4 0 2 0,-3-1 17 0,-3 0-7 0,-4-1 6 0,-2-1 4 16,-4 1-5-16,-2-1 9 0,-4 0-6 0,-4-2-2 0,-3-2 11 16,-2 0-7-16,-2 0 0 0,-4 0 3 0,-2-1-10 0,-4 0-7 0,-3-3 20 15,-5 0-5-15,-2 0-4 0,-4-1 0 0,-4-1-13 0,-1-2-5 16,-1-2 1-16,-4-1 4 0,-1-1 8 0,-4 1 0 0,-4-1 4 0,-4-1-2 15,-1 0-19-15,-4-2 3 0,-1-2-5 0,-4-2 10 0,-5 0-1 0,-3-2 1 16,-2-1-1-16,-2 0-7 0,-1-1 10 0,-2-2-2 0,0-2 3 16,0-1-1-16,1-3-9 0,3-1 5 0,-1-2-4 0,1-1 6 0,-2-3 7 15,2-2-11-15,2 0 0 0,1-3 6 0,-1-2 0 0,-2-2 5 0,-1-2-5 16,-1 0 2-16,1-3-4 0,-3-1-2 0,-2-3 4 0,-3 1-8 16,-4-2-2-16,0-1 6 0,2 2 4 0,-2-1-6 0,2 2-8 0,-1-2 0 15,-2 0 0-15,2 0 0 0,-5-2 0 0,4 0 0 0,-3 1 0 0,2-2 0 16,3 1 0-16,0 0 0 0,4-1 0 0,0 2 0 0,4-2 0 15,2 2 0-15,3-1 0 0,0 0 0 0,2 2 0 0,1-1 0 0,-1 1 0 16,3 2 0-16,3 0 0 0,2-1 0 0,1 2 0 0,1-1 0 16,1-1 0-16,4 4 0 0,1 0 0 0,6 2 0 0,0 1 0 0,6 1 0 15,5 1 0-15,1 1 0 0,6 1 0 0,3 1 0 0,5 0 0 0,5 1 0 16,3-1 0-16,3 1 0 0,4 0 0 0,4 1-40 0,3 0-87 16,2 0-66-16,4 2-116 0,3 0-234 0,2 0-315 0,2 0-462 0</inkml:trace>
  <inkml:trace contextRef="#ctx0" brushRef="#br0" timeOffset="39735.35">4677 15831 1084 0,'-21'-10'404'0,"-1"-1"-286"0,-5-3-37 0,8 1-22 0,4 2-5 0,2-3-13 16,2-1-6-16,3-2-11 0,0-1-10 0,3-2-2 0,1-1-8 0,1 2 2 15,2-2-1-15,1 0-10 0,3 1 2 0,2-2-8 0,2-1 2 16,1-2 2-16,3-2-3 0,2 1 6 0,1-1-1 0,1 2 2 0,-1 1 6 16,2 0-3-16,-1 2-2 0,1 0 1 0,-1-1-2 0,0 1 9 0,2 0 2 15,-1 1-12-15,2 0 9 0,3-1-2 0,1 1-3 0,2-3 11 16,2-1-6-16,3-2-2 0,4-1 4 0,2 0 0 0,3-3-3 0,2 1 0 16,3-4 3-16,3-1-3 0,5-3 4 0,1-1 1 0,2 0-1 15,1 0-2-15,1 1-1 0,1 1 8 0,0 1-2 0,3 1 13 0,0 2 8 16,1 4 3-16,0 0 6 0,0 6 2 0,-2 1-10 0,0 3 6 0,1 5 1 15,-1 0 2-15,1 4 5 0,3 2-8 0,0 2-4 0,2 1-1 16,1 0 1-16,4 2 0 0,3-1-2 0,2 1-7 0,3-1-2 0,0-1-10 16,4 0 1-16,1 0-1 0,1 0-11 0,3 2 7 0,3 0-13 0,1-1 1 15,3 1 7-15,0 0-3 0,2 1 6 0,2-1-11 0,0 1 4 16,1 0-2-16,1 1-1 0,-1 1 2 0,1 1-10 0,-1 1 7 0,1 2-2 16,-1 1 2-16,1 2 5 0,-1 1-6 0,-2 1-2 0,0 3 4 15,-4 1 1-15,0 2-4 0,-3 4 3 0,1-1-4 0,-3 4-6 0,-2 2 8 16,0 1-4-16,-3 1-4 0,1 1 11 0,-3 2-1 0,-1 1 2 0,-1 3 2 15,-3-1-7-15,-1 0-8 0,-3 1 4 0,-4 1 4 0,-1 0 2 16,-2 3 3-16,-4-1-5 0,0 1 8 0,-3-1-6 0,-4 1 1 0,-1 0-6 16,-3 0-6-16,-3 1 11 0,-5-2-15 0,-4 0 26 0,-4-1 8 0,-4-1-3 15,-2 1 16-15,-4-2-9 0,-1 0 0 0,-3 2 4 0,-4-3 5 16,-1 3-3-16,-3-1-5 0,-4 0 6 0,-3-1-1 0,-2-1 5 0,-5 0 3 16,-2 0-1-16,-5-1-4 0,-4 0-2 0,-4-1 0 0,-2 0-15 15,-5 0 2-15,-3 0 2 0,-6-1 2 0,-5 1 15 0,-6-1-19 0,-4 0 4 16,-6-2 6-16,-5 2 2 0,-7-1 8 0,-4 0-4 0,-6 0-7 0,-3 1-7 15,-3-3 11-15,-4 2 7 0,-4-2 9 0,-2-1 3 0,-3 0-11 16,0-3 1-16,1 0 3 0,1-1 6 0,-1-3 4 0,3 0-4 0,0-1-4 16,2-1 1-16,-1-1-7 0,-5 0-16 0,-5-1-21 0,1-2 4 0,4-1 35 15,6-2 9-15,6 0 25 0,2-3-12 0,1-2-13 0,0-1-6 16,2-2-40-16,2-1 0 0,0-2 0 0,2-1 0 0,5-1 0 0,0 0 0 16,2-3 0-16,4 0 0 0,1-1 0 0,4-1 0 0,0-1 0 0,2-1 0 15,2 0 0-15,1-1 0 0,6 1 0 0,3 0 0 0,4-1 0 16,2 1 0-16,2 1 0 0,1-1 0 0,2 1 0 0,1-1 0 0,4 0 0 15,2 2 0-15,6-1 0 0,2 3-4 0,2 0-84 0,4 0-18 16,4 0-39-16,3 0-16 0,3 0-49 0,4 1-61 0,3-2-51 0,5-3-50 16,7 0-5-16,8-5-12 0,5-3-27 0,9-3 14 0,6-6-206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7835-6EAC-4110-AB68-F3B515C77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1369B-B2BF-541A-614C-7DBD3A33A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9906B-485D-3954-AC66-3CF922CF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7D835-E711-A076-8927-5A0009F3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89B76-6155-4DA4-E4D4-CF6E462F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1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0120-4B20-3308-6963-446EA88A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0D464-EA4D-E5FA-DA7F-1A9D8841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8907E-943A-0A2E-5FA1-8AE785F2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57BB1-3B2E-027A-CE0A-9F0CB7BDE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95C09-0CC4-2A05-D667-820CA401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05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FE2E-4C8D-AF40-014F-A8183180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A95BA-88C6-0036-7D30-B53211C90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28B72-7470-C66D-0E69-9806409D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4C30B-7E08-7FE0-BD30-C61F41ED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28873-E776-8E1A-AE3C-1D467689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1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23A2-8C8C-C18B-9D2F-AB8A62D4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86E4B-891B-4FC7-7323-FD0A8AFEF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60CA8-7176-D1AD-7B69-9E51E12CC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EC3FF-69AF-9429-501A-87EFDEEB7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20DB7-9EE4-FB0E-C28B-CD0694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E8ACB-4A70-D43C-BDE8-CAFD15BC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1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F9EA-5F64-EB0A-B1CC-6EBFBC29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FF25F-6DE4-7ACD-17D8-CE45ABE4D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0F2F7-A44C-E3B0-FCDE-03B5F79A2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7DAA4B-1CC0-8C01-09AD-BE9ACF1AA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BD171-15F4-9987-512F-14F83BBE7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E29BF-4D4B-C8D7-0C00-032188A8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9140EE-295F-5182-628F-09FEC5F1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9F4AF-BB5D-6F46-6C8D-34447D7DD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81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82B5-44E8-EE60-6487-E3080C8E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7B4B0-743D-6786-6079-0F155407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A4125-4B53-4A9A-468E-2BA51B1D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D4B6C-3AA0-B4F5-BF65-174BB7DB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32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21DAF-6BE5-1A81-D604-7BB9BBE8A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7E1B9E-187F-1CC0-5DE0-88D9797A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21807-0AB3-5849-901D-3B01B1D83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3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0C4C9-8CC3-1629-A20D-7C74D777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C51BE-645F-D558-108B-AEDFE5DB8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2E657-BDB9-4602-C929-75D544B22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BB4D0-E6E6-4945-3D60-5B6320DA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D224C-4668-5025-ADAB-E0825FE5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9F3E-31A8-BE81-AE6B-0AC0EF54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3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0981-95B5-BBFD-B303-309EA7B0F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67E984-1507-5921-9866-C70DF3738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CA439-35CC-9498-5F3B-75F3EE121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D3825-064A-833C-B6C4-4E4D9D764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2D02F-0630-A821-3694-62D51DA2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F1E6E-00CC-3AF7-BA0E-F63FB550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25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57FB3-85C1-0E54-7C34-9B5BF6C30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9F061-41E7-C0C7-0814-DB0D9301E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80CFB-BA01-B3FB-D9BF-20A03C216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02820-5162-A457-22FB-D36659B6C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9A996-53F5-FF36-EC1C-EA2C5BA7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0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C8F3F-D08E-E0FA-75EE-8C7533B22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A1F56-81BC-52A5-FE44-B90EF77C3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6B5B7-B8FA-C374-3D19-DA2432F0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C74F9-1A02-0599-92E3-5B437AB1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159A9-9231-24AA-2288-C52DC26DE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0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632EE-F924-B21E-B220-552AD2D6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66DBB-7677-FA8A-BE2A-E981D3277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3D46C-B0BE-C8CF-01DF-9212CF179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76CEE-C0D5-41AC-8F8D-8F11C20111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C5141-D002-B0CF-A6B8-9015AB514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188C3-F93C-DB56-B1DC-B16355BF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6CDDA-D2A8-428D-88B9-B2204D9AB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2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A1199-5D30-BE1A-A790-883332C54A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3-dars(Model Building)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05DD9-580E-E352-D1C4-6F82632C4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1728"/>
            <a:ext cx="9144000" cy="676072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1626339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3743-D813-F831-C502-544D2F2B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FCA50-2265-E4AB-83AE-7E7DA576B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 err="1"/>
              <a:t>Codewars</a:t>
            </a:r>
            <a:endParaRPr lang="en-US" dirty="0"/>
          </a:p>
          <a:p>
            <a:r>
              <a:rPr lang="en-US" dirty="0"/>
              <a:t>Model Evaluation</a:t>
            </a:r>
          </a:p>
          <a:p>
            <a:pPr lvl="1"/>
            <a:r>
              <a:rPr lang="en-US" dirty="0"/>
              <a:t>Regression</a:t>
            </a:r>
          </a:p>
          <a:p>
            <a:r>
              <a:rPr lang="en-US" dirty="0"/>
              <a:t>Linear Models </a:t>
            </a:r>
          </a:p>
          <a:p>
            <a:pPr lvl="1"/>
            <a:r>
              <a:rPr lang="en-US" dirty="0"/>
              <a:t>Linear Regression</a:t>
            </a:r>
          </a:p>
          <a:p>
            <a:r>
              <a:rPr lang="en-US" dirty="0" err="1"/>
              <a:t>Funksiya</a:t>
            </a:r>
            <a:r>
              <a:rPr lang="en-US" dirty="0"/>
              <a:t> + DP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C188D4A-67A9-BDE2-AE7D-E85F74868CF5}"/>
                  </a:ext>
                </a:extLst>
              </p14:cNvPr>
              <p14:cNvContentPartPr/>
              <p14:nvPr/>
            </p14:nvContentPartPr>
            <p14:xfrm>
              <a:off x="868680" y="1691280"/>
              <a:ext cx="3083400" cy="3358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C188D4A-67A9-BDE2-AE7D-E85F74868C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320" y="1681920"/>
                <a:ext cx="3102120" cy="337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288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F42E-31C8-C615-CCE7-CB504BBC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1AEF-D709-F1CC-2114-A44457C6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72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39A09-6098-7450-9EAD-663900D4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43A6-A0E0-CDDC-A4EA-CEA1C20D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1B31-DFF1-90F7-983D-E098CE2E9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  <a:p>
            <a:pPr lvl="1"/>
            <a:r>
              <a:rPr lang="en-US" dirty="0"/>
              <a:t>Classification</a:t>
            </a:r>
          </a:p>
          <a:p>
            <a:r>
              <a:rPr lang="en-US" dirty="0"/>
              <a:t>Linear models</a:t>
            </a:r>
          </a:p>
          <a:p>
            <a:pPr lvl="1"/>
            <a:r>
              <a:rPr lang="en-US" dirty="0"/>
              <a:t>Logistic Regression</a:t>
            </a:r>
          </a:p>
          <a:p>
            <a:r>
              <a:rPr lang="en-US" dirty="0" err="1"/>
              <a:t>Funksiya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ML</a:t>
            </a:r>
          </a:p>
        </p:txBody>
      </p:sp>
    </p:spTree>
    <p:extLst>
      <p:ext uri="{BB962C8B-B14F-4D97-AF65-F5344CB8AC3E}">
        <p14:creationId xmlns:p14="http://schemas.microsoft.com/office/powerpoint/2010/main" val="1606497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160DA-AE5D-AC87-0017-4D73CED6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37B1-CA08-DAFF-2654-79802CC8A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 err="1"/>
              <a:t>Codewars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5211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8D39-60F3-1FA2-7670-2C07528C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D2196-7A23-9C45-2CC7-A16BB328D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/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300332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18470-1814-B4F0-A40A-35A43BAB4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E148-A9D6-D7F2-54B2-C5EE3511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48D7B-500B-5A4E-C639-42808AB4C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R2 squared---- compare </a:t>
            </a:r>
            <a:r>
              <a:rPr lang="en-US" dirty="0" err="1"/>
              <a:t>qilishda</a:t>
            </a:r>
            <a:endParaRPr lang="en-US" dirty="0"/>
          </a:p>
          <a:p>
            <a:pPr lvl="1"/>
            <a:r>
              <a:rPr lang="en-US" dirty="0"/>
              <a:t>Model </a:t>
            </a:r>
            <a:r>
              <a:rPr lang="en-US" dirty="0" err="1"/>
              <a:t>datasetdagi</a:t>
            </a:r>
            <a:r>
              <a:rPr lang="en-US" dirty="0"/>
              <a:t> </a:t>
            </a:r>
            <a:r>
              <a:rPr lang="en-US" dirty="0" err="1"/>
              <a:t>o’zagrishlarni</a:t>
            </a:r>
            <a:r>
              <a:rPr lang="en-US" dirty="0"/>
              <a:t> </a:t>
            </a:r>
            <a:r>
              <a:rPr lang="en-US" dirty="0" err="1"/>
              <a:t>qancha</a:t>
            </a:r>
            <a:r>
              <a:rPr lang="en-US" dirty="0"/>
              <a:t> </a:t>
            </a:r>
            <a:r>
              <a:rPr lang="en-US" dirty="0" err="1"/>
              <a:t>darajada</a:t>
            </a:r>
            <a:r>
              <a:rPr lang="en-US" dirty="0"/>
              <a:t> </a:t>
            </a:r>
            <a:r>
              <a:rPr lang="en-US" dirty="0" err="1"/>
              <a:t>tushunganini</a:t>
            </a:r>
            <a:r>
              <a:rPr lang="en-US" dirty="0"/>
              <a:t> </a:t>
            </a:r>
            <a:r>
              <a:rPr lang="en-US" dirty="0" err="1"/>
              <a:t>o’lchaydi</a:t>
            </a:r>
            <a:endParaRPr lang="en-US" dirty="0"/>
          </a:p>
          <a:p>
            <a:r>
              <a:rPr lang="en-US" dirty="0"/>
              <a:t>MSE(Mean Squared Error)---</a:t>
            </a:r>
            <a:r>
              <a:rPr lang="en-US" dirty="0" err="1"/>
              <a:t>koproq</a:t>
            </a:r>
            <a:r>
              <a:rPr lang="en-US" dirty="0"/>
              <a:t> </a:t>
            </a:r>
            <a:r>
              <a:rPr lang="en-US" dirty="0" err="1"/>
              <a:t>ichkarida</a:t>
            </a:r>
            <a:endParaRPr lang="en-US" dirty="0"/>
          </a:p>
          <a:p>
            <a:pPr lvl="1"/>
            <a:r>
              <a:rPr lang="en-US" dirty="0" err="1"/>
              <a:t>Y_pred</a:t>
            </a:r>
            <a:r>
              <a:rPr lang="en-US" dirty="0"/>
              <a:t> bn </a:t>
            </a:r>
            <a:r>
              <a:rPr lang="en-US" dirty="0" err="1"/>
              <a:t>Y_actual</a:t>
            </a:r>
            <a:r>
              <a:rPr lang="en-US" dirty="0"/>
              <a:t> </a:t>
            </a:r>
            <a:r>
              <a:rPr lang="en-US" dirty="0" err="1"/>
              <a:t>orasidagi</a:t>
            </a:r>
            <a:r>
              <a:rPr lang="en-US" dirty="0"/>
              <a:t> </a:t>
            </a:r>
            <a:r>
              <a:rPr lang="en-US" dirty="0" err="1"/>
              <a:t>kvadratik</a:t>
            </a:r>
            <a:r>
              <a:rPr lang="en-US" dirty="0"/>
              <a:t> </a:t>
            </a:r>
            <a:r>
              <a:rPr lang="en-US" dirty="0" err="1"/>
              <a:t>farqlarning</a:t>
            </a:r>
            <a:r>
              <a:rPr lang="en-US" dirty="0"/>
              <a:t> </a:t>
            </a:r>
            <a:r>
              <a:rPr lang="en-US" dirty="0" err="1"/>
              <a:t>o’rtachasini</a:t>
            </a:r>
            <a:r>
              <a:rPr lang="en-US" dirty="0"/>
              <a:t> </a:t>
            </a:r>
            <a:r>
              <a:rPr lang="en-US" dirty="0" err="1"/>
              <a:t>xisoblaydi</a:t>
            </a:r>
            <a:endParaRPr lang="en-US" dirty="0"/>
          </a:p>
          <a:p>
            <a:r>
              <a:rPr lang="en-US" dirty="0"/>
              <a:t>RMSE(</a:t>
            </a:r>
            <a:r>
              <a:rPr lang="en-US" dirty="0" err="1"/>
              <a:t>kvadrat</a:t>
            </a:r>
            <a:r>
              <a:rPr lang="en-US" dirty="0"/>
              <a:t> </a:t>
            </a:r>
            <a:r>
              <a:rPr lang="en-US" dirty="0" err="1"/>
              <a:t>ildizli</a:t>
            </a:r>
            <a:r>
              <a:rPr lang="en-US" dirty="0"/>
              <a:t> </a:t>
            </a:r>
            <a:r>
              <a:rPr lang="en-US" dirty="0" err="1"/>
              <a:t>o’rtacha</a:t>
            </a:r>
            <a:r>
              <a:rPr lang="en-US" dirty="0"/>
              <a:t> </a:t>
            </a:r>
            <a:r>
              <a:rPr lang="en-US" dirty="0" err="1"/>
              <a:t>kvadratik</a:t>
            </a:r>
            <a:r>
              <a:rPr lang="en-US" dirty="0"/>
              <a:t> </a:t>
            </a:r>
            <a:r>
              <a:rPr lang="en-US" dirty="0" err="1"/>
              <a:t>xatolik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MSE </a:t>
            </a:r>
            <a:r>
              <a:rPr lang="en-US" dirty="0" err="1"/>
              <a:t>ning</a:t>
            </a:r>
            <a:r>
              <a:rPr lang="en-US" dirty="0"/>
              <a:t> </a:t>
            </a:r>
            <a:r>
              <a:rPr lang="en-US" dirty="0" err="1"/>
              <a:t>kvadrat</a:t>
            </a:r>
            <a:r>
              <a:rPr lang="en-US" dirty="0"/>
              <a:t> </a:t>
            </a:r>
            <a:r>
              <a:rPr lang="en-US" dirty="0" err="1"/>
              <a:t>ildizi</a:t>
            </a:r>
            <a:r>
              <a:rPr lang="en-US" dirty="0"/>
              <a:t>---</a:t>
            </a:r>
            <a:r>
              <a:rPr lang="en-US" dirty="0" err="1"/>
              <a:t>tashqarida</a:t>
            </a:r>
            <a:endParaRPr lang="en-US" dirty="0"/>
          </a:p>
          <a:p>
            <a:r>
              <a:rPr lang="en-US" dirty="0"/>
              <a:t>MAE---</a:t>
            </a:r>
            <a:r>
              <a:rPr lang="en-US" dirty="0" err="1"/>
              <a:t>o’ratacha</a:t>
            </a:r>
            <a:r>
              <a:rPr lang="en-US" dirty="0"/>
              <a:t> absolute </a:t>
            </a:r>
            <a:r>
              <a:rPr lang="en-US" dirty="0" err="1"/>
              <a:t>xatolik</a:t>
            </a:r>
            <a:r>
              <a:rPr lang="en-US" dirty="0"/>
              <a:t>--- </a:t>
            </a:r>
            <a:r>
              <a:rPr lang="en-US" dirty="0" err="1"/>
              <a:t>tashqarida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F4D912-3911-3CFF-E42A-7D120C3B969A}"/>
                  </a:ext>
                </a:extLst>
              </p14:cNvPr>
              <p14:cNvContentPartPr/>
              <p14:nvPr/>
            </p14:nvContentPartPr>
            <p14:xfrm>
              <a:off x="476280" y="1246320"/>
              <a:ext cx="10282320" cy="4003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F4D912-3911-3CFF-E42A-7D120C3B96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920" y="1236960"/>
                <a:ext cx="10301040" cy="402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5799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A72AA-2E83-1F7B-1C50-3A84D9F39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6678-48D7-7692-484A-FA1E991F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42FF2-8700-F42C-3A68-7955E5494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R2_score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4DA97A-139D-B6B8-5797-8C6DD47481C5}"/>
                  </a:ext>
                </a:extLst>
              </p14:cNvPr>
              <p14:cNvContentPartPr/>
              <p14:nvPr/>
            </p14:nvContentPartPr>
            <p14:xfrm>
              <a:off x="4713120" y="165600"/>
              <a:ext cx="7463880" cy="4643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4DA97A-139D-B6B8-5797-8C6DD47481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3760" y="156240"/>
                <a:ext cx="7482600" cy="46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F6196D2-24CA-D874-95B4-48581607FB5D}"/>
                  </a:ext>
                </a:extLst>
              </p14:cNvPr>
              <p14:cNvContentPartPr/>
              <p14:nvPr/>
            </p14:nvContentPartPr>
            <p14:xfrm>
              <a:off x="10440" y="1035720"/>
              <a:ext cx="11957400" cy="5823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F6196D2-24CA-D874-95B4-48581607FB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0" y="1026360"/>
                <a:ext cx="11976120" cy="584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537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08A6-EC8E-87AA-9DC9-DA83D73B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D81AD-D80A-DD49-0CB7-0F29E7CB8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A3C03-05BE-4629-B2AA-00CEADEF9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R2_score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D32B70-EF51-2002-8DF3-ED6E7BB9CC4F}"/>
                  </a:ext>
                </a:extLst>
              </p14:cNvPr>
              <p14:cNvContentPartPr/>
              <p14:nvPr/>
            </p14:nvContentPartPr>
            <p14:xfrm>
              <a:off x="2580480" y="290160"/>
              <a:ext cx="9371520" cy="6190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D32B70-EF51-2002-8DF3-ED6E7BB9CC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1120" y="280800"/>
                <a:ext cx="9390240" cy="620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A4024A2-C452-BC69-A69C-68D79BEEB7E4}"/>
                  </a:ext>
                </a:extLst>
              </p14:cNvPr>
              <p14:cNvContentPartPr/>
              <p14:nvPr/>
            </p14:nvContentPartPr>
            <p14:xfrm>
              <a:off x="144720" y="622080"/>
              <a:ext cx="11668320" cy="6237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A4024A2-C452-BC69-A69C-68D79BEEB7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360" y="612720"/>
                <a:ext cx="11687040" cy="625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7484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DB69-0E3D-BEA9-3927-109568FC8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9108-E9A3-93DD-ACD3-367ACFD8E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540DB-544D-A023-ED02-3B0711558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RMSE=sqrt(MSE)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286D8A6-4C1A-C01B-7A55-7DB3DE10AA74}"/>
                  </a:ext>
                </a:extLst>
              </p14:cNvPr>
              <p14:cNvContentPartPr/>
              <p14:nvPr/>
            </p14:nvContentPartPr>
            <p14:xfrm>
              <a:off x="828360" y="685080"/>
              <a:ext cx="405720" cy="797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286D8A6-4C1A-C01B-7A55-7DB3DE10A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9000" y="675720"/>
                <a:ext cx="424440" cy="81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3E69A2-FF48-A84C-51F8-C90ED4F98E4F}"/>
                  </a:ext>
                </a:extLst>
              </p14:cNvPr>
              <p14:cNvContentPartPr/>
              <p14:nvPr/>
            </p14:nvContentPartPr>
            <p14:xfrm>
              <a:off x="3530880" y="2258280"/>
              <a:ext cx="6600240" cy="1201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3E69A2-FF48-A84C-51F8-C90ED4F98E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1520" y="2248920"/>
                <a:ext cx="6618960" cy="122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1275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42E9D-F993-25FE-8ECD-4BEDEB1A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32F9-F598-7951-AB53-16DBE392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397B7-2A73-B18E-79AD-3BD505A6B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D93160-C9AF-B50C-F08B-3503B430EB2A}"/>
                  </a:ext>
                </a:extLst>
              </p14:cNvPr>
              <p14:cNvContentPartPr/>
              <p14:nvPr/>
            </p14:nvContentPartPr>
            <p14:xfrm>
              <a:off x="4361760" y="1877400"/>
              <a:ext cx="6577560" cy="4202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D93160-C9AF-B50C-F08B-3503B430EB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2400" y="1868040"/>
                <a:ext cx="6596280" cy="422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0514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04723-357B-A3E7-AF00-157EBA55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1744-F304-9BF4-A4DA-F1FE3DB7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Models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70632-97F9-B202-DDA3-8181FB6C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Models--- feature </a:t>
            </a:r>
            <a:r>
              <a:rPr lang="en-US" dirty="0" err="1"/>
              <a:t>va</a:t>
            </a:r>
            <a:r>
              <a:rPr lang="en-US" dirty="0"/>
              <a:t> target </a:t>
            </a:r>
            <a:r>
              <a:rPr lang="en-US" dirty="0" err="1"/>
              <a:t>qiymatlar</a:t>
            </a:r>
            <a:r>
              <a:rPr lang="en-US" dirty="0"/>
              <a:t> </a:t>
            </a:r>
            <a:r>
              <a:rPr lang="en-US" dirty="0" err="1"/>
              <a:t>orasidagi</a:t>
            </a:r>
            <a:r>
              <a:rPr lang="en-US" dirty="0"/>
              <a:t> </a:t>
            </a:r>
            <a:r>
              <a:rPr lang="en-US" dirty="0" err="1"/>
              <a:t>chiziqli</a:t>
            </a:r>
            <a:r>
              <a:rPr lang="en-US" dirty="0"/>
              <a:t> </a:t>
            </a:r>
            <a:r>
              <a:rPr lang="en-US" dirty="0" err="1"/>
              <a:t>aloqa</a:t>
            </a:r>
            <a:r>
              <a:rPr lang="en-US" dirty="0"/>
              <a:t> </a:t>
            </a:r>
            <a:r>
              <a:rPr lang="en-US" dirty="0" err="1"/>
              <a:t>bor</a:t>
            </a:r>
            <a:r>
              <a:rPr lang="en-US" dirty="0"/>
              <a:t> deb </a:t>
            </a:r>
            <a:r>
              <a:rPr lang="en-US" dirty="0" err="1"/>
              <a:t>faraz</a:t>
            </a:r>
            <a:r>
              <a:rPr lang="en-US" dirty="0"/>
              <a:t> </a:t>
            </a:r>
            <a:r>
              <a:rPr lang="en-US" dirty="0" err="1"/>
              <a:t>qiladi</a:t>
            </a:r>
            <a:endParaRPr lang="en-US" dirty="0"/>
          </a:p>
          <a:p>
            <a:r>
              <a:rPr lang="en-US" dirty="0"/>
              <a:t>Eng kop </a:t>
            </a:r>
            <a:r>
              <a:rPr lang="en-US" dirty="0" err="1"/>
              <a:t>foydalaniladigan</a:t>
            </a:r>
            <a:r>
              <a:rPr lang="en-US" dirty="0"/>
              <a:t> model</a:t>
            </a:r>
          </a:p>
          <a:p>
            <a:r>
              <a:rPr lang="en-US" dirty="0"/>
              <a:t>Equation</a:t>
            </a:r>
          </a:p>
          <a:p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maqsad</a:t>
            </a:r>
            <a:r>
              <a:rPr lang="en-US" dirty="0"/>
              <a:t>: Actual </a:t>
            </a:r>
            <a:r>
              <a:rPr lang="en-US" dirty="0" err="1"/>
              <a:t>va</a:t>
            </a:r>
            <a:r>
              <a:rPr lang="en-US" dirty="0"/>
              <a:t> predicted </a:t>
            </a:r>
            <a:r>
              <a:rPr lang="en-US" dirty="0" err="1"/>
              <a:t>qiymatlar</a:t>
            </a:r>
            <a:r>
              <a:rPr lang="en-US" dirty="0"/>
              <a:t> </a:t>
            </a:r>
            <a:r>
              <a:rPr lang="en-US" dirty="0" err="1"/>
              <a:t>orasidagi</a:t>
            </a:r>
            <a:r>
              <a:rPr lang="en-US" dirty="0"/>
              <a:t> </a:t>
            </a:r>
            <a:r>
              <a:rPr lang="en-US" dirty="0" err="1"/>
              <a:t>farqni</a:t>
            </a:r>
            <a:r>
              <a:rPr lang="en-US" dirty="0"/>
              <a:t> </a:t>
            </a:r>
            <a:r>
              <a:rPr lang="en-US" dirty="0" err="1"/>
              <a:t>kamaytirish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3F7828-2055-C961-31B4-11C3DDED1751}"/>
                  </a:ext>
                </a:extLst>
              </p14:cNvPr>
              <p14:cNvContentPartPr/>
              <p14:nvPr/>
            </p14:nvContentPartPr>
            <p14:xfrm>
              <a:off x="343080" y="491040"/>
              <a:ext cx="11748240" cy="6066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3F7828-2055-C961-31B4-11C3DDED17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720" y="481680"/>
                <a:ext cx="11766960" cy="608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917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45B92-DF77-69E4-5928-C89F0840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C3193-AE30-C59C-F10D-3B166820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CCB9C-B597-4447-AA9A-F68F991AF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Kaggle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Githubdan</a:t>
            </a:r>
            <a:r>
              <a:rPr lang="en-US" dirty="0"/>
              <a:t> dataset toping </a:t>
            </a:r>
            <a:r>
              <a:rPr lang="en-US" dirty="0" err="1"/>
              <a:t>va</a:t>
            </a:r>
            <a:r>
              <a:rPr lang="en-US" dirty="0"/>
              <a:t> Linear regression </a:t>
            </a:r>
            <a:r>
              <a:rPr lang="en-US" dirty="0" err="1"/>
              <a:t>va</a:t>
            </a:r>
            <a:r>
              <a:rPr lang="en-US" dirty="0"/>
              <a:t> Logistik </a:t>
            </a:r>
            <a:r>
              <a:rPr lang="en-US" dirty="0" err="1"/>
              <a:t>regressionga</a:t>
            </a:r>
            <a:r>
              <a:rPr lang="en-US" dirty="0"/>
              <a:t> 2 ta </a:t>
            </a:r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loyiha</a:t>
            </a:r>
            <a:r>
              <a:rPr lang="en-US" dirty="0"/>
              <a:t> </a:t>
            </a:r>
            <a:r>
              <a:rPr lang="en-US" dirty="0" err="1"/>
              <a:t>qiling</a:t>
            </a:r>
            <a:endParaRPr lang="en-US" dirty="0"/>
          </a:p>
          <a:p>
            <a:r>
              <a:rPr lang="en-US" dirty="0" err="1"/>
              <a:t>Fuksiyani</a:t>
            </a:r>
            <a:r>
              <a:rPr lang="en-US" dirty="0"/>
              <a:t> </a:t>
            </a:r>
            <a:r>
              <a:rPr lang="en-US" dirty="0" err="1"/>
              <a:t>ishlating</a:t>
            </a:r>
            <a:endParaRPr lang="en-US" dirty="0"/>
          </a:p>
          <a:p>
            <a:r>
              <a:rPr lang="en-US" dirty="0"/>
              <a:t>Model </a:t>
            </a:r>
            <a:r>
              <a:rPr lang="en-US" dirty="0" err="1"/>
              <a:t>Evaluationni</a:t>
            </a:r>
            <a:r>
              <a:rPr lang="en-US" dirty="0"/>
              <a:t> </a:t>
            </a:r>
            <a:r>
              <a:rPr lang="en-US" dirty="0" err="1"/>
              <a:t>ishlating</a:t>
            </a:r>
            <a:endParaRPr lang="en-US" dirty="0"/>
          </a:p>
          <a:p>
            <a:r>
              <a:rPr lang="en-US" dirty="0" err="1"/>
              <a:t>Codewars</a:t>
            </a:r>
            <a:endParaRPr lang="en-US" dirty="0"/>
          </a:p>
          <a:p>
            <a:r>
              <a:rPr lang="en-US" dirty="0" err="1"/>
              <a:t>Royhatdan</a:t>
            </a:r>
            <a:r>
              <a:rPr lang="en-US" dirty="0"/>
              <a:t> </a:t>
            </a:r>
            <a:r>
              <a:rPr lang="en-US" dirty="0" err="1"/>
              <a:t>o’ting</a:t>
            </a:r>
            <a:endParaRPr lang="en-US" dirty="0"/>
          </a:p>
          <a:p>
            <a:r>
              <a:rPr lang="en-US" dirty="0"/>
              <a:t>8Kyudan </a:t>
            </a:r>
            <a:r>
              <a:rPr lang="en-US" dirty="0" err="1"/>
              <a:t>boshlang</a:t>
            </a:r>
            <a:endParaRPr lang="en-US" dirty="0"/>
          </a:p>
          <a:p>
            <a:r>
              <a:rPr lang="en-US" dirty="0"/>
              <a:t>Nazariy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tushunchalarni</a:t>
            </a:r>
            <a:r>
              <a:rPr lang="en-US" dirty="0"/>
              <a:t> </a:t>
            </a:r>
            <a:r>
              <a:rPr lang="en-US" dirty="0" err="1"/>
              <a:t>takrorlang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8C4036-DD49-9302-80E9-43F03953558C}"/>
                  </a:ext>
                </a:extLst>
              </p14:cNvPr>
              <p14:cNvContentPartPr/>
              <p14:nvPr/>
            </p14:nvContentPartPr>
            <p14:xfrm>
              <a:off x="955080" y="1566720"/>
              <a:ext cx="10435680" cy="436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8C4036-DD49-9302-80E9-43F0395355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5720" y="1557360"/>
                <a:ext cx="10454400" cy="438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860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171</Words>
  <Application>Microsoft Office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3-dars(Model Building)</vt:lpstr>
      <vt:lpstr>Bugun</vt:lpstr>
      <vt:lpstr>Takrorlash</vt:lpstr>
      <vt:lpstr>Takrorlash</vt:lpstr>
      <vt:lpstr>Codewars</vt:lpstr>
      <vt:lpstr>Model Evaluation</vt:lpstr>
      <vt:lpstr>Model Evaluation</vt:lpstr>
      <vt:lpstr>R2</vt:lpstr>
      <vt:lpstr>MSE</vt:lpstr>
      <vt:lpstr>RMSE</vt:lpstr>
      <vt:lpstr>MAE</vt:lpstr>
      <vt:lpstr>Linear Models 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2025-07-22T04:46:36Z</dcterms:created>
  <dcterms:modified xsi:type="dcterms:W3CDTF">2025-07-22T15:26:45Z</dcterms:modified>
</cp:coreProperties>
</file>