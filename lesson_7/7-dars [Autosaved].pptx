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98" r:id="rId5"/>
    <p:sldId id="300" r:id="rId6"/>
    <p:sldId id="297" r:id="rId7"/>
    <p:sldId id="261" r:id="rId8"/>
    <p:sldId id="304" r:id="rId9"/>
    <p:sldId id="293" r:id="rId10"/>
    <p:sldId id="290" r:id="rId11"/>
    <p:sldId id="291" r:id="rId12"/>
    <p:sldId id="3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05:25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4807 4820 25 0,'-1'-1'39'0,"1"0"6"0,-1 0-6 0,0 1-16 16,1 0-16-16,0 0-6 0,-1 1 0 0,2 0-2 0,-2 0 0 0,2 0 0 16,0 2-2-16,-1-2 2 0,1 1 1 0,1 0-2 0,0 0 2 0,1 0 0 15,0 0 0-15,-1-1-1 0,2 0 0 0,0 0 1 0,1-1 0 16,-1 0 2-16,0 0 1 0,0-1 3 0,0 0 4 0,-2 0 3 0,1 0 3 15,-1 0 1-15,1 1 0 0,0-2-3 0,1 1 0 0,0 0-2 0,-1 0-1 16,3 0 1-16,0 0-1 0,1-1 0 0,1 0 2 0,2-2 1 16,0 1 1-16,2-1 2 0,2-1 0 0,1 2-7 0,1-2 0 0,1 0 1 15,2 1 1-15,1-1 11 0,2 0 1 0,2 1 2 0,1-1 0 16,3 1 0-16,1-1 0 0,3 0-3 0,1-1-3 0,4 0 0 0,2 0-5 16,2 0 0-16,1 1-2 0,-1-1-3 0,3 1-3 0,2 0-1 0,0 0-6 15,2 1 2-15,0 1-4 0,3-1 0 0,0 1 6 0,2 0-4 16,1 0 2-16,1 1-1 0,2-1 0 0,1 0 3 0,1 0 2 0,2-1-3 15,4 1 3-15,3-3 0 0,3 1 0 0,1-2 1 0,2 1-1 0,1 0 1 16,2 0-1-16,0 1-1 0,-1-1 4 0,5 1-1 0,-1 1 2 16,2 0 1-16,0 0-1 0,-1-1 1 0,-1 1 6 0,0 0 1 0,-2 0 3 15,0 1 2-15,-4 0 1 0,0 1 2 0,-2 1 2 0,-2 0 2 16,-2 1-3-16,-3 1 1 0,-3 0-5 0,-3 2 3 0,0-1-1 0,-3 2-2 16,0 0 2-16,-2 1-5 0,-1 2-2 0,-1-1-3 0,0 2-1 0,-1 0-3 15,1 1-2-15,-3 1-1 0,0 1-2 0,1 1-1 0,-1-1 2 16,1 2-4-16,-1 2-1 0,-1 0-2 0,0 0 0 0,-1 2 1 0,0-1-2 15,0 2-3-15,-2-1 1 0,-1 2-2 0,-1 1 2 0,-3 1 3 0,0 1-1 16,-1 0-3-16,-4 0 2 0,0-1-1 0,-3 1-4 0,-1-1 3 16,-3 1 0-16,-2 0-2 0,-3 0 4 0,-2 0 2 0,-2-2 3 0,-4 2 2 15,0-1-2-15,-1 1-2 0,-2 0 3 0,-1 1-2 0,-4-2-1 0,0 1 2 16,-2 1-2-16,-2 0 3 0,-1 2 1 0,-3-2 1 0,-2 1-2 16,-1 0 0-16,-3-2 0 0,-1 0-3 0,-2 1 2 0,-4-1-6 0,-1 1 0 15,-3-1-1-15,0 1 0 0,-5-1 2 0,-1-1-3 0,-4 1 0 16,-2-2-7-16,-2-3-2 0,-2 1 0 0,-3-3-2 0,-1 1 7 0,-4-3 1 15,0 1 4-15,-1-2-3 0,-2 0-4 0,-2-2 2 0,-2-1-6 0,0 0 8 16,-1-1 2-16,-1-1 1 0,0-1 4 0,0 0-6 0,2-1 1 16,-1-1 3-16,0-1-1 0,1 0 7 0,-2-1 0 0,0 0-3 0,1-2 1 15,-2 0-2-15,-1 0 0 0,1-2 2 0,0 0 0 0,0-1-2 16,1 0 1-16,0-1-2 0,-2 1-1 0,0 0 1 0,-2 0 1 0,-2 1 0 16,-2 1 1-16,-2 1 2 0,-2 1-1 0,-1 1 3 0,1 1-2 0,-2 1 1 15,0 1 4-15,1 0 1 0,2 1 5 0,0 0 0 0,1 2 1 16,3 0-1-16,2 0-4 0,4-1 0 0,3 2-4 0,3-1-4 0,4-1-3 15,2 1-5-15,1 0 3 0,4 0 3 0,0 1 1 0,4-1-2 16,1-1-4-16,5 0 0 0,0-2-4 0,3 0 0 0,1-1 1 0,3-1 2 16,1 0-8-16,4-2-3 0,1 0-10 0,3-1-16 0,2-1-22 0,3 0-26 15,1-1-12-15,2-2-4 0,0 0 4 0,4 0 12 0,2-2 6 16,3-2 1-16,6-1 10 0,4-3 8 0,4 0 3 0,4-2-25 0,1 0-37 16</inkml:trace>
  <inkml:trace contextRef="#ctx0" brushRef="#br0" timeOffset="633.94">11225 6027 724 0,'11'-17'233'0,"1"-2"-191"0,3-3-24 16,3 6-18-16,0 7-7 0,1 3-2 0,5 2-1 0,0 1-8 0,2 3-19 15,2 0-29-15,0 2-25 0,2 2-12 0,-1 1 8 0,2 2 16 16,1 1 14-16,2 1 14 0,-2 2 9 0,1-1 7 0,-2-1 10 0,0 0 8 15,1-1 8-15,1-1 3 0,0 0 6 0,0 0 0 0,0-1 6 0,1 1 4 16,1-1 3-16,-1-1 6 0,3 0 3 0,-1-1 1 0,1-1 4 16,2 0-3-16,0-1 1 0,2-2 1 0,-1 1-4 0,0-1 5 0,1-1-3 15,0 0 2-15,1 0 1 0,2-2-2 0,0 0 7 0,0 0 2 0,-1-1 6 16,2-1 4-16,-2 0-1 0,-1-1-1 0,0 0 1 0,1-2-4 16,0 0-3-16,-2 0-4 0,1 0-4 0,-2-3-4 0,-1-1 1 0,1-1 1 15,-1-1 3-15,-2 2 3 0,-2-1-2 0,0-2 1 0,-2 0-1 16,-2 1 0-16,0-2 0 0,-5-1 3 0,-1 0 3 0,-4-1 1 0,-4-1-2 15,-2-1 0-15,-2 1-5 0,-3 0-11 0,-3-1-8 0,-4 0-12 0,-2-1-1 16,-3-2 3-16,-3 1-1 0,-3-2-1 0,-3 0-7 0,-3 1-3 16,-3-1-1-16,0 1 1 0,-6-1-3 0,-1-1-5 0,-5 1-5 0,-3-1-7 15,-5-1-2-15,-2-2 2 0,-6-1 2 0,-3-2 9 0,-4 2 10 0,-3-2 4 16,-3 1 5-16,-3-3 3 0,-1 1 1 0,-3-2 0 0,-2 2 8 16,0-1-2-16,-3 1 5 0,-1 0-1 0,-1 2-1 0,-3 2 5 0,0 2 5 15,1 4 15-15,2 3 12 0,3 4 11 0,3 4 6 0,3 3-6 0,1 4-8 16,6 4-13-16,1 5-7 0,2 5-14 0,1 4-6 0,0 6-4 15,1 6-4-15,0 3-1 0,0 6-6 0,0 2-5 0,0 4 0 0,2 3 0 16,3 1-1-16,2 1 5 0,3 1-5 0,5 2-2 0,4-2 2 16,4 0-3-16,4-2-6 0,3-1 1 0,3-2-4 0,2-1 0 0,2 1-2 15,3-3-7-15,1 0-5 0,2-1-3 0,1-2-8 0,2 1-10 16,0-3-23-16,2-2-24 0,1 0-20 0,2-2-19 0,2 0-19 0,0 0-18 16,2 0 1-16,0-1 5 0,1-2-81 0</inkml:trace>
  <inkml:trace contextRef="#ctx0" brushRef="#br0" timeOffset="8067.42">4300 6923 1696 0,'-27'-18'59'0,"1"0"-54"0,-2-3-5 16,10 6 3-16,8 5 7 0,2 0 3 0,4 3-2 0,2 1-6 0,2 1-17 15,3 1-4-15,5 3-6 0,2-2-1 0,5 2 5 0,5 0 1 0,2-1 6 16,5 1 1-16,2-1 0 0,5-1 1 0,1 0 0 0,4 1 4 16,2-1 1-16,2 0 3 0,2-1 0 0,3-1-2 0,1 0 3 0,1 1-1 15,1-2-1-15,0 1 0 0,2 0 2 0,2 0-4 0,-2-1 1 16,1 0-1-16,0-1-2 0,2 0 8 0,3-1 2 0,1-1 3 0,1-1 2 15,1 2-1-15,0-3 3 0,1 2-7 0,2 0-1 0,0 0 6 0,0 4-4 16,-1 0 6-16,0 2 1 0,-1 2-5 0,-2 1-1 0,-1 4-1 16,-2 1 0-16,-2 2 0 0,0 2-1 0,-2 2-3 0,0 2-3 0,-3 1-1 15,-2 2-2-15,1 3 2 0,-2 0 1 0,-1 2-3 0,-1 3 2 0,-1 1 2 16,-3 2-3-16,-2 0 4 0,1 2 1 0,-2 0-3 0,-3 1 0 16,-1 0 5-16,-2 1 1 0,-4-1-3 0,-1 2 6 0,-3-1-11 0,-3-1 0 15,-2 0 2-15,-3-1-3 0,-3 1 1 0,-2 0-2 0,-4 0 0 16,0-2 2-16,-3 0-6 0,-2-3-2 0,-3 0-3 0,-2 0-3 0,-3-1-1 15,-4 1-1-15,-1-1-4 0,-5 1-6 0,-5-1-3 0,-3 1-7 0,-5-2 6 16,-5-1 10-16,-2 1 12 0,-4-2 11 0,-4-2 2 0,-1-1 4 0,-2-2-5 16,-3-3 3-16,-1 0 3 0,-5-1-1 0,0-2 1 0,-1-1 1 15,-4-1-1-15,0-2 1 0,-1-3 4 0,-3 1-1 0,0-1 6 0,-1-1 3 16,2-1 2-16,-1-1 11 0,1-2 3 0,1 0 3 0,1 0 0 16,2-1 2-16,2 0 0 0,1 1 1 0,2-2-6 0,2 1-5 0,2 0-9 15,2 1-3-15,1 0-8 0,3 1 1 0,0 1-4 0,2-2-6 16,1 1-2-16,3 1-10 0,0-1-1 0,4 1-8 0,1-1-7 0,2 0-21 15,5-1-34-15,0 0-61 0,2-1-69 0,3-1-59 0,1 0-36 0,1-2-30 16,4 0-34-16</inkml:trace>
  <inkml:trace contextRef="#ctx0" brushRef="#br0" timeOffset="43753.12">4239 8310 1 0,'40'-1'80'15,"-18"-2"478"-15,2-3 458 0,-18-3-1036 0,-1-3-140 0,10 2 35 0,5-2 61 16,7-1 56-16,3 1 13 0,4-3-8 0,3 1-9 0,8-1-4 15,6 0-6-15,3 1-2 0,4 3 2 0,1 0-7 0,1 2 7 0,2 1 1 16,0 2 4-16,1 1 8 0,0 0 1 0,2 2 4 0,0 0 0 16,0 0 4-16,0 1-1 0,0 1 3 0,0 0-1 0,1 1 1 0,1 1-1 15,0 0 1-15,1 0 5 0,1 0 3 0,0 0 0 0,-1 0 7 0,0 0 2 16,2-1-2-16,1 1 6 0,1-1-1 0,1 0-2 0,2 0-2 16,0-2 4-16,2 1 2 0,2 0 4 0,-1 0 3 0,1-1 6 0,0 1 0 15,0-1 2-15,0 0-4 0,0 0-7 0,-1-1 1 0,-1 1-6 0,1 1-2 16,-1-1-1-16,0 1-12 0,0-1 3 0,0 0-6 0,2 0 0 15,0 0 2-15,0 0-3 0,1 0 4 0,-1 0-1 0,-1-1-4 0,1 0 1 16,-1 0 1-16,0 1-8 0,-3-1 5 0,0 1 0 0,0 0-4 16,-3 1 7-16,-1-1 0 0,0 2-1 0,-1 0 2 0,-1 0-7 0,-1 2 1 15,-2-1-1-15,-1 2 1 0,-2 0 1 0,-2 1-2 0,0 0 3 0,-3 1-3 16,0 1 3-16,-2 0 1 0,-2 0-7 0,-1 1 3 0,-2-1-3 16,-3 3-4-16,-3 0 2 0,-3 1 0 0,-2 1-1 0,-2-1 3 0,-1 1-2 15,-2 1-3-15,-4 0 8 0,0 2-2 0,-4 0-1 0,0 0 1 16,-4 2-6-16,-1 0-8 0,-2 0 12 0,-3 0 3 0,-1 1-6 0,-2 1 7 15,-2 0-10-15,-3 1 2 0,-3 0 1 0,-2 1-2 0,-2 0 5 0,-2 2 2 16,-2-1 7-16,-2 1 2 0,-1 1 2 0,-4-1-2 0,-3 3 1 16,-3 0 1-16,-3 0-2 0,0 1 0 0,-4-2 0 0,-1-1-2 0,-2 1 0 15,-3-2-2-15,0 2 3 0,-3-2 2 0,-1 0-1 0,-4 0 3 0,0-1-3 16,-3 0-3-16,-2-1-4 0,-2-2-5 0,-2 1 10 0,-2-1 3 16,-5 1-1-16,0-1 0 0,-3 1-9 0,-3-1-6 0,-1-2 6 0,0-1 2 15,0-1 2-15,-1-2 8 0,-2-2 1 0,-2-1 4 0,0-2 2 16,-2 0 2-16,-1-2 0 0,-1-1-5 0,0-1 2 0,-2-1-1 0,1-1 5 15,-2 0 6-15,1-2-2 0,0 0-2 0,0-1 4 0,1-2-2 0,-1 0-5 16,0 0 4-16,1-2-6 0,0 1 0 0,1 0-2 0,0-2-7 16,1 1 2-16,1-1 1 0,0 1-3 0,2-1 5 0,0 0-10 0,1 0 0 15,1 0 2-15,2 2-3 0,2-1-2 0,0 2-5 0,3 0-8 0,0-1-22 16,2 2-18-16,2 0-34 0,1 1-39 0,1 0-66 0,0 3-95 16,-2 1-48-16,0 2-19 0,-6 4-108 0</inkml:trace>
  <inkml:trace contextRef="#ctx0" brushRef="#br0" timeOffset="44669.07">6299 9873 934 0,'17'-3'27'15,"9"0"-49"-15,9-1 19 0,8 1 20 0,1 1 13 0,4-2 4 0,3-1-4 16,4-1-8-16,4-2-5 0,3-1-5 0,5-1-3 0,2-1 0 16,2 2-5-16,2-1-4 0,1 1 0 0,0 0 2 0,2-1-3 0,1 0 2 15,0 0 2-15,0-1-1 0,1 0 1 0,1 0 0 0,1-1-5 0,-1 0 2 16,3-1 2-16,1-2 3 0,1-2 2 0,3 0 5 0,-2 0 6 16,4-3 12-16,-2 0 4 0,3 0 6 0,1-1 3 0,-3 0-7 0,3 1 2 15,-1-2-1-15,2-1-2 0,0 1-5 0,1-2 1 0,0 2-5 0,0 0-2 16,3 1-2-16,0 1-7 0,2 0-1 0,-1 1-1 0,2 1-7 15,-1 0 2-15,2 0-1 0,0 2-4 0,0 2 1 0,1 0-4 0,1 3-4 16,0 1 3-16,-2 2-2 0,3 1 2 0,0 2 1 0,-2 1-3 0,3 1-2 16,-1 1 0-16,-2 2 1 0,3 1 3 0,0 1 1 0,1 1-3 15,1-1 2-15,3 1-1 0,-4 2 2 0,2-1 1 0,1 1-2 0,0 1 2 16,0 1-6-16,-2 0 1 0,-2 1 4 0,0 1-10 0,-4 1 1 16,-3-1-1-16,-1 1-1 0,-2 1 5 0,-2 0 9 0,0 0 0 0,-2 0-1 15,-2 2 3-15,-1 1-7 0,-2 0 2 0,-3 0 0 0,0-2-1 0,-3 3-1 16,-2 0 4-16,1 1-2 0,0 0 0 0,0 1 2 0,-3 1-1 15,-2 0-2-15,-4 1-1 0,-3 0 0 0,-3 0-3 0,-2-1 9 0,-3 3 1 16,-4-1-2-16,0-1 5 0,-5 2-9 0,-1-1 1 0,-3 0 1 0,-3 1-1 16,-2 1 4-16,-2-2-4 0,-2 1 1 0,-2 2 1 0,-3-1-4 15,-1 2 5-15,-3 1-4 0,-1 1-1 0,-2 1 1 0,-2-2 1 0,-2-1-2 16,-2 1-1-16,-1 0 1 0,-3 1-5 0,-3 1 2 0,-2 0 0 16,-4 0-6-16,0 1 3 0,-3-1 1 0,-1 2 1 0,-2-2 4 0,-3 2-8 15,-1 0-2-15,-3 1-3 0,-3 0-1 0,-4 0 2 0,-3 0-5 0,-2 0 2 16,-4 0 1-16,-1 2 10 0,-3-2 8 0,-2 0 2 0,-4-2 0 0,-2 0-4 15,-4 0-1-15,-4-1-8 0,-4 1 7 0,-4 0-3 0,-5 0-1 16,-2-1 1-16,-5-1 0 0,-1-1 6 0,-2-1 3 0,-6 1 0 0,-4-2-6 16,-2 1 2-16,-3-2-1 0,0-1 5 0,1-2 6 0,-3-1-7 15,-1-1 3-15,0-1-1 0,-2 0 1 0,-2-1 2 0,-4-1-3 0,-2 1-2 16,-3 1-1-16,1 0-1 0,-1-1 2 0,2-1 3 0,-1-2-4 16,-2 0 0-16,-1-3 2 0,-5 2-14 0,-5-1-3 0,-1 0 4 0,-2 0-2 15,2-1 11-15,2-1 7 0,-1-2 1 0,3-1-2 0,0 0 6 0,-2-1-4 16,0 1-1-16,-6 0-4 0,0 1-5 0,-3 0 2 0,-4 1 2 15,-2 1 3-15,-6 0-4 0,-4 1-2 0,-1 1-1 0,-1 0 5 0,2-2 6 16,2-1-3-16,0-1-1 0,-2 0-6 0,1-2 3 0,0 1-1 0,-1-1 0 16,2 0-5-16,-4-1-10 0,-2 0-7 0,1 1-7 0,-2-1 1 15,-1 0 2-15,-1 1 10 0,-2-1 4 0,3 1 24 0,1-2 20 0,5-1 10 16,3-1 0-16,3 0-14 0,-2-1-23 0,-1 1-10 0,-3-1-14 0,-1 0-13 16,-3 0-58-16,-4 1-21 0,-2 0-7 0,-4 1-42 0,-4 0 55 15,1 0 60-15,2 0 69 0,4-3 84 0,6-1 19 0,3-2-37 0,2-2-62 16,-1-1-53-16,1-2-12 0,2 1 41 0,2-2 44 0,7-1 56 15,5-1 30-15,6-1-20 0,5 0-37 0,3-2-30 0,4-1-26 0,1-1-21 16,1 1-6-16,-1-3 1 0,0 0 11 0,3-1 10 0,3-5 1 0,4 0-5 16,3-4-2-16,4-2-11 0,2-2 0 0,3-2-7 0,0-4-7 15,5-3 1-15,3-2 5 0,3-2 1 0,4-3 8 0,3 0 11 0,5-1 3 16,4 0 11-16,5-1 4 0,2 0-4 0,3-2 0 0,3 0-7 16,6 1-5-16,4 0-5 0,3 1-4 0,4 0-4 0,3 2-1 0,4 0-4 15,2 3 0-15,6 3-7 0,2 1-7 0,5 0-8 0,3 1-7 0,4 1-10 16,6 2-6-16,2 4-10 0,3 1-26 0,5 3-45 0,5 1-53 0,5 2-57 15,7 1-43-15,6 4-16 0,4 0-95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07:13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6787 7572 1046 0,'11'-4'1'0,"5"-1"2"0,8-1 3 0,5-2 0 0,-5 3-1 0,2 2-2 0,1-1-4 0,3 2-1 0,0 1-2 0,1-1-3 16,1 2-4-16,-1 0 0 0,1 0 1 0,1 1 0 0,-3-1 5 0,1-2 1 16,-4 0 1-16,2-2 1 0,-1-1 3 0,1-2-1 0,-1 0 4 15,1-1 2-15,-1-2 1 0,1 0 5 0,-2-2 5 0,1-1 1 0,-1-2 8 16,0-2 7-16,-1 0 7 0,-1-1 10 0,-1-3 5 0,-1 1 2 0,-2-2 1 16,-1-3 1-16,-2-1-5 0,0-2-4 0,-1 0-1 0,-1 0-9 0,-1 2-3 15,-1-3-9-15,-3 1-4 0,-1-2 1 0,-3 2-15 0,-1-2 3 16,-4 3 3-16,0 0-5 0,-4-1 10 0,-2 2 0 0,-2-1-9 0,-4 0-4 15,-4 1-6-15,-3 1-8 0,-2 0 1 0,-4 0-7 0,-2 1 1 16,-2-1 1-16,-4 2-4 0,0-1 4 0,-3-1 0 0,-2 2 2 0,0-2 1 16,-3 2 0-16,0 1 3 0,-2-1-3 0,-1 2 6 0,1-1-1 0,0 1-1 15,-1 2 3-15,1 0 1 0,0 3-3 0,-2-1 4 0,2 3-4 16,1 1 7-16,1 1 7 0,1 3 1 0,1 2 0 0,-1 3-6 0,1 0-10 16,-1 4 3-16,1 0-3 0,0 3-3 0,0 2 2 0,2 4-3 0,1 3-2 15,1 3 8-15,-1 2 6 0,0 5-2 0,0 2 3 0,0 3-1 16,2 3-9-16,-1 3 3 0,3 2 1 0,0 1-4 0,2 2 3 0,1 1-3 15,1 0 0-15,1 0 4 0,3-1-3 0,3-1 5 0,2-1-6 0,2-2-2 16,5-2-3-16,2-4-4 0,4 0-1 0,4-4 8 0,2 1 3 16,4-1-4-16,3-3 6 0,3 1-9 0,3-1 1 0,2-4-1 0,2 0-3 15,3-1-9-15,2-2-10 0,3 1-12 0,2 0-33 0,3-1-58 16,2 0-83-16,3 0-79 0,2 0-50 0,3-1-65 0</inkml:trace>
  <inkml:trace contextRef="#ctx0" brushRef="#br0" timeOffset="7541.68">7648 5976 79 0,'-10'-1'39'15,"0"-1"-33"-15,-1 1-1 0,4 0-2 0,3 1 0 0,2 1-2 16,0 0 0-16,1 0 0 0,1 1-2 0,0 0 2 0,1 2-3 0,1 0-2 16,-1 0-2-16,1 1-6 0,0 0-4 0,2 1-2 0,0-1-13 0,-1-1-9 15</inkml:trace>
  <inkml:trace contextRef="#ctx0" brushRef="#br0" timeOffset="8433.76">8009 6163 48 0,'5'-1'35'0,"0"0"-10"0,3 0-5 0,-1 1-2 15,0 1-3-15,-1-1-2 0,1 1-2 0,-1 0-3 0,1 0 1 16,0 0 0-16,-1 0-1 0,2 1 0 0,1-1 1 0,-1 1 1 0,0 0 4 16,0-1-2-16,1 1 2 0,1-1-1 0,-1 1-3 0,3 0 6 0,1-1-2 15,1 0 2-15,0 0-2 0,2 0-5 0,3-1 1 0,2 1 2 16,0-2-2-16,2 0 1 0,1 0-2 0,0-1-4 0,2 1 1 0,2 0-2 15,2 0 1-15,-1-1-2 0,1 0 0 0,-3 1-2 0,1-1 2 0,0 0 0 16,1 0-1-16,-2-1-2 0,1 1 2 0,0-1-1 0,-3-1 1 16,1 1 1-16,-2-1-1 0,-1 0 3 0,0 0-2 0,-1 0 0 0,-1-1 0 15,0 0 0-15,-1-2 0 0,1 0 0 0,-3-1 3 0,0-2 2 16,1-1 2-16,0-1 2 0,1-3-1 0,2-2-1 0,0-2 1 0,-1 0-2 16,1-1-2-16,-2 1 1 0,-2 1-3 0,0-1-1 0,-1 0 1 0,-2 1 1 15,1-1-1-15,-2-2-1 0,0 2-1 0,-2-2 0 0,0 1-1 16,0-1 0-16,-3 0 4 0,0 2 1 0,-3 0 1 0,-1-1 4 0,-3 2-2 15,-2-2-1-15,-1 2 0 0,-3 1 2 0,-1-1 1 0,-2 1-1 0,-2 0 1 16,-2 0-1-16,-1 1 1 0,-2 2-2 0,-2-2-3 0,-1 1 0 16,-2 1-1-16,1 0-3 0,-3 0 0 0,-2 0 0 0,-1-1-1 0,-3 2 0 15,1-1 0-15,-3 0-2 0,1 1 1 0,-1 1 0 0,0 0 2 0,-2 0 0 16,0 1 0-16,-2 0 0 0,1 2-2 0,-1-1-1 0,0 2-1 16,1-2-1-16,-1 0 5 0,0 0-2 0,2 1 2 0,-3 1-2 0,3 0-1 15,0 0 1-15,-2 1 1 0,0-1 0 0,-2 2 1 0,1 1-3 16,2 0 1-16,1 1 1 0,-1 0 0 0,1 0 0 0,-1 1 1 0,2 1-3 15,0 1-5-15,1 1 3 0,-1 1 0 0,3 0 2 0,0 1 2 0,0 1-1 16,1 1 0-16,-1 1 0 0,3 2 2 0,-1 0-2 0,2 2-1 16,-1 1-1-16,-1 0-2 0,2 2 4 0,-1 1-3 0,3 0 3 0,0 2-4 15,1-2 2-15,3 3-1 0,1 1-1 0,2 1 1 0,1 0-2 0,0 3-1 16,3 1 1-16,0 0-3 0,0 1-2 0,3-1-1 0,0 1-3 16,0 0-2-16,2 0 0 0,0 2-2 0,2 1-2 0,2-1-5 15,1 1-2-15,2-2-7 0,2 0-8 0,3-1-7 0,3-2-7 0,3 0-8 16,3-2-6-16,0-1-2 0,4-1-3 0,1-1 3 0,3 0 5 0,5-1 12 15</inkml:trace>
  <inkml:trace contextRef="#ctx0" brushRef="#br0" timeOffset="8934.6">9952 6273 725 0,'1'-15'7'0,"3"-1"17"0,4-3-1 0,3 4-3 0,2 4-1 0,3 1 0 15,2-1 1-15,2 1-1 0,4 1-2 0,2 0-3 0,1 1-5 0,1 2-1 16,1 0-6-16,1 2-2 0,0 0 3 0,3 1-4 0,0 2 2 15,1 0 1-15,-2 1-3 0,-1 1 1 0,1 1 0 0,0 0 0 16,1-1 0-16,-1 1-1 0,2 0-2 0,-1-1-2 0,1 0 1 0,-1-1-1 16,2 0 1-16,-1-1 1 0,-2-2 2 0,1 0 0 0,-2-1-3 0,0-2 3 15,-1-1-1-15,2-1 5 0,-3-2 0 0,0 0-2 0,-2-2 2 0,-3-1-2 16,1-4 3-16,-1-1 2 0,0-2 2 0,1-2 3 0,-3 1 1 16,0-2 7-16,-2-1 3 0,0-1 3 0,-1-2 3 0,-2 2-4 0,-3-2-4 15,-2 1-5-15,-1 1-3 0,-2 0 6 0,-2 0-1 0,-2 0 0 16,-2 1 1-16,-2-1-7 0,-1 0 1 0,-2 0 1 0,-2-1 2 0,-3 1-3 15,-1-2 0-15,-3 1 1 0,-1 0-4 0,-2-3 2 0,-3 0-1 0,-2-1-3 16,-1-1-3-16,-2 2-4 0,-3 0-5 0,-2 0-7 0,-4 2-10 16,1-2-8-16,-5 4-15 0,0-1-6 0,-6 1 0 0,-1 4 6 0,-2-2 10 15,-2 2 4-15,-3 3 1 0,0-1 1 0,-3 2 8 0,-1 3 6 0,-2 1 7 16,1 2 7-16,0 0 5 0,0 2 2 0,2 2 6 0,0 2-1 16,2 2 1-16,2 3 1 0,0 3 1 0,1 2 3 0,2 2-5 0,0 3 2 15,3 3-7-15,0 2-3 0,1 1 0 0,2 4-5 0,1 3 2 0,2 1-7 16,0 3-2-16,-1 2 3 0,2 4-3 0,-2 1 4 0,5 3-5 15,1 1-9-15,3 3-11 0,1 3-27 0,0 1-59 0,3 1-73 0,0 1-206 16</inkml:trace>
  <inkml:trace contextRef="#ctx0" brushRef="#br0" timeOffset="30818.8">6276 6893 44 0,'-18'6'0'0,"1"0"6"0,-3 2 3 0,3-1-1 16,3 0 1-16,2 0-1 0,-1 1-3 0,1 0 1 0,1 1-2 15,1 2-2-15,0 0-2 0,2-1-3 0,-1 1 1 0,2-1-2 0,1 1 2 16,0 1 3-16,2 2-2 0,-1-1 2 0,0 2 0 0,1-1 0 16,1 0 0-16,1 0-2 0,0 2 1 0,-1-1-1 0,1 2 1 0,0-3 1 15,-1 2 0-15,1 1 0 0,1 0 0 0,0-2 0 0,-1 2-1 0,2-1 0 16,1-1-1-16,1 0 1 0,1 0 1 0,0-1 0 0,1-2 1 16,0-1 0-16,2-1 0 0,-1 0 1 0,2-1 1 0,1 0 2 0,0-2 4 15,2-1 3-15,0-1 4 0,1-1-1 0,0-1 3 0,1 0 0 0,3 0-1 16,-1-1-3-16,1 0-4 0,1 0-5 0,3-1-4 0,1 1-1 15,1-1-6-15,3 0-7 0,0 0-12 0,4-2-77 0,0 0-16 0</inkml:trace>
  <inkml:trace contextRef="#ctx0" brushRef="#br0" timeOffset="34852.49">8048 8046 452 0,'-16'-10'18'0,"2"0"6"0,-5-1 5 16,7 1 3-16,1 3-3 0,1 0-5 0,2 0-11 0,-1 1-5 15,1 1-4-15,-1 0-2 0,1 2-1 0,-1 0-4 0,1 0 0 0,0 0-2 16,0 1-2-16,-1 0 1 0,0 2-1 0,-2-1 1 0,0 0 2 0,-1 0 1 15,0 0 2-15,-1 0 1 0,-1 1 1 0,-1-1 0 0,1 0 0 0,-3 1-1 16,0-2 1-16,-1 2 2 0,2-1 0 0,-2 0 1 0,0 1 1 16,1-2-1-16,0 1 1 0,-1-2 2 0,0 1 0 0,1-1 3 0,-1-2-1 15,0 0 1-15,2-1 1 0,0 0 1 0,-1 1 1 0,0-2-2 16,2 1 1-16,-1-1-5 0,-2 1-1 0,0 2 0 0,1-1 1 0,-1 2 1 16,0 0 2-16,1 0 1 0,-1 0-2 0,-1 0 0 0,3 0 0 0,-2 1-1 15,2 1-2-15,1 0-3 0,1 1-1 0,-1 1-3 0,0 1 0 16,-1 2 1-16,1 1 0 0,-2 1-1 0,-2 2 1 0,-1 2-2 0,1 3 0 15,-2 1 2-15,-1 2-4 0,1 2 3 0,-1 0 1 16,1 0 0-16,-1 0 1 0,-2-1-3 0,1 0-1 0,0 2-2 0,1 2 4 0,1-1-1 16,2 2-1-16,0-1-1 0,0 1-2 0,0 1 1 0,-1-1 3 0,3-1-4 15,-1 1 1-15,0 0 0 0,1-1 7 0,0 2 5 0,1-1-1 16,-1-2 0-16,3 2-6 0,1-1-2 0,-1-2 3 0,2 1-2 0,2 0 1 16,0-2 2-16,2 1-2 0,0 1 1 0,1-3 0 0,1 3-1 0,2-1 1 15,1-2 0-15,1 2-1 0,0-1 3 0,1 1-1 0,0-1 1 16,1 1 0-16,0 1-3 0,1 0 0 0,0 1-2 0,0 2 0 0,0-1 3 15,0 2 0-15,0-1-1 0,1-1-3 0,-1 0 1 0,0-3-1 16,1-1 7-16,1 1 3 0,2-2-4 0,3 1 3 0,1-2-7 0,0-1 3 16,3-3-1-16,0 0 3 0,1-1-2 0,2-1 0 0,0-1 2 0,2-1-3 15,2 0 2-15,0-2 3 0,1 1 0 0,0-1 1 0,0 0 1 16,3 1 1-16,0-1 1 0,2-1-2 0,0 1 1 0,-1-1-2 0,3 0-2 16,1-1-1-16,0 1 0 0,1 0 2 0,-1 0-2 0,2 0-1 0,0 1 0 15,3-1-3-15,0 0 1 0,2 1 1 0,-2 0-1 0,0 0-1 16,2 0-1-16,0-3 2 0,2 1 1 0,0-2 0 0,0-2 1 0,3-1 1 15,-1-3 0-15,2-1 1 0,0-2-1 0,-1-3 2 0,1-1-3 0,1-1 2 16,-1 1-1-16,0-2 2 0,0 0-1 0,-3-2 1 0,1-2-2 16,-1 1 2-16,0-2-3 0,1-1 2 0,-3-1 0 0,1-1-3 0,-1 0 3 15,-2 1-8-15,1-2-3 0,-2 1 6 0,-1 1 0 0,-1-2 5 16,-2 1 2-16,0 0-5 0,1-2 3 0,-3 1 1 0,0 2-3 0,-3-1 4 16,0 0-4-16,-1 1-2 0,-2 0 1 0,1 0 0 0,-1 1 2 0,-2-2 2 15,-1-1-4-15,-3 1 0 0,-1-2 1 0,-4 0-6 0,0 0 6 16,-4 1-2-16,-2 2-5 0,-3-1 0 0,-4 1-4 0,-3 0-1 0,-5 0 1 15,-3-1 0-15,-6 2-6 0,-3 2-11 0,-2 2-2 0,-5 1-1 0,-1 3 0 16,-4 2-1-16,-4 0-17 0,-2 2-12 0,-4 2-12 0,-1 0-2 16,0 3 3-16,-2 0-10 0,-1 2-5 0,-1 0-14 0,0 0-25 0,0 2-43 15</inkml:trace>
  <inkml:trace contextRef="#ctx0" brushRef="#br0" timeOffset="36535.97">6688 10298 338 0,'-8'-7'37'0,"2"1"3"15,-3-3 10-15,4 2 9 0,2 2 5 0,1 1-10 0,1 0-14 16,2 0-13-16,-1 0-13 0,2 1-7 0,2 0 0 0,1 0-4 0,1 0 3 16,0 0-3-16,1 1-1 0,1 0 0 0,2 1 2 0,1 0 0 0,1 0 0 15,1 0 2-15,1 0-1 0,2-1 0 0,-1 0 3 0,2 0-2 16,1 0-3-16,-1 0 2 0,2-1-2 0,0-2 1 0,1 1 10 0,2-2-5 16,0 0 3-16,0 0-4 0,1 0 1 0,-2-1 4 0,0 1 3 0,1-2 5 15,1-1 2-15,1 0 4 0,0-4 1 0,-1 0 1 0,1-1 1 16,-1-3-4-16,0 0 2 0,-1-1 2 0,0 0 2 0,-2-2 4 0,0 0-2 15,0 2 0-15,-1-2-2 0,-2 0 1 0,0 1-3 0,0-1-2 0,-3 0-1 16,-1 0-6-16,-1-2 3 0,-1 1-5 0,-1 0-2 0,0 0 1 16,0 0-8-16,-2 1 0 0,1-2-3 0,-2 0-3 0,-1 0 3 0,0-2 1 15,-2 2-2-15,0 0-10 0,-2-1 1 0,-1 1 1 0,-2-2 2 16,0-1 13-16,-3 1-2 0,-1-1-7 0,-1 1 2 0,-2-2-4 0,-1 2 5 16,-2 1-1-16,-2-1-2 0,-2 2-2 0,-2-1 1 0,0 0-1 0,-3 1-1 15,-2-2-1-15,-1 1-2 0,-3 2-2 0,0-1 2 0,-2 3 2 16,-1 2 1-16,-1 0 1 0,-2 1 1 0,-1 1-3 0,-2 0 2 0,-3 1 1 15,0 0 0-15,-1 2 0 0,0 2-1 0,-1 0-2 0,-3 1 1 0,1 1 1 16,-1 1-10-16,-1 1-1 0,-2 2 0 0,0 1-6 0,0 2 16 16,0 0-2-16,-2 2 1 0,0 0 6 0,0 3 7 0,0 0-1 0,1 1 3 15,-1 2-2-15,2 1-12 0,1 0 4 0,-1 3-2 0,0 0 2 16,1 3 3-16,2 2-6 0,0 2 3 0,1-1-1 0,-1 2 3 0,0 1 0 16,0 2 0-16,2 4-2 0,0 3-4 0,0 3 1 0,0 1 0 15,1 1 0-15,-1 1-2 0,1 4 1 0,1 1-2 0,-1 5 1 0,2 2-6 16,0 4 12-16,2-1 0 0,2 0 2 0,-1 1 6 0,3-2-14 0,1 1-2 15,4-2-2-15,3-2 4 0,3-3 1 0,4-2 0 0,2-3-1 16,2-2-4-16,3-1-1 0,4-5-3 0,2-2-2 0,4-4 6 0,3-4-2 16,4 1 17-16,1-3 4 0,2-3-8 0,2 1 3 0,0 0-14 0,0-1 0 15,1-1 1-15,2 1 3 0,0 0 0 0,1 0-4 0,1-2 5 0,2 2-6 16,1 1 4-16,-1-1-2 0,3 1-8 0,-2 1-1 0,1 0-9 16,3 0-8-16,-1-1-20 0,5-1-33 0,-1 1-23 0,3-3-28 0,1 2-35 15,3-2-43-15,2 0-51 0,1-2-167 0</inkml:trace>
  <inkml:trace contextRef="#ctx0" brushRef="#br0" timeOffset="40552.68">8206 12042 123 0,'-13'3'65'0,"-1"1"0"16,-2 0-4-16,5-1-9 0,4-1-3 0,1-1 3 0,0 0-5 0,1 0-5 15,2-1-6-15,0 1-9 0,1-1-7 0,1 0-11 0,1 0-5 16,-1 0-3-16,2 0-1 0,0-1 3 0,1 1-3 0,1 0 3 0,0 0-3 16,1 1 1-16,0 0 0 0,1-1 1 0,-1 1 0 0,2 0 1 0,2 0 5 15,1 1 1-15,2 0 5 0,1 1 1 0,1 0 6 0,2 1 3 16,1-1 4-16,1 0 5 0,1 0 1 0,4 0 2 0,4-1 2 0,0-1 5 16,3 0 7-16,0-2 0 0,1 0 2 0,-1-1-1 0,4-1-2 0,1 0 5 15,2-1-1-15,0-2-3 0,2 1 11 0,1-1-2 0,-1 0 0 16,3-2 4-16,1-1-10 0,-1-1-10 0,1-1 3 0,2 0-8 0,-1-1-7 15,2 1-2-15,-1-2-7 0,0 1-3 0,1-1-2 0,-2 1 0 16,3-1-4-16,-2-1-1 0,-1 1-1 0,-1 0-4 0,2 2-1 0,-2-1-5 16,-1-1 1-16,2 0 2 0,-2 0-6 0,-1 0 7 0,1 0-5 0,-3 0 1 15,-2-1 0-15,0-1-5 0,-2-1 1 0,-1 0 2 0,-1 0 0 16,-1 1 1-16,-3-2-2 0,1 0-2 0,-4 0 7 0,0 0-2 0,-1-1 3 16,-3 0 1-16,0-1-1 0,0-1 4 0,-3-1 2 0,-2 0 5 0,-1 0-9 15,-2 0 12-15,-2 2 2 0,0-1-2 0,-3 0 13 0,0-1-6 16,-4 0-1-16,0-1 7 0,-2 1-4 0,-2-2-4 0,-2 0 1 0,-2 1-9 15,-2-2-1-15,-2 0-1 0,-2-1-1 0,-3-2-3 0,-1 0-4 0,-2-1-2 16,-4 1-3-16,-1 1-3 0,-3 2 1 0,-2-1-2 0,-1 0 1 16,-2 1-2-16,-2-1 5 0,-2 2-3 0,-1-1 2 0,0 1-7 0,-2 3 4 15,2-1 2-15,-2 2 2 0,0 0 11 0,-2-1-8 0,1 1-2 16,-1 1 4-16,-1-1 2 0,3 2 4 0,-1 1-4 0,0 1 3 0,1 2-6 16,-3 0 5-16,3 2-1 0,-3 2-2 0,0 0 0 0,0 4-4 0,0-1 5 15,-1 1 1-15,1 2-5 0,-1 1 3 0,-1 2-4 0,0 2 1 16,0 0-2-16,1 2-1 0,1 1 7 0,0 0-7 0,2 1 1 0,1 3 4 15,-1 0-10-15,1 1 5 0,0 3-6 0,1 0-3 0,0 2 7 0,-1 1-4 16,2 1 5-16,0 1 1 0,1 2-4 0,-3 3 6 0,1 0-8 16,-1 3 4-16,-1 2 1 0,4 1-1 0,-3 3 8 0,2 2-10 0,-1 2-1 15,0 1 4-15,2 0-2 0,-2 2 3 0,3-2 0 0,0-2-2 16,1 1 2-16,1-4-5 0,3 0 4 0,1-1 4 0,1 0-3 0,3-2-2 16,1 0 2-16,0-3-9 0,3-1 0 0,1-2 6 0,1-3 0 0,3 0 0 15,1-2-3-15,2-2-9 0,4 0-14 0,2-1-13 0,2-1-17 16,3-3-31-16,2 2-28 0,3-2-28 0,3-2-15 0,2-1-7 0,3-2-33 15,3-2-54-15,2-2-66 0,1-2-250 0</inkml:trace>
  <inkml:trace contextRef="#ctx0" brushRef="#br0" timeOffset="63191.77">2853 7088 7 0,'1'-32'-1'0,"2"-1"-4"0</inkml:trace>
  <inkml:trace contextRef="#ctx0" brushRef="#br0" timeOffset="64304.61">2393 5500 240 0,'-27'26'50'0,"0"4"-41"0,-7 9-8 15,7 1 4-15,4-5 0 0,2 3 4 0,0-2-1 0,2 0-2 0,0 4 1 16,2 0-7-16,-1 1-2 0,-1 2-4 0,2-2-5 0,0 1-4 0,1 0-2 16,3 0-4-16,-1-1 3 0,2 1 3 0,0-1 3 0,1-3 4 15,1 2 1-15,1-1 2 0,0 0 3 0,1 3 3 0,1-3 6 0,1 2 3 16,1-1-2-16,0 0 2 0,2 0 0 0,1-1 1 0,1-1 3 15,3-3 0-15,1-2-1 0,2-3-3 0,2 0-1 0,2-2-1 0,2-2 0 16,1 0 2-16,2-4 0 0,3 1 1 0,0-3 2 0,3-2 4 0,2 1 5 16,0-1 1-16,2-3 3 0,1 1 1 0,-1-1 1 0,0 0 5 15,2-1 2-15,1 0 1 0,2-2-3 0,2-1-6 0,1-1-2 0,2 1-2 16,1-3-1-16,3 2 1 0,0-1-4 0,1 0 0 0,2 1-4 0,1-1-3 16,0 0 1-16,4 0 1 0,0 1 0 0,1 1-2 0,-1-1-1 15,1 1-1-15,0-1-3 0,1-2 1 0,2 1-2 0,0 0-1 0,4-1 0 16,-1-1-3-16,1-1 1 0,2-2 1 0,1 0-2 0,1-2 4 15,2-1-1-15,-1 0 1 0,1-2 3 0,2 0-3 0,-1-1 1 0,2 0 1 16,-1-1 1-16,2 0 2 0,0-1 0 0,0 0 5 0,1 0 0 0,0-1 1 16,-1 2 0-16,2-1-1 0,0 0 0 0,-1 0 4 0,2 1 1 15,1 0 2-15,0 0-3 0,0 2-3 0,1 1-3 0,-1 0-2 0,-2 2-4 16,-1 0-2-16,1 1-3 0,-4 1 0 0,2 0 0 0,0 1 0 0,-2 1-2 16,1-1 0-16,-1 2 3 0,0-1-4 0,-1-1 1 0,1 1-2 15,1-1 2-15,-2 2 1 0,1-1 1 0,-1 0 2 0,1 0-3 0,0 0 0 16,0-2-1-16,1 1 1 0,-1 0 1 0,-1-1-1 0,1 0-1 15,-2-1 1-15,0-1-2 0,1 1-2 0,0-2 1 0,0 1 2 0,0-1-2 16,0 0 5-16,-1-1-1 0,3 0 2 0,0 0 0 0,0-1-2 0,0 1-2 16,1-1-1-16,-2 0-4 0,1 1 3 0,-1 0 1 0,-1-1 1 15,0 1 1-15,2-1-1 0,-2 0-1 0,2 0-4 0,0-1 3 0,2 0 0 16,1-2 1-16,-1-1-1 0,1 1 1 0,-2-3-1 0,2 1 0 0,2-3 1 16,-1 0-3-16,0-1 3 0,1 0 0 0,0-1 0 0,0 1 0 15,0 0-1-15,0 0 2 0,-1 0 3 0,1 0 0 0,1-2-1 0,-1 0 0 16,-1 0-3-16,1 1-1 0,-2 2 0 0,1 0 1 0,1 0-1 0,-3-1-2 15,1 1 3-15,0-2-1 0,0 2-1 0,-1 0-2 0,0-1-2 16,0 0 0-16,-2-1-2 0,1-2 1 0,-1 0-1 0,-1-2 4 0,0-1 0 16,-1-1 3-16,1-1 2 0,-2-1-5 0,-1-2-2 0,0 1 9 15,-2-2 0-15,-2-1 5 0,-1 0 2 0,-2-2-4 0,0 0-1 0,-2-3-5 16,-1 0 4-16,-2-1-2 0,-3-1 2 0,0 0 4 0,-2-2-3 0,-2-1 1 16,1 0 1-16,-4-2-3 0,-1 3 2 0,-2-2-4 0,-4 1 0 15,0-1 3-15,-3-1-6 0,0 0 1 0,-2 0-6 0,-5-1-3 0,0-2 3 16,-4 0-3-16,-2-1-2 0,-3 1-3 0,-2-2-3 0,-2-2-3 0,-2-1-7 15,-2-2-6-15,-3-2 1 0,-2-2 0 0,-3 1 5 0,-1-1-1 16,-2-2 4-16,-2 1 9 0,-1-1 1 0,-2-1 8 0,-4 2-5 0,-1 0-1 16,-3-1-1-16,-3-1-5 0,0 1-1 0,-4-1-1 0,-1 2 1 15,-3 1 1-15,-3 1 7 0,-3-1 5 0,-2 1-2 0,-1 2 4 0,-4 0-5 16,-1 3-2-16,-3 0 1 0,-4 2 0 0,-2-1 0 0,-2 0 0 0,-5 3-5 16,-3 2-3-16,-4 2 1 0,-2 1 1 0,-5 1 2 0,-2 2 2 15,-3 1 5-15,-5 3 1 0,-2 0 3 0,-5 3 1 0,-2 0-1 0,-6 2-1 16,-1 2-3-16,-4 1 1 0,-1 2-1 0,-5 1 0 0,-2 2 2 0,-1 1-2 15,-3 1 1-15,0 1 3 0,-3 3-1 0,-2 2 4 0,-2 0 0 16,-1 2-5-16,0 2 1 0,-5 0-1 0,-1 2 1 0,-3 2 1 0,-3 1 0 16,0 1 4-16,-2 1 0 0,0 2 6 0,-2 2 0 0,-2 2 1 0,-2 2 4 15,-1 2 0-15,0 2 5 0,-2 4 3 0,0 3 5 0,-3 2 4 16,1 3 3-16,-3 1 2 0,3 5 0 0,2 2 1 0,1 6 0 0,5 4 11 16,0 5 2-16,1 5-2 0,4 5-6 0,-2 6-18 0,1 3-4 15,-1 4-13-15,-5 7-5 0,-4 3-4 0,-1 6-3 0,2 4 6 0,2 2-3 16,5 3-1-16,9 1-13 0,7 0-22 0,10 3-23 0,7 0-37 0,6-1-27 15,7 0-29-15,6-2-49 0,5 1-136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10:04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17555 6155 1083 0,'-5'-10'294'16,"2"1"-208"-16,-1-2-28 0,4 3-32 0,1 4-19 0,3 2-7 16,1 1-6-16,1 2 1 0,1 0 0 0,1 2 0 0,1 0 1 0,1-1 1 15,-1 1 0-15,1 0 3 0,0 0-2 0,-1 0 4 0,1 1-2 0,-1-2 0 16,-1 1 0-16,0 0-5 0,0 0 5 0,0-2 3 0,1 0-1 16,1 0 4-16,0-1 1 0,-1 0-4 0,2-1 6 0,0-1 2 0,1 0 5 15,0-1 5-15,0 0 3 0,1 0 1 0,3-2 3 0,0 1-1 0,1-2-4 16,3 0 0-16,0 1-6 0,0-2-2 0,3 1-1 0,1-1-4 15,-1-1 2-15,2 1-5 0,1-1-2 0,1-2 2 0,2 1-7 0,0 0 4 16,1 0-1-16,-2 0-10 0,1 0 4 0,-1-2-2 0,1-2-3 16,-1-1 11-16,0-1-5 0,0 2 0 0,-1 0 0 0,-1-1-8 0,-3 0-8 15,0 1-5-15,-2-1-11 0,0 0-9 0,1-1-9 0,-2 0-17 0,0 0-15 16,-1-2-15-16,-2 1-24 0,0 1-21 0,-1 0-15 0,0 0-7 16,-2-1 0-16,0 2-3 0,0 1-24 0,1 1-41 0</inkml:trace>
  <inkml:trace contextRef="#ctx0" brushRef="#br0" timeOffset="1317.17">2988 7095 505 0,'10'-15'9'15,"5"-1"-1"-15,7-3 2 0,3 1 8 0,2 2 4 0,4-1 4 16,1 0-3-16,5-2-4 0,3 0-2 0,1 1-6 0,4 0 0 0,3 1-5 15,2 1-2-15,2 2 0 0,1 0 1 0,1 1-1 0,3 1-1 0,0 2 4 16,2 0-1-16,0 1-1 0,1 0 4 0,0 0-1 0,2 0 0 16,1 0 3-16,0 0-2 0,1 0 1 0,0-1 0 0,0 0-1 0,2-1 2 15,0 1 1-15,-1-1 1 0,2 1 7 0,0 0-1 0,-2-1 7 16,0-1-4-16,1 1-1 0,0 1 0 0,2-1-8 0,0 0 3 0,-1 0-2 16,2 1 0-16,1 0 1 0,-1 1-3 0,0-1 0 0,2-1 1 0,1 2-4 15,0-1 1-15,3 1-1 0,0 1-2 0,2 0 5 0,-2 0-2 16,0 2-1-16,1 0-3 0,-1 2-1 0,-1 1-4 0,3 2 3 0,-2 0 0 15,3 1-3-15,0 0 4 0,0 2-3 0,2 0-4 0,-1 2 2 0,-2 1 0 16,1 2 0-16,-1 1 1 0,-1 0 0 0,0 0-4 0,-2 2 3 16,1 1 2-16,-3 1-3 0,-3 1 4 0,0 0 0 0,1 2-3 0,-3 2 0 15,1 0 2-15,-1 0-4 0,-2 1-1 0,0-2 2 0,-1 2-2 16,-1-3 2-16,-1 1 2 0,0 1 0 0,-1-1-1 0,-1-2 2 0,0 2-2 16,0 0 0-16,0-1 0 0,-2 2-2 0,0-1 1 0,-3 1 0 0,-1-1-2 15,0 2 4-15,-3 1-1 0,-1 0-3 0,-2-1 2 0,-4 1-6 16,-1 0 9-16,-2 0 4 0,-2 1 0 0,-2 1 3 0,-3 0-8 0,-3 1 1 15,-2 0-1-15,-3-2-1 0,-2 1 1 0,-1 0-2 0,-4-1 2 0,-2 2 0 16,-2 0 0-16,-4 2 2 0,-2 0 0 0,-2-2 1 0,-2 2 2 16,-2 1 0-16,-3-1 2 0,-2 3 1 0,-4 0 1 0,-2 2 0 0,-2 0 0 15,-3 3 1-15,-3-1-8 0,-3 2 8 0,-2 0 2 0,-2 1-7 0,-2 1 9 16,-2 0-11-16,-3 1-1 0,-2-2 2 0,-2 1-2 0,-3-1-1 16,1-1 0-16,-1-2-1 0,0-1 2 0,-1-4-1 0,-3-1 0 0,-1-1-2 15,0-1 1-15,-3-1 2 0,-1-3 1 0,-1-1 4 0,-1-2 1 16,-3-1 4-16,-2-3-1 0,-2 0 2 0,-2-3 0 0,-1-1 1 0,-3-3-5 15,-3 0 1-15,-4-2-6 0,-3-1-2 0,-2 1 1 16,-6-3-2-16,-3 1 5 0,-4-1-1 0,-4-2 3 0,0 0 7 0,-4-3-3 0,0-2 7 16,-4-2-7-16,-4-1-10 0,-4-1 1 0,-7 2-9 0,-3-2 2 0,-3 0 2 15,-4 1 0-15,-5 1 1 0,-4 0 1 0,-3 2-5 0,-4 0 1 16,-1 2 3-16,-3-1 0 0,-3 0 1 0,2 0-1 0,-2-1 0 0,3 0 0 16,2-2 5-16,5-1 2 0,5-2 2 0,4-2-2 0,5-3 1 0,5-2 0 15,7 0 1-15,5-4 3 0,4 0 2 0,5-2-6 0,1-1-2 16,6 1-3-16,2 0-2 0,7 2 1 0,6-2-2 0,2 0-3 0,4 1-14 15,6-2-9-15,2 4-33 0,5-1-46 0,6 1-36 0,4 2-31 0,2-1-14 16,6 2-17-16,1 1-28 0,5-1-160 0</inkml:trace>
  <inkml:trace contextRef="#ctx0" brushRef="#br0" timeOffset="66939.1">15764 5043 147 0,'-1'-10'42'0,"-2"-1"-59"0,-3-4 133 0,-1 2-60 0,-3 1-30 16,-1 2-4-16,-1-1-4 0,-1 0-8 0,-2 0-1 0,-2 0-1 15,0 2 1-15,0 0-2 0,-1-1 0 0,-1 1-2 0,1 1-1 0,-2 0-1 16,-1 0 0-16,1 1-1 0,-2 0 1 0,-1 0-1 0,-1 0-2 0,-2 1 3 16,-2-1-2-16,-2 1 1 0,-1 0 1 0,-3 1-1 0,0 0-2 15,-4 1 2-15,-2 1-2 0,-2 0 0 0,-3 1 0 0,-2-1 0 0,-2 1 0 16,-2 0 0-16,-2 1 0 0,-1-1-1 0,-3 2 0 0,-1-2 1 15,0 2 0-15,-2-1 0 0,-1 0 0 0,2 0-2 0,-2 0-3 0,0 0 2 16,1 0 0-16,1 1 3 0,-1 1 0 0,1 0 0 0,0 0-1 0,0 3-2 16,0 0 1-16,0 1-1 0,1 0 1 0,0 3-2 0,-1 0 2 15,3 3 0-15,-2 1 2 0,0 1 0 0,0 2 0 0,-1 3-1 0,0 2 0 16,1 2 0-16,-2 3 0 0,0 4-3 0,-1-1-2 0,1 3 2 0,0 1-3 16,2 1 2-16,-1 5 4 0,1 0-1 0,2 3 2 0,0 0 0 15,4 3-2-15,1-1 1 0,3 2 0 0,1-1-2 0,3-1 1 0,4 2-1 16,2-1-1-16,2 0-1 0,4 0-1 0,3 1 3 0,4-1 1 15,0 0 3-15,0 1 1 0,4 1-1 0,0 1 0 0,3-1 0 0,5-1 0 16,2 1-1-16,1-3-2 0,4 0 1 0,2 1-2 0,3-2-2 0,5-1 1 16,2 0 4-16,3-3 4 0,3 0 5 0,2 0 3 0,6-3-2 15,3 0 4-15,1-1 0 0,4-2 4 0,0 1 2 0,3-2 0 0,1-2 1 16,4-2-1-16,1-2-2 0,3 0 1 0,3-2 1 0,1 1-1 0,2-1 3 16,2-3-2-16,3 1-2 0,2 0 1 0,3-3-5 0,0 0 0 15,2-1 0-15,2-2 1 0,0 0 3 0,4 1 5 0,1-1 4 0,2-3 1 16,2 0-2-16,2 0-4 0,3-1-8 0,0-1 1 0,3-1-3 15,-1-2 3-15,0 1-2 0,4-2 0 0,-1 0-2 0,2-1-3 0,1-1 1 16,0-1-2-16,1-1 1 0,1-4-1 0,3 0-3 0,-1-1 1 16,3-3 0-16,1 0-1 0,-2-2 3 0,1-1-3 0,-2-1 3 0,-2-1 0 15,1-1-7-15,1-1 1 0,0-2-5 0,-1 0 2 0,0-2 6 0,2-1 6 16,-3 0 0-16,1-2 2 0,0-2 1 0,-2-1-3 0,0-2-2 16,-2-1 1-16,-1 0 0 0,0-2 0 0,0-1 1 0,-3-1 2 0,0-1-3 15,-2-3 2-15,-3-1 1 0,-3 0 1 0,-1-2 2 0,-4 2 3 0,-2-3 1 16,0 1-7-16,-5-2-1 0,-3 0 0 0,-2 2 4 0,-3-3 7 0,-2 2 2 15,-3-2-7-15,-2 0 0 0,-2 0-8 0,-6 0 2 0,-1-3 0 16,-5 0-1-16,-1 0 4 0,-4 1-6 0,-2-1 2 0,-3 1-7 0,-4-2-4 16,-2 0 2-16,-4 0 0 0,-1 0 9 0,-3 1 0 0,-2-2-2 15,-3 1 1-15,-2 0-7 0,-2-3 0 0,-3 0 2 0,-3 0-2 0,-2-2 3 16,-2 1-3-16,-4-1-4 0,-3 1-1 0,-1 1 3 0,-4-1 5 16,-3 1 1-16,0-1 3 0,-5 1-5 0,-1 1-3 0,-5 1 0 0,-5-3-1 15,0 1-1-15,-1 1 0 0,-3 1-4 0,-2 3 2 0,-5 3 4 0,-4 3-2 16,-2 0 1-16,-3 4 1 0,-4 2-7 0,-3 4-1 0,-2 2-13 15,-7 2-21-15,-3 4-20 0,-5 4-16 0,-5 3-13 0,-5 4-8 0,-4 5-9 16,-4 4-10-16,-5 4-8 0,-4 6-12 0,-3 4-15 0,-5 6-142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13:08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8097 8988 1043 0,'-4'-5'136'16,"1"-1"-135"-16,1-2-28 0,0 1-8 0,3 1 13 0,0 0 0 0,0 0-15 15,-1-1-16-15,1-1-11 0,-1 2 2 0,-1-1 7 0,-1 1 8 16,1 0 10-16,-2-1 8 0,0 0 9 0,1 1 10 0,-3 2 7 0,-1-2 8 16,1 0 7-16,-1-2 8 0,-1 1 5 0,0-1 10 0,-1 0 11 0,0 0 7 15,1 1 9-15,-2-2 5 0,0 0 4 0,-1 1 0 0,0-1-4 16,-1 1-3-16,-1-1-11 0,3 1-6 0,-3-1-3 0,-1 0-4 0,1 0-2 15,-1 0-5-15,0 1-1 0,0 0-4 0,-1 0-6 0,-1 1 0 0,0 0-2 16,-1 0 0-16,-1 0 1 0,-3 0-2 0,1 1-1 0,-2 0-3 16,0 0 1-16,-1 0-2 0,0 2 2 0,1-1 0 0,-4 0 1 0,0 1 7 15,-1 1-4-15,-2-1 1 0,0 1-3 0,-2 0-4 0,0 0-2 0,-2 1 1 16,0 0-4-16,-4 0 0 0,1 1 0 0,-1 0-2 0,-1 1 2 16,-1 0-3-16,-2 1 4 0,-1 0-4 0,-1 0 4 0,-3 1 1 0,2 0 3 15,-1 2 4-15,-1-1 5 0,1 1 1 0,1 0 0 0,0 0 0 16,0 2-3-16,-1 0 0 0,1 0-2 0,1 3-3 0,0 1-6 0,-2 1 1 15,0 2-1-15,-2 0 2 0,0 2 1 0,1 2-2 0,-1 2-1 0,-1 0-1 16,-1 4-3-16,0 0-3 0,0 1-3 0,-1 3-9 0,0 0 17 16,0 3-1-16,-1 1 2 0,1 3 8 0,-1-1-16 0,0 2 1 0,2-1-1 15,2 2 2-15,0 2-3 0,0 1 0 0,0 2-1 0,2 0-1 16,1-1 4-16,1 0 1 0,2 2-3 0,2-1-8 0,-1 3 13 0,2 1 1 16,2 0 1-16,-1 1 4 0,4 2-8 0,-2 0-7 0,3 3 1 0,1-1 0 15,1 2-5-15,1 0 6 0,1 0-1 0,0 2 5 0,2 0-8 16,2 0 10-16,2 1 4 0,2-1-2 0,1 0 6 0,2 1-4 0,1-1-7 15,4 1 4-15,2 0 0 0,1-1-9 0,4 0 11 0,1 0-10 0,2 0 4 16,2 2 2-16,2-1-6 0,3 1 12 0,3 0-10 0,1 0-2 16,2 1 6-16,3-2-5 0,2 2 5 0,2-1 0 0,2 2-3 0,2 0 0 15,2-1 0-15,2 0 0 0,2-3 8 0,3 0-5 0,1 0-3 16,3-1 5-16,1 0-7 0,3-3 4 0,4-2-1 0,1 0-2 0,2-1 2 16,2-2-5-16,1-1 11 0,4-2 4 0,2-1-2 0,4-2 5 0,2-2-12 15,2-1 0-15,4-3 2 0,2 0 1 0,3-3 1 0,4 0-1 16,3-5 1-16,2 0 5 0,5-3 0 0,2-4-3 0,4-1 0 0,1-2-4 15,3-1 4-15,4-2 2 0,1 0-4 0,5-3-1 0,3-1-7 0,0-2 2 16,2-1 2-16,3-2 4 0,0-1 2 0,3-2 0 0,0 0 0 16,1-2-8-16,1-1 0 0,1-1-2 0,1-2 1 0,0-1-2 0,0-1-2 15,-1-1 6-15,1-2-4 0,-3 1 5 0,3-1-4 0,-3-2-4 0,0 0 3 16,0-1-4-16,-3-1 7 0,2-2-3 0,-3 0 2 0,-1-2 1 16,-1-2 0-16,0-2-2 0,-2-1 0 0,0-2-4 0,-4 1 0 0,-1-1 3 15,-1-2-1-15,-4-1 3 0,-2-3-1 0,-1-1 7 0,-3-1-2 16,-3 0 2-16,-3-2 1 0,-2-3 2 0,-3 0 8 0,-3-2 3 0,-3-2 5 15,-3 1 3-15,-2-3 6 0,-4-2 7 0,-2 1 6 0,-4-2 4 0,-3 1-2 16,-3-1 1-16,-5-1-8 0,-2 2 0 0,-5-1 0 0,-3-2-10 16,-1 0-5-16,-3-4 2 0,-3-2-5 0,-3-2 10 0,-4-1-3 0,-4 0-14 15,-3-1 0-15,-5 1-16 0,-3-3 9 0,-4-1-4 0,-2-1-7 0,-6 0 4 16,-3-1-5-16,-4-1 1 0,-4 1-2 0,-4-4-1 0,-4 0-7 16,-5-2-8-16,-4-3 1 0,-6-1 1 0,-2 3 2 0,-5 1 9 0,-1 2-2 15,-2 3 4-15,-6 0 7 0,-2 1-6 0,-4 1-4 0,-3 0-3 16,-3 2-1-16,-2 3 5 0,-3 2 12 0,-4 1-3 0,-1 2 3 0,-4 1 0 15,-2 3-3-15,-4 1-2 0,-2 5 0 0,-4 1 4 0,-4 1-11 0,-1 4 15 16,-3 3 1-16,-5 1-2 0,-1 5 18 0,-3 0-13 0,-4 5 4 16,-2 1 3-16,-2 4-3 0,-1 6 0 0,3 2 2 0,2 4 0 0,0 4 0 15,4 3 3-15,1 3-6 0,3 5-8 0,3 3-5 0,5 6-9 0,0 5-8 16,2 4-3-16,2 6-18 0,1 2-35 0,3 5-11 0,2 4-37 16,3 2-50-16,5 5-44 0,0 3-106 0,2 2-153 0,4 3-336 0,0 2 15 15</inkml:trace>
  <inkml:trace contextRef="#ctx0" brushRef="#br0" timeOffset="967.31">22776 7845 2036 0,'8'-12'273'0,"4"1"-227"15,7-1-33-15,3 5-20 0,5 3 1 0,5-1 5 0,3 1-4 0,2-1 10 16,0 0-5-16,0 0 4 0,3-2 4 0,1 0-5 0,2 0-1 16,2-2-1-16,5-1 1 0,2-1 2 0,1-1 4 0,2-2-2 0,2 0 0 15,0-1-1-15,1 1-2 0,1-1-9 0,-1-1-1 0,0-1 1 0,2 3 0 16,-2-2 5-16,1 0 4 0,-2 0-6 0,0 0 6 0,0-1 0 15,-2 0 1-15,-2 1 2 0,-2-1-2 0,-2 2 0 0,-1-1-2 0,-1 3-1 16,-3 0-7-16,-2 1-8 0,-1 1-4 0,-5 1-15 0,-3 1-5 0,-4 3-14 16,-5 0-17-16,-3 2-19 0,-6 0-25 0,-4 1-25 0,-3 1-28 15,-4 0-21-15,-2 1-21 0,-2 0-11 0,-3 0 6 0,-1 1-15 16,-2-1-29-16,-3-1-54 0</inkml:trace>
  <inkml:trace contextRef="#ctx0" brushRef="#br0" timeOffset="1250.37">24328 7046 1217 0,'8'-10'69'0,"3"0"-19"0,5-1-7 0,2 2-19 16,4 2-15-16,2 0-3 0,4 1-9 0,2-1 6 0,4-1 0 16,1 1-1-16,4 1 2 0,0 1 1 0,0 1-10 0,2 1 5 0,0 2 0 15,1-1-10-15,0 1 6 0,-1 0-2 0,-3 1 0 0,0 1-5 0,-2 2 3 16,1 0-10-16,-2 0 3 0,-2 3 6 0,1 0-3 0,-2 2 8 15,-1 1 5-15,-1-1 6 0,-1 0 2 0,-2 1 0 0,0 1-3 0,-3 1-4 16,-2-1 8-16,-2 1-1 0,-1-2 5 0,-2 2 5 0,-1 0 3 0,-1 1 7 16,-2 0 7-16,-3-1 5 0,-4 1-2 0,-1 0 0 0,-4 2-6 15,-2 2-1-15,-2 0 1 0,-4 3-4 0,-1 2-4 0,-4 0-7 0,-2 2-4 16,-3 0-9-16,1-1-5 0,-2 1-4 0,-2-1-16 0,1 1-9 16,-3-2-18-16,-2 0-28 0,2 0-37 0,-2-1-44 0,1-3-61 0,3 0-76 15,-1-1-169-15</inkml:trace>
  <inkml:trace contextRef="#ctx0" brushRef="#br0" timeOffset="1600.22">26787 6391 2869 0,'-3'-15'-3'16,"2"3"-16"-16,0 2-12 0,3 8 8 0,2 4 1 0,1 3 11 0,4 2-1 15,-1 4-4-15,2 3-5 0,1 6-13 0,1 5 1 0,0 4 1 16,-1 4 7-16,0 1 7 0,-1 3 9 0,-2 4 3 0,-1 0 6 0,-1 2 1 15,-2 2 1-15,0-1 2 0,-1 2-4 0,-2 1-4 0,0 1 4 16,0-1 3-16,0-2-3 0,-1 0 6 0,0-1-9 0,1-5-2 0,0-1 1 16,-1-3-1-16,2-3 0 0,0-2 0 0,1-4-1 15,0-4-2-15,-1-4 0 0,1-3-6 0,-1-3-3 0,1-2-9 0,0-1-16 0,-1-3-19 16,0-1-26-16,-1-3-28 0,-1-1-35 0,-1-2-49 0,-2-2-67 0,-1-3-43 16,-4-3-81-16,-2-5-250 0</inkml:trace>
  <inkml:trace contextRef="#ctx0" brushRef="#br0" timeOffset="1767.16">26054 6481 2485 0,'-6'-16'67'0,"1"0"-29"0,1-1-27 0,6 6-16 16,5 1-3-16,5 0 0 0,5-1 5 0,5 0-6 0,5-2-2 0,2 0 1 16,4 0-4-16,3 0 9 0,3 1-6 0,5-1-9 0,2-1-14 0,1-1-17 15,2 1-25-15,0 0-26 0,0 0-19 0,-2 1-27 0,0-1-25 16,-1 1-27-16,-1-1-37 0,-2 0-54 0,-3 1-35 0,0-1-106 0</inkml:trace>
  <inkml:trace contextRef="#ctx0" brushRef="#br0" timeOffset="2083.12">27444 6540 1667 0,'1'11'485'0,"1"6"-453"0,3 12-1 16,4 7 0-16,3 5 3 0,3 1-4 0,5 1-6 0,3 1-4 0,0-1-3 15,4-1-13-15,-1-2 8 0,3-4 10 0,1-4-1 0,1 0 9 16,2-4-5-16,2-1-16 0,0-3-1 0,1-4-4 0,0-3 3 0,3-3-1 16,1-3 2-16,1-3 3 0,-1-2-5 0,-1-3 7 0,-1-4-2 0,-1-3-2 15,0-3 2-15,-3-4-4 0,-1-2 1 0,-4-3-2 0,-1-4 2 0,-3-2-3 16,-2-4 1-16,-3-2 2 0,-4-4-12 0,-2 0 5 0,-2-3-6 16,-4 0-6-16,-4-1 5 0,-4-2-9 0,-6 1 7 0,-4 0 7 0,-4 2 12 15,-3-1 8-15,-5-2 7 0,-3 1 1 0,-3-1-4 0,-3 3-4 16,-1 3-6-16,-2 3 4 0,0 3-9 0,0 5 2 0,0 2-5 0,0 5-5 15,-1 3 1-15,-1 3 1 0,-3 3-7 0,1 4-2 0,-1 2 6 0,-1 2-11 16,1 3-1-16,1 5-1 0,-2 1-8 0,3 3-2 0,0 4-2 16,0 0-12-16,1 4-13 0,0 0-23 0,3 3-36 0,1 0-28 0,3 0-33 15,1 1-39-15,5-1-42 0,1 0-78 0,2-1-126 0,5-5-172 0</inkml:trace>
  <inkml:trace contextRef="#ctx0" brushRef="#br0" timeOffset="2417.02">28699 5986 2346 0,'10'-29'1009'16,"2"3"-1043"-16,7-5-6 0,4 8-18 0,5 3-2 0,5 1 4 16,5-1 19-16,3 2-4 0,3 2 12 0,-1 2 15 0,0 4 2 0,-4-1 12 15,0 2 7-15,-4 2-7 0,0 1-4 0,-4 1 3 0,-2 1-8 16,-4 2 4-16,-1 1-2 0,-4 2-1 0,-2 2 3 0,-2 0 1 0,-1 2 4 15,-4 1 4-15,2 2-8 0,-2 1-4 0,-1 3-7 0,-1 0-4 0,-2 4 1 16,-1 3-4-16,-2 3 2 0,0 1-3 0,-2 3-1 0,-1 0 3 16,-1 2 6-16,0 2 0 0,-1 2 4 0,0 0 4 0,0 1 1 0,1-2-1 15,0 2 7-15,-1 1-6 0,0 1 3 0,0 1 3 0,-1 1-12 16,-1 1 3-16,2-1 1 0,-2-1-1 0,0 0 13 0,0 0 1 0,0-1-1 16,0-2 0-16,1-1 0 0,2-2 0 0,0 1-1 0,2-4 0 0,1 0-6 15,2-4-2-15,2-2-11 0,2-3-18 0,2-1-11 0,2-5-21 16,2 0-13-16,1-3-16 0,2-2-12 0,2-2-1 0,0-2-6 0,0-4-3 15,1-2-11-15,0-2-22 0,1-2-36 0,0-3-32 0,-2-1-27 0,0-1-13 16,0-4-64-16,-3-4-18 0</inkml:trace>
  <inkml:trace contextRef="#ctx0" brushRef="#br0" timeOffset="2933.32">29391 6386 2703 0,'-1'-3'11'0,"4"3"-74"16,1 1-11-16,3 3 6 0,3 0 22 0,2 1-8 0,5-1-18 16,2 2-9-16,3-1 3 0,-2 0 12 0,3-2 19 0,-1-2 11 0,1-1 3 15,2-2-5-15,0-1-13 0,-1-2-18 0,1 0-22 0,0-1-21 0,2-1-9 16,-1-1 5-16,1 0 9 0,1-2 13 0,1 1 11 0,-1-1 2 16,0 1 8-16,-3 2 10 0,0-1 7 0,-1 3 11 0,-1 0 6 0,0 0 6 15,-1 2 11-15,-3 1 10 0,0 1 8 0,-1 1 9 0,-2 1 5 16,1 2 8-16,-2 0 16 0,1 1 19 0,-1 0 19 0,-1 0 13 0,1 1 6 15,0 0 0-15,-2 1-8 0,3 1 1 0,0 1-12 0,-1 1-5 0,-1 1-6 16,2 0-7-16,0 2 1 0,0 0-4 0,-1 0 3 0,0-1 2 16,1 0 3-16,-1-1 9 0,1 1-1 0,1 1-5 0,0 0-5 0,2-2-11 15,-2-2-9-15,3 0-6 0,-1 0-6 0,-2-1-9 0,3 0-1 0,-2-2 0 16,0-1-1-16,2 0-1 0,0-3-2 0,0 0-4 0,1-2-1 16,-1-1 2-16,0-2-2 0,0-1 3 0,-1-1-2 0,0-2 3 0,-3-1-9 15,1-1 5-15,-3 0 2 0,-3-3-7 0,0-1 2 0,-1 0-4 0,-1 1-11 16,-3-1-1-16,-2 1-9 0,-2-2-5 0,-4 0-8 0,-1 0 8 15,-4-1 1-15,-1 0 4 0,-3 1 6 0,-2 2-15 0,-3-1 6 0,-4 1 1 16,-1 1 4-16,-1 2 11 0,-2 2 4 0,1 1-3 0,-1 1-2 16,-2 2-2-16,1 2-2 0,-1 2 5 0,1 2 5 0,-1 1 8 0,1 2 6 15,-2 1 6-15,2 2 3 0,5-1 7 0,3 1 1 0,4 0 1 0,2 2-2 16,2 0-7-16,2 0-10 0,0 0 0 0,4 0-5 0,2 0 5 16,2 2 8-16,2 1 3 0,3-1 1 0,2 0 6 0,4 1 0 0,3-2-3 15,4 1-4-15,3-3-7 0,4 0-5 0,2-2-5 0,3 0-4 0,-1-1-9 16,3-2-2-16,2 0-3 0,2-2-5 0,1-2 4 0,2-2-1 15,1-2-2-15,-1-2-4 0,0-1-4 0,-2-1-8 0,-1 0-18 0,0-3-24 16,-2-2-44-16,-1-3-72 0,-3-1-65 0,-1-5-57 0,-3-2-117 16,-2-3-152-16</inkml:trace>
  <inkml:trace contextRef="#ctx0" brushRef="#br0" timeOffset="3900.08">30985 4985 2579 0,'1'7'-3'0,"1"8"-13"0,3 9 3 16,1 11 15-16,2 7 4 0,3 9-1 0,3 6 12 0,2 5-15 15,1 3-1-15,0 2 6 0,1 1-1 0,1-1 2 0,0-1-8 0,0 0 10 16,-1-1-2-16,0-2-7 0,-2-1 1 0,0-3-26 0,1-3-17 16,-3-2-16-16,1-4-20 0,1-2-22 0,-1-3-28 0,-1-4-17 0,0-3-5 15,-2-2-2-15,0-4 17 0,0-3 15 0,-2-4 12 0,1-5 5 16,-2-5 12-16,0-4 16 0,-1-5 28 0,-1-3 28 0,0-5 20 0,0-3 8 15,-2-3 9-15,2-4 8 0,-1-4-1 0,0-3-2 0,1-5-16 0,-1-2-3 16,1 0 4-16,0-3 8 0,-1 1 10 0,0-4 6 0,-2 2 13 16,0-2 11-16,1 3 4 0,-2 0 2 0,2 3-4 0,0 2-4 0,0 3-3 15,2 5-1-15,0 2-4 0,1 4-6 0,1 2 2 0,-2 4-8 0,3 2 3 16,-2 1 3-16,0 3 1 0,2 2 3 0,-2 2-9 0,2 3-11 16,1 2-4-16,1 1-10 0,2 2 1 0,0 1-2 0,-1 1-4 0,6 2-8 15,0-1 2-15,1 1-1 0,-1 0 2 0,-2-4-1 0,3 1 2 16,0-1-2-16,-1-2 3 0,2-1 2 0,-3-2 0 0,2-2 4 0,-1-1-1 15,0-2 8-15,1-1 7 0,-1-2 3 0,-1-3 12 0,-1-1 2 0,-2-2 3 16,-6 2 3-16,-1-2-17 0,-1 1 7 0,2-3-14 0,-1-2-10 16,1-1 7-16,-1-2-17 0,2-2 9 0,-4-1-5 0,1-1 2 0,-3-1-8 15,-1-2 0-15,-1 1-6 0,-2-1-7 0,-1 0-4 0,-2 0-7 0,0 0-1 16,-2 0-4-16,-1 2 9 0,-3-3 0 0,-8-9 0 0,1 8 3 16,3 6-6-16,0 6 0 0,2 2 7 0,-3 1 2 0,1 3 4 0,2 2 2 15,-3 3 2-15,2 1 3 0,0 1 3 0,1 2-1 0,3 0-2 0,-1 2 3 16,2 0-8-16,1 1 2 0,2 1-3 0,0 1 0 0,2 2 4 15,0-1-1-15,3 0 6 0,2 0-5 0,0-1 5 0,3 0 2 0,0 0-2 16,4-1 1-16,-1-1-4 0,3-2-4 0,3-2 2 0,0 0-3 16,5 0 3-16,0-2 4 0,2-1-7 0,-11-2-8 0,3 0-3 0,1 0-2 15,4-2-2-15,1 0 11 0,2-2 1 0,1-1-2 0,4 0 1 0,1-3-2 16,-1-2 1-16,0-1-2 0,1-2-5 0,-2 0-3 0,2-2-4 16,-2-1-2-16,0-2 6 0,-3 0 1 0,1-2 5 0,-2-2 9 0,-3 1 5 15,0-3 8-15,-2 0 1 0,-2 1 9 0,-2-2-2 0,-1 2 6 0,-1-1 2 16,0-1-7-16,-3 2-1 0,-2-1-7 0,0 2 5 0,-1 1-4 15,-1 1 1-15,0 1-2 0,-2 3-6 0,0 1 3 0,0 1 0 0,-1 3-3 16,0 1-3-16,0 4-1 0,-1 0-9 0,1 2-1 0,0 1-2 16,-1 2-5-16,0 1 4 0,1 1 1 0,0 2 8 0,-1 2 4 0,1 1 1 15,0 1 3-15,1 4-1 0,0 1-2 0,1 3 2 0,0 1 1 0,1 1-3 16,1 2 0-16,0 1 2 0,-1 0-10 0,3 1 3 0,-2 1 5 16,1-1-1-16,-2 2 10 0,1-2-4 0,0 0-6 0,-2 1-5 0,-1 0-4 15,-1-2-13-15,0 1 0 0,-3-1 1 0,-1-3 1 0,-1 1 11 0,-1-2 2 16,-1-3-6-16,-3 0-3 0,1-3-6 0,0-2-5 0,-3-3-9 15,-1-1-15-15,0-3-8 0,0-3-2 0,0-2 4 0,0-3 15 0,-1-2 7 16,1-2 3-16,1-3 3 0,1-4-4 0,2-2-4 0,-2-3-3 0,2-5-6 16,1-2 1-16,1-2-4 0,1-3-17 0,2-3-26 0,3-1-21 15,2-1-14-15,2-2 20 0,3 2 39 0,3 1 35 0,2 1 39 0,1 4 28 16,2 2 18-16,2 5 12 0,1 2 0 0,-1 5 2 0,2 4-1 16,1 2-10-16,-1 3 4 0,2 4-14 0,0 2-10 0,-10 4 0 0,0 1-9 15,1 2 10-15,2 1 8 0,1 2 8 0,-1 1 9 0,2 2 3 0,1 1 4 16,-1 2-1-16,1 1-5 0,0 3-7 0,2 1-7 0,-1 1-8 15,1 2-8-15,0 1-7 0,2 2-12 0,-3 0 0 0,1 2-5 0,0-1-1 16,-2 0-1-16,1 0-9 0,-1-1 2 0,-1-1 8 0,-1 0 1 0,0-2 13 16,-1-1 4-16,0-1 5 0,-1-2 5 0,0-2 7 0,-2-2 5 15,1-1-3-15,-1-2 4 0,-2-3-6 0,1-2-10 0,-1-1 6 0,0-2 13 16,0-2 19-16,0-2 9 0,0-1-4 0,-1-2-18 0,1-1-27 16,0 0-10-16,0-1-12 0,1 0-12 0,0 2-13 0,0-1-6 0,-1 1 1 15,2 2-1-15,0 1 9 0,1 3-3 0,0 1-26 0,-2 3 1 0,1 2-22 16,0 3-31-16,0 4-67 0,-2 1-111 0,-1 4-93 0,-3 2-270 15</inkml:trace>
  <inkml:trace contextRef="#ctx0" brushRef="#br0" timeOffset="5567.1">10796 9216 629 0,'-4'-10'93'0,"0"0"-13"0,0-1-23 16,2 0-13-16,0 1-12 0,2 0-10 0,-1 1-9 0,1 1-4 15,0 2-5-15,0 1 0 0,1-1 3 0,-2 1 2 0,1 0 3 0,0 2 1 16,0-1 2-16,0 0 3 0,0 0 2 0,0 0 2 0,1 1 5 15,0 1 2-15,-1-1 3 0,2 1 2 0,-1 0 2 0,0 1 0 0,1-1-1 16,0 1-5-16,1-1-3 0,0 0-2 0,2 1 1 0,0-1-1 0,1 1-4 16,2 0 0-16,1 0 0 0,2-1 3 0,2 1 0 0,1 0 0 0,1-1 0 15,2 1-2-15,4-1 4 0,1 0-2 0,0 0 1 0,1 0-4 16,1 0 1-16,2 0 2 0,1 0 0 0,1 0 1 0,3 0-1 0,0-1 0 16,2 1 5-16,1-1 1 0,0 0-5 0,2 0-4 0,0 0-6 15,2 1-6-15,-2-1 1 0,2 1 2 0,2 1-5 0,0-1 6 0,2 1 0 16,0 0 0-16,0 0 2 0,0 0 5 0,3 1 5 0,1-1 7 0,3 0-3 15,-1 0-4-15,3 1-7 0,0 0-2 0,1-2-4 0,2 0 6 16,1 0-4-16,3 0-4 0,-1 0 5 0,2-1-3 0,0 1-4 0,1-2 2 16,2 1 0-16,-1-1-4 0,1 0 9 0,0 1-3 0,1 0 2 15,0 1 3-15,3-2 6 0,1 0 0 0,0 0 1 0,1 1 1 0,0 0-8 16,-1 0-1-16,2 1-2 0,1 0-4 0,1-1-1 0,0 1-1 0,-1 0-1 16,0 1-6-16,0-1 1 0,1 1 0 0,2-1 2 0,0 0 1 15,1-1 2-15,-1 0-4 0,1 0 0 0,0-1-5 0,1-2-1 0,2 0 3 16,0 0-1-16,0-1 10 0,-1 1 1 0,-1 1-4 0,-4 0-1 0,1-1 0 15,-1 1 3-15,-1 1 8 0,1-1 4 0,-1 0 4 0,-3 0-1 16,1-2-3-16,-1 1-2 0,-1-1-1 0,0 1-1 0,-1 0-3 0,-3 0 2 16,0 0-5-16,-1-1 1 0,-3 1-1 0,-2 1-5 0,-3 1 5 0,-1 0-5 15,-2-1 3-15,-1 1 1 0,-4 1-3 0,-2-2 1 0,-2 2 0 16,-2 0-2-16,-2 0-3 0,-1 1 1 0,-4-1 1 0,0 2 1 0,-3-1-2 16,-2 1-3-16,-2 0 2 0,-2 0-2 0,-3 1 3 0,-3 0 1 15,-1 0-3-15,-3 0 1 0,-1 0-2 0,-2 1-3 0,-3-1 3 0,1 1-2 16,-3 0-3-16,-1-1 1 0,-2 1-9 0,0-1-8 0,-1 1-14 0,-1-1-10 15,0 0-13-15,0-1-15 0,0 1-6 0,-1-1-20 0,0 0-13 16,-2-1-21-16,1-1-22 0,-2-1-16 0,0 0-28 0,-2-2-21 0,2 0-11 16,-2-1-26-16,-1 1-29 0,0-1-23 0,-1-2-79 0</inkml:trace>
  <inkml:trace contextRef="#ctx0" brushRef="#br0" timeOffset="6084.4">16239 8342 1687 0,'-1'-10'153'0,"3"2"-93"0,2-1-51 0,5 3-22 16,4 3 1-16,2 0-4 0,4 0-3 0,1 2-1 0,1 1-4 0,0 0 8 15,-2 2 3-15,-1-1 8 0,0 1 5 0,0 0 2 0,-1-1-1 16,1 0 1-16,0 0 0 0,-1 0-3 0,3 0 4 0,-1-1 1 0,1 1 1 16,2-1 0-16,1 0 5 0,-2 1-4 0,1 0 4 0,-1 1 0 0,-2 0 1 15,1 1 2-15,0 0-2 0,-1 1 0 0,1 1-2 0,1-1 0 16,-1 2 1-16,1 1-5 0,0 1-1 0,0 1 0 0,0 0-1 0,1 0 2 16,-1 0-1-16,0 0-1 0,1 1 1 0,-1 1 1 0,-1 0 4 15,1 1 0-15,-1 0 0 0,0 1 3 0,0 0-3 0,-2 1-2 0,-1-1 4 16,1 0-7-16,-1 1 4 0,0-1-2 0,-1 0-6 0,1 0 6 0,-2-2 1 15,0 1 1-15,-1 1 2 0,-3-1-1 0,-1 1-1 0,-1-2-1 16,-1 2-1-16,-2 0-3 0,-2 0 4 0,0 0 2 0,-3 0-1 0,0 0 2 16,-2 0 2-16,-2 0 1 0,-2-2 3 0,-1 2-3 0,-2-1 0 0,0 0 0 15,-1 0 6-15,-3-2-10 0,-1 1-3 0,-2 0 0 0,0-2-2 16,-1 1 11-16,1-1 14 0,0 1-4 0,1-2 4 0,0 1-3 0,1-1-13 16,0-1 3-16,1 0-3 0,0 0 4 0,-1-2-1 0,0 1-4 0,1-2 5 15,1 0 2-15,1 0-4 0,0 0 3 0,0-1 2 0,2 0-7 16,-1-1 3-16,1-1 0 0,1 1-7 0,-1 0 1 0,3 0 1 0,-1-1-5 15,0 1 1-15,1-1-6 0,0-1-1 0,1 0 0 0,0 1 2 16,1-1-7-16,0 0 2 0,0 1 1 0,2-1-7 0,-1 0-1 0,1 0-7 16,1-1-15-16,-1 1-25 0,1-1-23 0,0 1-36 0,1-1-30 0,0 0-19 15,1-1-18-15,1 0-24 0,1-1-36 0,1-1-46 0,1 0-86 16,1-2-167-16</inkml:trace>
  <inkml:trace contextRef="#ctx0" brushRef="#br0" timeOffset="6884.27">21924 7122 1259 0,'-38'-21'26'0,"-7"0"-44"0,-16-4-22 16,-5 8-12-16,0 6 5 0,-4 1 13 0,-3 3 5 0,1-1 12 16,-3 0 7-16,-3 1 5 0,-1-1 9 0,-2 0 5 0,-3 2 2 0,-3 2 2 15,-1 2 4-15,-2 1 1 0,0 2 2 0,0 1-3 0,2 1 3 16,-1 1-4-16,2 2 1 0,-1 3-2 0,3-1 3 0,0 3 2 0,1 3-3 15,0 1 1-15,-1 3-6 0,-1 2 0 0,1 2 10 0,0 1 4 0,3 4 3 16,0 0 0-16,3 1-5 0,2 4-8 0,2 2-2 0,2 0-10 16,0 2 1-16,3-1-4 0,1 3 7 0,2 0-2 0,0 2 1 0,4 1-6 15,1-1-2-15,1 0 9 0,4 1 4 0,3 0 8 0,3 0 0 16,6 0-10-16,3 0-7 0,3 2 0 0,6 1-6 0,2 0 1 0,5 0-3 16,1-1-1-16,4 1-3 0,2 0 3 0,3-1-8 0,3 1 8 0,3-2 3 15,2 0-2-15,4 1 10 0,2-2-4 0,2 1 0 0,4-1 6 16,2 1 6-16,2-1 4 0,3 1 5 0,4-2 3 0,4-1 0 0,3 1 4 15,5-1 9-15,4 1 2 0,6 0 11 0,3-1 2 0,4-2-6 0,4 2-8 16,2-4-17-16,1 1-10 0,3-2-2 0,1 0 0 0,2 1 4 16,1-1-5-16,2 0 5 0,3-2 3 0,4-2 6 0,1-2 1 0,4 0 3 15,3-3 4-15,2 0-2 0,5-2 9 0,3-5 0 0,4-1 1 16,4-3 3-16,3-2 0 0,1-4-7 0,1-1-3 0,-1-2-4 0,2-2-7 16,-1-2-3-16,1-2 3 0,2-1-4 0,-2-3 5 0,0-2-1 0,0-2-5 15,1-3 1-15,1-3 2 0,0-2-4 0,-2-1 3 0,-1-4-2 16,0-1 0-16,-2-1 2 0,-2-2-7 0,0-1 1 0,-3-3-6 0,-1-3-2 15,-1-2 4-15,-1-3-2 0,-3 0 3 0,0-3 2 0,-3 0 2 0,-4-2-19 16,-1-3 9-16,-4-2-1 0,-2-2 1 0,-4-2 20 0,-4 0-16 16,-2-2-1-16,-3-1-1 0,-4-1 0 0,-3-3 5 0,-4-1-1 0,-4-1 3 15,-4 1-6-15,-7 1-2 0,-7 3 1 0,-8 1-9 0,-5 0 1 16,-8 2-9-16,-7-1-11 0,-6 0-9 0,-6-1-4 0,-8 2-5 0,-7 1-5 16,-8 1-25-16,-5 1-7 0,-7 2-34 0,-8 0-40 0,-9 3-41 0,-12 2-64 15,-11 2-53-15,-15 2-51 0,-13 4-91 0,-12 3-110 16</inkml:trace>
  <inkml:trace contextRef="#ctx0" brushRef="#br0" timeOffset="7717.02">5416 9444 667 0,'-7'-6'133'0,"3"1"-65"15,-1 1-10-15,5 1-18 0,2 1-9 0,2 0-3 0,1 0-7 16,3 1-1-16,1 1-9 0,1 0-3 0,0 1-1 0,0 0-3 0,2 1 4 15,0 1 0-15,2-1 1 0,2-1 0 0,1 0 0 0,2 0 2 0,2-2-1 16,1 0 2-16,3-1 0 0,1-2-3 0,3 0 6 0,2-1 3 16,2 0-1-16,1-2 2 0,3 0 1 0,1 0 2 0,3-2 3 0,2 2-1 15,1-1 2-15,0-1 1 0,3 1 0 0,2-1 4 0,3 1-2 16,1 0-2-16,2 0-5 0,0 3 0 0,4-2-6 0,2 2-1 0,1 0-1 16,1 1-6-16,1 1 1 0,2-1 0 0,1 1 1 0,2 1 3 0,3 0-2 15,1 0 1-15,3 0-3 0,3 2-3 0,1 0-2 0,1 0-3 16,2 0 2-16,1-1-3 0,0 1 1 0,3 0 2 0,-1-1-3 0,0 1 4 15,1-1-3-15,-2-1 3 0,1 1-1 0,-1-1-3 0,1 0 3 0,0 0-1 16,-2 1 6-16,-1-1 5 0,0 1 5 0,-2-1 10 0,0 0 4 16,-2 1-6-16,-1-1 4 0,0 1-6 0,-2-1-3 0,-3 0 2 0,0 0-3 15,-4 1-2-15,-1 0 4 0,-1 0 3 0,-1 1-2 0,-3 0 3 16,0 0-5-16,-1 1 5 0,-4-1 0 0,-1 0 2 0,-4 1-2 0,-2-1-4 16,-2 1 3-16,-1-1-5 0,-4 0-2 0,-1 1 1 0,-2 0-4 0,-2-1 3 15,-3 1-1-15,0-1 1 0,-3 0-4 0,0 0-5 0,-3 0 0 16,-1 0-1-16,-3 0 1 0,-3 0-3 0,-2 0 5 0,0-1-6 0,-3 1 1 15,0 0 2-15,-3-1-7 0,-1 1-1 0,0 0 5 0,-3-1 0 0,-1 0-1 16,-1 0 1-16,-1 0-3 0,-2-1-4 0,-1 1 1 0,-2-1-6 16,0 0 1-16,-1-1-8 0,0 0-9 0,-2-1-5 0,0 1-19 0,-1-1-16 15,0-1-18-15,-1 0-19 0,0 0-18 0,-1-1-26 0,0 1-39 0,-2-1-56 16,0-1-71-16,0 0-116 0,-2 0-122 0</inkml:trace>
  <inkml:trace contextRef="#ctx0" brushRef="#br0" timeOffset="10101.09">9363 9422 344 0,'-18'-8'51'16,"-3"0"-29"-16,-3-2-6 0,0 3-4 0,3 1-1 0,1 0-3 0,-1 2-1 15,-1 1-1-15,1-1-1 0,-1 2-2 0,0-2 0 0,2 2-3 0,-1-1 2 16,-2-1-2-16,1 2 0 0,0-1 1 0,0-1 1 0,3 0 0 16,-1 1-1-16,1-1 0 0,2-1 1 0,-1 0 1 0,-1 0 3 0,1 0 6 15,0 2 6-15,1-1 8 0,1 0 8 0,-1 2 3 0,1 0 0 0,-1 1-6 16,0 2-10-16,-1-1-6 0,-2 2-7 0,1 1 0 0,-1 0 0 15,-1 2-1-15,0-1 1 0,0 2-4 0,-3 0 0 0,0 2-1 0,-1-1 0 16,-1 1 0-16,1 1 2 0,-4-1 0 0,-1-1 2 0,-3 0 3 16,1 0 1-16,-1-1 2 0,1 0 5 0,-1 0-6 0,-3 1 1 0,0-1 0 15,-1 0-6-15,1-1-2 0,-2 0 0 0,-1-2-2 0,1 1 3 0,-2 0 4 16,2 0 1-16,1-1-2 0,-2-1-1 0,1-1-2 0,0 0 2 16,-2 0 0-16,1-2 1 0,0 0 0 0,1 0-1 0,0 0 1 0,-2 2-3 15,1-1-2-15,0 1 0 0,-2 1-4 0,0 0 2 0,0 0 1 0,-1 1 2 16,1 1 3-16,2 0-4 0,-4 0 3 0,1 1 0 0,-1 0-4 15,-1 3 8-15,1 1-3 0,0 1 1 0,-2 3 6 0,-1 0-6 0,2 1 2 16,-1-1-5-16,0 3-4 0,-3 1 1 0,2 1-1 0,-2 0 1 0,-1 2-1 16,-1 1 0-16,-2-1-1 0,2 1 1 0,2 0-1 0,1 0-1 15,1 1 3-15,1 0 1 0,0 0-2 0,1 0 1 0,-1-2-1 0,4 1-2 16,-1 1 2-16,-1 1 2 0,-1 2-2 0,1 0 0 0,2 0-1 16,-1 2-1-16,2 0 3 0,1 0-4 0,0 0 4 0,2 1 6 0,2-3-1 15,2 3 6-15,2 0 0 0,2-2-5 0,2 1 1 0,2 0-1 0,2 1-5 16,3 0-1-16,0 4 2 0,2-1-5 0,2 3-1 0,1-2 2 15,1 2-2-15,1 0 0 0,2 1 3 0,1 1-4 0,1 0 1 0,2-1-4 16,2-2 1-16,2 0 5 0,4-2-3 0,3 0 5 0,3-1-1 0,1-2-1 16,2-2 0-16,3 0 0 0,2-3-1 0,1 1-3 0,0 1 1 15,3 0 2-15,2 0 1 0,0 0-3 0,3 0 2 0,2-2-1 0,1 1-2 16,3 0 7-16,0 0-4 0,2 2 0 0,1 1 0 0,0 0-4 16,4 1 6-16,0-2-10 0,2 2 1 0,1-2 7 0,2 2-1 0,3 0 9 15,2-3-6-15,0 2-1 0,0-2 0 0,2 0 0 0,3-2 0 0,2 0 1 16,2 1-2-16,0-2 0 0,2 0 0 0,2 0 2 0,2-3-1 15,-1 0 0-15,1-1 1 0,-1-3 0 0,0 1 0 0,1-1 0 0,2-2 0 16,-1 1-4-16,1-3 2 0,-1 2-1 0,2 0 1 0,0-2 2 16,-1 1-3-16,-1-3 0 0,-1 1 2 0,-1-2 2 0,0-1 2 0,-1-2-1 15,0-1-3-15,-1-1 0 0,1 0 3 0,-2-3-1 0,0-1 0 0,0-1 3 16,-1-2 0-16,1 0 4 0,0-2 6 0,-1 0 3 0,3-2 8 0,-1 0 9 16,2-1 6-16,2-1 6 0,-1 0 0 0,0-1-2 0,1 1-8 15,1 1-8-15,1-1 1 0,2 3-10 0,0-1-4 0,-1 0-2 0,4 1-5 16,0 0-3-16,-1 1-1 0,1-1-5 0,0 2-2 0,0-1 1 15,0 2 0-15,2-2 2 0,0 1-4 0,2 0 4 0,0-1 1 0,-1 2 0 16,-1-2 5-16,1 2-10 0,0-1 0 0,-1-1 4 0,1 1-4 16,-2 0 8-16,2 2-6 0,-1-2-1 0,0 1 4 0,-1-1-1 0,0 1 4 15,-1 0-1-15,-1 1 0 0,2-1 2 0,0-1-2 0,0 1 5 0,1 0-5 16,-2 1-2-16,1 0 6 0,0-1-5 0,1 0 0 0,0 0 3 16,-1 1-6-16,-1 1 2 0,2-1-3 0,-3 1-1 0,2 1 5 0,-1-1 1 15,-1 1 0-15,-1-1 4 0,-2 0-3 0,-1-2-3 0,-1 0 3 0,1-2-1 16,-1-2-1-16,-2 0 3 0,-1-1 5 0,-2 0-2 0,0-3 1 15,0-1-2-15,-1-3-3 0,-1-1 1 0,-1-3 0 0,-1-1-1 0,-1-1 0 16,-3-3 1-16,-1-1-6 0,-1-1 2 0,-4-1 0 0,0-1-1 16,-3-3 1-16,-3 0 6 0,-1 0 0 0,-3 1 3 0,-2-2 1 0,-4 1-3 15,-1-2 2-15,-4 1 4 0,-1 0 6 0,-3-2-2 0,-4 3 2 0,-2-2-2 16,-3 0 5-16,-2-2 4 0,-2-1-9 0,-2 0 4 0,-2-1-2 16,-4 0 4-16,-3 0 7 0,-2 0-3 0,-3 0-5 0,-3-1-3 0,-3 1 4 15,-3-1-4-15,-5-3-11 0,-3-1-8 0,-3-2-8 0,-5-2-9 0,-3 0 11 16,-3 0-9-16,-5 3 2 0,-1 0-1 0,-4 2-13 0,-3 2 10 0,-5-1-9 15,-5 3 2-15,-6 2-1 0,-4 0 0 0,-3 3-4 0,-5 0-10 16,-3 2 5-16,-2 2 5 0,-6 2 10 0,-1 5 16 0,-4 2-8 0,-1 4-2 16,-2 1-2-16,-2 1-8 0,-1 3 0 0,-1 2-6 0,-1 2-10 15,-1 3 0-15,1 2-2 0,2 3-5 0,3 1-18 0,2 3-26 0,0 1-34 16,2 1-51-16,0 3-47 0,2 2-74 0,1 4-307 0</inkml:trace>
  <inkml:trace contextRef="#ctx0" brushRef="#br0" timeOffset="23418.08">20156 11264 553 0,'-1'-2'72'0,"1"0"-20"0,0-1-12 0,2 2-12 15,-1-1-7-15,1 1-7 0,0 0-1 0,1 0 2 0,-1 1 3 0,0 0 5 16,0 0 2-16,0 0 0 0,-1 0-4 0,1 0-4 0,1 0-5 0,-1 1-5 16,0 0-2-16,-1-1-2 0,1 1 3 0,-1 1 1 0,0-1 4 15,0 1 1-15,0 0 4 0,1 0 5 0,-2 0 3 0,1 1 4 0,-1 0 2 16,0 1 3-16,1 0 2 0,-2 1 5 0,1-1 4 0,0-1 1 0,-2 1 2 16,1-1 4-16,-1 0 0 0,0-1 9 0,0 0 9 0,0 0 4 15,0-2 13-15,0 0 5 0,-1-2-7 0,1 1-4 0,-1-2-11 0,0 0-5 16,1-1 1-16,-1-1-3 0,1-1-2 0,1-1-4 0,0-1-11 15,0 0-5-15,2-2-3 0,0-1 1 0,2 0-9 0,0-2-12 0,2 1 1 16,2-3-10-16,1 0 1 0,3 0 2 0,2 0-7 0,0-2-3 0,2 1-1 16,0 1 2-16,2 2-4 0,0-1 4 0,2 0 1 0,1 2-1 15,1 1-1-15,0 2 1 0,1 3 3 0,-2 2-4 0,1 1-1 0,0 1-1 16,-3 3-3-16,2 2 6 0,1 3 0 0,-2 1 2 0,1 4 0 0,0 2-3 16,-1 2 1-16,0 1-2 0,-1 1 2 0,-1 3-4 0,-2 1 4 15,-1 1-9-15,-3 3 1 0,-2 1 6 0,-2 3-8 0,-2 1 6 0,-4 1 0 16,-1-1-12-16,-2 2 6 0,-4 0 10 0,-3 1-1 0,-3 0 12 15,-4 0 1-15,-1-1-7 0,-5-1 4 0,-1 0 2 0,-1 0 2 0,-1 0 1 16,0 1-1-16,0-2 11 0,0-1 5 0,1-3 7 0,0 0 4 0,1-3-7 16,3 0-1-16,1-1-9 0,1-3 1 0,5-1-6 0,2-2-6 15,1-2-2-15,3-3-8 0,2 0-4 0,2-3 3 0,1-2-1 0,2-1 1 16,2-1 1-16,1-1-3 0,1-1-1 0,3-1 0 0,1 0 4 0,3-2-2 16,1-1 6-16,2-1-1 0,2-2 2 0,1 0-2 0,0-1-6 15,-1 0-2-15,1-1 1 0,1 0 0 0,-1 0 1 0,0-1 5 0,1 1-3 16,-2-1-5-16,2 0 4 0,0 0-5 0,1 0-16 0,-2 1-21 15,0 0-41-15,1-1-46 0,-3-1-53 0,2 0-53 0,0-1-42 0,0 0-45 16,0-1-48-16,2-3-92 0,2-1-269 0</inkml:trace>
  <inkml:trace contextRef="#ctx0" brushRef="#br0" timeOffset="23751.97">21137 11319 1406 0,'-5'-12'376'0,"1"2"-240"0,-1-2-14 0,1 3-32 0,2 2-29 16,1 3-12-16,0 1-19 0,0 1-8 0,0 2-1 0,1 1 2 0,0 1 4 15,-1 0 3-15,1 2 0 0,-1 3 2 0,0 3-7 0,0 3-3 16,0 1 0-16,-1 2-4 0,0 2-8 0,1 1-1 0,0 2-1 0,1 2-4 16,0 2 3-16,2 0 5 0,1 1-8 0,1-1 1 0,2 0-2 15,1 0-6-15,2-3 3 0,2-1 2 0,3-1-2 0,3-3 0 0,0 0-3 16,3-2-1-16,1-2 4 0,0-5 4 0,2-2 5 0,1-4 6 16,-2-2 12-16,2-4 3 0,-1-1 5 0,0-3 9 0,0-5-6 0,0-2 1 15,-1-3-4-15,1 0-4 0,-2-3-6 0,0-1-5 0,-1-1-1 0,-2-1-9 16,0 0 1-16,-2-1 1 0,-3-1 3 0,-3 2-10 0,-1-1-5 0,-3 2 9 15,-2-2-2-15,-3 0 10 0,-4 0 5 0,-2-3-8 0,-4 1-2 16,-1-2 2-16,-3 1-3 0,-1-1-4 0,-3 1 0 0,1 0-2 0,-2-1-5 16,0 3 0-16,-1 1 2 0,0 4-6 0,-1 2 3 0,0 4-6 15,1 3 1-15,0 4-2 0,-2 2 4 0,2 3 1 0,0 1-4 0,0 4 7 16,2 2-9-16,0 4-7 0,-1 3-5 0,2 4-15 0,2 4-29 0,-1 4-34 16,1 3-51-16,2 4-59 0,2 1-62 0,2 3-75 0,1 3-60 15,2 0-123-15,3 5-186 0</inkml:trace>
  <inkml:trace contextRef="#ctx0" brushRef="#br0" timeOffset="24318.33">21984 10873 2606 0,'0'-15'38'0,"2"1"-42"16,5-2-12-16,5 3-4 0,4 2 8 0,4 1 2 0,-2 0 4 15,3 3-5-15,-1 1 4 0,-1 1-1 0,0 1 2 0,-1 1 3 0,-2 1-7 16,1 2 6-16,-1 1-3 0,1 2-7 0,-3 1 3 0,1 1 2 0,-2 2 1 16,-1-2 5-16,-1 3-6 0,-2 2-4 0,0 1 3 0,-2 1 2 15,-1 2 2-15,-1 1-7 0,-2 1 0 0,-1 2-7 0,-3-2 1 0,-1 3 4 16,-1 0 2-16,-2 1 2 0,-1 0 5 0,-2 2 3 0,0 0 3 0,-1 0 5 16,0 1-2-16,0-4-2 0,0 1-1 0,2 0 3 0,1-3-3 15,2 0 3-15,0 0-4 0,3-1-2 0,0-1 1 0,2 0 1 0,2-1 1 16,0-2-3-16,2 0 0 0,1-2 3 0,0 0-5 0,3-1 5 0,0-2-3 15,2-1-1-15,0-3 1 0,2-1-2 0,1-2 8 0,1-2 2 16,0-2 1-16,2-2-5 0,2-3-4 0,0-2 5 0,3-2 1 0,2-1 1 16,0-3 4-16,1-1-8 0,1-1 1 0,-1-3 4 0,2-1-7 15,-1 0 2-15,1-2 0 0,-3 0 0 0,0-3 11 0,-2 0-1 0,-3 1 1 16,0-1-2-16,-2 4 5 0,-3 0 1 0,-4 0 4 0,-1 1 5 0,-2 0-2 16,-2 2 3-16,-2 1 1 0,-2 2-5 0,0 4 1 0,-2 0-2 15,-1 2-4-15,-1 1 2 0,-1 3 0 0,0 2 2 0,-1 2-3 0,1 0 0 16,-1 2-5-16,0 2-9 0,1 0-6 0,-2 0 3 0,2 3-10 15,-1-1 3-15,1 3 6 0,1 0-6 0,1 2 6 0,1 3 2 0,1 1 1 16,2 3-2-16,0 0 2 0,1 2-2 0,2 1-2 0,1 1 4 0,2-2 2 16,-1 2-2-16,3-1 1 0,0-1-3 0,2 1 0 0,1 0 4 0,0 0-1 15,1-1 0-15,1 2 0 0,1 0-1 0,0-1 4 0,1 1 4 16,0 0-2-16,-2-2 4 0,-1-1-2 0,1 1 4 0,-2 0 3 0,1 0-4 16,-3-1 2-16,-1 1 0 0,0-1-2 0,-3 1 9 0,-2-1 1 15,-1-1 1-15,-2 1-1 0,-1-1-2 0,-1-2-1 0,-2 2 2 0,-1-1-3 16,-2 1-3-16,-1-1-8 0,0-2-15 0,-2 0 2 0,0 0 2 0,-1-1-2 15,-1 0 8-15,0-2 11 0,0-1-2 0,0-1 5 0,0-1-8 16,0-2-16-16,0-1-17 0,-1-3-23 0,-1-1-24 0,0-2-48 0,1-2-55 16,0-2-62-16,0-2-57 0,1-4-64 0,1-4-44 0,1-3-83 0,1-3-171 15</inkml:trace>
  <inkml:trace contextRef="#ctx0" brushRef="#br0" timeOffset="24468.31">22865 10714 1987 0,'-3'-11'226'0,"2"3"-93"15,1-2-52-15,2 3-33 0,2 2-9 0,2 1-14 0,1 1-9 16,1 1-5-16,3 1-4 0,0 2-9 0,1 0 2 0,0 1-3 0,0 1-4 16,-1-1 0-16,1 1-22 0,1 1-21 0,0 1-35 0,0 0-38 0,0 1-35 15,-1-1-36-15,2 2-21 0,0 0-16 0,1-1-32 0,-2 2-36 16,2-1-177-16</inkml:trace>
  <inkml:trace contextRef="#ctx0" brushRef="#br0" timeOffset="24668.15">23449 11052 3208 0,'8'-10'45'16,"4"3"-15"-16,7-1-26 0,5 4-2 0,5 3-8 0,1 2-3 0,2 2 4 15,-2 1-4-15,0 2-5 0,-1 1-4 0,-3 0-14 0,-2 0-19 16,-1-1-13-16,-2-1-26 0,-1 0-5 0,-2-1-8 0,0 1-12 0,-2-3-13 15,0 2-27-15,-2-1-32 0,1 1-38 0,1 1-35 0,-2-1-27 16,-1 0-36-16,0-1-71 0,0-1-166 0</inkml:trace>
  <inkml:trace contextRef="#ctx0" brushRef="#br0" timeOffset="25135.1">24653 10889 2079 0,'-13'-13'189'0,"0"1"-138"0,-2 0-21 0,6 6-18 0,1 4-2 16,1 2-7-16,1 3 3 0,0 2 0 0,-1 3 0 0,0 2 8 0,-1 2 7 16,-1 2 7-16,-1 2 8 0,-2 3 1 0,1 3-7 0,1 0-6 0,1 3-8 15,2 1-5-15,3 1 2 0,1 0-5 0,2-2-5 0,3 1 2 0,2-3-7 16,3-1 1-16,3 0 2 0,3-1 3 0,4-1 0 0,2 0-2 16,3-3 3-16,4-2-4 0,-1-2 3 0,3-2 2 0,-1-3-3 0,1-4 7 15,0 0 6-15,3-4 7 0,-2-3 13 0,0-1 2 0,-1-5-2 16,-3-3 6-16,1-3-17 0,-2-3 4 0,0 0-9 0,-1-4 0 0,-2 0-6 15,0-1-6-15,-3-2 4 0,-4 1-1 0,0-3-3 0,-3-2 3 0,-3-3-5 16,-3-2 5-16,-3-2 11 0,-3 0-3 0,-3-3 9 0,-2 1 2 16,-4 0-13-16,-2-2 4 0,-2 1 2 0,-1 1-3 0,-2 0 5 15,-2 4-4-15,-1 4-10 0,-2 3-4 0,0 4-2 0,-1 3-5 0,0 5-7 16,-3 3 0-16,-1 3-4 0,-2 3 2 0,0 3 8 0,-2 4-12 0,2 5 3 16,-2 3-5-16,1 5-2 0,-1 3-1 0,0 5-19 0,-2 5-33 0,3 2-33 15,-1 5-43-15,3 0-72 0,0 2-71 0,3 2-93 0,2-1-66 16,3 4-116-16,4-2-145 0</inkml:trace>
  <inkml:trace contextRef="#ctx0" brushRef="#br0" timeOffset="25501.9">25950 9967 2646 0,'-6'-9'63'0,"-1"4"-56"0,-1 3-12 16,1 7-7-16,0 4 1 0,-3 5 3 0,-2 3-2 0,-2 5 10 16,-4 3-1-16,-2 1-6 0,-1 4 14 0,-3 2-3 0,-2 3 3 0,-2 7 9 15,-2 2-13-15,-1 3-4 0,-3 5 2 0,2 3-4 0,0 1 1 16,-1 3 4-16,3 0-5 0,-2 1-5 0,3 2 6 0,1 0 2 0,4-3 2 16,4-2 4-16,5-4-12 0,5-2-6 0,4-4-1 0,4-1-6 0,3-6 0 15,4-5-3-15,2-3 1 0,4-4 11 0,3-3 1 0,2-2 7 16,4-6 4-16,1-2-1 0,-1-3 4 0,2-4 0 0,0-4 4 0,-1-4 3 15,1-3 0-15,2-4 3 0,-2-4-2 0,1-3-4 0,0-3-4 0,3-3-8 16,-1-3 0-16,-1-1-2 0,-1-3-2 0,-2 0-2 0,-3-3-9 16,-2-1 4-16,-3-4 6 0,-5 0 6 0,-3-3 9 0,-2 1 5 0,-5-1 0 15,0 0-1-15,-2 1 3 0,-4 1-11 0,1 5 2 0,-1 2 2 0,-1 5-7 16,0 4 4-16,-1 2 0 0,0 5-8 0,-2 1-2 0,-1 2-7 16,0 3-8-16,-3 2-14 0,2 1-37 0,-3 2-56 0,2 2-77 0,0 1-82 15,1 2-87-15,-1 3-120 0,1 1-262 0</inkml:trace>
  <inkml:trace contextRef="#ctx0" brushRef="#br0" timeOffset="25685.31">26116 10611 3161 0,'16'-9'79'0,"5"4"-34"15,7 1-29-15,3 4-5 0,2 1-7 0,2 1-6 0,0 2 2 0,-2 0-13 16,1 1-10-16,0 1-23 0,-4-1-20 0,-1 1-16 0,-3-2-20 15,-1 0-4-15,-3 0-22 0,-3-1-16 0,-1 0-8 0,-3 0-20 0,1-1 5 16,-2 0 2-16,-1 0-6 0,-1-1-7 0,-2 1-21 0,0-1-17 16,-1 1-37-16,0-2-67 0,0 0-164 0</inkml:trace>
  <inkml:trace contextRef="#ctx0" brushRef="#br0" timeOffset="26118.87">27281 10122 2325 0,'-2'-9'49'0,"0"1"6"0,0 2-20 0,1 5-13 15,1 3-5-15,1 1-3 0,0 3 7 0,1 3 14 0,0 4 3 0,-2 4 0 16,0 2-2-16,-1 5-7 0,-1 4 0 0,-2 2-2 0,-1 6-4 16,0 2-2-16,-3 4-8 0,-1 4-1 0,1 2-4 0,-1 2-6 0,1 0 3 15,0 1-7-15,0 0-6 0,2 1 5 0,1-2-11 0,0 0-22 0,2-2-46 16,-1 0-56-16,2 0-49 0,-1-3-39 0,1-1-21 0,1-4-24 16,0-3-2-16,2-6 23 0,1-5 26 0,2-5 29 0,3-5-58 0,-1-1-116 15</inkml:trace>
  <inkml:trace contextRef="#ctx0" brushRef="#br0" timeOffset="26469.23">27811 10157 2133 0,'-3'-8'339'0,"1"4"-314"16,1 0-11-16,1 7-12 0,2 3-2 0,0 5 1 0,1 3 4 15,-1 6 3-15,1 5-5 0,-1 2 2 0,0 4-2 0,0 2 1 0,-1 3 4 16,0 0-1-16,-2 1-4 0,1 1-2 0,-1-3 3 0,1-1 0 16,0-1 3-16,1-1-6 0,2-2-5 0,2 0-3 0,1-3-4 0,2-2-9 15,2-5-10-15,2-1-6 0,3-3-4 0,0-3 11 0,1-5 13 0,1-3 1 16,1-3 7-16,0-5 15 0,1-4-6 0,0-2 8 0,1-5 5 16,2-2 4-16,1-2 4 0,0-3 4 0,1-2 2 0,0-2 2 0,0-3 12 15,0 0 9-15,-3 0 2 0,1-1 7 0,-3-1-4 0,-1-1 0 0,-1 0-2 16,-2-1-11-16,0 3-9 0,-2 2 1 0,1 4-10 0,-2 5-2 15,-2 3-1-15,-2 5-10 0,-2 5-1 0,-2 2-3 0,0 1-8 0,-3 3 13 16,0 2-8-16,0 1 4 0,-2 4-4 0,0 6-7 0,-2 5 2 0,-3 7-3 16,-3 7-1-16,-2 6 4 0,-4 4-3 0,-2 4-1 0,-1 1-1 15,-1 3 1-15,-1 2-8 0,0 1-17 0,0 1-40 0,-1 0-55 0,1 1-56 16,0-1-76-16,-1 3-102 0,3 1-130 0,-2 1-88 0,1 0-200 16</inkml:trace>
  <inkml:trace contextRef="#ctx0" brushRef="#br0" timeOffset="27618.93">23374 10895 833 0,'-6'-9'63'0,"0"-1"-16"15,-1-2-8-15,2 2-3 0,1 1-2 0,2 0-3 0,-1-1-8 16,1 1 1-16,0 0-4 0,0 0-1 0,1 1-1 0,-1 1 1 0,1 0-5 16,-1 1 0-16,1-1-1 0,0 1-10 0,1 0 2 0,1 1 0 0,0-1-5 15,1 1 5-15,2 1 3 0,1-1 0 0,1 0 1 0,4-1 1 16,2-1-2-16,2 0-1 0,0 0 3 0,4 1 1 0,1-1-1 15,1 2 0-15,4 0-2 0,3 1-1 0,0 1 0 0,1 1 1 0,0-1 4 16,0 3 0-16,-1 0-3 0,2 0 4 0,-2 2 0 0,1 1 4 0,0 2 3 16,-2 1-4-16,0 3-5 0,-1 1-5 0,1 3-3 0,-3 0-7 0,2 3 1 15,-1 2 3-15,-3 3 1 0,1 2 5 0,-1 2-1 0,-2 1-2 16,0 3-4-16,-3-1 2 0,-1 2-4 0,0 1 2 0,-2 3-1 0,0 0-2 16,-1 1 5-16,-3-2-8 0,1-2-2 0,-3-2 1 0,-1 0-5 15,-3-3 2-15,-3-1 3 0,-3-2 3 0,-4-1 8 0,-3-1 9 0,-2-2 0 16,-3-2 8-16,-3-1 6 0,-2-3 15 0,-1-1 28 0,-3-2 9 0,0-1 6 15,-2-3-10-15,-1 0-13 0,-1-2-6 0,0-2-1 0,-2-2-6 0,1-3-5 16,1 0-8-16,-1-2-16 0,2-1-3 0,0-2-9 0,1-1 1 16,0-1-1-16,1-2 9 0,2-1 2 0,-2-1-6 0,0-2 5 0,0-2-16 15,-2 0-1-15,3-2-4 0,0 2-1 0,4-1-2 0,2 1-4 16,1 3 2-16,3 0-7 0,4 2-3 0,-1 2-6 0,4 1-10 0,2 3-7 16,2 1-15-16,2 2-23 0,2 0-27 0,3 1-42 0,2 2-41 0,3 0-32 15,0 3-39-15,3 2-58 0,2 2-237 0</inkml:trace>
  <inkml:trace contextRef="#ctx0" brushRef="#br0" timeOffset="28252.34">26245 10301 1842 0,'-7'-12'79'0,"-1"0"-53"0,0-3-15 0,2 5-14 15,3 1-5-15,0 2-2 0,2-1 5 0,0 2-6 0,0-1 7 0,0 0 1 16,0 0-1-16,0 0 5 0,0 1-1 0,0 0 3 0,0 1 0 0,1-1-2 16,-1 2 3-16,1 0-1 0,0-1-3 0,1 2 4 0,0 0-5 15,2 1-1-15,0 0 0 0,1 1-9 0,3 1 2 0,0 1 3 0,3 1 2 16,1 0-3-16,1 2 3 0,3 1-3 0,2 1 3 0,1 3 4 0,1 0 0 15,3 2-7-15,1 2-2 0,0 0 1 0,2 2-3 0,-1 2 0 16,1 2 2-16,2 1-2 0,-1 4-1 0,-1 3 2 0,0 2-3 0,1 3-2 16,-3 1-2-16,3 0 1 0,-1 0 2 0,0 2-1 0,0 0 7 15,-1 0 0-15,0 2 5 0,-2-4-4 0,-1 1 1 0,0-1 7 0,0-1-1 16,-3 2 6-16,-1-3 5 0,-3-1-2 0,-4-2 2 0,-3-1 7 0,-4-2 3 16,-2 0 7-16,-3 0 1 0,-3-2 7 0,-3-1 9 0,-5-3 2 15,-5-3 1-15,-3 0-9 0,-6-2-8 0,-4-2-6 0,-5-4 7 0,-4-2-1 16,-4-3 4-16,-4-3 0 0,-3-2 1 0,-2-3-5 0,-2-1-1 15,-3-3 0-15,-2-1-2 0,0-2 7 0,1-3 1 0,1 0 1 0,1-4 5 16,4-1 2-16,3 0-3 0,5-1-7 0,4 0-14 0,3 3-12 0,3 2-4 16,2 3-9-16,6 2-2 0,3 1-1 0,6-1-1 0,2-1-7 0,2 1-8 15,2 1-2-15,3 1-2 0,3 2 0 0,2 3 9 0,1 1-4 16,2 1-7-16,1 2 1 0,0 0-4 0,2 3-4 0,1 1 1 0,2 2-12 16,1 2-24-16,2 1-43 0,2 3-42 0,1 0-40 0,1 1-29 15,0 0-4-15,0 0-12 0,3 2-23 0,1-1-75 0,1 0-12 0</inkml:trace>
  <inkml:trace contextRef="#ctx0" brushRef="#br0" timeOffset="37569.06">21179 13350 564 0,'-11'0'92'0,"1"1"-39"0,-3 1-5 0,3 0-7 16,4 0-6-16,0 0-7 0,0 0-3 0,0 0 2 0,1 0 3 0,-1 0 1 15,0 1 3-15,-1-1-6 0,1 0-4 0,-1 1-8 0,2 0-5 16,-1-1-6-16,0 1-4 0,0-1-1 0,1 0 1 0,0 0-1 0,0 0 0 16,1 0 1-16,0-1 2 0,-1 0 2 0,1-1-1 0,0 1 4 0,0-2-1 15,1 0 8-15,-1-1 8 0,1 0 6 0,-1 0 11 0,1-1 13 16,-1 1 5-16,1-1 12 0,1-1 2 0,0 0 6 0,1-1 3 0,1 1-8 15,0-1-1-15,1 0-10 0,1-1-6 0,1-1-1 0,2 2-7 0,0-2-12 16,1 1-3-16,-1-1-2 0,4 1 3 0,0-1 0 0,0 1 0 16,2 1 1-16,0 1-12 0,1 1 5 0,-1 1-1 0,2 0-7 0,0 1 1 15,1 1-10-15,-1 0-1 0,2 1-8 0,0 1 1 0,-1 1-5 16,0 1-2-16,1 2 7 0,0 2-2 0,1 1 2 0,-1 1 5 0,-1 1 0 16,0 0 2-16,0 2 1 0,-2 1-6 0,0 2-4 0,-1-1-2 0,-1 3-2 15,-1 1 3-15,-3 0 0 0,0 1-3 0,-3 2-7 0,-3 0-3 16,-2 4-6-16,-4 2 7 0,-1-1 1 0,-3 2 4 0,-3-1 1 0,1 1 1 15,-3-2 8-15,-3 2-1 0,-1-2 5 0,-3 0 9 0,-1 0 8 0,1-1 10 16,1-1 4-16,0-1 9 0,2 0 10 0,3-1 0 0,0-3 0 16,2 1 0-16,2-2-16 0,2-3-2 0,2-1-7 0,1 0-15 0,3-3 0 15,1-1-6-15,2-1 1 0,2-2-3 0,1-1-9 0,3-1 0 0,2-2-4 16,1 1 8-16,1-2-4 0,2-1 5 0,1 0 1 0,0-2 1 16,3-1 7-16,1-1-4 0,2-1 2 0,2-2 0 0,-1 0 2 0,3-2-2 15,1-1-4-15,-1-1 1 0,2-2-8 0,-1-1 1 0,1 0 2 16,1-2-3-16,1 2-2 0,1 0 2 0,0 0-1 0,0 0 0 0,0 0 0 15,-3 1-12-15,0 0-10 0,-2 3-9 0,2 1-26 0,-2 0-29 0,-3 0-29 16,-1 2-33-16,-1 1-44 0,-2 0-34 0,2 0-51 0,-1-1-55 16,-2 0-42-16,0-1-108 0,-2 0-64 0</inkml:trace>
  <inkml:trace contextRef="#ctx0" brushRef="#br0" timeOffset="37918.9">22160 13475 2215 0,'-10'-1'245'0,"0"1"-161"0,-1 1-24 0,3 1-34 15,2 1-12-15,2 0-10 0,2 2-1 0,0 1-8 0,2 3 3 0,-2 2 1 16,-1 1-2-16,1 2 3 0,0 3-5 0,1 2 2 0,-1 1-1 16,1 2 0-16,0 2 2 0,1-2-3 0,2 0 4 0,2-1 2 0,1 1-6 15,-1-1-3-15,4-2-4 0,1 0-3 0,2-1 3 0,3-2-3 0,2-3-4 16,1 0 7-16,2-3 6 0,4-2 2 0,0-2 8 0,0-2-4 15,1-3 9-15,0-3 0 0,-1-1 12 0,-1-4 12 0,1-2 7 0,0-2 16 16,-2-3 0-16,1-1 0 0,-1-3 0 0,-1-1-12 0,1-1-6 16,-2-2-5-16,-1-1-13 0,-1 0-4 0,0-1 1 0,-4-1-5 0,1-1 0 15,-3-1-2-15,-3 1 2 0,-2-1 0 0,-4 1-3 0,-3 0 3 0,-4 0-7 16,-2-1-3-16,-5-1 0 0,-2 1-4 0,-2 1-3 0,-3 2-4 16,-2 2 9-16,0 3 4 0,-4 3 3 0,-1 2 3 0,1 2-8 0,-2 2-9 15,1 2 5-15,-1 2 4 0,2 4-11 0,0 2-1 0,0 2-8 0,2 1 1 16,0 4 2-16,2 2-11 0,1 3-19 0,1 2-29 0,3 2-44 15,2 3-31-15,1 3-59 0,1 1-73 0,1 4-81 0,0 3-48 0,1 0-33 16,0 2-247-16</inkml:trace>
  <inkml:trace contextRef="#ctx0" brushRef="#br0" timeOffset="38168.97">23119 13464 1 0,'15'88'380'0,"-11"-41"879"0,-7-21 849 0,-5-23-2062 16,0-2-25-16,3 0-23 0,1 1-15 0,3-1-17 0,3 1-39 0,3 2-49 15,3 0-44-15,2 2-19 0,0 1-11 0,-2-1-30 0,0-1-110 0,-2 0-174 16,-2-2-257-16,0-1-126 0</inkml:trace>
  <inkml:trace contextRef="#ctx0" brushRef="#br0" timeOffset="39269.61">23491 12948 719 0,'-2'-2'73'0,"-1"1"-49"16,1 1-13-16,1-1-8 0,1 2-1 0,2 0-5 0,-1 0-1 15,1 1 0-15,0-1 1 0,0 0 3 0,-1 1 1 0,0-1 3 0,0 1 1 16,0-2-1-16,-1 2-1 0,0-1 2 0,1-1 1 0,-1 1 4 0,0-2 2 16,1 1 3-16,-2-1 3 0,2 1 9 0,0 0 13 0,-1-1 11 0,1 1 13 15,-1-2 5-15,0 0 5 0,1 0-1 0,0 0 1 0,-1-1-6 16,1 0-3-16,0-1-7 0,1 1-7 0,1-2-4 0,0 0-9 0,1 1-3 15,0-1-7-15,2 1-5 0,0 0-4 0,3-1 0 0,0 0-1 16,1 1 0-16,0 0-1 0,-1 0 1 0,3 1 0 0,0 0 1 0,0 0-3 16,2 0 4-16,0 1-4 0,1 1-2 0,2 0 5 0,0 1-7 0,1 1-1 15,0 1 2-15,1 1-4 0,-1 1 1 0,-1 1-2 0,1 1 2 16,-1 0-4-16,-1 3 3 0,-1 0-4 0,-1 2 2 0,-3 2 1 0,-2 0-3 16,0 0 1-16,-2 2 1 0,-2 1-2 0,-1 1-2 0,-2 2 0 15,-2-1-6-15,-2 3 7 0,-2 2 0 0,-1 0-2 0,-3 2 2 0,0-1 3 16,0 0-1-16,-2 0 2 0,-2-1-5 0,0 0 10 0,0-2 4 0,-1 1 7 15,2 0 10-15,-1-3-8 0,0 2 2 0,1-2 2 0,2 0 5 16,2-1 1-16,-1-2 1 0,2-1-4 0,1-3-4 0,1 2 0 0,1-3-5 16,2 0 1-16,0-2-4 0,2-2 0 0,1 0-3 0,0-1-1 0,2 0-5 15,1-1-4-15,2-2 0 0,0 0-8 0,1-1 0 0,1 0 0 16,2 0 0-16,2-1 0 0,1-1-2 0,0 0-1 0,0-1 10 0,2 1-6 16,0-1 4-16,-2-1-3 0,2-1-10 0,1 1 4 0,-1 0-2 15,-1-1-10-15,1 0-15 0,-1-1-24 0,0 0-32 0,0 0-40 0,1 1-45 16,-2-2-49-16,1 1-51 0,-1-1-67 0,2 1-91 0,-1 0-274 0</inkml:trace>
  <inkml:trace contextRef="#ctx0" brushRef="#br0" timeOffset="39736.07">24397 12881 2046 0,'-6'-2'93'16,"1"2"-48"-16,-1 0-27 0,2 3-27 0,3 2-9 0,2 2-1 0,0 4 2 15,3 2-2-15,0 3 6 0,1 3 3 0,1 1 0 0,-2-1 3 0,1 3 2 16,0-1-4-16,0 0 3 0,0 0 1 0,0-1-5 0,2 1-4 16,1 0-3-16,1-2-7 0,2-1-5 0,2-2-11 0,0-1-8 0,3-2-4 15,3 0 5-15,1-2 6 0,-1-2 11 0,3-1 13 0,-2-3 7 16,0-1 12-16,1-1 6 0,-2-2 1 0,-1-2 5 0,-1-1 0 0,-2-2 7 16,0 0 21-16,-2-1 5 0,0 0 14 0,1-1 6 0,-1-1-6 0,0-1-1 15,0-1-4-15,-1 1-7 0,-2-2-8 0,-1 0-5 0,0 0-8 16,-3-1-2-16,0 2-2 0,-1 0 2 0,-1 0 4 0,-1 1-13 0,0 0 9 15,-1 1-9-15,0 1 0 0,0 3 2 0,-2-1-5 0,0 2 5 0,-1 2 1 16,1 0-1-16,-1 2-1 0,-1 0-4 0,0 1-6 0,-1 2-3 16,1 1-4-16,-2 3-2 0,1 2-4 0,-2 3-3 0,0 3-2 0,0 5-5 15,-1 0-8-15,0 3 15 0,0 3 1 0,0 0 2 0,-1 4-3 16,-1 0-28-16,0 1-29 0,0-2-37 0,1 1-39 0,1 0-51 0,-1 0-76 16,1 1-85-16,0-1-54 0,1 1-302 0</inkml:trace>
  <inkml:trace contextRef="#ctx0" brushRef="#br0" timeOffset="39986.25">25376 12668 1 0,'2'104'389'0,"-1"-47"955"15,-1-32 893-15,-3-16-2215 0,-2-7-8 0,1 2-28 0,2 1-21 16,2 3-22-16,5 3-48 0,2 3-51 0,2 1-60 0,2 3-54 0,-1 1-57 16,-1-3-82-16,-2 1-129 0,-3-1-153 0,-4-1-199 0</inkml:trace>
  <inkml:trace contextRef="#ctx0" brushRef="#br0" timeOffset="40152.44">25673 13675 2517 0,'-8'19'959'0,"-1"3"-987"0,-3 12-36 16,0 3-55-16,1 6-46 0,3 2-39 0,4 3-72 0,2 2-119 0,3 0-164 15,0 3-119-15,-3 6-93 0</inkml:trace>
  <inkml:trace contextRef="#ctx0" brushRef="#br0" timeOffset="41685.87">26309 12833 1098 0,'-3'-2'246'0,"1"-1"-157"0,-1 1-41 0,2 0-26 0,1 0-5 0,1 0 5 15,1 0 5-15,0 0-1 0,0-1-2 0,0 1-4 0,0 0 0 16,1 0 10-16,-2-1 2 0,2 0 3 0,0 0 2 0,0 0-8 0,0 1 5 16,1 0-3-16,0-2-5 0,0 1 0 0,0-2-6 0,1 2 4 0,1-1-4 15,1 0-1-15,1 0-3 0,-1 0 5 0,3 0 6 0,0-1 9 16,2 2 10-16,0-1-3 0,0 1 5 0,-2 0-4 0,1 1-1 0,0 0 4 16,-2 2 1-16,0-2-1 0,0 2-7 0,-2-1-2 0,-1 1-6 15,1 0-3-15,-2 0-4 0,1-1-7 0,-2 2 0 0,0-1-3 0,-1 0-2 16,0 0-7-16,0 0-3 0,-1 1 2 0,0-1-3 0,-3 0 11 0,1 1-3 15,-1-2-4-15,-1 1 11 0,2 0-7 0,-1-1 5 0,0 1-2 16,0-1-2-16,0 1 4 0,0-2-3 0,0 0 3 0,1 0-5 0,0 0-1 16,1 0-4-16,1-1-5 0,-1 1 5 0,2 0 1 0,0 1-4 0,0-1 1 15,1 1-3-15,0 0-1 0,1 0 4 0,-1 1-3 0,1 0 0 16,1 1 2-16,0 0-6 0,1 0 3 0,1 1 2 0,-1 0-2 0,0 0 1 16,0 1 0-16,-1 0-4 0,1-1 1 0,-1 1 0 0,0 0 1 15,0-1-5-15,-1 1 4 0,0 1 5 0,-2-1-1 0,0 0 1 0,0 0-4 16,-2-1 1-16,0 0-6 0,-1 1-5 0,0-1-3 0,-1 0-15 0,-1 0 0 15,0 0-3-15,0 0-11 0,0 0-14 0,-1 0-25 0,-1 0-38 16,0 0-49-16,0 0-65 0,-1-1-52 0,0 1-57 0,-1-1-43 0,0 1-107 16,1 1 36-16</inkml:trace>
  <inkml:trace contextRef="#ctx0" brushRef="#br0" timeOffset="42219.12">26491 13154 82 0,'7'-12'36'16,"0"-2"-10"-16,3-4-5 0,0 3-6 0,-3 0 1 0,0 0 1 0,-1 0 3 16,-3 1 4-16,0-1 5 0,-1 1 19 0,-1 0 13 0,-1 1 18 0,0 1 14 15,-1 0 6-15,-1 0 11 0,-2 1 5 0,0 2 5 0,-3 0-6 16,0 2-11-16,-1 0-8 0,0-1-10 0,0 0-4 0,1 2-1 0,0 0 1 15,0 1 2-15,0 0 5 0,1 1 1 0,0-1-8 0,1 2-3 0,0 0-8 16,2-1-10-16,0 1-1 0,2 0-11 0,1 0-12 0,2 0-10 16,0 0-7-16,3 0 4 0,0-1-3 0,2 0 10 0,3-1-4 0,1-1 1 15,3 1 7-15,4 0-1 0,1 0 7 0,2-1 0 0,3 0-4 16,2 0-5-16,2 1-2 0,4 0-6 0,0 0-3 0,2 1-2 0,-1 0-8 16,1 1 5-16,2 0-1 0,-1 1-9 0,2 0 5 0,-3 1-15 0,1 1 5 15,-3 0 1-15,1 0-1 0,-2 1 7 0,-1-1-5 0,0 1 5 16,-1 0 8-16,-2 0-4 0,-2 0 0 0,-1 1-1 0,0-1-3 0,-1 0 4 15,-1 1 0-15,0-1-5 0,-3 1 1 0,-1-1-2 0,-1 0 2 0,-1 0 2 16,-3 1-4-16,-1-1-2 0,-1 0 1 0,-1-1-3 0,0 1-6 16,-1-1 5-16,-1 0-3 0,1 0-9 0,0 0-5 0,-1-1-19 0,1-1-16 15,-1 1-21-15,0-1-32 0,-1-1-32 0,1 0-39 0,0-1-40 0,0 1-32 16,1-2-32-16,0 1-37 0,0 0-57 0,2-3-323 0</inkml:trace>
  <inkml:trace contextRef="#ctx0" brushRef="#br0" timeOffset="42752.85">28461 12396 1645 0,'0'-10'88'16,"1"-1"-37"-16,1-3-21 0,2 0-10 0,-1 0 12 0,2-1 6 0,1 0-2 16,-1 2-4-16,1-2-13 0,-1 1-2 0,1 0 1 0,-2 2 5 0,-2-1 7 15,1 0 8-15,-2 1 16 0,0 1 8 0,-1 1 3 0,-1-1 1 16,0 1-6-16,-2 1-10 0,0 2-7 0,-1 2-13 0,-2 2-9 0,0 2-7 15,0 2-6-15,-2 1-6 0,0 4 1 0,-1 3-5 0,-2 4-3 0,-3 5-3 16,-3 4 2-16,-2 6-2 0,-2 4 7 0,-2 7-1 0,-1 3 0 16,-1 2 6-16,-1 3-4 0,1 2 4 0,-3 2-2 0,2 3-7 0,-1 0 15 15,2 0 2-15,2-1 4 0,3-3 8 0,3-2-12 0,5-4 0 16,3-3 0-16,4-1 1 0,2-3-5 0,4-4 3 0,2-1-1 0,3-2-2 16,2-1 2-16,2-2-4 0,3-2 2 0,2-2-3 0,2-3 5 0,-1-2-5 15,2-4 8-15,-1-3 0 0,2-2 6 0,-1-4 27 0,1-1-7 16,0-2-9-16,0-3-10 0,1-2-21 0,0-2 2 0,-2 0 16 0,1-4 10 15,-1 0-8-15,-2-4-2 0,0-2-6 0,-2 1-8 0,-2-3 4 0,-3-1 3 16,-2-1-6-16,-4-2-1 0,-1-2-4 0,-2 0-10 0,-3-1 3 16,-3 1-4-16,-3 1-2 0,-3 0-3 0,-2 3 5 0,-2 2 5 0,-1 1 5 15,-2 2 6-15,-3 2-4 0,0 2-7 0,-3 3-2 0,0 1-8 16,-2 2-6-16,-1 3-13 0,1 2-12 0,-1 1-10 0,2 2-26 0,0 2-28 16,2 0-34-16,0 2-47 0,2 2-33 0,2 2-45 0,1 0-42 0,2 1-33 15,1 0-55-15,2 1-141 0</inkml:trace>
  <inkml:trace contextRef="#ctx0" brushRef="#br0" timeOffset="44152.32">25297 12999 1184 0,'-14'-12'542'0,"1"0"-458"16,-5-5-10-16,2 0-33 0,4 4-11 0,3 0-10 0,0 2-4 16,2 0-10-16,1 1-3 0,1 0-10 0,2 1-4 0,0 0 1 0,1 2 0 15,0-1-4-15,1 2 3 0,1-2 0 0,0 1-1 0,-1 0 7 0,1 0 0 16,0-1 0-16,0 2 5 0,1-2-7 0,1 0 4 0,2 1 1 16,1 0-2-16,2 0 5 0,3 1 0 0,1 1 5 0,3 0-2 0,4 0 0 15,2 2-1-15,2 0 2 0,4 1-1 0,0 1-1 0,4 0-2 16,2 3-3-16,3 1 0 0,0 1 2 0,2 3-1 0,-1 2-3 0,2 2-2 15,1 1 5-15,1 2 1 0,-1 0 0 0,0 2 1 0,1 1-2 0,-1 2 5 16,0 0 3-16,-3 3-3 0,0 0 2 0,-2 3-4 0,-2 1 0 16,-1 0 2-16,-1 0 4 0,-1-1-1 0,-1 3 5 0,-4 1-5 0,1 1-4 15,-1 2 4-15,-1 2 3 0,1 0-5 0,-2 3 16 0,0 1-4 0,-1 2 3 16,-1 3 5-16,1-1-9 0,-2 2-5 0,-3 4 2 0,-1-1 2 16,-1 3-4-16,-2 1 12 0,-2-1-2 0,-3 0 4 0,-5 1-3 0,-2-2-3 15,-3 1 6-15,-4-1 1 0,-4-1 7 0,-4 0 0 0,-3-2 8 16,-5-1 2-16,-4-1 5 0,-3-1 4 0,-5-4-6 0,-1-2 2 0,-3-4-6 15,-3-3-1-15,-3-3 0 0,-1-3 0 0,-2-5 9 0,0-2-8 0,-1-3-7 16,-1-4-8-16,-2-5-11 0,-2-2-6 0,-3-6-5 0,-2-4-8 16,-2-6-11-16,-4-5 2 0,-1-3-2 0,0-6 3 0,-2-4 4 0,1-1-3 15,3-3 8-15,2-4 0 0,5-2 7 0,4-3 9 0,4-2 4 0,2-1 1 16,5-3-5-16,3-2-16 0,1-3 4 0,5-1-2 0,3 0-7 16,7 2 4-16,6 3-13 0,4 5-2 0,6 3-1 0,4 3-1 0,5 3-4 15,2 1-14-15,3 3-15 0,5 1-21 0,2 1-37 0,4 2-39 0,4-1-64 16,4 1-107-16,3 2-115 0,4-1-286 0,3 1 98 0</inkml:trace>
  <inkml:trace contextRef="#ctx0" brushRef="#br0" timeOffset="54120.24">23245 15336 784 0,'4'-5'73'0,"1"0"-37"0,2-2-17 15,-1 2-7-15,2 1-3 0,2 0-9 0,0 0-7 0,0 0-1 0,-1 1-3 16,1 2 3-16,-3-1-5 0,3 0-6 0,-1 0-10 0,-1 1-10 16,-1 0-7-16,-1 0-2 0,-1 1 7 0,0-1 7 0,-1 1 9 0,-1 0 8 15,0-1 7-15,0 0 4 0,1 1 5 0,-1-1 2 0,0 0 3 0,0 0 5 16,1 0-1-16,-1 0 0 0,1-1 2 0,0 1 1 0,0-1 4 15,0-1 7-15,0 1-4 0,-1-1 6 0,0-1 2 0,0 1 2 0,-1-1 9 16,1 1 3-16,-2-1 2 0,1 1 1 0,-1-1 3 0,1 1 2 0,0 0-1 16,0-2 3-16,0 1-6 0,0-1-5 0,-1 0-1 0,1 0-5 15,0 1-7-15,1-2-1 0,0 1-5 0,-1 1 0 0,1 0 2 0,-1 0-8 16,-1 0-2-16,1 1 4 0,-1 1-5 0,0-1 7 0,0 1 1 0,0-1 2 16,0 1-2-16,-1 0-3 0,0 0 5 0,0 1-5 0,0-1-4 15,-1 0-5-15,1 0-4 0,0 0-1 0,0 1 5 0,1 0 3 0,-2 0-8 16,2 0 12-16,0 0-12 0,0 0 6 0,0 0 2 0,0 0-10 15,0 0 8-15,0-1-6 0,1 1 2 0,-1 0-1 0,1 1-1 0,-1-1 2 16,1 1-4-16,0 0 2 0,0 0 6 0,0-1-5 0,0 1 6 0,-1-1-4 16,1 2 0-16,0-1 4 0,0 0 0 0,0 0 0 0,0 0-1 15,1 0-2-15,-1 0 2 0,0 0 0 0,1 0 1 0,0 0-1 0,1 0-4 16,-1 0 0-16,2 0 2 0,-2-1-2 0,1-1 0 0,0 1 3 0,0 0-6 16,0 0 3-16,1-1-1 0,-1 0-2 0,1-1 5 0,-1 1-1 15,1 0 4-15,-2-2-3 0,1 2-1 0,0-1 4 0,0 0 1 0,0 0-5 16,-1-2 4-16,-1 2-2 0,1-1-1 0,-1 1 2 0,0 0-1 15,-1 0-1-15,0 0-3 0,-1 0 4 0,0 0-2 0,-1-1-2 0,1 1 3 16,-2 1-6-16,0-1-2 0,-1 0-2 0,0 1 1 0,0-1-3 0,-1 1-1 16,1 1-4-16,-1-2 0 0,0 2-3 0,-1 0 1 0,0-1-6 15,-1 2-7-15,0 0 0 0,1 0-4 0,-2 1 1 0,1-1-2 0,-3 1-9 16,1 0-10-16,1 1-8 0,-1-1-11 0,2 1-17 0,2 0-20 0,-2 0-16 16,0 2-21-16,1-1-17 0,0 1-22 0,1 0-34 0,0 1-155 15</inkml:trace>
  <inkml:trace contextRef="#ctx0" brushRef="#br0" timeOffset="55119.96">23210 15571 1139 0,'-4'-1'88'0,"1"2"-29"0,0 0-1 0,0 1 2 16,2 0-7-16,1-1-21 0,0 1-11 0,-1 0 5 0,1 0 12 0,-1 0 9 16,0 0 3-16,-1-1-8 0,0 1-9 0,0 0-7 0,-2 1 4 0,0-1 9 15,0-1 4-15,0 0 13 0,0 0 1 0,-1-1 1 0,1 1 3 16,-1-1-5-16,2 0 5 0,-1 1 0 0,1-2 2 0,0 1-4 0,0-1 5 16,0 1 2-16,1 0-3 0,0 0 3 0,1-1-11 0,0 0-2 15,1-1-7-15,0 1-6 0,1-1 2 0,0-1-1 0,1-1-2 0,3-1-3 16,1-2-2-16,1-1-1 0,2-2 1 0,2 0-8 0,1-1-2 15,1-1-2-15,1-1-6 0,4-1 3 0,1-1-5 0,1 0-5 0,1-1 5 16,0 2-3-16,1 0-2 0,1 2 0 0,-1 0-5 0,-1 1-1 0,0 2 3 16,0 1-3-16,-1 2-3 0,0 1 2 0,0 2 4 0,-1 2-5 15,0 2 1-15,-2 1 2 0,-2 3-8 0,-2 3 1 0,-1 2 3 0,0 5-4 16,-1 3 0-16,-2 4 4 0,-2 5-1 0,-1 2-8 0,-1 4 12 0,-3 0-8 16,-1 3-4-16,-2 2 2 0,-1 2-1 0,-2 2-2 0,0 0-5 0,-1 0 10 15,0 0 0-15,-2-2 7 0,0 1 1 0,-1-2-3 0,0-2 5 16,0-2-5-16,1 0 6 0,-1-2-6 0,1-3 0 0,-1-2 19 0,1-2 3 15,1-1-2-15,0-3 5 0,-1-1-10 0,2-2 6 0,1-2-2 16,1-1-10-16,3-1 2 0,1-1-10 0,1-4 10 0,2 0-1 0,1-2-18 16,0-2 12-16,2 0-8 0,0-2 4 0,3-1 9 0,1-3-18 15,2-2 11-15,2-2-18 0,2-3-3 0,1-3 18 0,4-3-20 0,1-2 18 16,2-4-3-16,2-4-6 0,0-1 19 0,2-3-7 0,-1-1 0 0,2-2-2 16,0 0-3-16,-1 0 3 0,0 1 4 0,-2 3-2 0,0 2-4 0,-3 6 6 15,-1 1 2-15,-3 4-1 0,-2 3-3 0,-2 2 2 0,0 4 0 16,-3 2 5-16,-2 3 4 0,0 2-13 0,-1 1 9 0,-2 3-10 0,-1 3-3 15,0 1 17-15,-1 2-14 0,-3 1 4 0,2 2 1 0,0 0-11 16,-1 2 18-16,1-2-5 0,0 1-4 0,1-2-6 0,1-2-1 0,2-2 7 16,0-2 6-16,-1 0-5 0,3-2-6 0,-1-3 1 0,1 0 1 0,1-2 1 15,1-2-4-15,0-2 1 0,1-2 0 0,1-2-3 0,0-2 8 16,-1-2 0-16,2-2-7 0,1-4 9 0,0-1-9 0,0-3 3 0,-1-1 9 16,0-3-5-16,-1 2 4 0,-3-1-11 0,2-2 18 0,-2 0 0 15,0-2 3-15,-2 2 2 0,-1-1-6 0,-2 0-5 0,1 2 2 0,-3 0 13 16,0 1-3-16,0 0 3 0,-1 2-1 0,-1 1-12 0,-1 1 6 15,-1 1-4-15,-1 3 6 0,-2 1 0 0,-2 1-6 0,-1 1 4 0,-2 0-5 16,-3 2 3-16,-2 0-5 0,0 2-4 0,-4 0-1 0,-2 0-1 0,-2 1-5 16,0 0-3-16,-4 1-1 0,0 3-8 0,-2-1 10 0,-1 1-10 0,0 1 4 15,0 0 4-15,1 1-8 0,-1 0 8 0,2 1-13 0,-1 0-8 16,0 1-4-16,1 1-14 0,0 0-6 0,3 2-15 0,1-1-14 0,2 4-17 16,4 2-23-16,0 3-33 0,1 1-56 0,2 4-58 0,-1 3-63 0,3 8-56 15,0 4-71-15,2 8-337 0</inkml:trace>
  <inkml:trace contextRef="#ctx0" brushRef="#br0" timeOffset="55520.15">24949 15547 2413 0,'-8'1'734'0,"-1"0"-651"0,-1 3-39 0,3 2-26 15,3 2-7-15,1 3 2 0,0 3-3 0,1 3-2 0,0 5-8 16,0 3-2-16,0 2 7 0,0 1-3 0,0 0-2 0,1-1-9 0,0 0-11 16,2 0 11-16,2-1 4 0,1 1 3 0,2-2-12 0,1-3-2 0,1 1 0 15,3-2 3-15,2-2 2 0,3-1-6 0,2-3-1 0,3-2-1 16,3 0 3-16,-1-3 7 0,2-2-7 0,0-4 11 0,1-2 0 0,0-2 17 15,-2-4 9-15,1-2 0 0,-2-2 9 0,2-3-16 0,-1-1 18 0,-1-3-3 16,1-2-4-16,-2-1 2 0,-2 0-16 0,1-3 9 0,-1-1 7 16,-3 0-12-16,-2-2 1 0,-2 0-5 0,-4 0 2 0,-3-2 9 0,-4 0 4 15,-3-2-6-15,-3-2 10 0,-4-1 1 0,-4 1-1 0,-4 0 4 16,-2 3-17-16,0 0 4 0,-2 2-12 0,-1 5-3 0,1 1-4 0,-2 2 0 16,0 5 4-16,1 0-8 0,-1 4 5 0,0 3-12 0,-1 0-2 0,0 4-16 15,1 2-12-15,0 2-14 0,1 5-32 0,1 1-23 0,-1 4-44 16,0 1-42-16,2 3-65 0,-1 3-86 0,2 2-111 0,1 3-108 0,0 3-417 15</inkml:trace>
  <inkml:trace contextRef="#ctx0" brushRef="#br0" timeOffset="56386.3">23514 14667 706 0,'-15'-11'608'0,"-4"0"-477"16,-6-2-31-16,2 4-15 0,-1 3-7 0,-1 1-17 0,-4 2-25 0,-1 2-15 15,-4 1-11-15,-2 2-2 0,-3 3-4 0,-1 0 1 0,-2 3 0 16,-2 2-2-16,0 2 1 0,1 3 3 0,-1 1-3 0,0 1-1 0,1 3 3 16,1 1-2-16,0 1-1 0,2 5 4 0,0 1 1 0,-1 2-1 0,2 1 9 15,2 1 5-15,-1-1 4 0,3 2 13 0,-1-1 3 0,3 1-1 16,1-1 1-16,3 0-13 0,3-2-9 0,3 0-2 0,2-1-4 0,1 1 1 15,4-1-7-15,1 1-2 0,3-2-5 0,5 1 1 0,2-1 0 0,3 0-2 16,4 1-3-16,2 0-1 0,4-1 2 0,3 0 0 0,3-1 3 16,1-2-1-16,1 2-5 0,2-2 1 0,0 0 4 0,0 0 0 0,2-2 1 15,-1 1-2-15,1-2 2 0,0-1-7 0,0 0 4 0,-2-2 9 0,1 0-5 16,1 1 14-16,-1-2 1 0,1 0-4 0,-2-1 3 0,0 0-6 16,-2-1 1-16,0 1-1 0,2-2-3 0,-3 0 6 0,1-3-4 0,-2 1-4 15,1 1-5-15,-2 0 7 0,3-2-2 0,-2 2 2 0,-1 0 3 16,0 0-10-16,-5 0 4 0,1 0 1 0,-1 0-1 0,-2 1 3 0,-1-1-1 15,-1 0 1-15,-1 2 8 0,-2 0-2 0,-1 0-1 0,-1-2 3 0,-3 1-5 16,0 1 0-16,-2-1 7 0,-2 0-12 0,-1 1 6 0,-2 0-1 16,-2 0-4-16,-2-2 7 0,0 2-4 0,0-1 1 0,-2 0-6 0,1-3-9 15,-2 1 4-15,1-2-2 0,-2 1 8 0,1-1 3 0,0-1-1 0,0 0-3 16,0-1-12-16,-1-2-15 0,2 0-19 0,0-2-16 0,0-2-16 16,2-1-24-16,0-2-25 0,-1-1-28 0,2-3-24 0,1-1-34 0,1-2-30 15,1-3-39-15,0-4-147 0,0-2-66 16</inkml:trace>
  <inkml:trace contextRef="#ctx0" brushRef="#br0" timeOffset="56620.03">22864 14574 1951 0,'-17'10'88'0,"-2"6"-78"0,-6 7-7 0,3 8-5 0,4 4 8 16,-1 10 0-16,-1 6-2 0,0 8-5 0,-1 4-1 0,0 6-2 16,1 3-13-16,-2 6 7 0,0 7-12 0,0 7-12 0,-1 11-17 0,0 2-49 15,-2 7-48-15,1 3-32 0,1 1-11 0,1 2 19 0,1-2 38 0,4-4 39 16,2-8 28-16,4-6 29 0,2-4 12 0,2-8 6 16,2-1 12-16,-1-4-11 0,0-4-27 0,-2-2-46 0,5-38-62 0,-2 8-199 0</inkml:trace>
  <inkml:trace contextRef="#ctx0" brushRef="#br0" timeOffset="57870.34">21464 15398 2060 0,'-24'-22'369'0,"1"-1"-329"0,-6-7-7 0,11 4-8 15,6 5-3-15,4-2-19 0,5 4-17 0,4-1-4 0,3-2 1 0,3 2 13 16,2-2 7-16,2-2 1 0,4 0 3 0,4-3-6 0,4 1-9 0,5-3 4 15,3 1 2-15,3 0-1 0,4-2 3 0,3 2 2 0,4-4-2 16,3 1-4-16,3-1 4 0,3 0 2 0,4 2 6 0,3 0 3 0,3 0-8 16,2 2-2-16,2 0-2 0,2 2-5 0,0 2-1 0,1 3 4 15,1 4 2-15,-3 4 10 0,1 5-3 0,-1 4-3 0,-1 4-15 0,-3 6-4 16,-2 6 4-16,-1 6 3 0,-5 6 4 0,-2 9-3 0,-4 5 0 16,-3 8-12-16,-2 11-3 0,-4 8-1 0,-4 7-13 0,-2 11-8 0,-5 6-23 15,-2 11-22-15,-6 7-29 0,-2 9-20 0,-4 4-7 0,-4 0-4 0,-3-3 35 16,-2-7 38-16,0-7 35 0,-3-11 32 0,-2-10 13 0,-4-11 16 0,-5-10 32 15,-5-8 54-15,-6-8 53 0,-6-5 52 0,-5-3 18 0,-6-4-16 16,-3-2-23-16,-7-1-49 0,-4-3-19 0,-4-2-36 0,-5-1-21 0,-4-3-12 16,-7-2-17-16,-3-2-13 0,-6 0-8 0,0-4-4 0,-5-3-5 15,-1-4 4-15,2-3-7 0,-2-4 0 0,1-4 6 0,5-4 1 0,-2-3 3 16,3-5-10-16,3-4-7 0,2-2 3 0,3-7 4 0,3-2 5 16,5-6-16-16,2-5-21 0,4-6-4 0,4-5-11 0,5-6-1 0,5-5 0 15,4-4-1-15,6-4-1 0,5-1 9 0,6-1 19 0,2 1 3 0,5 1 9 16,4 3-1-16,4 2 7 0,2 4 7 0,4 2 9 0,2 4 8 0,3 3-1 15,2 2 7-15,1 5 9 0,2 4 3 0,1 3-12 0,2 4-9 16,1 3-2-16,2 4-5 0,0 2 5 0,3 4-2 0,-2 1-8 0,2 3-5 16,0 5-11-16,0 2 2 0,-1 4 1 0,0 4-6 0,1 2 3 15,-2 3-9-15,1 3-11 0,-1 2-7 0,-3 4-7 0,0 1 2 0,0 1 0 16,-2 1 8-16,0 2 12 0,0-1 6 0,-1 1 7 0,1-3 10 0,-1 0 1 16,-2-1-8-16,1-1 2 0,-1 0-5 0,-2-1 5 0,1-1 11 15,-1-1 1-15,-1 0 3 0,0-1 4 0,0 0 13 0,-1-1-4 0,0 0 3 16,-1-1-2-16,1 0-13 0,-1 0-3 0,1-1-1 0,-2 2-8 0,0-1 1 15,1-1 10-15,-1 1-11 0,1 0 8 0,0 1-4 0,-2 0-7 16,2-2 5-16,-2 2-8 0,0-1 5 0,-1 0 4 0,1 0-4 0,-2 0 1 16,0 0-2-16,1 0 1 0,-2 0-2 0,1-1 5 0,-1 1 3 15,-1 0-5-15,0-1 6 0,0 1-2 0,0 0-7 0,0 0 4 0,0-2-2 16,0 1-3-16,-1-1 4 0,0 0 1 0,1 0-2 0,0-1 7 0,0 1-7 16,-1-1 0-16,1 0 1 0,0 0 3 0,-1 0-3 0,1-1-1 15,-1 1 0-15,1-1-5 0,-1 0 9 0,0-1-3 0,1 1-2 0,0-2-4 16,0 1 5-16,-1 0-2 0,1 0 5 0,-1 0 1 0,0 1-6 15,0-1-3-15,0 0 2 0,-1 1 1 0,1 0 7 0,-1-1-3 0,0 1 3 16,0 0-10-16,0 0 1 0,1 0 8 0,0-1-8 0,0 0 8 0,0 0-4 16,0 1-4-16,1-1 9 0,0 0-3 0,0 0-2 0,1-1 3 15,-1 1-6-15,1 0 5 0,-1 0-1 0,1-1-7 0,0 0 9 0,0 0-5 16,1 1-1-16,-1 0 3 0,1 0-5 0,0 0 5 0,0 1 0 0,-1-1-3 16,0 2 3-16,0 0-4 0,-1 0 6 0,1 0-2 0,-1 0-5 15,0 0 7-15,0 0-9 0,0 1 7 0,0-1 8 0,-1 0-8 0,1 1 2 16,0-1 0-16,-1 0-7 0,1 0 3 0,0 0 5 0,-1 0-3 0,2 0 4 15,-2 0-8-15,1 0 4 0,0 0 4 0,0 0-4 0,0 0 6 16,1 0-6-16,1 0 0 0,-2-1-3 0,1 0 3 0,-1 1 5 0,1-1-3 16,0 1-2-16,-1-1-4 0,0 0-2 0,1 1 6 0,0-1 5 15,-1 1-2-15,1-1 2 0,0 0-3 0,-1 0-6 0,1 1 6 0,-1-1 0 16,0 1-7-16,-1-1 6 0,1 0 1 0,0 1-4 0,-1-1 6 0,1 0-4 16,0 1 5-16,0-1-9 0,-1 0 4 0,1 0-1 0,-1 0 1 15,0 0 3-15,1 1-8 0,1-1 12 0,-1 0-11 0,1 1-1 0,-1-1 9 16,0-1-9-16,0 1 6 0,1 0-1 0,-1-1 4 0,0 0-4 0,1 1 1 15,-1-1 6-15,0 1-3 0,0 0 1 0,-1 0 0 0,1 0-2 16,0 0-3-16,0 1 0 0,-1-1 3 0,1 0-1 0,-1 0 2 0,1 0 2 16,-1 1-4-16,1 0 1 0,0 0-3 0,-1 0-1 0,1 0-3 0,-1-1 6 15,1 1 1-15,0 0-1 0,0 0 0 0,0 0-1 0,-1-1 3 16,1 0-4-16,0 1 7 0,0 0-11 0,0 0-1 0,0-1 10 0,-1 1-6 16,2-1 6-16,-1 1-5 0,0 0-2 0,0-1 4 0,0 1 1 0,0 0 0 15,0 0-3-15,0-1-1 0,-1 1 2 0,0 0-2 0,0 0 6 16,1 0-2-16,-1 0-6 0,0 0 3 0,0 0 0 0,0 0 2 0,0 0 6 15,0 0-4-15,0 0-6 0,0 0 0 0,0 1 2 0,-1-1 0 16,1 1 4-16,-1-1-8 0,0 1 2 0,1 0-1 0,-1-1 3 0,0 0 5 16,-1 0-1-16,1 0-3 0,0 1-4 0,0-1-1 0,0 0-2 0,0 1-3 15,-1-1 6-15,0 0-9 0,2 1 0 0,-1-1-5 0,1 0-22 16,0 0-24-16,0-1-20 0,1 1-25 0,-1 0-20 0,2 0-14 0,-1 0-24 16,0-1-13-16,-1 1-10 0,1-1-11 0,1 1-8 0,0-1-18 15,1 0-19-15,1 0-33 0,1-2-229 0</inkml:trace>
  <inkml:trace contextRef="#ctx0" brushRef="#br0" timeOffset="67337.3">6234 10325 622 0,'3'-4'239'0,"1"0"-203"0,2-2-30 0,-1 1-4 15,3 1-3-15,1 0 2 0,0 0-2 0,1 0-2 0,1 1-3 16,1-2-10-16,-1-1-6 0,1 1-15 0,0 0-10 0,2 1-7 0,0 0-1 16,1 1 5-16,1-1 12 0,-1 1 9 0,-1 0 11 0,3 0 5 0,0 0 6 15,2 0 5-15,0 0 2 0,2 1 2 0,0 1 1 0,0 0 1 16,2-1 1-16,-2 1 6 0,0-1-4 0,1-1 1 0,1 0-3 0,2 1-1 16,1-1 0-16,1-1-1 0,1 1-2 0,2-1 1 0,1 0-1 15,1 0-1-15,3 0 3 0,0 0-4 0,2-1-1 0,2 0 2 0,-1 1-3 16,2-1 3-16,-1 1 3 0,1-1 0 0,1 1 0 0,-1 1 1 0,-1 1 0 15,2 0 1-15,0 1-2 0,1-1-1 0,2 1-2 0,0 0 1 16,2 0 1-16,1 0 1 0,1 0-2 0,1 0-1 0,2 1 0 0,0-1-3 16,2 0 3-16,0-1 0 0,1 0 0 0,2 1 0 0,1 0 2 0,1 1-1 15,1 0 0-15,0-1-1 0,1 2 0 0,1 0 0 0,-1 0 2 16,1 0-1-16,0 2-1 0,-2-1 1 0,1 2 7 0,2 0 3 0,-1 1 3 16,0 1 2-16,0 2-7 0,1-1 3 0,0 2 3 0,-1 0 0 0,2 1 1 15,-2 1 2-15,0 0 0 0,2-1 3 0,-1 2-2 0,1-2 2 16,0 1 0-16,2-1-3 0,1-1 2 0,-1-2 0 0,1 1-2 0,0 1 1 15,0-2 4-15,0 0 1 0,1-1 1 0,-1-1 4 0,0 0 0 16,1-1-3-16,-1-1 1 0,-2-1-3 0,2-1-4 0,-3 0 1 0,1-1-4 16,-1 1-3-16,1-1-2 0,-2 0-9 0,-1 0-2 0,0-1-1 15,-1 1-8-15,0 1-6 0,0-2-10 0,-2 1-30 0,0 0-64 0,0 0-80 16,-1-1-124-16,-1 0-81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14:57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11499 8714 425 0,'1'21'216'0,"0"3"-155"0,0 5-46 16,-1 1-22-16,-1-4-5 0,2 3-7 0,0 3 3 0,1 1 5 16,0 1 0-16,0 2 4 0,-1 1 1 0,0 2-6 0,0 3-3 0,-2-1-7 15,0 1-8-15,0-1-3 0,-2 3 0 0,1-2 7 0,-1 2 8 0,-1 0 5 16,1-1 10-16,-1 0 3 0,-1 3 2 0,0-2 4 0,-1 1-2 15,-1 3 6-15,0-2 4 0,-2 4-1 0,0-2-1 0,-1-1-4 0,-1 1-3 16,0 0 0-16,0-1-5 0,0 0 3 0,0 0 2 0,1-1 0 0,-1 2 4 16,1-2-4-16,0 1-1 0,2 0 0 0,0 0 1 0,2-2 6 15,2-2 6-15,0-1 3 0,1-2 2 0,2-2-2 0,1 2-3 0,1-5-5 16,1 0 0-16,1 0-1 0,1-2 1 0,1 2 1 0,1-2-2 16,1 0-1-16,2-2-5 0,0 0 4 0,1 1-2 0,1 0 1 0,-1-2-2 15,3 0-2-15,1-3-2 0,1 1-1 0,1-2 5 0,0 0-6 0,2-2 1 16,-1 1 0-16,1-1-4 0,3-1 0 0,1-1-1 0,1 0 2 15,2-3 1-15,1 0 6 0,2 0 3 0,0-2 1 0,1 0 2 0,1-1-9 16,1-1 3-16,2-1-1 0,4 0 0 0,-1 0 3 0,4-1-1 0,0-2 1 16,2 0 1-16,4-1 2 0,-1-1 1 0,3 1 2 0,3-1 2 15,1-1 2-15,2-2 1 0,2 1 3 0,2-1 1 0,0 0 1 0,3-1 3 16,1-1-3-16,1 0 1 0,1-1-2 0,4-1-3 0,1 0 0 0,1 0-1 16,2-2 1-16,0 1 2 0,1-1-1 0,1 0 2 0,3-1 2 15,3 0-4-15,1-1 2 0,2-1-2 0,2-1 0 0,1 0 1 0,2-1 1 16,2-1 3-16,4 0 0 0,1-1-1 0,4 0-4 0,1-1 0 15,0-2 3-15,5 1 1 0,2-2-2 0,1 0-5 0,3 0 0 0,1 1-3 16,1-2 4-16,1 0-6 0,1 1-2 0,2 0-2 0,0 2-2 0,3 0 3 16,-1 0-10-16,2 0 4 0,-2 0-5 0,1 1-8 0,3 0 10 15,1 0-1-15,1 0-3 0,1-2 10 0,2 0 5 0,3 1 7 0,3-2 13 16,1 1 0-16,-1-3-6 0,0 0-7 0,-1 0-2 0,0-1-2 16,-1 2-4-16,0 0-2 0,2 1 3 0,0 0 2 0,0 1 10 0,-2-1 5 15,2 2 8-15,2 0 2 0,0 0 7 0,2 1 2 0,-3-1-11 0,-2 2-10 16,-1-1-9-16,-2 3-9 0,0 0-7 0,-1 0 3 0,-1 2-7 0,-3-1 8 15,-1 2-1-15,-1 1-4 0,-2 0 5 0,-1 2-5 0,0-1-2 16,-3 1 1-16,-1 1 1 0,-3 0-2 0,-1 1 7 0,-3-1-2 0,-1 0-2 16,-1 0 2-16,-4-1-2 0,-1 0 5 0,-3-1-1 0,-4 0-1 15,-2 1 2-15,-4-1-2 0,-4 0 5 0,-5 0 0 0,-3 0 3 0,-4-1 0 16,-3 0 3-16,-4 0 0 0,-3-1 1 0,-5 0-2 0,-3 0-1 0,-5-1 5 16,-2 0-1-16,-2-1 14 0,-4-1-4 0,-3 0-7 0,-1-2 7 15,-3 1-7-15,-2-2-1 0,-1 0-1 0,-3 0-5 0,-1-3-8 0,0 0 7 16,-2-1 1-16,0-4-2 0,-2 1-1 0,-2-3-5 0,0 0-4 15,-4 1-2-15,0-3-6 0,-1 0-2 0,-3 0-1 0,-2-4-3 0,-1 0 6 16,-3 0-8-16,-2-2-4 0,-2-1-2 0,-3-1 2 0,-2-1 5 0,-1-2 1 16,-3 0 1-16,-3-3-6 0,-2 1-2 0,-2-1-6 0,-2 1 3 15,-2-3-9-15,-2 1-13 0,-1-4-17 0,-3-1-23 0,-2 0-13 0,-1-1-9 16,-1-2-16-16,0 1-7 0,-3-2-11 0,1-1-14 0,-1 1-5 0,-4-2-5 16,0-1-5-16,-2-2-13 0,-1 1-28 0,-1-1-178 15</inkml:trace>
  <inkml:trace contextRef="#ctx0" brushRef="#br0" timeOffset="516.29">13637 8139 2253 0,'-13'-26'419'16,"-1"1"-321"-16,-3-6-98 0,4 9-101 0,6 6-96 0,3 3-75 0,5 3-26 15,7 3 26-15,6 2 53 0,7 2 53 0,5 1 34 0,6-1 11 0,4 1-17 16,4 0-22-16,3 0-12 0,4 0 12 0,5-2 40 0,3-1 11 16,4-2 40-16,5 0 36 0,2-1 27 0,3-1 37 0,3-3 51 0,2 1 53 15,1-2 18-15,3-1-15 0,2 0-23 0,3 0-2 0,0 4 1 0,3-1 2 16,0 3-4-16,1-1-17 0,3 2-12 0,1 0-18 0,3 0-15 16,2 2-10-16,0 2-7 0,4-1-6 0,1 2-2 0,3 0 0 0,4 0-2 15,1 2 1-15,2 0 0 0,2 1-4 0,1 1 3 0,3 0-5 16,2 2 3-16,2-1 2 0,2 2 2 0,4 1 6 0,1 0 1 0,2 0-1 15,2 2-1-15,2 0 0 0,0 1-4 0,5 2 0 0,0 0 1 0,1 1-2 16,1 2 2-16,0 1-1 0,2-2-5 0,-1 3 1 0,0 2-9 16,2 1-2-16,-1-1-5 0,1 2 3 0,1-1 6 0,-1 0-1 0,0 1 7 15,-1 2 1-15,1-1-4 0,0 2-9 0,-3 0 6 0,3-1-20 0,-1 1 1 16,-2-1 17-16,1 2-7 0,-1 1 11 0,-2 1-2 0,0 2-11 16,1-1-4-16,-4 2-9 0,-1-1-10 0,-1 2-23 0,-3 3-36 0,1 3-36 15,-4 1-42-15,-2 2-36 0,-3-1-37 0,-4 3-44 0,-1 3-39 0,-5 2-59 16,-2 2-72-16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1:31:32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4254 7683 61 0,'-3'4'48'16,"0"-1"-9"-16,0 1-10 0,1-1-8 0,1-1-9 0,1 1-4 0,0-1-5 15,0 0 0-15,1 0 0 0,1 1 1 0,0-1 2 0,0 1 2 0,1 0 2 16,0 0 2-16,0-1 3 0,1 0 3 0,1 0 3 0,0 1 0 16,1 0 2-16,0 0 7 0,2 1 0 0,-1 0 7 0,-1 0 3 0,3-1 0 15,-1 1 5-15,3-1-2 0,2 0-3 0,0 0-2 0,2 0-4 0,1-1 3 16,4-1 1-16,1-1 1 0,3-1 1 0,3-1-1 0,1-2 1 15,4 1-2-15,2-1-1 0,4-2-1 0,3 0-5 0,1-1-3 0,3 0-2 16,0 0-7-16,6 0-3 0,0 0-5 0,2 0-1 0,1 1-1 16,1 1 0-16,1 0-3 0,2 1-2 0,0 2-1 0,-1-1-3 0,0 0 1 15,-1 1 1-15,-2 0-3 0,1 0 2 0,-1-1-3 0,0 0-6 0,-1 1 4 16,-1-3-4-16,-2 0 4 0,1-3 7 0,-3-2 4 0,0 0 1 16,-1-1 14-16,-2 0 3 0,-3-1 1 0,-2-1 8 0,2-2-11 0,-5-1-1 15,0 2 5-15,0-3-3 0,-3 0 2 0,2 0 1 0,-2-2-4 0,-1-2-3 16,0 0-3-16,-2 1-5 0,2-3-1 0,-2 1-2 0,0-1-3 15,-3-1 2-15,-2 1-3 0,-2 0 3 0,-2-1-2 0,1 2-4 0,-3 0 2 16,0 2 0-16,-3-1 1 0,-1 0 1 0,-3 0 1 0,-1-3-5 0,-1 0 0 16,-2-1-2-16,0-1 1 0,-2-1 3 0,-2-2 5 0,-2 1 1 15,-2-4-4-15,-2 2 1 0,-2 0-3 0,-1 0 0 0,-3 1 2 0,-2 0-3 16,-2 0 3-16,-1-1-2 0,-2-1-1 0,-1 0 0 0,-4 0 0 0,-2 0-2 16,-1 2 3-16,-2-2-1 0,0 1-3 0,-3 1-5 0,-2 0-3 15,-2 2-1-15,-2 1 9 0,-4 0 1 0,0 3 4 0,-1-1 4 0,-2 2-9 16,-1 2 7-16,-4 0-4 0,-1 2-2 0,-1 1 3 0,-1 2 0 15,0 0-3-15,-3 3 2 0,1 1-1 0,-2 2 0 0,-2 0 0 0,0 2-2 16,-2 0-2-16,1 2-1 0,-1 1 6 0,-3 2-1 0,1 1 1 16,0 3-2-16,0 0-6 0,1 3 1 0,-3 1-1 0,1 2 3 0,0 1 1 15,0 0-2-15,2 1 3 0,1 0 7 0,0 1 0 0,2 1 0 0,0-1 0 16,1 0-7-16,1 2-1 0,1 0 1 0,2 1-2 0,0 2 1 16,1-2 1-16,-1 3-1 0,3 1-2 0,1-1-1 0,-1 3 4 0,2 1 4 15,0 0 0-15,2 2-1 0,1 1-3 0,1 1 0 0,2 1 0 0,-1 1 5 16,1 1-4-16,-1 0-2 0,1 3 2 0,3 1-2 0,1 2 1 15,4-1 4-15,0 2-4 0,2-4-3 0,1 4-3 0,3 0-6 0,1 1-1 16,1 4-2-16,4-2-7 0,0 3-6 0,3 0-8 0,3 1-9 16,3 2-9-16,1 1-27 0,4 1-71 0,3 1-54 0,3 2-50 0,4 1-48 15,4-1-129-15</inkml:trace>
  <inkml:trace contextRef="#ctx0" brushRef="#br0" timeOffset="1503">9144 6195 1550 0,'-4'-9'105'15,"1"-2"-85"-15,1-3-18 0,2 2 6 0,2 0 1 0,-1 1 2 0,0-2 10 16,1 0-4-16,-2 1 0 0,0 0-4 0,0 0-2 0,-3 0-3 0,-1-1-3 16,-2-1-5-16,-4 2-7 0,-1 0 2 0,-5 1-3 0,-5 1 8 15,-4-1 3-15,-7 2-1 0,-4 1 5 0,-5 1-2 0,-1 1 1 0,-4 3 3 16,-3 2 3-16,-3 1 0 0,-3 3 8 0,-1 1 4 0,-2 3-2 0,0 0 4 16,-4 3 2-16,-1 4 2 0,-1 2 6 0,-2 2 4 0,2 3 4 15,1 1 2-15,0 1 7 0,3-1-3 0,3-1-2 0,5-1-8 0,6-1-8 16,4-2 3-16,5 1-10 0,5-3-8 0,4 0-3 0,7 1-14 0,5-1 1 15,5-1 2-15,4 1-4 0,5 0 2 0,5 2-1 0,4-2-7 16,4 2 4-16,6 2-2 0,3-1 6 0,4 2 10 0,5 1-1 0,1-2-3 16,2 2 0-16,5 0-7 0,2-1 3 0,3 0 0 0,1 1-3 0,1-3 5 15,-1 2-5-15,0 1-2 0,-1-1 4 0,-3 2-6 0,0-1 4 16,-3-1 2-16,-1 0-4 0,-1-1-1 0,-2-2 0 0,0 0 2 0,-3 0-4 16,-4-1 3-16,-1-1-1 0,-4 0 0 0,0 0 0 0,-3-1 3 15,-2-1-9-15,-3 1 4 0,-2-1-4 0,-3 1-8 0,-2-1 6 0,-3-2-4 16,-1 2 2-16,-4-1 10 0,-2-1-9 0,-2 1 0 0,-3 0 3 15,-1 1 1-15,-5 2 5 0,-4 2 3 0,-2-2-10 0,-3 3-1 0,-3 1-1 16,-2 0-1-16,-5 0 10 0,1 0-2 0,-1 0 2 0,1-2 3 0,2 1-1 16,0 0-2-16,4-3 3 0,-1 2-2 0,4-1-7 0,4-1-9 15,1-2-17-15,3 0-34 0,3-2-44 0,1-1-46 0,2-2-58 0,2-2-50 16,2-2-41-16,0-1-36 0,4-2-224 0</inkml:trace>
  <inkml:trace contextRef="#ctx0" brushRef="#br0" timeOffset="1697.53">8678 5843 2007 0,'-16'-10'83'0,"1"2"-61"0,-3 0-9 0,6 4 1 0,2 4 5 0,0 3 0 16,1 4-6-16,-1 2-1 0,1 5-9 0,0 6-5 0,-3 4-5 0,-1 6 1 16,-3 7 2-16,-2 7 1 0,-4 6 1 0,-4 5-5 0,-2 5-3 15,-6 5 0-15,-1 6-5 0,-3 5-2 0,-2 0-8 0,0 6-9 0,-1 2-19 16,1-1-31-16,2 2-50 0,2-4-67 0,4-2-81 0,2 0-119 0,4-1-270 15</inkml:trace>
  <inkml:trace contextRef="#ctx0" brushRef="#br0" timeOffset="1898.31">8873 7087 2576 0,'-6'13'46'0,"-1"4"-67"0,0 11 0 0,1 7 7 0,-1 10-3 15,2 8-23-15,1 7-45 0,0 7-59 0,-1 5-46 0,0 4-36 0,-2 5-52 16,-4 6-72-16,-5 4-139 0,-6 10-101 0</inkml:trace>
  <inkml:trace contextRef="#ctx0" brushRef="#br0" timeOffset="2813.4">9870 5710 1848 0,'-35'-11'863'0,"2"4"-804"0,-4 0-35 16,10 9-20-16,9 5-14 0,2 3 0 0,4 4-13 0,4 3-7 0,3 4-22 15,5 1-64-15,3 2-61 0,2 3-67 0,2-1-39 0,2 1-48 16,0 0-99-16,-1-1-345 0</inkml:trace>
  <inkml:trace contextRef="#ctx0" brushRef="#br0" timeOffset="2972.38">10126 6760 2844 0,'-15'23'44'0,"0"6"-36"0,-3 15-8 0,1 7-12 16,2 5 11-16,1 7-6 0,-1 3-25 0,1 5-54 0,-1 2-109 16,0 3-98-16,-3 2-112 0,-4 3-179 0,-6 4-329 0</inkml:trace>
  <inkml:trace contextRef="#ctx0" brushRef="#br0" timeOffset="5440.76">8157 7949 2241 0,'-16'5'105'0,"2"4"-73"0,-4 4-27 0,4 6-5 16,4 5 1-16,3 3-1 0,0 5 0 0,3 5-3 0,2 3-1 0,2 4-18 15,1-1-3-15,1 0 11 0,-1 1 1 0,2-1 4 0,1 0-2 16,0-1-23-16,0 2-18 0,0-1-9 0,0-1-13 0,-1 0-2 0,-1-3 10 15,-1-4 0-15,-1-1 9 0,-4-4-1 0,0 0 0 0,-3-3 7 0,1-4 2 16,-2-1 1-16,-2-4 7 0,0-3 12 0,-2-2 17 0,-1-4 12 16,3-1 10-16,-2-5 3 0,1-2-4 0,0-3-9 0,1-4-2 0,0-2-3 15,2-2 5-15,0-1 13 0,0-3 7 0,2-3 5 0,0-3-3 0,3-3 2 16,1-1 2-16,2-3-3 0,2 1 2 0,1-3-1 0,2 1-7 16,2 0 1-16,2 1-6 0,1 0-1 0,0 1-3 0,3 4-2 0,1 2-1 15,2 2 1-15,-1 4 1 0,0 1 2 0,1 3-1 0,-1 2-1 16,-1 1-1-16,2 2-2 0,0 0 0 0,-1 2-2 0,0 2-4 0,-1 1 0 15,1 2-2-15,1 0 2 0,-1 1 0 0,0 1-1 0,0 0 4 0,-1 0-2 16,0 1 1-16,0-2 1 0,2 1-5 0,1-2 4 0,1-1 2 0,2-1-2 16,0 0 1-16,0-2-5 0,1-3 1 0,0-1 1 0,-2-1 0 15,3-2 0-15,-2 0-2 0,0-2 0 0,1-2 0 0,-2-1 3 0,-1 0-6 16,-1 1 2-16,0 0 3 0,-2 1 2 0,-1-2 0 0,-1 1 2 16,0 0-18-16,-1 0 6 0,-1 0 1 0,-2 1 2 0,-2 0 17 0,1 0-3 15,-1 0 1-15,0-1-7 0,0-1-1 0,-2 2 0 0,0-2 3 16,-1 1 1-16,0-1 2 0,0 1 1 0,-1 0-2 0,1 0 2 0,0-1-2 15,-1 1 3-15,0 1-4 0,0 0 0 0,-1 1 2 0,0 0-4 0,0 1 6 16,0 0 1-16,-1 3 0 0,1-1 6 0,-1 1 1 0,-1 0 2 0,1 1 1 16,-1 1 0-16,0-1-3 0,-1 2 5 0,1 0 2 0,-2 1 1 15,0 0 3-15,0 2 1 0,-2 1-1 0,1 0-3 0,-2 2-2 0,0 1-5 16,0 2 0-16,0 1-2 0,-1 3 1 0,0 4-4 0,-1 2-8 16,1 3 1-16,-1 4-3 0,-1 1-2 0,1 4 3 0,1 3-4 0,2 2-8 15,-2 0 2-15,1 1-14 0,1-2 18 0,1 2 0 0,1-2-5 0,2 3 2 16,0-3-30-16,2 0-24 0,1-1-36 0,2 0-37 0,1-2-52 15,0 1-86-15,2-1-77 0,1-1-153 0,2-1 50 0</inkml:trace>
  <inkml:trace contextRef="#ctx0" brushRef="#br0" timeOffset="6799.34">9249 7970 859 0,'-7'-2'79'0,"2"-1"-19"0,-2-1 10 16,2 1 21-16,2 1 9 0,1-1-12 0,0 2-21 0,1-1-17 0,0 0-9 16,0 1-1-16,0 0 1 0,0 1 1 0,0-1-6 0,0 2-4 15,-1 0 1-15,1 0-5 0,0 1 3 0,0 1 2 0,0-1 4 0,0 1 7 16,0 1 0-16,0 1-1 0,1 0-7 0,0 2-4 0,-1 1 1 0,0 2-8 15,0 1-4-15,0 4 2 0,0 0-7 0,1 2-1 0,-2 2 1 16,1 1-11-16,0 2-1 0,1 1-1 0,0 1-5 0,1 2 2 0,1 1 2 16,0 0-14-16,1 0 15 0,-1-1 1 0,2 0-4 0,-1 0 14 0,1-1-19 15,0-2 4-15,0-2 1 0,1-1-2 0,1-2 4 0,-1-2-4 16,-1-1-2-16,1-1-5 0,0-2 2 0,1-1-8 0,-1-1-4 0,0 0-7 16,0-2-18-16,-1-1-15 0,-1 0-13 0,1-2-27 0,-1 0-20 15,-1-1-22-15,0-1-26 0,0-1-16 0,0 0-14 0,0-2-22 0,-1-1-25 16,1-1-217-16</inkml:trace>
  <inkml:trace contextRef="#ctx0" brushRef="#br0" timeOffset="7252.79">9494 8002 2017 0,'-13'-6'170'0,"0"2"-111"16,-1-2-43-16,6 2-2 0,4 2 4 0,2-1 3 0,3 1 1 0,1-1-16 16,2 1-7-16,1 0-4 0,1-2-1 0,1 1 2 0,1 0 4 15,0-1-3-15,1 2-5 0,0-1 2 0,2 0-1 0,-1 1-2 0,1 0 3 16,2 1 1-16,-2 2-2 0,3 1 2 0,1 1 2 0,0 0 2 0,0-1-1 15,1 2 4-15,0 0-4 0,-1 2-2 0,-1 0 1 0,-1 1-3 16,0 1 4-16,0 0 2 0,-1 1-4 0,-2 0 2 0,0 0-1 0,-1 0 2 16,-2 0 2-16,0 1-1 0,-2 0 0 0,0-1-4 0,-2 1 3 0,-2 0-4 15,-1-1 1-15,-1 1 5 0,-1 1-2 0,-1 0 1 0,-1 0 0 16,-2 0 0-16,-1 1 1 0,-1 0 4 0,-1 0 1 0,-1-1-4 0,1 0 4 16,-1-1-3-16,1 0 0 0,0 1 0 0,1-2-4 0,1-1-4 15,1 0 1-15,2-1 4 0,0 1 3 0,2 0 18 0,1 0 1 0,-1-1 1 16,2-1 4-16,0 1-11 0,0-1 1 0,2 0 11 0,0-1-1 0,1-1 7 15,0 1 4-15,2 0-12 0,0-1 3 0,1 0-9 0,1 0-4 16,1 0-1-16,1-1-7 0,1 1 0 0,-1-1-4 0,1-1-2 0,0 0 1 16,0 0-8-16,2-1 2 0,0-1-5 0,-1 0-13 0,2-1-12 15,0-1-21-15,-1-1-29 0,0 0-27 0,-1-2-29 0,1 0-23 0,0-3-20 16,0-1-40-16,2-2-79 0,-2-3-76 0,2-5-309 0</inkml:trace>
  <inkml:trace contextRef="#ctx0" brushRef="#br0" timeOffset="7634.53">10209 7801 2145 0,'-8'-1'152'0,"1"-1"-100"16,0 1-33-16,4 1-1 0,3 1 6 0,3 0 2 0,2 2-4 0,2 0-13 15,1 3-1-15,-1 0-5 0,-1 1 0 0,1 1 1 0,-1 1-4 16,-1 0 1-16,-1 2-1 0,-1 0 0 0,0 3-3 0,-2 0-2 0,0 1 2 15,-1 2 0-15,-2 0-2 0,-1 1 2 0,-1-2-3 0,-1 1-5 16,0-1 4-16,-2-1-7 0,1-1-3 0,1-2 0 0,0 0-9 0,0 0 0 16,0-3 1-16,1-1-5 0,1-1 9 0,1-1 0 0,1-2-3 0,1 0 7 15,2-2 1-15,2-1 0 0,3 0 10 0,1-2-3 0,1 0 3 16,5-1 2-16,3-2-2 0,4-1 6 0,2-1-4 0,1 1 4 0,0 0-5 16,0 1 4-16,1 3 1 0,-1 0-3 0,-1 3 3 0,-1 0 4 0,-1 4 2 15,-2 0 4-15,-3 3 6 0,-2 0 2 0,-1 2 4 0,-1 1 10 16,-2 1 2-16,-2 3 2 0,-2 2 0 0,-3 2-1 0,-3-1-6 15,0 3 14-15,-2 1 2 0,-3 1 4 0,-4 3 5 0,-3-2-17 0,-3 3-5 16,-3-2-10-16,-3 2-7 0,-3-1-5 0,-3 2-4 0,-3-1-1 0,-1 0-8 16,-1 0-2-16,-2-2-11 0,-1-1-18 0,2-4-10 0,0 0-22 15,3-3-30-15,2-2-31 0,2-3-49 0,2 0-76 0,3-3-111 0,1-2-105 16,2-3-317-16</inkml:trace>
  <inkml:trace contextRef="#ctx0" brushRef="#br0" timeOffset="8131.39">11205 8404 2443 0,'-10'1'443'0,"2"2"-367"0,-2 2-56 0,4 4-18 0,3 2 3 15,2 4-6-15,0 3-3 0,2 6-3 0,1 4-3 0,-1 3 5 16,-1 1-5-16,-1 2 5 0,-1 0-7 0,-2 2-10 0,-1 0-15 0,0 2-35 16,0 0-41-16,-2-2-61 0,0 1-37 0,1-1-59 0,-1 0-76 15,0-1-105-15,-2 0-419 0</inkml:trace>
  <inkml:trace contextRef="#ctx0" brushRef="#br0" timeOffset="8470.27">11480 7617 2527 0,'-17'-2'84'0,"4"2"-43"16,-2-1-50-16,9 4-2 0,6 0-5 0,2 3-4 0,3 2 17 15,4 3 6-15,2 4 9 0,4 0-1 0,1 2 3 0,0 1-19 0,3 0 5 16,1 2 4-16,0 1-6 0,1-1 0 0,0 1 1 0,-1 0-2 0,2-1 3 16,-1 2-2-16,-1 1-1 0,1-1 0 0,0 2-4 0,-1-2 4 15,0-1-7-15,-1-2-2 0,0-1-6 0,0-2-9 0,0 0-7 0,-2-2-19 16,0-1-27-16,0-2-25 0,-1-1-30 0,-1-1-20 0,-2-3-8 0,-1-2-12 15,0-3-25-15,-1 0-26 0,-2-3-44 0,1-3-40 0,-3-3-182 16</inkml:trace>
  <inkml:trace contextRef="#ctx0" brushRef="#br0" timeOffset="8843.54">12148 7692 2506 0,'-13'-2'121'16,"-2"1"-76"-16,0 1-36 0,5 3-13 0,2 1-4 0,2 1-4 0,0 2 1 16,1 1 0-16,-2 1 1 0,0 2 7 0,-3 3 3 0,-1 0 0 0,-4 2-5 15,-1-2 7-15,-3 3-4 0,1 0-3 0,-2 1 7 0,-2 2-4 16,1 1 1-16,-2 1-1 0,0 2-3 0,-2 1 1 0,0 0 2 0,0 0 4 16,-1 0 1-16,1 3-5 0,0 1-1 0,1 4-2 0,0 1 2 15,1 3-8-15,1-1 11 0,0 2 1 0,2-2-5 0,2 0 4 0,-1 1-30 16,2-3-16-16,1 0-21 0,5-2-30 0,0 0-33 0,3-1-27 0,2-2-30 15,3-3-34-15,3-2-35 0,2-4-33 0,4-3-29 0,1-2-256 16</inkml:trace>
  <inkml:trace contextRef="#ctx0" brushRef="#br0" timeOffset="9424.62">11206 7551 337 0,'-4'-1'85'0,"1"0"-63"0,1 1-21 0,2 0-6 0,1-1-7 0,1 1-10 16,1-1-25-16,0 1-45 0,2 0-133 0</inkml:trace>
  <inkml:trace contextRef="#ctx0" brushRef="#br0" timeOffset="10034.62">11292 7492 1406 0,'-11'-10'103'0,"0"2"-39"16,0-2-22-16,4 3-7 0,5 3-5 0,0 2-6 0,2 1-8 0,1 1-9 15,0 1 1-15,1 2 0 0,-1 0 6 0,2 3 7 0,0 2 5 16,0 2 2-16,1 4-2 0,1 5 0 0,0 4-4 0,2 3-6 0,1 5-1 15,1 3 2-15,0 3-2 0,-1 5 3 0,2 2 0 0,1 2-11 16,2 2 2-16,1 0-2 0,0 2 0 0,1 1-6 0,0-1 1 0,1-3-7 16,-1 0 0-16,1-4-9 0,1-4 10 0,-1-2 1 0,-2-4-4 0,2-3 10 15,-2-3-12-15,-4-3 1 0,-1-3 1 0,-4-4 4 0,-3-2 4 16,-2-2 2-16,-1-3 4 0,-1-1 2 0,-3-4-1 0,-2 0 2 0,-1-2-2 16,-1-1-4-16,-1-2-1 0,0-1 1 0,0-3-1 0,1 0 4 0,1-2-1 15,0-1-2-15,0-1 5 0,1-3-5 0,1-1 3 0,0-1 2 16,2-2 1-16,1-2-3 0,2-1 3 0,1 0-4 0,2 0-2 0,1 0 0 15,3-1-15-15,0 4 5 0,2-2 2 0,1 1-5 0,1 0 15 0,2 1-6 16,0-1 0-16,2 2 0 0,2-1 0 0,-1 2-2 0,0-1 0 16,0 0 3-16,0 0 0 0,0 1-1 0,-1 0 2 0,1-1-4 0,0 1 1 15,-1-2 1-15,0 1-1 0,0-2 2 0,-1 0-1 0,0-1 9 16,-1 0-7-16,-3-2 7 0,2-2-2 0,-1 1-1 0,-2-3 3 0,1 0-1 16,-1 1 4-16,0-5-2 0,-1 2 5 0,1-3-7 0,0 0 1 15,-1-1 4-15,1 2-14 0,-1 0 11 0,0 1 1 0,0 3-4 0,-1 2 8 16,0 3-8-16,1 3 1 0,-1 4-1 0,-2 3 5 0,0 2 2 0,0 2 1 15,-2 3 9-15,-1 0 3 0,0 3 4 0,0 0 2 0,0 2-6 16,0 4-2-16,0 2-4 0,0 3-2 0,1 6 0 0,0 2-14 0,1 3 1 16,-1 5 10-16,1 2 5 0,0 4 9 0,-1 2-4 0,1 3-14 0,0 2-3 15,2 1-5-15,1 2 1 0,-2 0 0 0,2-2 0 0,-1-1-5 16,1 0 2-16,1-2-4 0,1-2-1 0,1 0-7 0,-1-4 13 0,4-1-6 16,-1-2-15-16,1-1-27 0,-2-4-67 0,0-3-52 0,0-2-43 0,1-5-37 15,1-2-39-15,0-3-62 0,1-4-62 0,0-4-233 0</inkml:trace>
  <inkml:trace contextRef="#ctx0" brushRef="#br0" timeOffset="10481.66">12144 7491 1201 0,'-11'-8'125'16,"0"2"-55"-16,-1-3-29 0,5 2-8 0,2 0-3 0,2 1-7 16,1 1-4-16,2-1-11 0,0 1 5 0,1 1 1 0,1 1 6 0,1 1 17 15,0 1 2-15,0 1 5 0,2 1 8 0,0 2 0 0,2 1 6 16,2 2-1-16,1 2 0 0,2 1-4 0,1 3-6 0,2 3-4 0,2 3-15 16,2 3-8-16,0 2-7 0,3 1-5 0,1 2-13 0,1 0 10 0,3 1-1 15,1 0-4-15,2 1 15 0,0-2-14 0,1 0 4 0,-1-2-1 16,2-2-2-16,-3-1-2 0,1-2-2 0,-1-3-2 0,0 0-1 0,-2-2-4 15,-1-3-8-15,-1 0-10 0,-2-4-16 0,0-1-27 0,-1-2-25 0,-3-2-36 16,0-3-36-16,-2-4-55 0,-3-2-92 0,0-4-70 0,0-5-192 16</inkml:trace>
  <inkml:trace contextRef="#ctx0" brushRef="#br0" timeOffset="10711.4">12739 6916 1983 0,'-16'-3'671'16,"1"2"-601"-16,-3 2-49 0,8 4-16 0,4 4-3 0,2 3-6 0,1 6 3 15,1 5-13-15,1 4 24 0,-1 7-5 0,-2 3 3 0,0 6 12 0,-1 5-21 16,-3 6 1-16,-1 4-2 0,-1 5-1 0,-1 5 1 0,0 4 2 16,1 5 2-16,-1 6-1 0,0 3 1 0,0 5-2 0,0 0-10 0,0 2-1 15,1 0-14-15,1-2-19 0,0-3-35 0,3-2-39 0,0-3-41 16,4-5-30-16,1-3-12 0,1-4-9 0,3-6 1 0,2-3-5 0,1-7-15 15,2-4-221-15,1-3-48 0</inkml:trace>
  <inkml:trace contextRef="#ctx0" brushRef="#br0" timeOffset="11489.33">13128 7255 1925 0,'-9'-3'164'16,"2"0"-115"-16,-1 0-51 0,4 2-15 0,3 1-10 0,2 1 0 0,1 0 7 15,1 1 4-15,0 0 12 0,0 0 1 0,0 0 5 0,0-1 0 16,0 0-2-16,0 0 5 0,1-1-4 0,1 0 3 0,0 0 0 0,1-1-5 15,1-1 4-15,2 1-2 0,1-1-1 0,2-1 7 0,1 2 3 0,-1-1 3 16,2 1 3-16,2 0-3 0,1 0-6 0,-2 1 1 0,1 2-5 0,-1 1 0 16,-1 1-1-16,-1 1-2 0,-1 1 1 0,-2 1 3 0,-2 1-2 15,-1 1-1-15,-3 0 4 0,-2 2-2 0,-2 1 4 0,-2-1-6 0,-1 1 2 16,-3 1 1-16,-2-1-5 0,-1 3 1 0,-2-1 1 0,0 0 1 16,-1-2 2-16,-2 1 2 0,0-2-2 0,0 1 2 0,1-2 0 0,0-1-1 15,1-1 0-15,1 0 1 0,2-2-4 0,3 0 8 0,0-1-6 16,2-2 1-16,2 0-4 0,1-1-12 0,1 0-4 0,1 0 0 0,3 0 4 15,0 0 6-15,2 0 5 0,2-1 3 0,2 1-3 0,3 0 4 0,1 0 1 16,2 0-5-16,0 0 3 0,2 0-3 0,0 1 1 0,-1 1 1 16,2 1 1-16,0 2-3 0,-1-1 1 0,2 1 3 0,-1 2 1 0,0 1 1 15,-2 0-8-15,-1 1-1 0,-1 1 2 0,-2 1 17 0,-1 1 8 0,-1 1 4 16,-1 1 2-16,-2 0-12 0,-1 0-2 0,-2-1 1 0,-1 2-1 16,-1 1-3-16,-2 0-3 0,-1-1 2 0,-2 1-2 0,-2 0 2 0,-1-1 0 15,-2 2 1-15,-1 0-3 0,-2-1-2 0,-2 2-2 0,-1 0-1 0,-1-1-2 16,-2-1-1-16,0 1-1 0,0-1-4 0,-2-3-3 0,1 1-5 15,0-2-7-15,4-1-10 0,0-2-24 0,3 0-23 0,2-2-32 0,3-2-32 16,1-1-31-16,3-2-33 0,1-2-45 0,3-2-20 0,3-3-37 16,3-6-19-16,3-6-99 0</inkml:trace>
  <inkml:trace contextRef="#ctx0" brushRef="#br0" timeOffset="11661.77">13952 7330 1450 0,'-1'-5'214'0,"1"1"-128"16,0-1-35-16,2 3-3 0,0 0 2 0,1 3-2 0,1 1-2 15,-1 1-15-15,2 1-7 0,0 1-6 0,-1 2 3 0,0 2 4 0,-2 2-1 16,0 2 1-16,-1 3-5 0,-1 3-2 0,-1 2-4 0,-1 4 0 0,-1 3-7 16,-1 4-4-16,-1 4-3 0,-1 2-16 0,0 1 13 0,0 2-4 15,0 0-8-15,0 0-3 0,1 0-32 0,1-3-32 0,0-1-35 0,2-2-43 16,1-1-36-16,2-2-35 0,1-5-15 0,3-2-4 0,0-5 5 16,3-2-63-16,1-4 43 0</inkml:trace>
  <inkml:trace contextRef="#ctx0" brushRef="#br0" timeOffset="11955.82">14348 7213 2488 0,'-13'-2'88'0,"1"0"-52"0,-1 1-28 0,4 2-16 0,7 1 8 0,0 3 0 16,1 1 2-16,3 3 0 0,-1 1-2 0,2 4 4 0,0 2 3 15,1 3 1-15,0 1 0 0,-1 2-2 0,1 1-4 0,1 1-1 0,0 1-4 16,1 1 0-16,1 1-3 0,1 0-6 0,1 2 0 0,1-2-12 15,1-1-10-15,3-2-13 0,0-3-6 0,1-1 13 0,2-2 8 0,2-3 10 16,0-1 6-16,1-3-10 0,1-2 8 0,1-3 6 0,-1-3 6 0,1-2 8 16,0-3 1-16,1-1 4 0,1-2 2 0,0-3-1 0,1 0 4 15,-1-2 3-15,-1 0-12 0,0 0 4 0,-1-1-1 0,0 1 16 0,0 0 11 16,-3 2 6-16,1 1-3 0,-2 2-11 0,-3 1 0 0,-1 2-8 0,-1 2 4 16,-2 2-4-16,-2 3 1 0,-1 1 3 0,-2 4-15 0,-2 2 16 15,-1 3-1-15,-1 4-4 0,-2 5 1 0,-2 5-20 0,-1 2-5 0,-2 5-4 16,-3 1-4-16,-1 2-9 0,-1 4-19 0,-3 0-24 0,0-1-25 15,-1 0-33-15,-2-1-19 0,0-3-24 0,-1 2-26 0,2-3-28 0,-2-4-28 16,1 0-20-16,1-4-146 0,0 3-105 0</inkml:trace>
  <inkml:trace contextRef="#ctx0" brushRef="#br0" timeOffset="20654.52">7891 9370 1 0,'-59'13'24'0,"-8"-1"282"0,-8 0 342 0,31-12-612 0,14-2-14 0,4 0-12 0,2 1-4 0,1 0-2 0,4 0 2 0,1 0-5 16,1 1-2-16,2-1-7 0,3 1-19 0,1 0-30 0,0 0-42 0,0 0-41 16,0 1-31-16,1 0-19 0,-2 4-120 0</inkml:trace>
  <inkml:trace contextRef="#ctx0" brushRef="#br0" timeOffset="21105.53">6804 10003 1486 0,'-18'-4'130'0,"0"0"-34"0,-1 0-20 0,9 1-30 0,6-1-9 0,4 0-12 16,3-3-6-16,2-4-4 0,6-1-1 0,4-3-4 0,6-1-3 0,4-2 0 15,6-3-3-15,2-1-1 0,5-2-1 0,3-2 0 0,1 1-1 16,4-2-1-16,3 0-1 0,0 1-1 0,-1 0 4 0,0-1-4 0,0-1 2 16,1 1 0-16,1-1-11 0,1 1-1 0,-1-3 5 0,2 2 3 0,1-3 8 15,-1 2 6-15,3-2-9 0,-2 2-1 0,0-1 0 0,0 1-3 16,-2 1 2-16,-2 2-2 0,0-2 7 0,-3 1-1 0,-3 1 0 0,-3 0 2 16,-4 3-3-16,-3 0-1 0,-1 1-1 0,-3 3 0 0,-2 0 0 0,-2 1 2 15,-6 4 0-15,0 0-2 0,-2 2-1 0,-3 1 1 0,-2 2-3 16,-2 1 6-16,-3 3-2 0,-3 1-3 0,-2 1 6 0,-2 2-7 0,-2-1 0 15,-2 2-5-15,-3 1-9 0,-2 1-10 0,-4 1-10 0,0 1-11 16,-1 1-15-16,-1 2-31 0,0-1-48 0,-1 1-45 0,0-1-39 0,-1 0-23 16,2-1-23-16,0-1-192 0</inkml:trace>
  <inkml:trace contextRef="#ctx0" brushRef="#br0" timeOffset="21395.58">7961 8924 1427 0,'1'-4'148'0,"1"1"-57"0,3 1-48 16,5 2-21-16,2 0-2 0,5 2 3 0,2 0-3 0,3 0 8 0,4 0-2 16,1 0-5-16,4 0-3 0,1 1-13 0,3 0-2 0,0 1-2 0,0 2-2 15,2-1 5-15,-1 2-4 0,1 2 1 0,0 0-1 0,-2 0-2 16,0 1 2-16,-4-1 1 0,1 0 3 0,-3 1-3 0,-1 0 4 0,-2 0-8 15,0-1 4-15,-3 2 3 0,-3-1 0 0,-1 2 2 0,-3-1 1 0,-2 0-2 16,-4 1-5-16,-1 0 7 0,-3 2-3 0,-4 2 5 0,-2 1 2 16,-2 1 0-16,-5 2-3 0,-3 3-1 0,-3 3-10 0,-6 4-4 0,-4 2-5 15,-3 4-10-15,-6 3-10 0,-3 3-34 0,-5 3-26 0,-3 4-91 16,-5 2-118-16,-2 4-153 0,-6 6-178 0</inkml:trace>
  <inkml:trace contextRef="#ctx0" brushRef="#br0" timeOffset="148019.38">2849 6800 191 0,'-55'58'75'15,"-1"7"-68"-15,-13 17 3 0,10-4 0 0,10-10 1 0,0 1 1 0,4-1-2 16,-1-2 2-16,3 1-5 0,2 2-1 0,-1-2-5 0,5 1-1 16,3 1 2-16,0-1 2 0,3 2 9 0,1 0 1 0,2-2 8 0,1 1 4 15,1-1-1-15,5-1-5 0,0 0-7 0,4 0-5 0,3 1-2 0,1 2 1 16,0 0-3-16,2 1-1 0,1 1-1 0,2 1 3 0,0-1-1 16,1 1 5-16,1 0 0 0,0 0 3 0,2 2 4 0,2 0-7 0,3-3-2 15,1 0-2-15,4-1-3 0,-1-1 4 0,2 0-1 0,2-1 2 16,0-2 5-16,4 1 1 0,0 0 7 0,1-1 8 0,2 1 6 0,-1-1 1 15,5-2-3-15,2 0-3 0,0-1-3 0,2-1 0 0,0 1-3 0,1 1 1 16,1-1-2-16,2-2-1 0,0 1-1 0,1-2-7 0,3-2 0 16,1 0 5-16,3-2-3 0,0 0 2 0,1-1 3 0,1-2-10 0,1 1 1 15,1-2 2-15,2 1-7 0,1-2 2 0,1-2 1 0,2 0 0 0,1-2-4 16,-1 0 5-16,1 1 1 0,2-3-2 0,1-1 9 0,0-3-1 0,1 0 3 16,1-4 4-16,1 0 0 0,1-2 3 0,3-2 1 0,0-1-5 15,2-4 2-15,1-1-3 0,-1-2 2 0,2 0 6 0,1-1 3 0,1-3 5 16,1 1-6-16,0-2-1 0,2-2-6 0,1-2-9 0,-2-1 11 15,2-2-1-15,0-3-1 0,1 1 12 0,0-1-17 0,2-3 2 0,-1 0-9 16,3-3-5-16,-1-2 3 0,0-2-2 0,2-2 3 0,-1-2 2 0,1-3 2 16,1-4-1-16,0-2 11 0,1-4-14 0,0 0 13 0,1-4 3 15,1-4-5-15,1 0 20 0,-1-5-12 0,1 1 2 0,2-3-7 0,-2 0-8 16,2-2-7-16,0 0-6 0,-1-4 4 0,0 0 1 0,-1-2 5 16,0-3-5-16,0 0 1 0,-2-1-4 0,0-3-2 0,-1-1-1 0,-2-1-4 15,-3-1-2-15,0-1 4 0,-3-3 5 0,-2 1 1 0,1-3-4 16,-3 0 2-16,0-2 0 0,-1-3 2 0,-1 1 5 0,-1 0-7 0,-2-1-6 15,-3 0 2-15,-1-2 2 0,-2 0 4 0,-2-2 4 0,-1-2 1 0,-1 0-2 16,-3-4 1-16,2 0 0 0,-3 1-9 0,-2-1-3 0,0 0-1 0,-4 1-2 16,-3 0 12-16,-3 0-5 0,-3 1 7 0,0 1-6 0,-3 0 1 15,-2 0-3-15,-1-2-2 0,-3-1 7 0,-1 2-3 0,-2-1 10 0,-3-1-4 16,-1 1-2-16,-1-1 2 0,-2-1-2 0,-1 2-2 0,-3-2-4 16,-3 2 1-16,-1 0 0 0,-2 0 3 0,-1 1 6 0,-2 0-8 0,-4-1 1 15,-2 1 3-15,-2 1-13 0,-2 2 11 0,-1-1-5 0,0 0-7 0,-4 0 16 16,-1-1-6-16,-1 1 1 0,-3 1 2 0,-2-1 0 0,-1 1 0 15,-2 2-3-15,0-1 3 0,-2 0 2 0,-2 0-2 0,-3 0 3 0,-2-1-3 16,-1 0 1-16,-2 0-1 0,0 0 0 0,-1 3-16 0,-3 0 13 0,-1 0-5 16,-2 0-3-16,-1 2 18 0,-1 1-12 0,-1 1 0 0,0 1 8 15,-1 0 1-15,-3 0-4 0,-1 2 0 0,0 1-10 0,-4 0 6 0,0 0-1 16,-1-1 3-16,-1 3 1 0,-1 0-7 0,0 2 3 0,0 0 2 0,-1 2 2 16,-1 0 1-16,-1 2-8 0,0 3-2 0,-2 0-9 0,-1 2-15 15,-4 2 11-15,-1 0 0 0,0 3 9 0,-4 2 9 0,-1 2-9 0,-1 4-2 16,-1 2 1-16,1 3 12 0,-3 4-2 0,0 3 2 0,-3 3-2 15,0 3-9-15,1 3 3 0,-3 4-6 0,1 2 14 0,-3 4 2 0,0 5-1 16,-1 4-1-16,-1 5-15 0,0 5-6 0,-1 5-3 0,-2 7 0 16,-2 7-5-16,-3 4-24 0,-3 6-19 0,-2 7-32 0,-3 5-39 0,-1 8-28 15,0 7-31-15,0 3-21 0,0 7-45 0,5 0-59 0,3 4-130 0,3 1-49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2:01:23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5785 6205 1722 0,'-2'-8'1'0,"1"-4"3"0,0-1 4 0,0-3-1 0,3 8-2 0,0 2-2 0,1 1-5 0,1 2 1 0,-1 1 4 0,1 0-3 0,0 1 0 0,-1 1-6 15,0 1 1-15,0 0-9 0,-2 1-3 0,-1-1-2 0,-1 1-4 0,-4 0 3 16,-1 0 7-16,-4 0 6 0,-2 1 6 0,-3-1 2 0,-3 0-1 16,-3-1 2-16,-2-2-1 0,-1-1 4 0,-1-2 4 0,0-2 2 0,-1-1 10 15,0-3-1-15,-1-1-1 0,1-1 2 0,0 0-4 0,-1 0-1 0,1-2 4 16,-1-2-4-16,0 0 0 0,-3 0 5 0,1 1-2 0,-4 2 2 16,-1 0 2-16,-2 3-9 0,0 1-2 0,-2 1-5 0,-2 3-3 0,2 1 2 15,-4 3 1-15,1 1 3 0,1 3-1 0,-3 1 0 0,-2 3-7 16,0 1-2-16,-1 4-1 0,-1 1 1 0,-1 2 0 0,0 4 0 15,0 0-1-15,0 2 1 0,0 0 1 0,3 1-2 0,0 0 6 0,1 1-1 0,0 0 1 16,4 1 0-16,0-1-9 0,2 2 3 0,3-2-2 0,1 1 4 16,4-1 3-16,-1-3-8 0,3 1 0 0,0 1-3 0,2-1 1 0,2 2 9 15,3 0-1-15,0-1 0 0,2 1 1 0,1 0-4 0,2 1-1 16,0 1 2-16,1 0 0 0,1 3 5 0,3 1-4 0,-1 1-1 0,3-1-1 16,0 2-1-16,1-2 5 0,1 1 0 0,3-1-5 0,1 2 7 0,3-1-5 15,0 1 0-15,3-3-2 0,2 0-3 0,1 0 2 0,1-3 0 0,2 1 3 16,1-1-1-16,4-2 2 0,0 0 2 0,5-3 0 0,2-1 4 15,1-2 2-15,3-3 0 0,3-2 10 0,3 0 1 0,3-3 3 0,4-2 4 16,1-2-2-16,2-3 2 0,4-1-1 0,2-3 4 0,3 0-8 16,2-2 1-16,3-1 1 0,1 0-6 0,4 0 0 0,0 1-7 0,0-1-7 15,2 1 2-15,-1 1-3 0,1 0 3 0,-1 1-1 0,1 1-8 0,-2 0 3 16,1 1-5-16,0 0-1 0,-1 0 8 0,2 0-7 0,-2 0 5 16,-1 1 2-16,0-1-2 0,-2 0 0 0,0 0-3 0,0-1 0 0,-4 0 3 15,1 1-2-15,-3-2 4 0,-2 0-4 0,3-1 4 0,-4-1-1 0,0-1 7 16,-2-2-2-16,-2-2 0 0,-1-2 3 0,-1-3 2 0,-2-1-1 15,0-3 2-15,-2-2-5 0,-1-1-4 0,-2-4 3 0,-2 0 5 0,-1-1 7 16,-5-2 1-16,-1 0-1 0,-3-2-5 0,-4 0 1 0,-2-2 1 0,-3 2-4 16,-3-1 2-16,-3 1 0 0,-3-2-6 0,-2 1 5 0,-3-2 0 15,-5 2-2-15,-2 0 4 0,-4 3-3 0,-4-2-4 0,-3 4-1 0,-3-1-12 16,-5 2 1-16,-2 1-3 0,-6 0-2 0,-4 3 14 0,-4 0 4 16,-4 3 0-16,-3 2 1 0,-3 0-2 0,-1 1-6 0,-2 1-1 0,-2 0 3 15,-1 3-3-15,1-1-3 0,1 1 6 0,3 1-3 0,2 1 2 0,-1 1 8 16,3 1-9-16,-1 0 4 0,2 2-2 0,1 1-6 0,2 3 1 15,2-1-20-15,-2 3-28 0,1 1-47 0,3 1-52 0,-1 2-44 0,3 1-36 16,1 1-32-16,-1 1-57 0,1 4-41 0,0 2-242 0</inkml:trace>
  <inkml:trace contextRef="#ctx0" brushRef="#br0" timeOffset="567.12">4257 8233 875 0,'1'0'317'0,"2"2"-170"0,3-1-25 0,2-1-33 0,2-1-11 16,4-2-6-16,0-1 1 0,4-2-4 0,2-3-7 0,1 0-13 0,4-3-19 15,3-1-10-15,4-1-5 0,2-1-1 0,5-2-6 0,2-1 1 0,2-2-3 16,5 0-11-16,1-2 5 0,2-1 3 0,1-1 0 0,3-2 4 15,1-1-5-15,2-2-4 0,1 0 2 0,0-1 0 0,1 2 2 0,0 0-2 16,0 2-2-16,0-1 2 0,-2 0-1 0,0 2-8 0,0 1 1 16,-2 1-5-16,1 1 9 0,0 1 9 0,-1 1 1 0,2 2 3 0,0 0-8 15,0 2 3-15,0 3-2 0,0 1 2 0,-2 2-3 0,3 3 1 0,-1 2-1 16,2 2 5-16,0 3-2 0,0 0 0 0,2 4-1 0,0 2-3 16,0 2-3-16,1 4 6 0,-3 1-4 0,2 1 7 0,0 3-1 0,3 1-8 15,0 2 1-15,-2 3-7 0,2 1 15 0,-1 3 7 0,-2 3 2 0,1 2-2 16,-4 2-14-16,-2 2-1 0,-2 2-1 0,-1 4 2 0,-3 0-2 15,-1 2 2-15,-3 0-2 0,-3 1 3 0,-1 1-2 0,-1 1-5 0,-2 1 3 16,-3-1 5-16,-2 0 8 0,-5 0 1 0,0 0 0 0,-3-1-7 16,-2 0-2-16,-2 0 4 0,-4 0-1 0,-2-3 0 0,-2-3 5 0,-3 0 6 15,-3-2 2-15,-3-1 7 0,-4 0-4 0,-2-3 1 0,-5 1 4 0,-2-3 14 16,-4 0 9-16,-5-1 4 0,-5-1-5 0,-3 1-15 0,-6-2-2 16,-3 1-5-16,-7 1 1 0,-2-1-9 0,-7-1-3 0,-3-2-1 0,-3-2-6 15,-4-3 2-15,-1-1 2 0,-2-3-3 0,-1-4 7 0,-2-1-1 0,0-2-1 16,-1-3 4-16,-3-3 1 0,0-2 0 0,-2-4-5 0,-1-2-2 15,2-3-4-15,-1-3 1 0,0-3 0 0,0-1 6 0,-2-5-3 0,0-2-3 16,4-4 2-16,-2-4-6 0,1-5-1 0,2-5-1 0,0-2-2 0,2-3 0 16,4-4-2-16,1 0-16 0,2-4 8 0,1-3 2 0,3-1 1 15,2-2 17-15,3-1-2 0,2 1-6 0,0-3-4 0,3 1-6 0,2 0-22 16,1-1-19-16,3 3-32 0,3 0-18 0,1-1-29 0,3 1-23 16,2 0-17-16,3-2-42 0,-1 1-57 0,3-1-71 0,0-1-63 0,0 1-245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ABED-41E9-2F81-6AEE-5F5E252B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EEEB0-7328-5EB6-D529-36CAD47CE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07C-264A-45D1-E09D-482F3080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9D0D-E8BE-2686-7107-EB5AB597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F902B-DE7D-E292-6BAD-F6868A71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7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1CBA-9AF4-35E2-E1CD-2C628FFA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6F86-B04F-CADA-0DE2-8C07CBBF5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56B5-31F0-17CA-7B57-03F13D52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D8AB7-8F8A-D288-9441-613EE4C7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2CBA-5852-382B-8F64-945046AF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010C-A3B9-CBCA-4CEE-B1641037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E56DD-5313-1E9D-D57B-137EE4547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C6D6-98BE-E04E-0251-F3D00B0A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F491-D040-3931-894E-548CE013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437F7-6574-7963-B950-264F504C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1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BE81-22E6-D7B7-C3A2-F2B0A21B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06AC-06FB-7068-1A4D-4BDA978E4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BED14-3E75-B7FB-4CB0-D4C9D7591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17757-38DF-B8AF-530D-BC84BC4A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1C190-1A92-B94E-4E24-7647F09D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C5674-17FA-3DE3-64AF-CDCEA547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2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85E6-E14F-52D7-A819-D440440F5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C954F-E3E7-FE07-4959-D40ADA0BC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DD6AE-159A-F5CD-385A-47EBD1D1A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41A00-924D-AF33-30AD-4E2888440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DF3C5-68A5-37D9-AB83-FB2C69B34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3924A-5C4E-4530-70AC-44A69441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ACC51-C820-4CE3-08AE-17B089A7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9829C-E686-150D-C10D-6F1587DD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8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0EE7-F39C-75E2-5019-5F1C1080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D7172-19C9-6872-3A59-2C4924C0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1D217-D2DE-D8CC-D153-004F7E121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2D85-5856-E003-4922-80529A5A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4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D391E-C5DB-134F-4280-352EB6DD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B06ED-75DA-FE83-1608-EC4EB433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344DF-7020-04B9-9926-E98941B3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6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87AC-5A45-2E20-B0FC-8DEC3417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A32B-1920-F46A-AA30-C3D677E5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26519-5D0C-B8BD-0378-623C657AC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4A37C-8416-B91F-30AF-393F3338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3F862-7D20-C487-9F75-E13B277B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2BA61-E5FC-31AF-7977-9750833C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8FB6-8B6D-2A8A-0634-FA3F1340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CF376-7CB2-4069-9214-935A677FA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4E27B-DA90-B263-300C-175301C8D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019A9-15F2-361E-C99F-49AF14CC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5DCE5-09BE-9D48-F0C8-4D56C780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7521B-152C-39B9-4ED3-66260B95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3951-C0E6-1E01-12AF-8870652A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17474-1396-E6C8-EFF1-80F597E0B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698AB-9836-DEEB-9F70-6D08845E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81EEF-8F09-5260-9E23-B8AB37B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1521-ADD7-D140-E188-D6787667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1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6AEAD-D7BF-FBC4-B085-385F257BB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39562-DED3-9046-918D-5B6329D8B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762D-707E-FB0C-2D58-837BFCF0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7EA1C-DDE9-E95D-6A2B-0A1A62B6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89A38-33AC-6EF9-D421-27576F13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4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8DB76-AF28-ACF6-54EB-9FD71144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A2715-D0C7-9F8D-6A5E-BEBB8CFE7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B9767-2E61-564E-4B16-B4C18AA5C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0E1BA-00D4-429C-90AC-78DFFA69406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B12DA-784C-B649-BCD7-30E0C61CF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053F-5B4A-AE47-D6FF-B3C369D36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47D56-75F5-4091-A39C-35FC4E1C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1B3B-B95E-DCD0-6E55-329B5F2D6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6B855-1817-968B-1CF6-9BA0D5ED7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6552"/>
            <a:ext cx="9144000" cy="491247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83584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1EFA-E817-F2AE-D36A-0F8CF2F4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8591-8842-B4EC-9B3B-A23BB9BE7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natijalari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final</a:t>
            </a:r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+ Vs code</a:t>
            </a:r>
          </a:p>
          <a:p>
            <a:r>
              <a:rPr lang="en-US" dirty="0"/>
              <a:t>Data Preprocessing(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C8F8DF-2BB4-F840-A1B5-877353181582}"/>
                  </a:ext>
                </a:extLst>
              </p14:cNvPr>
              <p14:cNvContentPartPr/>
              <p14:nvPr/>
            </p14:nvContentPartPr>
            <p14:xfrm>
              <a:off x="909360" y="1647720"/>
              <a:ext cx="4571640" cy="2445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C8F8DF-2BB4-F840-A1B5-8773531815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0" y="1638360"/>
                <a:ext cx="4590360" cy="246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40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natijalari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2712-D70A-11D0-0227-DF9BDD0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natijalari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6DD41-0EB5-0048-6008-45D26C822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Vazifalar</a:t>
            </a:r>
            <a:r>
              <a:rPr lang="en-US" dirty="0"/>
              <a:t>: 11*5=55</a:t>
            </a:r>
          </a:p>
          <a:p>
            <a:r>
              <a:rPr lang="en-US" dirty="0" err="1"/>
              <a:t>Oraliq</a:t>
            </a:r>
            <a:r>
              <a:rPr lang="en-US" dirty="0"/>
              <a:t>:  20</a:t>
            </a:r>
          </a:p>
          <a:p>
            <a:r>
              <a:rPr lang="en-US" dirty="0" err="1"/>
              <a:t>Yakuniy</a:t>
            </a:r>
            <a:r>
              <a:rPr lang="en-US" dirty="0"/>
              <a:t>: 50</a:t>
            </a:r>
          </a:p>
          <a:p>
            <a:r>
              <a:rPr lang="en-US" dirty="0"/>
              <a:t>Jami: 125</a:t>
            </a:r>
          </a:p>
          <a:p>
            <a:r>
              <a:rPr lang="en-US" dirty="0" err="1"/>
              <a:t>O’tish</a:t>
            </a:r>
            <a:r>
              <a:rPr lang="en-US" dirty="0"/>
              <a:t> </a:t>
            </a:r>
            <a:r>
              <a:rPr lang="en-US" dirty="0" err="1"/>
              <a:t>bali</a:t>
            </a:r>
            <a:r>
              <a:rPr lang="en-US" dirty="0"/>
              <a:t>: 87.5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2A9DB8-A954-9DD4-0BC3-23B7AD58FF30}"/>
                  </a:ext>
                </a:extLst>
              </p14:cNvPr>
              <p14:cNvContentPartPr/>
              <p14:nvPr/>
            </p14:nvContentPartPr>
            <p14:xfrm>
              <a:off x="699840" y="1522800"/>
              <a:ext cx="3372120" cy="283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2A9DB8-A954-9DD4-0BC3-23B7AD58FF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0480" y="1513440"/>
                <a:ext cx="3390840" cy="285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19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522A-DE6F-021A-D907-FCC4E551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50E1-36DE-B7A2-1015-1F6F447E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DE94-D861-EE3A-7D5C-2D90EACD6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bo’lmagan</a:t>
            </a:r>
            <a:r>
              <a:rPr lang="en-US" dirty="0"/>
              <a:t> </a:t>
            </a:r>
            <a:r>
              <a:rPr lang="en-US" dirty="0" err="1"/>
              <a:t>kunlari</a:t>
            </a:r>
            <a:r>
              <a:rPr lang="en-US" dirty="0"/>
              <a:t> discussion</a:t>
            </a:r>
          </a:p>
          <a:p>
            <a:r>
              <a:rPr lang="en-US" dirty="0"/>
              <a:t>Team Project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734FF0-939B-3692-54FE-C218BAF909A0}"/>
                  </a:ext>
                </a:extLst>
              </p14:cNvPr>
              <p14:cNvContentPartPr/>
              <p14:nvPr/>
            </p14:nvContentPartPr>
            <p14:xfrm>
              <a:off x="1075680" y="1535040"/>
              <a:ext cx="5649120" cy="141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734FF0-939B-3692-54FE-C218BAF90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320" y="1525680"/>
                <a:ext cx="5667840" cy="143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327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7F80-99F2-F1E1-10AD-2435406F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91E8-114A-F5CD-7EDB-7CC9921C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822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E025-5AAB-DCC8-239D-C7288863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BDAE1-E15A-55D9-86CE-68239CFC6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</a:t>
            </a:r>
          </a:p>
          <a:p>
            <a:pPr lvl="1"/>
            <a:r>
              <a:rPr lang="en-US" dirty="0" err="1"/>
              <a:t>Tushib</a:t>
            </a:r>
            <a:r>
              <a:rPr lang="en-US" dirty="0"/>
              <a:t> </a:t>
            </a:r>
            <a:r>
              <a:rPr lang="en-US" dirty="0" err="1"/>
              <a:t>qoldirilgan</a:t>
            </a:r>
            <a:r>
              <a:rPr lang="en-US" dirty="0"/>
              <a:t> </a:t>
            </a:r>
            <a:r>
              <a:rPr lang="en-US" dirty="0" err="1"/>
              <a:t>qiymatlar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(5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usulda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Missing values</a:t>
            </a:r>
          </a:p>
          <a:p>
            <a:pPr lvl="2"/>
            <a:r>
              <a:rPr lang="en-US" dirty="0"/>
              <a:t>Unknown elements</a:t>
            </a:r>
          </a:p>
          <a:p>
            <a:pPr lvl="2"/>
            <a:r>
              <a:rPr lang="en-US" dirty="0"/>
              <a:t>Duplicated elements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2DF44C-7438-AC91-8B96-BE76EE481BDE}"/>
                  </a:ext>
                </a:extLst>
              </p14:cNvPr>
              <p14:cNvContentPartPr/>
              <p14:nvPr/>
            </p14:nvContentPartPr>
            <p14:xfrm>
              <a:off x="1714680" y="1794600"/>
              <a:ext cx="10327680" cy="4319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2DF44C-7438-AC91-8B96-BE76EE481B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5320" y="1785240"/>
                <a:ext cx="10346400" cy="433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44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6E2A-536F-487A-5FCB-6FC4E4EA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C09E-9A4A-F0BD-BB88-A030D839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Github</a:t>
            </a:r>
            <a:r>
              <a:rPr lang="en-US" b="1" dirty="0"/>
              <a:t>+ Vs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405AAD-3F8C-1FC4-B2AC-84C3304341C6}"/>
                  </a:ext>
                </a:extLst>
              </p14:cNvPr>
              <p14:cNvContentPartPr/>
              <p14:nvPr/>
            </p14:nvContentPartPr>
            <p14:xfrm>
              <a:off x="4068720" y="2798280"/>
              <a:ext cx="4322520" cy="1383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405AAD-3F8C-1FC4-B2AC-84C3304341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9360" y="2788920"/>
                <a:ext cx="4341240" cy="14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881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7954-084A-FF88-6432-67B47543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F68D-7252-F2FB-0B3C-8B4F6AF2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83810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8270-2E3D-9727-8AEA-F3A44F49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D9B9-1E03-5438-0460-28486B38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</a:t>
            </a:r>
            <a:r>
              <a:rPr lang="en-US" dirty="0" err="1"/>
              <a:t>Preprocessing:Unknown</a:t>
            </a:r>
            <a:r>
              <a:rPr lang="en-US" dirty="0"/>
              <a:t> </a:t>
            </a:r>
            <a:r>
              <a:rPr lang="en-US" dirty="0" err="1"/>
              <a:t>elementlar</a:t>
            </a:r>
            <a:r>
              <a:rPr lang="en-US" dirty="0"/>
              <a:t> bn </a:t>
            </a:r>
            <a:r>
              <a:rPr lang="en-US" dirty="0" err="1"/>
              <a:t>ishlash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DE158-F229-882A-7167-227D4508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Sign</a:t>
            </a:r>
          </a:p>
          <a:p>
            <a:pPr marL="514350" indent="-514350">
              <a:buAutoNum type="arabicPeriod"/>
            </a:pPr>
            <a:r>
              <a:rPr lang="en-US" dirty="0"/>
              <a:t>Text</a:t>
            </a:r>
          </a:p>
          <a:p>
            <a:pPr marL="514350" indent="-514350">
              <a:buAutoNum type="arabicPeriod"/>
            </a:pPr>
            <a:r>
              <a:rPr lang="en-US" dirty="0"/>
              <a:t>Mixed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872084-63AA-915F-94E0-D3FBF0A0B727}"/>
                  </a:ext>
                </a:extLst>
              </p14:cNvPr>
              <p14:cNvContentPartPr/>
              <p14:nvPr/>
            </p14:nvContentPartPr>
            <p14:xfrm>
              <a:off x="679320" y="1989000"/>
              <a:ext cx="4714200" cy="2373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872084-63AA-915F-94E0-D3FBF0A0B7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960" y="1979640"/>
                <a:ext cx="4732920" cy="239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54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F78D-76B8-DD78-65A8-5C33770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E0E3-050E-C6E0-800B-6C3E6B8A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</a:t>
            </a:r>
            <a:r>
              <a:rPr lang="en-US" dirty="0" err="1"/>
              <a:t>Preprocessing:Duplicated</a:t>
            </a:r>
            <a:r>
              <a:rPr lang="en-US" dirty="0"/>
              <a:t> </a:t>
            </a:r>
            <a:r>
              <a:rPr lang="en-US" dirty="0" err="1"/>
              <a:t>qiymatlar</a:t>
            </a:r>
            <a:r>
              <a:rPr lang="en-US" dirty="0"/>
              <a:t> bn </a:t>
            </a:r>
            <a:r>
              <a:rPr lang="en-US" dirty="0" err="1"/>
              <a:t>ishlash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A70D-00BC-4A03-8178-7784A3266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Rows</a:t>
            </a:r>
          </a:p>
          <a:p>
            <a:pPr marL="514350" indent="-514350">
              <a:buAutoNum type="arabicPeriod"/>
            </a:pPr>
            <a:r>
              <a:rPr lang="en-US" dirty="0"/>
              <a:t>Columns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C6A6C6-BB11-0878-5EC3-43620AADA7DE}"/>
                  </a:ext>
                </a:extLst>
              </p14:cNvPr>
              <p14:cNvContentPartPr/>
              <p14:nvPr/>
            </p14:nvContentPartPr>
            <p14:xfrm>
              <a:off x="1350360" y="2135880"/>
              <a:ext cx="1563480" cy="123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C6A6C6-BB11-0878-5EC3-43620AADA7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1000" y="2126520"/>
                <a:ext cx="1582200" cy="12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803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D4E6-BCAF-5AB8-A310-338F9A53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DA53-6F28-DA1B-948A-0E0C01708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Kaggle/</a:t>
            </a:r>
            <a:r>
              <a:rPr lang="en-US" dirty="0" err="1"/>
              <a:t>Githubda</a:t>
            </a:r>
            <a:r>
              <a:rPr lang="en-US" dirty="0"/>
              <a:t> dataset </a:t>
            </a:r>
            <a:r>
              <a:rPr lang="en-US" dirty="0" err="1"/>
              <a:t>oling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DP </a:t>
            </a:r>
            <a:r>
              <a:rPr lang="en-US" dirty="0" err="1"/>
              <a:t>ni</a:t>
            </a:r>
            <a:r>
              <a:rPr lang="en-US" dirty="0"/>
              <a:t> 3 ta </a:t>
            </a:r>
            <a:r>
              <a:rPr lang="en-US" dirty="0" err="1"/>
              <a:t>qismini</a:t>
            </a:r>
            <a:r>
              <a:rPr lang="en-US" dirty="0"/>
              <a:t> </a:t>
            </a:r>
            <a:r>
              <a:rPr lang="en-US" dirty="0" err="1"/>
              <a:t>toldiring</a:t>
            </a:r>
            <a:endParaRPr lang="en-US" dirty="0"/>
          </a:p>
          <a:p>
            <a:r>
              <a:rPr lang="en-US" dirty="0" err="1"/>
              <a:t>O’tilganlarni</a:t>
            </a:r>
            <a:r>
              <a:rPr lang="en-US" dirty="0"/>
              <a:t> </a:t>
            </a:r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Vis code+ </a:t>
            </a:r>
            <a:r>
              <a:rPr lang="en-US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91128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115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7-dars</vt:lpstr>
      <vt:lpstr>Bugun</vt:lpstr>
      <vt:lpstr>Imtixon natijalari </vt:lpstr>
      <vt:lpstr>Imtixon natijalari</vt:lpstr>
      <vt:lpstr>Bundan keyin…</vt:lpstr>
      <vt:lpstr>Takrorlash</vt:lpstr>
      <vt:lpstr>Takrorlash</vt:lpstr>
      <vt:lpstr>Github+ Vs code</vt:lpstr>
      <vt:lpstr>Data Preprocessing</vt:lpstr>
      <vt:lpstr>Data Preprocessing:Unknown elementlar bn ishlash </vt:lpstr>
      <vt:lpstr>Data Preprocessing:Duplicated qiymatlar bn ishlash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3</cp:revision>
  <dcterms:created xsi:type="dcterms:W3CDTF">2025-04-17T09:47:57Z</dcterms:created>
  <dcterms:modified xsi:type="dcterms:W3CDTF">2025-06-28T12:45:47Z</dcterms:modified>
</cp:coreProperties>
</file>