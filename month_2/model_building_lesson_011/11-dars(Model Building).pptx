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9" r:id="rId7"/>
    <p:sldId id="271" r:id="rId8"/>
    <p:sldId id="270" r:id="rId9"/>
    <p:sldId id="265" r:id="rId10"/>
    <p:sldId id="263" r:id="rId11"/>
    <p:sldId id="264" r:id="rId12"/>
    <p:sldId id="266" r:id="rId13"/>
    <p:sldId id="267" r:id="rId14"/>
    <p:sldId id="268" r:id="rId15"/>
    <p:sldId id="272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9T10:05:58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4501 6513 722 0,'10'-3'43'0,"3"1"-24"0,5-1-8 0,0 0-3 0,2-1 4 15,3-1 5-15,2-1 4 0,3-1-1 0,2 0-10 0,1 0-4 16,1 0-11-16,4 1 0 0,1-1-5 0,3 2-1 0,3-1-1 0,0 0 3 16,3-1 4-16,2 0-2 0,2-1 7 0,1-1-3 0,4 0 0 0,-1 0-3 15,2 1 1-15,0 0-1 0,-1-1 2 0,3 0 1 0,0 1-1 16,1 0 5-16,1 1-1 0,0 1 5 0,1-2 4 0,2 0-2 0,-1-1 7 16,1 1 5-16,1-1 5 0,0-1 6 0,1 3 0 0,0-2-4 15,1 1-3-15,-1 0-5 0,1 0-4 0,1-1 0 0,-2 0-2 0,1-1-1 16,-2 0 2-16,-1-2-3 0,0 0-3 0,-1 0-1 0,1-1 0 0,-3 0-1 15,1-1 0-15,0-1 1 0,-2-1-3 0,0 1 3 0,-1-3-2 0,-1-2 0 16,-3 0 1-16,2-1 3 0,-3-1-3 0,0 3 2 0,-1-3 0 16,-2 2 3-16,1-1 1 0,-2-1 4 0,0-2 1 0,-2 1 2 0,-2-2 2 15,-1 2-2-15,-2-2 2 0,-1 2 5 0,-1-1 0 0,-3 0 7 16,-3 0 3-16,-2-2-2 0,-4 1 4 0,-1 0 0 0,-2-2-2 0,-4 2-3 16,-2-2-1-16,-3 2-2 0,-4-1-1 0,-4-2-1 0,-1-1-4 0,-4-2-2 15,-3 2-3-15,-4 0-5 0,-3 2-3 0,-3-2 1 0,-6 1-4 16,-4-1-2-16,-5 2 0 0,-4-1-5 0,-4 2 10 0,-5 0-2 0,-4-2 0 15,-5 3 1-15,-5-1-6 0,-4 1 2 0,-1-1-1 0,-4 1 3 0,-2 1 2 16,-2 0 1-16,-1 2 3 0,-2-1-1 0,-2-1 6 0,0 2-3 16,-2-2-2-16,0 1 3 0,1 2-9 0,-2-1 0 0,-2 3-1 0,0 0-2 15,-1 1-3-15,0 2 2 0,-3 2 0 0,-1 0-2 0,-1 1 2 16,-4 2 3-16,-1 2-6 0,-2 2 1 0,-3 1 3 0,-2 3-2 0,-1 1 0 16,-3 3 0-16,-2 2-5 0,-2 3-1 0,-3 1-2 0,-2 2-2 0,1 3-2 15,-3 1 2-15,2 1 1 0,0 1 4 0,-1 2 6 0,5 1-2 16,2 0 2-16,0 1-2 0,7 1-3 0,1 2 0 0,4-1 1 0,5 1 1 15,2-1 0-15,2 1-2 0,4 0-3 0,1-1-6 0,3 3-3 0,2 2-1 16,2-1 0-16,3 3 1 0,2 1-1 0,2 1-4 0,2 2 2 16,4 3 12-16,1 0-1 0,5 1 12 0,1 3-1 0,2-1-8 0,2 2 5 15,3 1-2-15,5 1 0 0,1 2-2 0,5 1-3 0,1 1 2 0,6 1 1 16,1 2-2-16,3 3-6 0,3 1 4 0,5 0-2 0,2-2 2 16,5-1-3-16,3-2-28 0,5 0-36 0,5-3-53 0,5-3-58 0,6-2-79 15,4-5-92-15,6-4-203 0</inkml:trace>
  <inkml:trace contextRef="#ctx0" brushRef="#br0" timeOffset="41252.51">5236 8044 832 0,'-14'0'18'0,"1"0"-59"0,-2 0-11 0,5 1 14 16,4 1 24-16,2 0 13 0,1 0-3 0,1 1-11 0,2 0-17 15,0 0-6-15,3 1 1 0,2 1 8 0,2 0 12 0,1 1 7 0,4 0 5 16,1-1 4-16,4 0 0 0,1 0 3 0,2-1 2 0,-2-2 4 0,3 0 9 15,2-1 8-15,0 0 9 0,4 0-1 0,1-1 10 0,2 0 2 16,2-1 6-16,3 1 4 0,0-1 0 0,3 0-3 0,2 0 4 0,3 0 1 16,0 0-5-16,3 0-4 0,3 1-10 0,-1 0-4 0,4 0-5 15,1 1-1-15,1-1-4 0,4 1-6 0,1 0-4 0,0 1-6 0,4 0-3 16,-1 1 0-16,2 0 1 0,4 0-2 0,0 0 2 0,3 1 1 0,2 0-2 16,1-1-1-16,1-1 0 0,3 0-1 0,2-1 4 0,2 0-1 15,2 1-1-15,0-1-2 0,1 0 2 0,1 0-6 0,2 0 1 0,-2 0-2 16,2-1 0-16,0 1 4 0,1-1 0 0,1 0-3 0,1 0-6 0,-2 0 0 15,1 0 2-15,0-1-1 0,1 1 5 0,-1-2 1 0,3 2-2 16,-3-1 2-16,2 1 3 0,-2 0-2 0,1-1 3 0,-2 2-4 0,3-2-1 16,0 1 2-16,0 0 0 0,1 0-2 0,0-1 0 0,1 0 0 0,0 0-3 15,-1-1 3-15,3 1 1 0,-3-1-1 0,2-1-3 0,-2 1 3 16,1 1-7-16,-2 0 2 0,0 1 0 0,-2 0-7 0,-2 1-2 0,-1 2-4 16,0-1-7-16,-2 2-4 0,-1 0-13 0,0 0-26 0,-2 1-37 15,-1 1-42-15,-1 1-39 0,-2 0-7 0,2-1 12 0,0 1-80 0</inkml:trace>
  <inkml:trace contextRef="#ctx0" brushRef="#br0" timeOffset="58037.87">4686 8877 165 0,'1'-1'129'15,"1"0"-101"-15,0 0-6 0,1 1-5 0,0 0 0 0,1 0 0 16,0 0-3-16,1-1-7 0,0 1 0 0,1 0-4 0,0 0 2 0,2 0-3 15,0 0-2-15,1 0-3 0,1 0-7 0,1 1 1 0,0-1-2 16,-2 1 0-16,1-1 2 0,-1 1 3 0,0-1 3 0,-1 2 2 0,1 0 2 16,-1-1-1-16,-1 2 5 0,1-1 3 0,1 1 6 0,0 1 5 0,-1 0 3 15,1 0 2-15,0 0-2 0,-1 1-2 0,1 0 1 0,1-1-2 16,1 1 0-16,0 0-2 0,2 0-3 0,0 0 2 0,0 0 0 0,2-1 1 16,2 1-1-16,0-2-1 0,2 0 0 0,2-1 0 0,1 0-3 0,0 0 0 15,2-1-2-15,0-1 0 0,5-1-2 0,0 0 5 0,1-3 6 16,-1 1 3-16,-1-1 3 0,-3 1-7 0,1 0-4 0,0 1-5 0,2-1-3 15,2-1 0-15,2 0-2 0,1-2-6 0,2-1 0 0,1-1-6 16,3 0-3-16,1-1 5 0,0-1 2 0,2 2 5 0,-1-2 2 0,1-1 0 16,2-2-2-16,-3 0-1 0,0 0 2 0,1-1 0 0,-2-1-2 0,2-1 2 15,-1 1-4-15,-1 0-1 0,-1-2 2 0,1 1 1 0,-2 0 4 16,0-2-1-16,-1 1 0 0,0-2 0 0,-2 1 4 0,-1-1 3 0,-1 0 5 16,-1-1 7-16,-2 0 1 0,-1-1 3 0,-1 0 2 0,-2 0-3 0,2 1 2 15,-3-1-4-15,2-1 3 0,-2-1-5 0,-1 2-3 0,-2-3-2 16,-2 3-3-16,-1-2-3 0,0 0 0 0,-2 2 5 0,0-2-4 0,-2-2 8 15,-2 1-4-15,-2-2-6 0,-1-1 2 0,-1-1-1 0,-2 0-1 16,-3-1 4-16,-3 0-3 0,-1-1 0 0,-1-1 4 0,-2-2-3 0,-2 1 2 16,-1-1 0-16,-3 3-4 0,0-1 13 0,-2 2 3 0,-3-2 5 0,-2 1-1 15,-3-1-16-15,1 3 1 0,-2 1-1 0,-1 2-7 0,0 2 4 16,-1-1-10-16,0 1-10 0,-3 0 4 0,-3 1-5 0,0 2-1 0,-2 0 8 16,-1 1-1-16,-1 2 5 0,-2 0 5 0,-2 0-5 0,-1 1 2 0,0 1-1 15,-2 0 2-15,1 0-1 0,-1 0 1 0,-3 2 2 0,1-1 4 16,-1 2 2-16,-2 1-1 0,0 1-4 0,-1 2-4 0,-2 0 2 0,-1 2-1 15,-2 0 1-15,1 2 0 0,0 1-3 0,0 2 1 0,0 0-4 16,1 3 5-16,-1 2 2 0,1 3-1 0,-1 1 1 0,0 2-3 0,1 2-4 16,1 1 2-16,2 4-2 0,1 1 0 0,2 1 1 0,3 2-1 0,2 0 1 15,4 0-1-15,0 2 2 0,3 1 1 0,-1 2-4 0,2 2 5 16,1 3-6-16,3 1 4 0,-3 2-5 0,2 3 5 0,0 2 5 0,2 1-5 16,0 2 9-16,0 3-8 0,1-1-1 0,1 3 2 0,2-1-3 0,3 2-1 15,1-4-1-15,0-2-2 0,3-1 4 0,2-1-2 0,1-1 2 16,3-3-9-16,2-2-5 0,2-2 1 0,2-3-18 0,2 0-9 0,3-2-30 15,1-1-38-15,3-2-28 0,1-1-42 0,2-2-24 0,4-2-20 16,1 0-19-16,4 1-26 0</inkml:trace>
  <inkml:trace contextRef="#ctx0" brushRef="#br0" timeOffset="60887.87">5849 8568 1367 0,'-13'-11'40'0,"0"0"5"0,-3-2-15 0,5 3-12 0,4 3-8 0,0-1-2 15,0 0-3-15,0 0-3 0,0 0-6 0,-1 0-17 0,0 1-14 16,-2 1-16-16,-1 2-10 0,-1 1-6 0,0 2 8 0,-1 0 11 0,-3 2 12 16,-2 0 14-16,-1 1 6 0,-4 2 10 0,-2 1 13 0,-2 3 6 0,-3 1 8 15,-1 2 3-15,-5 2-1 0,1 0 6 0,-2 3 0 0,-2 0 4 16,2 1 2-16,-3-3 0 0,-1 2 0 0,0-1-5 0,1 1 2 0,-2-1-3 16,2 2-2-16,-1-1 3 0,-1 0 5 0,4 0 0 0,-2 1 4 0,3 0-2 15,0-1-7-15,-1 0 2 0,1 1-4 0,1 1 1 0,1-2-4 16,2-1-9-16,0 0-4 0,1 0-4 0,0-1 6 0,2 2 4 0,1 1-3 15,1 0-4-15,-2-2 25 0,1 1 10 0,-2 1 3 0,1 1 2 16,-2 0-31-16,1 3-14 0,2 2 1 0,2-2-7 0,3 3-2 0,1-1-1 16,4 2-2-16,0 0 1 0,1 0-2 0,3 1 2 0,-1 0-2 0,0 1-2 15,3 0 1-15,1 1-6 0,2 1 0 0,2 0 3 0,0 0 3 16,1-2-2-16,2 1 1 0,1-1 9 0,1 2 1 0,2-2 5 0,2 1 0 16,0-2-11-16,3 0 2 0,2-1 2 0,2-3-1 0,2 1-2 0,2-1 0 15,-1-3 0-15,4 0 5 0,1-1-1 0,1-1-1 0,2-1 3 16,3-1 1-16,1-2-2 0,2-3 0 0,2 1-2 0,1-1-1 0,2-1-2 15,0-1 3-15,2-1-3 0,0 0-2 0,4-2 5 0,-1 1-9 16,1 0 8-16,3-1 0 0,1 2 1 0,0-1 5 0,3 1-6 0,-1-1 2 16,1 1-1-16,1-1-1 0,1 0-2 0,0 1-5 0,-1-1 2 0,3 1 2 15,-1-2 0-15,0 1 2 0,0-1-3 0,0 0-2 0,-1-1 2 16,0-1 1-16,-2-3 2 0,1-1 2 0,-2-1 4 0,-1-3 3 0,1 0 0 16,-2-3 7-16,-1-2-6 0,-1-1 6 0,-3 0 10 0,0-2-3 0,-1-1 9 15,0-1 0-15,-2-1-1 0,-1-1 6 0,-1-2 4 0,-1-2-2 16,0 1-3-16,1-2-2 0,-3-1 1 0,0 1-4 0,-4-3 2 0,0 3-2 15,-2-2-4-15,-3 0 3 0,1 1-3 0,-4-2-4 0,0 0-4 16,-2 0-3-16,-4-1-17 0,0 1 10 0,-3-1-1 0,-1 3 0 0,-4-2 12 16,-2-1-8-16,-2 2-6 0,-3-2-2 0,-1 3-5 0,-4 0-5 0,-2 0-3 15,-3 2-7-15,-4 0 0 0,-3 0-5 0,-2 1 1 0,-3 0-4 16,-5 1-3-16,-5 0 1 0,-1 1-1 0,-2 2-4 0,0 3 0 0,0 1 0 16,0 0-9-16,-2 2-10 0,2 1-6 0,0 2-15 0,0 0-12 0,1 3-16 15,2-1-28-15,1 1-43 0,4 2-49 0,3 0-69 0,3 2-58 16,1 1-184-16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07:18:50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26 56 0 0,'-18'-3'32'0'0,"3"0"-8"0"0,-3 0-16 0 0,8-1-8 0 0,2-1-48 0 0,5-2-16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07:18:50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13 280 0 0,'8'-6'104'0'0,"-2"3"24"0"0,0 0 0 0 0,0 4 0 0 0,-3 4-24 0 0,-3-1-24 0 0,0 2-24 0 0,-2 0-16 0 0,-1 3 8 0 0,-3 3-16 0 0,-1 2-8 0 0,-2 2-16 0 0,-3 4-32 0 0,-3 1-32 0 0,-2 0-64 0 0,-3 3-64 0 0,-1 0-48 0 0,-3 4-216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07:19:01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46 208 0 0,'-3'-6'232'0'0,"0"0"-56"0"0,-2-3-80 0 0,5 4-40 0 0,-1 1-16 0 0,1 1-24 0 0,1 1-24 0 0,1 1-24 0 0,1-1-32 0 0,1 1-80 0 0,2-1-56 0 0,2 1 0 0 0,-1-2 32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07:19:0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78 120 0 0,'-11'4'183'0'0,"-17"6"106"0"0,27-9-280 0 0,1-1 1 0 0,-1 0-1 0 0,0 1 0 0 0,0-1 1 0 0,0 1-1 0 0,0-1 1 0 0,0 1-1 0 0,1-1 0 0 0,-1 1 1 0 0,0 0-1 0 0,1-1 1 0 0,-1 1-1 0 0,0 0 1 0 0,1-1-1 0 0,-1 1 0 0 0,1 0 1 0 0,-1 0-1 0 0,1 0 1 0 0,-1 0-1 0 0,1 0 0 0 0,-1 1 1 0 0,5-2-12 0 0,0 0 0 0 0,0-1 0 0 0,-1 1 0 0 0,1-1 0 0 0,0 0 0 0 0,-1 0 0 0 0,1 0 0 0 0,0 0 0 0 0,4-2 0 0 0,-6 2-13 0 0,29-10-175 0 0,31-9 74 0 0,77-37 1 0 0,-137 56 122 0 0,0 0 0 0 0,0 0 1 0 0,0-1-1 0 0,0 2 1 0 0,0-1-1 0 0,0 0 0 0 0,0 0 1 0 0,1 1-1 0 0,-1-1 1 0 0,0 1-1 0 0,0-1 0 0 0,4 1 1 0 0,-5 1-6 0 0,0 0 0 0 0,-1 0 0 0 0,1 0 0 0 0,0 0 0 0 0,0 0 0 0 0,-1 0 0 0 0,1 1 0 0 0,0-1 0 0 0,-1 0 0 0 0,1 0 0 0 0,-1 0 0 0 0,0 1 0 0 0,1-1 1 0 0,-1 0-1 0 0,0 1 0 0 0,0-1 0 0 0,0 0 0 0 0,0 1 0 0 0,0-1 0 0 0,0 0 0 0 0,0 0 0 0 0,0 1 0 0 0,-1 1 0 0 0,-23 9-10 0 0,23-11 8 0 0,-3 3-20 0 0,1 0-1 0 0,-2 0 1 0 0,1 0 0 0 0,0 0 0 0 0,-1-1 0 0 0,0 0 0 0 0,-9 5 0 0 0,14-8 6 0 0,23-34 152 0 0,-5 14 88 0 0,-18 19-219 0 0,1 1-1 0 0,-1-1 1 0 0,1 1-1 0 0,-1-1 0 0 0,1 1 1 0 0,0-1-1 0 0,-1 1 1 0 0,1-1-1 0 0,-1 1 0 0 0,1 0 1 0 0,0-1-1 0 0,0 1 0 0 0,-1 0 1 0 0,1-1-1 0 0,0 1 1 0 0,0 0-1 0 0,-1 0 0 0 0,1 0 1 0 0,0 0-1 0 0,0 0 1 0 0,-1 0-1 0 0,1 0 0 0 0,0 0 1 0 0,0 0-1 0 0,0 0 0 0 0,-1 0 1 0 0,1 0-1 0 0,0 1 1 0 0,0-1-1 0 0,-1 0 0 0 0,1 0 1 0 0,0 1-1 0 0,0 1-5 0 0,-1-1 1 0 0,0 1-1 0 0,1-1 0 0 0,-1 1 1 0 0,0-1-1 0 0,0 0 0 0 0,0 1 1 0 0,0-1-1 0 0,0 1 0 0 0,-1-1 0 0 0,1 1 1 0 0,0-1-1 0 0,-1 1 0 0 0,1-1 1 0 0,-1 0-1 0 0,1 1 0 0 0,-1-1 0 0 0,0 0 1 0 0,1 1-1 0 0,-1-1 0 0 0,0 0 1 0 0,0 0-1 0 0,0 0 0 0 0,-1 2 0 0 0,-8 17 17 0 0,10-20-17 0 0,0 0 0 0 0,0 0 1 0 0,0 0-1 0 0,0 0 0 0 0,0 0 0 0 0,1 0 1 0 0,-1 0-1 0 0,0 1 0 0 0,0-1 1 0 0,0 0-1 0 0,0 0 0 0 0,0 0 1 0 0,0 0-1 0 0,1 0 0 0 0,-1 0 1 0 0,0 0-1 0 0,0 0 0 0 0,0 0 1 0 0,0 0-1 0 0,0 0 0 0 0,0 0 1 0 0,1 0-1 0 0,-1 0 0 0 0,0 1 1 0 0,0-1-1 0 0,0 0 0 0 0,0-1 1 0 0,1 1-1 0 0,-1 0 0 0 0,0 0 1 0 0,0 0-1 0 0,0 0 0 0 0,0 0 1 0 0,0 0-1 0 0,0 0 0 0 0,1 0 1 0 0,-1 0-1 0 0,0 0 0 0 0,0 0 1 0 0,0 0-1 0 0,0 0 0 0 0,0 0 1 0 0,0 0-1 0 0,1-1 0 0 0,-1 1 1 0 0,0 0-1 0 0,0 0 0 0 0,0 0 1 0 0,0 0-1 0 0,0 0 0 0 0,0 0 1 0 0,0-1-1 0 0,0 1 0 0 0,0 0 0 0 0,0 0 1 0 0,0 0-1 0 0,0 0 0 0 0,0 0 1 0 0,0-1-1 0 0,0 1 0 0 0,0 0 1 0 0,0 0-1 0 0,0 0 0 0 0,0 0 1 0 0,13-16 1 0 0,-4 5 116 0 0,-8 11-115 0 0,0-1 1 0 0,0 1 0 0 0,0-1 0 0 0,-1 1 0 0 0,1-1 0 0 0,0 1-1 0 0,0 0 1 0 0,0-1 0 0 0,0 1 0 0 0,0 0 0 0 0,0 0 0 0 0,0 0 0 0 0,0 0-1 0 0,0 0 1 0 0,0 0 0 0 0,0 0 0 0 0,0 0 0 0 0,0 0 0 0 0,0 0-1 0 0,-1 0 1 0 0,1 0 0 0 0,0 1 0 0 0,0-1 0 0 0,0 0 0 0 0,0 1 0 0 0,0-1-1 0 0,0 1 1 0 0,0-1 0 0 0,-1 1 0 0 0,2 0 0 0 0,1 1 11 0 0,-2-2-13 0 0,-1 0 0 0 0,0 1-1 0 0,1-1 1 0 0,-1 0 0 0 0,0 0-1 0 0,1 0 1 0 0,-1 0-1 0 0,1 1 1 0 0,-1-1 0 0 0,0 0-1 0 0,1 0 1 0 0,-1 0 0 0 0,1 0-1 0 0,-1 0 1 0 0,0 0 0 0 0,1 0-1 0 0,-1 0 1 0 0,1 0 0 0 0,-1 0-1 0 0,0 0 1 0 0,1 0 0 0 0,-1-1-1 0 0,1 1 1 0 0,-1 0-1 0 0,0 0 1 0 0,1 0 0 0 0,-1 0-1 0 0,0-1 1 0 0,1 1 0 0 0,-1 0-1 0 0,0 0 1 0 0,1-1 0 0 0,0 1-1 0 0,4-15 162 0 0,0 1-71 0 0,-5 14-88 0 0,42 25-1222 0 0,-35-21 786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07:19:02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5 8 0 0,'-12'-3'0'0'0,"-5"1"264"0"0,-2 5-56 0 0,1 6-184 0 0,3 6-40 0 0,0 3 16 0 0,-2 3-48 0 0,0 3-56 0 0,-1 4-224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07:19:1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11 3785 0 0,'-5'-2'203'0'0,"-1"0"0"0"0,1 0 0 0 0,-1 1 0 0 0,0 0 0 0 0,0 0 0 0 0,1 0 0 0 0,-1 1 0 0 0,-8 0 0 0 0,13 0-169 0 0,-1 0 0 0 0,1 0 0 0 0,0 1-1 0 0,0-1 1 0 0,-1 1 0 0 0,1-1 0 0 0,0 1 0 0 0,0-1 0 0 0,0 1 0 0 0,0 0 0 0 0,0 0 0 0 0,0-1-1 0 0,0 1 1 0 0,0 0 0 0 0,0 0 0 0 0,0 0 0 0 0,0 1 0 0 0,0 0-37 0 0,-1 1 1 0 0,1-1-1 0 0,0 0 1 0 0,1 1-1 0 0,-1-1 1 0 0,0 1-1 0 0,1-1 1 0 0,-1 1-1 0 0,1-1 1 0 0,0 1-1 0 0,0 3 1 0 0,2 24-745 0 0,6 38 1 0 0,-4-38-1891 0 0,-1-18 1039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9T10:32:26.1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21782 9325 1694 0,'8'-6'-4'0,"3"-1"-3"0,3-2-1 0,6-3-1 0,-5 4 7 0,0 0 1 0,2 1 4 15,1 0 13-15,2 0 2 0,1 1 12 0,4-2 7 0,1 1-8 0,4-2 3 16,2 0 6-16,2-2 3 0,3-2 11 0,5 1 11 0,1-1 14 15,2 0 17-15,3-1 11 0,1 0 4 0,4-1-13 0,1 0-7 0,2 1-29 16,0 1-3-16,0 1-3 0,-1 0 0 0,0-1 12 0,1-1-11 0,-1-1-2 16,0-2-7-16,2-1-8 0,-4-1-3 0,2 1-14 0,-1 0-3 15,-1 0 3-15,-1 1-6 0,-1 0 8 0,-1-2-8 0,-1 1-6 0,-3 2-6 16,-2 0 2-16,-1 0-3 0,-4 2 2 0,-4 0-1 0,-2 2-6 0,-4 0-4 16,-1 1-6-16,-3 2-13 0,-3 0-27 0,-3-1-38 0,-4 1-45 15,-2-1-67-15,-3-1-70 0,-4-1-82 0,-2-1-110 0,-3-2-75 0,-3-3 48 16,-2 0 29-16</inkml:trace>
  <inkml:trace contextRef="#ctx0" brushRef="#br0" timeOffset="299">23425 8277 3036 0,'-1'19'32'0,"4"2"-19"0,3 5-10 0,8-1 0 0,6-1 1 0,6-1-6 0,4 0-5 0,5 0 7 16,2 1-1-16,1 0-3 0,5 0 6 0,2 3-2 0,1-1-4 15,1 2 3-15,-1-1-1 0,-2 0 0 0,-3 1 2 0,-1-2 2 0,-4 1 0 16,-1-1-2-16,-2-1 1 0,-3-1 1 0,-4 0-4 0,-2-2-8 0,-6-3 10 16,-3 0-4-16,-3-1 11 0,-4 0 11 0,-3-2-6 0,-3 1 2 15,-3 1-4-15,-2-1 4 0,-5 2 4 0,-3 2-8 0,-2-1-4 0,-4 1-8 16,-3 0 4-16,-5 0 1 0,-2 3 2 0,-5 1 1 0,0-1-8 0,-5 3-2 15,-1-2-4-15,-3 0-5 0,-3-1-2 0,-1-1-3 0,-1-1-12 16,0-1-9-16,0-2-30 0,0-3-43 0,3-2-43 0,0-5-58 0,0-2-65 16,3-4-94-16,3-4-107 0,2-5-35 0,6-3 89 0,2-7 30 15</inkml:trace>
  <inkml:trace contextRef="#ctx0" brushRef="#br0" timeOffset="700">26390 7812 3516 0,'3'28'-14'0,"1"-3"32"0,0 7-3 15,0-7-8-15,-2-6-12 0,1-4-6 0,0-3-21 0,2-5-8 0,1-1-2 16,0-1-2-16,1-2 22 0,-2-2 10 0,-1-1 8 0,-2-2 6 0,-3-3 3 15,-5-3 1-15,-3-2-3 0,-7-6-5 0,-6-2-7 0,-4-4-10 16,-6 0-5-16,-4-1-1 0,-5 1 7 0,-1 0 6 0,-4 1 5 0,-3 2 1 16,-3 1 3-16,-4 4 3 0,-1 3-5 0,-2 4-1 0,0 5 1 0,-1 4-2 15,-1 6 3-15,1 6 4 0,3 5 2 0,3 4 5 0,4 6 2 16,2 4-5-16,2 8-3 0,3 4 3 0,3 5-8 0,2 4 8 0,3 3 3 16,4 3-11-16,1 5 12 0,4 1 15 0,7 2 5 0,4 1 14 15,6 0-3-15,9-1-8 0,5-4-2 0,9-4-1 0,6-6-2 0,7-4-12 16,6-3-8-16,4-4-2 0,6 0-6 0,5-4 4 0,4-1 1 15,4-4 3-15,2-2-4 0,1-3-2 0,1-2 18 0,1-3-12 0,-1 0 9 16,0-3-8-16,-3-2-14 0,-1-2-1 0,-2-4-12 0,-2-2-12 0,-2-2-14 16,-1-3-7-16,-5-2-12 0,0-4-21 0,-1-4-27 0,-1-2-40 0,0-4-62 15,-2-2-61-15,1-5-61 0,-2-6-64 0,-2-5-39 0,1-6 10 16,-1-3 50-16,0-6 122 0,0-6 32 0</inkml:trace>
  <inkml:trace contextRef="#ctx0" brushRef="#br0" timeOffset="916.05">27033 6924 2531 0,'-7'1'144'0,"0"2"-141"0,0 2 2 0,1 5-3 16,3 4-6-16,2 3-4 0,1 4 13 0,1 7 11 0,3 2 14 0,-1 8 21 16,1 2 0-16,0 5 7 0,0 7 0 0,0 2-6 0,0 5-4 0,-1 3-8 15,0 1-12-15,1 4-16 0,-1 2-5 0,1 4-3 0,-2 2-4 16,1 1 10-16,1-1-11 0,0-2-3 0,1-2-3 15,0-4-9-15,-1-5-22 0,1-3-15 0,0-5-29 0,-1-3-36 0,1-4-26 0,0-4-59 0,-1-2-47 16,1-2-70-16,-2-2-96 0,2-3-44 0,-1-5 37 0,1-3 129 16,-1-5 8-16</inkml:trace>
  <inkml:trace contextRef="#ctx0" brushRef="#br0" timeOffset="2066.02">27420 8100 429 0,'3'1'258'15,"1"2"-78"-15,2 1 22 0,-2 3 6 0,1 1-6 0,2 2-13 0,1 3-5 16,1 1-12-16,2 4-16 0,2 3-20 0,-1-1-22 0,3 2-9 16,0 2-12-16,0-1-1 0,3 2 2 0,1-1-9 0,-1 0-5 0,1-2-11 15,1-2-10-15,-1-2-10 0,2-1-11 0,-1-2-4 0,-1-3-11 16,1 1-3-16,1-3-6 0,-2-2-1 0,0-1-1 0,-1-3-3 0,0-1 0 16,-1-2-2-16,-1-2 1 0,1-1 1 0,-2-3-2 0,0-1-2 0,0-2 6 15,-1-1 0-15,0-1-2 0,-3-3-1 0,2 0-8 0,-1-2 0 16,-1-3 1-16,-1-2-4 0,-2-2-1 0,0-1-1 0,-2-1-3 0,-1-1-10 15,-2 1 18-15,-2-1 0 0,-1 0 6 0,-3 2 12 0,-1 0-22 0,-3 1-3 16,-2 2 1-16,-1 1-1 0,-5 2 7 0,-1 3 2 0,-3 0-2 16,-2 3 4-16,-2 2-4 0,0 3 0 0,-2 4-2 0,1 2 2 0,1 3-2 15,0 2-7-15,-1 3-2 0,0 3 0 0,-1 2-1 0,0 2 3 16,1 2-2-16,1 1-4 0,1 0 1 0,2 2 0 0,2 1 0 0,3-1-13 16,0-1-1-16,4-1-1 0,3 0-2 0,4-3-2 0,3 0-2 0,3-1-17 15,3-2-16-15,3-1-1 0,2-1-8 0,1 0-2 0,2 0 11 16,0 0 12-16,3 0 14 0,1 0 19 0,1-1 16 0,1 0 2 0,3-1 3 15,0 0 7-15,3-2 0 0,1 0 6 0,-1-1 6 0,3 0 4 0,-1-2 3 16,2 0 4-16,1-1 4 0,2 0 4 0,-2-1-2 0,0 0-3 16,-1-1-6-16,2-1-5 0,-1 0-4 0,2-2 3 0,-1 0-4 0,4-2-2 15,-1 0 4-15,2-2-4 0,-1 0 3 0,0-1-3 0,2-1-6 16,-2-2-2-16,0-1 3 0,-1-1-6 0,-1-2 1 0,2 0 4 0,-2 0 0 16,0-2 7-16,-1-2-1 0,-2-1-4 0,0 1 12 0,1-2-3 0,-1 0 0 15,1 1 4-15,-2-1-17 0,-1-1 6 0,-1 2-6 0,-2-2 4 16,-2 2 1-16,-2 0-3 0,-1 0-1 0,-2 0 4 0,-3 2 1 0,-3-1 3 15,-1 0 5-15,-4 1-1 0,-2-1-2 0,-2 1 0 0,-4 1 1 0,-3 1 3 16,-3 1 3-16,-2 1 4 0,-3 2-1 0,-1 0-3 0,-3 0-6 16,-3 1-10-16,-1 2-7 0,-4 1-7 0,-2 1 1 0,0 4 10 0,-1 0-4 15,1 2 5-15,0 3-3 0,3 1-2 0,-1 1 2 0,2 2 0 16,2 3-4-16,1 1 0 0,2 1 2 0,2 3-4 0,3 0 4 0,3 3-1 16,2 2-7-16,3 1 3 0,3 2 1 0,4 1-5 0,4-1 2 0,3 0 1 15,2 0-8-15,5-1 7 0,4 1 1 0,1-1-8 0,5 0 9 16,2 1-1-16,1-1 3 0,3 0 3 0,2 0 0 0,1 0-15 0,1-2 1 15,0 1 7-15,2 0-6 0,-2 0 17 0,-2 2-18 0,1 0-9 0,-3 2 1 16,0 1-1-16,-3-1 22 0,1-2 1 0,-5-2 0 0,-2-3 1 16,-3 0-1-16,-4-1 6 0,-2-2 1 0,-3-3-4 0,-1-1 3 0,-3 1-3 15,-1-3-1-15,-2 0-2 0,-3-1 0 0,-1-2-7 0,-3-1 0 16,-2-1-11-16,-1 0-5 0,-3 0-8 0,-3 0-9 0,-2 0-5 0,-4-1-3 16,-1 0 2-16,-2 0 4 0,-3 0 7 0,-1 1 3 0,-4 0 11 0,0 0 4 15,-3 1 6-15,2 0 4 0,1 0-1 0,-1 1 1 0,2 0 4 16,1 0 1-16,1 0-1 0,3-1-4 0,3 1-2 0,4-2-8 0,2-1-10 15,5-1-26-15,3-2-19 0,4-3 1 0,4-1-14 0,1-3 15 0,4-2 18 16,2-2 0-16,1-3 24 0,3-1 9 0,5-2-3 0,3-5-1 16,3-1-2-16,3-2 2 0,2 0 5 0,4 1 6 0,0-3 7 0,3 2 7 15,-1-2 6-15,2 1 14 0,-1-2 4 0,1 2 19 0,-2 0 5 16,2 0-8-16,0 1-1 0,-4-2-14 0,-2 2-8 0,-1 0-1 0,-7 1-1 16,1 1 1-16,-5 1-2 0,0 1-2 0,-3 1-1 0,-2 0 0 0,-3 1 2 15,-3-1 4-15,-2 0 3 0,-3 2 4 0,-2 1 4 0,-2 1 5 16,-1 2-4-16,-3 3-12 0,-1 0 0 0,-1 2-3 0,-1 0-3 0,-1 2 5 15,-2 0-8-15,0 2-9 0,-1-1 1 0,0 2-4 0,-1 1 2 0,0 2 5 16,-1 1-1-16,-1 2 0 0,2 1 3 0,1 3-4 0,0 1 2 16,3 0-1-16,1 0-8 0,4 2-6 0,1 0-1 0,2 1-9 0,1 1-1 15,2 2 5-15,2-1 0 0,1 3 2 0,1 1 7 0,1 0-1 16,2 1 3-16,2 1 2 0,1 1-3 0,0 0 4 0,1-1 4 0,2 1-1 16,2 1 3-16,0-2-1 0,-1 3-3 0,2 0-2 0,-1 0 5 0,0 1-4 15,1 1 2-15,-1-1 1 0,0 1-4 0,-1 1 4 0,-1-1-12 16,-2 0 6-16,-1 1-1 0,-5-1 0 0,-1 2 11 0,-3-2-7 0,-2 1 4 15,-2 0-5-15,-3-3 1 0,-2 1 4 0,-1-2-1 0,-1-1 4 0,-4 0-3 16,0-1 2-16,-1-2 0 0,-1-3 4 0,4-1 4 0,-5 0 0 16,2-3 3-16,0-2 2 0,0-1 5 0,1-3 1 0,0-2-1 0,1-1 0 15,3-4-13-15,2-1-6 0,2-4-9 0,3-2-20 0,1-1-18 16,3-1-6-16,1-3-4 0,2-1 12 0,2 0 14 0,1-2 2 0,0-1 1 16,3 1 5-16,1-1 1 0,0 2 5 0,3 2 9 0,1 3 2 0,-1 1 11 15,-1 2 12-15,-3 2 3 0,1 3 3 0,-1 2 3 0,-1 2-1 16,0 2-4-16,-3 2 1 0,1 2-10 0,-1 1 5 0,1 2-10 0,0 1-1 15,-1 2 0-15,-1 1-10 0,3 1 2 0,-1-1-1 0,-1 3-4 0,1 0 3 16,-2 1-5-16,-1-2-5 0,1 0-1 0,-1-2-10 0,0-1-35 16,-1-1-47-16,-2-2-50 0,-1-2-64 0,-1-1-71 0,-1-2-99 0,-1-2-55 15,-1-2 26-15,-2-2 123 0,0-3 10 0</inkml:trace>
  <inkml:trace contextRef="#ctx0" brushRef="#br0" timeOffset="2200.03">30044 7906 2285 0,'0'4'28'0,"2"1"-49"0,1 1-44 0,1-1-80 0,2 0-72 0,0 0-59 15,3-1-31-15,0-1 14 0,1-1 35 0,-3-1 64 0,1 0 51 16,-1 0 37-16,1-2 24 0,0 0 23 0,1-1-78 0</inkml:trace>
  <inkml:trace contextRef="#ctx0" brushRef="#br0" timeOffset="2700.03">30526 7753 1200 0,'16'-17'97'0,"1"-2"-30"0,5-7-1 0,-4 1-4 0,0 2 6 0,0-2 0 15,-1 0-2-15,0 0 3 0,-3-1-4 0,-2 1 13 0,-1 1 6 16,-2 2 1-16,0 0-1 0,-1 2-6 0,-2 1-6 0,0 2-10 0,-2 0-4 16,-2 3-4-16,-1 4-2 0,-1 0 1 0,-2 3-5 0,0 2-9 0,-1 2-11 15,-1 4-14-15,-1 1-7 0,-2 3-7 0,-1 5-4 0,-2 2 4 16,0 5 0-16,-3 4-3 0,-4 4-2 0,-1 6 0 0,-1 4-1 0,-2 8-2 15,1 2-10-15,-1 4-3 0,-1 3 3 0,0 4 6 0,1 4 12 0,1 2-2 16,0 3-4-16,3 1-7 0,2 1 5 0,2 1-7 0,2-1-7 16,3 0-6-16,3 0-8 0,4-4-8 0,3-2 0 0,2-3-4 0,4-2-4 15,2-4 8-15,1-4 12 0,2-5-49 0,3 0 12 0,0-3 15 16,2-1 7-16,1-1 65 0,0-4 11 0,1-3 0 0,0-4 8 0,-1-3 6 16,1-3 3-16,-1-3 4 0,-1-1-5 0,1-2 10 0,-1-4 6 0,-1-3-6 15,-2-5-2-15,1-3-28 0,-1-2-17 0,1-3-8 0,-3-3 0 16,1-4-5-16,-1-4-6 0,-2-3-11 0,0-2-4 0,-2-5 0 0,-2-1-2 15,-2-2 8-15,-1-2-1 0,-2-2 2 0,-3 0 4 0,-2-2-1 0,-2 1-7 16,-2-1-5-16,0 2-9 0,-2 1-8 0,-4-2-11 0,0 1 0 16,-5 0 6-16,1 1 17 0,-3 3 20 0,-1 2 12 0,1 0 6 0,-1 3-2 15,0 2 5-15,2 1 1 0,2 3-2 0,2 3 0 0,2-1-13 16,4 1-4-16,1 0-12 0,0 3-3 0,2 0-3 0,1 0 2 0,2 1 10 16,3 0 4-16,1 2 20 0,2 0 15 0,0 1 14 0,4 0 10 0,1 1 4 15,0 1 3-15,3 1-4 0,1 2 3 0,2 2-5 0,0 1 0 16,1 1 5-16,0 2 0 0,1 2-5 0,1 1 2 0,-2 2-19 0,2 1-11 15,1 1-2-15,0 0-2 0,-1 2-7 0,1 0 2 0,1 1-1 0,-2 0-8 16,1 0 6-16,-1 2 3 0,-1-1-5 0,-2 1 1 0,-1-1-3 16,-1 0-5-16,-2 0-4 0,0-1-9 0,-5-2-15 0,1-1-20 0,-3-2-27 15,-1 0-27-15,0-3-29 0,-3-3-26 0,2 0-43 0,-3-3-57 16,0-1-68-16,0-3-30 0,-3-2 13 0,0-2 74 0,-2-1-25 0</inkml:trace>
  <inkml:trace contextRef="#ctx0" brushRef="#br0" timeOffset="2849.03">30866 7850 2533 0,'0'8'44'15,"2"2"-28"-15,1 3-17 0,2 0-17 0,2-1-7 0,-1 0-13 0,2 1-10 16,1 1-25-16,-1-2-20 0,1-1-33 0,0-2-48 0,-2-1-52 16,-1-2-52-16,-1-3-50 0,0-2-11 0,-1 0 33 0,1-1 80 0,0-1-36 15</inkml:trace>
  <inkml:trace contextRef="#ctx0" brushRef="#br0" timeOffset="3418.03">31533 8014 2675 0,'2'4'15'0,"-1"-1"-25"0,1 2-11 15,-1-2-10-15,0-1-2 0,0 0-5 0,-2 0-13 0,0 1-3 0,-4 0 9 16,-2 0 19-16,-2 0 23 0,-3 0 17 0,-1 2 6 0,-5 1-2 15,0 0-2-15,-1 2-10 0,0 0-3 0,-2 1-1 0,-1 2-2 0,2 1 3 16,0 1-5-16,0 2 2 0,1-1-3 0,1 3-2 0,-1 2 1 16,4 0-1-16,1 2-7 0,2-1-4 0,2 0-1 0,2-2-10 0,2 0-2 15,4 0-7-15,1-2-13 0,3-1-1 0,1 0-3 0,2-2 13 16,2-1 14-16,2 1 5 0,2-1 8 0,0-2 7 0,3 0 6 0,1-3 7 16,2-2 9-16,1-1 1 0,-2-1 0 0,2-2 2 0,0 0-2 0,0-1 2 15,0-1-5-15,1 0 14 0,0-2 0 0,-2 0-3 0,2 0 2 16,-1-1-13-16,-1 0 1 0,1-1 3 0,-2-1 4 0,0 0 1 0,-2-1 0 15,0 1-5-15,1 1 1 0,-2 0-5 0,0 1-2 0,-1 1-1 0,0 1 5 16,-2 1-1-16,-1 2 9 0,-2 2 10 0,0 0 4 0,-1 2 6 16,-1 0 1-16,0 2-6 0,-1 0-11 0,0 0-4 0,0 0-12 0,0-1-11 15,0 1-1-15,-1-2-6 0,2 1 4 0,0 0-1 0,0 0 1 0,3 0 2 16,-2-1-8-16,5 0 3 0,-1-1-2 0,1 0-4 0,1-2 11 16,-1 0-5-16,-1-1 2 0,4-2 1 0,-1 0 0 0,1-1 6 0,-2-1-1 15,0-1 0-15,2-1-6 0,-1-1 3 0,1 0 2 0,-4-1-2 0,1 0 3 16,1 0-6-16,0 0-1 0,-1-2-4 0,-1 0 3 0,-5-1 0 15,1 0-1-15,0 0 3 0,-3 0-1 0,0 0 0 0,-4-1 2 0,-2 1-3 16,-1 0 3-16,-2 0-2 0,2 1-5 0,-3 0-2 0,-2 2-10 16,-1 0 4-16,-2 2-4 0,1 1 2 0,-3 1 12 0,-2 1-4 0,0 0 2 15,-1 2 4-15,1 1-8 0,0 1-1 0,-1 0-2 0,0 2-7 16,5 0-13-16,0 2-7 0,2 1-6 0,2 0-7 0,1 0-1 0,1 0 1 16,2 0-5-16,2 0-3 0,2 0 4 0,2-1-4 0,1 0 1 0,2 0 8 15,0-1 11-15,4 0 15 0,1-1 14 0,1-1 6 0,2 0-1 0,2 0-6 16,0-1-10-16,1 0-12 0,0-1-14 0,3-1-8 0,-1-1-15 15,1-1-11-15,-1-1-8 0,1-1-14 0,1 0-4 0,-2-2 2 0,3-1 3 16,-1-1 6-16,-12 3 22 0,4 0-4 0,1-2 0 0,2-2-8 16,0 0-14-16,0-1 14 0,1-2 29 0,2-2 21 0,-1-2-57 0</inkml:trace>
  <inkml:trace contextRef="#ctx0" brushRef="#br0" timeOffset="3750.03">32303 8119 216 0,'5'-8'139'0,"-1"-1"5"0,1-2 5 0,0-1 4 16,1-3-6-16,1-2-12 0,-1 0-20 0,0 2-14 0,-1 0-13 0,-1 1-8 15,0 1-5-15,-1 2 0 0,0 3-3 0,-1 1 0 0,-1 4 16 0,0 2-2 16,0 3 1-16,-1 2-2 0,-1 2-21 0,0 3-16 0,0 0-6 15,-1 4-15-15,0 2-14 0,0 2-2 0,-1 1-10 0,0 4-1 0,1 2-4 16,1 1-4-16,-1 3-1 0,0 0-1 0,1 2-2 0,2 0 7 16,-1 1-4-16,1-2-1 0,1 1-9 0,-1-3-24 0,2-1-11 0,0 0-19 15,1-4-31-15,-1 0-37 0,0-2-42 0,-1-2-34 0,0 0-9 0,-2-2-14 16,0-2 13-16,-2-1 45 0,0-1 55 0,-3-2 57 0,-1-2 45 16,1-2 22-16,-1-2 8 0,-3-3 3 0,1-1 0 0,0-3 0 0,-1-1-2 15,-2-2 2-15,1-2-2 0,1 0 4 0,-1-1 2 0,-1-1 6 0,1 0 5 16,1 1 1-16,1-2-3 0,2 0-8 0,1 0-2 0,1 1 0 15,2 0 2-15,1-1 6 0,2 1 0 0,1 0 2 0,2 0 3 0,1 1 2 16,1 0 7-16,1 1 7 0,2-1 9 0,2 1 11 0,1 1 9 16,0 0 3-16,1 0 2 0,2 2-4 0,1-1-8 0,1 2-5 0,0 1 2 15,2 0 4-15,0 1 8 0,-1 1 1 0,0 1-1 0,1 1-10 0,-3 2-10 16,0 0-6-16,-2 0-16 0,-1 2-7 0,0 1-6 0,-3 1-11 16,1 0-2-16,-2 1-9 0,-1 0-8 0,0 1-16 0,-2 0-13 0,-1 0-20 15,-1 1-29-15,-1-2-36 0,0 1-56 0,-2-2-54 0,0 0-28 0,0-2 15 16,2-1 44-16,-1-2 67 0,0 0 23 0</inkml:trace>
  <inkml:trace contextRef="#ctx0" brushRef="#br0" timeOffset="3933.03">32950 8137 1109 0,'0'3'831'0,"0"-1"-807"0,1 1-41 0,-1 2-23 0,1-2-13 0,-1 3-12 15,1 1-35-15,0 0-56 0,0 1-41 0,-1 1 1 0,1 1 40 0,-1 0 53 16,1 0 39-16,-1 2 6 0,0 0-11 0,-1-1-31 0,2 0-17 0,-1-1 2 16,-1 1 12-16,1-1 24 0,0 0 24 0,0-1 19 0,0-1-36 15</inkml:trace>
  <inkml:trace contextRef="#ctx0" brushRef="#br0" timeOffset="4100.03">33074 8351 42 0,'4'-1'28'0,"0"1"0"15,-1-2-1-15,3 1 1 0,1-1-3 0,0 1 1 0,2-1 2 0,1 0 6 16,0-1 3-16,1 1 5 0,0 0 5 0,2-1 0 0,1-1-1 15,0 1 0-15,-1-1-2 0,-1 0 3 0,1 0 2 0,0-1 45 0,-2 1 5 16,-2 0-39-16,-1 0-1 0,0 0-55 0,-1-1 44 0,-1 0-15 0,-1 0-8 16,-2 1-4-16,-1-1-62 0,-1-1 53 0,-2 0-3 0,-1 0 0 15,-1 0 5-15,-1 0-3 0,-3-1 1 0,0 1-3 0,-2 0-6 0,1 1-10 16,-2-1-7-16,-2 0-13 0,0 1-13 0,-2 0-14 0,0 1-11 0,-1 0-14 16,-2 1-16-16,0 1-21 0,0 0-20 0,-1 0-10 0,-1 1 7 15,1 1-31-15</inkml:trace>
  <inkml:trace contextRef="#ctx0" brushRef="#br0" timeOffset="4416.03">33171 8160 2089 0,'3'3'43'0,"-1"1"-37"16,0 0-24-16,1 1-9 0,1 1-14 0,0 1-14 0,1 0-16 0,0 2-15 15,0-1 2-15,0 3 28 0,0 0 25 0,1 1 29 0,0 0 11 16,1 1 0-16,-1-1-8 0,-1 0-7 0,0 0-29 0,1 0-45 0,-1-1-39 16,-1-2-22-16,-1 0 8 0,1 0 28 0,0 0 34 0,-1-2 76 15,1-1-28-15,0 0-17 0,1-1 42 0,0-1-57 0,0 0 44 0,0-1 37 16,1 0-26-16,0-1 13 0,0 0 8 0,-1 0-4 0,1 0 3 0,1 0 6 16,1 0 4-16,-1 0 7 0,1 2-4 0,0 0-7 0,1 1-13 15,-1 1-9-15,1 0-4 0,1 3-6 0,-1 1 0 0,1 2 3 0,1 3-4 16,0 1 3-16,0 2 5 0,1 2-2 0,1 1 0 0,-1 0-9 0,0 2-25 15,-2 0-28-15,1-1-31 0,-1 1-43 0,-1-1-31 0,-1-2-10 16,-1 0 23-16,-1-2 41 0,-3-3 39 0,1 0 38 0,-1-3-9 0</inkml:trace>
  <inkml:trace contextRef="#ctx0" brushRef="#br0" timeOffset="5099.03">30049 6343 2105 0,'-131'-19'10'0,"-15"1"-10"0,-40-3-5 0,14 6-25 15,13 8-18-15,-4 6-31 0,-3 5 3 0,-3 5 23 0,-2 6 26 0,0 4 35 16,-1 2 28-16,-2 6 21 0,-2 4 14 0,-1 5 20 0,-4 6 3 0,2 3-14 15,0 6-20-15,3 5-17 0,1 3-17 0,0 3 0 0,5 2-11 16,3 2-6-16,3 0 1 0,6 6-20 0,3 2 12 0,4 2-4 0,3 5-2 16,5 1 8-16,2 1-11 0,4 2 1 0,3 3-10 0,4 1 3 0,5 2 10 15,1 1-1-15,6 1 8 0,8 0-1 0,5 1-13 0,6-1 15 16,5 2 6-16,6-1 1 0,6 3 12 0,8-3-11 0,8-1-6 0,9-3-2 16,8-1 0-16,7-3-1 0,7-3 7 0,8 0 3 0,7-4-3 15,8-3 3-15,10-3 5 0,10-4-5 0,8-3 6 0,8-1-4 0,8-5-8 16,7-2-2-16,7-3-9 0,6-3 5 0,7-4-13 0,8-5 3 0,7-3-3 15,8-7 0-15,9-1 4 0,5-4-4 0,7-2-1 0,8-3-4 16,4-2-1-16,7-3 11 0,4-3 0 0,4-2 1 0,5-3-3 0,3-2 8 16,5-3-6-16,3-3 2 0,5 0 2 0,3-4-15 15,4 0 0-15,1-2 0 0,1-2 2 0,4-2-2 0,-1-4-4 0,2 0-15 0,2-3-6 16,0-1-1-16,-1 1-2 0,-2-1 12 0,2 0 3 0,-3 0 0 0,-1-1 12 16,0 3 0-16,-2-1 5 0,-1 0 11 0,-2 0-1 0,-1 1 4 15,-1-2-1-15,-3-1-4 0,0-1-3 0,-2 1-3 0,1-3 6 0,-4 0 3 16,2 1 2-16,1 0 2 0,-3-1-7 0,0 2-3 0,-3 0 5 0,-6 0-3 15,-5 1 13-15,-4 0 7 0,-5-2 8 0,-4 0 5 0,-4 0-8 16,-3-2 7-16,-1-1 12 0,-3 0-4 0,-3-3 7 0,-4 0-3 0,-4-2-14 16,-2 0 2-16,-50 13-4 0,11-5 27 0,-2 0 0 0,10-4 11 0,-3-1 0 15,10-5-24-15,-3-2-10 0,9-4-14 0,-4-2-7 0,-1 1-14 16,-4-3 77-16,-35 20 7 0,2-5-10 0,-1 1 9 0,4-4-85 0,-3-2-10 16,4-1 1-16,-1-2-6 0,2-4-4 0,-2-1 2 0,4-4-4 0,-3 0 84 15,2-4 0-15,-2-1 1 0,1-5 12 0,-3 0-87 0,2-4 9 16,-5-1 7-16,-3 0-3 0,-2-2 8 0,-4-1 2 0,-5-2 3 0,-4 0 5 15,-5-1 3-15,-5-2-2 0,-6 0-71 0,-5-1 10 0,-7-2-3 16,-6-1 15-16,-5 0 71 0,-6-2-7 0,-5-1 6 0,-7 0-24 0,-49-71-58 16,-12 8 2-16,-10 9-14 0,-5 9 8 0,-1 10 42 0,1 10-19 0,2 9-20 15,-96-49-13-15,21 26 0 0,20 21-13 0,23 22 7 0,14 11-12 16,-4 3-30-16,0 5-16 0,-2 2-24 0,-2 4-24 0,-3 3-28 0,-1 5-28 16,-5 3-7-16,-1 7 19 0,-2 5 35 0,-2 3 37 0,1 7 26 0,-3 5 38 15,-2 4-99-15</inkml:trace>
  <inkml:trace contextRef="#ctx0" brushRef="#br0" timeOffset="11066.75">14106 13596 22 0,'-5'-7'12'0,"0"2"-5"0,-2-4-3 0,1 2-1 0,0 1 0 0,1-1-1 16,-1 0 1-16,0-2 0 0,3 1-2 0,-3 0 1 0,1 1-3 16,0 0 3-16,-1 1-2 0,0-1 1 0,-1 1 0 0,0 0 0 0,1 0 0 15,-1 1 2-15,1 0 1 0,0 2 2 0,-1 1 3 0,-1 1 1 0,1 1 0 16,-1 1-2-16,0-1 0 0,1 2-1 0,1-1 2 0,0 1 0 15,0 1 1-15,0 0-1 0,1 0 0 0,1 0 1 0,0 0-1 0,0-1 1 16,2 1-1-16,0-2 0 0,1 0-2 0,1 0 1 0,1 0-3 16,0 0 2-16,1 0-1 0,1 0 1 0,1 0 2 0,1 0-1 0,0 0 1 15,1 1-2-15,1 0 1 0,-1 1 0 0,1 0-1 0,1 1-1 0,0 0-2 16,1 2 2-16,0-1-2 0,1 3 2 0,-2 0-1 0,3 1 1 16,-1 1 0-16,1-1 0 0,1 1 0 0,-1-1 0 0,-1 0 0 0,1 2-1 15,1-1 3-15,-1 1-2 0,2 0 0 0,-1-3 0 0,1 1-2 0,2 0 1 16,0-1 2-16,1 0-1 0,1-1 2 0,2-1 0 0,2-1-1 15,0-2 4-15,2-2 2 0,2-1 1 0,2-1 1 0,2-1-3 0,2-2 1 16,0-2 0-16,3-1-1 0,-1 0 0 0,3-1 1 0,-2 1-4 16,2-1 2-16,1 0-1 0,-1 1 0 0,2 0-2 0,-3 0-1 0,0 1-3 15,-1 0 1-15,2 1-1 0,-1 0 3 0,1 1 0 0,0 0 4 0,1 0-2 16,-1 0-1-16,0 0-1 0,0 1 0 0,0-1 1 0,0 0 1 16,1 0-1-16,0-1-2 0,1 0 2 0,1 0 0 0,-1-2-1 0,-1 1 1 15,-1-1-2-15,1-1 2 0,0 1 1 0,1-2 4 0,-2-1 5 0,2 1-3 16,-4-1 1-16,1-1-3 0,-1 1 0 0,-1-2 1 0,-2 1-1 15,-1 0 0-15,-3 0-2 0,0 1-2 0,-1 2-3 0,0-1-2 0,-3 1-1 16,-1 0 2-16,-2 1-1 0,-2 1 2 0,-2-1-2 0,0 1-2 16,-2 0-1-16,0 2-1 0,-2-1 1 0,0 0 1 0,1 0-1 0,-1-2-3 15,1 1 1-15,-1-1-11 0,2-3-63 0,0-1-70 0,2-3-49 0,1-3-16 16,3-5-94-16</inkml:trace>
  <inkml:trace contextRef="#ctx0" brushRef="#br0" timeOffset="11732.8">20237 10831 123 0,'-6'6'5'0,"1"1"4"0,-1 3 4 15,3-1 0-15,3-1-7 0,2 0 0 0,0-1-3 0,2 0 0 0,0 0 0 16,1 1-1-16,1 0 1 0,0-1-3 0,0 0 2 0,0 0-1 15,1 0 0-15,-1 0 0 0,0 1-1 0,-1-2 1 0,1 3 0 0,-2 0-1 16,0 2 1-16,-1 0 0 0,-1 1-1 0,0-1 2 0,-1 2-1 0,1 1-3 16,-2 1-2-16,-1-1-4 0,0 2-5 0,-1-1-1 0,-2 0 0 15,1-1-1-15,-2 0 4 0,0-1 2 0,-1-1 3 0,1 0 2 0,-1-3 3 16,1-1 0-16,0 0 2 0,1-3 2 0,1-1 4 0,0-1 5 16,0-2 5-16,1-1 6 0,-1-2 4 0,1-1 5 0,1-1 5 0,-1-1 4 15,0-1 5-15,1-2 2 0,0 0 2 0,1-2-2 0,0-1-2 0,1-1-5 16,2 0-3-16,-1 0-3 0,2 0-5 0,1 0-3 0,1 1-5 15,1-3-3-15,2 1-3 0,0-1-1 0,2 0 0 0,2 1-5 0,2 1 0 16,1 0-4-16,1 1 0 0,2-2 0 0,1 1-2 0,-2-1 1 16,4 1-4-16,1-1 0 0,0-1 0 0,4 0-2 0,-1 1 0 0,4-3 0 15,0 0 1-15,3 0-2 0,1 0 5 0,1-1 0 0,0 0-3 0,3 0 7 16,-1 1-5-16,1-2 1 0,2-1 2 0,-1 0-4 0,0-1 0 16,2 0 2-16,-2 1 0 0,-2-2-3 0,1 1 1 0,-1 0 0 0,0-1 0 15,0 2 1-15,0-1 0 0,0-1 0 0,-1 0 1 0,0-3 1 0,0-1 1 16,-1-2 2-16,1 1-2 0,-2 0 1 0,1 1-2 0,0-1 6 15,0 0-3-15,-2-1 2 0,0 0-2 0,-4 0-4 0,1 0 6 0,-3 4 4 16,-1-2 1-16,-2 2 5 0,0 2 0 0,-4-2-3 0,-1 3 5 0,-1 1-4 16,-2 0 5-16,-4 3-1 0,-1 1 1 0,-2 2 0 0,-3 2-1 15,0 2-3-15,-1 1 2 0,-3 2 2 0,0 3 5 0,-2 0 3 0,-1 1-3 16,0 0-4-16,0 1-11 0,0 1-1 0,-1 0-12 0,1 1-4 16,-1 1-8-16,1 0-8 0,0 1-8 0,0 1-15 0,1 1-19 0,0 1-76 15,0 0-59-15,1-1-21 0,-1 0-5 0,1 0 57 0,0-1-61 0</inkml:trace>
  <inkml:trace contextRef="#ctx0" brushRef="#br0" timeOffset="21718.03">20390 7291 121 0,'-5'-1'31'0,"0"0"-7"0,-1 1-11 0,0 1-7 15,2 0-3-15,-1 0 0 0,1 0-1 0,-1 0-1 0,0 0-1 0,0 0 0 16,0-1 0-16,-1 1-1 0,-2 0 0 0,1-2 0 0,-2 1 1 16,-1-1 0-16,1 0 1 0,-1-1 1 0,0-1 1 0,-1-2-2 0,1 1 2 15,0-1 0-15,-1-1 1 0,1 0 3 0,-1-1 3 0,-1 0 5 16,-1 0 3-16,0-1 3 0,1 1 1 0,-2 0 2 0,0-1 2 0,-1 0 1 16,-1 0-1-16,0 0 0 0,-2 1-1 0,-1-1-2 0,0 2-2 0,-2-1-1 15,-2-1 0-15,1 0-1 0,-2-1 2 0,-1 0 1 0,-1 0 4 16,-2 1 1-16,1-2 3 0,-1 2-2 0,-1-1-3 0,-5 0 0 0,0-1-2 15,0 2 2-15,-1 0 0 0,1-1-4 0,-2 1 0 0,1-1-4 0,-2 1-1 16,1 1 3-16,-1 0-2 0,0 0 3 0,0 3 1 0,-2-1-7 16,2 1 1-16,0 0-5 0,-2 0 0 0,2 2 0 0,-3 1-1 0,-1 0 0 15,0 3-2-15,1 1 1 0,-3 1-2 0,2 0-2 0,-2 1 6 16,-1 1 7-16,2 2 6 0,-1 1 5 0,1 1-1 0,0 0-5 0,2 1-8 16,-1 0 1-16,3 0-7 0,-2 2-4 0,1 0-2 0,0 0-5 0,3 0 2 15,0 2 1-15,2-1-2 0,1 1 4 0,2-1-6 0,1-2 4 16,1 1 6-16,0 0-4 0,2 1 0 0,-1-1-3 0,1 3-3 0,0 0 1 15,0 0 2-15,2 0 4 0,0-1-2 0,2 1 2 0,0-2-1 0,1-1 2 16,0 0 3-16,-1 0-2 0,2 0 3 0,-1-1 1 0,1-2-3 16,4 1 5-16,0-1-2 0,2-1-5 0,1 0 1 0,3-1-3 0,3 0-3 15,0-1-2-15,1 2-4 0,2-1-2 0,0 1-2 0,1 1 0 16,1 0-1-16,0-1 2 0,1 1 1 0,1 1 1 0,0 0-1 0,1 2 5 16,1-1-1-16,0-2-3 0,1 2 1 0,0-1-4 0,2 0-1 0,0 2 5 15,1-1 0-15,0 0 5 0,2 1 0 0,0 0-3 0,1 0 2 16,2-2 0-16,2 1 3 0,1 0 1 0,1-1 0 0,1 1-2 0,3-2 3 15,3 0 0-15,0-1 1 0,2 0 1 0,1 1-2 0,0-1 0 0,2 0 1 16,1 0-3-16,3 0 1 0,0 0 1 0,3-1-1 0,1 1 2 16,2-1-3-16,0 0 1 0,2 0 1 0,0-1-4 0,0-1 5 0,1 0-3 15,1 0 1-15,0-1 0 0,2 1 2 0,0-2-3 0,-1 1-2 16,1 0 6-16,0-1-4 0,0 0 2 0,2 0 0 0,1 0-3 0,-1 1 0 16,-1 0 0-16,2-1-1 0,-1-1 2 0,1 0 3 0,2-2 1 0,1 0 3 15,0-1 2-15,1-1-2 0,1-1-1 0,0-1 0 0,2-1-1 16,2 0 2-16,-2-1-2 0,1 1 1 0,-1-1-4 0,2-1 0 0,-1-1 3 15,1 0-2-15,0-1 4 0,1 0-4 0,-2 0 2 0,-3-1-1 0,1 0 3 16,-2 1-1-16,-1-2 2 0,0 1-4 0,-3 0-2 0,-2 0 3 16,-1 0-2-16,-2 1 7 0,1-1-1 0,-1-1 0 0,0-1 1 0,-2 0 1 15,-1-1 1-15,-1 0-2 0,0-2-2 0,0 1-1 0,-1-1-2 16,-2 1 2-16,-1 0-2 0,1-1-1 0,-4 0 5 0,1-1-5 0,-2 0 4 16,0 0 8-16,-1 1-4 0,-2-1 7 0,-1 0-2 0,-4-3 2 0,0 0 2 15,-1 1 4-15,-3-2 5 0,0-1-5 0,-2-1 3 0,-3 1-1 16,-3-2 7-16,-3 2 1 0,-1-4 1 0,-3-1-4 0,-3-1-6 0,-3-3-3 15,-3 0-1-15,-4-1-4 0,-5 0-6 0,-3-1-8 0,-3 0-11 0,-5-2-5 16,-1 1-3-16,-7-1-8 0,-3 3 6 0,-4-1-7 0,-5 2 3 16,-3 1 9-16,-5 1-4 0,-2 1 5 0,-4 2-2 0,-5 2-8 0,-2 2 2 15,-5 1 2-15,-2 5-3 0,-3 2 2 0,-1 2-1 0,0 3-8 16,-1 3-2-16,-1 5-4 0,1 2-11 0,0 4-12 0,0 2-25 0,4 3-37 16,-1 2-48-16,3 5-44 0,2 2-23 0,3 1-1 0,-1 5 53 0,3 1-51 15</inkml:trace>
  <inkml:trace contextRef="#ctx0" brushRef="#br0" timeOffset="40835.22">15803 8447 1009 0,'-11'0'78'0,"-1"1"-37"0,0 2-16 0,4 1-20 0,3-1-5 16,1 1-5-16,1 1-5 0,1 1 2 0,-1 0-1 0,0 2 0 0,-2-1-2 15,0 1 0-15,0 1-1 0,-1-2 0 0,0 2 0 0,0 0 0 0,2-1 3 16,-1-1 0-16,1 0-1 0,0-2 1 0,1-1-2 0,0 1 2 16,1-2 5-16,0 1 2 0,1-2 2 0,0 1 2 0,0 0 6 0,0-1 0 15,0 1 2-15,1-2 2 0,0 1-2 0,1 0 3 0,1 0 1 16,0 0-2-16,1-1 5 0,1 1-1 0,0 0 1 0,2 0 3 0,0-1-3 16,0 0 0-16,1 0 1 0,1-1 0 0,0 0 3 0,0 0 2 0,0-1 3 15,1 1 1-15,-1-1 4 0,1 0 0 0,0-1-4 0,1 1-1 16,-1 0-8-16,-2 1-5 0,0 0-1 0,-1 0-3 0,-2 0 0 0,1-1 2 15,0 1-7-15,-1 0 4 0,0 0 0 0,0-1-4 0,-1 0 4 16,1 1 1-16,-2-1-4 0,1 0 4 0,0 1-1 0,-1-1 0 0,1 0-1 16,1 0-1-16,-1 0-3 0,1-1 3 0,0 0-2 0,-1 0 2 0,-1 0 0 15,0 1 0-15,1-1 2 0,0 0 0 0,0 1-3 0,-1 0 1 16,-1 0-1-16,-1 1 5 0,0 0 3 0,0 0-2 0,-1 0 0 0,-1 0-5 16,0 0-2-16,0 0-3 0,-1 0-3 0,-1 0-4 0,1 0 4 0,-2 0-3 15,-1 0-2-15,0 0-2 0,0 0 0 0,-1-1-1 0,1 0 4 16,-1 0 0-16,1-1 2 0,1 0-1 0,0 0 1 0,1 0 1 0,0-1-2 15,0-1 5-15,1 0-1 0,0 0-3 0,1-2 4 0,0 1 0 0,0 0 2 16,0-1 1-16,0 1 0 0,0 0 1 0,0 2-3 0,0 0 0 16,1-1-1-16,-1 2 2 0,0-1 1 0,0 2 1 0,0-1 1 0,0 1-1 15,0 0 0-15,0 0 1 0,0 0-5 0,1 0 2 0,1 1 2 16,-1-1-4-16,0 1 7 0,1 0-6 0,0 0 3 0,1 0 2 0,-1-1-2 16,1 1 0-16,0 0 2 0,-1 0-1 0,1-1-1 0,0 1 7 0,-1 0-8 15,1 1 6-15,1 0-2 0,-1 0 1 0,-1 0 1 0,1 1-1 16,0 0 6-16,-1 0-1 0,0 0-2 0,0 0 1 0,0 1-3 0,1 0-2 15,0 0 1-15,-1 1-3 0,1 2 3 0,-1 0 0 0,1 0-4 0,0 0 6 16,0 0-6-16,1 0 1 0,1 0 2 0,0 1-2 0,-1 0-1 16,1-1 1-16,0 0 1 0,0 1-2 0,0 0 3 0,0 0 3 0,-1 0 1 15,1 0 0-15,-2 0 1 0,1 0-5 0,0-1 4 0,-1 0-1 16,0 1-4-16,-1 0 3 0,1 0-3 0,1-1-2 0,-1 1 2 0,1-1-3 16,-1 0-2-16,1 0 0 0,1 1 1 0,0 0-1 0,1 0 1 0,-1 1-1 15,1-1 2-15,1 2-2 0,0 0 1 0,-1 0-2 0,0 1 1 16,1 2-2-16,-1 0 2 0,0 1 0 0,-1-2 2 0,1 2 4 0,0-3-2 15,0-1-1-15,2 0 7 0,-1-1 2 0,0 1 11 0,1-1 8 0,0 1-3 16,1 0-1-16,2-1-6 0,-2 1-6 0,2 0 0 0,-1-1-4 16,-1-1-3-16,1 0-3 0,-1 2 1 0,-1 1-4 0,1 0 2 0,-1 0-2 15,-1-1-2-15,2-2 5 0,-2 1-3 0,1-1 0 0,-1 0 2 0,0-1-2 16,-1 0 0-16,1 0 0 0,-1 1-2 0,1 1 2 0,-1-2 2 16,0 2-1-16,-1 1-1 0,1 0 0 0,0-1 2 0,0 1-2 0,1 0 0 15,-1-1 7-15,0 2-4 0,2-1 5 0,-2 1 3 0,2 0 0 16,0-1 4-16,0 0 2 0,1-1 0 0,-1 0 2 0,2 0 0 0,1-1-5 15,0 1 3-15,0 0-4 0,1-1 0 0,-1 0 0 0,0-1-2 16,0 1-3-16,1 0-1 0,-1 0 0 0,0 0 1 0,0 0 2 0,-2 0 0 16,0 1-2-16,0-1 0 0,-1 1-1 0,1 0-2 0,-1 0 2 0,-1 1-4 15,1-1 1-15,0 1 1 0,0-1-3 0,0-1-2 0,-2 1 2 0,2 0-3 16,-1 1 3-16,0-2 0 0,0 1-4 0,0 0 4 0,0-1-3 16,0 0-2-16,-1-1 3 0,1 1-1 0,0 0 1 0,0-1 2 0,-1 1-7 15,2-1-1-15,0-1-2 0,1 0 0 0,0-1 2 0,1 1 5 16,-1 1 4-16,1-1-4 0,-1 1 1 0,-2-1 0 0,2 2 4 0,-1-1 5 15,-1-1-2-15,1 1-1 0,-1 0-7 0,1 0-2 0,0 0 0 0,-1 1 3 16,1 0 4-16,-1-1-5 0,-1 1-1 0,1-1-1 0,0 1-5 16,0 0 7-16,-1 0 1 0,0-1-3 0,1 2 2 0,-1 0-4 0,0 0 1 15,1 1 1-15,-1-2 1 0,1 0 1 0,0 0 1 0,-1-1 2 0,-1 2-3 16,2 0 0-16,-1-1-1 0,1 1-1 0,1 1 4 0,-2-1-8 16,2 0 4-16,-1-2 0 0,0 0 0 0,0 0 2 0,0 0-4 0,0-1 6 15,0 0-3-15,0-1 1 0,1 1 1 0,0-1 1 0,0 1-3 0,1-2 10 16,0 2-5-16,0-2 6 0,0 1 0 0,0 1-2 0,-1-2-5 15,0 0-2-15,1 1 4 0,-1 0-3 0,1 1 2 0,-1-1-4 0,-1 1 1 16,1 0-3-16,0 0 4 0,-1 1 3 0,0 0-7 0,0-1 5 16,0 2-4-16,0-1 1 0,-1 1 0 0,1 0-2 0,0 0 0 0,-1 1-4 15,1-2 3-15,-1 2 1 0,1-3 0 0,0 2 3 0,0 0-1 0,-2-1-2 16,2 1 1-16,-1 0 1 0,1 0-2 0,0 0 2 0,-1 0 0 16,0 0 1-16,0-1 2 0,0 2-10 0,0-1 8 0,0 0-4 0,1 0-1 15,-1 0 7-15,0 0-7 0,-1 0 4 0,2-1-2 0,0 1 0 0,0 1 2 16,1-2 0-16,-1 1-2 0,-1 0-4 0,0 0 1 0,0 0 1 15,0-1 5-15,1 1-11 0,-1-1-2 0,0 1 1 0,-1 0 2 0,0 1 11 16,0 0 1-16,0 0 10 0,1 0 1 0,-2-1-4 0,0 0 1 0,0 2-14 16,-1-1 6-16,0 0 2 0,1 0 1 0,-1-1 1 0,0 0-8 15,-1-1 6-15,1 1-8 0,-1 0 2 0,1 0 5 0,0 0-6 0,0-1 8 16,-1 1-8-16,1-1-2 0,0 1 6 0,0-2-1 0,0 0 4 16,0 1-1-16,0-1-8 0,0 0 2 0,-1 0-4 0,1 1 4 0,0 1 0 15,-1-1-1-15,2 0 4 0,-1 0-3 0,0-2 2 0,0 1 1 0,0-1 1 16,-1 0-3-16,1 0 3 0,0 0-1 0,0-1-1 0,0 0 0 15,0 0 1-15,0-1-3 0,0 1 2 0,-1 0 3 0,1-1-5 0,-1 0 0 16,1 0 4-16,-1 0-2 0,1 0 1 0,0-1 1 0,1 1-3 16,-2 1 3-16,1-1-1 0,-1 1-6 0,1-2 8 0,0 1-3 0,0 1 1 15,-1 0 3-15,2 0-8 0,-1-1-2 0,-1 1 6 0,1 0-4 16,0 0-3-16,1 0 5 0,-1 0-3 0,0 0 8 0,1-1 0 0,-1 0-5 16,1 0 4-16,0 0-1 0,-1 1-1 0,1-1-4 0,1 0-1 0,-1 0 1 15,-1 1 4-15,1 0 1 0,0-1 1 0,0 1-6 0,0-1 4 0,0 1 3 16,0 0-3-16,0 1 3 0,0 0-2 0,1 0-1 0,-1 0 5 15,0 0-7-15,0 1 0 0,0-1-2 0,1 0 6 0,1 0 1 0,-1 0-7 16,0-1 9-16,0 1-7 0,1 0-1 0,0-1 6 0,0 2-3 0,0-1 0 16,0 0 1-16,0 0-3 0,-1 0 4 0,1 1-1 0,0-1 1 15,0 0 3-15,0 1-7 0,1-1 7 0,0 1 0 0,0-1-5 0,1 1 3 16,0-2 0-16,1 1-5 0,0 0 8 0,0 0-12 0,0 0 8 16,0 0-3-16,1 0-1 0,-2 1 9 0,2 0-3 0,0 0-3 0,0-1 2 15,0 2-10-15,0-1 12 0,0 1-7 0,0-1 2 0,-2 2 0 0,1-1-4 16,0 1 7-16,0-1 1 0,0 1-4 0,-1 0-4 0,1 1 2 15,0 0 0-15,1-2 5 0,-2 1 2 0,1 0-5 0,-1 0-11 0,1 0-2 16,-1-1-1-16,0 2 1 0,1-2 9 0,0 2 4 0,0-2 7 0,-1 2-2 16,2-1 2-16,-1 0 4 0,0 0-17 0,1 0 4 0,-1 0-2 15,1 1 2-15,-1-3 6 0,0 2-6 0,-1-1 2 0,1 0-1 0,1 1-1 16,-1 0 4-16,0 0-2 0,0 0-6 0,0 0 6 0,0 0 2 0,-1-1-3 16,-1 1 1-16,1 0-2 0,0 0 4 0,-1-1-4 0,1 1 2 15,-1-1-1-15,0 0 5 0,0 2-6 0,-1-2 5 0,1 1-1 0,-1 1-1 16,0-1 5-16,-2 1-5 0,3-1-3 0,-1 0 2 0,0 0 2 15,1-2-1-15,-1 2-1 0,0 1 4 0,0-1-3 0,0 0-1 0,0 0 2 16,0 0-8-16,0-1 4 0,0 1 0 0,0-2-2 0,0 2 6 0,0-1-6 16,0 1 7-16,0-1-1 0,0 0-8 0,0 1 8 0,0 0 0 15,-1 1-1-15,0-1-5 0,1 1 1 0,0 0-1 0,0 1 4 0,0-1 1 16,0 1 3-16,1-1-8 0,-1 1 4 0,0-1 1 0,-1 1-6 0,1 0 8 16,2 0-5-16,-1 0 4 0,0 0 3 0,1-1-9 0,-1 0 6 15,0 0-6-15,0 0 6 0,0 1 1 0,0-1-5 0,0 1 6 0,0-1-6 16,0-1-2-16,1 1 2 0,0-2 0 0,0 1 4 0,0 1-1 15,-1 0-16-15,0 2 1 0,2-1-3 0,-1 0 4 0,0 1 28 0,0 0-5 16,0 0 7-16,1-1-8 0,-1 0-8 0,0 0-1 0,0 0 0 0,0 0 5 16,0 0 1-16,0 0-7 0,0 0 1 0,-1 0 6 0,1-1-10 15,-1 1 7-15,1 0-1 0,-1 0-8 0,0 0 4 0,0-1 2 0,1 0 4 16,-1-1-1-16,1 0-1 0,0 1-4 0,-2 0 0 0,3 0 0 0,-1 0 4 16,0 0-4-16,0 1-2 0,-1 0 0 0,1 1 0 0,-1 0 2 15,1-1 2-15,1 1-6 0,-2 1 12 0,1-2-8 0,0 1 3 0,-1 0 1 16,0 0-13-16,1 0 7 0,0 0-2 0,0 0 8 0,0 1 7 15,0 0-11-15,0 0 0 0,-1 0-7 0,1 1 3 0,0-2 4 0,1 2 0 16,0 0 4-16,0-1-6 0,0 1 7 0,1-1-3 0,-1 1-2 0,-1 0 4 16,2 0-10-16,-1 0 10 0,-1-1 3 0,1 1-5 0,0-1-2 15,-1 1-2-15,1 0-3 0,-1-1-1 0,-1 0 8 0,1 0-4 0,-1 0 17 16,0 0 0-16,-1 1-8 0,2 0 8 0,-1 0-15 0,0 0 2 0,0 0 0 16,1 0-6-16,-1-2 4 0,1 2 4 0,-2 0-6 0,1-1 4 15,1 1-4-15,-1-1-4 0,0-1 12 0,0 1-8 0,0-1 4 0,0 0 2 16,0 0-4-16,1 1 5 0,-2-2-6 0,2 1-5 0,-2 0 8 0,1 0 0 15,0 0 5-15,1 0 2 0,-2 0-5 0,2 0-2 16,0 1-4-16,-1-1 4 0,1-1-4 0,0 0 6 0,-1 0 0 0,0 0-4 0,-1 0 5 16,1 0-3-16,0 0-2 0,0 0-4 0,0 0 3 0,0-2-1 15,0 2 11-15,0 0-3 0,0-1-10 0,0 1 4 0,0 0-6 0,0 0 3 16,-1-1 8-16,1 1-5 0,0 0 2 0,0 2-2 0,-1 2 0 0,1-1 2 16,0 0 0-16,1-1 0 0,1-1 0 0,-1-1-4 0,0-1 5 15,-1 0 1-15,1-1 0 0,0 0-8 0,1 0 6 0,0-1-9 0,-1 1-1 16,0 0 6-16,1 0 8 0,-1 0 13 0,1 0 5 0,-1 0-5 0,2 0-15 15,-1 1 1-15,0 0-5 0,1-1 2 0,-2 1 2 0,1 0-8 16,1 0 4-16,-2-1 2 0,-1 1 2 0,1 0 3 0,0 1-8 0,0-1 2 16,0 1-2-16,0 1-3 0,0-3 6 0,0 3 1 0,0-1-4 15,0-1-1-15,0 0 0 0,1 0 2 0,0 0 2 0,0 0-4 0,-1-1 0 16,1 1-4-16,-1 1 4 0,1-1 4 0,0 1-2 0,0-1 0 0,1 0 2 16,-1-1 0-16,2 1-2 0,0 0 0 0,-2 0 4 0,2 0-4 15,-1 1 2-15,-1-2 0 0,2 1-2 0,-1-1 1 0,1 1 1 0,-1-1 2 16,1 1 0-16,1-1-2 0,-2 0-4 0,1-1-2 0,0 2-2 0,0-2 12 15,0 0 0-15,0 1-6 0,0-1 6 0,-1 1-6 0,1 1 3 16,-1-1 5-16,1 0-8 0,0 2-6 0,0-1 4 0,0 2 4 0,0 1 0 16,0-1 0-16,0 0-6 0,0-2 2 0,-1-1-3 0,0-1 5 0,0 1 2 15,-1-1-2-15,1 1 5 0,0 0-1 0,1-1-2 0,0 1 6 16,0 0-5-16,0-1-3 0,-1-1-1 0,2 2 2 0,-1-1 5 0,0 0 0 16,-1 1 2-16,0-1-10 0,0 0-14 0,-2-1 5 0,2-1-2 15,-2 1-1-15,1 0 26 0,-1 0-1 0,0 0-1 0,0 1 5 0,-1 0-21 16,2 0 4-16,-2 1 6 0,0-2-6 0,0 1 8 0,0 0-2 0,0-1-2 15,0 2 0-15,-1-2 3 0,1 0-5 0,0 1 4 0,0 0-6 16,-1-2 4-16,1 2-2 0,-1 0-2 0,0 0 6 0,0-1-2 0,0 1 2 16,0-1 0-16,-1 0 3 0,1 1-3 0,-1-1-4 0,0 1 4 0,1-1-8 15,0 0 8-15,0-1 2 0,-1 1-4 0,0-1 3 0,0 0-3 16,0 0 4-16,-1 0 2 0,1-1-4 0,0-1-1 0,-1 2-1 0,1 0-4 16,-1 0 8-16,-1-1 2 0,0 1-2 0,1-2-2 0,0 1-2 15,0 0 2-15,-1 1-4 0,1-1 7 0,-1 1-5 0,0-1-2 0,0 0 6 16,0 0-2-16,0-1 2 0,0 1-4 0,-1-1-4 0,1-1 2 0,0 1 2 15,0 0 4-15,0-1-3 0,0 0 1 0,0 1-4 0,0-1 6 16,-1 1 6-16,1 0-8 0,0 0 0 0,0-1-4 0,0 1 4 0,0 0-1 16,0 0-1-16,1 0 4 0,-1 1-2 0,0-1 4 0,0 1 2 0,0-1-10 15,0 1 4-15,0 0-2 0,0 0-4 0,0 0 8 0,0-1-6 16,-1 1 2-16,1-1 2 0,0 1-2 0,0 0-2 0,0 0 2 0,1 0-2 16,-2-2 2-16,1 0-2 0,-1-1-4 0,1 1 8 0,-1 1-3 15,1-1 5-15,-1-1-2 0,1 1 2 0,0 0-4 0,0-1-2 0,0 0 6 16,-1 2-6-16,1-2 10 0,-1 1 0 0,1 0-6 0,-1 1-4 0,-1 0 0 15,1-1 4-15,1 0 0 0,-1 0 4 0,1-1-6 0,0 1-4 16,-1 0 2-16,1 0 6 0,-1-1 0 0,1 1 8 0,0 0-6 0,0-1-12 16,-1 0 8-16,0 0-4 0,1 0 4 0,0 0 2 0,-1 0-6 0,1 1 2 15,0-1 2-15,0 0-2 0,0 0 0 0,0 0-6 0,-1 0 2 16,0 1 4-16,1-1 2 0,-1 1 2 0,1-1-6 0,-1 1 2 0,0 0-6 16,1-1 0-16,-1 1 6 0,1-1 0 0,-1 0 2 0,1 0-4 15,0 0-2-15,0 0 0 0,0 0-4 0,-1 1 6 0,0-1-2 0,1-1 4 16,-1 1 2-16,0 1 2 0,0-1-6 0,0 0-6 0,1-1 10 0,-1 1-4 15,0 0 0-15,0 0 0 0,0 0-6 0,0-1-2 0,-1 1 4 16,1-1-12-16,0 0 2 0,0 0-2 0,-1 1-6 16,0-1 4-16,0 0-13 0,0 0-7 0,0-2-6 0,-1 0-13 0,0-1-12 0,1 0-13 0,-1-1-23 15,-1 0-19-15,2-2-16 0,-1 0-26 0,-1-2-25 0,2 0-37 16,-1-1-74-16,1-1-95 0,0 1-129 0,0-3-43 0,1-1 104 0,-1-1 111 16</inkml:trace>
  <inkml:trace contextRef="#ctx0" brushRef="#br0" timeOffset="44452.23">12552 10918 1611 0,'-12'8'169'0,"2"1"-83"0,-2 4 13 0,5 1-5 0,5 0-15 0,3 2-27 15,2 0-9-15,2 2-6 0,3 0 3 0,-1 2-2 0,3-2 6 0,1 1 5 16,0 1-2-16,1-2-4 0,3-2-5 0,0 0-3 0,1-1-3 16,2-1-6-16,-1-2 0 0,1-1-5 0,2-1 0 0,-1-2 1 0,1-1-1 15,0-1-5-15,0 0-4 0,-2-1 0 0,0-1-4 0,0 0 2 16,-1 1 1-16,0-2-4 0,0 0 3 0,-3 1-3 0,-1-2-2 0,2 0 3 15,-1 0-3-15,0-1-5 0,-1-1-1 0,1 0 1 0,0 0 0 16,0-1 8-16,0-1-6 0,0-1-1 0,0-2-6 0,-1 0 2 0,0-2-5 16,-2 0-11-16,0 0-9 0,0-1-20 0,0 0-18 0,-2 0-26 0,0-1-31 15,-2 0-39-15,0 0-58 0,0 0-63 0,-2-2-60 0,1-1-79 0,-2-2 7 16,-1 1 95-16,0-2 7 0</inkml:trace>
  <inkml:trace contextRef="#ctx0" brushRef="#br0" timeOffset="44668.23">13191 10636 1801 0,'-11'5'432'0,"2"1"-307"0,-2 1 9 0,5 3-34 0,3-1-33 15,2 3-19-15,2 0-17 0,1 2-4 0,2 2-8 0,0 3 1 0,0 2 0 16,0 2 3-16,0 3 9 0,-2 1 7 0,0 4-2 0,0 0-3 16,1 3-1-16,-1 1-9 0,0 1-3 0,0 1-6 0,-1 2-11 0,0 1 4 15,1-1 1-15,0 1-5 0,1 0-3 0,0-1-4 0,0 2-2 16,-1-2-1-16,2-1-4 0,0 0-9 0,2-3-7 0,0-1-12 0,0-1-20 15,1-1-21-15,0-1-14 0,0-2-16 0,0-2-11 0,-1-2-16 16,0-4-27-16,0 0-38 0,0-3-48 0,-1-3-53 0,0-2-48 0,0-3-19 16,0-3 45-16,-1-2 99 0,0-2 10 0</inkml:trace>
  <inkml:trace contextRef="#ctx0" brushRef="#br0" timeOffset="45235.61">13483 11079 1989 0,'2'-1'159'0,"2"-1"-102"0,2 0-4 0,4 0-10 16,1-1-13-16,5-2-7 0,2-1-8 0,2-2-13 0,2 1 2 0,-1-1-2 15,-1 0 2-15,-1 0 2 0,0-1-4 0,-2 1-7 0,-3-1-5 0,0 0 7 16,-3 1 1-16,0-2 4 0,-2 1 5 0,-2-1-1 0,-1-2 3 16,-1 0 4-16,-2 0-7 0,-1 0 0 0,-2-2-3 0,-1-1 0 0,-2-1 2 15,0 1-1-15,-2 0 4 0,-1 1-8 0,0 0 8 0,-3 2 1 0,0 2-4 16,-2 1 9-16,-1 1-10 0,-1 1-2 0,0 2 0 0,-2 2-2 15,0 1 4-15,0 2 4 0,1 3 0 0,0 0 1 0,0 4-1 0,0 1 1 16,1 1-5-16,0 1 2 0,0 3 8 0,1 2-6 0,2 3 8 0,1-1-2 16,3 2-9-16,-1 2 6 0,2-1-6 0,1 1 1 0,2-1 2 15,1-1-3-15,0 0 3 0,3 0-3 0,0 0-2 0,3-3-1 0,0 1 1 16,2-2-1-16,0-1-2 0,2-1 3 0,3-1-2 0,0-1 1 16,3-3-2-16,0 0 0 0,2-3 3 0,0-2 1 0,1-1-3 0,-2-1 1 15,3 0-2-15,0-1 0 0,-2-1-3 0,2 0-6 0,-2 0 0 0,1-3-2 16,-2-3 4-16,0-3-4 0,0-3-5 0,-1-2-8 0,0-1-6 15,0-2-5-15,1 0-4 0,-1-1-6 0,-1 1-4 0,1-2 4 0,-1 0-15 16,0 0 5-16,-1-1 11 0,1 1 6 0,-1 0 19 0,0-2 15 0,-1 0 4 16,1 1 9-16,0 0 4 0,-1 1-2 0,-2 2 1 0,-2 0 2 15,-2 0 8-15,-1 2-6 0,0 1 4 0,-2 2-3 0,-1 1-3 0,-1 1 8 16,-1 3 5-16,0 0 2 0,-2 2 3 0,0 1 0 0,-1 1 2 16,-2 2 1-16,1 0 1 0,1 2-6 0,-1 0-8 0,-1 2-1 0,1 0-4 15,-1 1-1-15,1 1 4 0,0 0-6 0,-1 2-6 0,1 1 3 0,1 0-1 16,0 2-5-16,1 1 8 0,2 2-7 0,0 1 4 0,0 2 5 15,1-1-2-15,1 3 5 0,1 0-16 0,2 1 6 0,-1 2 2 0,1 2 0 16,-1 0 13-16,0 2-3 0,-1-1 1 0,0-1 11 0,-2 0-3 0,-1 1-9 16,-1-1 1-16,-2 2-10 0,-2-2 1 0,-2 2 0 0,-2 0-10 15,-1-1-5-15,-2 1-1 0,0-1-8 0,-2 0-8 0,0-1-7 0,-1-1-7 16,2 1-8-16,-1-1-1 0,-1-1-7 0,2-1-13 0,0-1-5 16,3-3-23-16,0-1-28 0,4-1-49 0,2-1-73 0,3-3-111 0,4 0-118 15,3-3-33-15,6 0 125 0,2-2 82 0</inkml:trace>
  <inkml:trace contextRef="#ctx0" brushRef="#br0" timeOffset="45718.61">21599 7704 1924 0,'-12'2'1420'15,"2"2"-1400"-15,-1 2-43 0,6 1-33 0,4 0-13 0,2 4 9 0,2 3 14 16,2 3 23-16,0 1 20 0,0 2 5 0,-2 1 1 0,0 1 4 15,-2 3-3-15,-2 3-1 0,1 0-3 0,1 2 0 0,-1-1-3 0,1 0-4 16,0-1-2-16,1 0-1 0,0-3-3 0,0 1-6 0,0-4-5 0,0 0-12 16,-1-2-13-16,-1-1-6 0,0-3-7 0,-1-1-14 0,0-2-2 15,-1-1 6-15,-1-3 2 0,0 0 8 0,-1-1-9 0,0-2-21 0,-1-2-22 16,-1-1-39-16,1-3-45 0,0-1-64 0,0-2-41 0,-1-3-10 16,0-2 35-16,0-2 56 0,1 0 55 0,0-3 55 0,1-3 38 0,1-2-24 15</inkml:trace>
  <inkml:trace contextRef="#ctx0" brushRef="#br0" timeOffset="46001.61">21597 7455 405 0,'5'-14'134'0,"3"0"-72"0,1-1-1 0,0 4 7 15,1 5 11-15,-1 1 27 0,0 4 13 0,1 2 10 0,-1 3 0 0,0 3-13 16,1 3-13-16,0 1-14 0,1 3-12 0,0 3-8 0,1 3-1 16,0 1-5-16,1 2-4 0,2 1-1 0,0 1 0 0,1 1-8 0,1-2 3 15,1 1 1-15,1-1-8 0,1 0 0 0,1-2-10 0,-2-2-5 0,-1-2-6 16,1-2 2-16,-1-1-3 0,-3-4 4 0,0-1 2 0,-3-2 3 15,-1-2 6-15,-1-2 1 0,-3-3 5 0,-1-1-1 0,1-1-7 0,-1-3-1 16,-1-1-1-16,0-3-2 0,0-2 1 0,1-1-4 0,0-5-10 0,0-1 0 16,1-2-4-16,-2-2-6 0,1-4-3 0,0 0 5 0,0-4 1 15,1-1-1-15,0-2 11 0,0-1-13 0,1-1-5 0,1 1-3 0,-1 0-4 16,3 3-5-16,0 1 6 0,1 3-5 0,0 2 5 0,1 4-3 16,0 4-3-16,0 3 4 0,-1 4-11 0,-3 2 1 0,-1 3-1 0,0 2-8 15,-1 2-9-15,-1 0-18 0,0 2-27 0,-1 1-36 0,-1 1-56 0,0 2-63 16,-1 0-68-16,0 0-84 0,0 1-76 0,0 0 17 0,1 0 95 15,0 2 14-15</inkml:trace>
  <inkml:trace contextRef="#ctx0" brushRef="#br0" timeOffset="46285.61">22791 7520 1738 0,'5'16'1010'0,"2"2"-970"16,4 7-44-16,2 0-27 0,1-1 8 0,4-1 7 0,1-1 8 15,1-1 16-15,-2-2-3 0,-1-3 5 0,-1-1-1 0,-2-2 5 0,0-2 4 16,-1-2 0-16,0-2 5 0,-1-3 3 0,0-1-1 0,0-2 2 0,0-3 2 16,0-2-4-16,-1-1 8 0,0-4-9 0,0-2 3 0,0-3-6 15,-1-1-6-15,1-3 4 0,-2-2-5 0,-1-3-5 0,0 1 12 0,-1-2 0 16,-1-1-4-16,-2-1 12 0,-1-1-14 0,-2-1 0 0,-2-1-1 16,-2 1 4-16,-2-2-4 0,-1 0-3 0,-3-1 1 0,0-1 1 0,-4 0-2 15,-2 1-1-15,-1 2-2 0,1 5-1 0,-4 3-4 0,-1 3-1 0,-1 5-5 16,-2 1-6-16,-2 3-13 0,-1 3-19 0,-3 2-14 0,-1 3-9 15,-2 3-1-15,0 5 5 0,-1 5-10 0,0 3-31 0,-2 5-72 0,-1 4-120 16,-2 4-235-16,-2 9-197 0,-2 4-137 0</inkml:trace>
  <inkml:trace contextRef="#ctx0" brushRef="#br0" timeOffset="47101.63">16058 13759 1224 0,'-4'6'749'0,"0"1"-636"0,0 3-19 0,2-3-6 0,2-1-23 16,1 0-26-16,1-1-21 0,1 0-8 0,2 0-7 0,1-1 3 0,0 1 5 15,-1-1-1-15,0-1 4 0,0 0 6 0,1-1-7 0,-1-1-2 16,1-1-5-16,1 0 5 0,-1-1-3 0,0-1 4 0,0-1 4 0,0 0-7 15,-1-1 7-15,0-1-2 0,-1 0 1 0,1-2-4 0,-2 1 0 0,1-2 0 16,-1-1 2-16,-1-1-2 0,1 1-1 0,-1-2 1 0,-1 0-3 16,0-1 1-16,0 0-1 0,-1-1-3 0,1-1 1 0,-1 1-1 0,-1 1-3 15,1 1 2-15,-2 1 3 0,2 3-5 0,-1 1 4 0,-1 1 4 0,1 2 6 16,-1 1 6-16,1 2 8 0,-1 1-7 0,0 1 0 16,0 2-4-16,0 0-3 0,0 2 1 0,-1-1-3 0,1 3 1 0,-1 2-3 0,1 1-2 15,0 2-3-15,0 0 0 0,0 1 3 0,0 1-5 0,0 1 2 0,2 1 1 16,0-1-6-16,0 2 3 0,1-1-1 0,0 0-8 0,0 0 8 15,1 0-4-15,0 0 0 0,1-2-2 0,0 1-7 0,1-2 8 16,0 1 2-16,0-2-4 0,2 1 1 0,-1 0-5 0,1 0 4 0,1-1-4 16,0-1-1-16,-1 0-1 0,1 0-1 0,0 0 1 0,0 0-1 0,0-2 3 15,0 1-11-15,0-1 6 0,-1-1 4 0,-1-1 1 0,-1-1 4 0,-1 0-4 16,-2-2-3-16,0 0-5 0,-2 0 0 0,0 0-13 0,-1 0-9 16,-2-1-2-16,-2 0 1 0,0-1 13 0,-2-1 7 0,1 1 2 0,-2-2 5 15,1 1 6-15,0 0 2 0,1-2 4 0,-1 1 4 0,0-1-7 0,0-1 10 16,0 1 0-16,2-1 2 0,-2 1 4 0,2 0-4 0,0 0 1 15,-1 1-2-15,2-1 5 0,-2 1-2 0,2 1 4 0,-1 0-1 0,1 0-6 16,1 1 10-16,-1 1-1 0,1-1 5 0,1 1-2 0,0 0-2 16,1 0-4-16,1 0 0 0,0 0 0 0,1 1-5 0,1-2-3 0,1 1 0 15,0-1-1-15,2-1-2 0,1 1-6 0,1-1 2 0,2 0-5 0,0-1-3 16,2-1 3-16,1-1-11 0,-1-1-11 0,2-1-18 0,1-2-27 16,2-1-43-16,-1-2-59 0,2-1-87 0,2-2-164 0,2-1-175 0,0-3 29 15,3-1 35-15</inkml:trace>
  <inkml:trace contextRef="#ctx0" brushRef="#br0" timeOffset="47736.16">22620 10357 2178 0,'1'5'237'16,"1"2"-200"-16,2 3-54 0,3 1-17 0,1 2 4 0,4-1 5 0,0 1 15 15,1 2 11-15,1 1 10 0,-1-1 4 0,0 2 3 0,1-2 10 16,0-1-1-16,0-1 1 0,-1-1-6 0,-1 0-3 0,4-2 1 0,-1-1 9 16,2-2-1-16,1 0 4 0,1-3-5 0,1 0-1 0,0-2 6 15,0 0-2-15,0-2 2 0,-2 0-5 0,1-1 1 0,-1-1 7 0,-1-2 3 16,2 0 4-16,0-1-6 0,-1-3-7 0,0-1-7 0,0-1 4 0,1-2-3 15,-1-2-8-15,1 0-1 0,0-2-10 0,-3-3 1 0,1 0 4 16,-1-1-2-16,-2-1 3 0,-2 1 8 0,-2 0-3 0,-1-2 8 0,-2 1 2 16,-1-1-2-16,-4-1 6 0,-2 1-4 0,-3-1 3 0,-3-1-4 0,-2 3-4 15,-2-1-6-15,-1 4-3 0,-4 1-4 0,0 2 3 0,-2 1-5 16,-1 3-10-16,-4 3 1 0,-2 2-20 0,-1 2-5 0,-3 2-3 0,0 2-8 16,-3 1 1-16,0 3-11 0,-2 2-23 0,-2 1-48 0,-3 4-76 0,-1 1-128 15,-1 2-282-15,-3 3-232 0,-2-1 11 0</inkml:trace>
  <inkml:trace contextRef="#ctx0" brushRef="#br0" timeOffset="57003.17">19911 7298 1 0,'54'29'22'0,"-28"-13"433"0,-12-5 560 0,-11-8-507 0,-3-3-525 0,0 2-10 0,0 2-12 15,1 1-14-15,3 0-23 0,3 0-26 0,2 2 0 0,1-1 5 16,1-1 15-16,-1 1 14 0,0-1-5 0,-2 0-8 0,-1-1-5 0,-1-2 10 15,-3 0 16-15,-2 0 22 0,-1-1 19 0,-1-1 12 0,-1 1 5 0,-1 0 0 16,-2 0-3-16,-1 0-9 0,-2 0-9 0,0 1-8 0,-2 0-11 16,0 1-1-16,0 0-1 0,-3 0 5 0,1 0 7 0,0 1 7 0,-1-1 9 15,2-1 5-15,0 0 8 0,-2-1 5 0,2-1 9 0,-1 0 8 0,0 0 8 16,4-2 8-16,-2 0 7 0,2-1 2 0,1-1 2 0,0 0-4 16,0-2-7-16,1 1-6 0,0-1-6 0,1 1-5 0,-2 1-4 15,1-1-5-15,-1 0-2 0,-1 0-5 0,2 0 1 0,-1 0-1 0,-1 1-2 16,0 0-1-16,2-1-5 0,-2 1-4 0,0 0-4 0,-1 0-4 0,0 0-4 15,1 0-4-15,0 2-4 0,1-1-2 0,2-1 5 0,-1 2 0 0,0-1 5 16,1-1 5-16,0 1 2 0,1-2 5 0,-1 0 4 0,1 0 5 16,1-1 1-16,0-1 2 0,1 0 3 0,-1 0 0 0,1-3 3 0,-1-1-1 15,1 1 1-15,-1-1 3 0,0 0 1 0,-1 2 3 0,-1-2 5 16,-1 0 0-16,-1 1 1 0,-3-1-1 0,-1 1 1 0,-3 1 1 0,-1 0 3 16,-3 1 6-16,-2 0 6 0,0 0 5 0,-2 1 3 0,-3 0-3 0,0 1-4 15,-2 1-2-15,-2-1-7 0,-1 0-2 0,-1 2-3 0,-2 1-4 16,1 0-4-16,-3 1-2 0,2 1-3 0,-2-1 0 0,-2 1-4 0,0 0-3 15,-2 0-3-15,1 1 2 0,1 1 0 0,-1 0 4 0,0 1 1 0,0 2-1 16,1 1 2-16,-1 1 4 0,0 2 3 0,1 1 6 0,0 1 4 16,0 0-1-16,4 1 2 0,0 1 6 0,3 0 1 0,0-1-1 0,3 3 0 15,-1 0-9-15,4 1-4 0,1-1-1 0,3 3-5 0,4 1 0 0,1 0-2 16,3 0-4-16,1 0-3 0,3 1-6 0,2 1-3 0,4 1-5 16,3 3-5-16,4 1-4 0,3 1-4 0,4 1-8 0,4 2-14 0,1-2-22 15,5 1-23-15,5-1-29 0,4 1-31 0,5 0-29 0,2 0-30 0,2 0 0 16,3-3 19-16,1-2 39 0,4-5 51 0,1-4 40 0,2-4 23 15,2-4-36-15</inkml:trace>
  <inkml:trace contextRef="#ctx0" brushRef="#br0" timeOffset="69054.19">16102 7003 204 0,'19'2'145'0,"3"1"-103"0,9 2-2 15,1 3-18-15,3 2-8 0,1 1-5 0,3 1-3 0,2 2-1 0,1 0-4 16,0 1-1-16,2 1-1 0,-1-3-3 0,3 1 1 0,1-2-6 16,1-2-2-16,0 0-2 0,-2-3 1 0,0-1 3 0,1-3 3 0,-1-3 6 15,2-1 4-15,-1-3 0 0,1-2 5 0,-1 0 1 0,-3-3 4 0,1-1 5 16,1-1 6-16,-3 0 8 0,-1-1 7 0,-4 1 6 0,0-1 5 15,-3-1 2-15,0 1 1 0,-3-1 1 0,-2 2-1 0,-2-2-2 0,-2-1-4 16,-2 1-7-16,-1-2-7 0,-2 2-4 0,-3-1 4 0,-2 0 0 0,0-1 3 16,-3 1-2-16,-2-3-5 0,-3 1-2 0,-1-2-8 0,-4 1 0 15,-3-4-6-15,-3 0-2 0,-4 1 4 0,-2-2-7 0,-5 1 4 0,-3 1 4 16,-3-2 0-16,0 1 7 0,-5-2-6 0,0-1-5 0,-5 1-2 16,-1-2-8-16,-4 1-1 0,-2 1-1 0,-4 0-1 0,-1 1-3 0,-3 0 2 15,-2 0 0-15,-4 2-4 0,-1 1 2 0,-2 1-1 0,-2 3-3 0,-2 2 3 16,-3 1 5-16,-2 2 3 0,-1 3 4 0,-1 3 2 0,-4 2 1 15,0 3 0-15,0 2 1 0,-4 3 0 0,2 3 6 0,0 4 0 0,1 2 1 16,0 4 2-16,2 4-4 0,2 3 0 0,-1 3-3 0,3 3-5 0,2 3-4 16,3 3-5-16,3 4-8 0,2 1-17 0,5 2-34 0,5 0-118 15,4 3-136-15,1 1-98 0,4 2-144 0</inkml:trace>
  <inkml:trace contextRef="#ctx0" brushRef="#br0" timeOffset="81220.91">23752 13917 960 0,'3'5'102'0,"1"1"-65"0,1 1-40 16,-1-1 0-16,0-1-20 0,2-1-20 0,-2 1-18 0,2-1-13 0,0 0 15 15,-2-1 10-15,1-2 9 0,-2-1 4 0,0 0-2 0,-1-2 5 16,-3 1 12-16,0 0 19 0,-1-2 22 0,-2 1 18 0,1-1 9 0,-1 0 13 16,0 1 0-16,0-1 0 0,-1 0-5 0,-1 0-8 0,0 0-8 15,-1 0-9-15,-1-1-5 0,1 0-6 0,-1-1-5 0,-1-1 3 0,-1 0-7 16,0 0 0-16,1-1 0 0,-1 2-9 0,1-1 3 0,0-1-4 0,-1-1-1 15,0-1-2-15,1 1-2 0,-2 0 2 0,1-1 0 0,-1 0 2 16,0-2 5-16,-1 0-1 0,1 0 0 0,0-1 3 0,-2 1 1 0,-1 0-1 16,-1-2 3-16,0 2-5 0,1-1 4 0,-2 0-4 0,-2 0 1 0,1-2 1 15,-3-1-6-15,-1 0 3 0,-1 0 2 0,-3-2-2 0,-2-1 4 16,-1 0-1-16,-2 2-2 0,0-1 5 0,-2 0-3 0,1 2 1 0,-2 1 4 16,1-1 2-16,-2 2 6 0,2 1 11 0,1 2 7 0,1 1 8 15,2 2 2-15,-1 3-3 0,2 1-4 0,2 1-6 0,1 3-13 0,2 2-7 16,0 0-9-16,0 3-9 0,0 2-1 0,-2 0-4 0,1 3-5 0,1 2-4 15,-1 2 0-15,0 2 3 0,-1 1-1 0,-1 3 8 0,1 4 1 16,-2 1 8-16,1 3 13 0,-1 1 4 0,0 2 1 0,1 0 5 0,-1 2-3 16,1 0 2-16,1 3 9 0,-1 0-10 0,1 0 6 0,-1 3-2 0,2-3-8 15,0 1 4-15,1 1-6 0,5-2-1 0,0-1-6 0,2 0-2 16,2-1 1-16,2 1-2 0,1-2 0 0,2-1-1 0,3-3-4 0,1 1 9 16,4-2-1-16,2 0 1 0,3 0 1 0,2 2-2 0,2-3-2 15,3 1 10-15,3-1-2 0,3 2 0 0,3-1 7 0,3 2-8 0,5-1 5 16,1 1 2-16,4-1-6 0,0 1 0 0,2-1-10 0,3 3 5 0,2-2 9 15,2 1 10-15,3-2 7 0,2-2 2 0,0-1-1 0,1-2-3 16,1-1-4-16,0-1-7 0,1-1-2 0,1-2-10 0,0 0-4 0,1-2 2 16,-1-2-12-16,3-2 14 0,-2-2 1 0,2 0-3 0,0-2 5 0,-1 0-9 15,-1-2-1-15,-1-2-4 0,0-1 5 0,2-1-3 0,-3-3-4 16,1-2 4-16,-2-2-9 0,0-2 6 0,1-2 4 0,1-2-3 0,-1-2-6 16,-1-4-2-16,0-1-1 0,-1-3 7 0,-1-3 2 0,0-2 0 0,-3-2 0 15,-2-2 0-15,0 1 8 0,-3-2 3 0,-1 0-2 0,0 0-4 16,-4-2 6-16,-1-1-2 0,-3 1 3 0,-2-2 7 0,-2 3 3 0,-2-1-2 15,-2 1 6-15,-3-1-7 0,-2-1-8 0,-5-1 6 0,-3 1-5 0,-3-4 2 16,-3-1 2-16,-3-3-3 0,-2-4-3 0,-4-1-4 0,-4-2-6 16,-3-2-2-16,-5-2-1 0,-4-3 0 0,-5 0-3 0,-5 0 1 0,-3-1-3 15,-7 0-10-15,-4-1-6 0,-4 0-10 0,-5 1-8 0,-4 0-7 0,-7 1-22 16,-3 0-31-16,-6 3-37 0,-4 2-49 0,-3 2-55 0,-6 4-59 16,-1 1-74-16,-8 3-14 0,-5 2 61 0,-8 5 7 0</inkml:trace>
  <inkml:trace contextRef="#ctx0" brushRef="#br0" timeOffset="84671.91">16600 10885 157 0,'-3'-4'30'0,"0"1"-16"0,0 0 1 0,2 1-4 16,1 2-6-16,0 0-11 0,1 1-10 0,-1 0-12 0,1 1-10 16,0 0 1-16,0 0 6 0,0 0-25 0</inkml:trace>
  <inkml:trace contextRef="#ctx0" brushRef="#br0" timeOffset="85053.91">16393 11139 120 0,'-3'-4'50'16,"1"1"-18"-16,1-1 2 0,1 0-7 0,1 1-11 0,1-1-9 16,0 1-4-16,1 0-1 0,-1 0-3 0,0 1-1 0,0 0-3 0,0 0-4 15,0 0-3-15,-1 0-5 0,0 0-4 0,0 1-3 0,-1 1 1 0,0-1 0 16,-1-1 2-16,0 2 2 0,0-1 3 0,-2 1 4 0,1 1 2 16,-1-1 3-16,-1 2 3 0,0-1 0 0,-1 1 3 0,0 1 0 0,0 0 1 15,-1 1-1-15,0 0 0 0,0 0 1 0,1 0 0 0,0 2 0 16,0-1 0-16,0 0-1 0,1 0 1 0,1-2-2 0,0 1 0 0,1 0 0 15,0 0-3-15,1-2 2 0,-1 1 1 0,1-1 1 0,-1-1 1 0,2 1-1 16,-1 0 1-16,0-1 0 0,0 1 1 0,-1 0-1 0,0-2 1 16,0 1-1-16,1 1-1 0,-1-1-2 0,0 1-17 0</inkml:trace>
  <inkml:trace contextRef="#ctx0" brushRef="#br0" timeOffset="85670.92">16232 11093 253 0,'-8'-1'51'0,"1"0"1"0,-1 0 5 0,2 1-10 15,2 0-17-15,1 0-13 0,0 0-8 0,1 0-3 0,0 1-2 16,-1 0-1-16,0-1-2 0,0 1 1 0,-1-1-1 0,1 0 0 0,-1-1 2 15,0 0-1-15,-1-1 0 0,1-1 2 0,1-1-2 0,0 0 1 0,1-1 3 16,0-1-2-16,0-1 0 0,0 0 2 0,0-1-1 0,1 0 0 16,0 0 3-16,0 1 4 0,0 1 4 0,0 0 8 0,-1-1 2 0,1 1 3 15,0 0 2-15,1 0-4 0,0 1 3 0,1-1-7 0,0 1-6 0,1-1 2 16,1 2-8-16,0-2 0 0,1 1 0 0,1-1-4 0,0 1 0 16,1 0 1-16,1 0-2 0,0 1 2 0,0 0 1 0,1 0 4 0,-1 1 0 15,2 0 5-15,0 1 3 0,1 0-3 0,0 0-2 0,1 1-4 16,-1 1-3-16,1 0 0 0,1 1-1 0,0 0-3 0,0 0-2 0,0 0 0 15,0 1 0-15,2-1 1 0,0 1 1 0,1-1-3 0,-1 1-1 0,1-2-1 16,1 1-1-16,1 0 5 0,1-1-2 0,2 0-1 0,-1-1 2 16,0 1-1-16,1-1-1 0,1-1-1 0,-1 1-2 0,2-1 1 0,0 1 0 15,-1 1 6-15,-1-1-2 0,-2 1-2 0,-2 2-2 0,0 0 0 0,-3 1 0 16,-1 2 1-16,-1-1 3 0,-3 3-2 0,0 1 5 0,-1 1 1 16,0 1-3-16,-1 0 2 0,-2 1 1 0,0 1-1 0,-3 1 2 0,-2 2 1 15,-1 0-5-15,-2 0 4 0,-2 0 1 0,-1-2 0 0,-1-1-1 16,0 1-1-16,-1 0-2 0,-1 0 1 0,-2 0-2 0,-2-1-2 0,-1 2 4 15,1-1-4-15,-1 1 1 0,-2 0-2 0,-1 0-1 0,0 1 1 0,-2 1-1 16,0 0 2-16,0 1-1 0,0-1 2 0,0 0-2 0,1-2-3 16,-3 0-1-16,-1 0 1 0,1-1 3 0,-2-1 6 0,1-1 2 0,-1 1 4 15,-1-2 0-15,0-1 6 0,-1 0 0 0,0-2 1 0,0-2 0 0,0-2 3 16,1-1 5-16,1 0 3 0,2-2 1 0,1 0 4 0,0-2 2 16,3-2 0-16,-1 0 5 0,1-2-3 0,0-1-1 0,2-1 2 0,-1-1 1 15,3 0 2-15,0-2 2 0,4 0-4 0,0-1 2 0,1 0-7 0,3-1-9 16,1-1-2-16,1-1-18 0,3 0-5 0,0-1-6 0,1 1-1 15,3 0-2-15,2 0-2 0,1 1-4 0,2 0 3 0,2 1-4 0,1 0-4 16,0 0-1-16,4 1-16 0,0-1-35 0,2 2-41 0,-1-2-54 16,4 1-72-16,0 0-71 0,1 1-30 0,3 2 17 0,1-1-30 0</inkml:trace>
  <inkml:trace contextRef="#ctx0" brushRef="#br0" timeOffset="86604.92">18644 10654 49 0,'-7'0'18'0,"1"-2"2"0,-4 0 2 0,2 0-1 15,0 0-3-15,0 1 2 0,-1 0-1 0,0 0 1 0,0-1 0 0,1 1-1 16,-1 0-5-16,-2 0-3 0,0 0-1 0,-1 1-1 0,-1 0 0 16,-1 0-3-16,-1 0-2 0,2-1-2 0,-1 1 3 0,2 0 1 0,0-1 5 15,0 0 2-15,1-1 6 0,0 1 1 0,1 0 6 0,1 0 2 16,-1 0-2-16,2-1 4 0,0 0 4 0,1 0 1 0,0 0 14 0,1-1 6 16,2 0 4-16,-2 0 8 0,2-1 3 0,0 0 6 0,0 0 3 0,0-1-1 15,1 2-4-15,0-2-8 0,0 1-5 0,1 0-13 0,0-1-10 16,1 0-4-16,0 1-11 0,1 0-1 0,0 0-2 0,1 0-5 0,0 0-2 15,2 0-2-15,0 0-2 0,1 0-1 0,1 0 0 0,1-1 5 0,0 0 1 16,2 0 2-16,-1 1 5 0,3-1-1 0,0 1 2 0,1-1 0 16,-1 0-5-16,2 0 4 0,-2 0 0 0,2-1-2 0,0 0 4 0,1 2-9 15,1-1 4-15,-1 0-1 0,1 0-1 0,2 1 5 0,0 0 0 16,-2 0-4-16,2 1 0 0,-1 0-4 0,-1 0-3 0,0 2 3 0,1 0 0 16,0-1 8-16,0 1-4 0,-1 1-2 0,2-1-2 0,1 1-3 0,0 1 4 15,0-1-3-15,1 1-2 0,-1 0-5 0,0 0 3 0,0 1 3 16,1-1 0-16,-1 1 3 0,-1 1-7 0,0 0-2 0,0 0 4 0,-1 0-1 15,-2 2 0-15,1-1-1 0,-1 0-5 0,0 1 1 0,0-1 2 0,-2 0 1 16,2 0-4-16,0 1 5 0,-1 0-3 0,0 0 3 0,-2 1-2 16,1-1-5-16,0 1 1 0,0-1 0 0,0 1 1 0,-1 0 6 0,1 0-7 15,-1 0 5-15,1 0-5 0,-2 1 4 0,0 0 3 0,0 0-4 16,-1 1 3-16,1-1-3 0,0 1 3 0,-1-1-3 0,-1 0 2 0,-1 2-3 16,0-1-2-16,0 1 5 0,-1 1-1 0,0-1-4 0,-1-1 2 0,1 1-1 15,-2 1-4-15,0-1 8 0,0 1-2 0,-1-1-3 0,-1 0-5 16,0-1-4-16,-2 0 2 0,0 0 6 0,-1 1 6 0,-1 0 1 0,-1-1 0 15,-1 1 5-15,-2-1 1 0,0 1-3 0,-1 2 3 0,-3-1-11 0,-2 0 2 16,-1 0 2-16,-1 0-2 0,0 0 1 0,-2 2-2 0,0 1 1 16,0-1 1-16,0 1-5 0,-1-2 2 0,0 1 2 0,-1 0-4 0,-1 0 4 15,0 0 0-15,1-1-3 0,0 0 3 0,-1-1-5 0,2 1 2 0,-2-1-1 16,0-1 11-16,1-2-5 0,-2 1-2 0,0 0 1 0,1-1-1 16,-1-1 3-16,-1-1 2 0,1-2-3 0,-2 1-4 0,0 0 2 0,1-1 3 15,-1-1-4-15,-1 0-1 0,-1 0 2 0,-1-1-6 0,1 0 9 16,0-1-1-16,1 0 1 0,2 0 2 0,1-2-7 0,3 1 2 0,-2-2 4 15,3-1 0-15,1 0 3 0,0-1-1 0,1-1 0 0,1-1 0 0,1-3 4 16,1 0-2-16,0 0-2 0,0-2-3 0,1-1 4 0,1-1 5 16,1 0 1-16,1 0 8 0,0-2 0 0,1 0-8 0,1-1 0 0,1-1-8 15,1-1-5-15,1-1-3 0,1 1-5 0,1-1-6 0,0 1-3 16,2 0-2-16,0 1 3 0,2 0 8 0,1 1-4 0,0 4-6 0,1-2-18 16,1 2-18-16,-2 1-34 0,0 1-43 0,0 1-45 0,-1 0-91 0,0 2-131 15,0 0-86-15,-1 2 31 0,-1-1 12 0</inkml:trace>
  <inkml:trace contextRef="#ctx0" brushRef="#br0" timeOffset="87387.92">15989 11153 211 0,'-8'-3'45'16,"-1"0"3"-16,0-1 9 0,1 2-17 0,3-2-14 0,2 2-9 0,0-1-8 15,1 0-2-15,0 1-2 0,-1-1 0 0,1 0-2 0,0 0-1 0,0-1 0 16,0 0-1-16,0 0 3 0,-1 0-2 0,1 1 3 0,0-2-1 16,0 1 1-16,0-1 1 0,1 1 3 0,0-2 4 0,0 1 2 0,0 0 5 15,0-1-1-15,1 1 6 0,0 0 2 0,0-1 1 0,1 0 4 0,-1 0-3 16,1 2 0-16,0 0-5 0,1 1-3 0,0-1-2 0,1 0-5 16,1 0 0-16,0 0-2 0,2 0-2 0,-1 0 2 0,1 1 0 0,-1-1 3 15,2 1 2-15,1-1 3 0,1 0 3 0,0 0 5 0,0 0 5 0,0 0 5 16,0 0 0-16,0 2-5 0,2-1-2 0,0 0-4 0,1-1-5 15,0 1 1-15,0 0-8 0,2-1-1 0,1 0-3 0,1 1-5 0,0 0 2 16,2 1 0-16,0-1-3 0,-1 1-2 0,0 0 0 0,1 0-2 16,0 1 2-16,-1 0-1 0,0 0-1 0,0 1 1 0,-1 0 1 0,-1 0-1 15,0 1 1-15,1 0 0 0,-2 0-3 0,-1 0 4 0,0 1-1 0,0 1-2 16,1 0 2-16,-2 0-5 0,1 2 4 0,-1 0 4 0,-1 1 0 16,0 1-1-16,0 0 1 0,-1 1-5 0,0 2 0 0,1 0 4 0,-1 2-4 15,-1 1 1-15,-1 0-2 0,-2 2 3 0,1 0-2 0,0 0-1 0,-1-2 0 16,-1 1 1-16,0 2 3 0,-1-1 0 0,-1-1 2 0,-1 0-2 15,-2-1 0-15,0-1 2 0,-1 1-1 0,-2-3 5 0,-1 3 2 0,-1-1 4 16,-2 0 0-16,-1 0 1 0,-2-1 0 0,0 1-4 0,-3-1 3 16,-1 0-1-16,-1-1-3 0,-1 1 1 0,-3-2-2 0,-2 0-1 0,-1-1-5 15,-2 0 1-15,-1-2 4 0,0-1-3 0,0 1 7 0,0-2 3 0,0 1-1 16,-1-2 6-16,2 0-3 0,0-2-1 0,1 0-1 0,1 0 2 16,1-2-4-16,2 0 0 0,0 0-3 0,2 0-8 0,1-1-1 0,1 0-5 15,0-1 1-15,0-1-3 0,2 1-1 0,1-1-3 0,-1 0 2 0,1 1 0 16,1-1-7-16,1-1-16 0,2 0-33 0,0 0-54 0,1-1-73 15,0 1-80-15,2 1-35 0,1 0 9 0,0 0 61 0,1 1-13 0</inkml:trace>
  <inkml:trace contextRef="#ctx0" brushRef="#br0" timeOffset="88104.92">16306 11421 181 0,'-8'0'72'0,"0"0"10"0,-2 1-2 0,2 0-22 16,2-1-13-16,1 2-11 0,-1 0-10 0,1 0-5 0,-2 2-9 0,1 0-3 16,0-1-4-16,0 1 1 0,0 0-1 0,1-1-2 0,0 2-2 15,1-1-6-15,0-1-8 0,0 1-19 0,2-1-21 0,-1 0-17 0,2 0-11 16,0-1 7-16,1-1 4 0,1 0 11 0,1-2 15 0,2 0-36 0</inkml:trace>
  <inkml:trace contextRef="#ctx0" brushRef="#br0" timeOffset="88453.98">18752 10604 331 0,'5'-8'102'0,"1"1"2"0,3-1-20 0,-1 1-46 0,0 3-21 15,0 1-9-15,0 1-3 0,-1 1-1 0,-1 0-3 0,0 1-1 0,-1 0 0 16,-2 1-4-16,0 0-1 0,-2 1-3 0,0 0-7 0,-1 0-18 0,0 1-21 16,-1-1-15-16,-1 2-19 0,-1-1 3 0,0 1 2 0,-2 0 0 0,0-2 24 15,0 2-48-15</inkml:trace>
  <inkml:trace contextRef="#ctx0" brushRef="#br0" timeOffset="89222.85">14965 8873 142 0,'-6'-2'27'0,"-1"-1"11"0,1 0 12 0,2 2 1 0,3-1-4 16,1 2-9-16,1-1-9 0,0-1-7 0,1 1-7 0,-1 1-3 0,2-1-2 15,-1 0-3-15,1 0-2 0,0 0-1 0,1 0-1 0,0 0-1 16,0 1-3-16,-1 0-5 0,1 0-3 0,0 0-8 0,0 0-6 0,-1 1-4 16,0 0-6-16,-1 1-4 0,0 0-11 0,0 0-14 0,0 0 3 0,0 2 9 15,0 0-42-15</inkml:trace>
  <inkml:trace contextRef="#ctx0" brushRef="#br0" timeOffset="89420.85">15260 9610 595 0,'-4'-4'223'16,"2"2"-209"-16,2 1 4 0,7 4-15 0,4 2 0 0,3 1 0 0,5 0-4 15,2 3-5-15,1 0-8 0,0 1-15 0,-1 1-20 0,-2 1-19 0,-2-1-25 16,0 2-16-16,-1 2-4 0,-2-1 4 0,2-1 24 0,1 0 27 16,0 0-63-16</inkml:trace>
  <inkml:trace contextRef="#ctx0" brushRef="#br0" timeOffset="89554.85">15834 10077 344 0,'-1'-5'257'0,"1"2"-202"0,1-1-8 0,3 4-29 0,2 1-9 16,3 2-6-16,2 0-2 0,1 1-8 0,0 1-13 0,0 2-19 16,-2 1-29-16,-1 0-34 0,0-1-19 0,-1 1 1 0,-1 2 27 0,0 0 32 15,1 1-41-15</inkml:trace>
  <inkml:trace contextRef="#ctx0" brushRef="#br0" timeOffset="89738.85">16154 10512 48 0,'-2'8'17'0,"1"0"-3"16,-1 2-3-16,0-1-4 0,1-1-3 0,0-2-1 0,0 0-1 0,1-1 0 15,0 0 0-15,-1 0 1 0,0-1 1 0,0-2 1 0,0 1 1 0,0-2 2 16,0 0 0-16,0 0 1 0,0 0 1 0,1-1 0 0,0 1 0 16,-1-1-1-16,1 0-1 0,-1 0-1 0,1 0-3 0,-1 0-3 0,1-1-3 15,-1 1-2-15,2 0-5 0,-1-2-10 0,1 2-11 0,1-1-3 16,0-1 3-16,0 1-39 0</inkml:trace>
  <inkml:trace contextRef="#ctx0" brushRef="#br0" timeOffset="90105.85">17220 12607 244 0,'-3'1'124'0,"1"-1"-128"0,0 2-7 0,3 1-2 16,2 1-8-16,1 1-12 0,1 0-20 0,0-1-14 0,2 1 8 0,0-2-5 15</inkml:trace>
  <inkml:trace contextRef="#ctx0" brushRef="#br0" timeOffset="90444.85">18195 14144 533 0,'-2'7'45'0,"1"2"-35"0,0 3 0 16,2 0-7-16,1 0-15 0,2 0-18 0,1 1-17 0,1-1-23 16,0 0-24-16,1-1-5 0,-1-4 4 0,1-2 28 0,-2-1-19 0</inkml:trace>
  <inkml:trace contextRef="#ctx0" brushRef="#br0" timeOffset="90604.85">18826 14151 192 0,'2'1'84'0,"1"0"-20"0,1 1 9 16,0-1-4-16,-1 0-12 0,0 0-19 0,0 0-21 0,0 1-19 16,0-1-25-16,-1 0-34 0,-1-1-24 0,0 0-11 0,-2-1 2 0,0 0 15 15,0-1 23-15,-2-2 15 0,-2-1-11 0</inkml:trace>
  <inkml:trace contextRef="#ctx0" brushRef="#br0" timeOffset="91104.94">16139 6928 366 0,'-1'-12'-11'0,"3"0"12"0,3-3-5 0,6 5 0 0,3 3 1 0,1 3 2 16,-2 1-1-16,0 4-2 0,-4 2-2 0,0 2-11 0,-3 2-16 15,0 2-9-15,-1 2-2 0,-2 2-4 0,0 1-81 0</inkml:trace>
  <inkml:trace contextRef="#ctx0" brushRef="#br0" timeOffset="92520.99">15962 10358 32 0,'0'-2'17'15,"0"1"-4"-15,-1 0 1 0,1-1-1 0,0 2-2 0,0-1-1 0,0 1-2 16,0 0-2-16,0 1-2 0,0-1-1 0,0 1 0 0,-2 0-1 16,2 0 0-16,-2 1-1 0,1 1 1 0,0-1 1 0,-1 1-1 0,1-2 0 15,-1 1 0-15,1 0 0 0,0-1 2 0,0 0 1 0,0 0 3 0,1 0 3 16,-1 1 3-16,1-1 5 0,0-1 5 0,0 1 5 0,0-1 8 15,0 0 1-15,0 0 4 0,0 0-4 0,0-1-2 0,1 0-3 0,0 0-2 16,1 0-3-16,1 0-4 0,0 0-3 0,0-1-7 0,0 1 0 16,1-1 0-16,0 0 0 0,1-1 0 0,-1 0 2 0,2-1 0 0,-1 0 2 15,1 0 4-15,1 0-2 0,-1-1 0 0,3 0 2 0,-1-1 0 0,1 1-2 16,0-1 0-16,0 1-2 0,0-1 0 0,0 1 1 0,1-1 0 16,0 0-3-16,1 0 1 0,0-1-5 0,1 1-1 0,-1 0 2 0,0 0-2 15,1-1 2-15,0 0-3 0,1 0-5 0,-1 1 0 0,1 0 0 0,0 0 0 16,1 0-3-16,-1 1 4 0,-1 1-4 0,0-1 3 0,-1 0-1 15,0 1 0-15,-1 0 0 0,-1 1-2 0,-1 0 5 0,0 0-1 0,-2 1 4 16,-1 0 5-16,-1 1 0 0,-1 0 4 0,-1 1 4 0,0-1-1 0,-1 1-1 16,-1 0-2-16,0 1-1 0,0-1 2 0,-1 1-1 0,-1 0 3 15,0 0-5-15,-1 1-1 0,-2 1-6 0,1 0-7 0,0 0 0 0,-1 0-3 16,1 0 5-16,0 0-2 0,0-1 1 0,1 0-5 0,0-1-2 16,0 1 0-16,1-1-1 0,0 0 2 0,0-1-1 0,1 0 1 0,-1 0-1 15,2 0-4-15,0-1 0 0,0 0-5 0,1 0-7 0,0 0-4 16,1-2-10-16,0 1-6 0,2-1-17 0,-1 0-27 0,0-1-37 0,0 0-51 15,0-1-34-15,2 1 17 0,-1 0 28 0,2-1 60 0,-1-1-36 0</inkml:trace>
  <inkml:trace contextRef="#ctx0" brushRef="#br0" timeOffset="92904.99">16492 9947 304 0,'-5'-5'137'0,"1"1"-46"0,0 0-1 0,2 3-18 0,2 1-28 15,0 0-22-15,0 1-13 0,1 1-1 0,0 0-2 0,-1 1 2 0,1 0 2 16,-1 0 1-16,-1 0 3 0,0 1 5 0,0 0-2 0,0 0-3 0,0-1 1 16,1 1-3-16,-1 0-1 0,1-1 1 0,0 1-1 0,0-1-1 15,1-1-2-15,0 1 1 0,0-1-4 0,1 1 2 0,1 0 1 0,-1 0-4 16,1-1 1-16,1 0 1 0,0 1 0 0,0-1-1 0,1-1-3 0,1 1 1 16,1-1 0-16,0 0 0 0,-1 0 3 0,1 1-5 0,0-2 2 15,0 2-2-15,0-1 2 0,1 0 0 0,0 1 1 0,2 0 1 0,-2 0-3 16,1 0 1-16,-1 1 0 0,-1 0 0 0,0 1 5 0,0-1-2 15,-1 0 6-15,0 0-3 0,0 1-2 0,-2 0 5 0,0-1-3 0,0 1 6 16,-2 0 2-16,0-1 1 0,-2 1 1 0,0-1 1 0,-1 1 5 0,0 1 1 16,-2-1 1-16,-1 1-7 0,0 0-2 0,-2 0-8 0,-1-2-4 15,0 1 1-15,-2 0 0 0,1 0 4 0,-2 1-3 0,0 0 1 0,0-1-2 16,-1 2 3-16,1-1 0 0,1-1-4 0,-1 1 0 0,1-1-3 16,1 0 3-16,-1-1 6 0,1-1-7 0,0 2 5 0,2-1-5 0,-1 1-4 15,1-1 2-15,0 0-7 0,0 1 4 0,1-1-1 0,0 0 3 0,1 0-5 16,-1 0-1-16,2 0-7 0,-1 0-10 0,1-1-2 0,1 1-20 0,1 0-17 15,0 1-24-15,1-1-32 0,1 1-44 0,1-1-54 0,0 0-15 16,1 0 31-16,1 0 64 0,0 0-26 0</inkml:trace>
  <inkml:trace contextRef="#ctx0" brushRef="#br0" timeOffset="93489">17577 9636 160 0,'-1'-2'53'0,"0"-1"-11"0,0 1 1 0,2 1-3 0,-1 0-1 0,-1 1-9 15,1 0-7-15,0 1-6 0,-2 0-3 0,0-1 0 0,0 1 0 16,-2 1-1-16,0 1 3 0,0 0-2 0,-1 0 4 0,0 0 5 0,-1 0 8 16,0 0 10-16,1 0 5 0,-1-1 6 0,0 1-4 0,-1-1-4 15,0 1-5-15,-1 0-7 0,0 0-3 0,0 2-6 0,-1-1-4 0,0 1-3 16,-2 1 1-16,0 0-4 0,-1 2 1 0,-1 0-1 0,0-1-5 0,-1 2 3 15,-1-1-2-15,1 0 1 0,0 1 1 0,-1 2-2 0,-1 0 0 16,-1 1-1-16,3-1 1 0,-1-1 2 0,-1 0-1 0,1-2-2 0,1 1 1 16,0-2-5-16,2 1 1 0,2-1 1 0,0-1-5 0,1 0-1 0,3 0 1 15,-1-1-4-15,2 0 0 0,1 0-2 0,0-1-3 0,1-1-2 16,0 0-5-16,0 0-1 0,2-1-11 0,-1-1-7 0,1 1-14 0,1-1-19 16,-1-1-21-16,2 1-26 0,0-1-41 0,0 0-4 0,1-1 18 15,0-1 26-15,2-2 48 0,0 0-46 0</inkml:trace>
  <inkml:trace contextRef="#ctx0" brushRef="#br0" timeOffset="93772">17355 9613 460 0,'-5'-3'104'0,"3"1"-39"0,-2-1-9 0,3 4-17 16,0 1-14-16,1 1-14 0,0 1-4 0,-1 0-3 0,0 2 0 0,-2 1-1 15,0 0 4-15,-2 0 0 0,-1 0-3 0,-1 0 0 0,-1 1-3 16,0 1 1-16,0-2 0 0,0 2 0 0,0 0-3 0,-1 0 0 0,-1 1-1 16,0-1 0-16,-1 0 1 0,0 0-2 0,0 1 3 0,0 0-3 0,0 1 1 15,2-1 3-15,-1 0-1 0,2-2 0 0,0 1 0 0,0-2-1 16,2 0 0-16,0 0 2 0,1-1-1 0,1 0 0 0,0 0 3 0,2-1-3 16,0-2 4-16,1 0-1 0,1 0 0 0,1 0 5 0,0 0 3 0,2-1 6 15,0 1 6-15,1-2 2 0,2 1-1 0,0 0-2 0,3-1-7 16,1 1-4-16,0-2-6 0,3 2-6 0,1-2 0 0,2 1-4 0,-1 0-7 15,2 0-7-15,0 0-21 0,0-1-27 0,-1 1-38 0,0-1-61 16,1 0-12-16,1 0 24 0,-3-1-52 0</inkml:trace>
  <inkml:trace contextRef="#ctx0" brushRef="#br0" timeOffset="102638.1">935 6630 799 0,'-3'-3'287'0,"1"1"-258"0,-1 1 28 0,1-1-38 0,0-1-23 16,1 1-3-16,1-1 7 0,1 1-2 0,3-1 4 0,2 0 2 0,3 1 0 15,5-1-32-15,16-1 3 0,11 2-4 0,8 3 5 0,9 1 29 16,7 2 0-16,5 0 3 0,2 1-1 0,-3 1 0 0,3 1 1 0,71 6-14 16,-8 1-4-16,-15-3 4 0,-17-3-2 0,-8-1 10 0,-1-1 0 0,3 0-2 15,-1 0-2-15,3 0 0 0,1 1-4 0,2 0-4 0,2 0 0 16,-2 0-9-16,1 0-15 0,1 0-38 0,-1-2-58 0,0 0-32 0,-1 0-4 15,1-1 11-15,-1 1 48 0,-2-2 17 0,0-1-36 0</inkml:trace>
  <inkml:trace contextRef="#ctx0" brushRef="#br0" timeOffset="105672.19">4362 4437 659 0,'-11'-6'115'0,"-1"2"-84"0,-1 4 4 16,4 6-33-16,5 8 4 0,1 5 2 0,2 5 0 0,1 7 0 0,1 5-3 15,2 8-6-15,0 3-3 0,1 6-3 0,0 3-4 0,-1 5-6 16,1 3-13-16,0 1-25 0,0 3-25 0,1 5-16 0,-1 2-5 0,2 5 11 16,0 3 14-16,-1 0 11 0,1 3 12 0,-1-1 14 0,-1 2 10 0,-1 2-44 15</inkml:trace>
  <inkml:trace contextRef="#ctx0" brushRef="#br0" timeOffset="106906.19">1244 6507 180 0,'-17'-3'25'16,"3"2"5"-16,-4-2 18 0,9 2 5 0,-3 0-4 0,-1 1-9 0,-2-1-28 15,-1 1-11-15,-1 1-2 0,0 0 1 0,-1 1 3 0,2 0 2 16,-2 2 5-16,1 0 6 0,-1 1 6 0,1 0 6 0,-2 1 3 0,2 1 2 16,-1 0-1-16,1 0 3 0,1 2-2 0,0-2-2 0,2 2-1 0,1 0-3 15,1 0 0-15,0 0-2 0,2-1 1 0,3 1-1 0,-1-1 4 16,1-1 1-16,2 1 2 0,1 0 5 0,1-1 5 0,2 0 7 0,1 0 8 16,1 0 10-16,3-1 12 0,2-2 7 0,1 1 7 0,3 0 5 15,2-1 3-15,3 0 4 0,3-1-1 0,23 1-7 0,7-1-47 0,5-2-9 16,6-2-2-16,2-1-8 0,4-2 38 0,2-1-8 0,-1 0-10 0,-1-1-6 15,4 0-5-15,3-2-16 0,66-9 0 0,-15 2-4 0,-17 1 2 16,-17 3 10-16,-5 0 2 0,2 0-1 0,2 1-6 0,-2 1-1 0,-1 0-12 16,0 2-2-16,-1 0-4 0,-1 0-3 0,0 1 4 0,-1 1-2 0,-1 0-1 15,-3 1-2-15,0-1-1 0,-2-1-3 0,-2 2-3 0,-2-1 3 16,-3 0 0-16,-4 1 6 0,-2-2-4 0,-3 0-6 0,-1 1 6 0,-1 0 1 16,-4-1 2-16,-4 1 3 0,-4-1-8 0,-3 1-1 0,-6 1-3 15,-1-1-2-15,-6 2 3 0,-1 0-2 0,-3 1 5 0,-4 0-5 0,-4 0-2 16,-2 1 1-16,-3 1-9 0,-4 0-2 0,-2 1-14 0,-5 1-14 0,-1-1-4 15,-3 1 4-15,-3 0-4 0,-3 3 11 0,-5 0-5 0,-6 2-4 16,-7 2-8-16,-8 0-16 0,-6 1-8 0,-5 0-2 0,-4-2-2 0,-6 1 6 16,-4 0 1-16,-7-1 2 0,-3 1 10 0,-2 0 13 0,-5 1 14 0,0-2 13 15,3 0 14-15,-3-1 9 0,2-2 5 0,-2 2 0 0,-3-1 2 16,-1-1 0-16,-2 1 4 0,3-1 3 0,1 0 1 0,2 0-4 0,-1 2 1 16,1-1 0-16,1 0-3 0,1-1 11 0,5-2 3 0,3 1 6 15,4-2 6-15,4 0 3 0,5 0 1 0,5-1-2 0,3 0-3 0,4 0-7 16,23-1 0-16,-4 1 12 0,1-2-1 0,-1 1 3 0,2-1 0 0,-2 0-18 15,4-1-1-15,-3 0 0 0,3-1-5 0,4 0 0 0,4 0-2 16,1-1-5-16,4 0-5 0,2 0-5 0,4 0-5 0,2 0 2 0,5-1 7 16,3 1 3-16,5-1-1 0,10-1-10 0,26-3-1 0,6 1-2 0,0 3 5 15,-10 2 12-15,3 0-1 0,6 1 2 0,3-1-4 0,2 1 4 16,0 1-4-16,1 0-3 0,1 2 0 0,2-1-3 0,0 1 3 0,-2-1 1 16,-2 1-4-16,0 2 0 0,-2 1 0 0,-1 0 0 0,-1 2 2 15,-5 0 1-15,-1 1 1 0,-4 1 1 0,-2 0 4 0,-4 1-3 0,-3 1 1 16,-3 1-1-16,-2 1-4 0,-5 0 1 0,-2 1 1 0,-2 1-7 15,-2 3-3-15,-2 2-1 0,0-1-14 0,-3 4-5 0,-3 1-28 0,-4 0-80 16,-4 2-137-16,-3 0-136 0,-5 1-61 0,-3-2 55 0,-5-1-8 0</inkml:trace>
  <inkml:trace contextRef="#ctx0" brushRef="#br0" timeOffset="108739.19">30769 4855 1 0,'2'1'192'15,"-6"-5"550"-15,-2-4 547 0,-7-3-1276 0,2-3-39 0,5 5 12 0,4 3-11 16,2 1 1-16,3 0-4 0,0 1-5 0,2-1-5 0,3-1 1 0,1 0 9 16,2-2 15-16,2-3 14 0,0 0 10 0,1-1 4 0,-3-2-1 15,1 0-1-15,-1 0-3 0,0-1 4 0,-2 1 0 0,-2-2 0 0,0 1 5 16,-1 0-3-16,-2 0 2 0,-1-1 1 0,-1 0-3 0,1 1 0 0,1 2-3 16,0 0 1-16,0 1-9 0,1 1-2 0,-1 0-1 0,3 3-7 15,1-1 1-15,2 0-5 0,4 1 2 0,3 0 3 0,7 1 17 0,3 0 6 16,6 1-3-16,4 1 3 0,4-1-10 0,5 1-1 0,2 1 2 0,3 1-1 15,5 2 0-15,2 1 14 0,5 0 2 0,3 2 0 0,0 1 2 16,4-1-13-16,-2 1 0 0,0-1-7 0,-1 0 0 0,-3 1 2 0,-1 1 2 16,-31-3 3-16,7 3 0 0,1 1-8 0,5 1-6 0,-2 0 0 0,8 2-5 15,-1 0 4-15,5 1-2 0,-4 2 0 0,-1-3 1 0,-3 1-1 16,-2 0 0-16,0 0-3 0,-6 0 13 0,-1-1 3 0,-2-1-7 0,-18-3 6 16,0-2-20-16,0 2 0 0,0 0 5 0,-2-1 3 0,2 0-5 15,-1 0 7-15,0 0-1 0,-3 0 2 0,1 0 2 0,-2-1 1 0,0 1 3 16,-2-1-1-16,-2-1-2 0,-2 1-20 0,0-1-13 0,-3 0-7 0,-4 0-10 15,-5-1 8-15,-5 0-3 0,-13 0 7 0,-10-1-6 0,-6 0 7 16,-8 0 8-16,-5-1 0 0,-6 1 10 0,-2 0-6 0,3-1-15 0,-2 1-7 16,-3 0 0-16,-2-1-2 0,-10 1 4 0,-56-1 6 0,17 2 10 0,15 0 12 15,27 1 9-15,0 0 5 0,-1 0 2 0,-2 0 3 0,2-1 6 16,2 1-3-16,2-1 11 0,4-1 7 0,3 1 9 0,6-1 17 0,7 0 1 16,2 1 1-16,5-1-1 0,4-1 0 0,5 1-2 0,7-1-4 15,5 1 1-15,5 0-17 0,4 0-2 0,4 1-6 0,3-1-10 0,3 0 3 16,1 0-10-16,3 0-6 0,1 1 0 0,4-1 1 0,4 1 2 0,4-1 5 15,7 0 6-15,6 0 0 0,4 0-2 0,4 0 2 0,4 1-1 16,2 0-1-16,4 1 0 0,4 0 1 0,5-1 7 0,5 2 1 0,3-1-4 16,2 1 3-16,3-1-14 0,2-1-4 0,1 0 1 0,3-1-5 0,-4-1 2 15,-35 1 13-15,9-1-10 0,0 2 8 0,7-2-3 0,-1 0-11 16,8 0 0-16,-2 0 0 0,7 1-7 0,-5-1 2 0,-2-1-1 0,-4 0-3 16,-2 1 22-16,-6-1-5 0,-3 0 8 0,-6 0-1 0,-2 1-15 15,-21 0 8-15,3 1 0 0,-5 0 8 0,1-1 14 0,-3 0 1 0,-2 1 1 16,-1-1-6-16,-1-1-10 0,0-3-10 0,-6 1-1 0,-7-1-8 0,-4-1-22 15,-5 1 1-15,-7-1 3 0,-3-1 6 0,-5 1 10 0,-3 0 2 16,-3-1-1-16,-4 1 2 0,-4 0 4 0,-4 0-9 0,-4 0-12 0,-3 0-12 16,-11-2-10-16,-54-6-6 0,11 4 0 0,12 1-1 0,24 6 9 0,-3-1 6 15,0 1 10-15,-2 0 10 0,-1 0 4 0,5 2-5 0,2 1 0 16,5-1-4-16,5 3 4 0,7 1 9 0,2-1 1 0,6 2-6 0,6 0-9 16,6-1-9-16,8 0-5 0,6 1-7 0,6-1 1 0,7 0-5 15,5-1-6-15,4-1-5 0,3 0-1 0,3-1 5 0,4 1 9 0,5-1 18 16,7 0 14-16,5-1 7 0,6 0 9 0,6 0-2 0,3 0 3 0,5 0 2 15,1 1 1-15,4 2 3 0,4 2-1 0,3 0 9 0,2 1-4 16,3 2-4-16,0 0 0 0,1 2-11 0,3 0-1 0,-2 1 2 0,2 0-8 16,1-2 0-16,-35-3 5 0,7 2-12 0,2 1 1 0,6 3-1 0,-1 1-5 15,5 2 9-15,0 1 3 16,7 1-2-16,-3 2-4 0,-3 0 3 0,-3-1-3 0,-2-3-1 0,-2 1-2 0,-3-2-6 0,-6-1 1 0,-3-1-49 16,-7-2-79-16,-2 0-49 0,-7-2-16 0,-4-1 23 0,-6-1 52 15,-4-2 39-15,-6 0 11 0,-6-2 14 0,-9 0 19 0,-6-2 19 0,-8 0 18 16,-7 0 16-16,-9-1 7 0,-7-1-1 0,-5 1 0 0,-4 0 0 0,-3 0 1 15,-13-1-2-15,-53 1-2 0,20 2 0 0,18 3-1 0,33 1 2 16,2 2 2-16,4 1-1 0,4 2 0 0,4 0 0 0,7 0-1 0,6 0 1 16,5 0 0-16,5 0 0 0,5 0 1 0,8 0 7 0,5 0 9 0,5-1 12 15,4 0 10-15,4-1 4 0,6 0-4 0,5 1-9 0,7 0-7 16,4 1-4-16,9 0-4 0,7 0-2 0,6-2-4 0,6 1-2 0,2-1-3 16,7 1-2-16,0 0-2 0,-30-4 0 0,10 1-5 0,2 1 0 15,9 1-6-15,2 0-10 0,11 1-13 0,0 0-29 0,12 1-12 0,1-1 7 16,-43-4 16-16,6 1-72 0</inkml:trace>
  <inkml:trace contextRef="#ctx0" brushRef="#br0" timeOffset="109690.2">6590 631 1 0,'-4'21'10'0,"1"-24"160"0,-2-1 234 16,-1 0-386-16,-1-1 18 0,0-2 11 0,0-2-43 0,-2-1-9 0,0 0-18 15,0-2 5-15,-1 0 8 0,-1-1-2 0,2-2 2 0,-2 0 3 16,1 0-2-16,0-1 0 0,0 0 5 0,1 0 4 0,1 2 7 0,2 0 8 16,-1 0 8-16,1 1 2 0,0 2 3 0,0 1 33 0,1 1-8 0,0 1-3 15,1 1-6-15,0 2-36 0,1 2 2 0,0 1 3 0,1 3 8 16,1 3 1-16,1 1 3 0,0 4 1 0,1 3 3 0,1 1-43 0,1 5 3 15,1 2-5-15,1 3-33 0,0 3 39 0,2 2-7 0,0 3 5 0,1 2 23 16,1 2-4-16,0 0 5 0,0 1-6 0,2-1 2 0,-1 1 2 16,0-2-6-16,0-1 6 0,-1 0-3 0,0-4-1 0,0-1 3 0,-1-2 3 15,0-4 6-15,-1-1 4 0,-1-2 5 0,-2-5-4 0,0 0 0 16,-1-3 1-16,-2-2-8 0,0-2-2 0,0-1-5 0,-2-3-1 0,0 0-6 16,-1-2-1-16,0-2-1 0,-2-1-9 0,1 0 3 0,-1-3-5 0,-1-2-2 15,1-2 5-15,-1-2 1 0,0-2 5 0,0-3 4 0,0-1 6 16,0-3 3-16,-1-2 0 0,1-2 44 0,0-3 5 0,0 0 2 0,0-3 7 15,0 0-42-15,1-1-6 0,-1 1 7 0,2 0 15 0,-1 1 13 0,1 0 10 16,1 4-6-16,-1 1-6 0,1 2-24 0,0 4-10 0,1 2-8 16,1 2-4-16,0 4 6 0,0 4 1 0,2 4 2 0,0 4 1 0,1 4-2 15,1 6-55-15,0 3-20 0,1 5-59 0,1 4-162 0,0 5-100 16,1 4-18-16,2 4-124 0</inkml:trace>
  <inkml:trace contextRef="#ctx0" brushRef="#br0" timeOffset="128273.54">15849 10846 413 0,'-2'-8'210'0,"-1"1"-183"0,1-1-13 0,3 3-13 16,1 3-10-16,1 0-5 0,3 0-6 0,2 1-3 0,2-1 6 0,4 2 5 15,1-2 3-15,3 2 5 0,4-2-3 0,0 1-1 0,1 2-5 16,1-1 3-16,0 1 3 0,0 0-1 0,0 1 5 0,1-1-1 0,1 1 2 16,-1 0 0-16,1 0 3 0,-2 2 1 0,1-1-1 0,-2 2 2 0,0 0-1 15,0 0 3-15,0 0 1 0,-1 1 2 0,1 1 2 0,-3 0-3 16,2 0 0-16,-1 1-3 0,-1 0-1 0,0 1 1 0,-1-2 1 0,-1 2 1 16,0-1 0-16,-1 0 1 0,-1 0 0 0,0 0 1 0,-1-1 1 15,-1 1-1-15,-2-1 6 0,-2 1 2 0,-1 2 4 0,-2 0 4 0,-1 1 0 16,-2-1 2-16,-1 0-2 0,-2 1 1 0,-2 2-2 0,-1 0-1 0,-2 2-4 15,-1 0-2-15,-3-1 1 0,-1 2-5 0,-2 1-1 0,-5-2-2 16,-1 3-4-16,-3 0 2 0,-1-1-3 0,-2 2-1 0,-1 1-3 0,-1 0-2 16,-2-1 3-16,0-1 2 0,-2 0 3 0,1-3 7 0,-1-1 4 0,1-2 0 15,0-2 6-15,-1-1 4 0,1-2 1 0,0 0 5 0,1-1 3 16,0-1-4-16,1 0 1 0,0-1-1 0,1-1 0 0,0-1 1 0,0 0-7 16,0-1-1-16,-2-1-4 0,2 0-5 0,0-2-6 0,2-1-4 15,1 0-5-15,0-1 1 0,1-1-5 0,0 0-7 0,1-1-10 0,2 1-10 16,3 2-2-16,2-2-11 0,2 1-14 0,2-1-20 0,2 0-26 0,2 0-15 15,2 0-22-15,1 1-17 0,1-1-2 0,3-1 3 0,4 0 32 16,3-2 43-16,5-1-11 0</inkml:trace>
  <inkml:trace contextRef="#ctx0" brushRef="#br0" timeOffset="128990.52">18710 10722 102 0,'-1'-6'98'16,"-1"-1"-49"-16,-1-1-12 0,1 2-9 0,0 1-6 0,1 0-7 0,0 0-9 15,0 1-7-15,1 0-4 0,-1 2-5 0,0 0-3 0,2 0-4 16,-2 2-2-16,1 0-6 0,-1 0-6 0,1 0-2 0,0 1-4 0,0 0 1 16,0 1 3-16,-1 1 7 0,1 0 8 0,-1 2 4 0,1-1-24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9T10:34:51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6850 4747 118 0,'-9'-4'0'0,"0"0"-11"0,-2-2 0 0,2 3 7 15,0 0 3-15,2 0-1 0,-2 1 1 0,-1 0-1 0,1 1-1 0,0 0-1 16,0 0 0-16,-1 2 0 0,2-1 2 0,-2 1 1 0,0 1 1 16,0-1 1-16,1 0 1 0,-1 0 2 0,0-1 0 0,0 0 2 0,0 1-2 15,2-1 0-15,-1 2-2 0,1-1-1 0,0 1-1 0,0 0 1 16,0-1-1-16,0 1 0 0,0 0 1 0,-1 0-1 0,0 0 0 0,-1 1 0 15,2-1 0-15,-1 0 0 0,-1 0 1 0,0 0 1 0,-1 0-1 16,0-1 1-16,0 1 1 0,-1-2-2 0,1 1 3 0,0 0 2 0,-1-1 3 16,1-1 2-16,0 1-1 0,-2-1 2 0,1 0-1 0,0 1 1 0,0-1 2 15,-2-1 0-15,-1 1-1 0,-1 0-2 0,0 0-1 0,1 0 0 0,-3-1-2 16,0 0-2-16,0 0 0 0,-3 0 0 0,-1 0 1 0,0 0 1 16,-2-1 1-16,-1 1-1 0,-1 0-2 0,-3 0 0 0,1-1 2 0,-2 0 0 15,1 0 4-15,-3-1 1 0,-1 1-1 0,-4-2 1 0,0 1 1 16,0 0-2-16,-1-1-1 0,1 1-2 0,-2 1-4 0,-3-1-2 0,-1 1 1 15,0 1-4-15,-4-1-2 0,-1 1 0 0,-1 1 0 0,-3 1-2 0,-2 0 5 16,-2 1-2-16,-1 0 0 0,-3 1 3 0,1 0 1 0,-2-1 5 16,0 1 8-16,1 0 5 0,-2 0 3 0,3 1 6 0,0 0-2 0,-2 1 1 15,2 0 7-15,-1 1-2 0,1 1-5 0,2 1-5 0,-1 1-9 16,-1 1-7-16,1 2 0 0,-1 2-3 0,0 3 1 0,2 0 1 0,-1 0 1 16,3 2 1-16,1-1-1 0,0 1 0 0,4 1 0 0,-1 0 0 0,3 0 1 15,3 2-2-15,-1 2-1 0,2-1-5 0,2 3-2 0,0 1-2 16,2 1-2-16,0 3-5 0,0-1 4 0,0 3-1 0,2-1 1 0,2 2 7 15,1 0-5-15,2 0 1 0,1-1 0 0,3 0-3 0,1 1-1 0,4-1 1 16,1 0-6-16,3-3 1 0,4 0-1 0,1-2-1 0,2 0 2 16,3-2-1-16,1-1-2 0,3 0-4 0,1-3-4 0,4 1-7 0,0 0 1 15,2-3-3-15,1 0 7 0,1-1 11 0,2 0 5 0,1 0 8 0,1 2 0 16,1-2-3-16,1 0 1 0,1 1 0 0,2 0-1 0,0-1 0 16,2 0-1-16,2 0-2 0,1-1 1 0,2 0 0 0,1 2-1 0,1 0-1 15,1-1 1-15,2 0-2 0,2 1 4 0,1-2-1 0,0 1 4 16,2-1-1-16,2 0 0 0,2 0 1 0,1-1 0 0,2 1 3 0,-1 0-2 15,3-1 1-15,1 1 0 0,4-1 0 0,2-1 1 0,1-1-2 0,0 0 0 16,2-1-3-16,2-1 2 0,2-1-1 0,3-1 1 0,0-1 1 16,1-1 0-16,4-3 0 0,-2-1 3 0,2-3-2 0,2-1 3 0,-1 0 3 15,2-2 1-15,0 0 7 0,2-2 0 0,0-1 8 0,0-1 5 0,3-1 4 16,-1-1 4-16,2 1-3 0,1-1-3 0,2 0-1 0,0 0-2 16,2-1-5-16,1 1-4 0,-1 0-4 0,2 0-7 0,-1 2-2 0,0-2-5 15,2 0-2-15,0 0 0 0,-1-1 1 0,-1 0-1 0,0 1 1 0,0-1-1 16,0 0-2-16,-1-1 4 0,0-1 0 0,1-1 1 0,-1-1 1 15,1 1 3-15,-2-3-1 0,0 0 1 0,-1-1 3 0,-2 0-3 0,0-1 1 16,-2-2 0-16,-1 1 1 0,-2 0 1 0,1-2 2 0,-1 1 1 16,-3 0-2-16,1-2 0 0,-3 0 1 0,0 0 0 0,0-2 1 0,-3 0-3 15,0-1-4-15,-1-1 0 0,-3 1 3 0,-1 0 0 0,-3 0 11 16,-1-2 1-16,-3-1-1 0,-2-1 3 0,-3-1 0 0,-3 1 5 0,-1-1 1 16,-4 1 4-16,-1-2 4 0,-4 0-3 0,-2-2 0 0,-3 1-2 0,-5 0-2 15,-2 2-2-15,-2-1-5 0,-5 1-18 0,-3-2-25 0,-3 1-15 0,-3-2-17 16,-3 0-16-16,-3-2 4 0,-4 0-3 0,-5-3 3 0,-3-1 16 15,-5 0 6-15,-3-1 11 0,-4 0 13 0,-5-1 8 0,-6-4 13 0,-2 0 9 16,-4 0 10-16,-6-2 7 0,-3 0 2 0,-4 1-2 0,-4-1 19 16,-3-1-25-16,-5-2-10 0,-7-1 2 0,-1 0-21 0,-5 1 26 0,-2 2 6 15,0 0 1-15,-4 3-16 0,-2 2-25 0,-6 4-39 0,-6 6-40 0,-7 6-39 16,-11 10-10-16,-10 10 9 0,-9 15 20 0,-11 11 27 0,-5 19 20 16,-8 15-115-16</inkml:trace>
  <inkml:trace contextRef="#ctx0" brushRef="#br0" timeOffset="8116.54">5591 6707 1692 0,'-27'-12'488'0,"1"0"-526"0,-5-2-7 0,9 3-13 0,4 2 13 0,2 0 26 16,0-3-1-16,-1 0-15 0,0-3-45 0,2 0-53 0,-1-1-52 15,1 1-30-15,-1-2 2 0,0 1 35 0,-3-1 49 0,-2 2 52 0,-2 0 39 16,-5 0 25-16,-3 0 13 0,-4 1 10 0,0-2 9 0,-4 1 7 15,-2 1 11-15,-1 2 6 0,-4 0 8 0,-2 2 1 0,-1-1-6 0,-3 2 3 16,-2 1-3-16,0 3 1 0,-5 0-2 0,1 2-1 0,-2 2-4 0,-2 0 1 16,1 2 1-16,-2 2 5 0,-1 0 0 0,-1 1 1 0,1 3-2 15,1 0-11-15,-1 3-3 0,1 0-10 0,2 1-2 0,0 2-4 0,3 1-5 16,2 4 3-16,1 2-9 0,1 2-1 0,1 4-2 0,1 2-2 0,1 4 0 16,3 2 0-16,0 3 2 0,1 2-1 0,1 3 3 0,1 2-2 15,3 2 5-15,2-1-2 0,2 1-1 0,4 3 3 0,4-2-2 0,2 2 6 16,4 1-1-16,2 1-1 0,4 4-5 0,3 1-3 0,3 1-2 15,1 1 1-15,3 1-3 0,3 0 3 0,4-1-3 0,1-1-5 0,4 0 4 16,4-2-6-16,4-3 2 0,5-1-1 0,3-3-3 0,7-2-4 0,5-3-4 16,4-1 2-16,6-2 2 0,4-4 5 0,7-1 3 0,5-4 3 15,5-3 0-15,4-5 7 0,3-3-1 0,4-6 1 0,2-5 2 0,4-5 3 16,0-7 7-16,4-5 10 0,1-6 11 0,1-7 11 0,2-3 6 0,0-5 0 16,1-4-4-16,1-5-4 0,2-2-4 0,0-5 0 0,1-2-2 15,2-1-2-15,-1-2-10 0,0-2-8 0,1-1-1 0,-2-2-4 0,0-1 6 16,-1 0-3-16,0-3-7 0,-4-2-8 0,-1-3-2 0,-5-2 2 0,-4-1-1 15,-5-2 3-15,-6 4-3 0,-6 0 3 0,-8 1 1 0,-10 1 2 16,-6 1 3-16,-10 0-2 0,-9 1-1 0,-6 0 0 0,-9 2 4 0,-9 2-5 16,-5 0-13-16,-8 2-2 0,-5 2-15 0,-9 1-11 0,-7 3-7 15,-9 5-19-15,-9 4-14 0,-6 4-24 0,-9 5-34 0,-7 3-58 0,-5 6-71 16,-5 5-49-16,-4 6 4 0,-6 11 45 0,-3 13-38 0</inkml:trace>
  <inkml:trace contextRef="#ctx0" brushRef="#br0" timeOffset="17800.79">3619 9151 779 0,'30'-23'242'0,"11"1"-230"0,13-4 0 16,4 9 0-16,2 6 11 0,5 4 6 0,2 2 10 0,6 2 8 0,4 1-2 15,5 1-8-15,6 1-13 0,5 2-10 0,6 1-9 0,6 2-8 0,6 1 1 16,4 1-6-16,4 1-3 0,5 1-5 0,2 1-4 0,4 1 0 0,2 0-7 16,1-1-3-16,4 0-3 0,0-2-3 0,1 0-1 0,1-1 0 15,1-2-5-15,0-2 7 0,0-3 5 0,1-2 6 0,-1-3 11 0,1-2 5 16,1-2 7-16,1-1 5 0,-1-2 11 0,1-1 8 0,-1-1 10 15,-1-1 10-15,1 0 7 0,1-2 10 0,-1-1 9 0,2 0 13 0,0-2 8 16,-2-1-12-16,-2 1-9 0,-3-1-9 0,-2-1-9 0,-3 0 4 0,-3-1-1 16,-3-1-12-16,-3 1-3 0,-4-1-6 0,-3 1-4 0,-4-1-1 15,-3 0-5-15,-5 1 1 0,-3-2 1 0,-3 0-2 0,-4-4-2 0,-4-1-9 16,-6-1 1-16,-2-1 0 0,-4-2 1 0,-5-1 4 0,-5-2-1 0,-5-1 2 16,-5-1-2-16,-4 0 6 0,-7-2 7 0,-6-1-1 0,-6-2 3 15,-7-1-3-15,-5-2-4 0,-7-1 4 0,-6-3-4 0,-7-3-2 0,-6-1-1 16,-8-3-12-16,-6-1-8 0,-9 1 1 0,-6-2-18 0,-9-1 4 15,-7 1-1-15,-10-1-13 0,-7 1 1 0,-9 0-9 0,-8 1 0 0,-9 0-2 16,-9 2 7-16,-7 3-6 0,-9 2 14 0,-6 1 5 0,-5 4 5 0,-7 3 15 16,-5 3-4-16,-4 2 6 0,-2 5-1 0,-2 3 0 0,-3 3-3 15,-3 1-3-15,-1 6 6 0,-8 1-2 0,-1 6-1 0,-6 7 1 0,-5 5-5 16,-3 6 5-16,-6 8-1 0,-2 7-2 0,-4 5 11 0,-1 8-7 0,1 2 3 16,0 6 8-16,0 6-4 0,2 6 0 0,0 7-6 0,1 6 6 15,5 4 0-15,3 5-5 0,4 5 14 0,4 6-18 0,4 7-22 0,10 8-32 16,6 4-31-16,11 5-26 0,8 1-59 0,9-3-82 0,10-6-116 0,9-6-58 15,12-6 65-15,10-3-45 0</inkml:trace>
  <inkml:trace contextRef="#ctx0" brushRef="#br0" timeOffset="31732.97">23180 11128 274 0,'-10'-3'14'16,"2"0"1"-16,-1-1-4 0,4 3-2 0,1 0-5 0,3 1-5 0,-1 0-4 16,1-1-4-16,0 2-4 0,0 0-6 0,0 1-3 0,1 0-6 15,0 0-7-15,1 0-6 0,1 0 4 0,-1 1 3 0,1-1-48 0</inkml:trace>
  <inkml:trace contextRef="#ctx0" brushRef="#br0" timeOffset="32184.98">23024 11161 240 0,'-6'-5'26'0,"0"1"5"15,0-2-1-15,1 3-5 0,3 1-11 0,1 0-9 0,0 0-6 0,1 1-2 16,-1 0-3-16,2 1-3 0,-1-1-3 0,0 0-2 0,1 0-5 0,0 1 0 16,0 1-2-16,-1-1 0 0,2 1 1 0,0 0 4 0,0 1 0 15,1-1 1-15,-2 1 1 0,1 1 0 0,0-2 2 0,0 1 3 0,0 0 3 16,1 0 3-16,-1-1 0 0,2 1 1 0,-1 0 0 0,1 0-1 0,0 0 1 15,0 0-1-15,2-1-2 0,0 0 0 0,0 0-1 0,-1 0 0 16,1 0-2-16,-1-1 0 0,0 0-7 0,-1 0-37 0</inkml:trace>
  <inkml:trace contextRef="#ctx0" brushRef="#br0" timeOffset="32568.98">23145 11103 13 0,'-4'0'13'15,"-1"1"-3"-15,-1-1-2 0,0 2-3 0,1-1-2 0,0 0-1 0,0 0-2 16,-1 0 1-16,1 0 0 0,0 0-1 0,0-1 0 0,0 1 0 0,0-1 0 15,-1 1 0-15,0 1-1 0,0 0 0 0,-1 0 0 0,0 1-4 16,2 0-5-16,-1 0-27 0</inkml:trace>
  <inkml:trace contextRef="#ctx0" brushRef="#br0" timeOffset="54736.45">25738 11656 124 0,'-2'-1'35'15,"0"0"-10"-15,0 0-6 0,1 1-4 0,-1-1 2 0,1 0-3 0,0 0-1 16,0 0-1-16,1 0-5 0,-1-1-1 0,1 1-1 0,0 0-1 16,0 0-3-16,0 1-2 0,1 0 1 0,0-1-2 0,0 1 1 0,0 1-1 15,1 0 4-15,-1 0 2 0,1 1 0 0,0 0 4 0,1 0-1 0,-1 1-1 16,2 1 3-16,-1 0-1 0,1 1 1 0,0 0-2 0,0 1-1 0,1 0-2 15,-1 2-3-15,2-2 0 0,1 1 1 0,0 0-1 0,0 0 0 16,0 0-2-16,1-1 1 0,1-1 2 0,-2-1 5 0,2-1 8 0,0-1 15 16,-1 0 19-16,0-2 23 0,0-1 31 0,0 0 24 0,0-2 18 15,0-1 9-15,0 0-5 0,-2 0-17 0,1-3-19 0,-1 1-22 0,0-3-20 16,-1 0-15-16,0 1-12 0,-1-1-9 0,1 0-8 0,-1 0-6 0,-1 0-4 16,0 0-6-16,-1 1-3 0,1 0-3 0,-2 0-5 0,0 0 3 15,0 1 5-15,0 1-2 0,-2 0 2 0,0 1 2 0,-1 0 3 0,-1 1-2 16,1-1 9-16,-1 2 11 0,0-1 2 0,-1 1 9 0,0-1-1 0,-1 0-4 15,1 1 2-15,-1-1-17 0,1 1-7 0,-1 0-5 0,0 0-11 16,-1 1-1-16,0 0-11 0,-1 1-6 0,0 1 0 0,-1 0-2 0,0 1-2 16,-1 0-6-16,0 1 2 0,0 1-7 0,-1 2 2 0,2 1 2 15,-3 1 2-15,1 0 3 0,-1 3 0 0,0 2-20 0,0 2-33 0,1 1-87 16,-1 1-135-16,0 3-60 0,1 1-10 0,0 0 91 0,0 3 20 0</inkml:trace>
  <inkml:trace contextRef="#ctx0" brushRef="#br0" timeOffset="66986.94">16791 14850 1987 0,'2'10'595'0,"-1"2"-529"0,0 6 5 16,-3 0-12-16,0 1-18 0,1 1-19 0,3 0-22 0,4 0-4 0,4-1-7 16,6 1 2-16,4 1 5 0,4 1-3 0,6 2 4 0,5-1 1 15,4 0-5-15,2-2-4 0,3-5 4 0,4-3-4 0,1-3 6 0,4-3 5 16,0-2 0-16,2-4 3 0,0-3-8 0,-1-1 8 0,2-2-1 0,-1-2-10 16,1-1 16-16,-1-5-1 0,1 0-1 0,3-6 11 0,-1-2-14 15,1-2 2-15,-1-4 2 0,-1-1-6 0,-1-2 4 0,-1-2-6 0,-1-2-6 16,-3-2-1-16,-2-2-9 0,-3-1 1 0,-2-2-11 0,-1-1-7 0,-1-2 5 15,0-4-5-15,-2-3 9 0,0-3-1 0,0-5 5 0,-1-1 6 16,1-3 2-16,-1-2-6 0,2-1-9 0,-1-2-8 0,-2 0-21 0,2 0-23 16,-3 0-14-16,1-1-36 0,0 1-30 0,-2 2-35 0,1-2-73 0,-3 2-35 15,-2 2-6-15,-2 0 27 0,-4 3 65 0,0 2 59 0,-4 1 61 16,-2 1-10-16</inkml:trace>
  <inkml:trace contextRef="#ctx0" brushRef="#br0" timeOffset="67253.94">18860 13035 1495 0,'2'9'283'0,"1"1"-110"0,2 3-19 0,1-2-41 0,2-1-34 0,4-1-31 16,3 1-12-16,2 2-8 0,2 0-5 0,5 1 9 0,2-1-5 0,6-1 2 16,1 1 5-16,3-1-12 0,1 0-6 0,1-2-8 0,0-1-8 15,2-2 0-15,2 0 1 0,0 1 1 0,1-1 1 0,2-1 3 0,-1 0 9 16,-1-2 1-16,0 1-3 0,1-1 0 0,0-2-2 0,0 1 2 0,0 1 5 15,1-1-5-15,-1 1-2 0,-2 1 1 0,2-1 6 0,-2 0 3 16,-1 2-3-16,-1 0 0 0,-3 0-18 0,-3 1-5 0,-2 1 14 0,-4 0-1 16,-3 3 10-16,-3 1 1 0,-4 0-12 0,-2 3 1 0,-3 1-1 0,-2 1-7 15,-3 1 0-15,-3 3 1 0,-4 2 1 0,-1 1 5 0,-2 3-1 16,-5 1-9-16,-4 4 0 0,-5 3-2 0,-4 2-4 0,-3 2-28 0,-7 0-54 16,-4 2-88-16,-6-2-114 0,-5 2-196 0,-4-2-238 0,-7-2-115 15</inkml:trace>
  <inkml:trace contextRef="#ctx0" brushRef="#br0" timeOffset="77304">23416 9012 155 0,'54'43'52'15,"9"5"-109"-15,19 15-85 0</inkml:trace>
  <inkml:trace contextRef="#ctx0" brushRef="#br0" timeOffset="127424.23">21295 12253 139 0,'1'-2'2'0,"1"1"-13"16,3 1-6-16,1 1-4 0,1 0-1 0,4 0 3 0,1 1-6 0,1-1 0 15</inkml:trace>
  <inkml:trace contextRef="#ctx0" brushRef="#br0" timeOffset="136208.1">21182 14300 186 0,'0'-1'113'0,"0"1"-30"0,-1 0 6 15,1 0-7-15,-1 0-9 0,1 1-15 0,-1-1-25 0,-1 1-16 16,1 1-6-16,0 0-6 0,-1 1 2 0,0 0-2 0,0-1-1 0,-1 2 0 16,1-2-2-16,-1 2 4 0,-1 0 1 0,0 0 3 0,0 1 3 15,0 0 12-15,0 1 8 0,1 0 6 0,0 1 5 0,0 0-6 0,2 1-8 16,-1-2-8-16,1 3-4 0,0 1-4 0,0 0-2 0,2 0-2 0,-1 0-2 16,1 0 2-16,2 0 3 0,-2 0 0 0,2-1 5 0,1 0 2 15,-1-2-1-15,2-1 6 0,-1 0 1 0,2-2-4 0,-1 0 2 0,1 1 1 16,0 0 0-16,0-1 2 0,0-1 2 0,0 0 0 0,0-1 4 0,-1-1 1 15,0-1 0-15,0-1 3 0,-1-1 0 0,0 0 1 0,1-1-4 16,0-1-2-16,0-2-6 0,0 1-6 0,0 1-7 0,0-2 0 0,-1 0-2 16,1-1 3-16,-2-1-2 0,2-1-2 0,-2 0 3 0,-1-1-2 15,1 2 6-15,-2 0-5 0,-1-1 3 0,0 1 0 0,0-1 0 0,-2 1 3 16,1 0-3-16,-2 0 3 0,-1 1-2 0,1-1 0 0,-2 1 1 0,1-1-1 16,0 0 1-16,-2 0-6 0,0 1-5 0,-1 1 1 0,-1 2-6 15,0 0-2-15,-2 0-1 0,-1-1-3 0,1 2-1 0,-3 1 2 0,2 0-3 16,0 1-5-16,0 1 1 0,2 1-7 0,-3 0 2 0,2 1-3 0,0 1-2 15,0 0 2-15,2 1-11 0,-1 0 1 0,2 0-5 0,0-1-7 16,0 2-18-16,3 0-39 0,-1 1-50 0,1-1-55 0,1-1-56 0,0 0-30 16,2 0 1-16,1 0 76 0,2-1-21 0</inkml:trace>
  <inkml:trace contextRef="#ctx0" brushRef="#br0" timeOffset="137341.1">22297 14297 852 0,'1'-3'361'0,"-1"1"-161"0,1 0-48 0,2 0-44 16,0 1-26-16,2-1-31 0,-1 1-28 0,2 0-22 0,0 1-2 0,0 1-4 16,1 0-1-16,1 0 2 0,-2 1 2 0,1 1 0 0,0-1 1 15,0 0-3-15,0 1-4 0,0-1 5 0,-1 1 5 0,1 0-4 0,0 0 6 16,0 0-6-16,1 1 0 0,1-2 4 0,0 3-2 0,0-1 2 0,0 1 0 15,-1 0-4-15,-1 0 2 0,0 0 2 0,-1 0-1 0,0 0 4 16,-1 0-6-16,-1-1 10 0,-2 1 1 0,0-1-4 0,-1 0 1 0,0 1-6 16,-1 0 1-16,-2 0 7 0,-1 0 4 0,-1 1 2 0,-1 0 6 15,-1 1-5-15,-2 1 5 0,0-1 1 0,-2 0-3 0,0 1 8 0,-1 0-2 16,2-1 2-16,0 2-2 0,1-2-12 0,2-1-3 0,-1 1 0 0,2-1-4 16,0-1 8-16,1 2-1 0,1-1-1 0,1-1 1 0,1 0 9 15,2-2-2-15,0 0 7 0,1 0-2 0,1-1-5 0,1 0 1 0,1 0-3 16,0-2 0-16,3 0-8 0,0 0-1 0,2 0 2 0,2-1-5 0,1-1-3 15,0 0-10-15,2 0-22 0,1 0-13 0,1 0-22 0,0 0-36 16,-1 1-3-16,0-2-22 0,1 1-33 0,-2-1-25 0,3 0-48 0,0 0-31 16,1 0 3-16,-2-1 23 0,1 0 36 0,-1 1 45 0,-1-2 51 0,2 0-18 15</inkml:trace>
  <inkml:trace contextRef="#ctx0" brushRef="#br0" timeOffset="138058.1">23742 14257 1814 0,'2'0'198'16,"1"0"-107"-16,2 1-55 0,-1 2-13 0,2 0 1 0,2 2-16 0,0 1-13 15,2 3-14-15,0 0-5 0,0 3 8 0,-2-1 3 0,1 0-4 16,-1 2 4-16,-1 1-4 0,0-1 2 0,-1 0 5 0,0 0 0 0,1 0 3 16,-1-1-3-16,0-1-8 0,1 0-5 0,1-3-1 0,1 2-1 0,-1-1 0 15,2-2 1-15,0 0-1 0,-1-1 4 0,1-2 2 0,0 0-5 16,0-2 11-16,0 1 9 0,-1-3 5 0,0 0 15 0,-1 0 4 0,2-3 6 15,0 1 3-15,-1-2-5 0,0 0 1 0,0-1-10 0,-1-1 2 0,1 0-5 16,0-1-2-16,-1 0-3 0,0 1-5 0,0-2 5 0,-2 2-1 16,1 0 2-16,-2 0 5 0,-1 1-2 0,1 0 3 0,-1 1-4 0,0 1 1 15,0 1 1-15,-1 0 4 0,0 2-2 0,0 0 4 0,-1 2-3 16,0 0-1-16,0 0-2 0,-1 2-5 0,1 2-4 0,-1 0-3 0,0 2 0 16,0 0-9-16,-2 2-1 0,1-1-1 0,-1 2-2 0,-1-1 3 15,-1 0-9-15,0 0 0 0,-1-2-1 0,0 2-4 0,1 0 6 0,-1 0-24 16,1 0-28-16,-1-1-29 0,0-2-41 0,0 2-25 0,1-1-26 0,0-1-28 15,0 0-10-15,0 0 13 0,0 0 23 0,0 0 27 0,0-1 56 0,0 0-57 16</inkml:trace>
  <inkml:trace contextRef="#ctx0" brushRef="#br0" timeOffset="138358.1">24655 14345 2401 0,'-1'1'148'0,"2"2"-89"0,0 1-56 0,2 2 5 0,-1 0-5 15,3 1-9-15,-1 1-9 0,0 3-13 0,2 1-6 0,0 1 3 16,0 0 8-16,0-2 1 0,-2 1-6 0,0 0-3 0,-2-2 5 0,1 0 3 16,0-2 13-16,-1 1 5 0,1-2-7 0,0 0 5 0,0-1-2 0,0 0 3 15,0 1 6-15,1 1 13 0,0-2 2 0,0 1-3 0,0-1 0 16,-1-1-12-16,-1 0-1 0,0 1-4 0,0-1-1 0,-1 0-6 0,-1 0-4 15,0 0-7-15,-1-1-2 0,-1 1-9 0,-1 0-2 0,-1 0-3 0,0 0-13 16,-2-1 0-16,0 1-2 0,-1 0-12 0,-2-1-19 0,-1 0-37 16,0-1-45-16,-2 0-42 0,-2-1-29 0,1-1-7 0,-1-1 22 0,0 0 36 15,2-2 42-15,2-1 40 0,-1 0 34 0,2-2 25 0,0 0-47 0</inkml:trace>
  <inkml:trace contextRef="#ctx0" brushRef="#br0" timeOffset="138458.1">24647 14379 283 0,'6'-7'105'0,"1"0"0"0,2-1-6 0,0 2-14 0,-1 1-22 0,1 1-30 16,1 1-27-16,-1 0-20 0,2 1-14 0,-1 0-17 0,2 0-16 16,-1 1-23-16,2 0-24 0,0 0-19 0,0 0 13 0,1 1 23 0,-1 0-15 15</inkml:trace>
  <inkml:trace contextRef="#ctx0" brushRef="#br0" timeOffset="138808.1">25185 14366 743 0,'5'-2'188'0,"-1"-1"-39"0,1-1-45 16,0 1-15-16,-1 0-20 0,0 1-22 0,-1 0-25 0,-1 1-10 0,-1 0-3 15,0 1 4-15,-1 0 3 0,-1 0-2 0,1 0 2 0,-1 1-4 0,0 1 6 16,-1 0 1-16,-1 1 2 0,-1 2-2 0,1-1-5 0,-1 1-3 16,1 1-1-16,-1 0-1 0,1 0 1 0,0 1 4 0,1 1 1 0,-1 0 5 15,1 2 6-15,0-1 0 0,1 2 2 0,0-2-9 0,1 3-4 0,0 0-3 16,0 0-4-16,1 0-1 0,0-1-7 0,1 0-4 0,0 0 2 15,1 0 4-15,0 1 7 0,0 0 0 0,1 0-5 0,0 0 0 0,1 0-8 16,0-1 0-16,1-2-2 0,-1-1-2 0,1 0 2 0,1 0 5 16,1-2 6-16,0-1 3 0,1-1 4 0,0-2 0 0,1 0 7 0,-1-2 6 15,0-1 1-15,1-1 1 0,0-2-6 0,-1-1 0 0,1-1-4 16,-2-2 2-16,1 1-8 0,0 1-6 0,-2-2-4 0,1-1-5 0,-2 1 2 16,-1-2-5-16,-2 0-2 0,0-1-4 0,-1 1-9 0,-2-1 1 0,0 1-4 15,-1 1 2-15,-1 0 7 0,-1 2 1 0,-1 1 3 0,-1-1-7 16,0 2-1-16,-1 0-2 0,1 2-5 0,-2 2-7 0,0-1-8 0,-1 2-12 15,1 0-25-15,-1 1-51 0,0 1-77 0,0 1-75 0,2 0-26 0,-1 0 23 16,2 0 90-16,1 0 26 0</inkml:trace>
  <inkml:trace contextRef="#ctx0" brushRef="#br0" timeOffset="138958.1">25707 14534 1518 0,'5'0'122'16,"2"1"-93"-16,2 1-40 0,0 0-16 0,1 0-19 0,0-1-75 0,-1 1-117 16,1 0-77-16,-2-1-20 0,0 0 65 0,-1-2 92 0,-1-1 51 15</inkml:trace>
  <inkml:trace contextRef="#ctx0" brushRef="#br0" timeOffset="139075.1">26176 14480 238 0,'10'-1'87'0,"2"0"-72"16,3 1-22-16,0 0-17 0,0 0-18 0,-1-1-23 0,2 0 0 0,-1 1-7 16,-1-1 8-16</inkml:trace>
  <inkml:trace contextRef="#ctx0" brushRef="#br0" timeOffset="139174.1">26731 14478 188 0,'16'-2'136'0,"2"0"-41"0,4-2-21 16,-3 2-28-16,-1 0-24 0,-1-1-22 0,1 2-29 0,-2-2-26 0,1 1-28 15,1 0-26-15,-3-1 6 0,1 1-68 0</inkml:trace>
  <inkml:trace contextRef="#ctx0" brushRef="#br0" timeOffset="139325.1">27721 14350 2237 0,'28'-2'112'0,"2"1"-49"15,9 1-55-15,-5 1-15 0,-2 0-13 0,-1-1-48 0,-1-1-74 0,0-1-77 16,-2-1-97-16,-2-1-95 0,0-2-17 0,-2-1 69 0,-1-4-34 0</inkml:trace>
  <inkml:trace contextRef="#ctx0" brushRef="#br0" timeOffset="140308.1">20446 13142 404 0,'-2'-1'201'0,"0"-1"-92"0,-1 1-16 16,2 1-20-16,0 0-12 0,1 1-25 0,0-1-30 0,0 2-18 15,0-1-3-15,0 2 5 0,0 0 8 0,0 0 4 0,0 0-7 0,0 1 2 16,1 1-2-16,0 1-2 0,1 0 6 0,0 0 1 0,0 0 3 0,1 0 7 16,0-1 8-16,0 1 12 0,0-2 14 0,0 1 11 0,2-2 1 15,1 0-3-15,0-2-6 0,0 1-7 0,0 1-4 0,0 0-5 0,1-2-1 16,-1 0 0-16,0-1 2 0,0 0 7 0,-2-1 0 0,1 0 3 15,0-1 5-15,0 0-4 0,0-1-2 0,0 1-2 0,-1-2-5 0,1-1 4 16,-2-1-7-16,1 0-2 0,-1 0 0 0,-2-2-9 0,1 1-1 0,-2 0-1 16,-1-1-15-16,0 2 0 0,-1-3-3 0,-3-1 4 0,0-1 6 15,-1 0 4-15,-2 0 4 0,1 1 1 0,0 0 2 0,1 1-1 0,2 0-4 16,-3 1-5-16,1 1-3 0,0 0 0 0,0 1-6 0,1 2-5 0,-1 0-10 16,1 1-13-16,0 1-4 0,-1 2-6 0,1 0-4 0,1 0-6 15,-1 1-1-15,-1 1-4 0,0 0-1 0,0 1 3 0,0 0-4 0,-1 0-1 16,1 1-23-16,-1 0-33 0,0-1-37 0,2 0-43 0,-1 0-27 0,0-1-3 15,2-1 13-15,0 0 25 0,0-2 64 0,1-1-18 0</inkml:trace>
  <inkml:trace contextRef="#ctx0" brushRef="#br0" timeOffset="140541.1">20193 12258 1806 0,'-4'-3'227'0,"0"1"-143"0,0 2-34 15,3 1-23-15,1 2-8 0,1 1-11 0,1 3-10 0,1 2 1 0,1 4-8 16,1 1 2-16,1 1 1 0,0 0 1 0,0-1 0 0,-2-1-6 0,1 1-2 16,-1 1-10-16,2 1-1 0,-1-1-5 0,0 0-15 0,1 0-16 15,0 0-23-15,1-1-26 0,0-2-22 0,0 1-46 0,0 0-52 0,2-1-46 16,0-1-10-16,0-3 31 0,1 0 55 0,-1-1 76 0,-1-3 7 0</inkml:trace>
  <inkml:trace contextRef="#ctx0" brushRef="#br0" timeOffset="140875.1">20207 11579 1129 0,'-1'-11'242'0,"1"2"-146"0,1-1-15 0,2 5-32 16,1 3-25-16,1 0-21 0,3 1-11 0,2 2-2 0,1 1-2 15,-2 2 0-15,1 0 0 0,-2 1-2 0,-2 1 2 0,1 1-4 0,-2 0-3 16,0 2 3-16,-2 0-4 0,-1 0-3 0,-1 0 0 0,-1 0-8 0,-1 1-4 16,0-1 7-16,-2 1 4 0,0 0 10 0,0-1 7 0,0-1 5 15,-1 0 3-15,0 0-1 0,0-2 4 0,0 2-1 0,-2 0-3 0,0 0 4 16,0 0 1-16,0 0 0 0,0 0 3 0,2-1-2 0,1-2-2 0,1 0 8 15,2 0 6-15,2-2 4 0,1 0 6 0,3-1 0 0,2 0-4 16,2-1-2-16,1-1-5 0,3 1-5 0,2-1-3 0,2 0 0 0,0 0 0 16,1-1-5-16,2 0 0 0,-2 0-8 0,2 0 2 0,-1-1 1 15,-1 1-3-15,-3-2 3 0,0 0-9 0,-1-1-12 0,-1-1-31 0,0 1-56 16,-1-3-66-16,0 0-62 0,-1 0-21 0,-3-2 12 0,1-1 57 0,-2 0 21 16</inkml:trace>
  <inkml:trace contextRef="#ctx0" brushRef="#br0" timeOffset="141274.1">20151 10817 1518 0,'4'-5'76'0,"2"2"-16"0,4 0-27 0,2 3-22 16,2 2-15-16,2 1 0 0,-1 2-11 0,2 1-11 0,-1 1-11 0,-2 0-16 16,-3-1-9-16,-1 1-22 0,-2 1-26 0,-2 0-27 0,-1-1-5 15,-1-1 17-15,-3 0 33 0,1-1 34 0,-2-1 27 0,0 0 15 0,-1-2 8 16,0 1 4-16,0-1-1 0,0 0-6 0,-1-1-10 0,-1 1-19 0,1-1-11 16,-1 0-4-16,0-1 5 0,0 1 13 0,0-1 10 0,0 0 8 15,0-1 4-15,1 1 4 0,0-1 2 0,0 1 2 0,1 0 1 0,0-1 0 16,2 0-3-16,0 0 1 0,1 0 1 0,1 0 0 0,0 1 4 15,2 0 0-15,1 0 1 0,0 0 3 0,0 1 1 0,0 0 6 0,0 0 6 16,0 1 10-16,-1 0 12 0,0 1 10 0,0 1 5 0,-1 1 6 0,0 0-3 16,-1 2-1-16,1 0-1 0,-1 0-5 0,-1 1-3 0,0-1-10 15,0 0-8-15,-2 1-5 0,0 1-8 0,-1 0 0 0,-1 0-3 0,-1-1-7 16,0 1 2-16,-2 0 1 0,-1 0-2 0,0-1 3 0,-2-2-4 0,1-1-1 16,-1 0-1-16,0-1-5 0,-1-1-22 0,1-2-43 0,0-1-43 15,1-1-36-15,0-1-16 0,2-1 9 0,-1-2-48 0</inkml:trace>
  <inkml:trace contextRef="#ctx0" brushRef="#br0" timeOffset="141642.1">20178 9978 1145 0,'-1'-9'168'0,"-1"3"-109"16,1 0-20-16,2 5-14 0,2 3-23 0,1 2-6 0,3 2 2 0,1 2-5 16,0 0-3-16,-1 2 1 0,-2 1 0 0,0 0 1 0,-1 0-3 15,0 2 1-15,-1-2-1 0,0 0-6 0,-1 0 6 0,0-2-1 0,0-1 5 16,0 0 7-16,0-1-2 0,0-2 1 0,0 0-6 0,1 0-1 0,1-2 2 16,-1-1-2-16,1-1 0 0,0-1 4 0,0 0-3 0,-1-2 0 15,-1 0 3-15,0-2-3 0,-1 0 2 0,1-1-3 0,-1 1 0 0,-1-1 1 16,0 0 0-16,0 0 2 0,-1 0 2 0,0 1 4 0,0 0 4 0,-1 1 1 15,1-1-1-15,0 1-2 0,1 1-3 0,-1 1-5 0,0 1-2 16,0 0 2-16,0 2 2 0,0 2 7 0,1-1-7 0,-1 2 5 0,0 0-2 16,1 0 0-16,-1 2 9 0,1 1-7 0,0 0 1 0,0 1 1 15,0 0 2-15,1-1-3 0,0 0 1 0,0-1-4 0,0 0-2 0,1-1 0 16,-1-2-7-16,0 0-2 0,0-3-11 0,-1 0-27 0,0-1-29 0,1-2-32 16,0-1-31-16,-1-1-13 0,1-1-1 0,-2-2 4 0,0-1 19 15,0-1 37-15,1-2-25 0</inkml:trace>
  <inkml:trace contextRef="#ctx0" brushRef="#br0" timeOffset="141925.1">20231 9417 603 0,'-4'-8'124'0,"0"2"9"15,-1-1-24-15,3 4-41 0,1 1-31 0,0 2-22 0,0 0-7 0,-1 2-3 16,1 1-2-16,0 0 6 0,1 1-6 0,-1 1-1 0,1 0 2 0,1 1-2 15,0-1 2-15,0 2 1 0,2-3-9 0,-1 2 5 0,2-1-4 16,1 1 2-16,1 1 4 0,1 0 0 0,-1 2 0 0,1-1 2 0,1 0 2 16,0-2 3-16,0 1 0 0,-1 0 2 0,1 1 0 0,1 1 0 15,-1-2-1-15,0 0 2 0,0-1-4 0,0 1 1 0,-1-1 1 0,-1 1-7 16,0 1 3-16,-1-1-3 0,-1 0-2 0,-1 0 4 0,-2 0-1 0,0-1-1 16,-1 0 1-16,-2-1-4 0,0 1 2 0,-2-2-3 0,0 1 0 15,-1-2 2-15,-1 0-4 0,0 0 1 0,-3-1-7 0,-1 0-10 0,0-1-12 16,-2-1-19-16,-2-1-30 0,1-1-24 0,-4-2-20 0,0 0-14 0,0-2 1 15,2-1 11-15,0-2 11 0,3 0 10 0,0-3 17 0,2 0 25 16,1-1-53-16</inkml:trace>
  <inkml:trace contextRef="#ctx0" brushRef="#br0" timeOffset="142058.1">20115 9264 168 0,'-1'-9'70'0,"0"0"10"0,0-3-5 0,3 4-23 0,0 0-18 15,1 1-14-15,1 1-8 0,1-1-4 0,1 1-5 0,1 1-1 0,1-1-2 16,-1 1-3-16,1-1-1 0,1 0-3 0,0 0-2 0,1 0-6 0,0-1-8 15,-1-1-12-15,1-1-20 0,0 2-11 0,0 0-6 0,-1-1 5 16,0 0 19-16,-1 0-67 0</inkml:trace>
  <inkml:trace contextRef="#ctx0" brushRef="#br0" timeOffset="142391.1">20350 8513 522 0,'-6'-10'359'0,"0"2"-255"15,0 1-1-15,1 5-28 0,2 4-39 0,0 2-22 0,1 1-9 16,0 2 0-16,-1 2-5 0,1-1 1 0,-1 2 1 0,-1 1-3 0,0 1 3 16,-1 1-1-16,-1 0-2 0,1 3 1 0,-1-1 0 0,1 0 0 0,-1 0 2 15,1 2-3-15,0 1 1 0,2 0-2 0,0-2-1 0,0 1 2 16,1-1 2-16,1 1 0 0,0-2-1 0,2-1-5 0,2-2 1 0,0-2-3 15,1-2 5-15,1-2 4 0,0-1 1 0,0-1 0 0,1-1 2 16,-2-2 3-16,1-2 3 0,0 0 1 0,-1-2-3 0,1-1-2 0,-1-1-2 16,0 1 5-16,1-2-3 0,-2-1 0 0,0-1-4 0,-1-1-5 0,-1-1-3 15,-1 0-3-15,-1 1-2 0,-1-1-2 0,-2 0 2 0,1 0-3 16,-2 1-3-16,1 0-3 0,0-1-6 0,-1 2-7 0,0 0-7 0,0-1-19 16,0 1-24-16,1 0-35 0,-1 0-33 0,0 1-20 0,1 1-12 0,-1 2 35 15,0-3-42-15</inkml:trace>
  <inkml:trace contextRef="#ctx0" brushRef="#br0" timeOffset="142525.1">20262 8212 1135 0,'4'-8'31'0,"1"1"-24"0,4 0-20 0,4 5-33 0,2 1-75 15,3-1-79-15,0 1-52 0,1-1 22 0,-1 1-49 0</inkml:trace>
  <inkml:trace contextRef="#ctx0" brushRef="#br0" timeOffset="142624.1">20473 8015 581 0,'-7'-3'201'0,"2"2"-60"0,-1 1-21 0,2 3-57 16,2 3-34-16,1 2-18 0,1 0-11 0,1 3-20 0,1 1-64 0,1 1-100 16,0-1-103-16,0 0-174 0</inkml:trace>
  <inkml:trace contextRef="#ctx0" brushRef="#br0" timeOffset="153626.1">20208 6913 416 0,'-9'-51'-58'0,"-1"-31"-38"0,3-35-42 0,6-42 15 0</inkml:trace>
  <inkml:trace contextRef="#ctx0" brushRef="#br0" timeOffset="155009.1">22612 1018 61 0,'0'1'20'0,"1"0"-17"0,1 1-2 16,-1 0-1-16,1 1-2 0,0 1-2 0,1 0-3 0,-1 1-11 0,1 0-11 16</inkml:trace>
  <inkml:trace contextRef="#ctx0" brushRef="#br0" timeOffset="155259.1">22662 1198 43 0,'0'3'17'0,"0"0"-6"0,-1 5-12 0,2 2 0 0,0 2 0 15,2 2-1-15,0 0 9 0,2 3-2 0,2 0-1 0,2-2 0 16,2-3-1-16,3 0 1 0,0-3 0 0,4 0 0 0,2-3 0 0,2-2-1 16,4-3 0-16,1-2-1 0,2-3 2 0,0-3-1 0,2-1 1 15,0-3 3-15,0-2 3 0,-15 6 12 0,0-1 5 0,1-2 6 0,2-1 2 16,-1-1-10-16,0-1-3 0,1-1 0 0,1-2-4 0,-1-1-1 0,2-1-2 16,-1 0-4-16,1-2-1 0,-1-1-3 0,2 0 1 0,-3-1-2 15,1-1-1-15,-1 0-4 0,-2-1-6 0,-2 1 0 0,-2-1-7 0,-2 0 2 16,-2 1-2-16,-3-1-5 0,-4 0-2 0,-2 1-2 0,-2 1 29 0,-3 0 4 15,-4 0 3-15,-3 1 0 0,-2 1-25 0,-3-1 2 0,-1 1 5 16,-4 2 8-16,0 0 0 0,-1 1 3 0,-3 1-2 0,1 1-1 0,-1 1 1 16,0 1-1-16,-1 2-1 0,1 2 4 0,1 1 2 0,0 1-3 15,1 2 3-15,-1 2-2 0,1 2-3 0,2 2 5 0,-2 2-1 0,2 2 0 16,-1 3 0-16,0 1-28 0,2 3 3 0,-2 3 0 0,1 2 4 0,1 1 17 16,-1 3-1-16,1 2-8 0,2 1-20 0,-1 2-20 0,2 1-15 15,2 0 1-15,-1 3-131 0</inkml:trace>
  <inkml:trace contextRef="#ctx0" brushRef="#br0" timeOffset="155725.1">24943 763 401 0,'0'0'12'0,"1"-1"-24"0,1 1 3 0,0 1 6 16,0-1 3-16,1 3 5 0,0-1-1 0,0 2 3 0,0 2 0 0,0 0 0 16,1 2 3-16,-1 2-2 0,0 0 3 0,0 2 0 0,0 2-3 15,1 2 0-15,-1 2-1 0,0 0-2 0,0 1-1 0,0 2 2 0,1-1-1 16,0 2-2-16,1-1 1 0,0 0 1 0,2 0-3 0,2-1 3 0,-1-2 1 15,4 0-1-15,0-1 0 0,3-1-3 0,1-3-3 0,1-1 2 16,3-3-4-16,1-1-2 0,0-2-2 0,3-2-4 0,-1-3 2 0,2-1 0 16,1-3 5-16,-1-1 0 0,1-3 0 0,-2-1 3 0,1-2 0 15,0-2 0-15,-3 0 2 0,0-3-2 0,-1-1 0 0,-3-1-2 0,0 0-2 16,-2-2 1-16,-4-1-2 0,0 0 2 0,-2-1-2 0,-3 0 5 0,-3-1-2 16,-2 0-1-16,-3-1 2 0,-2 2-4 0,-3-2-1 0,-2 2 26 15,-3-1 0-15,-2 0 1 0,-3 1 4 0,-2 0-30 0,-3 0-13 0,-1 1-4 16,-3 0 2-16,0 1 6 0,-3 1 15 0,-1 0 3 0,-1 0-3 0,0 1-4 15,-1 3 1-15,0 0 1 0,-1 1 2 0,2 1 0 0,0 2-1 16,1 3 5-16,1 0 1 0,0 3 0 0,3 1-1 0,0 4 2 0,4 1-6 16,0 3-10-16,2 3-16 0,3 1-18 0,1 4-27 0,3 2 7 15,2 3 20-15,2 0 7 0,3 4-89 0</inkml:trace>
  <inkml:trace contextRef="#ctx0" brushRef="#br0" timeOffset="156809.1">28171 1294 543 0,'9'-6'86'15,"0"2"-84"-15,2-2 5 0,0-1-3 0,3-2 6 0,2 0-11 0,0-1 3 16,1-2-9-16,1-1-2 0,1-2-1 0,-2-1-4 0,1-2 5 0,0-1 4 15,-4-1 5-15,-2-1 7 0,-3 0-1 0,-3-1 2 0,-5-1 1 16,-5-1-2-16,-3 1 3 0,-4-1-4 0,-5-1 1 0,-4 2-6 0,-3-1 3 16,-5 1-5-16,-3 0-2 0,-3 0-2 0,-3 2 17 0,-4 1-3 15,-1 0 3-15,-2 2 4 0,-2 0-18 0,-3 2 5 0,0 1-1 0,-1 3-3 16,-1 1-1-16,1 1-3 0,-3 2 5 0,2 3-3 0,0 1 5 0,0 2-24 16,2 2-2-16,0 2 10 0,1 3-8 0,2 1 22 0,2 4 8 15,0 1-3-15,1 2 5 0,3 1-3 0,1 3-4 0,1 2-1 0,3 0-2 16,0 1 1-16,3 2-3 0,0-1 1 0,3 1 0 0,1 0-3 0,2 0-2 15,1 1-7-15,3-1-4 0,1-2-2 0,1 1 3 0,2-1 4 16,3-2 3-16,0-1 6 0,3-1 0 0,1-1-1 0,2-2 4 0,1-1 3 16,2-1 0-16,0-1 2 0,2-1-2 0,1-2-2 0,1 1-1 0,1-2 2 15,1-1 0-15,1-1-1 0,-1 0 1 0,2-1-1 0,0 0 2 16,1-1-1-16,0 1 2 0,0-1-1 0,0 1-2 0,1-1 2 0,-1 1-2 16,1 0 0-16,-1-1 2 0,1 1-1 0,0 0 1 0,1-1-2 15,0 0 3-15,0 1-2 0,0 0-4 0,0 0 6 0,1-1-8 0,-1 1 3 16,1 0 4-16,0-1-7 0,-2 0 5 0,2 1 0 0,1-1-1 0,-1 0 5 15,1 0-3-15,-1 0-2 0,0 0 6 0,1 0-7 0,-1 0 4 16,1 0 3-16,-2-1-5 0,1 1 3 0,0-1 3 0,-1 1-4 0,1-1 2 16,-1 0-3-16,0 0-1 0,1 0 3 0,-1 0-3 0,0-1 3 0,0 1-3 15,0-1 1-15,0-1 0 0,0 1-2 0,1-1 4 0,0 1-6 16,0-2 2-16,1 1-3 0,0 0-3 0,0-1 5 0,0 1-3 0,0-1 2 16,0 0 8-16,1 0-8 0,0 1 8 0,0-1 1 0,0 0-8 15,0 0 4-15,-1 0-3 0,0 0 0 0,0 0 2 0,0 1 0 0,0-1-5 16,-1 1 3-16,0-1-4 0,0 1 4 0,-1 0 0 0,1 0-2 0,-2 0 3 15,1 1 0-15,-2-1-5 0,1 1 6 0,0 0-1 0,-1 0-3 16,0 0 4-16,0 1-2 0,0-1-3 0,-1 1-6 0,1 0 6 0,-1-1 1 16,0 1-4-16,0 0 16 0,0 0-17 0,-1 0 8 0,1-1-1 0,-1 1-4 15,1 0 7-15,-1-1-6 0,0 1 5 0,0-1-2 0,0 0-1 16,-1 0 3-16,1 0-2 0,-1 0 0 0,1 0 5 0,-1-1-6 0,0 1 6 16,0 0-6-16,0 0-2 0,0-1 2 0,0 1-3 0,0 0 1 0,-1-1 0 15,0 1 3-15,1 0-2 0,-1 0 1 0,0 0 2 0,0 0-2 16,0 0-4-16,-1 0 4 0,1 0-5 0,-1 1 4 0,0-1 3 0,1 0 0 15,-1 1-2-15,-1-1-1 0,1 1 2 0,0 0-6 0,-1-1 5 16,1 1-5-16,-1 0 6 0,1-1 0 0,-1 1 0 0,0 0 2 0,1 0-1 16,-1-1-1-16,1 1 1 0,0 0-1 0,0-1 0 0,-1 1 3 0,1-1-4 15,-1 0 4-15,1 0-4 0,0 1-3 0,-1-1 5 0,1 0-5 16,0 0 0-16,0-1 4 0,0 1-1 0,0 0 2 0,-1 0 0 0,1 0-4 16,0-1 3-16,0 1-6 0,-1 0 4 0,1 0-1 0,0 0 0 15,0 1 2-15,0-1 1 0,0 1-1 0,0-1 0 0,0 1 0 0,0 0-2 16,1 0 3-16,-1 0-3 0,1 0 0 0,-1 0-2 0,2 0 0 0,-2 1 6 15,1-1-1-15,0 0 2 0,0 0-1 0,0 0-2 0,-1 0 1 16,1 0 0-16,0 0 0 0,-1 0 5 0,1-1-1 0,0 1 1 0,-1-1 1 16,1 1-6-16,-1-1-2 0,0 0 2 0,0 0-1 0,-1 1-2 0,1-1 6 15,-4 0-20-15,1 1 1 0,0 1 3 0,0-1-3 0,0 1 17 16,0-1-2-16,2 1 1 0,-1 0 0 0,1-1 1 0,-1 1 0 0,1 0 0 16,0-1 0-16,0 0-1 0,1 0-1 0,-1 0 2 0,1 0 0 0,1 0-1 15,-1-1 1-15,1 0 0 0,0 1-1 0,1-1 1 0,-1 0-2 16,1 0 1-16,-1 0 0 0,1-1 0 0,0 1 0 0,0 0 1 0,-1 0-1 15,1 0 0-15,0 0 3 0,0-1-4 0,0 1 1 0,0 0 0 16,0 0-4-16,0 0 3 0,-1 0 1 0,1 0-1 0,-1 0 2 0,0-1-3 16,0 1-1-16,-1 0-2 0,1 0 0 0,0 0-2 0,-1 0 1 0,0 0-3 15,1 0-1-15,-1 0 1 0,0 0 0 0,0 1 3 0,0-1-4 16,-1 1 4-16,2-1 0 0,-2 1 2 0,0 0 1 0,0 0-3 0,0 0 1 16,-2 0 1-16,1 0 0 0,-1 0-1 0,-1 0 0 0,-1 1-1 0,1 0 1 15,-2 0 2-15,0 0-3 0,1 0 0 0,-2 1-5 0,-1-1 1 16,0 0-2-16,0 1-2 0,0-1-2 0,1 1-4 0,-2-1-4 0,0 1-2 15,1-1 1-15,0 1 7 0,1-1 4 0,1 0 3 0,-1 0 1 16,1 0-55-16,0 0-20 0</inkml:trace>
  <inkml:trace contextRef="#ctx0" brushRef="#br0" timeOffset="157626.1">25593 2847 1925 0,'-2'1'-60'0,"1"5"-84"0,3 6 25 0,2 9 60 0,2 4 32 16,2 6 9-16,1 2-6 0,1 4-16 0,2 2-22 0,0 0-11 16,3 2-4-16,4-3 4 0,0-2 10 0,4 0 8 0,1-4 12 0,1-2 13 15,1-4 14-15,2-3 8 0,3-3 5 0,-1-4 5 0,3-6 5 16,0-2 6-16,2-6 5 0,2-3 4 0,3-4 4 0,3-6 0 0,0-2 0 16,1-4-2-16,3-4-5 0,-1-1-3 0,1-3-6 0,-1-1 2 0,0-1-3 15,-2-1-1-15,-3-1 7 0,-2-3 1 0,-4-1 7 0,-2-3 2 0,-3-3 0 16,-4 1 8-16,-3-4 5 0,-5 2 10 0,-6-2 10 0,-5-1 7 15,-6 1 4-15,-4 2 0 0,-5 1-4 0,-4 4-10 0,-3 1-11 0,-4 0-8 16,-2 4-10-16,-2 3-1 0,-3 3-5 0,-3 4-12 0,-4 2-5 16,-4 2-14-16,-3 4-7 0,-3 2-7 0,-3 4 0 0,-2 2-3 0,-4 3 4 15,-1 3 0-15,-1 2-1 0,-1 3 0 0,1 3-6 0,0 1-11 0,2 1-47 16,2 3-42-16,2 2-31 0,2 1-33 0,1 4 6 0,2 1 15 16,2 1 10-16,0 2 14 0,3 2 30 0,0 2-97 0</inkml:trace>
  <inkml:trace contextRef="#ctx0" brushRef="#br0" timeOffset="205779.22">20558 15769 940 0,'-2'-8'267'0,"-1"-2"-29"0,-1-1-3 16,1 2-17-16,-1 2-27 0,0 3-43 0,0-1-46 0,0 2-18 0,-1 1-19 16,0 1-3-16,-2 2-6 0,-1 0-11 0,0 1-10 0,-1 1-14 15,0 1-11-15,-2 2-3 0,1 2-1 0,-2 4-11 0,-2 1 7 0,1 4-4 16,-1 1-4-16,2 4 1 0,-2 4 7 0,1 2 7 0,-1 7-2 15,3 3 9-15,4 5-3 0,0 4-6 0,4 7 9 0,2 3 3 0,4 3-5 16,3 4 16-16,2-1 6 0,5 0-4 0,2 1 1 0,2-1-11 0,2-3 1 16,3-2-6-16,2 0-10 0,2-5 3 0,2-2-13 0,3-2 3 15,4-5-7-15,2 0-5 0,1-2-5 0,1-4-7 0,-20-20-10 0,3 4-29 16,-1-3-36-16,3 4-34 0,0-4-33 0,2 1-17 0,-3-1 4 0,3 0 4 16,-3-4 8-16,-1-4-3 0,-3-2-22 0,-4-5-13 0,0-4-17 15,-2-4 2-15,-2-5 18 0,-1-4 10 0,5-24 40 0,-3-9-45 0</inkml:trace>
  <inkml:trace contextRef="#ctx0" brushRef="#br0" timeOffset="206028.22">21020 15832 815 0,'-3'4'622'0,"0"1"-407"0,0 2-15 0,1 3-20 0,2 2-22 0,0 2-23 16,2 3-42-16,1 2-23 0,1 3-8 0,1 2-3 0,2 1 5 15,-1 3 3-15,2 1-8 0,0 3-16 0,1 2-21 0,0 1-7 0,1 1-6 16,1-2-1-16,0 2-1 0,1-2-11 0,1 1 3 0,0 1-3 0,1-1-4 16,1-2-4-16,-1-3 7 0,-2 0 7 0,0-2 3 0,0-1 3 15,-1-1-6-15,0-4-9 0,-2 0 2 0,-1-2-5 0,1-3 5 0,-2 0-3 16,1-1 3-16,-1 0-2 0,0-2-16 0,-1-1 8 0,-1-2-10 0,0 0-1 16,-3-2-17-16,1-1-34 0,0-1-36 0,-1-2-49 0,0-2-61 15,0-3-47-15,-1-2-66 0,-1-3-59 0,0-2 1 0,0-2 53 0,0-4 89 16,-1-3 109-16</inkml:trace>
  <inkml:trace contextRef="#ctx0" brushRef="#br0" timeOffset="206195.22">21421 16588 1336 0,'3'8'304'0,"0"3"-107"0,3 2-15 0,0 1-18 0,1-3-31 0,1 3-43 15,1 0-58-15,1 1-15 0,0 1-11 0,0 0-9 0,-1 2 3 0,1 1-3 16,-2 0-2-16,1 2-4 0,-1-1-6 0,-2-1-15 0,0 0-17 15,-2-2-29-15,0 0-45 0,-2 0-58 0,-1-1-69 0,-1-1-77 0,-1 0-39 16,0-1 10-16,-1-2 58 0,-2 0 108 0,0-1-2 0</inkml:trace>
  <inkml:trace contextRef="#ctx0" brushRef="#br0" timeOffset="206462.22">21836 16157 570 0,'1'5'343'0,"2"0"-104"0,0 3-21 0,1 0-19 0,1 0-24 16,0 1-39-16,0 2-33 0,-1 1-27 0,1 1-18 0,2 1 5 0,0 2-9 16,2 0-3-16,-1 3-11 0,0 2-13 0,2-1-8 15,-2 1-12-15,1 2 2 0,1-1-1 0,-1 1-3 0,0 0 19 0,1 0-7 0,-1 2 5 16,-2 1-5-16,3-1-19 0,-1-1-2 0,0-1-9 0,1-1 7 15,-1-2-8-15,-1 0-14 0,0-1-16 0,-1-1-13 0,0-2-24 0,0-2-9 16,-1 0-15-16,0-3-27 0,-3-2-8 0,1 0-54 0,-3-3-47 0,0-1-102 16,-2-4 17-16,-3-1 69 0,0-5 68 0,-2-3 99 0,0-5-32 15</inkml:trace>
  <inkml:trace contextRef="#ctx0" brushRef="#br0" timeOffset="206728.22">21782 15607 1768 0,'1'1'222'0,"1"3"-3"15,4 2-41-15,4 0-16 0,2 2-28 0,5 1-42 0,4 2-36 0,3 2-18 16,7 3 4-16,3 3 2 0,4 0 1 0,1 2-13 0,3 1-6 0,1 2-14 16,0 2-14-16,0 0 11 0,0 1-9 0,2 2 4 0,-2 1 9 15,-2 2-11-15,-3 1-9 0,-3 2-12 0,-2 0-7 0,-2 3-17 0,-1 4-3 16,-3 1-6-16,-2 2-20 0,-4 0 4 0,-1 1-15 0,-4 0 1 15,-1-1 23-15,-4-1 3 0,-2-2 20 0,-2-2 9 0,-3 0-1 0,-2-4 17 16,-3-3 2-16,-2-1-2 0,-5-4 1 0,-3-1-11 0,-4-1-5 0,-4-3-13 16,-3 0-27-16,-3-5-16 0,-4-2 3 0,0-4 2 0,-2-3 0 15,2-3-18-15,0-2-49 0,1-4-68 0,0-4-64 0,-2-4-66 0,-2-4 9 16,-2-6 98-16,-2-4 1 0</inkml:trace>
  <inkml:trace contextRef="#ctx0" brushRef="#br0" timeOffset="209579.19">21117 17599 2333 0,'-2'18'59'0,"1"1"38"0,-1 6 7 0,2-10-14 0,0 3-23 15,0 3-54-15,2 3-18 0,0 3-5 0,2 4-6 0,2 0-4 0,0 2-11 16,3 1-4-16,2 0-7 0,2 1-42 0,1 1-27 0,2-1-55 15,3 1-42-15,2-2-38 0,2 2-69 0,3-2-4 0,1-3 3 0,1-3 35 16,3-2 61-16,0-2 70 0,3-5-27 0</inkml:trace>
  <inkml:trace contextRef="#ctx0" brushRef="#br0" timeOffset="209862.19">21715 17611 1015 0,'-1'-1'354'0,"-1"1"-99"0,0-1-25 0,0 0-17 0,0 0-41 0,0 0-68 16,1 0-34-16,1 0-28 0,-1 0-19 0,2-1-4 0,0 2-17 16,1-1-6-16,0 1-3 0,1-1-12 0,1 1-7 0,1 1-7 0,2 0 1 15,1 2 2-15,1 0 3 0,1 1-8 0,3 0 8 0,-1 1 11 0,1 3-3 16,0 0-5-16,-1 3-31 0,-1 0-13 0,0 2-27 0,-1 0-7 16,-3 3 4-16,-3-7-4 0,-1 2 22 0,-1 1 12 0,1 1 22 0,-2 2 27 15,1 1 15-15,-1 0 22 0,0 0 15 0,-1 3 19 0,0 0 36 0,0-1 25 16,0 2 26-16,-1 1 10 0,1-1 9 0,-1 0-2 0,1 1-8 15,-1-2-11-15,2-1-26 0,-1-1-12 0,2-1-18 0,1-3-40 0,1 0 10 16,1-1-23-16,1-1 3 0,1-1-1 0,2-1-28 0,0-2 6 16,2-1-32-16,1 0-21 0,2-2-33 0,0 0-23 0,1-1-27 0,-1 0-29 15,2-1-37-15,0-1-66 0,0 0-65 0,-1 0-71 0,0-2-54 0,0 0 29 16,-1-1 133-16,-1-1 35 0</inkml:trace>
  <inkml:trace contextRef="#ctx0" brushRef="#br0" timeOffset="210031.19">22485 18019 2046 0,'1'3'284'0,"0"1"-76"0,1 0-37 0,1 1-33 0,0 2-33 16,1 0-37-16,0 2-54 0,1 2-7 0,1 0-6 0,1 2-4 0,0 0-9 15,-1 2-5-15,2 0-41 0,-1 0-43 0,0 0-75 0,0 1-90 0,0-2-117 16,-1 0-168-16,-1-2-36 0,-2-1 130 0,0-1 70 0</inkml:trace>
  <inkml:trace contextRef="#ctx0" brushRef="#br0" timeOffset="210296.19">22652 17585 1208 0,'4'-2'342'0,"2"0"-157"16,1-1-31-16,2-1-14 0,2 0-24 0,3 0-37 0,0 2-44 15,2 1-23-15,-1 2-7 0,2 2-7 0,-2 0-8 0,0 4-11 0,-1 2-26 16,0 3-23-16,-2 0-14 0,-3 1-8 0,0 3 4 0,-1 2 36 16,-2 1 15-16,-3-8 19 0,-1 1 23 0,1 2-4 0,-1 1 27 0,-1-1 19 15,1 3 9-15,0 0 6 0,0 1-6 0,0-1 3 0,0 2-11 0,1-1 5 16,1 1 4-16,0 0-4 0,0 1 1 0,1-1-5 0,2 1-8 16,0-1-4-16,1-2-1 0,1-1-8 0,2-1-6 0,0-1-11 0,1-2-9 15,1-1-16-15,1-1-23 0,1-1-22 0,0-2-23 0,2 0-34 0,0-2-33 16,0-1-60-16,-1-2-64 0,2-1-81 0,0 0-51 0,-1-3 25 15,1-2 22-15</inkml:trace>
  <inkml:trace contextRef="#ctx0" brushRef="#br0" timeOffset="210512.19">22970 16613 1881 0,'10'6'218'0,"4"4"-31"0,7 4-43 16,5 4-38-16,6 3-41 0,3 4-14 0,7 7-26 0,3 3-11 0,3 6 11 16,2 1-6-16,1 1 6 0,0 3-7 0,0 3-10 0,-26-24 5 15,6 9-8-15,-2 0-13 0,6 9-17 0,-3 3-32 0,4 7-21 0,-2 3-31 16,2 8-23-16,-3 3-30 0,-6 2-18 0,-14-35-23 0,0 6-30 0,-3 1-29 16,0 4-25-16,-3 1 15 0,0 6 31 0,-3 0 51 0,-1 2 60 15,-5 0 45-15,-1 4-54 0</inkml:trace>
  <inkml:trace contextRef="#ctx0" brushRef="#br0" timeOffset="211357.19">26323 9988 55 0,'-13'-1'1'15,"-3"1"1"-15,-3 2-1 0,0 3-1 0,3 1-2 0,-2 3-7 0,1 0-38 0</inkml:trace>
  <inkml:trace contextRef="#ctx0" brushRef="#br0" timeOffset="211745.19">26161 9711 35 0,'-1'-1'29'0,"0"-1"-4"0,0 1-4 0,0 1-5 0,0 2-4 0,-1-1-4 16,-1 1-1-16,0 1-2 0,0-1-1 0,0 1-3 0,0 0 0 0,-1 1 0 15,1 0-1-15,2 0 0 0,-1 0 0 0,1 0-1 0,1 1-1 0,0 0-1 16,2 0-5-16,0 0-4 0,2 0-7 0,1 0-1 0,1 0-2 16,1 0-12-16,0-2-9 0</inkml:trace>
  <inkml:trace contextRef="#ctx0" brushRef="#br0" timeOffset="212146.19">20765 9624 59 0,'0'-11'7'0,"0"-1"0"0,2-4 1 0,1 3-3 0,1 2-3 15,1 3-1-15,0 0 0 0,0 0-2 0,-1 0-1 0,-1-1 0 0,-1 1-3 16,-1-1-4-16,-2 0 2 0,-2 1 0 0,-1-2-5 0,-1 1 3 0,-2 0-7 16,-2 2-3-16</inkml:trace>
  <inkml:trace contextRef="#ctx0" brushRef="#br0" timeOffset="213812.19">25203 16081 1384 0,'-17'49'92'0,"-1"8"12"0,-3 18 24 0,6-4-10 0,5-6-22 16,4 0-25-16,5-1-22 0,4-4-14 0,6-2-5 0,3 1-21 0,4-3-13 16,3-2-5-16,5-4-4 0,3-4-5 0,3-4-14 0,2-2-14 15,1-4-38-15,-15-20-38 0,3 2-38 0,2-4-69 0,3 2-56 0,1-4-5 16,3 0 22-16,1-3 52 0,4-4 76 0,-1-4 58 0,3-6-33 0</inkml:trace>
  <inkml:trace contextRef="#ctx0" brushRef="#br0" timeOffset="214062.19">26280 16027 1704 0,'-14'1'213'0,"1"0"-51"0,-3 3-25 0,4 1-43 16,2-1-23-16,3 1-16 0,2-1-20 0,1 2-20 0,2 1-6 15,0 0-4-15,0 2 0 0,2 0-4 0,-1 1-2 0,1 2 2 0,1 3 1 16,-1 1-4-16,2 0 1 0,0 2-4 0,0 0 4 0,0 1 4 0,0 2-2 16,1 1-2-16,-1 1-7 0,1 2 0 0,0 2-6 0,-1 2-1 15,1 1-13-15,-1 0-20 0,-1 2 4 0,0-1-13 0,1 1-12 0,-2 0-7 16,1-1-10-16,-2 1 1 0,0-3 15 0,-1 0 10 0,-1-1 15 0,1-2 13 16,-1 0 8-16,0-3 20 0,-1 1 8 0,0-3 6 0,-2-1 11 15,0-2-1-15,-1-1 9 0,-2-3 4 0,0 0-4 0,-1 0 0 0,-1-1 0 16,0-2 3-16,1-2 8 0,-1-1-10 0,0-4-33 0,0 0-15 0,-1-4-48 15,0-3-26-15,-2 0-35 0,-1-4-62 0,-1 0-39 0,0-4-69 16,-4-3-23-16,-1-3 25 0,0-6-36 0</inkml:trace>
  <inkml:trace contextRef="#ctx0" brushRef="#br0" timeOffset="-213017.53">26766 14173 112 0,'-7'-3'100'0,"-1"0"-70"0,-1-1-3 0,3 1-4 16,2 0-3-16,1 0-1 0,1 0-8 0,2 0-4 0,1 0-7 0,1 0-7 15,0 0-6-15,0 0-1 0,0 1-7 0,1-2-1 0,0 1-2 16,0 0-4-16,1 0 0 0,0 1-3 0,0 0 1 0,-2 0 4 0,0 0 7 16,0 0 2-16,0 1-6 0,-1 0-22 0</inkml:trace>
  <inkml:trace contextRef="#ctx0" brushRef="#br0" timeOffset="-212784.53">26803 14169 59 0,'-2'-1'19'0,"2"1"-7"0,-1 0-3 0,1 0-4 0,0-1 0 0,0 0-1 0,0 1-1 16,0-1-1-16,0-1-4 0,0 0-1 0,-1 0-4 0,0 0-2 16,1 0-2-16,-1 0 1 0,1 1 0 0,0-1-2 0,-1 0-27 0</inkml:trace>
  <inkml:trace contextRef="#ctx0" brushRef="#br0" timeOffset="-212666.53">26812 14118 43 0,'0'-1'10'0,"0"2"-4"0,0-1-3 0,-1 0 1 0,1 1-3 16,-1 0 0-16,1 0-1 0,-1-1 0 0,0 1-1 0,0 0-1 16,1 0-1-16,-1 0-3 0,0 1-1 0,1-2-12 0,-1 1-10 0</inkml:trace>
  <inkml:trace contextRef="#ctx0" brushRef="#br0" timeOffset="-211800.53">26310 16042 107 0,'1'2'39'0,"3"1"-22"15,-1 0-2-15,2-2-1 0,0 0 9 0,0-1 3 0,1-1 2 16,0 1 3-16,0-2-2 0,0 0-2 0,0-1 1 0,0 0 1 0,-1-1 4 15,-1 0 10-15,1 0 10 0,0 0 14 0,-1 0 17 0,-1 0 11 0,-1-1 16 16,1 0 2-16,-1 1-9 0,1-1-6 0,-1 0-16 0,0-1-10 0,0 0-7 16,0-1-12-16,1 1-3 0,-1 0-13 0,0-1-3 0,1 0 3 15,-1-1-9-15,1 1 3 0,-1 0 1 0,0-1-6 0,1 1 9 0,-1 1 3 16,-1-3-7-16,2 0 11 0,-2 1 1 0,0 0 0 0,-1-1 12 16,-1 0-13-16,1 1-3 0,-2 0-4 0,0 0 4 0,-1 0 2 0,0-1 7 15,-2 1-4-15,0-3-16 0,-2 1 0 0,-2 0-7 0,-1 0-2 0,-1 0 6 16,-2 1-5-16,-2 1 0 0,-3 1-8 0,-1 3-2 0,-1 2-5 15,-3 1 1-15,0 3 0 0,0 2-1 0,-2 2-2 0,1 3-8 0,-1 0 1 16,0 2-6-16,1 2-4 0,-2 0-2 0,1 1-10 0,-2 1 4 0,1 2-4 16,-1 0 6-16,0 5 14 0,2 1-6 0,-1 0 7 0,2 2-2 15,-2-1 7-15,4 3 6 0,-1-1 6 0,2 0-3 0,4 2-4 0,-2-1 5 16,3 3 4-16,2-2 14 0,2 1 0 0,3-4 3 0,1 0 5 16,3 1-2-16,2-2 1 0,2 1 2 0,2-1-13 0,2 0 2 0,3-2-7 15,1-1-2-15,2-1-4 0,0 0 5 0,3-3-5 0,3 0-1 16,-1-1 1-16,1-1-5 0,2-3-6 0,0 0-1 0,1-2 9 0,0-1-11 15,2-1 14-15,0-2-1 0,0-2-12 0,2-1 13 0,0-2-6 0,0-3-4 16,2-1 2-16,0-2-5 0,2-2 9 0,1-2-9 0,-3-2 8 0,2-2-1 16,-2 0-4-16,2-2 11 0,-1-3-24 0,0 1 10 0,-1 0 10 15,-2-2-2-15,1-1 18 0,-3-1-4 0,-3-1-3 0,0 0 3 0,-3 0 7 16,-1 0-10-16,-3-1 2 0,0 1 5 0,-3 1 0 0,-3 1 2 16,0 1-10-16,-4 0 1 0,0 3 5 0,-2 1 4 0,-1 1 10 0,-1 3-13 15,-1 1 9-15,0 2-9 0,-1 3 8 0,0 1 6 0,-1 2-10 0,1 0 3 16,0 1-21-16,0 2-6 0,0 0-1 0,0 0 2 0,0 3-10 15,0 1-5-15,-1 2 7 0,0 5 2 0,0 1 7 0,-1 3-5 0,0 1-9 16,0 3-1-16,0 2 6 0,-1 0 17 0,1 5-7 0,-1-1 5 0,-1 4-4 16,1 2 0-16,1 1 12 0,0 1-10 0,0 1 14 0,1 1-8 15,-1 0-10-15,0 1-3 0,-1 0 7 0,1 1-7 0,0-1-2 0,1 0-2 16,-1 3-6-16,1-1 8 0,-1 0-2 0,-1-4-2 0,1-3-17 0,1-3 6 16,0-2-8-16,0 0-16 0,1-3 0 0,1-2-21 0,1-1-4 15,0-3-4-15,1-10-24 0,1 0-18 0,-1 0-8 0,1 1-34 0,0-1-30 16,0 0-50-16,0-2-58 0,0 0-25 0,2-2-28 0,-1-2 20 15,2-2 36-15,0-2 42 0,1-2 66 0,0-1 37 0,4-10 41 0,2-2 29 16,0 0 18-16,0-1 19 0,1 0 12 0,1-1 9 0,1-3-1 0,1 0-59 16</inkml:trace>
  <inkml:trace contextRef="#ctx0" brushRef="#br0" timeOffset="-211634.53">26654 16630 349 0,'11'4'216'0,"0"1"11"0,2 4 3 0,-3 1 4 16,-2 0 5-16,0 2-13 0,-2 1-26 0,0 1-31 0,-2 3-28 15,-1 0-21-15,-2 2-31 0,0 0-21 0,-1 0-19 0,-2 2-21 0,2-3-7 16,-3 0-18-16,0 2-4 0,0-3-4 0,-1 2 0 0,0 0-3 0,-1 0-16 16,0 0-3-16,-1-3-20 0,0 0-19 0,1-4-42 0,2-1-56 15,0-2-51-15,1-2-62 0,1-3-52 0,1-2-42 0,1-2 24 0,0-2 73 16,2-2 90-16,0-5 31 0</inkml:trace>
  <inkml:trace contextRef="#ctx0" brushRef="#br0" timeOffset="-211334.53">27335 16063 1370 0,'-5'11'322'0,"2"1"-148"0,0 3-39 0,2 3-31 0,2 1 0 16,0 0-6-16,1 1-7 0,1 1-12 0,0-1-14 0,1 3-12 0,0 0-23 15,0-2 1-15,1 3-14 0,0 0-2 0,2-1 8 0,0 2-10 0,1-2 10 16,-1 1-20-16,1 0 25 0,-1-2 5 0,0 1-3 0,-1-1 23 15,0 0-34-15,1 0 11 0,-1-3 3 0,-2 0-9 0,0 0 13 0,-1-1 5 16,0-2 0-16,-2 0 5 0,-1 1 2 0,0-3-15 0,-3 1 9 0,0-1 2 16,-3 1-3-16,0-1 1 0,-1 0-17 0,-2-1 2 0,1-1-8 15,-1-1-7-15,-3-1 9 0,0-1-11 0,-2-1-3 0,1 0-3 0,-3-1 1 16,-1-1-2-16,-1 0-1 0,-2-3-14 0,-2 0-20 0,0-2-6 0,-1-2-8 16,0-2-4-16,-1-1-11 0,-1-1-29 0,1-2-17 0,0 0-11 15,0-1-20-15,2-2-14 0,0-1-20 0,1-3-24 0,4-2-35 0,1-3-53 16,4-1-86-16,3-3-53 0,2-1 12 0,3-6 100 0,4-1-2 15</inkml:trace>
  <inkml:trace contextRef="#ctx0" brushRef="#br0" timeOffset="-211166.53">27366 15892 1937 0,'7'3'293'0,"4"1"-100"0,3-1-36 0,2-1-47 0,2-1-22 0,1-1-4 16,2 0-33-16,0 0-12 0,2 0-12 0,-1 0-24 0,1-1 15 15,1-1-20-15,-2 0 0 0,2-1-6 0,0-1-30 0,-2-1-9 0,0 0-37 16,-2 1-31-16,0-1-29 0,-1-1-52 0,-1 0-82 0,-3-2-103 0,-2 0-52 16,1 0 4-16,0 0 81 0,-2 0 122 0,1 0 56 0</inkml:trace>
  <inkml:trace contextRef="#ctx0" brushRef="#br0" timeOffset="-210950.53">28116 15814 848 0,'14'14'394'0,"2"2"-83"0,6 4-34 15,1 3-30-15,-3-3-3 0,2 4-4 0,1 2-10 0,-1 1-35 0,2 3-34 16,-2 2-32-16,-1 6-17 0,0 1-11 0,-2 4-12 0,-3 2-18 0,-2 2-10 16,-2 1-11-16,-3 4-6 0,-2 2-5 0,-3 3-12 0,-4 3 0 15,-4 0-19-15,-4 3-8 0,-5 2-4 0,-5 1-23 0,-4-1-32 0,-8 2-42 16,-4-2-74-16,14-34-100 0,-7 9-148 0,-4 1-414 0,-9 7-114 15,-7 0 94-15</inkml:trace>
  <inkml:trace contextRef="#ctx0" brushRef="#br0" timeOffset="-193033.55">13768 14526 334 0,'35'5'71'16,"5"2"-46"-16,11 2 5 0,3-3 5 0,0 2 2 0,5-1-11 15,6 1-14-15,6 1-2 0,3 0 2 0,6-2 4 0,3 0-2 0,5-1-2 16,4-1-5-16,5-1-6 0,4-2-5 0,3 1 1 15,5-1 0-15,5-1 0 0,1-1-4 0,5-2-8 0,2-1-5 0,1-1-7 0,5-3-14 16,1-2-30-16,3-3-35 0,2 0-3 0,2-3 13 0,5-1 35 0,1-5-14 16</inkml:trace>
  <inkml:trace contextRef="#ctx0" brushRef="#br0" timeOffset="-131845.36">22729 9851 704 0,'-13'-12'119'0,"-1"0"-77"0,-3-4-13 0,4 4-23 15,4 0-16-15,2 0-16 0,1 1-24 0,0 1-20 0,1 1-16 16,-1 1-12-16,1 1-9 0,0 0 5 0,-1 2 16 0,0 0 22 0,0 1 16 16,0 0 10-16,1 2 4 0,1 0-3 0,-2 1 2 0</inkml:trace>
  <inkml:trace contextRef="#ctx0" brushRef="#br0" timeOffset="-131078.92">22573 9708 62 0,'-1'0'78'0,"2"2"-10"16,0-1 2-16,1 0 0 0,0 1-3 0,1-1-5 0,0 1-7 0,1 1-10 16,0-1-7-16,0 2-3 0,2-1-3 0,0-1 0 0,0 1 4 0,0 0 2 15,1 0 3-15,-1 0 1 0,-1 0 2 0,1 1-4 0,-2-1 2 0,2 2-1 16,-1-1-5-16,1 0 1 0,-1 1-3 0,1 0-5 0,-1 0 2 16,0 1-7-16,0 0-1 0,0 0-3 0,0-1-6 0,1 1-2 0,0 0-3 15,-2 2-1-15,1 0 0 0,0 0-1 0,-1 0-1 0,1-2-1 16,-1 1 4-16,1-1-1 0,0 1-1 0,0-1 5 0,0 1-2 0,0-1 6 15,1 0 1-15,0 1 7 0,0-1 0 0,1 1 3 0,0-1 5 0,0 2-4 16,1-1-1-16,0 1 0 0,1 0-3 0,0 0-2 0,0 2 3 16,1-1-2-16,-1-1-4 0,1 3 1 0,0 0-1 0,0 0 1 0,-1 0 1 15,2-1-2-15,1-1-6 0,-1 1-1 0,0 0 0 0,0 1-4 0,-1 0 5 16,2-1-1-16,-1 1 1 0,1-1 1 0,0-1-6 0,-1 1 6 16,1-2-4-16,0 2 6 0,0 0 4 0,0 1-5 0,-1 1 2 0,2-1-7 15,0 2 1-15,0-3-5 0,0 2 1 0,-1 1-9 0,1 0 1 16,0 1 0-16,1 0-8 0,-1 2 10 0,2-1 1 0,0 1-2 0,-1-1 4 15,0 1-2-15,-1 0 0 0,1 0 1 0,0-1 0 0,0 3 3 0,0-1-5 16,1-1 6-16,-1 0 2 0,0-1-5 0,-1 1 5 0,0-2 6 16,0 1 4-16,0-1 11 0,-1 1 4 0,1-1 3 0,0 0-6 0,0 1 0 15,1 0-7-15,-1 2 2 0,-1-1-4 0,0 1-6 0,0 0-4 0,0 0-6 16,1 1 2-16,-2 1-10 0,1 0 1 0,1-1 5 0,-1 2-1 16,-1 1 2-16,0-1 4 0,0 1-1 0,1 1-5 0,1-2 6 0,0 1-7 15,-1 0-2-15,2-2 3 0,0 2 1 0,0-1 3 0,-1 0 0 16,1 1 1-16,0 0-6 0,1 1 1 0,-1-1-2 0,0-1 6 0,1 0 7 15,0 0 0-15,1-2 6 0,-1-1-3 0,1 1 1 0,0 0 2 0,-1 0-2 16,0 0 3-16,2-1-4 0,-1 0-1 0,1-2-1 0,-3 2-5 16,1 0 8-16,2-3-17 0,-1 0 1 0,-1 1 12 0,1-1-5 0,1 2 17 15,0-2-8-15,0 2-7 0,0-1-2 0,0 1-4 0,-3-1 6 0,1 0-4 16,1 1-2-16,-1-1-4 0,-1-2 1 0,1 2 5 0,0-1-4 16,0 1 5-16,-2-1-3 0,2 2-1 0,-1 0 1 0,0 0 0 0,0 0 0 15,-3 2-2-15,2 0 7 0,-2-1 0 0,1 1 4 0,0-1 4 0,-1 0 1 16,1 0-4-16,0 0 0 0,-1 1 3 0,2-1-1 0,-2 0 5 15,2 1-7-15,-1-1 1 0,1-2 0 0,-1 1 1 0,-1-1 7 0,2 1-10 16,1-2-1-16,-1 0-15 0,0 0-2 0,-2-1 29 0,1 0-4 16,0 1 9-16,0 1 0 0,1 1-23 0,-3-2-3 0,2 1 7 0,1 1 1 15,-2 0-5-15,2 0 2 0,-2 1 2 0,1 0-4 0,0 0 0 0,-2 1 1 16,0 0-7-16,0 2 10 0,-3-1 2 0,1 0-8 0,1 1 6 16,-1-1-7-16,0-1 3 0,-1 0 11 0,0-2-7 0,0 0-4 0,0 0 10 15,0-1-8-15,0 0 6 0,-1-1 3 0,1 0-5 0,-1 0-4 0,1-1 1 16,0 0 1-16,0-1-2 0,-1 1 9 0,1-1-1 0,1 0-11 15,-2 0 9-15,1 1-2 0,0 0 4 0,0 0 3 0,0-1-18 0,-1-1 19 16,1 2 2-16,0 0 5 0,1 1 7 0,-1 0-24 0,1-1-1 16,-1 0 1-16,-1 0-3 0,1 0-2 0,-1 0-1 0,2-1-1 0,-1 2 6 15,0 0-1-15,0 0-7 0,1-1-4 0,0-1 4 0,-1 1-2 0,0 0 4 16,0-1-2-16,0-1 0 0,0 0-4 0,0-1-2 0,0 1 2 16,0 0-1-16,0 1-1 0,1 1 8 0,-1 2-6 0,1-2 4 0,0 0-1 15,-1-3-8-15,0 0-3 0,0 1-5 0,-1 0-12 0,1 0-7 0,-3-1-22 16,0-1-36-16,-2 1-41 0,0 0-76 0,-2-1-122 0,-2 0-225 15,-1-1-288-15,-4-1-261 0</inkml:trace>
  <inkml:trace contextRef="#ctx0" brushRef="#br0" timeOffset="-119727.72">23357 11283 21 0,'-2'-1'20'0,"1"1"-5"0,0-1-5 16,0 0-4-16,2 1 0 0,-2-1 1 0,2 1-3 0,0-1 1 0,-1 1-2 16,1 0 0-16,0 0 0 0,0 0 0 0,0-1 1 0,0 1-2 0,0-1 2 15,0 0 0-15,0 0 1 0,0 0 1 0,0 0 0 0,0 0 1 16,0 1 0-16,1-1 4 0,-1 1 1 0,-1 0 1 0,0 0 1 0,1 0-2 16,-1 0-2-16,0 0 0 0,0 0-2 0,0 1 0 0,0-2-1 0,0 1-2 15,0 0-1-15,-1 0 1 0,1 0-1 0,0 0 3 0,1 0 4 16,0-1 6-16,0 0 8 0,0 0 9 0,0-1 8 0,2 2 5 0,0-2 3 15,1 0 1-15,0-1 1 0,-2 1-3 0,3-1-3 0,-2 0-2 16,2 1-8-16,0-1-1 0,0 0-9 0,1 1-5 0,0 0-1 0,0-1-8 16,0 1-1-16,0 0-4 0,0-1-2 0,2 1 0 0,-1-1-1 0,1 1-2 15,0-1 0-15,0 1-2 0,1-1 1 0,-1 0 2 0,0 0-2 16,3 0 1-16,-1 1-1 0,2-2 1 0,0 1 0 0,0-1 1 0,-1 0 2 16,0 1 0-16,1 0 2 0,0 0-1 0,-1-1 6 0,0 1 8 0,-1 0 3 15,1 0 5-15,-1 1-1 0,0 0-2 0,0 0 5 0,-2 0-2 16,1 0 1-16,0 1 2 0,-1 0-2 0,0 0-1 0,-1 0 4 0,-1 1-5 15,-1 0 1-15,0 1-1 0,-2 0-7 0,1 0-4 0,-1-1-4 16,0 1-6-16,-1 0-2 0,0 1-1 0,0-1-2 0,-1 1-4 0,0-2 2 16,0 1-4-16,-1 0-1 0,0 0 2 0,-1 0-2 0,0 1 2 0,0-1 0 15,-1 1 1-15,1-1 3 0,-1 0-3 0,0 0 4 0,-1 0-1 16,0 0-4-16,0-1 1 0,0 0-6 0,-2 0-2 0,0 1-5 0,0-1-14 16,-1 0-11-16,1 0-18 0,-1 0-19 0,0 0-18 0,1-1-18 15,0 0-19-15,0-1-13 0,0-1-9 0,0 0 6 0,0 0 14 0,0 0 32 16,0-1-33-16</inkml:trace>
  <inkml:trace contextRef="#ctx0" brushRef="#br0" timeOffset="-119261.72">23561 11028 895 0,'0'-5'144'0,"0"3"-84"0,1-1-22 15,1 0-18-15,0 2 2 0,0-1-6 0,0 0-13 0,-1 2-8 0,-1 0-11 16,1 0-3-16,-2 1-4 0,1 1-7 0,-1 0-8 0,1 0-11 0,-3 2-7 15,0-1 0-15,-2 2 11 0,-1 1 12 0,0 1 9 0,-1 1 7 16,-1 0 1-16,0 0-3 0,0 1-6 0,0-2-2 0,-2 2 1 0,-1 0 8 16,-1 1 8-16,-1 1 7 0,-1 0 5 0,2-1 3 0,-2 0-3 0,0 0 4 15,-1 0-2-15,1 1 2 0,-2-1 2 0,1 1 3 0,1-2 3 16,2 1 1-16,0 0 5 0,1 0 5 0,0-1 7 0,1-1 9 0,1-1 7 16,1 0 5-16,0 0 3 0,1 1 7 0,1-2 6 0,0-1 2 15,0-1-4-15,1 1-6 0,1-1-10 0,0 0-3 0,1-1 0 0,1-1-5 16,1 0-1-16,0 0-5 0,2 0-4 0,1 0-5 0,0 0-5 0,2 0-4 15,1-1-5-15,1 1-2 0,1 0-7 0,2-2-3 0,0 1 1 16,2-1-2-16,-1-1 1 0,3 1-4 0,1-1 0 0,0 0-4 0,-1-1 1 16,1 1-5-16,0 0-4 0,2 0-4 0,0 0-17 0,-2 1-12 0,1-1-26 15,0-1-33-15,-1 1-29 0,-1 0-26 0,1 0-20 0,-1 1-14 16,1 0-5-16,-2 1 3 0,2 0-20 0</inkml:trace>
  <inkml:trace contextRef="#ctx0" brushRef="#br0" timeOffset="-116711.71">24589 10835 54 0,'2'-2'36'0,"0"1"-6"0,1-1-5 16,0 0-3-16,0 1-1 0,-1 0-1 0,-1 1-4 0,-1 0-3 0,0 0-5 16,0 1-2-16,0-1 0 0,-1 1 0 0,1 0 0 0,-2 1-2 15,0 0 1-15,0 0-2 0,-2 0 1 0,0 0 1 0,1 0 0 0,-1 1 0 16,0 0-1-16,-1 0 0 0,0 0-1 0,0 1 2 0,0 0-1 0,0 0 0 15,0 1 4-15,1-1 1 0,-2 0 3 0,1 1 2 0,-1 0 6 16,1 0 6-16,0 0 6 0,1-2 5 0,-1 0 3 0,1 1 3 0,0 0 2 16,0-1 4-16,1 1 1 0,0 0 0 0,1 0-1 0,-1 0 3 15,2 0-9-15,-2-1-2 0,0 0-5 0,0 0-10 0,0-1-4 0,1 1 0 16,-1 0-7-16,0 0-3 0,0 0-2 0,0-1-5 0,0-1-1 0,-1 1 5 16,0 0 0-16,-1-1-8 0,1 1 3 0,0-1-7 0,0 1 4 15,-1 0 2-15,1 0-4 0,0 0 4 0,-1 0-5 0,1 0 2 0,0 0 3 16,0 1-4-16,0 0-1 0,-1 1 0 0,1-1 1 0,-1 1 3 0,0 1 0 15,-1 0 2-15,1 1-5 0,0-1 1 0,-1 0 1 0,0 0 0 16,-1 2 2-16,0 0-3 0,1 0 5 0,-1 0-6 0,1 1 3 0,0-2 0 16,1 0-3-16,1-1 7 0,0-1-4 0,0 1-1 0,0-1 1 15,1 0-4-15,0 0 0 0,0 0-1 0,1 0-2 0,1 0-5 0,0-1-1 16,0 0-5-16,0 0-5 0,1 0-5 0,0 0-18 0,1-1-19 0,-1 0-15 16,1 0-11-16,0 0-3 0,0 0-1 0,0-1-3 0,0 2 2 15,0-2 9-15,0 1 11 0,0 0 13 0,0-2 11 0,0 1 13 0,0 0 1 16,1-2-22-16</inkml:trace>
  <inkml:trace contextRef="#ctx0" brushRef="#br0" timeOffset="-116111.71">24673 11108 1 0,'4'0'1'16,"0"0"0"-16,0 1-1 0,0 0 0 0,-1-1 0 0,0 1-1 0,0 1 1 15,-1-1 0-15,0 1 0 0,0-1 0 0,-1 1 0 0,0-1 0 16,-1 1 0-16,1 0 1 0,1 0 3 0,-1 0 6 0,-1 1 11 0,1-1 13 16,-2 0 8-16,2 0 3 0,-1 0 0 0,0 0 3 0,1 0 1 15,-1-1 3-15,-1 1 1 0,1-1-1 0,-1 0 0 0,-1 1-1 0,0 0 0 16,0-1-3-16,-1 1-4 0,-1 0-1 0,0-1-5 0,-1 1-3 0,-1 1-2 15,0-1-6-15,-1 0-3 0,1 1-4 0,-2-1-4 0,-1-1-1 16,-1 0 1-16,1 1 4 0,-1-1-1 0,2 0 5 0,1-1 2 0,0 0 1 16,1 0 6-16,0 0-6 0,0-1 5 0,1 0 2 0,-1 0-4 0,0 0 5 15,-1-1-8-15,0 0-1 0,0 0-4 0,-1 0-4 0,0 0-2 16,0 1 0-16,-1-1-1 0,0 1-2 0,0 0-4 0,0 0-2 0,1 0 1 16,-1 0-5-16,0 1 0 0,1-1-2 0,-1 1-2 0,1 1-1 15,2-1 4-15,-2 1-4 0,2 0 0 0,0 0-3 0,-1 1 0 0,2 0 3 16,-1 1 0-16,1 1 2 0,0-1-4 0,0 1 4 0,-1 0 0 0,2 0 0 15,-2 2-1-15,0 0-4 0,1 1-1 0,0-1-2 0,0 2 3 16,0 0-3-16,0 0 2 0,0-1-3 0,1 0-7 0,1 0-3 0,0 0-11 16,0-2-16-16,1 1-17 0,0 0-15 0,-1-1-11 0,1-1 1 0,-1 0 7 15,1 0 13-15,-1-1 14 0,1-1 9 0,-2-1 3 0,0-1-8 16,-1 0-10-16,0 0-2 0,-1-1 1 0,0 0 9 0,-1 0 8 0,1 0 5 16,1 0 0-16,-2 2-4 0,0-2-5 0,-1 1 0 0,0 1 7 15,0-2-37-15</inkml:trace>
  <inkml:trace contextRef="#ctx0" brushRef="#br0" timeOffset="-115628.71">24285 11190 299 0,'1'-6'80'15,"2"2"-22"-15,0-3-8 0,1 2-9 0,-2 1-2 0,2-1-10 16,-2 0-10-16,1 2-8 0,1-1-8 0,-1 1-4 0,0 1-3 0,0-1-4 16,0 0-1-16,-1 2 0 0,0-1 0 0,-1 1 5 0,1 0 0 15,-1 0 4-15,0 1 0 0,0 0 1 0,-1 1-1 0,1 0-2 0,-2 1 3 16,1 0 3-16,-1 1 2 0,-1 0 4 0,0 1-1 0,0 1-1 0,-2 0 0 15,0 2 0-15,-1 0 2 0,-2 0-3 0,2 2 1 0,-3 0-3 16,-1 0-1-16,0 0 1 0,-1 0-2 0,-1 2-2 0,0-1-3 0,-1-1 1 16,0 1 0-16,0-1 2 0,-1 0 2 0,1-1 1 0,1 1 5 0,-1-2 1 15,2 0 6-15,2 0 3 0,1-1 2 0,0-2 5 0,3 1 2 16,0-1 3-16,3-1-1 0,-1-1 0 0,2 1 2 0,0-1 0 0,1 0 4 16,1 0 2-16,0-1 1 0,2-1-3 0,1 1 4 0,1-1-10 15,1 0 1-15,1 1-1 0,0-1-10 0,2-1-3 0,-1 1-3 0,0-1-6 16,0 1-4-16,-1-1 0 0,0 0 1 0,1 0 2 0,0 0-3 0,-1 2 4 15,0-2-12-15,1 1 3 0,0 0 0 0,0 0-3 0,-1 1 7 16,0 0-2-16,0-1-3 0,-1 1 0 0,2-1-1 0,-1 0-2 0,1 0 3 16,0 1-1-16,-1 0-7 0,1 0 4 0,-2-1-5 0,1 1 6 0,-1 0 0 15,0 0-4-15,0 0 1 0,0 0-8 0,-1 2 5 0,-1-1-15 16,0 1-19-16,-1 0-30 0,0-1-44 0,-2 1-40 0,1 0-35 0,0 0-23 16,-2 0-37-16</inkml:trace>
  <inkml:trace contextRef="#ctx0" brushRef="#br0" timeOffset="-101144.65">26734 9541 78 0,'-3'-16'66'0,"-1"-1"-35"0,-1-2-7 15,1 3-1-15,0 3 0 0,-1 1 1 0,1-1-1 0,-3 0-4 0,1 0-2 16,-1 0-2-16,1 0-3 0,0 1 0 0,-2-1 2 0,0 0 3 0,0-1 7 15,-2-1 7-15,1 0 8 0,-1-3 8 0,-3 0 9 0,-2 0-2 16,-3-1-5-16,-3-1-3 0,-5-1-8 0,-2 0-4 0,-3-2-2 0,-2 2-1 16,-2-1-3-16,-1 1 3 0,-2 3 0 0,-2 0 0 0,-2 1 0 15,-2 1-3-15,-1 2-2 0,-2 2-7 0,-2 2-3 0,-2 3-5 0,-4 1-2 16,1 3-3-16,-2 2 1 0,-2 3-5 0,0 2-1 0,-2 3-3 0,-1 3 2 16,-2 3 2-16,-2 2-2 0,0 3 5 0,-2 3 2 0,1 1 8 15,2 5 0-15,-2 4 3 0,4 2 5 0,-1 2 1 0,3 3 11 0,0 3-1 16,-1 2-3-16,2 6 0 0,0 2-11 0,-1 5 3 0,1 4-5 0,1 1-6 15,2 2 1-15,2 2-10 0,4 0 2 0,4-1-2 0,4 1-1 16,3 1 0-16,4 1-4 0,2 2-3 0,5 1-1 0,3-1 3 0,4 2 1 16,7 1-4-16,3-1 0 0,4 2 0 0,3-1 3 0,5 0 3 15,3 0-1-15,4 0-2 0,3-2 3 0,2 2 7 0,7-1 11 0,5-2 14 16,3 0 14-16,7-1 16 0,3-1 13 0,7-1 1 0,6-1 8 0,5-2 3 16,7 0-4-16,4-2 7 0,7 0-9 0,5-4-9 0,3 0-6 15,1-4-2-15,3-2-15 0,1-1 21 0,2-4-7 0,1-3-5 0,2-4 11 16,-1-4-18-16,1-5 2 0,0-4 1 0,2-6-12 0,3-4-4 0,3-5-16 15,1-5-2-15,2-6-8 0,2-4-7 0,2-5 11 0,1-5-8 16,2-3 4-16,2-3 0 0,2-6-6 0,-2-4 11 0,1-7-7 0,-3-3 4 16,0-4 4-16,-2-6-4 0,-3-2 3 0,-1-5 8 0,-2-4-1 15,2-5-10-15,-2-3 2 0,-1-3-8 0,-1-5-12 0,-3-1 9 0,-1-4 4 16,-3 1-2-16,-1-1 2 0,-5-3-9 0,-3 1-9 0,-7-2 0 0,-3 0 1 16,-6 0 4-16,-7-2 9 0,-6 1-6 0,-7-5 6 0,-6 1 6 15,-8-3-4-15,-7-1 16 0,-8 0-3 0,-7-2-6 0,-9-1-3 0,-9-3-17 16,-9-1 6-16,-8-2-10 0,-10-1 2 0,-7 0 5 0,-9 2-10 15,-12 1-5-15,-11 3-1 0,-13 5-11 0,-12 5 17 0,-12 8 1 0,-12 6-6 16,-11 9 6-16,-13 11-13 0,-12 12 6 0,-14 15 5 0,-11 14 4 0,-12 16-6 16,-12 17-10-16,-9 16 0 0,-12 16-1 0,-8 18-4 0,-6 17 2 15,-5 19-6-15,-3 19-12 0,-3 17-6 0,-1 15-43 0,-2 16-97 0,-1 13-179 16,0 14-245-16,3 14-291 0</inkml:trace>
  <inkml:trace contextRef="#ctx0" brushRef="#br0" timeOffset="-100294.65">22186 10827 699 0,'-40'-4'154'0,"-6"3"-127"0,-12 2-2 0,3 6-3 0,6 2-10 15,1 3-3-15,0 1 2 0,2 1-1 0,0-1 4 0,1-1 2 0,1 1 3 16,-2-2 3-16,2 0 7 0,1-1 5 0,3 0 12 0,2-3 11 15,2 0 6-15,3-4 12 0,3-1 2 0,1-4 7 0,3-3 6 0,2-2-3 16,3-1 7-16,1-4-4 0,3-1 1 0,2-2-10 0,4-2-7 0,2-3-11 16,3 1-10-16,4-2-5 0,5 2-11 0,4-3-11 0,5 0-4 15,6-3 4-15,7-2 0 0,6-2 7 0,8-1-1 0,8 0-10 0,8 0-3 16,7 1-7-16,7 1-4 0,6 1-5 0,4 1-6 0,5 2 0 0,3-1-2 16,4 2 4-16,2 2-1 0,2 2 1 0,-1 4 1 0,3 4 1 15,-1 4 4-15,2 3-5 0,1 2-2 0,-3 3 1 0,0 2 2 0,-4 3 1 16,0 4 0-16,1 5-4 0,0 5-4 0,0 3 6 0,-2 6-2 15,-2 3 4-15,-3 4-1 0,-2 6-2 0,-1 6-2 0,-4 5-8 0,0 8 1 16,-5 4 6-16,-2 6-4 0,-2 6 12 0,-6 3-2 0,-3 3 0 0,-5 5 1 16,-5 3 8-16,-5 5 6 0,-3 3 8 0,-6 5 7 0,-5 3-5 15,-6 2-1-15,-7 1 3 0,-6-2 5 0,-8-1 5 0,-6-2 5 0,-7-4-6 16,-6 1 7-16,-5-4 16 0,-7-4 9 0,-6-2 7 0,-8-4-7 0,-8-2-24 16,-7-4-11-16,-10-5-1 0,-7-1-7 0,-9-4 7 0,-10-2-5 15,-12-1-6-15,-9-4-3 0,-13-2-7 0,-9-2-4 0,-10-4-7 0,-11-4 2 16,-10-3-4-16,-10-5-4 0,-7-2-3 0,-8-4-10 0,-7-5-17 0,-6-3 1 15,-6-5-3-15,-3-2 4 0,2-3 0 0,0-5-19 0,3-4-21 16,3-5-16-16,5-5-28 0,8-10-20 0,9-10-123 0,7-10-125 0,7-14-243 16,8-11-78-16,9-10 42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9T10:36:25.0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5307 5556 19 0,'-14'-17'78'0,"-4"0"65"0,-7-3 48 0,-6-3 38 0,7 16-265 16,0 2-10-16,-1 3 18 0,-1 1 15 0,-2 1 11 0,1 1 1 0,-4 0-1 0,3 1-3 15,-2 1-1-15,0 1-5 0,-1 1-8 0,1 1-4 0,-1 0-2 16,1 1 2-16,-2 0 11 0,1 1 7 0,-1 0 5 0,1-1 2 0,-2 3 1 16,-2 0 1-16,1 2-1 0,-1 1 0 0,1 0 3 0,-1 0 0 0,1 3 0 15,-1 1 4-15,2 1-2 0,2 0-1 0,-2 1 3 0,2 2-1 16,0-2-1-16,1 3 6 0,0-1-7 0,2 2 2 0,0 2-2 0,1-1-3 16,2 3 1-16,-1-1-5 0,0 3 0 0,-1 1 0 0,3 3 0 0,-1-1 2 15,4 1-2-15,2-2 1 0,1 0 0 0,2 1 0 16,0 0 0-16,3-1 1 0,0 0-2 0,2-1 1 0,2 0-2 0,2-1 3 0,1 0-1 15,2-2 2-15,1 1 3 0,1 0-2 0,2-1 0 0,0 0 0 16,2-1-1-16,1 1 0 0,1-2 2 0,3 2 3 0,1-2 2 0,3-1 9 16,2 0 3-16,0-4 6 0,0 0 1 0,3 0-1 0,2-3 5 0,1 1 1 15,4 0 0-15,1 0 2 0,2-2-5 0,2 2-3 0,0-2-2 16,3 0-5-16,-1 0-4 0,4 1 0 0,0-1-3 0,3-2-6 0,1 1 0 16,0 0 0-16,2-1-2 0,-1 1 7 0,1-1-5 0,3 0 1 0,0-1-1 15,1 0-4-15,3-1-1 0,-1 0 1 0,1 1 1 0,1-2 4 16,-1-1 1-16,4-3-2 0,-1-3-2 0,2-1-1 0,0-3 0 0,1-2 4 15,0-2 9-15,0-5 5 0,3-3 4 0,-3-4 8 0,0-4 4 0,-1-1 3 16,-1-4 5-16,0-1 4 0,-1-4 1 0,1-1 3 0,-3-2 2 16,0-2-7-16,-2-1-5 0,0 1-3 0,-3-1-4 0,-1 1-7 0,0-2-6 15,-2-2 0-15,-1 0-3 0,-3-1-3 0,-1 0-1 0,-2 0-6 16,-1-1-13-16,-3-3 1 0,1 0 0 0,-4 1 0 0,-2-3 9 0,-4 2-3 16,-4 0-5-16,-3-1 2 0,-2-2-1 0,-4 0 1 0,-4-1 0 15,-5-2-3-15,-6 0-4 0,-3-1-3 0,-3 0-9 0,-6 0 10 0,-4 0-4 16,-4 1-6-16,-7 2 3 0,-2-1-17 0,-4 3-2 0,-3 0-3 0,-3 1-7 15,-3 1-16-15,-4 4-14 0,-1 2-13 0,-2 1-23 0,-1 5-15 16,0 0-19-16,-2 2-21 0,0 3-10 0,2 4-7 0,0 1-35 0,-1 1-126 16</inkml:trace>
  <inkml:trace contextRef="#ctx0" brushRef="#br0" timeOffset="10367.75">6594 6805 455 0,'-12'-11'47'0,"-1"0"-16"0,-1-1-14 0,1 1-9 16,2 2-3-16,-1 0-2 0,0 0-2 0,0 1-9 0,0-1-15 0,1 1-18 16,-2 1-14-16,-1 0-3 0,2 1 3 0,-1 3 8 0,0-1 7 15,-1 0 11-15,1 0 10 0,-1 0 9 0,-2 0 14 0,0-1 10 0,-1 1 9 16,0 0 6-16,1 0 2 0,-2 0 2 0,1 0 0 0,-1-1 2 0,0 0 3 15,1 0 0-15,-1 2-3 0,-1-2-1 0,0-1-5 0,0 2-5 0,0 0-2 16,-3 0-5-16,2 1-6 0,-2 0-2 0,0 0-4 0,0 2-2 16,-1 0 0-16,-1 0-2 0,-2 2 1 0,-1-1 1 0,0 1-1 0,-1 1 1 15,1 0 3-15,0 0-1 0,0 1 2 0,-3 0 0 0,2 2-2 16,-3-1 1-16,1 2 0 0,-2 1 3 0,1-1-2 0,-2 3 2 0,1 0-1 16,-1 2 1-16,-1 1-2 0,0 2 0 0,1-2 1 0,0 1-5 0,0 1 2 15,-3 0-2-15,1 1-2 0,0 1-1 0,-1 1-3 0,2 1 3 16,-2-1-2-16,2 2 1 0,-2 0 3 0,-1-1-1 0,2 1 3 0,-1 0 0 15,1-2 2-15,-1 0-6 0,1-1-4 0,1-1 3 0,-1-1 1 16,3 0 6-16,-2 1 9 0,0-1 1 0,-2-1 4 0,1-2 3 0,2 2 1 16,-1-1 1-16,1 0-2 0,0 1-5 0,0-2-3 0,-1 2-2 0,3 0 0 15,0-1-2-15,1 0 0 0,-2-2-2 0,2 3-3 0,-1-1-2 16,2 1 1-16,0 1-1 0,0-2 2 0,0 1 2 0,2 2 2 0,-3-1 3 16,1 0 1-16,0 2 2 0,1-2 2 0,2-1-2 0,0 0 4 15,1 0-5-15,0 0-4 0,0 1 0 0,0 1-4 0,0 1-1 0,2 0 0 16,0 2-3-16,1 0 3 0,0 0-3 0,1 1 1 0,0 0 3 0,1 0-4 15,0 1 2-15,3-2-8 0,0-1 0 0,0 0 1 0,1 0 3 16,2 2 8-16,1-2-2 0,0 1 1 0,0 0-5 0,0 0-1 0,2 1-1 16,0 0-2-16,0-2 0 0,1 2 3 0,0-1 0 0,0 1 2 0,1 0-4 15,-1 3 2-15,1-1-2 0,1 3 0 0,1-1 0 0,1-2-2 16,2 1-1-16,2-1-1 0,-1 0 3 0,1 2-3 0,0 0 0 0,1 0 4 16,1 0-3-16,1 0 3 0,-1 1-4 0,1-1 2 0,2-1-7 0,0 0 4 15,0-1 0-15,2 0 3 0,1 2 4 0,0-2-2 0,2 1 1 16,-1 0 0-16,0 0 3 0,2 0-2 0,-2 0 1 0,1-2-2 0,1 2 2 15,0 1 1-15,1 0 1 0,1 1 1 0,0 0-1 0,1-1-2 0,0-1-1 16,1-1-1-16,0 1 0 0,0 0 3 0,3 0-2 0,0 1 1 16,1 0 2-16,0-3-4 0,1 2 4 0,0-1-2 0,0-1-2 0,3-1-2 15,-2 1-4-15,1-2 11 0,0-1 3 0,0 2 5 0,1-2 2 16,-1 1-6-16,2-1 4 0,0-1 3 0,1 0 9 0,0-1 4 0,-1-1 2 16,1-1-1-16,1-1 1 0,-1 1-6 0,2 0 0 0,0-1-5 0,-1 1-3 15,0-3 3-15,-3 2-5 0,2 0 0 0,-1 0 0 0,0 0-6 16,1-1 0-16,-1 0 2 0,1 0 0 0,0-1 2 0,-1 0-1 0,2-1-4 15,-2 0-2-15,1-2-2 0,1 1 1 0,-1-2 0 0,2 1 1 16,1-2-2-16,-1 1 1 0,1-2-2 0,-1 0 1 0,1 0 2 0,-2-1-3 16,3 0 2-16,1-1 0 0,-1-1-1 0,1 0-1 0,-1-1 3 0,-1 1 0 15,-1-1-3-15,2 0 5 0,0-1-2 0,0 1 4 0,0-1 7 16,-1 0-1-16,3-1 0 0,-2 1-4 0,1 0-2 0,-1 0-4 0,1 0 1 16,0 1-1-16,1-1-3 0,0 2 2 0,-1-1-5 0,1 0 2 0,-2 0 1 15,3 0-5-15,0 2 2 0,1-1 1 0,0 0 0 0,-1 0 0 16,0-1 1-16,3 1-1 0,-2 0-4 0,2-1 4 0,1 0-2 0,-2 0-7 15,2-1 3-15,-1 1 1 0,0 0-2 0,0-1 10 0,1 1-3 0,-1 0-1 16,2 0 1-16,-3 0-4 0,2 1 2 0,1-2 0 0,0 1 2 16,1 0 2-16,-1-1 0 0,0 1 2 0,0-1 2 0,0 0-1 0,0 0 7 15,1-1-4-15,1 1 0 0,0-1 2 0,0 0-4 0,0 0 2 16,1-1-1-16,1 1-3 0,-2 0 3 0,1 0-1 0,1 0 1 0,-1 0 1 16,2 0-1-16,0 1-2 0,0 0 3 0,0-1 1 0,1 0-4 0,0 0 2 15,1-1-3-15,2 1-2 0,-2 0 1 0,1-1-1 0,1 0 6 16,-1-1-5-16,0 0 5 0,3 0 4 0,-1-2-8 0,0 0 3 0,0 0-5 15,2 0 5-15,-1-2 2 0,2-1 4 0,1-1-9 0,-2 0-6 0,2-1 1 16,-2-1 4-16,0 0 1 0,-1 0 0 0,3 0 5 0,-3 0-7 16,1 0 10-16,0-1 0 0,0 0-4 0,2 2 7 0,-1-3-3 0,0 0-5 15,-1-1 2-15,1-1-8 0,1 1 0 0,-1-1 2 0,1-1-2 16,0 0 3-16,0-2-7 0,2 0-2 0,-2 1 4 0,1 1 1 0,-1-2 6 16,2 0-1-16,0 0-2 0,0-1-3 0,-2-1-1 0,1 1 2 0,-2-2 0 15,-1 0-1-15,1 1 4 0,-2-1 1 0,1 0 2 0,-2-1 0 16,-1-2-4-16,1-1 2 0,-2-1 2 0,2 0-3 0,-3-1 4 0,-1 1 1 15,-1 0-6-15,-1 0 6 0,-2 0-3 0,-1-1 0 0,-3 1-6 0,-1-1-1 16,0 2 9-16,-1 0-2 0,-4-1 8 0,0 1 2 0,-3-1-12 16,-1 1 2-16,-1 0-1 0,-3 0-6 0,0 0 4 0,0-1 2 0,-3 3-1 15,-1-2 6-15,-2-1-4 0,-3 0 0 0,0 0-1 0,-3-2-4 0,-2 3 5 16,-1 0 2-16,-2-1 1 0,-2 2 3 0,-2 0 1 0,-1 0-4 16,-3 0-3-16,-3 0-1 0,-2 1 10 0,-2 0 1 0,-1 0 1 0,-3-1-1 15,-1 0-18-15,-2 1 4 0,-1-1-3 0,-1 1 1 0,-4 0 0 16,0 0-2-16,-5 1-2 0,-1 1 4 0,-2 0-6 0,-1 1 4 0,-1-1 4 15,-3 0-8-15,-2 1 4 0,-2-1 0 0,-3 2-1 0,0 0 1 16,-1 1 3-16,-2 2-5 0,-1 0 7 0,0-1 0 0,-2 1-5 0,-3 1 0 16,-2 0-5-16,-2 2 2 0,-3-1 0 0,-1 4-1 0,-3-2-8 0,0 2 2 15,0 1 0-15,-1 0 3 0,-1 0 4 0,1 2 6 0,-1 0 8 0,-1-1-5 16,1 0 8-16,-1 0-14 0,0-1 0 0,-1 1-2 0,0 0-1 16,1 0 3-16,-2 1-2 0,1 0 2 0,-2 1-5 0,0 0 7 0,0 0-4 15,0 1 0-15,-1 0 2 0,-2 0-8 0,0 0-1 0,1 1-1 0,-1 1-5 16,-1 0 0-16,0 1-6 0,-2 0-7 0,1 2-13 0,-1 1-21 15,-3 1-10-15,1 2-20 0,-2 1-6 0,-2 2-20 0,0 0-37 0,-1 2-55 16,-1 1-87-16,-3 2-75 0,-2 4-42 0,-5 3 45 0,-3 1-41 16</inkml:trace>
  <inkml:trace contextRef="#ctx0" brushRef="#br0" timeOffset="24802.92">7809 10280 238 0,'-6'1'31'0,"-1"1"-17"15,-1 0-7-15,3 1 0 0,1 1-4 0,1 0-2 0,1 1-4 16,0 0-2-16,0 0 0 0,1 1-5 0,1-1 2 0,1 1-2 0,0 0-1 15,1-1 0-15,1 1-2 0,1-2 4 0,0 2 2 0,1 0 2 0,-1-2 4 16,1 1-1-16,-1-1 3 0,0-1 1 0,2 0-1 0,-2 0 2 16,2-1 0-16,-1 0 1 0,1 1 3 0,0-1 3 0,0 0 2 0,2 1 2 15,0-1 2-15,0 0 2 0,2 1 0 0,0 0-2 0,1 0-1 0,3-1-2 16,1 2-1-16,1 1-1 0,1 0-2 0,1 2-3 16,2 0-3-16,0 2-2 0,2 0 3 0,2 2-3 0,-1-1 0 0,2 1 2 0,0 1-1 15,2 2 1-15,2 0 0 0,0 1 1 0,3 2-3 0,0 1 0 16,1 0-1-16,3 2 0 0,-1 0 0 0,4-1 0 0,-1 1 1 0,0 0-1 15,2-1 2-15,2-1-1 0,2 1-1 0,2-1 1 0,1-1 1 0,1 0 1 16,3 0 1-16,-1 0 2 0,4 0-1 0,1-1 2 0,-1 1 3 16,3-2 4-16,0 1 4 0,0 0 2 0,0-1 4 0,0-1-4 0,0-1 1 15,0-1 5-15,0 0 2 0,-1 0 6 0,2-2 7 0,0 1 9 0,-1-2 10 16,1-1 7-16,1 0 4 0,1-1-10 0,1 1-10 0,1-1-2 16,0-2-7-16,2 0-5 0,2 0-3 0,-2-1-6 0,3-1-6 0,-1-1-3 15,-2-2-9-15,1-1-1 0,-1 0-2 0,0-2 0 0,-1 0 0 16,1-2 3-16,0-1 0 0,-1 1 1 0,1 0 3 0,-2-2-4 0,0 0 0 15,-2-1-10-15,0-2-3 0,0 0 2 0,-2-1 1 0,0 0 8 0,1-3-4 16,-2 1-4-16,-1-2-1 0,-1 1-1 0,-2-3 1 0,-2 0 0 16,-2-1-4-16,-2 1 1 0,-2-1 7 0,-2-1 3 0,1 1 0 0,-5-2 5 15,0 1 5-15,-3 1 3 0,-3-2 0 0,1 1 2 0,-4-1-5 0,0 2 2 16,-4-1 0-16,-3 0 2 0,0 0-3 0,-5 0-2 0,1 0 3 16,-2 2 1-16,-2-1 0 0,-2-1 0 0,-2 1-4 0,-3-2-2 0,-1-1-4 15,-1 1 0-15,-2-1-2 0,-3-1-3 0,-1 2-3 16,-2-2 2-16,-2 0-1 0,-2 0 0 0,-2-2-6 0,-2-1 0 0,-1-1-1 0,-2 0-1 15,-3 1 12-15,0-2-15 0,-2 3 10 0,0-2 4 0,-2 0-1 0,-1 0 12 16,0-1-2-16,-3 0 0 0,0 0 2 0,-3 2 7 0,1-2-3 16,1 2 1-16,-2 0 0 0,0-1-1 0,-2-1-5 0,0-1-4 0,-2-1-2 15,0-1 1-15,-2 2 4 0,-1-2 7 0,-2 2-5 0,1 0-2 0,-3-2-5 16,-1 1-13-16,-1-1 4 0,-2 1-6 0,-3-2-2 0,-2 1 3 16,1 0-9-16,-4 2 6 0,1-1-3 0,-2 3 0 0,-3 0 10 0,-2 2-5 15,-2 0 2-15,-1 0 1 0,-2 0-9 0,-3-1-5 0,-2 1 4 16,0 0 2-16,-1 1 6 0,2 1 6 0,0 1 6 0,-1-1-5 0,0 2 0 15,0-2-2-15,-1 1-4 0,0 1 4 0,1 1-7 0,-2-1-4 0,1 2 0 16,2-1 7-16,-1 1 7 0,1 2 6 0,0-1-9 0,-1 0-4 16,1 1-1-16,-1 1-3 0,0 0 4 0,-1 1 1 0,2-1 2 0,0 1 0 15,-2-1 1-15,1 2 1 0,0 0 0 0,1 1-1 0,-1 3-5 0,-1 1-8 16,0 0-3-16,-2 3-3 0,0 1 10 0,-2 2 5 0,0 2-1 16,0 2 7-16,1 2-2 0,3 2-2 0,1 1 4 0,2 1 3 0,2 2 1 15,2 2 3-15,2 3-2 0,1 3-2 0,2 0-4 0,2 4 2 16,1 3-3-16,2 0-3 0,1 5-10 0,0 1 5 0,0 4-2 0,3 2-1 15,2 4 6-15,3 2-4 0,0 0-6 0,2 3 6 0,3 0 4 0,3 2-5 16,3-2-2-16,1-1-6 0,4 1-23 0,2 1-27 0,2-1-33 16,3 0-11-16,3 1-11 0,2-1-23 0,4 0 16 0,1-1 15 0,3 0 20 15,1 0 39-15,1-2 7 0,1-3-7 0,1-1 1 0,2-4 3 0,2 1 4 16,1-1 3-16,2 1-4 0,-1 2-4 0,1-4-2 0,1 3 1 16,1-1 10-16,2 3 13 0,-2 4 4 0,1 2-44 0</inkml:trace>
  <inkml:trace contextRef="#ctx0" brushRef="#br0" timeOffset="87241.57">2795 1212 1069 0,'0'0'-18'15,"0"0"-38"-15,0 1-33 0,0 2-14 0,1 1 7 0,0 2 21 0,1 9 29 0,-1 6 17 0,0 6 13 0,0 4 18 0,-2 7 6 0,0 3 5 16,-2 5 11-16,-2 1 3 0,-1 0 1 0,0 3 1 0,0 1-3 0,0 4-3 16,1 2-3-16,-4 56-7 0,5-10-2 0,4-15-4 0,3-13-1 15,1-7 5-15,1 1-5 0,0 0 2 0,1 1-2 0,0-3-5 0,2 0 0 16,1-3 4-16,0-2 1 0,0-4 3 0,0-3 1 0,-1 1-7 16,-2-5 2-16,-1 1 1 0,2-2 1 0,-3-2 4 0,0-1 0 0,-1 2 7 15,-2-3 2-15,1 1 11 0,-1 0 5 0,1 2 0 0,0-1 0 0,1 0-13 16,-1 1-8-16,1-2-6 0,2 3-4 0,1-3-3 0,2-2-2 15,-1-2 0-15,4 0-6 0,1-3 2 0,1-4-3 0,2-2 2 0,1-3 4 16,4-2-1-16,2 0 4 0,0-2-8 0,3-2-3 0,0-3 3 0,1-2-1 16,4-2 2-16,0-3 4 0,2-1 0 0,3-1 2 0,0-3 6 15,5-2 0-15,3-1 5 0,2-2 1 0,3-2-2 0,3-1-1 0,1-1-3 16,3-2 3-16,3 0-4 0,2-2 1 0,2 0 0 0,2 0-5 16,3-1-1-16,3-1-1 0,2-1-2 0,4 0 6 0,2-1-3 0,2 0 2 15,1-1-1-15,3-1-2 0,2 1 3 0,0 0 1 0,5-1-2 0,1-1-3 16,2 0-1-16,0-1 0 0,1 0 2 0,3 0 3 0,0-1 1 15,3 0 0-15,0 0-2 0,0 2 1 0,1 0-1 0,1-1-2 0,0 1 5 16,2 0-1-16,1 2 0 0,0-1 3 0,0 1 0 0,3 1 0 0,2-2-1 16,0 3 7-16,1 0-2 0,1-1 3 0,3 1-3 0,1 0-6 15,3 0 2-15,2 2-1 0,0 0 0 0,2 3-1 0,0-1-1 0,1 2-1 16,2 0-6-16,0 1 2 0,3 0 1 0,-1 0-2 0,3 2 4 0,0 1 1 16,1 0-6-16,3 1 4 0,0 0-3 0,3 0-5 0,-1 0 0 15,2 0-1-15,1 1 2 0,-2 1 5 0,4 1 1 0,-1-3-4 0,2 2-1 16,1 0 1-16,1 0-5 0,0 1 4 0,1 0 1 0,0 0 5 15,2 0 5-15,2-2-5 0,-2 2 1 0,1 1-4 0,-1 0 3 0,3 1 4 16,-1 1 2-16,2-1 0 0,1 1 2 0,0 1-4 0,-1 0 2 0,2 2 5 16,0 2-6-16,0-2 8 0,1 3-4 0,1 0-2 0,3-1 2 15,0 3-2-15,1 0 0 0,1 0 3 0,-1-2 2 0,2-1-5 0,-1-1-1 16,-1 0-1-16,-1-2 3 0,0 0 2 0,-1 0-3 0,-2-1 4 16,-1-1-1-16,-1-1 1 0,-3 0 2 0,2-2 0 0,-2-1-6 0,-1 0 2 15,-3-1 1-15,1 0 0 0,-2-2-2 0,-1-2-7 0,-2-1 3 16,-4-1-1-16,-1 0 3 0,-2-1 1 0,-2-1 0 0,-5-1 6 0,0-1-1 15,-4 0 8-15,0 0-3 0,-3-1-3 0,-5-2 1 0,-1 0-2 0,-3-2 0 16,0 0-1-16,-1 0-5 0,-3-3 2 0,-2-1 1 0,-2-2-2 0,-4-2 4 16,-4 1-4-16,-1-3-1 0,-6-2-5 0,-1 1 0 0,-7-3-1 15,-2-1 5-15,-3 1-3 0,-5-1 1 0,-2 0 1 0,-3-2-2 0,-5-1 1 16,-4-1-1-16,-4-1-1 0,-6 1 2 0,-3 1 10 0,-7 1-2 16,-4-1 5-16,-6 2 1 0,-3-4-4 0,-5 3 7 0,-3 0 0 0,-5 0 6 15,-6 4 3-15,-6-2-8 0,-6 1-11 0,-6 0-9 0,-5-1-10 0,-5 0-7 16,-3-1 0-16,-5 0-4 0,-4 2-2 0,-6-1 6 0,-7 3 0 15,-3-1 2-15,-5 0-1 0,-5 0 1 0,-4-1 0 0,-3 0 2 0,-6 1-1 16,-2 0 4-16,-1 1 10 0,-5-1 0 0,-2-1 9 0,-4 1-2 0,-4-2-5 16,-3 0-4-16,-3 1-3 0,-4 0-1 0,-2 1 7 0,-5 2 0 15,-3 0 0-15,-2 1-1 0,-2 1-4 0,-3 0-1 0,-3 0 6 0,-4 2-5 16,-5 0-2-16,-4 1 0 0,-1-1-1 0,-3 1 6 0,-2-1-4 0,-2 1 2 16,-2 1-6-16,-3 2 1 0,-4 0-6 0,-3 0 2 0,-1 0 5 15,-1 0 1-15,2 0 7 0,0-4 0 0,-2 0-2 0,-2-1-2 0,-3 1 0 16,-3-1-3-16,-1 0 0 0,-1-1 5 0,0 0-4 0,0-2 5 15,1-1 5-15,-2 0 2 0,-3-2-2 0,0 1 3 0,-1-2-10 0,-1 0 5 16,1 1 6-16,0-1 8 0,0 1-4 0,0 1 1 0,-2-2 1 0,-1 2-2 16,-2-2 5-16,0 0-1 0,-1 3 4 0,-1-2 1 0,-2 2 3 15,1 2 0-15,-2-2-6 0,-1 2-1 0,-1 1-1 0,2 0 4 0,1 2 6 16,1 1-4-16,0 1-5 0,-1 0-12 0,1 0 6 0,2 2 3 0,1 0-1 16,-1 1 6-16,2 0-10 0,-1 0-4 0,88 7 5 0,-21-1-2 15,0 0-2-15,-21 0 1 0,0 2-8 0,-21 0 1 0,2 2 1 0,-22 0-2 16,-149 2-11-16,42 4-1 0,42 4-33 0,41 4-39 0,19 3 11 15,1 2-1-15,1 4 22 0,2 0 21 0,4 2-38 0,-1 3-55 0,2 3-81 16,0 5-88-16,-2 4-75 0,1 5-20 0,-1 4 80 0,-1 3-53 0</inkml:trace>
  <inkml:trace contextRef="#ctx0" brushRef="#br0" timeOffset="154642.41">5809 11632 578 0,'5'2'88'0,"3"2"-42"0,4 2-41 16,5 0 5-16,4-1 14 0,1-2 16 0,4-1 3 0,2-2 1 0,4-2-12 15,4-1-22-15,4-1-1 0,2-1-6 0,3 0-6 0,3 0 3 16,2 0-4-16,2 0 3 0,1 0 0 0,3 0 3 0,1 1-1 0,0 0-2 15,1 0 1-15,-1 2 1 0,2 0-1 0,0 1 1 0,-1 0 3 0,2 0 1 16,0 1 3-16,1 1 6 0,0-1 0 0,0 1 6 0,-1-1-1 16,1 1 1-16,-1-1 4 0,-1 1-3 0,1-1 3 0,-2 0 3 0,0 0-2 15,-1-1 0-15,-1 0 5 0,1 0 2 0,-2-1 0 0,-1-1 4 0,-1-1-3 16,-3-1-2-16,-1 0 4 0,-1-2-2 0,-3 2 3 0,-3-3 1 16,-1 1-2-16,-2-1 3 0,-4 0-1 0,0 0 0 0,-4-1 5 0,-2 0 10 15,-2-1 5-15,1-2 9 0,-2-1 2 0,-3-2-7 0,-1 2-11 16,-3-2-9-16,-1 2-1 0,-1-2-4 0,-2 0 7 0,-3 0 1 0,-1-4-6 15,-3 1 1-15,0 0 8 0,-3-2-3 0,-2-1 1 0,-1 0-3 0,-4-2-2 16,-2 0 1-16,-2-1-9 0,-3-2 0 0,0-2-11 0,-2-2-5 16,-2 0 2-16,-1-1 1 0,-4 1-4 0,0-2-2 0,-3 0-4 0,-4-2-4 15,-1-1 1-15,-2-1-11 0,-1 1 12 0,-2 0-2 0,0 0-2 0,-4 3 14 16,-1-2-12-16,-4 2 6 0,-2 0-6 0,-1 1 0 0,-4 1 0 16,-2 1 2-16,0-2-1 0,-2 3-2 0,-3-2 1 0,-1 3-2 0,-2 2-6 15,-4 0-2-15,1 3-5 0,-2 1 3 0,-3 0 7 0,-1 3-5 16,0 1-3-16,0 2-7 0,-2 3 3 0,0 1 6 0,-1 1-9 0,-1 4 3 15,1 1 2-15,0 3 1 0,0 2 14 0,-1 0 6 0,2 3-4 0,0 0-1 16,2 2-1-16,2 2-10 0,0 2 2 0,2 1-4 0,2 2 2 16,-1 1 0-16,3 3 5 0,0 2-3 0,-1 1-2 0,3 3 2 0,0 3 0 15,1 2-1-15,1 4 3 0,-1 5 4 0,3 0-8 0,0 4 5 0,2 1 13 16,2 1 0-16,2 3 5 0,1 1 6 0,3 1-18 0,2 1 4 16,3 0 2-16,1 1 3 0,3 0 8 0,-1-2-6 0,4 2-2 0,1-1-8 15,6 0 1-15,2-2-3 0,2-2-1 0,4 0 1 0,1-2-10 16,2-1-4-16,3-2-4 0,1 1 9 0,5-3-2 0,1 2 7 0,2-3-4 15,4-1-7-15,2 1-5 0,3-3-10 0,2 1-7 0,2-1-14 16,1-2-31-16,0-2-35 0,3-3-42 0,2-3-45 0,2-1-51 0,4-2-59 16,3-3-52-16,-1-1-7 0,4-2 33 0,-1-3 86 0,2-2-7 0</inkml:trace>
  <inkml:trace contextRef="#ctx0" brushRef="#br0" timeOffset="155542.72">7162 12728 575 0,'1'0'317'0,"0"0"-175"0,1 1-104 0,4 0-18 15,1-1 3-15,2 1 12 0,3-1 14 0,0 1 1 0,3-1 1 0,1 0-5 16,3-1-8-16,3 0-12 0,1 0-4 0,4-1-9 0,1-1-7 15,3 1 1-15,2-2-8 0,3 1 2 0,-1-1 0 0,2 1-1 0,2 0 2 16,-1 0-7-16,2 1 4 0,1 1-4 0,-1 1 1 0,3 0 2 0,0 2 2 16,-1 0-1-16,2 1 1 0,1 1 1 0,1 0 1 0,1 2 5 15,0 1 3-15,2-1 7 0,1 4 9 0,-1 0 8 0,1 0 16 0,2 2 4 16,0 0 1-16,2 0 2 0,-1 0-7 0,0 0-8 0,2-1-10 16,0-1-9-16,1-1-6 0,2-3-1 0,-1 0-1 0,1-2 3 0,2-1 0 15,-2-2 10-15,3-1 5 0,0-1 2 0,0-1 12 0,1-2-3 0,0-1 7 16,2-1 1-16,-1 1 4 0,0-3 6 0,1-1-11 0,-1-1 2 15,0-1-10-15,1 0-3 0,0 0 5 0,-1-1-13 0,1-1-5 0,-1-1-4 16,-1 0-5-16,-1 0 11 0,0-1-10 0,-1 0 4 0,0 1 0 0,-2 1-12 16,-1-1 11-16,0-1-15 0,-2 1-9 0,-1-1 4 0,-2 2-4 15,-2-2 5-15,-2 1 4 0,-1 0 0 0,-3 1 0 0,0-2-2 0,-2 1-2 16,-3-1-1-16,-2 0 1 0,-3 0-5 0,0 0 6 0,-4-2-3 16,0 1-1-16,-3-3 4 0,-1-1-16 0,-3 1 7 0,-2-3-2 0,-3 1 6 15,-2 0 7-15,-3-1-4 0,-1-1 1 0,-3 2 1 0,-5-2 2 0,0-1 4 16,-4 1 6-16,-1 0-6 0,-2 0 5 0,-4-1-6 0,-1 1 2 15,-4 1 10-15,-1-1-2 0,-2 1 3 0,-2-1 4 0,-3 0-2 0,-1 1-1 16,-3-2 3-16,-4 2-17 0,1 0-2 0,-5 0-4 0,1 1 3 0,-4 1-5 16,0-1 5-16,-3 0-5 0,-5 2-1 0,-2-1 0 0,-1 1-8 15,-4 4 2-15,-1 0-1 0,-4 1 6 0,-3 2 2 0,-2 0-1 0,-4 2-1 16,-1 0-10-16,-2 2 4 0,-3 2 7 0,-1 1-2 0,-2 2 4 16,-1 1 5-16,-1 2-5 0,-2 1 12 0,0 3 3 0,0 1-11 0,1 1-1 15,1 1 0-15,-1 2 2 0,0 0 9 0,4 2 2 0,-1 1-7 0,1 0-1 16,1 1-1-16,0 2-2 0,1-1 4 0,1 2-13 0,3 1 6 15,2-1-4-15,2 2-7 0,0 0 3 0,1 1-8 0,3 1-4 0,0 0-2 16,2 2 0-16,1 0-1 0,3 2 3 0,2 1-7 0,1 1-7 0,4 0 1 16,0-2-26-16,4 2-5 0,3-2-21 0,1 1-26 0,5 0-15 15,2-2-43-15,6-1-45 0,1-1-73 0,3 1-103 0,5-2-91 0,3-1-8 16,3 2 88-16,3 0 153 0</inkml:trace>
  <inkml:trace contextRef="#ctx0" brushRef="#br0" timeOffset="170826.54">5609 13933 225 0,'13'5'80'0,"4"0"-36"0,7 3 7 0,4-1 7 16,0-2 20-16,2 0 13 0,0-3 3 0,5 0-15 0,1 1-19 0,2-2-23 16,2 1-13-16,1-1-6 0,1-1-14 0,4 1 4 0,-1-1-4 15,1 0-5-15,1 0 3 0,0 0-5 0,0-1 3 0,-2 1 4 0,1 0-1 16,1-1 1-16,-2 1 0 0,1 0-1 0,-1-2 7 0,0 1 5 0,-1-1 0 15,0 0 2-15,2 0-4 0,0 0 1 0,-2-1-3 0,0 0-1 16,2 0 0-16,-2-1-4 0,1 0-1 0,0-1 5 0,2-2 2 0,-2 1 10 16,1-1 5-16,-1-2 5 0,0-1 9 0,0-3-1 0,0-1 5 0,0-1 2 15,-1-2 3-15,-1 0 1 0,0-2 1 0,-1-2-1 0,-1-1 1 16,-1-1 0-16,1-2 2 0,-3 1 0 0,-1-2 1 0,-2-1 3 0,-3-2-2 16,-1 0-4-16,-3 0-6 0,0 0-6 0,-4 0-4 0,0-1 4 15,-2 1-7-15,-3-3 2 0,-1 1-2 0,-3-1-15 0,-2 3 7 0,-2-2-2 16,-1 1-1-16,-3 0 13 0,-2 0-8 0,-2-2-6 0,-4 2 2 0,-2-2-1 15,-3 1 0-15,-4-2-2 0,-2 0-7 0,-2-2-3 0,-5-1-4 16,-4 0-5-16,-3-2 1 0,-7 1 0 0,-1-2-4 0,-4-1-9 0,-4 3 16 16,-4 0-5-16,-4 1 3 0,-3 2 14 0,-3-2-10 0,-1 2 2 0,-2 0 6 15,-3 4-1-15,-1 2 0 0,-2 4-4 0,-1 1-5 0,-3 3-4 16,-1 4-5-16,-2 2-12 0,-5 4-10 0,-1 4-6 0,-5 3-6 0,-4 3 4 16,2 4-1-16,-4 2 4 0,1 4 2 0,-2 2 5 0,-2 2 4 0,0 3 5 15,0 1 1-15,1 2 5 0,2 0 3 0,2 2 0 0,4 1-4 16,0 3 2-16,3 3-2 0,1 2-5 0,6 3 7 0,1-1-11 0,5 2-2 15,4 2 1-15,4 1-8 0,4 3 5 0,4-1-2 0,2 2-12 16,2 0-3-16,5 1-11 0,3-1-4 0,3-1-9 0,5-1-23 0,1 0-20 16,3-2-26-16,3 2-16 0,3-2-4 0,4-1 1 0,2-2 16 0,4-1 15 15,1-1 18-15,4-1 19 0,2 0 14 0,2-3 13 0,3 0 12 16,0-1 12-16,3-1 6 0,1 1 6 0,1-2 5 0,2 0-2 0,0-2 5 16,1 0 1-16,2-1 1 0,-1-2 1 0,3 1-1 0,1-1-5 0,0-1-6 15,1 0-8-15,1 1-10 0,2-3-2 0,1 2 7 0,1-1-69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3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26 2985 0 0,'-20'-7'406'0'0,"12"4"-331"0"0,0-1 0 0 0,-1 2 0 0 0,1-1 0 0 0,-1 1 0 0 0,0 0 0 0 0,0 1 0 0 0,0 0 0 0 0,1 0 0 0 0,-19 2 0 0 0,26 0 0 0 0,-1-1-1 0 0,1 1 1 0 0,0 0 0 0 0,0 0 0 0 0,0 0-1 0 0,-1 0 1 0 0,1 0 0 0 0,0 0-1 0 0,0 0 1 0 0,0 0 0 0 0,1 1 0 0 0,-1-1-1 0 0,0 0 1 0 0,0 0 0 0 0,1 1 0 0 0,-1-1-1 0 0,0 1 1 0 0,1-1 0 0 0,0 1 0 0 0,-1-1-1 0 0,1 0 1 0 0,0 1 0 0 0,0-1 0 0 0,-1 3-1 0 0,-1 40 945 0 0,2-40-937 0 0,1 13 167 0 0,0 0 0 0 0,1-1 0 0 0,1 1 0 0 0,1 0 0 0 0,8 20 0 0 0,35 81 1854 0 0,-33-86-1390 0 0,38 90 475 0 0,-6 1 1 0 0,-6 3 0 0 0,44 235-1 0 0,-38 130-126 0 0,-39 6-250 0 0,-6-239-639 0 0,-20 2123-694 0 0,-103 628 378 0 0,113-2783 135 0 0,-67 4509 5907 0 0,98-3624-5133 0 0,42-2-244 0 0,-44-902-349 0 0,11 147 361 0 0,-29-292-566 0 0,-1-74-142 0 0,1 0-1 0 0,0 0 1 0 0,1 0 0 0 0,0 0-1 0 0,1 0 1 0 0,0 1 0 0 0,1-1 0 0 0,1 1-1 0 0,-1 0 1 0 0,14-17 0 0 0,1-1 167 0 0,2 1-1 0 0,40-41 1 0 0,-28 37-40 0 0,2 2 0 0 0,1 1 1 0 0,60-35-1 0 0,132-55-162 0 0,-97 64 113 0 0,2 5 0 0 0,3 6 0 0 0,256-47 0 0 0,413 10 365 0 0,-269 73-22 0 0,1 26 52 0 0,-9-1 247 0 0,-84-11-174 0 0,910 33 2097 0 0,-121 60-1024 0 0,-1185-94-1429 0 0,136 12-2253 0 0,255-7 0 0 0,-375-16-1274 0 0,114-23 1 0 0,-108 12-2713 0 0,93-38 0 0 0,-132 43 2809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3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577 0 20828 0 0,'22'6'3632'0'0,"19"-3"-3940"0"0,-8-1-95 0 0,-17 1 352 0 0,-1 0 0 0 0,0 1 0 0 0,0 1 0 0 0,0 0-1 0 0,0 1 1 0 0,-1 1 0 0 0,0 0 0 0 0,-1 1 0 0 0,1 1 0 0 0,-1 0 0 0 0,-1 0-1 0 0,0 1 1 0 0,11 13 0 0 0,-15-14 52 0 0,0 0 0 0 0,0 0 1 0 0,-1 1-1 0 0,-1 0 0 0 0,1 1 0 0 0,-2-1 0 0 0,1 1 1 0 0,-2 0-1 0 0,1 0 0 0 0,-2 1 0 0 0,1-1 0 0 0,-2 1 0 0 0,1 0 1 0 0,-2 0-1 0 0,1 0 0 0 0,-2 0 0 0 0,0 19 0 0 0,-5 2 51 0 0,-1 0 0 0 0,-2-1 0 0 0,-1 0 0 0 0,-1 0 0 0 0,-1-1 0 0 0,-2 0 0 0 0,-28 46 0 0 0,-140 193 575 0 0,156-236-549 0 0,22-31-76 0 0,-188 251 822 0 0,-20-16-565 0 0,191-219-993 0 0,0-1 0 0 0,-30 20 0 0 0,39-31-559 0 0,0 0-1 0 0,0-1 1 0 0,-1-1-1 0 0,0 1 1 0 0,0-2 0 0 0,0 0-1 0 0,-14 3 1 0 0,-20-2-7193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4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38 216 8506 0 0,'-3'2'257'0'0,"1"0"1"0"0,-1 0 0 0 0,1 0-1 0 0,-1 0 1 0 0,1 0 0 0 0,0 1-1 0 0,-1-1 1 0 0,1 1-1 0 0,1-1 1 0 0,-1 1 0 0 0,0 0-1 0 0,1 0 1 0 0,-1 0 0 0 0,1 0-1 0 0,0 0 1 0 0,0 0-1 0 0,0 0 1 0 0,0 0 0 0 0,0 0-1 0 0,1 0 1 0 0,-1 6-1 0 0,1 9-215 0 0,0 0-1 0 0,4 33 1 0 0,-1-11 925 0 0,-2-6-420 0 0,7 121 385 0 0,-5-139-903 0 0,-1 1 1 0 0,2-1-1 0 0,0 0 1 0 0,1 0-1 0 0,1 0 1 0 0,0-1-1 0 0,10 17 1 0 0,-14-27-22 0 0,1-1 1 0 0,1 1-1 0 0,-1-1 0 0 0,0 0 1 0 0,1 0-1 0 0,0 0 1 0 0,0 0-1 0 0,0-1 1 0 0,0 0-1 0 0,1 0 1 0 0,0 0-1 0 0,-1 0 0 0 0,1-1 1 0 0,10 4-1 0 0,-8-4 37 0 0,1 0-1 0 0,0 0 1 0 0,0-1 0 0 0,0-1-1 0 0,0 1 1 0 0,-1-1-1 0 0,1-1 1 0 0,0 1 0 0 0,10-3-1 0 0,3-2 120 0 0,-1-1-1 0 0,0-1 1 0 0,0 0 0 0 0,-1-2-1 0 0,0 0 1 0 0,31-21-1 0 0,-12 5 130 0 0,-1-2-1 0 0,-2-1 0 0 0,-1-2 0 0 0,48-55 0 0 0,-69 71-218 0 0,-2 0-1 0 0,0-1 1 0 0,-1-1-1 0 0,0 0 1 0 0,-1 0-1 0 0,-1-1 1 0 0,0 0-1 0 0,-2 0 1 0 0,0-1-1 0 0,-1 1 1 0 0,0-2-1 0 0,-2 1 1 0 0,0 0-1 0 0,0-20 1 0 0,-3 28-71 0 0,0 0 1 0 0,-1-1 0 0 0,0 1 0 0 0,-1 0-1 0 0,0 0 1 0 0,-1 0 0 0 0,0 0 0 0 0,-1 0-1 0 0,0 1 1 0 0,0-1 0 0 0,-1 1-1 0 0,0 0 1 0 0,-1 1 0 0 0,-11-15 0 0 0,9 14 16 0 0,-2 0 0 0 0,1 1 1 0 0,-1-1-1 0 0,0 2 0 0 0,-1 0 0 0 0,0 0 1 0 0,0 1-1 0 0,-1 0 0 0 0,1 1 1 0 0,-24-8-1 0 0,19 9-160 0 0,-1 0 1 0 0,0 0-1 0 0,1 2 1 0 0,-1 0-1 0 0,0 1 1 0 0,0 1-1 0 0,0 0 0 0 0,0 2 1 0 0,0-1-1 0 0,0 2 1 0 0,1 0-1 0 0,-1 2 0 0 0,1-1 1 0 0,0 2-1 0 0,0 0 1 0 0,1 1-1 0 0,0 1 1 0 0,-18 11-1 0 0,18-7-1058 0 0,-1 1 0 0 0,2 0-1 0 0,0 1 1 0 0,-21 28 0 0 0,24-27-1868 0 0,0 1-1 0 0,-14 28 1 0 0,16-19-208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4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747 344 18380 0 0,'11'9'63'0'0,"1"0"0"0"0,1 0 0 0 0,-1-1 0 0 0,1-1 0 0 0,1 0 0 0 0,-1-1 0 0 0,1 0 0 0 0,1-1 0 0 0,-1 0 0 0 0,0-2 0 0 0,1 0 0 0 0,22 2 0 0 0,-36-4-50 0 0,-1-1-1 0 0,1 0 1 0 0,-1 0 0 0 0,1 0 0 0 0,0 0-1 0 0,-1-1 1 0 0,1 1 0 0 0,0 0 0 0 0,-1 0-1 0 0,1 0 1 0 0,0 0 0 0 0,-1-1 0 0 0,1 1 0 0 0,-1 0-1 0 0,1-1 1 0 0,0 1 0 0 0,-1 0 0 0 0,1-1-1 0 0,-1 1 1 0 0,1 0 0 0 0,-1-1 0 0 0,1 1-1 0 0,-1-1 1 0 0,0 1 0 0 0,1-1 0 0 0,-1 0-1 0 0,1 0 1 0 0,3-21 118 0 0,-11-25-79 0 0,7 46-48 0 0,-3-13 23 0 0,-1 1 0 0 0,-1-1 0 0 0,0 1-1 0 0,-1 0 1 0 0,0 1 0 0 0,-1-1 0 0 0,-1 1 0 0 0,-16-21 0 0 0,10 18-9 0 0,0 0-1 0 0,-1 0 1 0 0,-1 2 0 0 0,-1 0-1 0 0,-26-17 1 0 0,13 13-30 0 0,-1 2 1 0 0,0 0-1 0 0,-1 3 0 0 0,0 0 1 0 0,-1 2-1 0 0,0 1 0 0 0,-39-4 1 0 0,42 9-34 0 0,0 2 1 0 0,-1 1-1 0 0,1 2 1 0 0,0 0-1 0 0,0 2 1 0 0,-33 8 0 0 0,41-6-640 0 0,0 1 1 0 0,1 2 0 0 0,-30 13 0 0 0,36-14-918 0 0,0 2 1 0 0,1 0-1 0 0,0 1 1 0 0,0 0-1 0 0,-13 13 1 0 0,11-7-3575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5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232 135 18908 0 0,'-48'16'1912'0'0,"41"-13"-2025"0"0,0 1 1 0 0,0 0 0 0 0,0 0-1 0 0,0 0 1 0 0,1 1 0 0 0,-1 0 0 0 0,1 0-1 0 0,1 1 1 0 0,-1 0 0 0 0,1 0-1 0 0,-9 12 1 0 0,-1 2 53 0 0,1 2 0 0 0,1 0 0 0 0,1 0 0 0 0,1 2 1 0 0,-14 39-1 0 0,22-56 18 0 0,2 0 1 0 0,-1 0 0 0 0,1 0 0 0 0,0 0 0 0 0,0 0 0 0 0,0 0 0 0 0,1 0 0 0 0,0 0 0 0 0,1 0 0 0 0,0 0-1 0 0,0 0 1 0 0,0 0 0 0 0,1-1 0 0 0,0 1 0 0 0,0 0 0 0 0,1-1 0 0 0,0 1 0 0 0,0-1 0 0 0,0 0 0 0 0,1 0-1 0 0,0 0 1 0 0,0 0 0 0 0,1-1 0 0 0,-1 1 0 0 0,9 6 0 0 0,0-2 49 0 0,0-1 1 0 0,1-1-1 0 0,0 0 1 0 0,1 0 0 0 0,-1-2-1 0 0,1 1 1 0 0,1-2-1 0 0,-1 0 1 0 0,1-1-1 0 0,0-1 1 0 0,0 0-1 0 0,0-1 1 0 0,0-1-1 0 0,0 0 1 0 0,21-3-1 0 0,-6 0 237 0 0,-1-1-1 0 0,0-2 1 0 0,0-1-1 0 0,0-2 1 0 0,-1 0-1 0 0,0-2 1 0 0,34-17-1 0 0,-30 11-175 0 0,-1-2 0 0 0,-1-1 0 0 0,-1-2-1 0 0,0 0 1 0 0,-2-2 0 0 0,0-1 0 0 0,-2-2 0 0 0,-1 0-1 0 0,-1-2 1 0 0,-1-1 0 0 0,32-51 0 0 0,-51 72-34 0 0,0 0 0 0 0,-1 0 0 0 0,1 0 1 0 0,-1 0-1 0 0,-1-1 0 0 0,0 1 0 0 0,0-1 1 0 0,0 1-1 0 0,-1-1 0 0 0,0-16 0 0 0,-2 20 5 0 0,1 1 1 0 0,-1-1-1 0 0,0 0 0 0 0,0 1 1 0 0,0-1-1 0 0,-1 1 0 0 0,0-1 1 0 0,0 1-1 0 0,0 0 0 0 0,0 0 0 0 0,-1 0 1 0 0,1 0-1 0 0,-1 0 0 0 0,0 0 1 0 0,0 1-1 0 0,0-1 0 0 0,-1 1 1 0 0,1 0-1 0 0,-1 0 0 0 0,0 0 0 0 0,-6-3 1 0 0,-7-2-77 0 0,-1 0 0 0 0,0 1 0 0 0,0 0-1 0 0,-1 2 1 0 0,1 0 0 0 0,-1 1 0 0 0,0 1 0 0 0,-1 1 0 0 0,1 0 0 0 0,-29 2 0 0 0,-21 5-2894 0 0,-104 19-1 0 0,166-23 2608 0 0,-99 16-7024 0 0,52-8 1258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5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21028 0 0,'-7'7'1058'0'0,"-1"0"-1"0"0,1 0 0 0 0,1 1 1 0 0,-11 15-1 0 0,12-17-951 0 0,1 1 1 0 0,1 1-1 0 0,-1-1 0 0 0,1 1 0 0 0,-3 13 1 0 0,4-11-229 0 0,1 1 0 0 0,-1 0 0 0 0,2 0 0 0 0,0 0 0 0 0,0 0 0 0 0,1-1 0 0 0,0 1 0 0 0,1 0 0 0 0,0 0 0 0 0,5 11 0 0 0,4 16 32 0 0,1 0 1 0 0,3-1-1 0 0,1 0 1 0 0,2-1-1 0 0,25 39 1 0 0,-34-62 74 0 0,1-1 1 0 0,0 0 0 0 0,1-1-1 0 0,0 0 1 0 0,0 0 0 0 0,1-1-1 0 0,14 8 1 0 0,-17-12 33 0 0,0-1 0 0 0,1 0 1 0 0,0-1-1 0 0,0 0 0 0 0,0 0 1 0 0,1-1-1 0 0,-1-1 0 0 0,1 0 1 0 0,0 0-1 0 0,-1-1 0 0 0,14 0 1 0 0,-12-2-50 0 0,1 0 0 0 0,-1-1 0 0 0,1-1 1 0 0,-1 0-1 0 0,0-1 0 0 0,0 0 0 0 0,-1 0 0 0 0,1-2 1 0 0,-1 1-1 0 0,0-1 0 0 0,0-1 0 0 0,-1 0 1 0 0,0-1-1 0 0,11-10 0 0 0,-7 6-157 0 0,-1-1-1 0 0,-1 0 0 0 0,-1-1 1 0 0,1 0-1 0 0,-2-1 1 0 0,0 0-1 0 0,-1 0 1 0 0,-1-1-1 0 0,9-23 1 0 0,-12 22 210 0 0,-1-1-1 0 0,0 0 1 0 0,-1 0 0 0 0,-2 0-1 0 0,0 0 1 0 0,0 0 0 0 0,-2 0-1 0 0,0 0 1 0 0,-1 0 0 0 0,-1 1-1 0 0,-1-1 1 0 0,0 0 0 0 0,-1 1-1 0 0,-1 0 1 0 0,-1 0 0 0 0,0 1-1 0 0,-13-22 1 0 0,17 34-30 0 0,1 1 0 0 0,-1-1 1 0 0,0 1-1 0 0,0-1 0 0 0,0 1 0 0 0,0 0 1 0 0,0 0-1 0 0,-1 0 0 0 0,1 1 0 0 0,-1-1 0 0 0,0 1 1 0 0,0 0-1 0 0,0 0 0 0 0,0 0 0 0 0,0 0 1 0 0,0 1-1 0 0,0 0 0 0 0,-1 0 0 0 0,1 0 1 0 0,-1 0-1 0 0,1 0 0 0 0,-1 1 0 0 0,1 0 0 0 0,0 0 1 0 0,-1 0-1 0 0,1 1 0 0 0,-1 0 0 0 0,1 0 1 0 0,0 0-1 0 0,-1 0 0 0 0,1 0 0 0 0,-6 4 1 0 0,1-1-279 0 0,0 0 1 0 0,0 1 0 0 0,0 1 0 0 0,1-1 0 0 0,-14 13 0 0 0,13-9-972 0 0,-1 0 0 0 0,2 1 1 0 0,-15 20-1 0 0,-13 30-8930 0 0,27-45 5350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6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64 396 22053 0 0,'-9'-1'906'0'0,"-27"0"-246"0"0,35 1-706 0 0,1 0 1 0 0,-1 0 0 0 0,0 0-1 0 0,0 1 1 0 0,0-1-1 0 0,0 0 1 0 0,0 1 0 0 0,1-1-1 0 0,-1 1 1 0 0,0-1-1 0 0,0 1 1 0 0,1-1 0 0 0,-1 1-1 0 0,0-1 1 0 0,1 1 0 0 0,-1 0-1 0 0,0-1 1 0 0,1 1-1 0 0,-1 0 1 0 0,1 0 0 0 0,-1-1-1 0 0,1 1 1 0 0,0 0-1 0 0,-1 0 1 0 0,1 0 0 0 0,0-1-1 0 0,-1 1 1 0 0,1 0-1 0 0,0 0 1 0 0,0 0 0 0 0,0 0-1 0 0,0 0 1 0 0,0 1-1 0 0,0 8-45 0 0,-1 8 76 0 0,2 1-1 0 0,0-1 0 0 0,6 29 1 0 0,-6-42 14 0 0,1 0 1 0 0,-1 0-1 0 0,1 0 0 0 0,0 0 0 0 0,0 0 1 0 0,1-1-1 0 0,0 1 0 0 0,0 0 1 0 0,0-1-1 0 0,0 0 0 0 0,1 0 1 0 0,-1 0-1 0 0,1 0 0 0 0,0-1 0 0 0,0 1 1 0 0,9 4-1 0 0,2 0-31 0 0,0-1 1 0 0,0-1-1 0 0,1-1 1 0 0,0 0-1 0 0,0-1 1 0 0,0 0-1 0 0,1-2 1 0 0,-1 0-1 0 0,1 0 1 0 0,31-3-1 0 0,10-3-232 0 0,97-21-1 0 0,-111 16 245 0 0,-1-3 1 0 0,0-1 0 0 0,-1-2-1 0 0,47-24 1 0 0,-59 24 50 0 0,0-2 0 0 0,-1-2 0 0 0,0 0 0 0 0,-2-2 0 0 0,49-48 0 0 0,-73 66-23 0 0,12-11 60 0 0,-2-2 1 0 0,1 1-1 0 0,-2-1 0 0 0,0-1 0 0 0,10-19 1 0 0,-20 31-47 0 0,0 1 1 0 0,0 0 0 0 0,0-1-1 0 0,-1 0 1 0 0,0 1-1 0 0,0-1 1 0 0,0 0 0 0 0,0 1-1 0 0,-1-1 1 0 0,1 0-1 0 0,-1 0 1 0 0,-1 0 0 0 0,1 1-1 0 0,-1-1 1 0 0,0 0 0 0 0,0 0-1 0 0,0 1 1 0 0,0-1-1 0 0,-1 1 1 0 0,0-1 0 0 0,0 1-1 0 0,0 0 1 0 0,0-1 0 0 0,-1 1-1 0 0,0 0 1 0 0,0 1-1 0 0,-5-7 1 0 0,-4-2 32 0 0,0 1 0 0 0,-1 0 0 0 0,-1 1 1 0 0,1 0-1 0 0,-1 1 0 0 0,-1 1 0 0 0,0 0 0 0 0,0 1 0 0 0,-1 0 1 0 0,1 2-1 0 0,-1 0 0 0 0,-1 0 0 0 0,1 2 0 0 0,-18-2 0 0 0,-24-1-1065 0 0,0 4-1 0 0,-101 8 1 0 0,17 0-4192 0 0,72-11-1039 0 0,38-1 291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6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60 394 13627 0 0,'-33'48'9319'0'0,"29"-39"-8936"0"0,-1-1 1 0 0,1 1-1 0 0,-4 16 0 0 0,6-19-484 0 0,1 0 0 0 0,0 0 0 0 0,0 0 0 0 0,0 0 0 0 0,1 0 0 0 0,0 1 0 0 0,0-1 0 0 0,1 0 0 0 0,0 0 0 0 0,0 0 0 0 0,0 0 0 0 0,1 0 0 0 0,0-1 0 0 0,0 1 0 0 0,0 0 0 0 0,5 8 0 0 0,2 0 73 0 0,1 0 0 0 0,0 0 0 0 0,0-1 0 0 0,1 0 0 0 0,1 0 0 0 0,0-1 0 0 0,1-1 0 0 0,27 19 0 0 0,-20-18 76 0 0,0-1 1 0 0,1 0-1 0 0,0-2 0 0 0,1 0 0 0 0,0-1 1 0 0,27 5-1 0 0,-23-7 36 0 0,1-2 0 0 0,1 0-1 0 0,-1-2 1 0 0,0-1 0 0 0,1-2 0 0 0,-1 0-1 0 0,0-2 1 0 0,0 0 0 0 0,0-2 0 0 0,0-1-1 0 0,46-18 1 0 0,-57 17-111 0 0,0-2 0 0 0,0 1 0 0 0,-1-2 1 0 0,-1 0-1 0 0,0-1 0 0 0,0 0 0 0 0,-1-1 0 0 0,0-1 0 0 0,17-22 0 0 0,-16 16-174 0 0,-1 0 0 0 0,-1 0 0 0 0,-1-2 0 0 0,0 1 0 0 0,-2-1 0 0 0,0 0 0 0 0,7-31 0 0 0,-11 33 39 0 0,-2 0 1 0 0,0 0 0 0 0,-1 0 0 0 0,0 0-1 0 0,-2 0 1 0 0,0 0 0 0 0,-1 0 0 0 0,-1 0-1 0 0,-5-19 1 0 0,4 25 139 0 0,-1-1 1 0 0,-1 1-1 0 0,0 0 0 0 0,0 0 1 0 0,-2 1-1 0 0,1-1 1 0 0,-2 1-1 0 0,1 1 0 0 0,-2 0 1 0 0,0 0-1 0 0,0 0 0 0 0,-21-17 1 0 0,17 18-47 0 0,-1 0 1 0 0,0 2 0 0 0,-1 0 0 0 0,0 0 0 0 0,0 2-1 0 0,-1 0 1 0 0,0 0 0 0 0,0 2 0 0 0,0 0 0 0 0,0 0-1 0 0,-32-1 1 0 0,-7 3-896 0 0,1 2 0 0 0,-70 8 0 0 0,54 1-4357 0 0,-123 31-1 0 0,147-28 1000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6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606 390 24805 0 0,'101'160'490'0'0,"5"5"-894"0"0,-43-82 108 0 0,122 121 1 0 0,-181-200 296 0 0,0 0 1 0 0,1 0 0 0 0,0 0-1 0 0,0-1 1 0 0,0 0-1 0 0,0 0 1 0 0,1 0 0 0 0,-1 0-1 0 0,1-1 1 0 0,-1 0-1 0 0,1 0 1 0 0,9 2 0 0 0,-12-4-3 0 0,0 0 0 0 0,-1 0 0 0 0,1 0 1 0 0,0-1-1 0 0,-1 1 0 0 0,1-1 0 0 0,-1 1 0 0 0,1-1 1 0 0,-1 0-1 0 0,1 0 0 0 0,-1 0 0 0 0,1 0 1 0 0,-1 0-1 0 0,0-1 0 0 0,0 1 0 0 0,0-1 0 0 0,0 1 1 0 0,0-1-1 0 0,0 0 0 0 0,0 0 0 0 0,0 0 1 0 0,-1 0-1 0 0,1 0 0 0 0,-1 0 0 0 0,1 0 1 0 0,-1-1-1 0 0,0 1 0 0 0,0 0 0 0 0,0-1 0 0 0,0 1 1 0 0,0-4-1 0 0,6-14-35 0 0,-2 0 1 0 0,0-1 0 0 0,-2 0-1 0 0,0 0 1 0 0,-1-1 0 0 0,-1 1-1 0 0,-1 0 1 0 0,-1-1 0 0 0,-1 1-1 0 0,-1 0 1 0 0,-1 0 0 0 0,-1 0-1 0 0,-11-31 1 0 0,2 14 298 0 0,-2 1 1 0 0,-1 1-1 0 0,-2 0 1 0 0,-1 2-1 0 0,-2 0 1 0 0,-34-39-1 0 0,35 49-123 0 0,0 1-1 0 0,-2 1 0 0 0,-1 0 0 0 0,-1 2 0 0 0,-44-27 0 0 0,29 24-63 0 0,-1 2 0 0 0,-1 2 1 0 0,-55-18-1 0 0,-142-24-2728 0 0,-2 20-5383 0 0,203 36 6081 0 0,-73-12-5869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9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218 107 15603 0 0,'-5'1'93'0'0,"1"0"-1"0"0,-1 1 1 0 0,1-1-1 0 0,-1 1 1 0 0,1 0-1 0 0,0 1 0 0 0,0-1 1 0 0,0 1-1 0 0,0-1 1 0 0,1 1-1 0 0,-1 0 1 0 0,1 1-1 0 0,-1-1 0 0 0,1 1 1 0 0,0-1-1 0 0,0 1 1 0 0,1 0-1 0 0,-1 0 1 0 0,1 0-1 0 0,0 0 0 0 0,-2 6 1 0 0,-4 11-289 0 0,1 0-1 0 0,1 0 1 0 0,-4 31 0 0 0,0-5 428 0 0,-23 71-226 0 0,12-48 4 0 0,-15 95 0 0 0,33-144-12 0 0,0 0 0 0 0,2 1 0 0 0,1-1 0 0 0,0 1 0 0 0,2-1-1 0 0,0 0 1 0 0,1 0 0 0 0,2 0 0 0 0,6 21 0 0 0,-8-33-4 0 0,0-1 0 0 0,1 0 0 0 0,-1 0 0 0 0,2 0 0 0 0,-1 0 0 0 0,1-1 0 0 0,1 0-1 0 0,-1 0 1 0 0,1 0 0 0 0,0-1 0 0 0,1 0 0 0 0,-1 0 0 0 0,1 0 0 0 0,1-1 0 0 0,-1 0 0 0 0,1 0 0 0 0,-1-1 0 0 0,1 0 0 0 0,1 0 0 0 0,-1-1 0 0 0,16 4 0 0 0,-11-5 34 0 0,0 0 0 0 0,0 0 0 0 0,0-2 1 0 0,0 0-1 0 0,0 0 0 0 0,0-1 0 0 0,0 0 1 0 0,0-2-1 0 0,0 1 0 0 0,-1-2 1 0 0,1 1-1 0 0,-1-2 0 0 0,0 0 0 0 0,15-8 1 0 0,7-6 30 0 0,0-2 0 0 0,-2-1-1 0 0,-1-2 1 0 0,-1-1 0 0 0,-1-2 0 0 0,-1 0 0 0 0,-1-2 0 0 0,-2-1 0 0 0,-1-1 0 0 0,-1-1 0 0 0,-2-1 0 0 0,-1-1 0 0 0,-2-1 0 0 0,-2 0-1 0 0,0-2 1 0 0,13-49 0 0 0,-22 56 4 0 0,-1-1-1 0 0,-2 0 1 0 0,-1 0 0 0 0,-1 0-1 0 0,-4-52 1 0 0,1 70 10 0 0,0 1 0 0 0,-1 0 0 0 0,0 0 1 0 0,-1-1-1 0 0,-1 1 0 0 0,0 1 0 0 0,0-1 1 0 0,-1 1-1 0 0,-1-1 0 0 0,0 1 0 0 0,0 1 0 0 0,-1-1 1 0 0,0 1-1 0 0,-1 1 0 0 0,0-1 0 0 0,-18-15 1 0 0,19 20-31 0 0,0 0 1 0 0,0 1-1 0 0,0 0 1 0 0,-1 0-1 0 0,0 1 1 0 0,0 0 0 0 0,1 0-1 0 0,-2 0 1 0 0,1 1-1 0 0,0 1 1 0 0,-16-2-1 0 0,11 3-44 0 0,0 0 0 0 0,1 1-1 0 0,-1 1 1 0 0,1 0-1 0 0,0 0 1 0 0,0 1-1 0 0,-15 6 1 0 0,-7 6-251 0 0,1 1 0 0 0,1 2 0 0 0,0 1 0 0 0,-40 32 0 0 0,43-29-938 0 0,1 1 0 0 0,-28 30 0 0 0,43-40-406 0 0,2 1 0 0 0,-1 0 0 0 0,2 1-1 0 0,-1 1 1 0 0,2 0 0 0 0,-8 18 0 0 0,5-4-2194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09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252 329 23429 0 0,'-4'7'-115'0'0,"0"0"-1"0"0,0 0 1 0 0,1 0 0 0 0,0 0-1 0 0,0 0 1 0 0,0 1 0 0 0,1-1-1 0 0,0 1 1 0 0,1 0-1 0 0,-2 13 1 0 0,2 9-141 0 0,4 45 1 0 0,-1-45 257 0 0,-1-6-45 0 0,0 21-8 0 0,3-1 0 0 0,17 83 0 0 0,-18-114 24 0 0,2 0 0 0 0,0 1 1 0 0,0-2-1 0 0,1 1 0 0 0,12 19 0 0 0,-13-25-8 0 0,0-1 0 0 0,0 1-1 0 0,1-1 1 0 0,0 0 0 0 0,0-1-1 0 0,0 1 1 0 0,1-1 0 0 0,0 0-1 0 0,0-1 1 0 0,10 6 0 0 0,-7-7 31 0 0,-1 0 1 0 0,0 0-1 0 0,1-1 1 0 0,0 0-1 0 0,-1 0 1 0 0,1-1-1 0 0,0-1 1 0 0,0 1-1 0 0,0-2 1 0 0,0 1-1 0 0,0-1 1 0 0,-1-1-1 0 0,1 0 0 0 0,0 0 1 0 0,-1-1-1 0 0,0 0 1 0 0,1-1-1 0 0,-1 0 1 0 0,11-7-1 0 0,2-2 21 0 0,1 0 1 0 0,-2-2-1 0 0,0-1 0 0 0,-1-1 0 0 0,0 0 0 0 0,19-24 0 0 0,-29 31 3 0 0,-1-2 0 0 0,0 1 0 0 0,0-1 0 0 0,-1 0 0 0 0,0-1 0 0 0,-1 1-1 0 0,-1-2 1 0 0,0 1 0 0 0,-1-1 0 0 0,0 0 0 0 0,-2 0 0 0 0,1 0 0 0 0,-1 0 0 0 0,-1-1 0 0 0,-1 1 0 0 0,0-1 0 0 0,-1 0-1 0 0,0 1 1 0 0,-1-1 0 0 0,-1 1 0 0 0,0-1 0 0 0,-1 1 0 0 0,-1 0 0 0 0,0 0 0 0 0,-1 0 0 0 0,-10-21 0 0 0,-1 6 68 0 0,0 1 0 0 0,-2 1 0 0 0,-1 0 1 0 0,-1 2-1 0 0,-1 0 0 0 0,-2 2 0 0 0,0 0 1 0 0,-1 1-1 0 0,-42-28 0 0 0,35 29-358 0 0,-1 2-1 0 0,-1 1 0 0 0,-1 1 1 0 0,0 2-1 0 0,-1 1 1 0 0,-1 2-1 0 0,0 2 1 0 0,-39-6-1 0 0,62 13-459 0 0,-1 2 0 0 0,1 0 0 0 0,-1 1 0 0 0,1 0 0 0 0,-1 1 0 0 0,-18 3 0 0 0,24-2-207 0 0,0 0-1 0 0,0 0 0 0 0,0 1 0 0 0,1 0 0 0 0,-1 1 0 0 0,1-1 0 0 0,-8 7 0 0 0,-9 8-4221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0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387 581 18076 0 0,'2'26'-253'0'0,"1"0"0"0"0,1 0 1 0 0,2 0-1 0 0,1-1 0 0 0,0 0 1 0 0,2 0-1 0 0,19 37 0 0 0,-20-47 313 0 0,1 0-1 0 0,0-1 0 0 0,1 0 1 0 0,0-1-1 0 0,1 0 1 0 0,1 0-1 0 0,0-1 0 0 0,1-1 1 0 0,0 0-1 0 0,1-1 1 0 0,0 0-1 0 0,28 14 0 0 0,-33-20 29 0 0,1 0 1 0 0,0-1-1 0 0,0 0 0 0 0,0 0 0 0 0,0-1 0 0 0,1 0 0 0 0,-1-1 1 0 0,0 0-1 0 0,1-1 0 0 0,-1 0 0 0 0,1 0 0 0 0,-1-1 1 0 0,17-4-1 0 0,-12 1-9 0 0,-1-1 1 0 0,0 0-1 0 0,0-1 0 0 0,-1 0 1 0 0,0-2-1 0 0,0 1 1 0 0,0-1-1 0 0,21-19 1 0 0,-17 12-60 0 0,-1-1 1 0 0,-1 0 0 0 0,-1-1 0 0 0,0-1-1 0 0,-1 0 1 0 0,-1 0 0 0 0,0-2 0 0 0,-2 1-1 0 0,0-1 1 0 0,-2-1 0 0 0,0 0 0 0 0,10-41-1 0 0,-15 38 45 0 0,-1 0 0 0 0,-1 0-1 0 0,-2 0 1 0 0,0 0 0 0 0,-1 0-1 0 0,-1 0 1 0 0,-2 0 0 0 0,0 1-1 0 0,-1-1 1 0 0,-2 2 0 0 0,0-1-1 0 0,-1 1 1 0 0,-2 0 0 0 0,0 0-1 0 0,-1 2 1 0 0,-1-1 0 0 0,-1 2-1 0 0,-1-1 1 0 0,0 2 0 0 0,-2 0-1 0 0,0 1 1 0 0,-1 1-1 0 0,0 1 1 0 0,-1 0 0 0 0,-1 1-1 0 0,-22-11 1 0 0,8 9-243 0 0,-1 2 0 0 0,0 1 0 0 0,-1 1 0 0 0,-1 3-1 0 0,1 1 1 0 0,-1 1 0 0 0,-1 2 0 0 0,-43 0 0 0 0,-111 10-3839 0 0,2 17-4098 0 0,127-14 3716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0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455 184 23157 0 0,'-21'-11'-15'0'0,"0"1"1"0"0,-1 1-1 0 0,-46-13 0 0 0,60 20 5 0 0,0 1 0 0 0,0 0 0 0 0,0 1 0 0 0,0 0-1 0 0,0 0 1 0 0,0 0 0 0 0,0 1 0 0 0,0 0 0 0 0,0 1 0 0 0,0 0-1 0 0,1 0 1 0 0,-1 1 0 0 0,1-1 0 0 0,-1 2 0 0 0,-10 6 0 0 0,3-1 17 0 0,1 1 0 0 0,1 0 0 0 0,0 1 0 0 0,0 1 0 0 0,1 0-1 0 0,0 1 1 0 0,1 0 0 0 0,1 1 0 0 0,0 0 0 0 0,1 0 0 0 0,0 1 0 0 0,1 0 0 0 0,1 1 0 0 0,0 0 0 0 0,-4 18 0 0 0,8-22-38 0 0,0-1-1 0 0,0 1 1 0 0,2 0-1 0 0,-1 0 1 0 0,1 0 0 0 0,1-1-1 0 0,0 1 1 0 0,1 0-1 0 0,1 0 1 0 0,-1 0-1 0 0,2 0 1 0 0,0-1-1 0 0,0 1 1 0 0,1-1-1 0 0,0 0 1 0 0,1 0-1 0 0,0-1 1 0 0,1 1-1 0 0,0-1 1 0 0,1 0-1 0 0,0 0 1 0 0,12 12-1 0 0,-11-13 23 0 0,1-1 0 0 0,0 0-1 0 0,1-1 1 0 0,-1 0-1 0 0,1 0 1 0 0,1-1 0 0 0,-1 0-1 0 0,1-1 1 0 0,0-1-1 0 0,0 1 1 0 0,1-2 0 0 0,-1 1-1 0 0,1-2 1 0 0,0 1-1 0 0,21 0 1 0 0,-16-3 15 0 0,0-1-1 0 0,0 0 1 0 0,0-2 0 0 0,0 0-1 0 0,-1-1 1 0 0,1 0 0 0 0,-1-1-1 0 0,0-1 1 0 0,0-1 0 0 0,23-13-1 0 0,-13 5 14 0 0,0-1 1 0 0,-2-1-1 0 0,0-2 0 0 0,-1 0 0 0 0,-1-1 0 0 0,0-1 0 0 0,-2-1 0 0 0,34-48 0 0 0,-41 49 17 0 0,-1 0 0 0 0,-1 0 0 0 0,0-1 0 0 0,-2-1 0 0 0,-1 0 0 0 0,0 0 0 0 0,-2 0-1 0 0,-1-1 1 0 0,-1 0 0 0 0,0 0 0 0 0,-1-36 0 0 0,-3 42-27 0 0,-2-52 26 0 0,1 65-47 0 0,1 0 0 0 0,-1 0 1 0 0,0 0-1 0 0,-1 1 0 0 0,1-1 0 0 0,-1 0 0 0 0,0 1 0 0 0,0-1 0 0 0,0 1 0 0 0,-1 0 0 0 0,-4-6 1 0 0,6 9-26 0 0,1 0 0 0 0,-1 0 0 0 0,0 1 0 0 0,0-1 0 0 0,0 0 0 0 0,0 0 0 0 0,0 1 0 0 0,0-1 1 0 0,0 1-1 0 0,0-1 0 0 0,0 1 0 0 0,0 0 0 0 0,0-1 0 0 0,0 1 0 0 0,0 0 0 0 0,-1-1 0 0 0,1 1 1 0 0,0 0-1 0 0,0 0 0 0 0,0 0 0 0 0,0 0 0 0 0,0 0 0 0 0,-3 1 0 0 0,1 0-101 0 0,0 0 0 0 0,0 0-1 0 0,0 1 1 0 0,0-1 0 0 0,0 1-1 0 0,1 0 1 0 0,-1-1 0 0 0,-4 5-1 0 0,-3 4-861 0 0,-1 1-1 0 0,-15 22 0 0 0,23-30 730 0 0,-19 29-3519 0 0,2 1 0 0 0,-30 63 1 0 0,25-41-746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0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28 599 25942 0 0,'-3'4'-53'0'0,"0"0"0"0"0,0 1 0 0 0,0-1 0 0 0,1 0 0 0 0,0 1-1 0 0,-1 0 1 0 0,2 0 0 0 0,-1-1 0 0 0,1 1 0 0 0,-1 0 0 0 0,1 0 0 0 0,1 0 0 0 0,-1 0 0 0 0,1 1 0 0 0,0-1 0 0 0,0 0 0 0 0,0 0 0 0 0,1 0 0 0 0,0 0 0 0 0,0 0 0 0 0,0 0 0 0 0,0 0 0 0 0,1 0 0 0 0,0-1 0 0 0,3 7 0 0 0,6 11-366 0 0,1 0-1 0 0,1 0 1 0 0,29 36 0 0 0,-29-42 369 0 0,-8-8 42 0 0,0-1 0 0 0,1 0 1 0 0,0-1-1 0 0,0 0 1 0 0,0 0-1 0 0,1 0 1 0 0,0 0-1 0 0,0-1 1 0 0,0-1-1 0 0,1 1 1 0 0,0-1-1 0 0,-1 0 1 0 0,1-1-1 0 0,1 0 0 0 0,-1 0 1 0 0,0 0-1 0 0,1-1 1 0 0,0-1-1 0 0,-1 0 1 0 0,1 0-1 0 0,0 0 1 0 0,0-1-1 0 0,-1 0 1 0 0,1-1-1 0 0,0 0 0 0 0,0-1 1 0 0,-1 1-1 0 0,1-2 1 0 0,-1 1-1 0 0,0-1 1 0 0,12-5-1 0 0,2-3-121 0 0,0 0 0 0 0,-1-2-1 0 0,-1 0 1 0 0,0-1 0 0 0,0-1 0 0 0,18-19 0 0 0,-2-2-391 0 0,60-78 1 0 0,-78 89 533 0 0,-1 0 1 0 0,-2-2-1 0 0,0 0 0 0 0,-2-1 0 0 0,-1 0 0 0 0,-1-1 1 0 0,-2 0-1 0 0,9-46 0 0 0,-15 57 63 0 0,-1 0-1 0 0,0 0 1 0 0,-2 0 0 0 0,0 0-1 0 0,-1 0 1 0 0,-6-34 0 0 0,4 41-1 0 0,-1-1 1 0 0,1 0-1 0 0,-2 1 0 0 0,1 0 1 0 0,-2 0-1 0 0,1 1 1 0 0,-2-1-1 0 0,1 1 1 0 0,-1 0-1 0 0,-1 1 0 0 0,-9-10 1 0 0,7 10 33 0 0,-1 0 1 0 0,0 0 0 0 0,-1 1-1 0 0,0 1 1 0 0,0 0-1 0 0,-1 0 1 0 0,1 1-1 0 0,-1 1 1 0 0,-1 0 0 0 0,1 1-1 0 0,-23-4 1 0 0,25 6-386 0 0,0 0 0 0 0,1 1-1 0 0,-1 1 1 0 0,0-1 0 0 0,0 2 0 0 0,0 0 0 0 0,0 0 0 0 0,0 1-1 0 0,0 0 1 0 0,1 1 0 0 0,-1 0 0 0 0,1 0 0 0 0,-1 1 0 0 0,1 1 0 0 0,-12 7-1 0 0,11-3-2497 0 0,7-4-99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1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491 377 27710 0 0,'13'61'-584'0'0,"2"-1"0"0"0,3-1 1 0 0,51 114-1 0 0,-51-130 479 0 0,28 44 0 0 0,-38-74-13 0 0,0-1-1 0 0,1 1 0 0 0,0-2 1 0 0,1 0-1 0 0,0 0 0 0 0,1 0 1 0 0,19 14-1 0 0,-27-23 102 0 0,0-1 1 0 0,-1 1 0 0 0,1 0-1 0 0,0-1 1 0 0,0 0-1 0 0,0 0 1 0 0,0 0 0 0 0,0 0-1 0 0,0 0 1 0 0,0 0-1 0 0,0-1 1 0 0,0 1 0 0 0,0-1-1 0 0,0 0 1 0 0,0 0-1 0 0,1 0 1 0 0,-1-1 0 0 0,0 1-1 0 0,5-2 1 0 0,-4 0 17 0 0,1 0 1 0 0,-1 0-1 0 0,0 0 1 0 0,0-1-1 0 0,1 0 1 0 0,-2 1-1 0 0,1-2 1 0 0,0 1-1 0 0,0 0 1 0 0,-1-1-1 0 0,4-5 1 0 0,4-7 7 0 0,0-1-1 0 0,-1 0 1 0 0,-1 0 0 0 0,-1-1 0 0 0,7-21-1 0 0,-9 22-37 0 0,-1-1 0 0 0,0 0 0 0 0,-2 0 0 0 0,0-1-1 0 0,0 1 1 0 0,-2-1 0 0 0,-1 0 0 0 0,0 1 0 0 0,-5-33-1 0 0,0 27 32 0 0,0 0-1 0 0,-2 1 0 0 0,-1 0 1 0 0,-1 0-1 0 0,-1 1 0 0 0,-25-43 1 0 0,13 32-132 0 0,-1 1 0 0 0,-1 1 0 0 0,-2 0 0 0 0,-2 2 0 0 0,0 2 0 0 0,-2 0 1 0 0,-1 2-1 0 0,-1 1 0 0 0,0 2 0 0 0,-2 1 0 0 0,-1 1 0 0 0,-65-26 0 0 0,83 40-485 0 0,0 0-1 0 0,-1 2 0 0 0,1 0 1 0 0,-1 0-1 0 0,0 2 0 0 0,0 0 1 0 0,0 1-1 0 0,0 1 0 0 0,-18 2 1 0 0,15 1-666 0 0,1 1 0 0 0,1 1 0 0 0,-1 0 0 0 0,1 2 0 0 0,0 0 1 0 0,0 1-1 0 0,-31 19 0 0 0,-10 10-3023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1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98 543 24397 0 0,'-3'0'585'0'0,"-2"0"-433"0"0,0 0 0 0 0,0 1 0 0 0,0 0 0 0 0,0 0 0 0 0,0 0 0 0 0,0 0 0 0 0,-4 3 0 0 0,7-4-225 0 0,1 1 0 0 0,0 0-1 0 0,0 0 1 0 0,0 0 0 0 0,0 0 0 0 0,0 0 0 0 0,1 0 0 0 0,-1 0 0 0 0,0 0 0 0 0,0 0 0 0 0,1 0 0 0 0,-1 1 0 0 0,0-1 0 0 0,1 0 0 0 0,-1 0 0 0 0,1 1 0 0 0,0-1 0 0 0,-1 0 0 0 0,1 0 0 0 0,0 1 0 0 0,0-1 0 0 0,0 1 0 0 0,0-1-1 0 0,0 0 1 0 0,0 1 0 0 0,0-1 0 0 0,0 0 0 0 0,1 1 0 0 0,-1-1 0 0 0,1 2 0 0 0,2 10 82 0 0,0-1 0 0 0,-1 1 0 0 0,0 0-1 0 0,-1-1 1 0 0,-1 1 0 0 0,0 0 0 0 0,-1 0 0 0 0,0 0-1 0 0,-1-1 1 0 0,0 1 0 0 0,-1-1 0 0 0,-1 1 0 0 0,0-1 0 0 0,0 0-1 0 0,-1 0 1 0 0,-1-1 0 0 0,-9 16 0 0 0,13-24-887 0 0,5-7 243 0 0,12-18-121 0 0,20-35-163 0 0,9-35-47 0 0,-10 21 828 0 0,70-112 0 0 0,-99 176 130 0 0,13-19 39 0 0,-1 0 1 0 0,-1-1-1 0 0,15-33 1 0 0,-28 50 20 0 0,1 1 1 0 0,-1-1-1 0 0,-1 0 0 0 0,0 0 1 0 0,0 0-1 0 0,-1 0 0 0 0,0 0 0 0 0,-1 0 1 0 0,0 0-1 0 0,-1-1 0 0 0,0 1 1 0 0,0 0-1 0 0,-6-18 0 0 0,-16-29 341 0 0,21 54-360 0 0,1 0 0 0 0,-1 0 0 0 0,0 0 0 0 0,1 0 0 0 0,-1 0 0 0 0,-1 1 0 0 0,1-1 0 0 0,0 1 0 0 0,-1-1 0 0 0,1 1 0 0 0,-1 0 0 0 0,0 0 0 0 0,0 0 0 0 0,0 1 0 0 0,-4-3 0 0 0,5 4-46 0 0,1 0 0 0 0,0 0 0 0 0,0 0 0 0 0,0 0 0 0 0,0 1 0 0 0,0-1 1 0 0,0 1-1 0 0,0-1 0 0 0,0 0 0 0 0,0 1 0 0 0,0 0 0 0 0,0-1 0 0 0,1 1 1 0 0,-1-1-1 0 0,0 1 0 0 0,0 0 0 0 0,0 0 0 0 0,1-1 0 0 0,-1 1 0 0 0,0 0 1 0 0,1 0-1 0 0,-1 0 0 0 0,1 0 0 0 0,-1 0 0 0 0,1 0 0 0 0,-1 0 0 0 0,1 0 1 0 0,0 0-1 0 0,-1 2 0 0 0,-9 33-795 0 0,8-17-593 0 0,0 0 0 0 0,1 37-1 0 0,2-46 16 0 0,0 1-1 0 0,0 0 1 0 0,2-1-1 0 0,-1 1 1 0 0,1-1-1 0 0,7 18 0 0 0,6 0-3438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1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195 451 23189 0 0,'-3'6'165'0'0,"-1"0"1"0"0,1 1-1 0 0,0-1 0 0 0,1 1 1 0 0,-1 0-1 0 0,1 0 0 0 0,1 0 0 0 0,-1 0 1 0 0,1 0-1 0 0,0 0 0 0 0,1 12 1 0 0,0 9-782 0 0,8 46 1 0 0,-4-46 914 0 0,5 64-345 0 0,-7-49-4 0 0,3 0-1 0 0,1-1 1 0 0,22 77-1 0 0,-27-115 12 0 0,1 1 0 0 0,-1-1 0 0 0,1 0 0 0 0,0 1 0 0 0,1-1 0 0 0,-1 0 0 0 0,1 0 0 0 0,0-1 0 0 0,0 1 0 0 0,0 0 0 0 0,0-1 0 0 0,1 0 0 0 0,-1 0 0 0 0,1 0 0 0 0,0 0 0 0 0,0 0 0 0 0,0-1 0 0 0,0 0 0 0 0,0 0 0 0 0,1 0 0 0 0,-1 0 0 0 0,8 1 0 0 0,-5-2 15 0 0,-1 0-1 0 0,1-1 1 0 0,0 0 0 0 0,0 0-1 0 0,0-1 1 0 0,-1 0-1 0 0,1 0 1 0 0,0 0 0 0 0,-1-1-1 0 0,1 0 1 0 0,-1-1 0 0 0,0 1-1 0 0,0-1 1 0 0,0 0 0 0 0,7-5-1 0 0,4-4-17 0 0,-2 0-1 0 0,1-1 0 0 0,-1-1 1 0 0,-1 0-1 0 0,-1-1 0 0 0,0 0 1 0 0,-1-1-1 0 0,0-1 0 0 0,10-20 1 0 0,-9 14 8 0 0,-1-2 1 0 0,-1 1-1 0 0,-2-1 0 0 0,0-1 1 0 0,-2 0-1 0 0,6-36 1 0 0,-10 35-23 0 0,-3 0 1 0 0,0-1-1 0 0,-1 1 0 0 0,-2 0 1 0 0,-1 0-1 0 0,-1 1 1 0 0,-1-1-1 0 0,-1 1 0 0 0,-2 0 1 0 0,0 1-1 0 0,-2 0 1 0 0,-1 1-1 0 0,0 0 0 0 0,-2 0 1 0 0,-24-30-1 0 0,24 38-87 0 0,0 1-1 0 0,0 1 1 0 0,-2 1-1 0 0,0 0 0 0 0,0 1 1 0 0,-1 0-1 0 0,0 1 1 0 0,-36-15-1 0 0,-7 1-3706 0 0,-92-23 0 0 0,70 24-2126 0 0,36 9 1277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2.1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602 193 25733 0 0,'0'0'-15'0'0,"-1"-1"-1"0"0,1 1 0 0 0,-1 0 1 0 0,1-1-1 0 0,-1 1 0 0 0,1 0 1 0 0,-1-1-1 0 0,1 1 0 0 0,-1 0 0 0 0,1 0 1 0 0,-1 0-1 0 0,1-1 0 0 0,-1 1 1 0 0,0 0-1 0 0,1 0 0 0 0,-1 0 0 0 0,1 0 1 0 0,-1 0-1 0 0,1 0 0 0 0,-1 0 1 0 0,0 0-1 0 0,1 0 0 0 0,-1 0 1 0 0,1 0-1 0 0,-1 1 0 0 0,1-1 0 0 0,-1 0 1 0 0,1 0-1 0 0,-1 0 0 0 0,1 1 1 0 0,-1-1-1 0 0,1 0 0 0 0,-1 1 0 0 0,1-1 1 0 0,-1 0-1 0 0,1 1 0 0 0,-1-1 1 0 0,1 1-1 0 0,0-1 0 0 0,-1 1 1 0 0,1-1-1 0 0,0 0 0 0 0,-1 1 0 0 0,1 0 1 0 0,0-1-1 0 0,0 1 0 0 0,0-1 1 0 0,-1 1-1 0 0,1-1 0 0 0,0 1 0 0 0,0-1 1 0 0,0 1-1 0 0,0 0 0 0 0,0-1 1 0 0,0 1-1 0 0,0-1 0 0 0,0 1 1 0 0,0-1-1 0 0,0 1 0 0 0,0 0 0 0 0,1-1 1 0 0,-1 1-1 0 0,0 0 0 0 0,14 44-624 0 0,-11-38 704 0 0,20 59-140 0 0,-10-25-91 0 0,30 62 0 0 0,-38-92 148 0 0,1 0 0 0 0,1 0 0 0 0,0 0 0 0 0,0-1 0 0 0,1 0 0 0 0,1-1 0 0 0,0 0 0 0 0,0 0 0 0 0,0-1 0 0 0,11 7 0 0 0,-17-12 25 0 0,0-1 1 0 0,0 0-1 0 0,0-1 0 0 0,1 1 1 0 0,-1 0-1 0 0,0-1 0 0 0,1 0 1 0 0,-1 1-1 0 0,1-1 0 0 0,-1-1 1 0 0,1 1-1 0 0,-1 0 0 0 0,1-1 1 0 0,0 0-1 0 0,-1 0 0 0 0,1 0 1 0 0,0 0-1 0 0,-1-1 0 0 0,1 1 1 0 0,-1-1-1 0 0,1 0 0 0 0,-1 0 1 0 0,1 0-1 0 0,-1-1 0 0 0,0 1 0 0 0,1-1 1 0 0,-1 0-1 0 0,0 0 0 0 0,0 0 1 0 0,0 0-1 0 0,0 0 0 0 0,-1-1 1 0 0,1 1-1 0 0,-1-1 0 0 0,5-4 1 0 0,-2-1 2 0 0,0 0 0 0 0,0-1 0 0 0,0 1 0 0 0,-1-1 0 0 0,0 0 0 0 0,-1 0 0 0 0,0 0 0 0 0,0 0 0 0 0,-1 0 0 0 0,0-1 0 0 0,-1 1 0 0 0,1-16 0 0 0,-3 14-193 0 0,1-1-1 0 0,-2 0 0 0 0,1 1 0 0 0,-2 0 1 0 0,1-1-1 0 0,-2 1 0 0 0,1 0 0 0 0,-2 0 1 0 0,1 1-1 0 0,-12-19 0 0 0,7 15-91 0 0,-2 0-1 0 0,0 0 1 0 0,0 1-1 0 0,-1 1 1 0 0,0 0-1 0 0,-24-17 1 0 0,4 8-307 0 0,-2 0 1 0 0,0 3 0 0 0,-1 0-1 0 0,-1 2 1 0 0,-65-18 0 0 0,33 16-1819 0 0,-1 4 0 0 0,-1 2 0 0 0,0 4 0 0 0,-105 1 0 0 0,105 6-1027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2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8 666 22677 0 0,'0'1'-2'0'0,"-1"-1"-1"0"0,1 0 1 0 0,-1 1 0 0 0,1-1 0 0 0,-1 0-1 0 0,1 1 1 0 0,-1-1 0 0 0,1 0 0 0 0,0 1-1 0 0,-1-1 1 0 0,1 1 0 0 0,-1-1-1 0 0,1 1 1 0 0,0-1 0 0 0,0 1 0 0 0,-1-1-1 0 0,1 1 1 0 0,0-1 0 0 0,0 1 0 0 0,0 0-1 0 0,0-1 1 0 0,-1 1 0 0 0,1-1 0 0 0,0 1-1 0 0,0-1 1 0 0,0 1 0 0 0,0 0 0 0 0,0-1-1 0 0,0 1 1 0 0,1-1 0 0 0,-1 1 0 0 0,0-1-1 0 0,0 1 1 0 0,0 0 0 0 0,0-1 0 0 0,1 1-1 0 0,-1-1 1 0 0,0 1 0 0 0,1 0 0 0 0,9 27-468 0 0,-10-26 492 0 0,178 357-99 0 0,-157-320 78 0 0,-15-27-92 0 0,0-1 0 0 0,1 0-1 0 0,1 0 1 0 0,0 0-1 0 0,0-1 1 0 0,1 0-1 0 0,12 10 1 0 0,-17-17 56 0 0,0 0 1 0 0,0 0-1 0 0,0-1 0 0 0,0 0 1 0 0,0 0-1 0 0,0 0 0 0 0,1 0 1 0 0,-1-1-1 0 0,1 1 0 0 0,-1-1 1 0 0,1 0-1 0 0,-1-1 0 0 0,1 1 1 0 0,0-1-1 0 0,-1 0 1 0 0,1 0-1 0 0,0 0 0 0 0,-1-1 1 0 0,1 1-1 0 0,-1-1 0 0 0,1 0 1 0 0,0-1-1 0 0,7-2 0 0 0,0-2-135 0 0,-1 0-1 0 0,0-1 1 0 0,0 0-1 0 0,0 0 1 0 0,-1-1-1 0 0,11-11 0 0 0,55-62-1377 0 0,-21 20 462 0 0,23-17 248 0 0,-4-4 1 0 0,-3-2 0 0 0,93-147 0 0 0,-138 186 862 0 0,-1-1 1 0 0,-3-2 0 0 0,-1 0-1 0 0,16-61 1 0 0,-35 101-14 0 0,0 0 0 0 0,0-1 0 0 0,-1 1 0 0 0,0 0 0 0 0,0-1 0 0 0,-1 1 0 0 0,0 0 0 0 0,-1-1 0 0 0,0 1 0 0 0,0 0 0 0 0,0 0-1 0 0,-1 0 1 0 0,-1 0 0 0 0,1 0 0 0 0,-1 0 0 0 0,-1 0 0 0 0,1 1 0 0 0,-1-1 0 0 0,-1 1 0 0 0,1 0 0 0 0,-1 0 0 0 0,-1 1 0 0 0,1 0 0 0 0,-1 0 0 0 0,0 0 0 0 0,0 0 0 0 0,-1 1 0 0 0,1 0 0 0 0,-1 0 0 0 0,0 1 0 0 0,-1 0 0 0 0,1 0 0 0 0,-1 1 0 0 0,0 0 0 0 0,0 0 0 0 0,0 1 0 0 0,0 0 0 0 0,-12-2 0 0 0,-5 2-214 0 0,0 0 1 0 0,0 1-1 0 0,0 2 1 0 0,-1 1-1 0 0,1 0 1 0 0,1 2-1 0 0,-1 1 1 0 0,-40 13 0 0 0,9 2-2218 0 0,2 3 1 0 0,-81 45 0 0 0,89-42-1112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2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1 149 22149 0 0,'100'37'-1659'0'0,"149"76"0"0"0,-29-10 1087 0 0,-190-90 539 0 0,34 14 228 0 0,1-3 0 0 0,80 20 0 0 0,-124-39-112 0 0,0-2 0 0 0,0 0 1 0 0,0-1-1 0 0,0-1 0 0 0,1-1 1 0 0,-1-1-1 0 0,0 0 0 0 0,0-2 1 0 0,0-1-1 0 0,0 0 1 0 0,29-11-1 0 0,-36 10-69 0 0,0-1 1 0 0,-1 0-1 0 0,0 0 0 0 0,0-1 0 0 0,-1-1 1 0 0,0 0-1 0 0,12-11 0 0 0,-21 16-19 0 0,0 0 0 0 0,-1 0 0 0 0,1 0 0 0 0,0 0 0 0 0,-1-1 0 0 0,0 1 0 0 0,0-1 0 0 0,0 0-1 0 0,0 1 1 0 0,-1-1 0 0 0,1 0 0 0 0,-1 0 0 0 0,0 0 0 0 0,0 0 0 0 0,-1 0 0 0 0,1 0 0 0 0,-1-1 0 0 0,0 1-1 0 0,0 0 1 0 0,0 0 0 0 0,0 0 0 0 0,-1 0 0 0 0,0 0 0 0 0,0 0 0 0 0,0 0 0 0 0,0 0 0 0 0,0 0-1 0 0,-1 0 1 0 0,-2-4 0 0 0,-5-8-27 0 0,0 0 1 0 0,-2 1-1 0 0,1 0 0 0 0,-2 0 1 0 0,0 2-1 0 0,-1-1 0 0 0,0 1 0 0 0,-1 1 1 0 0,0 1-1 0 0,-1 0 0 0 0,0 0 0 0 0,-1 2 1 0 0,-31-15-1 0 0,0 4-289 0 0,-1 2 1 0 0,-1 2-1 0 0,-88-16 0 0 0,54 19-2391 0 0,-161-6 0 0 0,24 21-4036 0 0,134 0 2427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9T11:26:19.9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479 9364 160 0 0,'0'0'0'0'0,"-2"0"376"0"0,-3 0-205 0 0,-1 1 30 0 0,-1-1-11 0 0,1 1-82 0 0,-1-1 50 0 0,2 1-27 0 0,0 1 34 0 0,0-1 19 0 0,1 1 6 0 0,-1 0-9 0 0,0 0 33 0 0,0 0-1 0 0,0 1 48 0 0,1 0 26 0 0,-2 0 14 0 0,1 1 57 0 0,0-1-42 0 0,0 1 35 0 0,-1 0-10 0 0,1-1-6 0 0,0 0 77 0 0,0-1-23 0 0,1-1 30 0 0,0 0-6 0 0,0-2-90 0 0,1 1-20 0 0,1-1-75 0 0,0 0-60 0 0,0-2-17 0 0,1 0-31 0 0,0-1-6 0 0,0-1-47 0 0,1 1 12 0 0,0-2-35 0 0,0 1-30 0 0,0 0 26 0 0,0-1-10 0 0,0 0-8 0 0,-1 0 32 0 0,1 1-38 0 0,-1-2 3 0 0,1 1 54 0 0,0-1-26 0 0,1-1 19 0 0,-1 0 6 0 0,1 0 8 0 0,0-1 36 0 0,0 0 38 0 0,0-1 19 0 0,1 1 46 0 0,0-1-47 0 0,0-1 45 0 0,1 1 15 0 0,0-1-32 0 0,1 0 31 0 0,1-1-47 0 0,0-1-15 0 0,1 0-6 0 0,1-1-30 0 0,1 0-2 0 0,0-1-11 0 0,2 1 1 0 0,0-1-10 0 0,0 0 21 0 0,1-1-16 0 0,1 0 43 0 0,0 0-31 0 0,1 0 48 0 0,1-1-13 0 0,0 1-42 0 0,2-1 23 0 0,-1 1-84 0 0,2 0 51 0 0,-1 0-1 0 0,1-2 0 0 0,-1 1 58 0 0,1-2-63 0 0,1 0 69 0 0,0-1-40 0 0,0-1-43 0 0,1 0 13 0 0,1-2-45 0 0,0 0 57 0 0,2-1-10 0 0,1-1 42 0 0,1-1-46 0 0,0-1 15 0 0,1-1-5 0 0,1-1-28 0 0,1-1 74 0 0,1-3-33 0 0,1-1-25 0 0,0-1 28 0 0,0-2-85 0 0,1 0 70 0 0,0 0-14 0 0,-1-1-34 0 0,1 1 50 0 0,1-1-91 0 0,-1 0 92 0 0,2 0-58 0 0,-1 0 28 0 0,-1 0-73 0 0,0 0 20 0 0,0 1 29 0 0,0 1-12 0 0,0 0 63 0 0,0 0-64 0 0,1 1 40 0 0,0-1-21 0 0,0 1-4 0 0,-1 0 11 0 0,0 0-32 0 0,0 1 27 0 0,-1 0 10 0 0,2-1-30 0 0,-1-1 56 0 0,1-1-72 0 0,1-2 22 0 0,1 0-27 0 0,0-2-32 0 0,1 0 102 0 0,0-1-70 0 0,2-1 34 0 0,-1 0 20 0 0,1-1-101 0 0,0 0 13 0 0,0-1 85 0 0,0 0-48 0 0,0 0 37 0 0,0 0 49 0 0,-1 1-117 0 0,1-1 56 0 0,-2 0-57 0 0,0 1 32 0 0,1 0-38 0 0,-1 1 10 0 0,1 0 24 0 0,-2 1-36 0 0,0-1 68 0 0,-1-1-67 0 0,-1 0 31 0 0,-1 0-28 0 0,-1 1-40 0 0,-1-1 76 0 0,0 1-72 0 0,-1 0 60 0 0,0 0 20 0 0,0-1-70 0 0,-1 0 88 0 0,0-1-36 0 0,1-1 2 0 0,0 0 76 0 0,1-2-60 0 0,0-1 12 0 0,0-1 16 0 0,2-1-26 0 0,0-1-10 0 0,2-1 22 0 0,1-1-18 0 0,2-1-14 0 0,1 0 5 0 0,0 1-3 0 0,1 0 0 0 0,1 1 9 0 0,0 1-21 0 0,0 1 26 0 0,1 1-102 0 0,0 2 132 0 0,-1 0-52 0 0,-2 2 8 0 0,-1 1 76 0 0,-2 1-126 0 0,-2-1 78 0 0,-1 2-16 0 0,-1 0-6 0 0,-1 0 3 0 0,-1 0-1 0 0,-1 0 9 0 0,0 1-11 0 0,-1-2 12 0 0,-1 0-12 0 0,1-1-6 0 0,-1 0 48 0 0,1-1 41 0 0,1 0-28 0 0,0-2-14 0 0,1-1-13 0 0,1-1-93 0 0,1-1 5 0 0,2-2 21 0 0,1 0-48 0 0,1-1 89 0 0,2-1-46 0 0,0 1 45 0 0,2 0-11 0 0,-1 0-14 0 0,2 2 13 0 0,0 1 6 0 0,0 0-12 0 0,0 1 14 0 0,-1 3-23 0 0,-2 0-3 0 0,-1 3 0 0 0,-2 2-1 0 0,0 1 0 0 0,-2 0 47 0 0,1 2-60 0 0,-1 2 29 0 0,0 0-56 0 0,1 1 108 0 0,-1 1-62 0 0,0 1 78 0 0,0 0 18 0 0,0 1-97 0 0,1 0 60 0 0,0 1-58 0 0,0-1-4 0 0,1 0 9 0 0,1 0-15 0 0,0-1 4 0 0,1 0 27 0 0,0-1-45 0 0,1-1 33 0 0,2 0-1 0 0,0-2-38 0 0,3-1 50 0 0,1-1-35 0 0,2-1 38 0 0,1 0-10 0 0,1 0-33 0 0,0 1 20 0 0,1 0-9 0 0,-1 1-26 0 0,1 0 46 0 0,-1 1-53 0 0,0 1 119 0 0,0 1 3 0 0,-1 1-6 0 0,-1 2 55 0 0,0 0-136 0 0,0 2 32 0 0,-1 0-5 0 0,-1 1-14 0 0,1 0 14 0 0,-2 2 5 0 0,0 0-20 0 0,-1 1 6 0 0,0 0-11 0 0,0 1-7 0 0,-1 1 20 0 0,-1 0 3 0 0,0 0-1 0 0,-1 0 2 0 0,0 0-28 0 0,-2-2-1 0 0,0-1 17 0 0,0 0-16 0 0,0-1 24 0 0,0-1-16 0 0,0 0 15 0 0,0-1 23 0 0,1 0-43 0 0,0 0 24 0 0,0-1-46 0 0,-2-1 22 0 0,0 1 10 0 0,-1 0-13 0 0,0 1-4 0 0,-1 1 11 0 0,-1 1 51 0 0,-1 1 24 0 0,0 2 6 0 0,-2 1 21 0 0,-1 2-78 0 0,-2 0 5 0 0,-1 2 13 0 0,-1 0-54 0 0,-1 2 44 0 0,-1-1-15 0 0,0 1-24 0 0,-1 1 54 0 0,1-1-54 0 0,0 1 8 0 0,0-2-2 0 0,1 1-2 0 0,0-1 0 0 0,-1 0 37 0 0,1 0-38 0 0,0 0 3 0 0,0-2 0 0 0,0 0-2 0 0,0 0 18 0 0,1-2 5 0 0,1-1 0 0 0,0-1 10 0 0,1-1-12 0 0,0 0 23 0 0,0 1-16 0 0,-1 0-13 0 0,-2 2 4 0 0,0 1-41 0 0,-2 1 58 0 0,-2 2-28 0 0,0 1 47 0 0,-2 1-3 0 0,0 1-35 0 0,-3 1 31 0 0,-1 0-10 0 0,-1 2-26 0 0,-3 1 45 0 0,-1 1 4 0 0,-1 1-46 0 0,0 0 53 0 0,0 2-64 0 0,-1 0 9 0 0,1 0-41 0 0,1 0 38 0 0,0 0-33 0 0,1-1 0 0 0,1-1 29 0 0,0-1-66 0 0,1-1 76 0 0,0 0-43 0 0,2-1 14 0 0,0 0 127 0 0,1 0-74 0 0,0-1 48 0 0,1 0-29 0 0,1 0-86 0 0,-1-1 43 0 0,1 0 19 0 0,0 0-46 0 0,-1 1 45 0 0,0 1-42 0 0,-2 2-7 0 0,-1 1 20 0 0,-1 1 11 0 0,-1 2 7 0 0,-2 1-28 0 0,-1 1 55 0 0,-2 1-35 0 0,-1 1 49 0 0,-1 1 33 0 0,0 1-26 0 0,-1 0-26 0 0,-1 1 18 0 0,0 0-27 0 0,0 0 35 0 0,0 0-39 0 0,0 0-7 0 0,0-1-7 0 0,0 1-20 0 0,-1-1 5 0 0,1 0 44 0 0,0 1-14 0 0,0-1-58 0 0,0 0 37 0 0,0 1-43 0 0,1-1 39 0 0,-1 1-31 0 0,0-1 29 0 0,1 1-9 0 0,-1-1-6 0 0,1 1 11 0 0,-1-1 25 0 0,1 0-16 0 0,-1 1 15 0 0,0-1-3 0 0,0 0-36 0 0,-1 1 19 0 0,1-1-7 0 0,0 1-18 0 0,0 1 6 0 0,0-1 6 0 0,0 1-11 0 0,0-1 68 0 0,-1 1-47 0 0,0 0-2 0 0,-1-1 11 0 0,0 1-24 0 0,-1-1 44 0 0,1 1-69 0 0,-1-1 49 0 0,1 0-16 0 0,0 1-15 0 0,1-1 43 0 0,-1-1-32 0 0,1 0-8 0 0,0 0 40 0 0,0 0-22 0 0,0 0-12 0 0,0-1 14 0 0,0 1-52 0 0,1 0 90 0 0,-1 0-85 0 0,1 0 64 0 0,0 0 10 0 0,-1 0-40 0 0,1 1 14 0 0,-1 0-5 0 0,1 0 0 0 0,0 0-37 0 0,-1 1 38 0 0,0-1-22 0 0,0 1 6 0 0,0-1 18 0 0,0 1 13 0 0,1 0-22 0 0,-1 0 28 0 0,0 0-65 0 0,1 0 28 0 0,0 0 18 0 0,0 0-26 0 0,0 0 94 0 0,0 0-92 0 0,1 0 11 0 0,-1 1 34 0 0,1-1-60 0 0,0 0 47 0 0,0 0-6 0 0,-1 0-17 0 0,1 1 26 0 0,-1-1-18 0 0,1 1-23 0 0,-1-1 54 0 0,0 1-74 0 0,-1 1 32 0 0,1 0-1 0 0,-1 1-10 0 0,-1 1 12 0 0,1 0-12 0 0,-1 1 12 0 0,-1 1-13 0 0,-1 0 33 0 0,-1 1-38 0 0,0 1 21 0 0,-2 0 12 0 0,0 1-22 0 0,-1 0 26 0 0,0 2-7 0 0,0 0 2 0 0,-2 1 18 0 0,0 1-23 0 0,0 2 8 0 0,-1 1-22 0 0,0 1-4 0 0,0 1-46 0 0,0 1 40 0 0,-1 0-43 0 0,0 1-7 0 0,0 0 123 0 0,1 2-84 0 0,-1 0 49 0 0,0 1 7 0 0,1 0-21 0 0,-1 0 26 0 0,1 0-26 0 0,-1 1 8 0 0,1-1-3 0 0,0-1 0 0 0,-1 1 46 0 0,1-1-59 0 0,-1 1 20 0 0,-1-1 2 0 0,0 1-21 0 0,-1-1 44 0 0,-1 1-13 0 0,0 0-5 0 0,0 1-34 0 0,-1-1 28 0 0,0 1 8 0 0,1-1-21 0 0,-1-1 36 0 0,0 0-21 0 0,0-2 8 0 0,-1 1-12 0 0,0-1-6 0 0,0-1 20 0 0,-1 1 3 0 0,-1-1-28 0 0,0 1 27 0 0,-2 0-18 0 0,1 1-32 0 0,-1 0 84 0 0,-1 0-54 0 0,0 1 27 0 0,0-1 13 0 0,-1 1-33 0 0,1 0 20 0 0,-1-1-34 0 0,0 0-66 0 0,0-1 8 0 0,0 0-7 0 0,0 0 16 0 0,0-1 80 0 0,1 0 6 0 0,0 0-43 0 0,0 1 18 0 0,1-1-7 0 0,0 1 0 0 0,-1-1 0 0 0,1 0 28 0 0,0 0-8 0 0,0 0 4 0 0,0 0 18 0 0,-1 0-32 0 0,1 0 10 0 0,0 0 33 0 0,0-1-66 0 0,-1 1 68 0 0,-1 1-31 0 0,1 0 0 0 0,-1 0 20 0 0,0 1-26 0 0,1 2 18 0 0,-1 0 4 0 0,0 1-38 0 0,1 1 39 0 0,-2 1-41 0 0,1-1-7 0 0,-2 1 58 0 0,1 0-19 0 0,-1-1-39 0 0,1 1 42 0 0,-1-1-43 0 0,1 0 49 0 0,0-1-23 0 0,0 0-2 0 0,1 0-8 0 0,-1 0 10 0 0,0-1-22 0 0,0 0 54 0 0,-1 0-17 0 0,-1 0-40 0 0,1-1 33 0 0,0 0-162 0 0,0 0 82 0 0,0 0-3 0 0,0-1-12 0 0,1 0 146 0 0,-1 0-106 0 0,0 1 66 0 0,0 1-8 0 0,-1 0-91 0 0,1 0 120 0 0,-1 1-76 0 0,-1 0 4 0 0,1 0 38 0 0,-1 0-32 0 0,0 1-8 0 0,-1 0 59 0 0,1 1-47 0 0,0 0 7 0 0,0 0 45 0 0,0 2-24 0 0,-1 0 18 0 0,1 1-3 0 0,-1 0-18 0 0,-1 1 6 0 0,1-1-31 0 0,0 1 55 0 0,1-1-27 0 0,0 0-10 0 0,0 1 33 0 0,1 0-48 0 0,0 0 42 0 0,-1 1-22 0 0,1 1 6 0 0,-2 0 55 0 0,1 2-35 0 0,0-1-89 0 0,0 0 102 0 0,0 1-121 0 0,0-1 63 0 0,1-1 73 0 0,1-1-97 0 0,0 0 82 0 0,0-1-53 0 0,1-1 34 0 0,0-1-1 0 0,0-1 1 0 0,1-1-18 0 0,0-1 15 0 0,0-1 14 0 0,0-1-42 0 0,0 0 13 0 0,-1 0 4 0 0,0 0-11 0 0,-1-1 3 0 0,0 1 27 0 0,-1 0 11 0 0,1-1-21 0 0,0 0 56 0 0,0 0-17 0 0,0 0 45 0 0,1-1-40 0 0,0 0 24 0 0,1-1-26 0 0,1 1-3 0 0,0 0-18 0 0,1 0-15 0 0,1 1 2 0 0,1 0-30 0 0,0 1 18 0 0,0 1 2 0 0,0 0-20 0 0,1 0-3 0 0,-1 0 47 0 0,1 0-71 0 0,0 0 33 0 0,0 0-86 0 0,-1 0 106 0 0,1 0-6 0 0,-1-1-5 0 0,0 1 16 0 0,-1 0-117 0 0,0 0 53 0 0,-1 0-40 0 0,-1 0 91 0 0,-1 0-16 0 0,-1 0 18 0 0,0-1-11 0 0,0 1 42 0 0,0-1-41 0 0,0-1-14 0 0,0-1 60 0 0,1 1-48 0 0,-1-1 26 0 0,1 0 11 0 0,1 0-4 0 0,0 0-25 0 0,0 0 46 0 0,1-1-34 0 0,1 1-18 0 0,0 0 44 0 0,1-1-25 0 0,0 0 64 0 0,1-1-44 0 0,-1 0-4 0 0,1 1-26 0 0,0-1 33 0 0,-1 1-31 0 0,0 0 10 0 0,0 1-13 0 0,0 1-6 0 0,0 0 11 0 0,0 1-23 0 0,0 1 35 0 0,0 1-21 0 0,-1 0-20 0 0,-1 2 52 0 0,-1 0-44 0 0,0 0-164 0 0,0 1 216 0 0,-1 1-93 0 0,-1-1 11 0 0,1 1 171 0 0,0 0-145 0 0,0 1 24 0 0,-1 0 22 0 0,1 0-40 0 0,0 0-26 0 0,-1 0 26 0 0,1-1 18 0 0,1 0 59 0 0,0-1-52 0 0,0 0 77 0 0,2 0-97 0 0,1 0 2 0 0,-1 0 43 0 0,1 1-82 0 0,0 0 91 0 0,0 1-38 0 0,0 0-15 0 0,1 0 62 0 0,0 0-67 0 0,0 0 50 0 0,1 1-43 0 0,-1 1-26 0 0,0 0 54 0 0,-1 1-65 0 0,0 1 38 0 0,-2 1 26 0 0,0 1-186 0 0,-2 1 243 0 0,0 1-125 0 0,-1 0 77 0 0,0 1-8 0 0,0 1-44 0 0,-1 2-23 0 0,0-1 23 0 0,0 1 74 0 0,-1 0-106 0 0,0-1 120 0 0,0-1-55 0 0,1 0 55 0 0,0 0-22 0 0,0-1-2 0 0,2 0-64 0 0,0 0-104 0 0,0-2 53 0 0,1-1 3 0 0,0-1 24 0 0,0 0 52 0 0,0-1-21 0 0,0 0-37 0 0,0 0 50 0 0,-1 0-17 0 0,1 1 5 0 0,0 0-19 0 0,-1 1 71 0 0,0 0-49 0 0,-1 1-20 0 0,-1 1 25 0 0,-1 1-48 0 0,0 1-6 0 0,0 1 113 0 0,0 1-82 0 0,-1 0 2 0 0,-1 1 38 0 0,0 1-70 0 0,-1 0 58 0 0,0 1 1 0 0,-1 1 27 0 0,0-1-5 0 0,2 0-24 0 0,0-1 27 0 0,1-2-19 0 0,1-1-4 0 0,0-2 1 0 0,1-1 8 0 0,0-2 7 0 0,0-1 27 0 0,1-1-35 0 0,1-2-16 0 0,0-1-24 0 0,0-1 4 0 0,0-1 15 0 0,0 0-6 0 0,0 0-16 0 0,0 1-31 0 0,-1 0 82 0 0,-1 0-46 0 0,0 1-2 0 0,-1 0 40 0 0,0 1-50 0 0,0 1 62 0 0,0 1 28 0 0,-1 1-119 0 0,0 0 104 0 0,1 2-43 0 0,-1 0-82 0 0,1 0 81 0 0,1 0 8 0 0,0-1-39 0 0,0-1 15 0 0,0 0 14 0 0,1 0-43 0 0,-1-2 50 0 0,2 0 69 0 0,0-2-103 0 0,1-1-1 0 0,1 0 17 0 0,1-2 26 0 0,1-2 77 0 0,1-2 19 0 0,1-2-56 0 0,1 0-6 0 0,1-3-74 0 0,0 0 16 0 0,1-1 9 0 0,0-1-62 0 0,1-1 94 0 0,0 0-123 0 0,1-2 75 0 0,1 0-6 0 0,0-1 19 0 0,0 0-3 0 0,1 0-71 0 0,0 0 76 0 0,1 0-7 0 0,-1 1 21 0 0,1-1 35 0 0,-1 0-74 0 0,1 1-32 0 0,0-1 101 0 0,0-1-64 0 0,0 1 4 0 0,0-1 19 0 0,1 0-64 0 0,0 0 47 0 0,1 0 22 0 0,0-1-82 0 0,2-1 101 0 0,-1 0-88 0 0,2-2 55 0 0,0 0 50 0 0,0-1-81 0 0,2-1 84 0 0,0 0-99 0 0,1-1 10 0 0,0-1 13 0 0,1 0-54 0 0,1-2 81 0 0,0 1-26 0 0,0 0 29 0 0,1 0-62 0 0,-1-1 38 0 0,0 1-14 0 0,1 0 41 0 0,-1 0-12 0 0,0 0 6 0 0,0 1 0 0 0,0-1-93 0 0,0 0 82 0 0,0 1-29 0 0,-1-1-20 0 0,1 1 102 0 0,-1 1-97 0 0,0-1 88 0 0,1 1-62 0 0,-1 1 18 0 0,0-1 51 0 0,-1 0-72 0 0,1 0 43 0 0,-1 0-70 0 0,0 0 57 0 0,1 0-20 0 0,0-1 6 0 0,-1 1 38 0 0,1-1-68 0 0,1 0 78 0 0,-1-1-33 0 0,1 0 1 0 0,1 0-17 0 0,-1-1-15 0 0,0 0 12 0 0,1 0-34 0 0,0-1 48 0 0,0 1-16 0 0,0-1-12 0 0,0 0 23 0 0,0 0-8 0 0,0 0 22 0 0,0 1-6 0 0,0-1 3 0 0,-1 1-37 0 0,1 0 10 0 0,-1-1 14 0 0,1 1-24 0 0,-1-1 45 0 0,0 0-51 0 0,0 0-21 0 0,0 1 61 0 0,-1 0-39 0 0,1-1 31 0 0,0 1-26 0 0,-1-1-2 0 0,1 0 47 0 0,0 1-5 0 0,-1-1 13 0 0,1 1-39 0 0,0-2-25 0 0,0 1 80 0 0,1 0-64 0 0,-1-1 40 0 0,1 1-11 0 0,-1-1-15 0 0,1 1-14 0 0,-1-1 21 0 0,0 1 30 0 0,0-1-121 0 0,0 0 94 0 0,0 1-13 0 0,0-1-26 0 0,0 0 86 0 0,0 1-35 0 0,0-1-43 0 0,0 0 15 0 0,0 1-8 0 0,1 0 0 0 0,-1 0 56 0 0,0 0-90 0 0,-1 0 56 0 0,1 0-64 0 0,1 0 91 0 0,-1 0 19 0 0,0 0-96 0 0,0-1 89 0 0,1 1-57 0 0,-1-1-2 0 0,1 0 94 0 0,0 1-123 0 0,-1-1 22 0 0,1 1 66 0 0,0-1-42 0 0,-1 1 34 0 0,2 0-26 0 0,-1-1-30 0 0,0 1 27 0 0,0-1 27 0 0,0 1-18 0 0,0-1 18 0 0,-1 0-61 0 0,0 1 37 0 0,1-1 53 0 0,-1 0-40 0 0,-1 1 1 0 0,2-1 31 0 0,-1 1-152 0 0,0 0 156 0 0,1 0-5 0 0,-1 0-110 0 0,1 0 58 0 0,0-1-22 0 0,-1 1-43 0 0,1 0 124 0 0,0 0-84 0 0,0 0 0 0 0,0 0 12 0 0,0 0-45 0 0,0 0 106 0 0,0-1 14 0 0,0 1-65 0 0,-1 0 25 0 0,1 0-83 0 0,-1-1 11 0 0,1 1 2 0 0,-1 0 70 0 0,1 1-38 0 0,-1-1-22 0 0,1 0 64 0 0,0 0-58 0 0,-1 1 93 0 0,1-1-27 0 0,-1 0-45 0 0,1 1-2 0 0,-1-1-22 0 0,0 1 77 0 0,1-1-98 0 0,-1 1 50 0 0,0-1-34 0 0,1 1 17 0 0,-1-1 50 0 0,0 1-23 0 0,0-1 29 0 0,0 1-44 0 0,0-1 32 0 0,1 1-11 0 0,-1-1-15 0 0,0 0 23 0 0,1 0-64 0 0,0-1 57 0 0,0 1 36 0 0,-1-1-122 0 0,1 1 134 0 0,-1-1-81 0 0,1 1-69 0 0,0 0 171 0 0,0-1-131 0 0,0 1 42 0 0,0 0 28 0 0,0-1-86 0 0,0 1 82 0 0,1-1-7 0 0,-1 0 2 0 0,0-1-15 0 0,0 1-14 0 0,1 0 2 0 0,-1 0 54 0 0,1 1-53 0 0,0-1 56 0 0,0 1-54 0 0,-1-1-2 0 0,1 1 55 0 0,-1 0-36 0 0,0-1-6 0 0,0 1 2 0 0,0 0-39 0 0,0 0 10 0 0,0 0 51 0 0,1 0-53 0 0,-1 0 56 0 0,0 0-35 0 0,1 0 10 0 0,-2 0 17 0 0,1-1-6 0 0,0 1 3 0 0,0 0 28 0 0,0 0-17 0 0,0-1-87 0 0,0 1-3 0 0,0 0 5 0 0,0 0 2 0 0,0 0 82 0 0,0 0 6 0 0,0 0-5 0 0,0-1-31 0 0,0 1 28 0 0,1 0-29 0 0,0 0 7 0 0,0 0 36 0 0,0-1-12 0 0,-1 1-68 0 0,1-1 20 0 0,-2 1-10 0 0,1-1-9 0 0,0 1-7 0 0,0 0 39 0 0,0 0-59 0 0,1 0 28 0 0,-1 0 28 0 0,1 0-113 0 0,0 0 17 0 0,0 0-65 0 0,1-1-80 0 0,1 0-94 0 0,0 0-130 0 0,1-1-124 0 0,2-1-99 0 0,1 0-211 0 0,0-2-158 0 0,3-1-301 0 0,1-3-393 0 0,2-2-299 0 0,1-4-702 0 0,3-5-832 0 0,3-4-1027 0 0,1-7-1740 0 0,-3 3 5405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9T10:41:29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4357 5931 1 0,'-38'18'162'0,"7"-14"479"0,0-4 285 0,3-9-920 16,6 3-13-16,6 3-4 0,4 1 11 0,4 0 5 0,1 1-5 0,2 1-10 15,2 0-20-15,1 3-14 0,2 0-11 0,1 3-11 0,3 1-6 0,2 3-12 16,3 2-11-16,0 4 4 0,3 0 10 0,-1 0 21 0,2-1 21 15,1-1 12-15,0 0 12 0,1-2 6 0,1-1 5 0,0 1 4 0,0-2-1 16,2 0 1-16,2-1 3 0,1 0 5 0,3-1 6 0,2 2 2 0,2 0 4 16,3 1 2-16,0-1 4 0,3 1 3 0,2-2 7 0,3 2 4 15,4 0-3-15,0 1-1 0,0 0-5 0,2 0-3 0,2 2-5 0,2 0-4 16,1 1-9-16,1-1-4 0,2-1-3 0,1 1 4 0,1 1 6 16,1 0-1-16,-1-2-1 0,0 2-3 0,-1 0-1 0,0-1-4 0,0-1 1 15,0-1-2-15,0 0-4 0,0-1 7 0,-2-2 1 0,-1-3 8 0,0-1 2 16,-1-3 4-16,-1 0 4 0,1-2 2 0,-3-2 11 0,-2 0-3 15,0-4 3-15,0-2 4 0,0-1-9 0,-1-4 0 0,0 0-3 0,1-1-5 16,-2-3-1-16,-1-1-2 0,0-1-9 0,-2 0-4 0,0 0 4 0,-1-2-1 16,-2 0 4-16,-2-2 5 0,-1-1-9 0,-1-1 2 0,-1-1-4 15,-2 1 2-15,0-2 0 0,-3 2-1 0,-2-2 0 0,-1 0-3 0,-4-2 3 16,-1-2 1-16,0 1 3 0,-5-2 1 0,0 2-2 0,-1-1 0 16,-3-4 0-16,-1-1-5 0,-2-3-6 0,-4 1 2 0,-1-2 2 0,-3-2-1 15,-2 0 8-15,-2-2-8 0,-5 0-10 0,-2-1-5 0,-3-1 2 0,-2-1-4 16,-2-2-3-16,-5 1-4 0,-2 1-13 0,-4 0 4 0,-2 1 4 15,-3 0 13-15,-2 2 5 0,-3 2 5 0,-1 1-9 0,-4 1-17 0,-2 2 8 16,-5 2-4-16,-1 1 12 0,-1 2 12 0,-2 1 2 0,0 0 4 0,-2 1-3 16,-2 0-3-16,1 4-4 0,-1 1-1 0,-1 2-4 0,-2 1 0 15,1 0-1-15,-2 3 2 0,2 1-4 0,0 2 7 0,-2 1-1 0,1 2-2 16,0 1 7-16,-1 4 2 0,-2 1 0 0,-2 3 0 0,-1 3-5 16,-2 1-1-16,-1 3-11 0,0 2 3 0,-3 3 6 0,1 3-3 0,1 2 6 15,2 2 3-15,4-2 5 0,1 2 3 0,0-1 0 0,3 2-4 0,1 1-7 16,2-2 1-16,5 2-1 0,4-1 2 0,3-1-1 0,3-2-3 15,5 2 2-15,1-1-4 0,1 2-3 0,3 0 4 0,1 4-6 0,2 2 2 16,1 1-3-16,0 2-9 0,4 2-4 0,1-3-8 0,4 2-13 0,4-1-18 16,3 2-27-16,2 1-18 0,4-1-16 0,4 2-8 0,2 0-6 15,2 0-15-15,3 1 9 0,3 1 9 0,4-3 13 0,5 3 28 0,3-2-122 16</inkml:trace>
  <inkml:trace contextRef="#ctx0" brushRef="#br0" timeOffset="783.99">8901 5852 346 0,'0'-1'156'0,"3"2"-158"0,2 2-20 0,2 2 7 15,4 3 11-15,-1 1 5 0,1 0 3 0,3-1-1 0,0 1-1 16,2 1 0-16,1 0 1 0,3 1-2 0,0 0 2 0,0-1-1 0,2 0 0 15,1-1 6-15,1 0 2 0,4-1 5 0,1-2 6 0,3 1 6 0,1-2 5 16,3 0 9-16,2 0 4 0,1-1-1 0,4 0 0 0,1 0-4 16,2-2-4-16,1 1 2 0,4 0 0 0,-1-1 2 0,0 2 5 0,2-2 4 15,-2 1 8-15,2-1 6 0,1-1 1 0,1 0 4 0,0 0-4 16,0-1-2-16,2 1 6 0,0-1 2 0,2-1 3 0,1 0 0 0,1-1-1 16,2 0-5-16,1 0-2 0,2-1-11 0,1-2-3 0,2-1-1 0,0-1-3 15,3-2 0-15,1 1-4 0,0-1-6 0,2-1-10 0,-1 0-6 16,0-1-9-16,-2 1 2 0,0 1-1 0,-1-1 1 0,0 1-1 0,-2 0 0 15,-1 0-6-15,-1 1 9 0,-2 0-1 0,-1 2 5 0,-1-1-3 0,-2-1-6 16,-2 2 1-16,-3-1-6 0,-1 3 1 0,-1 0-1 0,-2 1-5 16,-2 1 4-16,-2 1-2 0,1 1 2 0,-3 0-2 0,-1 1-1 0,0 1-4 15,-3-1-3-15,-1 1 1 0,-2-1-3 0,-2 0-8 0,-2 0-10 0,-1 0-17 16,-1-1-34-16,-3 0-61 0,-2-3-97 0,-1-1-121 0,0-2-66 16,-1-4 16-16,0-2 69 0,2-7 44 0</inkml:trace>
  <inkml:trace contextRef="#ctx0" brushRef="#br0" timeOffset="1083.99">19716 5106 2657 0,'0'-2'-154'0,"2"4"-264"0,5 4-138 0,5 7 53 15,6 3 141-15,4 2 120 0,-2-2 85 0,1 1-76 0</inkml:trace>
  <inkml:trace contextRef="#ctx0" brushRef="#br0" timeOffset="2066.8">20337 5756 1845 0,'1'-3'910'16,"1"0"-977"-16,5 2-91 0,6 2-14 0,6 2 38 0,6 0 48 16,3 0 45-16,1-1 16 0,3 0-36 0,1-1-52 0,4-1-64 0,3 1-76 15,2-2-46-15,4 0 5 0,2-2 60 0,1-1 86 0,0-1 73 16,1-1 46-16,-1-1 16 0,-3 1 9 0,0-1 3 0,-2 1 4 0,-2 0 2 16,-1-1 0-16,-2 0 2 0,1-1 5 0,-1 0 13 0,0 0 10 0,0 0 9 15,0-1 7-15,2 0-1 0,-2 2 1 0,0-3-4 0,1 1-5 0,0 1-6 16,2-1-10-16,0-1-3 0,0 0-4 0,0 0-4 0,0-2 3 15,-2 0-5-15,1-1-2 0,-1 0 0 0,-3 1-2 0,-2-2 2 0,-2 0 0 16,-3-2 0-16,-1 1 0 0,-3-3 6 0,-1-3 5 0,-2-1 11 16,-4-2 7-16,0-2 8 0,-3 0 3 0,-1-3-4 0,-5-1-1 0,0-3-8 15,-3-3 0-15,-4-2 0 0,-2 0 7 0,-2-3 1 0,-4 1 0 0,-1-3-1 16,-4 1-13-16,0 0-4 0,-4-2-13 0,-2-1-6 0,-2 0-6 16,-2 0-5-16,-4-1-3 0,-2 3-7 0,-2 0 0 0,-4-2-8 0,-2 2 0 15,-2 1-5-15,-4 0-3 0,0 2 1 0,-4 0-2 0,-4 3 16 0,-1 1 3 16,-4 3 9-16,-1 0 3 0,-2 1 2 0,-3 1 1 0,0 2-1 15,-3 2 4-15,-1 4-4 0,-3 3 1 0,-1 2 0 0,-1 3 1 0,-2 2-1 16,0 2 3-16,0 2-3 0,-1 2-4 0,1 3 3 0,1 1-8 0,1 5 1 16,1 2 3-16,1 2-4 0,1 3 4 0,1 1 1 0,3 2 1 15,1 2 2-15,1 3-2 0,3 2-2 0,2 2-3 0,1 3 3 0,4 3 0 16,0 2-2-16,2 0-1 0,3 2-3 0,2-2 1 0,2 1 4 16,0 0-5-16,5 1 5 0,2 1 1 0,4 2 1 0,2-2 2 0,3 3 0 15,0 0 3-15,1 2 5 0,3 2 11 0,2 2 0 0,1 2 2 0,3 0-3 16,0 1-3-16,3 1-4 0,1 1 2 0,1-1 1 0,2 0 2 15,2 0 5-15,1 1-7 0,0-2 2 0,0 0-9 0,2-1-1 0,1-2 2 16,2-2-2-16,2-2-1 0,1-1-3 0,2-2 6 0,1 1 2 16,3-1-1-16,4 0 7 0,1-1 0 0,3 0 0 0,4-2 8 0,3 3-3 15,3-2 1-15,3 1-5 0,3-3-3 0,4 0-6 0,3-4-8 0,3 0-3 16,2-3-1-16,3 0-2 0,-1-3 4 0,2-4-1 0,1-1-4 0,3-3 3 16,-1-2-1-16,1 0 5 0,1-3 0 0,-4-3-2 0,2 1 2 15,-3-2 0-15,1-1 8 0,0-1 2 0,0 0-2 0,-2-1 4 0,0 0-14 16,0-1 5-16,-1 0-1 0,0-1-5 0,-1-1 8 0,-2 0-4 15,0 0-1-15,1-2 1 0,-2 0 0 0,-1 0-1 0,-2 0 3 0,-2 0 0 16,-3-2 2-16,0 1 1 0,-3 0-2 0,1 1 2 0,-5 0 0 0,-1 0-1 16,-2 1 1-16,-1 0 1 0,-3-1 1 0,-1 0-3 0,-2 1 4 15,-3 0-3-15,0 0-2 0,-2 1 4 0,0-1-1 0,-3 1 1 16,-2-1-2-16,-1 1 3 0,0 0-2 0,-3 0 2 0,0 1-1 0,0 0-2 16,-1 1-2-16,1-1 2 0,-1 1-3 0,-1 0 0 0,0 1-1 0,-2-1-2 15,1 1 3-15,0 0-4 0,0 0 1 0,-2 0-3 0,2 0 1 0,-2 0 1 16,0 0-2-16,1 0 4 0,-2 1 6 0,1-1-6 0,-1 0 7 15,0 0-3-15,1 0-1 0,0 0 1 0,0 0-2 0,-1 0 2 0,0 0-2 16,1 0 2-16,-1 0-3 0,0 0 1 0,1 0 2 0,-2 0-4 0,1 0 1 16,-1 1-4-16,0 0 3 0,0-1-1 0,0 0 1 0,0 0 1 15,1 0-2-15,-1 0 0 0,1 0 4 0,-1 0-3 0,0 0 4 0,0 0-3 16,0 0-5-16,1 0 6 0,0 1-7 0,-1-1 7 0,0-1 0 0,0 1-3 16,0 0 4-16,0 0-2 0,0 0 2 0,0-1-3 0,0 1 0 15,1-1-2-15,-1 1-4 0,1 1 4 0,-1-2 0 0,0 1-2 0,0 0 3 16,1 0-3-16,0 1 1 0,0-1 1 0,-1 0-5 0,1 0 4 0,-1 1-5 15,1 0-1-15,0-1 6 0,1 1-4 0,0-1 0 0,-1 1 1 16,1 0-2-16,0-1 4 0,-1 1 0 0,2 0 1 0,-2-1 1 0,1 1-1 16,1-1 1-16,-2 1-4 0,1 0 4 0,1-1-2 0,-1 1 6 15,0-1-1-15,1 1 2 0,0-1-6 0,-1 1-1 0,2 1 0 0,-1-1-1 16,0 0 1-16,0 0 0 0,-1-1 4 0,2 1 0 0,-2 0-3 16,1-1-2-16,0 1-4 0,-1-1 3 0,1 1-1 0,-1-1 0 0,0 1 0 15,1-1-1-15,-1 0-2 0,1 0 1 0,-1-1-6 0,0 1-8 0,0-1-29 16,0 0-47-16,0-2-47 0,-1-1-88 0,1-2-81 0,-1-3-85 15,0-4-92-15,1-7-162 0</inkml:trace>
  <inkml:trace contextRef="#ctx0" brushRef="#br0" timeOffset="3483.81">5257 6641 292 0,'-24'13'162'0,"3"3"-151"15,-4 3-7-15,7 1-2 0,5-2 4 0,1 0 5 0,1 0-2 16,0 1 2-16,1 1-6 0,1-1-2 0,1 1 0 0,2-1-5 0,0 0 4 16,2 0-3-16,1-1 1 0,-1 0-3 0,2-2 0 0,0-1 0 0,-1-1 1 15,1-2 4-15,-1 0 2 0,-1-1 4 0,1-1 9 0,0-1 6 16,1-1 10-16,0 1 4 0,0-3-1 0,0 1 2 0,0 0 0 0,0-1 6 15,0 0 6-15,1-1 2 0,-1-1 3 0,2-1 2 0,1 0 3 0,1-1 3 16,2 0 6-16,1 1 3 0,4 0-1 0,2-1-2 0,3 2-6 16,1-2-5-16,2 1-9 0,3 1-8 0,2-2-7 0,5 1-7 0,4 0-6 15,3-1-5-15,3 0-3 0,2 0-2 0,1 1-2 0,4 1-3 16,3-1-2-16,2 1-9 0,1 0 1 0,1-1-2 0,3 1-1 0,0-1 7 16,2 0-2-16,3-1-2 0,1-1 1 0,1-1 4 0,3-2-1 0,1 0 0 15,1-2-4-15,3 0-2 0,3-2 6 0,0 0-3 0,3-3 10 16,1 0-2-16,3-1-1 0,2 2 5 0,-2-1-8 0,2 0 7 0,2 1-1 15,1 0-3-15,3 2 2 0,-1 2 0 0,0 1-3 0,-1 1-4 0,-1 1 0 16,1 3-7-16,-1-1 3 0,0 2 3 0,-1 3 4 0,-1 0 3 16,0 2-4-16,-2 2-1 0,-2 1-1 0,-2 0-3 0,-2 2 1 0,0 0 5 15,-2 0-2-15,-2 0 1 0,-2-1 0 0,-3 3-2 0,-1-3 2 16,-2-1-1-16,-3-1 3 0,-2-5 9 0,-3 1 5 0,-1-3 8 0,0 0 9 16,-3-2 3-16,-3 0 6 0,-3-2 5 0,-1-1 1 0,-3-2 1 0,-1-1-1 15,-2 1-3-15,-3-3-1 0,0 0-3 0,-2-1-6 0,0-2 0 16,-3 1-1-16,1-2 0 0,-2 1-2 0,0-3-5 0,-1 0-7 0,-2-2-9 15,1-1 0-15,-1 0-4 0,1-1 3 0,-3-2 0 0,0 0-8 0,-1-2 4 16,-2 0 10-16,0-1-4 0,-2-2 6 0,-2-1-3 0,0-1-11 16,-2-1 0-16,-2-1-2 0,-2-3 6 0,-3-1 1 0,-1-2-2 0,-3 0 3 15,-2-4-7-15,-3-2-1 0,-3 0-2 0,-3 0 1 0,-3-2 3 16,-5 1-10-16,-2-1-1 0,-1-1 4 0,-4 0-9 0,-3-1 4 0,-2 0 2 16,-5 0-4-16,-1 2 6 0,-3 1-4 0,1-1 1 0,-2 1-9 0,-3 1 1 15,0 0 0-15,-3 3-2 0,1 2 3 0,-2 3-3 0,-1 2-4 16,0 2-2-16,-3 2-12 0,-1 5-5 0,-2 0 6 0,-3 6 4 0,-2 4 15 15,-4 3 7-15,-1 3-1 0,-3 2 4 0,-4 3-4 0,-1 2-1 0,-2 3-3 16,-3 1-1-16,-1 3 1 0,0 3 0 0,0 2 10 0,0 2 1 16,-1 1 1-16,0 1 4 0,3 3-4 0,0-1 0 0,0 3-3 0,3 0-3 15,-1 1 8-15,1 2 2 0,2 0-4 0,0 4 5 0,2 0-2 16,3 1-9-16,4-2 7 0,3-2-4 0,2-1-1 0,1 0 4 0,2 2-2 16,1 1-1-16,4 1 3 0,3 0-3 0,0-1-1 0,4 0 1 0,2 1 5 15,0-2 2-15,3 4 0 0,2-1 4 0,1 1-10 0,3-2 2 16,3 2-1-16,2-3-4 0,2 2 2 0,0-1-1 0,2 0-2 0,2-3 6 15,1-1-6-15,2-2 6 0,3-3-3 0,3-1-3 0,0-3 8 0,2-3-7 16,3-2 5-16,0-1 2 0,0-2-4 0,2-2 4 0,0-1-4 16,0-1 5-16,2-2-1 0,-1 1-5 0,2-1 6 0,-2-1-5 0,1 0 4 15,0-1-1-15,0-1-2 0,0 1 2 0,1-2 4 0,-1 1-4 16,0 0 2-16,1 0 2 0,-1 0-4 0,0 0 4 0,2-1-3 0,-1 1-2 16,0-1 0-16,1 0 0 0,0 1 0 0,-1-1 2 0,2 0 1 0,-2-1-3 15,2 0 1-15,-1 1-1 0,2-2-1 0,-1 2 4 0,0 0-3 16,0-1 0-16,1 0 0 0,-1-1 0 0,0 1 3 0,1 0-5 0,-1-1 2 15,2 0 2-15,-1 1-5 0,1-1 7 0,0 1-8 0,-1-1 5 0,1 0-2 16,-1 0-2-16,0 1 6 0,0 1-5 0,0-1 5 0,0 1 0 16,-1-1-6-16,1 1 0 0,0 0 6 0,0 0-4 0,0 0 1 0,-1 0 0 15,1 0-3-15,-1 1 3 0,0-1-2 0,-1 1 1 0,1 0 1 16,0 0-2-16,0 0 2 0,0 0 3 0,0 0-6 0,0 1 3 0,0-1 2 16,-1 0-6-16,1 0 5 0,-2 0-4 0,1 0 0 0,1 1 5 0,-1 0-2 15,1-1 0-15,-1 1 3 0,0-1-8 0,-1 0 1 0,0 1-2 16,0-1-5-16,0 0 3 0,0 0-8 0,0 0-11 0,0 1-22 0,0-1-29 15,-1 0-22-15,0 0-23 0,0-1-12 0,1 1-10 0,-1 0-19 0,0-1-13 16,1 1-3-16,0 0 4 0,0-1 10 0,0 0 13 0,2 0 11 16,0-1 20-16,2 0-94 0</inkml:trace>
  <inkml:trace contextRef="#ctx0" brushRef="#br0" timeOffset="17434.54">30293 10129 124 0,'-11'4'65'16,"0"1"-25"-16,-5 2-6 0,1-1-6 0,0 1-2 0,2 1-7 0,-1-1-7 16,1 0-7-16,0 2-6 0,-2-2-8 0,2 2-14 0,-2 0-17 0,-2 0-14 15,1 0-6-15,0 2 9 0,-2 0-21 0</inkml:trace>
  <inkml:trace contextRef="#ctx0" brushRef="#br0" timeOffset="26202.58">10535 8608 809 0,'-7'-25'65'0,"2"3"3"16,2-5-18-16,7 9-23 0,7 4-16 0,8-1-9 0,7 1 0 0,8-1-7 15,7 1-1-15,7 0 0 0,6 0-4 0,4 1 3 0,5 1 1 0,3 1-3 16,3 1-1-16,3 0 2 0,1 2-3 0,1 0 3 0,2 1 0 16,-2 1 3-16,3 0 4 0,-1 2 1 0,0-1 1 0,-1 3 4 0,0 1-3 15,0 2-1-15,0 2-2 0,-3 2 0 0,0 3 0 0,1 2 1 0,-2 5 2 16,-1 3-4-16,-1 3 0 0,-2 2-1 0,-3 8-8 0,-2 4 1 15,-2 5-3-15,-4 6 0 0,-4 2 2 0,-4 4-2 0,-5 6-4 0,-2 3-5 16,-6 3 2-16,-4 3 3 0,-6-2 6 0,-4 2 5 0,-5-3 1 16,-2-4 4-16,-4-5 2 0,-5-5 6 0,-4-5 12 0,-5-3 11 0,-4-4 15 15,-6-3 13-15,-5 0 12 0,-6-1 11 0,-7-1 13 0,-9-2 11 0,-5-1-4 16,-6-3-10-16,-6-1-20 0,-6-3-19 0,-6 0-12 0,-8 1-16 16,-7-1-10-16,-10 0-7 0,-4-1-9 0,-6-4 5 0,-5-1 1 0,-2-4 1 15,0-2 5-15,0-5 0 0,3-4 6 0,4-2 2 0,3-3 12 0,6-3 6 16,4-2 3-16,5-1 6 0,4 0-13 0,5-1 1 0,6-2-8 15,4-1-7-15,5-2 6 0,3-1-10 0,5 1-1 0,3 2-4 0,5 1-3 16,4 0 0-16,5 0 2 0,2 1 4 0,3 2-2 0,3-1 3 16,4 0-3-16,2 0 0 0,3 1 1 0,4-2-2 0,2 1-6 0,1-1 0 15,4 0-5-15,0-1-5 0,2 2 3 0,4-1-11 0,0 2 2 0,3-2-8 16,1 1-18-16,3 0-8 0,2 1-13 0,3 1-13 0,3 0 0 16,1 0-15-16,5-1-16 0,-1 1-15 0,6 0-19 0,2-2-13 0,2-2-4 15,4-2 11-15,0-4 11 0,1 0 18 0,1-1 14 0,1-1 6 0,0 0 6 16,2 1 11-16,0 1 7 0,1 1 11 0,0 1 18 0,0 2 11 15,1 2 3-15,-1 1-14 0</inkml:trace>
  <inkml:trace contextRef="#ctx0" brushRef="#br0" timeOffset="26985.58">16937 9697 1812 0,'-1'-15'163'0,"2"2"-51"16,0-2-57-16,0 5-26 0,1 4-19 0,1 1-16 0,-1 1-17 15,3 2-12-15,0 1-5 0,2 2 3 0,1 1 7 0,3 2 2 0,0 0 3 16,3 0-4-16,2 2 4 0,3-1 3 16,2 1 3-16,4 2 6 0,2 0 1 0,4 0 1 0,2 1 2 0,5 1 6 0,2 0-5 0,4 0 7 15,2 1 0-15,1 0-1 0,3 2 5 0,1 1-3 0,3-1 3 0,2 0 2 16,1 0 0-16,1-1 2 0,1-1 5 0,2 1 1 0,0-1 3 15,2-2 2-15,0 0 7 0,1-1-1 0,1-1 8 0,0-2 1 0,1-1-2 16,0-2 2-16,1-1-3 0,0-1 1 0,0-1 1 0,1-3 2 0,-2-1-2 16,-1-2 2-16,0-1-4 0,-2-2-2 0,-2-2 4 0,-2-1-2 15,-1-3 5-15,0-2 1 0,0-1-2 0,-1-2 10 0,-1-2 3 0,-1-1 2 16,1-1 1-16,-1-1-9 0,0-4-2 0,-2 0-1 0,-1-3-9 0,-1-1-4 16,0-3 5-16,-1-1-4 0,0-1-4 0,-2-3 0 0,-1-1-11 15,-3 0-4-15,-2-2-3 0,-1 0 2 0,-2-2 0 0,-4-1 2 0,-1 0 1 16,-4-3-2-16,0 2-2 0,-6 1-7 0,-2 1 12 0,-4 1 4 15,-6 3-5-15,-2 1 8 0,-4 1-10 0,-3 0-9 0,-5 2-1 0,-3-1-8 16,-5 0-4-16,-5-2-1 0,-7 0-1 0,-7-1-2 0,-7 2 1 0,-7-1-1 16,-10-1-3-16,-10 1 12 0,-7 1-2 0,-10-2 4 0,-5 3 8 15,-6 1-9-15,-3 1 6 0,-4 5-2 0,-1 1 1 0,-3 5 6 0,-2 1-2 16,-1 3 3-16,2 3 1 0,1 3-1 0,4 4-1 0,2 6-2 0,2 4 2 16,1 6-4-16,3 4-1 0,-2 6 3 0,2 6-4 0,0 4 2 15,4 3 4-15,0 4-5 0,5 3 3 0,0 4 1 0,2 5 3 0,2 5 4 16,1 4-6-16,-2 5 0 0,3 5-2 0,1 5-5 0,6 4 1 15,3 4-1-15,4 1 2 0,3 2-7 0,3 1-9 0,4 3 3 0,3 1-9 16,1 3-8-16,5 1-16 0,0-1-42 0,6-2-34 0,2-1-44 0,5-5-50 16,4-3-58-16,3-2-84 0,2-7-70 0,2-4 5 0,2-3 68 15,1-8 105-15</inkml:trace>
  <inkml:trace contextRef="#ctx0" brushRef="#br0" timeOffset="27768.58">3981 10027 1145 0,'-14'-14'-10'16,"2"0"136"-16,1-2-73 0,9 3-2 0,7 2-9 0,5-3-8 0,5-1-6 15,5-1-6-15,7-3-6 0,5 0-3 0,7 1-8 0,6 0-1 16,9-1-1-16,8 2-9 0,4 2 5 0,7 1-2 0,4 1-2 16,3 1 3-16,4 1-1 0,4-1 1 0,0 1-4 0,2 1 2 0,1 1-7 15,3 2 3-15,0 2 1 0,3 2 0 0,0 3 4 0,3 0-9 0,1 2-1 16,0 2-2-16,2 2-2 0,-1 2 10 0,-1 2-1 0,1 4 2 0,0 0-2 15,-2 6 1-15,-1 3 3 0,-1 2 0 0,-1 4 6 0,2 1 0 16,-4 0 7-16,-1 2 2 0,-1 3 5 0,-2-1 4 0,-1 3 3 0,-1-2 8 16,-2 0 10-16,-3-2 26 0,-2-2 21 0,-4 2 21 0,-4-3 8 0,-3 2-8 15,-4-2-11-15,-6 2-14 0,-3-1-9 0,-7 2-10 0,-5 0-5 16,-5 0-4-16,-6-1-5 0,-7 0-9 0,-3 0-7 0,-6 3-3 0,-5 2-8 16,-4 4-5-16,-7 3-14 0,-7 3-2 0,-7 2 5 0,-8 2-1 0,-10 2 6 15,-8 2-8-15,-10 2-10 0,-9 1 6 0,-8 0-4 0,-10 1 0 16,-8-1-2-16,-8-1-14 0,-10 2 17 0,-6-2 0 0,-11 2 6 0,-6 0 2 15,-9 1-17-15,-3-2 1 0,-1-1 1 0,-2-4 7 0,1-3 5 0,2-2 12 16,2-4-6-16,5-4-4 0,2-4 2 0,3-4 1 0,7-2 1 16,4-6 8-16,10-1 2 0,8-6-11 0,7-4-6 0,8-5-4 0,10-6-24 15,8-6-26-15,8-6-53 0,10-5-90 0,9-6-109 0,6-6-109 16,10-6-86-16,10-8 3 0,9-10-30 0</inkml:trace>
  <inkml:trace contextRef="#ctx0" brushRef="#br0" timeOffset="28718.58">20178 9384 690 0,'-4'-5'313'0,"1"0"-232"0,1 0-39 0,5 0-21 0,2 0 7 15,3 0 14-15,0-1 19 0,1 0 14 0,0 1 16 0,-1 0 8 0,1 1 3 16,2 0 3-16,0 1-18 0,2 1-13 0,1 0-14 0,3 1-14 0,5-1 0 15,1 1-3-15,4-1-3 0,3 1 3 0,1 0-1 0,3-1-5 16,5-1 1-16,2 0-4 0,3-2-6 0,4-1-3 0,1 0 2 16,3-2 0-16,2 0 7 0,1-1 5 0,4 0 12 0,-1 0 0 0,2-2-3 0,0-1 6 15,-1 0-12-15,1-1 8 0,-2 1 3 0,0 0 1 0,-2 0 7 16,-3 1-6-16,-2 0-3 0,-2 1-3 0,-2-1-7 0,0 0-7 0,-4 2-8 16,-4 0-11-16,-2 1-5 0,-4 1-1 0,-2 1-6 0,-2-1-4 15,-3 1 2-15,-5 1-4 0,-3 0 9 0,-3 2 0 0,-3-1-3 0,-5 1-6 16,0 1-7-16,-4 1-16 0,-3-1-16 0,-3 0-31 0,-3-2-45 0,-4 0-44 15,-3-1-32-15,-3 1-35 0,-4 1-38 0,0-2-43 0,-4 1-60 16,-1 1-40-16,0-1 9 0,-2 1 65 0,2-2 3 0</inkml:trace>
  <inkml:trace contextRef="#ctx0" brushRef="#br0" timeOffset="29001.59">21245 8821 1522 0,'-4'-2'266'0,"2"0"-169"0,1 0-56 16,4 1-24-16,4 0 4 0,2 0 12 0,4-1 23 0,4 1 24 0,0-2 17 15,2 0 16-15,3 0-1 0,3 0-7 0,1 0-21 0,3 1-17 16,2 0-17-16,2 0-17 0,3 1-6 0,3 0-6 0,4 1-7 0,0 2-4 16,1 0-5-16,2 0-7 0,1 2 0 0,0 1 2 0,2 1 0 0,-1 1 0 15,1 0-1-15,-2 0 1 0,-1 2-4 0,0 1 9 0,1 0 6 16,-4 1 5-16,1-1-2 0,-1 0 8 0,-1 1 3 0,-2 0 20 0,-2 2 15 16,0 0-3-16,-2-1 4 0,-3 2-25 0,-5 0-1 0,-2-1 3 0,-6-1-13 15,-3 0 9-15,-4 0-3 0,-4 2-2 0,-5 0 6 0,-4 0 0 16,-6 0-4-16,-4 4-1 0,-6 2 0 0,-5 2-8 0,-5 3 6 0,-5 1-1 15,-6 1-8-15,-4 0-4 0,-3-2-8 0,-4 1 1 0,-1-2-6 16,-1 0 0-16,-2 1-4 0,1-2-2 0,-1 0-4 0,1-1-9 0,1-1-17 16,0 0-37-16,1-3-34 0,1 0-50 0,0 0-36 0,3-1-58 0,1-2-96 15,1 0-164-15,0-1-143 0,4-2 7 0,1-2 37 0</inkml:trace>
  <inkml:trace contextRef="#ctx0" brushRef="#br0" timeOffset="30302.6">22751 8473 1838 0,'-1'-4'71'0,"0"2"-56"0,0-1-22 15,3 3-1-15,1 1 1 0,1 1 7 0,1 0 4 0,1 0 5 0,-2 1 11 16,1 0 16-16,-2 0 21 0,0 2 24 0,2 0 12 0,-1 3 8 15,0 3-4-15,2 1-11 0,-1 3-4 0,2 3-6 0,0 1-6 0,1 1-8 16,0 3-14-16,1 1-13 0,2 1-6 0,1 2-8 0,1 0 1 16,-1 1-1-16,-1-1-1 0,2 1-6 0,-1-4-14 0,2 0-4 0,-1-2 6 15,0-3 7-15,0-1 11 0,-1-3 1 0,0-2-6 0,0-3 4 0,-2-2 9 16,1-3 4-16,-2-1 1 0,0 0 4 0,-1-3 2 0,-1-1 2 16,-1-1 4-16,-1-2-5 0,1-1-2 0,1-1-7 0,-1-1-6 0,0-1 5 15,0-4-12-15,0-1-3 0,1-2-15 0,0 0-9 0,0 0 7 0,0-1 15 16,1-1 7-16,0-1-1 0,0 1-6 0,1-2-22 0,0 2 5 15,1 0-3-15,-1 3 3 0,2 1 8 0,0 3-1 0,-1 0 1 0,0 3-4 16,-1 2 2-16,-1 1-4 0,0 1 2 0,-2 2-4 0,0 2 1 0,-1 0 1 16,1 2-4-16,-2 2 1 0,0 0 5 0,0 2-6 0,0 1 6 15,-1 1 0-15,0-1-7 0,0 2 3 0,1-1 2 0,0 0-4 0,1-2 6 16,0 0-5-16,1-3 3 0,1-1 0 0,1 0-1 0,1-3-3 0,-1 0-1 16,1-2 3-16,1 1 0 0,1-3-1 0,-1 0 3 0,1-2-6 15,-1 0 3-15,-1-1 3 0,0-1-3 0,1 0 3 0,-1-2 0 0,1 1 6 16,-1 0-4-16,0 1 3 0,-1 0 3 0,1 0-8 0,-1 0 6 15,0 0-4-15,-1 2 1 0,0 0 3 0,-1 1-4 0,0 1 2 0,-2 2-2 16,2 1-2-16,0 1 2 0,-1 1 0 0,0 2 0 0,-1 0 2 0,1 2 2 16,0 2-4-16,0 0 2 0,0 2-2 0,0 0-2 0,1 2 2 15,-1 1-4-15,1 0 4 0,0 1 2 0,0-1-2 0,2-1-11 0,-1-1-6 16,2-1 6-16,0-2-3 0,0 0 8 0,-1 0 13 0,1 0 3 16,0-1-7-16,1 0 8 0,0-2-18 0,0-1-6 0,-2 0 6 0,0-2-11 15,0 0-8-15,-1-2-16 0,-1-1-21 0,0-1-16 0,-1-1-30 0,-1 0-25 16,0-2-30-16,0 0-45 0,-1-1-46 0,-1 0-35 0,-1-2-26 15,0 2-1-15,1-2 20 0,-1 2 28 0,0 1 39 0,0 0 46 0,-1 1 46 16,0-1 34-16,1 0 37 0,-2 1 20 0,2 0 11 0,0-1 20 0,0 1 9 16,1-1 9-16,-1 0 13 0,0 0 19 0,2 0 22 0,-1 1 10 15,1 1 6-15,-1 1 3 0,1 0 6 0,1 1 1 0,-1 0 4 0,1 1-4 16,-1 1-6-16,1 0 0 0,1 2 4 0,-1-1 14 0,2 3 11 0,-2 0 4 16,2 0-3-16,0 2-8 0,1-2-11 0,1 1-10 0,0 0-5 15,1 1-8-15,0-1-12 0,0-1-2 0,2-1-9 0,1 0 0 0,1 0 6 16,0-1 0-16,-1 0-2 0,1-1-4 0,0 0-1 0,0-2-1 15,1-1-1-15,-2-1 3 0,0-1 0 0,-1-2-2 0,-2 1 5 0,0-1-5 16,0 0-3-16,-4-2-3 0,1 0-11 0,-2-1 0 0,-1 0-5 0,0-2 0 16,-1 0-2-16,-1 0-3 0,-1-1-1 0,-2 1-1 0,-2 0 3 15,-1 0-2-15,-1-1-2 0,0 0 1 0,-1 1 1 0,-1 0 4 0,0 2-1 16,0 0 2-16,-1 2 5 0,0 2 2 0,0 2 0 0,-1 1-5 0,-1 2-5 16,1 1-5-16,1 1-3 0,-2 2 0 0,2 1-1 0,1 0-1 15,-2 2-1-15,3 0-6 0,1 1-2 0,0 0-1 0,2 1 2 0,1-1-3 16,2-1-4-16,2 2-2 0,2 0-6 0,1 0 0 0,3 0 3 0,1 0-4 15,2-1 3-15,1-1 5 0,0-1-1 0,2 0 9 0,1-2 0 16,2-1-8-16,-1-1 2 0,4-1 1 0,0 0-1 0,1-1 13 0,-1 0 3 16,0-1-4-16,-2 1 7 0,-2-1-5 0,2 1 4 0,-3 0 1 15,2 0-3-15,-1 0-1 0,-1 0 4 0,3 0-1 0,-3-1-1 0,0 1-1 16,1 0-2-16,-2 0 2 0,-1 0 0 0,-2 1 1 0,-1 0-1 0,-1 1-5 16,-1 0 10-16,-1-2-5 0,-1 1 6 0,-2 0 0 0,-1 1-4 15,-1-1 4-15,-1 0-1 0,0-1-4 0,-2 0-1 0,-2 1-1 0,0-1-4 16,0 0-2-16,-3-1 4 0,0-2 1 0,-2 1-3 0,0-1 3 0,0-1 4 15,0-1-6-15,1 0 6 0,1 0 1 0,0-2-3 0,1 0 5 16,0 0 10-16,2 0 0 0,1-1-7 0,1-1 2 0,1-2-13 16,0 1-1-16,1-2 3 0,1-1-4 0,0-1-2 0,1 0-1 0,1 1-6 15,1 0-4-15,1 2 1 0,1 1-6 0,0 1 2 0,0 1-2 0,-1 1-4 16,1 2-6-16,-1 0-9 0,-1 1-6 0,1 0-17 0,-1 0-15 0,-1 0-23 16,0 0-41-16,1 1-37 0,0-1-47 0,1 0-40 0,1 0-6 15,0 0 3-15,0-1 17 0,1 1 31 0,-1-1 34 0,0 1 39 0,2-1 39 16,0 1 37-16,0 1-25 0</inkml:trace>
  <inkml:trace contextRef="#ctx0" brushRef="#br0" timeOffset="30751.59">24597 8730 531 0,'7'2'155'0,"1"1"-71"15,2 0-26-15,1 1-5 0,-3-1 3 0,3-1 4 0,-2-1-1 16,0-1 5-16,2-1 0 0,0 0-1 0,0-2 2 0,0-1 0 0,-1-1-1 16,-2-1 6-16,0-1 9 0,-1 0 3 0,-2-1 7 0,1 1-4 15,-2-1-6-15,0-2-11 0,0 1-12 0,0-1-5 0,-2 0-6 0,-1 0 1 16,0 2-4-16,-2-1 1 0,1 1 0 0,-3 0-2 0,0 2 5 0,-2 0-5 15,0 1-2-15,-1 2-3 0,-1-1-4 0,-1 2-2 0,-1 1-6 16,2 0-8-16,-3 2-4 0,2 1-4 0,-1 1-6 0,2 1-2 0,1 0-5 16,1 2-6-16,1 1 0 0,2 1-4 0,0 1 4 0,1 1 2 15,2 0 2-15,1 1-1 0,1 2-1 0,1 1 3 0,1 1 2 0,0 0 1 16,1 2 5-16,1 1-4 0,1-2-3 0,1 2 4 0,-1 0-9 0,-1 0 9 16,1-1 2-16,0 1-10 0,0 0 3 0,0-2 3 0,0 3-2 15,-1 0 8-15,0 1 2 0,-2-2-4 0,-1 1-1 0,-2 0 2 0,-1-2-4 16,-3 1-1-16,-1 0 0 0,-1-2 6 0,-2-1 3 0,-2-1 4 0,-1-1-1 15,-2-2-2-15,1-2-1 0,-2 0-1 0,2-1-2 0,-4-1 0 16,1-1 3-16,1-2 2 0,0-2 0 0,3-1 0 0,1-1-1 0,1-2-6 16,2-1-2-16,1-2-6 0,2-1-6 0,0-1-6 0,3-2 2 0,0-2 4 15,2-1 7-15,2-2 5 0,0-2 1 0,3 1 1 0,0 0 1 16,3-1-2-16,2-1 1 0,1 1-1 0,2-1 0 0,-2 1 2 0,2 0-2 16,2 2 0-16,-1-1-2 0,-1 1 2 0,1 2 0 0,-2 1 3 15,-1 3 13-15,-1 1 2 0,0 2 1 0,0 0 1 0,-1 2-12 0,-1 1 4 16,1 1-1-16,0 1 0 0,0 2 0 0,0 1-11 0,-1 1 10 0,-2 1-13 15,-1 0 4-15,0 1 6 0,0 0-10 0,-3 1 7 0,0 0-8 16,-1 0-9-16,0 0-19 0,-1-2-19 0,-1 1-28 0,0-2-34 0,-2 1-32 16,0-2-29-16,-1 0-32 0,0-2-38 0,-2 0-43 0,0 0-37 0,-2-1 0 15,0 0 47-15,-2 0 72 0,0-2 16 0</inkml:trace>
  <inkml:trace contextRef="#ctx0" brushRef="#br0" timeOffset="30869.59">24962 8686 1149 0,'0'-7'188'15,"0"0"-95"-15,1-1-23 0,1 3-14 0,1 1-1 0,-1 2-6 0,0 1-13 16,-1 0-5-16,-1 2-10 0,0-1-14 0,1 1-23 0,-1 0-51 0,0 0-49 16,-1-1-55-16,1 1-50 0,0 1-10 0,0-1 4 0,0 0 25 0,0 1 42 15,0-1 29-15,0 0 40 0,1 1-29 0</inkml:trace>
  <inkml:trace contextRef="#ctx0" brushRef="#br0" timeOffset="31185.59">25088 8690 746 0,'5'-1'272'0,"1"2"-170"0,3 0-60 0,1 2-18 0,1 0 1 0,0 1 1 16,1 0 5-16,-1 1 4 0,1 0 9 0,-1 1 12 0,-1-1 11 0,1 1 7 16,-1 0-1-16,1 0-10 0,0 0-12 0,-1 0-14 0,0 0-13 15,-1-1-8-15,-2 1-8 0,-1 0-2 0,0-2 0 0,1 1-6 0,-1-2 1 16,0 0-2-16,0 0-1 0,-1-1 5 0,0-1 1 0,0 0 3 0,-1 0 1 16,1-1 2-16,-2 1 4 0,0-1-2 0,1-1 7 0,-1 0 0 15,0-1 5-15,-1 0 3 0,1 0 0 0,0 0 1 0,-1-1-6 0,0 0-2 16,0 0-5-16,0 1-8 0,0 0 1 0,0 1-2 0,-1 1 1 0,1 0 5 15,-1 1 1-15,1 0-2 0,1 2 1 0,1 0-1 0,-1 1 0 0,2 1-1 16,0 0-3-16,0 1-1 0,1 1 1 0,1 0-7 0,1-1 2 16,-2 2 1-16,1-2-8 0,-1 1 7 0,1 0-4 0,-1-1 2 0,-1-1-8 15,-1-1 0-15,1-1-3 0,0-1-3 0,0 1 6 0,-1-1-2 16,-1 0-3-16,0-1-6 0,0-1-3 0,-2 1-8 0,0-2-25 0,0 0-24 16,-1-1-33-16,-1-1-29 0,1 1-3 0,-1-1-19 0,-1 0-3 0,1 0-3 15,1-1-1-15,-1 0 15 0,0 0 15 0,0 0 14 0,0-1 16 16,1 0 9-16,1-1 12 0,0 0 25 0,2-1-21 0</inkml:trace>
  <inkml:trace contextRef="#ctx0" brushRef="#br0" timeOffset="31569.59">25614 8585 107 0,'4'-26'41'0,"-3"-3"-18"0,1-8-11 0,-4 0-3 15,-3 1-3-15,-3-2 4 0,-4-4 7 0,-2-1 7 0,-4-2 8 16,-3-2 3-16,-3-5 1 0,-7-1-4 0,-6-3-3 0,-6-4-7 0,-6-1-6 16,-6-3-3-16,-4-1-6 0,-7-1-3 0,-7 2 7 0,-3 2 2 0,-7 3 19 15,-7 5 31-15,-5 5 10 0,-5 7 7 0,-7 6-7 0,0 10-23 16,-2 6-9-16,-4 6-3 0,-2 10-2 0,-2 8 5 0,-2 7 8 0,1 7 13 15,1 7 8-15,-1 5 18 0,-1 7 9 0,1 8 11 0,2 5 14 0,3 4-2 16,3 5 3-16,4 5-5 0,3 3-14 0,5 8 0 0,4 1-22 16,6 6-16-16,5 3-12 0,3 2-17 0,10 5-9 0,3 3-6 0,8 1-10 15,10-2-2-15,9-2-1 0,11-4-1 0,11-3-8 0,9-4 5 0,11-2-4 16,9-2-6-16,10 0 4 0,8-4-12 0,9-2 4 0,8-4-2 16,6-5 2-16,9-4 6 0,5-5-7 0,8-4 9 0,5-4-1 0,6-3-4 15,5-5 1-15,5-2 2 0,4-5 5 0,5-2 7 0,4-4 7 16,4-4-7-16,3-3 5 0,4-4 2 0,0-5 9 0,3-4 8 0,3-4-6 15,-2-4-3-15,3-5-11 0,-1-4-5 0,1-5 0 0,-1-4-3 16,0-5-1-16,0-2-2 0,-4-6 1 0,-2-2 1 0,-3-6 10 0,-5-2-7 16,-4-3 6-16,-2-3-2 0,-6-2-5 0,-5-2 16 0,-4-4 1 0,-7-3 18 15,-5-3 0-15,-4-3 1 0,-7-4 0 0,-5-1-11 0,-6-3 1 0,-7 0-1 16,-7-2-3-16,-7 0-2 0,-9-1-11 0,-10 0 1 0,-6-4-11 16,-10 0-10-16,-7-1 2 0,-9-2-8 0,-5 3 8 0,-11 0-3 0,-6 3 0 15,-7 4 7-15,-8 3-4 0,-5 6-4 0,-7 3-19 0,-7 6-24 16,-7 8-15-16,-7 6-19 0,-7 10-23 0,-9 10-54 0,-10 11-82 0,-9 12-131 15,-8 13-176-15,-13 14-30 0,-9 12-92 0</inkml:trace>
  <inkml:trace contextRef="#ctx0" brushRef="#br0" timeOffset="38168.65">20569 12665 1 0,'11'-2'1'0,"0"1"1"0,5-1 2 0,0 0 1 16,-1 1 4-16,0-1 2 0,3 0 3 0,0-1 3 0,0 1 0 0,2 0-1 15,-1 1-2-15,1 0-2 0,0 1-2 0,1-1 1 0,0 1-2 16,0 0-1-16,1 0 0 0,-1 1-2 0,0 0-1 0,1 0 1 0,-1 1-2 15,2-1-1-15,1 0 0 0,1-1 1 0,1 0 0 0,0 0 0 0,0 0-1 16,0-1 0-16,3-1-1 0,0 0 1 0,1-1 0 0,2 0-1 16,-1-1 3-16,1-1 1 0,1 0 1 0,0-1 3 0,1 0 3 0,-1 1 1 15,1-1 4-15,-2-1 5 0,1-1 3 0,-1 0 7 0,1-2 3 0,-1 1 10 16,1 0 8-16,-3 1 8 0,-1-2 9 0,-3 1 0 0,0-1 1 16,-2 0-2-16,0 1-5 0,-1-1-7 0,-3 0-2 0,0-1-4 0,-2-1 0 15,-1 1-1-15,-2 0 0 0,-2 0-8 0,0 0-4 0,-4 0-5 16,-1-1-11-16,-1-1-3 0,-3 1-13 0,-1-2-13 0,-3-1-15 0,-3-1-11 15,-3-1-8-15,-3-2-3 0,-4-1 3 0,-4-1 4 0,-5-2 7 0,-3-1 12 16,-6-1 12-16,-3-3 1 0,-5-1 1 0,-2-2 1 0,-6 0-8 16,-3 1 9-16,-6 0-1 0,-5-1 0 0,-4 3 6 0,-5 0-5 0,-3 2 4 15,-2 0 0-15,-2 3 2 0,-2 2-2 0,-2 3 1 0,-2 4 0 0,1 2-7 16,-1 4 1-16,4 1-12 0,4 5-2 0,4 3 1 0,5 3-5 16,3 5 5-16,6 5-7 0,5 5-13 0,5 6-46 0,6 5-69 0,7 6-67 15,4 8-34-15,6 6-29 0</inkml:trace>
  <inkml:trace contextRef="#ctx0" brushRef="#br0" timeOffset="39586.69">20775 13151 137 0,'-1'-2'78'0,"0"-1"-17"0,1 0 0 0,-1 2-10 15,2 0-14-15,0 0-11 0,0 0-12 0,1 0-4 0,1 0-1 0,1 0-2 16,0 1-3-16,2-1 1 0,0 1-2 0,1 0-1 0,0 1 0 16,2 0-1-16,0 0 0 0,2 0-1 0,2 0 0 0,1 0 0 0,2 0 0 15,1 1 1-15,1 1-1 0,2 0 1 0,1 1 1 0,2 0-1 0,1-1 1 16,2 1 1-16,2 0 2 0,-1 1-1 0,0 0 0 0,0-1 3 15,0 1-2-15,0 0 4 0,1-1 1 0,-1 1 3 0,0-2 1 0,0 1 7 16,-1-2 0-16,0 0 7 0,-1-2 1 0,1 1 0 0,-1-2 5 0,0 0 0 16,1 0 4-16,-3-2 1 0,2 0 1 0,-2-1-3 0,-2-1-4 15,0-1 3-15,-1 0-5 0,0-1-4 0,0 0-2 0,-1 0-9 0,-3 1-3 16,0-1 1-16,-1 0-1 0,-1 0-2 0,-2 0 0 0,0-1-3 16,-1 0 1-16,0 0 3 0,-2 0-1 0,0-2 2 0,0-2-1 0,-1 0-1 15,0 0 1-15,-1-1-1 0,-3 1 1 0,0-2 1 0,-2-1-4 0,-1 1 2 16,-3-1-3-16,0-1-1 0,-2 0 0 0,-3-2-2 0,-1 0 3 15,-4 0-4-15,0 1-1 0,-4 1 1 0,-1-1-4 0,-3 1 2 0,0 1-2 16,-4 1-1-16,-2 0 2 0,-2 1-1 0,-1 1 3 0,-2 1-1 0,1 2-5 16,-3 1 4-16,-1 2-2 0,-2 1 1 0,1 1 3 0,-1 3-10 15,3-1 2-15,-2 2-2 0,4 0 0 0,1 0 8 0,1 2-2 0,0 0 1 16,2 2 3-16,0 0-3 0,2 0 1 0,-1 2 1 0,0 0-3 0,-1 0 0 16,0 3-2-16,3-1 3 0,1 2-2 0,3-1 0 0,1 0 0 15,1 1-4-15,1 0 1 0,3 2 3 0,-2 1-3 0,2 0-1 0,1 0-2 16,2 1-5-16,0 1-9 0,2 1-35 0,1 0-40 0,0-1-40 15,2 2-20-15,2-1-4 0,2 2 3 0,3 1 11 0,2 3 16 0,3 2 19 16,2 3 1-16</inkml:trace>
  <inkml:trace contextRef="#ctx0" brushRef="#br0" timeOffset="40402.37">21307 14005 350 0,'5'-5'83'0,"-2"-1"6"0,4-2-11 0,1 2-19 0,0 2-19 16,4-1-17-16,3 1-7 0,2 0-3 0,4 1-2 0,1 0-2 0,2 1-2 15,2 1-2-15,2 0-2 0,2 1 0 0,2 0-1 0,3-1-1 0,3 1-2 16,2 0-2-16,1 1-1 0,-1 1-1 0,1-1 3 0,1 0-2 0,1 0 2 15,1-1 7-15,2 0-3 0,-1-1 4 0,1 1-3 0,-1-1-3 16,2 1 5-16,0-1-1 0,1 1 0 0,1-1 3 0,0-1-2 0,-1 2 2 16,0-2 3-16,-1 0 6 0,0 0 7 0,1 0 11 0,-1-1 2 0,-1 0 2 15,0 0 4-15,-2-2-6 0,-1 0 3 0,-2 1-7 0,1-3-1 16,-2 0-2-16,-2-1-4 0,-1 0 4 0,-1-2-2 0,-2 0 7 0,-2-1 2 16,-1 0-2-16,-1-2 2 0,-2 1-5 0,-2-2 2 0,0 0 2 15,-2 0-2-15,-1-1 0 0,-2-1 0 0,-2 0-4 0,0-1 0 0,-2 0-2 16,-3 0-8-16,0-1 0 0,-2 1 0 0,-1 0-4 0,-3 0 1 0,-1-2-4 15,-3 0-1-15,-1-3-5 0,-3-1-3 0,-2 0 2 0,-2 0-3 16,-5 0 2-16,-2 2-3 0,-4-3-4 0,-4 0 1 0,-4 0-4 16,-5-2 4-16,-4 3-6 0,-3-1-2 0,-2 1 2 0,-3 1 4 0,-4 1 4 15,-3 3 3-15,-1 1 1 0,-3 1-7 0,-1 1 1 0,-3 4-2 0,-2 1 1 16,0 2-2-16,-1 2 4 0,0 2-2 0,-2 1-2 0,-1 2 2 0,0 2-1 16,-1 1 3-16,0 2-3 0,-1 1-3 0,2 3 3 0,-2 1-2 15,1 0 2-15,1 3 1 0,1 2-3 0,3 1 1 0,1 0-3 0,5 0 0 16,3 2 8-16,2 1 4 0,1 2 0 0,1 2 4 0,4 2-6 15,2-1-2-15,6 3-2 0,0 0 4 0,3 2-2 0,1 0-1 0,3 4 1 16,2 0-1-16,1 2-2 0,2-1-2 0,1 1 1 0,2-4-2 0,2 2-2 16,1-2 4-16,2 1-2 0,3-1 1 0,2 0-2 0,1-3-4 15,2 3-3-15,2-1 0 0,2 1-16 0,2 0-15 0,1 1-28 0,3-3-40 16,0 0-25-16,1-2-23 0,2-2-6 0,2-1-3 0,1-1-8 0,0 0 11 16,2 0 15-16,1-4-61 0</inkml:trace>
  <inkml:trace contextRef="#ctx0" brushRef="#br0" timeOffset="41252.16">19949 12674 168 0,'0'-9'30'0,"1"-1"12"16,-1-2 1-16,0 2-4 0,1 2-4 0,0 1-7 0,1 1-5 16,-1 2-5-16,0 0 0 0,0 1-5 0,-1 1-3 0,0 1-4 0,0 0-5 15,0 1 0-15,-1 2-1 0,-1 0 0 0,-1 2 2 0,-2 1-3 0,-1 4 1 16,-2 1 0-16,-2 3 0 0,-1 1 0 0,-2 1-2 0,-3 4 1 15,-2 3-1-15,-2 0 0 0,-2 4-1 0,-4 1-1 0,-1 1 1 0,-2 4 1 16,-3 1 2-16,0 3-1 0,-2 2 0 0,-3-1-2 0,-2 1-1 0,-2 0-3 16,-1-1-3-16,-3 2-3 0,-1-4-5 0,-2 1 1 0,-2-1 5 15,-2 0 3-15,-2 3 6 0,-2-3 2 0,-2 2-1 0,-3 0 1 0,1 2 1 16,-3 2 0-16,-2 0 3 0,-2 0-2 0,-1 0 3 0,0 1-1 0,-3 0-2 16,2 4 1-16,-1-2-3 0,1 0 1 0,3 0 6 0,0 2 2 15,-1 1 7-15,2 1 2 0,0 1 0 0,2 1 0 0,4 1 0 0,2-1-2 16,2-2-1-16,3-1 1 0,1 2 1 0,2 0 1 0,1 0-5 15,2-2-2-15,4-1-3 0,3 1 0 0,4-3 0 0,4-1-2 0,1 0-2 16,5-1-3-16,2-2-1 0,3-3 0 0,3-1 1 0,0-2-3 0,2 0-1 16,1-1-7-16,0 1-9 0,1-2-15 0,1 0-17 0,0-3-15 15,1 1-8-15,-2-3 0 0,1 1 5 0,-1-2 10 0,0-1-34 0</inkml:trace>
  <inkml:trace contextRef="#ctx0" brushRef="#br0" timeOffset="41903.04">21312 13441 200 0,'-2'-8'35'16,"-2"1"7"-16,-1-1-10 0,-1 3-8 0,-1 2-15 0,-1 0-6 0,-2 2-4 16,-2 1 0-16,-1 1-3 0,-3 0-1 0,-1 1-1 0,-1 1-1 15,2 1 1-15,-1 1 1 0,0 1 1 0,1 1 1 0,-1 1 1 0,1 2 2 16,-1 0 0-16,1 2 1 0,-2 1 1 0,1 2 3 0,-1 2 2 0,3 2 6 15,1 1 0-15,-1 2-1 0,2 1 1 0,0 1 0 0,0 2 0 16,-1 3 2-16,-2 0-1 0,2 3 1 0,-4 1 0 0,1 1-2 0,-1 0-1 16,-1 3 2-16,-1-1 2 0,0 3 5 0,-2 1-1 0,-1-1-4 15,0 0-2-15,-3 0-7 0,-1-1 0 0,-3 1-1 0,-3-1-2 0,-2-2 2 16,-4 0-4-16,-5 1-2 0,-2 2 2 0,-4 0-2 0,-4 1-1 0,-2 0-2 16,-3 1 1-16,-3 0 1 0,-1 2 1 0,-2-1 2 0,0 0-1 15,0 2 2-15,0 0 2 0,2 1 8 0,-1-2 14 0,3 1 17 0,2-2 16 16,2 0 7-16,3 1-4 0,2 1-10 0,2-1-11 0,2-1-6 0,3 0-10 15,1 0-3-15,2-1-3 0,-1 1-9 0,2 0 0 0,3-1-4 16,1 0-3-16,4-1-2 0,1-2-2 0,1 0-2 0,0 0 3 16,3 0-4-16,1-1-5 0,2 0 0 0,0-1 2 0,0-3 6 0,2 2 1 15,0-2 3-15,-1-2-2 0,3 0-5 0,-1-2 1 0,3-4-3 0,0-1 0 16,1-3 4-16,0 1 1 0,3-3-1 0,1-4-1 0,-1-1 1 0,1-3 3 16,2-1 1-16,0-2-2 0,3 0 0 0,2-2 1 0,0-2 0 15,1 1 4-15,1-2-3 0,1-1-2 0,1 0 1 0,2 1-2 0,-1-2 6 16,1 0-3-16,1-2 0 0,0 1 2 0,0 0-3 0,1-1 8 0,-1 0-3 15,1-1 3-15,1-2-6 0,1 0-1 0,1-2 3 0,1 1-5 16,1-3-4-16,0 0-2 0,1 0 1 0,2-1 0 0,1 0-1 0,0 1-2 16,2 0-9-16,-1-2-5 0,0 0-7 0,1 1-7 0,-1-2-13 15,1 1-12-15,0 0-4 0,1 1-5 0,1-1-6 0,-1-1-3 0,2-1-13 16,1 0-10-16,1 2-2 0,0-3 4 0,3 0 7 0,0 0 19 0,1-2-14 16</inkml:trace>
  <inkml:trace contextRef="#ctx0" brushRef="#br0" timeOffset="42153.27">20882 13354 171 0,'-14'17'77'0,"-3"2"-37"15,-6 6 1-15,2 1-9 0,0 1-7 0,0 5-10 0,0 2-6 0,-2 3-6 16,0 1-3-16,-3 0-1 0,-2 4-9 0,-1 0-10 0,-3 2-23 0,1 1-20 16,-3-1-4-16,-1-1 2 0,-2 0 11 0,-4-1 3 0,0-3 13 15</inkml:trace>
  <inkml:trace contextRef="#ctx0" brushRef="#br0" timeOffset="42369.41">19731 14577 18 0,'1'0'18'0,"1"0"-3"16,2 0-5-16,-1 0-4 0,0 0-2 0,2-1-2 0,0-1-1 0,1 0-1 15,1 0 0-15,0-1-1 0,0 0 0 0,0 1-1 0,-2-1 1 0,2-1 1 16,-1 0 0-16,0 1 0 0,1-1 0 0,-1 0 2 0,1 0 0 15,-1-1 2-15,1 0-1 0,-2 0 1 0,1 1 2 0,0 0 2 0,-1 0 1 16,0 1 1-16,0 1-3 0,0-1-1 0,-1 3-2 0,0-1-2 0,0 0-2 16,0 1 0-16,-1 0-1 0,0 0-1 0,0 0-4 0,0 1-11 15,-1 0-10-15,0-1-14 0,0 1 0 0</inkml:trace>
  <inkml:trace contextRef="#ctx0" brushRef="#br0" timeOffset="42944.43">21357 12593 8 0,'-16'15'4'0,"-3"3"-2"15,-6 6-2-15,-1-1 0 0,0 0-1 0,-3 2-1 0,-2-1-8 0</inkml:trace>
  <inkml:trace contextRef="#ctx0" brushRef="#br0" timeOffset="43735.43">17955 15426 50 0,'-1'-4'35'0,"2"0"-7"0,1 0-8 16,0 0-9-16,0 0-4 0,2 0-4 0,1 1 0 0,0 0-3 0,1-1 0 16,1 2 0-16,-1-1-2 0,1 0 2 0,0 0-2 0,0 0 0 0,-1 0 0 15,2-1-2-15,-1-1-1 0,1-1 2 0,1 1-1 0,0-1 0 16,1 0 2-16,-1-2-1 0,0 1 2 0,1-1 1 0,0-1-1 0,1 1 2 16,1-1-1-16,0-1 0 0,2-2 2 0,1 0-1 0,1 0 0 0,0-1 0 15,3-1 1-15,1-2 2 0,1 0 2 0,1-1 2 0,2-1 0 16,2-1 4-16,1-1 2 0,0-1 3 0,1-1 0 0,1-1-3 0,4-2-1 15,0 0 0-15,2 0 0 0,-1-2 0 0,0 2-3 0,-1-3-1 0,3 1-4 16,0-3 0-16,0-1-2 0,0-1 0 0,0 2-1 0,1-2-2 16,-1 2 2-16,1-2-1 0,-1 0-2 0,-1 0 1 0,-1 2-1 0,-2 0 1 15,1 1 2-15,-1-1 1 0,-1 2 0 0,-2-1 0 0,-3 1 0 16,-2 2-1-16,2 1 1 0,-3 0 2 0,2 1-1 0,-2 1 3 0,-2 2 0 16,1-1-1-16,-2 2 2 0,-1-1-1 0,1 0-3 0,-2 2-2 0,0 2-2 15,1 0 0-15,0 2-1 0,-2 2 1 0,1 0-1 0,-1 2 0 16,-1 0-1-16,0 1-2 0,0 1 2 0,-2 2-2 0,0-1 1 0,-2 2 1 15,-2 1-3-15,-1 1-1 0,0 2-1 0,-1 1-4 0,-2 2-4 0,-1 1-3 16,-1 0-7-16,-2 1-2 0,0 1-4 16,-1 2-4-16,-3 0-4 0,-1 1-1 0,-2 2-5 0,-3 1-19 0</inkml:trace>
  <inkml:trace contextRef="#ctx0" brushRef="#br0" timeOffset="44252.76">17874 15409 4 0,'4'1'4'0,"0"-2"-1"0,1 1-2 0,-2 0 0 0,0 1-1 15,0 0 0-15,-1 0 0 0,-1-1-1 0,0 0 0 0,-1 1-2 16,1-1-4-16</inkml:trace>
  <inkml:trace contextRef="#ctx0" brushRef="#br0" timeOffset="45235.77">17899 15417 8 0,'0'2'9'0,"-1"0"2"0,-1 1 1 0,0-1-2 0,0 0 1 0,0 1-2 15,0-1-1-15,-1 2 0 0,1 1 0 0,-1-2 2 0,0 0 1 0,0-1 0 16,0 0 1-16,1 0-2 0,0 0 1 0,0-1-1 0,0 0-1 16,0-1 3-16,1 1 1 0,0-1 0 0,0 0 4 0,1-1-5 0,0 1 1 15,0-1 0-15,0 0-3 0,-1 0 0 0,1 0-2 0,0-1 0 16,0 1-1-16,0-1 1 0,0-1-2 0,0 0-1 0,1 0 2 0,0-1-1 16,0 1 1-16,1-1 0 0,1 0 1 0,0 0 2 0,1 0 4 0,0-1 1 15,1-1 2-15,0 1 2 0,0-1 0 0,1 0 3 0,0 0 1 16,1-1-1-16,0 1 0 0,1-1-3 0,0 0-1 0,1 1-1 0,0-1 1 15,0 0 2-15,1 0-5 0,-1 0 3 0,1-1-3 0,0 0-1 0,1 0 0 16,0 0-3-16,0-1-4 0,1 0 1 0,1-1-2 0,0 1-2 16,-1 0 1-16,1-1-1 0,0 2-2 0,1-3 3 0,0 1-4 0,-1-1 3 15,1 0 1-15,1 0-5 0,-1 0 5 0,0-2 3 0,1 1 5 16,1 0 9-16,0 0 2 0,-1-1 3 0,1-2-5 0,1 1 0 0,0 0 1 16,0 0 0-16,0 0 6 0,0 0-3 0,-1 0-4 0,-1 1 1 0,1-1 2 15,0 1 1-15,-1-1 1 0,0 1 0 0,-1 1-4 0,2 0 3 16,-1-1-1-16,-2 0 1 0,1 1-1 0,-2 0-3 0,0 0-3 0,0 0 0 15,-1 0 1-15,1 0-1 0,-1-1 1 0,-1 0-3 0,0 0-1 0,-1 0 3 16,1 1-2-16,1 1 1 0,0-2 1 0,0 0-1 0,1 1-2 16,-2-1 5-16,0 0-7 0,1 0-2 0,0 0-2 0,0 0 0 0,0 1 0 15,-2 0-2-15,2-1 0 0,-1-1-6 0,1 2 7 0,-1 0-3 16,1-2 0-16,-1 0 4 0,3 1-3 0,-2-2 8 0,2 3 3 0,-1-2-3 16,-1-2-2-16,2-1-1 0,0 2 0 0,0-2 0 0,0 0 4 0,0 1-1 15,1-1-6-15,1 0-2 0,-1-1-1 0,-2 2 0 0,3-2 3 16,-2 1-2-16,2-1 0 0,0 0 1 0,1-1-2 0,0 0 4 0,1-1-6 15,0 0 3-15,1 0-4 0,1 1 2 0,-2 0-1 0,1 0 3 0,1 1-2 16,0-1-3-16,-2 0 3 0,2 1-1 0,0-1 3 0,-2 1 2 16,1-1-9-16,0 2 2 0,-1-3-4 0,0 2 4 0,0 0 14 0,1-1-4 15,-3 1 9-15,2-1-4 0,1-1-6 0,0 1-2 0,-1 1-5 16,1-1 6-16,0 1-2 0,-1 1 4 0,0 1-6 0,1-1-2 0,0 1-1 16,0-1 0-16,0 2 4 0,0-1-6 0,-2 0 2 0,2 1-3 0,0 0 1 15,0-2 5-15,2 0 0 0,0 1-5 0,0 0-1 0,2 1 2 16,-1-1-5-16,-1 2 7 0,1 0-1 0,0 0-6 0,-2-1 5 0,2 1-4 15,0 0 2-15,-1-1 2 0,1 1-4 0,0 1 1 0,-2 0 5 0,1 0-11 16,-1 0 3-16,-1-2 1 0,1 2-2 0,0 0 4 0,1-1 8 16,-2 1 2-16,2 0-3 0,0 0 1 0,0-1-7 0,0 0 1 0,1 0 4 15,-2 0-1-15,0 2 5 0,1-2-7 0,-2 1 1 0,3 0 3 0,0 1-4 16,-2-1-1-16,1 0-1 0,-1 0 0 0,0-1 4 0,0 1-2 16,1-1 4-16,0 0-2 0,0-1-1 0,0 2 0 0,1-2-2 0,0 0-1 15,0 0 2-15,-1 0-4 0,0 0 7 0,0 0 1 0,-1 0-2 16,1 1-1-16,1 2 0 0,-2-2-6 0,1 2 5 0,0 0 3 0,-1 0-8 15,1 0 5-15,-1 1-4 0,0-1 1 0,-2 2 4 0,-1 0-3 0,1 2 3 16,-2-1-8-16,0 2 8 0,0 0-3 0,0 0 0 0,0 1 2 16,-2-1-8-16,1 2 0 0,-1 0-1 0,-2 0-1 0,-1 2 7 0,0-1 2 15,1-1 2-15,-1 1-1 0,2-1-1 0,0 1-1 0,-2-1-3 16,1 1 5-16,0 0 1 0,-1-1-2 0,0 2-1 0,1-1 0 0,-3 1 0 16,1 0 2-16,0 1 7 0,-1 0-7 0,0 0 0 0,-2 1 2 0,0-1-5 15,0 1 7-15,-1-1-3 0,-2 1-3 0,1 0-2 0,-1 0 1 16,0 1 1-16,-1 0 3 0,0 0 0 0,-1 1-3 0,0-1-2 0,-1 1 2 15,1 0 0-15,0 0 0 0,0 1-1 0,0-1-4 0,-1 1 4 0,1-1-2 16,0 0-2-16,0 1 5 0,-1 0-5 0,0-1 5 0,0 1 0 16,0 0 0-16,1 1 3 0,-1 0-1 0,-1-1 1 0,1 0-1 0,0 0-2 15,0 0-2-15,0 1 4 0,-1-1-2 0,0 0 1 0,1 0-5 0,-1 0 2 16,-1 0 5-16,1 1-4 0,0 0 4 0,0-1-5 0,-1 0-1 16,1 0 3-16,-1-1-1 0,0 1 2 0,0-1 1 0,-1 1 1 0,1 0-2 15,0 0 1-15,0-1-2 0,0 2 0 0,0-1-2 0,-1 1-1 16,0-1 3-16,0 0 3 0,-1 1 6 0,1 0-3 0,-1 1 1 0,0 1-7 15,1-1-1-15,-1-1-2 0,1 1-7 0,-2 0-8 0,0 1-27 0,0 1-40 16,-1 1-51-16,0-1-44 0,-1 3-36 0,-1 0-31 0,1 2-18 16,0 1-21-16,-1 1 13 0,0-1 52 0,-1 1-17 0</inkml:trace>
  <inkml:trace contextRef="#ctx0" brushRef="#br0" timeOffset="118680.98">10042 9205 68 0,'-17'3'43'16,"-3"1"-50"-16,-4 2-5 0,4 0 2 0,2 0 7 0,1 0 4 15,1 0 3-15,-1-2 1 0,1 0 1 0,2 0 1 0,0 0 2 0,1 0 3 16,1 1 1-16,0-1 2 0,0 0 3 0,1 0-4 0,2 0 2 0,-1 1-2 16,1-1-3-16,0 1-1 0,0 1-1 0,1 0-1 0,0 0-1 15,0 2 0-15,0 1-1 0,0 1-1 0,-1 1 3 0,2 0-1 0,1 1 1 16,1 0-1-16,1 1 1 0,1 0-3 0,2 0 0 0,0-1 0 16,3 2 0-16,2 1 2 0,1-1 4 0,3 0 4 0,2 0 0 0,3 1 7 15,2-1 2-15,0 0 1 0,4 1 6 0,3 1 2 0,1 0-1 0,4 1 4 16,3-3 1-16,3 2 3 0,2-1 0 0,5-1-1 0,1-1-2 15,4-1-9-15,2-1-3 0,3-1-7 0,5 0-3 0,0-2-3 16,2 2-1-16,2-1-2 0,0 0-2 0,1-2-7 0,1-1-1 0,-2 0-2 0,1-1 2 16,1 0 6-16,-1-2 1 0,2-1 3 0,-2 0-4 0,0-2 0 15,0 0 2-15,0-2 0 0,-1 0-2 0,0-2 2 0,0-1 1 0,-2-2-1 16,0-1 8-16,1-2 0 0,-2-1-2 0,0-1 5 0,1-1-3 16,-3-2 2-16,-1-2 5 0,-1-2-5 0,-2-1 3 0,-2-2 2 0,-2 1 8 15,-2-2 7-15,-3-2 4 0,-2 0 7 0,-4-3 1 0,-3 0 9 0,-1-2 4 16,-5-1 4-16,-1-3-1 0,-4 1-6 0,-6-3-3 0,-2 1-6 15,-4-3-2-15,-6-1-10 0,-6-1-7 0,-4 0-17 0,-6 2-21 0,-5 0-17 16,-6 0-16-16,-7 1-7 0,-6 1-1 0,-4 3 10 0,-6 3 1 0,-5 1 4 16,-6 4 14-16,-5 4-2 0,-4 3-1 0,-4 2 5 0,-5 5-13 15,-4 1-2-15,-1 4-3 0,-5 4 0 0,0 4 2 0,-3 4 10 0,-1 5 5 16,-1 6 4-16,-2 5 4 0,1 3 6 0,3 3 4 0,5 2 14 16,4 3 2-16,7-1-7 0,6 5-10 0,9-2-17 0,8 1-13 0,9 1-26 15,4 0-52-15,9 4-70 0,5 2-82 0,8 4-41 0,6 3-38 0</inkml:trace>
  <inkml:trace contextRef="#ctx0" brushRef="#br0" timeOffset="119246.99">17043 10122 493 0,'18'-4'85'16,"4"-1"-46"-16,6-1-16 0,1 3-6 0,-1-1-6 0,4 1-8 15,1 0 0-15,2 1 0 0,0 0 3 0,1-1 8 0,-1 0 5 0,1 0 6 16,0 1 4-16,-1-1 2 0,2 1 6 0,0 0 4 0,0 1 4 0,0-1 1 16,1 1 5-16,0 0 3 0,0 0 7 0,-1 1 2 0,2 1-3 15,0-1-6-15,1 2-3 0,-2 0-1 0,0 1-2 0,1 0 1 0,-1 1-2 16,0 0-11-16,0 1 0 0,-1 1-7 0,1-2-7 0,-1 1 2 16,0 1-7-16,0-1-6 0,-2 1 6 0,0 0-12 0,-3-1 1 0,1 1 7 15,1 0-6-15,-2 1 9 0,-1 0 3 0,-3 0-5 0,0-2 8 0,-1 1-10 16,-2 0-1-16,0-1 3 0,-2 0-7 0,-2 0 3 0,0 0-1 15,-2-1-4-15,-1 1 4 0,-2-1-2 0,-1 0 0 0,-3-1-4 0,1 0-2 16,-3-1 0-16,-2 1-9 0,0-1-7 0,-3 0-22 0,-2-1-41 0,-2-1-28 16,-2 0-42-16,-3 0-50 0,-2-2-15 0,-3-1-38 0,-5-3-14 15,-6-3 9-15,-5-4-75 0</inkml:trace>
  <inkml:trace contextRef="#ctx0" brushRef="#br0" timeOffset="119813.99">4992 10745 972 0,'-7'-3'196'0,"2"1"-144"16,2-1-44-16,7 1-6 0,5 1 10 0,1 0 22 0,3 0 8 16,3-1-2-16,1 1-6 0,5 0-15 0,3 0-9 0,3 1 0 0,4 0-2 15,1 0-1-15,4 1 4 0,3 0-3 0,1-1 6 0,3 0 5 0,2-1 8 16,2-1 11-16,3 0 4 0,2 0 2 0,3 0 5 0,1-1 8 0,3 1 1 15,4-1 1-15,2-1-5 0,2 1-12 0,1 0 1 0,3 0 1 16,1-1-6-16,3 1 1 0,1-1-9 0,1 1-3 0,2 0 5 0,3 1-7 16,2 0 5-16,2-1-8 0,0 0-7 0,0-1-3 0,1 1 3 15,0-1 5-15,1 0-8 0,-1 1 5 0,0 0-11 0,-1-1 2 0,1 0 10 16,-2 0-6-16,0 0 1 0,-2 0-7 0,-2 1-5 0,-1 1-2 0,-3 1 2 16,-2 0 4-16,-2 2 1 0,-3 1-3 0,-2 1-4 0,0 2-4 0,-3 3-9 15,0 1-4-15,-3 2-31 0,-1 5-63 0,-1 3-106 0,-3 3-163 16,2 4-135-16,-3 5-331 0</inkml:trace>
  <inkml:trace contextRef="#ctx0" brushRef="#br0" timeOffset="128846.52">27930 9909 29 0,'15'-6'9'0,"2"1"-1"0,5-1 2 15,-1 2 3-15,-2 1-1 0,1 1-4 0,2 0-1 0,0 1-5 16,1 0-3-16,3 1-3 0,-1 1-7 0,1 1-26 0,1 1-7 0</inkml:trace>
  <inkml:trace contextRef="#ctx0" brushRef="#br0" timeOffset="144149.03">4264 5082 35 0,'-27'23'22'0,"-2"2"4"16,-4 7 3-16,6-1-2 0,7-4-2 0,4 2-11 0,2 1-3 0,4-1-2 16,3 2-4-16,4 0-1 0,4 0-3 0,3-3 0 0,4 2 2 0,3-3-1 15,3 2 1-15,2-2-2 0,3 3-2 0,3-1 2 0,2 2-3 16,4-3-1-16,3 1 1 0,2-2-1 0,2 1 2 0,3 0 6 0,2 0 2 16,2 0 6-16,1-2 2 0,4-1-1 0,1-2 0 0,2 0 0 0,2 0-2 15,1-2 3-15,-1 1-3 0,4-3-1 0,0-3-4 0,1-1 1 16,1-1 2-16,1-3-3 0,0-2 3 0,3-1 1 0,-1-3-2 0,-1-1 3 15,0-2 0-15,0-1 0 0,-1-1 1 0,2-2-4 16,-2-1 1-16,0-2-2 0,-1-2 2 0,0 0 1 0,2-2 2 0,-2-1 0 0,1-2-2 16,-1-2-1-16,-3-2-1 0,1-3 0 0,0-2-2 0,2-1 1 0,0-1 1 15,-1-1-2-15,-1-1 4 0,2-2-5 0,-3 1-1 0,-1-3-2 16,-3 1-1-16,-3-2-1 0,1 2 5 0,-2-2 2 0,-2 0-2 0,-2-1 0 16,-1-1-2-16,-3-1-2 0,-2 0 3 0,-1-1-2 0,-2 0-1 15,-2-2 1-15,-2-1-1 0,0-1 3 0,-4 0-3 0,-2 1 3 0,-4 0 0 16,-5 2 1-16,-2-2 1 0,-1-1 3 0,-4 2 4 0,-2-3-2 0,-2 1 5 15,-3 0-2-15,-2-3-2 0,-2 2 0 0,-2 0-1 0,-3 0-3 0,-2-1-1 16,-3-1-1-16,-1-1 0 0,-1 2 0 0,-5 0 0 0,-1 0-3 16,-2 1 0-16,-4 0 5 0,1 1 1 0,-2 0 2 0,-3 0 1 0,-2 1-5 15,0 1 1-15,-4 1-2 0,0 3 3 0,-2-1-2 0,-2 3 0 16,0-2 0-16,-1 2-3 0,-1-1 0 0,0 2-2 0,-2 2 1 0,-2 4 0 16,-3 0 1-16,0 1-2 0,-1 2 1 0,1 2-1 0,0 1-3 0,-3 2 1 15,0 2-1-15,1 0-1 0,-1 1 2 0,1 1 1 0,0 2-2 16,-1 1 4-16,-1 2 2 0,-2 2-2 0,3 0-1 0,-1 3-3 0,2 2-1 15,-1 2 1-15,-1 2 1 0,0 3 0 0,1 3 1 0,-1 4 0 0,1 2-1 16,0 0 2-16,-1 5 1 0,0 2-5 0,1 2 2 0,1 7-6 16,-1 3-1-16,-1 5 1 0,3 4-3 0,0 1-2 0,3 2-5 0,2 0-3 15,2 4-4-15,3 0-7 0,2 0 0 0,2 3-2 0,3 1-23 16,3 2-15-16,5 0-13 0,1 2-16 0,6-2 1 0,3-1-6 0,3-1-162 16</inkml:trace>
  <inkml:trace contextRef="#ctx0" brushRef="#br0" timeOffset="144965.58">7192 7087 277 0,'19'-21'-87'0,"2"0"123"16,9-7 35-16,0 5-23 0,0 4-13 0,2-1-4 0,3 0-4 0,1 3-5 16,4-1-5-16,0 3-6 0,3 1-2 0,2 3 0 0,0 1-1 15,4 2-3-15,0 1 0 0,3 3 0 0,0 2-2 0,1 1 1 0,-2 3-3 16,1 1-1-16,0 2 2 0,0 1-2 0,2 0 1 0,-2 1-2 0,1 0 1 15,-1 0 0-15,-1 2-1 0,0 1 0 0,-3-1 0 0,-1 0-1 16,-1 0-1-16,-2-1 1 0,-2-2 1 0,1 2 0 0,-3-2 2 0,-2-1-2 16,-1-1 3-16,-2-1-2 0,-1-2 1 0,-4-1 2 0,-1-1-2 0,-3-3 2 15,0-1 2-15,-2-2-1 0,0-2 3 0,-1-1-1 0,-3-4 2 16,0-1 0-16,-1-4-1 0,-2 0 3 0,-1-2-1 0,0-2 2 0,-3 1-1 16,-1-2 3-16,-1 0 0 0,-1-2 1 0,-1-2 2 0,-1 0 1 0,-1-2 2 15,0 1 2-15,-2 0-3 0,-1 1-1 0,0-1-3 0,0 0-4 16,-1-2 1-16,0 2-4 0,-1 0 5 0,-1 1 0 0,-1-1 4 0,-1 3 2 15,-3-1-4-15,0 1-1 0,-2 2-3 0,-1 0 3 0,-2 2-4 16,-1 0 1-16,-2 2-2 0,-1 1 0 0,0 1 2 0,-1 0-5 0,0 1 0 16,-2 1-2-16,0-2-1 0,1 0 3 0,-3 2-2 0,0 0-1 0,-1 1 0 15,-1 1-3-15,-2 1 0 0,1 0 0 0,-2 1 0 0,-1 0 2 16,2 1-2-16,-2 1-1 0,-2-2 0 0,-1 0 1 0,-2 0 2 0,0 0 0 16,0 0-1-16,-2 1 0 0,-2-1 0 0,0 0 2 0,-2-2-1 0,0 0 2 15,0-2-1-15,-2 0 6 0,1 0 1 0,-2-1 2 0,-3-1 1 16,2-2-4-16,-1 0 1 0,-1-1 0 0,1-1-1 0,-1 1-1 0,-2-1 1 15,0 0-4-15,-2 1 2 0,-1 0-2 0,0 0 3 0,-2 1 3 16,1-1-4-16,-3 0 4 0,-2 1-3 0,0 0 2 0,0 2 0 0,-1 1 0 16,1 1 3-16,0 1-2 0,-1 2-2 0,-2 2 1 0,2 1-3 0,-1 0 2 15,0 2 1-15,-2 0-2 0,0 1 1 0,0 1 2 0,0 1 0 16,2 1-1-16,0 1 1 0,-1 1-4 0,1 2 0 0,-1 2 0 0,-1 2-4 16,1 2 4-16,-1 1-4 0,0 1-3 0,1 0 4 0,0 1 1 15,1 2 0-15,1 0 0 0,2 2-2 0,-1 2 0 0,2 1 2 0,-1 3 3 16,1 4-4-16,0 2 0 0,-1 1-1 0,-1 4 0 0,-2 1 1 0,-1 2-2 15,0 2 1-15,1 2-2 0,1 2-2 0,0 0-2 0,2 1-1 16,1 1 2-16,1 2-2 0,-1 3 10 0,1 1-4 0,2-2 4 0,3 0-4 16,6-3 0-16,3-1 3 0,4-2-7 0,1-2 3 0,2 0-5 0,2-1-5 15,2 0 1-15,5 0-2 0,1-2-7 0,3-3 1 0,3 1-1 16,3-4 6-16,3 2 2 0,2-2-4 0,2-1-7 0,3-1-8 0,2-2-4 16,2-1 5-16,1-2-6 0,2 2 3 0,1-1 1 0,3 0-7 15,-1 0 5-15,1-3-8 0,0 0-9 0,0-3-4 0,1 1-9 0,0-2 0 16,1 1 6-16,-1-1 3 0,-2 0 9 0,0 0-1 0,-2 0 0 0,-1 1 1 15,-1 1-2-15,-1-1-2 0,-2 2 7 0,-1 0 2 0,-2 0-67 16,-1 1-2-16</inkml:trace>
  <inkml:trace contextRef="#ctx0" brushRef="#br0" timeOffset="145398.58">4667 7919 29 0,'-7'29'39'0,"-2"2"11"0,-3 9 1 0,3-6-2 0,1-4-7 0,2 0-10 15,1 1-8-15,4-3-7 0,2 1-6 0,1-2-4 0,3 0 1 16,1 0 0-16,2 0 4 0,2-1 1 0,-1 2-2 0,1-1 0 0,-2-1 0 16,4 1-1-16,0-2 3 0,2 2 0 0,1-1 1 0,0 1 2 0,3 0 0 15,0-2 0-15,1 0 2 0,1-3 0 0,3 0-1 0,0-2 1 16,3-2-1-16,0 0-1 0,3 0 0 0,0-3 0 0,0-2-1 0,2 0 5 16,-1-2 3-16,2-2 1 0,0-2 3 0,0-1 2 0,2-3 0 15,1-2 0-15,2-1-1 0,-1-2-2 0,0-2-1 0,-1-1 1 0,1-2-1 16,2-2 1-16,0-1-3 0,2-4-7 0,1 1 0 0,-1-5-4 0,2 0 3 15,0-2 3-15,0-1-3 0,0-1-1 0,2 0-2 0,-1-2-3 16,-2-1-1-16,2 1 0 0,-5-2 0 0,0 2-4 0,0-1 1 0,-4 2 2 16,1 2-1-16,-2-1-1 0,-2-1-4 0,-2 2-2 0,-1 0-3 0,-3-1 4 15,-1 1-2-15,-4-2 2 0,1 2 10 0,-2-2 0 0,-2 0 4 16,-3 2 2-16,-3-4-11 0,-2 1 2 0,-3 0 1 0,-1-2-4 0,-2 1 4 16,-2-2-2-16,-1 1-3 0,-3-3-2 0,-2-2-1 0,-1-2 0 0,-3 0-1 15,-3-2 0-15,-1 2-4 0,-4-1 2 0,-2 0 3 0,-1-1-2 16,-1 0 2-16,-5 1 4 0,1-2 4 0,-5 2 1 0,-2-2-1 0,-2 0-7 15,-1-1-3-15,-3 2 0 0,0 1-3 0,-4-1 2 0,-2 1-7 0,-3-1-4 16,-3 3 0-16,-3 1-5 0,-3 5 0 0,-3 4-3 0,-3 3 3 16,-3 5-2-16,-3 2 0 0,-2 3-1 0,-3 4 0 0,-2 4-4 0,0 5 0 15,-3 5 0-15,-1 5-4 0,1 5-8 0,-4 8-18 0,-1 6-10 16,1 9-4-16,0 6 6 0,0 6 4 0,5 5-12 0,4 7-35 0,3 3-155 16</inkml:trace>
  <inkml:trace contextRef="#ctx0" brushRef="#br0" timeOffset="149665.1">26497 7763 6 0,'-3'-5'4'0,"1"0"-2"0,-1-2-2 16,0 1 0-16,1 0-1 0,0 0 1 0,-1 1-1 0,0-1-8 16</inkml:trace>
  <inkml:trace contextRef="#ctx0" brushRef="#br0" timeOffset="163754.21">30476 8273 313 0,'-21'9'5'0,"-5"5"-9"16,-3 4-4-16,1 0-2 0,3-2-3 0,1 3-2 0,0 3-5 0,-1 0-13 16,0 3-21-16,-2 0-92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9T10:42:38.5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21776 7322 242 0,'-12'-9'125'0,"-1"0"-102"0,0 0-9 0,2 3-6 15,4 1-4-15,1 2-3 0,2 1-1 0,2 0-4 0,0 1-5 16,1 0-8-16,2 0-2 0,0 2-1 0,2-1 2 0,0 1 4 0,3 0 4 15,1 0 4-15,1 1 1 0,2-1 2 0,0 1 2 0,2 0-1 0,2-1 1 16,2 1-1-16,0-1 1 0,4 1-3 0,2-1-1 0,-1 2 0 16,3-1-1-16,1 2 3 0,0 1 1 0,3 0 1 0,-1 1 3 0,2 2 1 15,0-1 1-15,3 1 3 0,-1 0 4 0,3 0 3 0,1-1 7 0,2 1 2 16,3 0 4-16,0 0 3 0,1 0 6 0,3 0 6 0,2 0 8 16,4-1 5-16,5-1 1 0,3 2-11 0,4 0-15 0,1 2-11 0,2 0-13 15,2 1-5-15,-2 0-1 0,2 2 0 0,1 0-1 0,1 2-2 16,1-1 1-16,-1-1-3 0,0 1-4 0,0-1 3 0,0 1 2 0,-1-2 2 15,-2 1 5-15,-1 1 0 0,-3-2 2 0,-1 0-2 0,1-3 1 0,-2 2-1 16,0-2-1-16,-1-1 2 0,1 0-1 0,-1-1 5 0,0-2 2 16,3-1 0-16,-3-1 1 0,-1-1-6 0,1-1-2 0,-3-1 3 0,1-3 2 15,-2-1 8-15,0-1 7 0,2-2 3 0,-1-1-2 0,1-1 2 16,-3-1-2-16,-1-2 3 0,0-2 4 0,2-4 3 0,-1 0 1 0,-1 2 1 16,-2-1 1-16,-1 0-6 0,-3-1-2 0,1 1-4 0,-3-1-3 0,-1-2 2 15,-3 2 5-15,-4-2-2 0,0-1 5 0,-3 1 1 0,-1-1 1 16,-4-1 3-16,-2 1-5 0,-5-2 11 0,-1-1 2 0,-4 0 4 0,-3-3 9 15,-2 2-11-15,-2-3-3 0,-1 2-8 0,-3-3-7 0,-2-1-6 0,-2-1-7 16,-1 0-1-16,-1-2-8 0,-3 2 4 0,0-1 1 0,-3 2-6 16,-1-1-1-16,-1 1-9 0,-2 0-4 0,0 1 2 0,-2 0-9 0,-1 2-1 15,-2 1 0-15,-1 0 2 0,-2 0 7 0,-2-1 6 0,0 2 1 16,-2-1 0-16,-3 2 1 0,0 1-1 0,-3 0 4 0,-1 1-2 0,-3-2-5 16,-2 2-4-16,-4 0 3 0,-2-1-8 0,-2 1-6 0,-3 1-2 0,-3-1-4 15,-4 0-5-15,-5 1 4 0,-3 0 1 0,-4 1-2 0,-1 2-1 16,-5 0 5-16,-1 2-1 0,-3 2 2 0,-2-1 6 0,-1 2-1 0,-2 2 0 15,-2 2-2-15,-3 4-1 0,-5 2 3 0,0 3 3 0,-5 2 4 0,-1 2 5 16,0 4 0-16,-2 2 3 0,1 3 1 0,-2 2-1 0,1-1 2 16,1 4-2-16,3 1 4 0,2 2 1 0,1 1-8 0,2 2 1 0,2 1-9 15,2 2-5-15,2 3 0 0,4 2-5 0,3 2-3 0,4 1-2 16,6 2-4-16,5 1-18 0,5 4-29 0,3 1-37 0,4 0-36 0,4 4-24 16,4 0-15-16,5 4-3 0,1 3-86 0</inkml:trace>
  <inkml:trace contextRef="#ctx0" brushRef="#br0" timeOffset="6217.65">23104 8194 136 0,'-8'2'2'0,"-2"3"-6"0,-1 2-3 0,0 0 0 0,1 1-4 15,0-1-1-15,0 1-4 0,1-1-5 0,1 1 0 0,1 0-14 0</inkml:trace>
  <inkml:trace contextRef="#ctx0" brushRef="#br0" timeOffset="10634.66">19204 15177 11 0,'-4'3'13'0,"1"0"-2"0,-2 1-3 0,2-1-3 0,1 1-2 15,0-1-4-15,1 1 1 0,-1-1-2 0,1 1 0 0,0-1 1 0,1 0 0 16,0 0 1-16,0 0-2 0,0-1 2 0,1 0 1 0,0-1 1 0,1 0 1 16,-2 0 0-16,2 0 2 0,0 0 1 0,0 0 4 0,1 0 3 15,-1-1 2-15,0 0 6 0,0 0 1 0,-1-1 5 0,0 2 7 0,-1-2-1 16,0 0 2-16,1 0-1 0,-1 1-5 0,0-1-2 0,0 0-4 16,-1 0-3-16,1 0-5 0,1 0-3 0,-1 0-3 0,0-1-1 0,0 1-3 15,0 0-2-15,0 0-1 0,1 0-1 0,-1 1-2 0,1 0 1 0,-1 0-2 16,1 1 0-16,-1-1 0 0,0 2-2 0,0-1 1 0,0 1 1 15,0 0 0-15,1 0 1 0,-2 0 1 0,1 1-2 0,0 0 3 0,-1-1 0 16,1 1 3-16,-1-1 4 0,0-1 2 0,1-1 7 0,-1 1 2 0,1 0 6 16,-1-1 1-16,-1 1 2 0,1-2 0 0,0 1-5 0,0 0-1 15,-1-1-3-15,0 1-4 0,1-2-2 0,-1 2-5 0,1-1-2 0,-1 0-1 16,0-1-3-16,1 1 0 0,-1 0-2 0,1 0-1 0,0 1 2 16,-1-1-2-16,0 1-3 0,1-1 1 0,0 1-2 0,-1 1 1 0,1-1 1 15,0 0 1-15,0 0-1 0,0 0 5 0,-1 0-2 0,1 0 1 0,0 0 3 16,1 0-2-16,-1-1 1 0,1 0 3 0,-1 0-1 0,1-1 3 15,0 0 2-15,0 0 0 0,0 0 1 0,0-1 1 0,1 0 2 0,-1 0-3 16,1 0 2-16,0 0 0 0,0 0-1 0,0-1 1 0,1 1-2 0,-1-1-4 16,0 0 2-16,0 0-1 0,0 0-1 0,0 0-2 0,0 0 2 15,0 1 0-15,0-1 1 0,0 1 2 0,0-1-3 0,0 1 0 0,1 0-1 16,-2 0 2-16,2 0 1 0,-1 0-3 0,1 0-3 0,0 0-5 16,0 1 3-16,1-1 1 0,-1 1 3 0,0-1 0 0,0 0-2 0,-1 0 1 15,1 0 5-15,0 1 4 0,0-1 3 0,0 1 2 0,0-1-1 0,-1-1-1 16,1 1 1-16,-1-1-1 0,1 1-3 0,-1-1 0 0,0 0-4 15,1 0 5-15,-1 0 2 0,0 0 2 0,1 0 5 0,-1-1 0 0,0 1 3 16,0-1-2-16,0 0 4 0,0 2-2 0,0-2-1 0,1 1 3 0,0-1-6 16,0 1 2-16,0-1 0 0,-1 1-2 0,1 1 3 0,-2 0-1 15,1 0-2-15,0 1-2 0,0 0 0 0,1 0-1 0,-1 0-2 0,0 1 1 16,0 0-6-16,-1 0-2 0,1 1 0 0,0-1-2 0,0 0 1 16,0 0 0-16,1 0-3 0,0 0-1 0,1 0 3 0,1 0-1 0,0 0-1 15,2-1-4-15,0 1-1 0,1 0-1 0,1-1 5 0,0 1 2 0,2 0-9 16,1 0 2-16,2 0-2 0,0 0 2 0,1 0 5 0,3 1-5 15,1 0 1-15,1 0-3 0,0 0 0 0,1 1 8 0,0-1-1 0,0 1 3 16,0 0 0-16,1-1 4 0,0 1 4 0,1-1 8 0,1 1-3 0,-1-1-1 16,1 0 1-16,-1 0-2 0,2 0 1 0,0-1 5 0,1 1-7 15,0-2 7-15,0 1-2 0,-1-1-2 0,0 0 2 0,-1-1-8 0,2 1 1 16,-1 0 1-16,2-1-5 0,0 1 1 0,-1-1-3 0,1 0 0 16,-1 0 0-16,1 0 2 0,0 0 0 0,-2 1-6 0,2 0 1 0,-3 0-6 15,2-1 8-15,-2 1 9 0,-1 0 1 0,0 1 8 0,-1 0-4 0,-1-1-2 16,1 1 0-16,-1-1-6 0,1 2-7 0,-1-2 2 0,-1 1 1 15,0 1-2-15,-2-3 5 0,0 2-6 0,-1 0-7 0,1-1 8 0,0 0-5 16,1 0-8-16,-1-1 8 0,1 0-6 0,1-1 2 0,-1 0 3 0,1 2-1 16,0-2-9-16,-1 1 4 0,0 0 8 0,0-1 1 0,0 1 7 15,-3-1-4-15,1 1-6 0,-1 0-3 0,-1 0 2 0,-2 1 2 0,1 0-1 16,-1 0-3-16,-1-1 3 0,0 0-1 0,-2 2 3 0,0-2 2 16,1 2-2-16,-1 0-2 0,0 0 3 0,-1 0-1 0,0 0 1 0,-2 0-4 15,2 0-5-15,-1 0 0 0,1 1 0 0,-2 0 6 0,2-1-2 0,-1 1 2 16,0-1 1-16,-1 1-6 0,-1 0 5 0,0 1-1 0,0-1-7 15,0 2 0-15,0-1-1 0,0 0 3 0,0 1 4 0,0-1 4 0,0 1-5 16,0 1 0-16,-1 0 0 0,-1 0-6 0,0 0 7 0,0 1-4 0,0 0 0 16,0 0 3-16,0 1-1 0,0 0 2 0,0 0-2 0,0 1 4 15,0 0-3-15,-1 1 0 0,1 0 3 0,1 1-5 0,0 0-2 0,-1 1-3 16,0 1 4-16,-1-1 3 0,1 2 5 0,0 0-8 0,0 0 1 16,-1 2-1-16,0 0 0 0,-1 1 5 0,-1 1-10 0,0 2 6 0,-1 0 1 15,0 1-4-15,-1 1 7 0,1 0-9 0,-2 1 11 0,1 2-3 0,-1 2-1 16,0 1 8-16,1 1-16 0,-1 2 8 0,-1 0-1 0,1 2-7 15,-1 1 6-15,-1 3-2 0,1 1-3 0,0 1 4 0,0 2 2 0,0-1-1 16,0 1 4-16,0 1-5 0,0 2-2 0,-1 2 2 0,0 1 6 0,1 3-5 16,-1 1-2-16,1 2 1 0,0 3-3 0,0 0 3 0,1 2 1 15,0 1-4-15,1-1 0 0,1 0-4 0,1 0-2 0,1-2 0 0,1 0 4 16,1 1-1-16,1 0-3 0,0 0 5 0,2-1-5 0,1 0-5 16,0 0 5-16,0 2-3 0,0-1-19 0,-1 1-15 0,2 0-3 0,-5-29 4 15,2 9 14-15,-1-2 21 0,1 6 3 0,0 0 1 0,0 5-12 0,0-1-3 16,0 7 4-16,1-2 1 0,-2-2 11 0,-1 1-3 0,1 0 1 15,0-2 1-15,-1 1 3 0,0-3 23 0,-2-20 0 0,0 1 1 0,0-1 2 16,0 3-23-16,1 0-3 0,-1 2-2 0,0-1 4 0,0 3 4 0,0-1 3 16,0 3-1-16,0-1 4 0,0 3 20 0,0-2-7 0,0 3-5 15,0-1-9-15,1 2-15 0,-1-2-5 0,0 0 5 0,1-1 5 0,0-2-12 16,-1 0 7-16,1-2-11 0,1-2-20 0,-1-1-21 0,1-3-26 16,0-1-26-16,0-2-19 0,0-3-29 0,1-2-26 0,0-2-40 0,1-2-13 15,-1-3 6-15,2-4 32 0,-1-4-22 0</inkml:trace>
  <inkml:trace contextRef="#ctx0" brushRef="#br0" timeOffset="11501.16">19487 12971 39 0,'-6'-8'37'16,"0"2"12"-16,-2-2 1 0,2 3 0 0,1 1 6 0,0 1 2 15,0 1-1-15,1-1 2 0,-2 0-2 0,0 0 4 0,0 0 5 0,-2 0 2 16,-1 2 0-16,-1-1-2 0,0 0-4 0,-1 1-3 0,0-1-3 16,0-1-8-16,0-1-5 0,1 1-5 0,1-1-4 0,1 1-3 0,1 0-6 15,1-1-7-15,3 0-6 0,1 1-6 0,1-1-7 0,1 2-5 0,2-1-2 16,1-1-2-16,5 1 4 0,2-2 5 0,5 0-2 0,5 1 7 15,3-2-1-15,4 2-1 0,3-1 3 0,3 1-2 0,3 1 1 0,6 0 2 16,1 1-3-16,5 0 1 0,4 1 1 0,3 1-1 0,4-1 1 0,4 1-3 16,1 0 0-16,1 0 2 0,4-1 1 0,1-1 2 0,3-1 3 15,1-1 11-15,3-3 7 0,1-2 11 0,1 0 4 0,-1-2 3 0,1-1-3 16,1 0-3-16,-2 1-5 0,2 1-5 0,0-3-3 0,0 1-4 16,-2 0-1-16,-1-1-1 0,-1 1-3 0,-1 0-5 0,0 2 6 0,0 1-10 15,-3 1 0-15,-4 2-5 0,-2 1-1 0,-2 1 1 0,-3 1 3 0,-1 1 6 16,-2 1-1-16,-4 0-1 0,-5 2 5 0,-4 0-8 0,-2 2 3 0,-4 1-2 15,-1 3-5-15,-1-1-4 0,-4 3-1 0,0 2-3 0,-5 0 1 16,0 2 11-16,-3 4-1 0,-1 0-1 0,-2 3 3 0,-1 2-9 0,-1 2 3 16,-2 2-2-16,-3 3-5 0,-1 1 6 0,-2 2-4 0,-3 1 1 15,-1 2 5-15,-3-1-4 0,-2 1 4 0,0-1 0 0,-2 3 0 0,-1-2-1 16,-1 2-3-16,0 2-1 0,-2 0 5 0,1 0 7 0,-1 3-3 0,0 1 8 16,0 2-14-16,0 3-3 0,1 3-2 0,-2-1-4 0,2 3 3 15,1 1 1-15,0 1 3 0,1 3-1 0,-1 2 0 0,1 3 2 0,0 4-7 16,0 1 0-16,1 4 3 0,-1 0-6 0,0-2 5 0,1 4 2 15,-2 0-1-15,2 3 1 0,-2 4 2 0,1 3 6 0,1 3-6 0,-2 2 1 16,2-1 2-16,1-1-6 0,-1 0 5 0,2-2 2 0,0-3-4 0,0-1 3 16,1 0-3-16,1-3-3 0,0 1-3 0,2-1-1 0,0-4 2 15,-1 1 10-15,1 0-5 0,0 0 5 0,0 3-8 0,1 0-7 0,-1 3 13 16,0 0-6-16,0-3 9 0,0 2 3 0,1-2-5 0,-1 1 6 0,0 2-7 16,0-1-2-16,0-1-6 0,-1-1 5 0,-3-40 5 0,2 9 1 15,0 1-1-15,1 9-2 0,1 1-6 0,0 10-5 0,0 2 0 0,3 9-2 16,-6-39 13-16,1 4 4 0,-2 1-9 0,2 4-6 0,0 0-18 0,0 7-24 15,-1 0-5-15,1 6-24 0,0 0-35 0,-1 4-2 0,1-1-15 16,-1 5-22-16,0-1-6 0,0 3-4 0,0-1 0 0,0 6 16 16,-1-2 16-16,1-1 15 0,1-2 14 0,0-2 20 0,0-1 30 0,0 0 12 0,1 5 11 15,1-3 5-15,0-4 24 0,-1-5 0 0,0-30 0 0,0-32 0 0,0 0 0 0,-1 0 0 0,1 0 0 0,-1 0 0 0,0 0 0 0,-1 0 0 0,0 0 0 16,-1 0 0-16,-1 0 0 0,0 0 0 0,-1 0 0 0,-1 0 0 0</inkml:trace>
  <inkml:trace contextRef="#ctx0" brushRef="#br0" timeOffset="12267.91">19206 10649 678 0,'-18'-25'93'0,"0"1"-25"0,-5-3 13 0,6 8-10 16,6 6-13-16,4 3-4 0,1 0-5 0,2 1-12 0,1 1-7 0,1 1-9 15,1 1-5-15,0 0-3 0,1 2-4 0,1-1-7 0,1 2-1 16,0 1-1-16,2-2 0 0,2 0 0 0,3 0-2 0,4 0 0 0,4 0-2 15,4 0 2-15,2-1 1 0,5-1 0 0,3-1 2 0,6-1-4 0,3 2 2 16,7 0 1-16,4-1-3 0,5-1 5 0,4 1-6 0,4-1 2 0,7 1 2 16,3 0 0-16,4 0-1 0,3 0 1 0,2 2-1 0,4 0-3 15,1 0 4-15,3 0-2 0,1-1 1 0,2 0 2 0,0-1 3 0,1-1 7 16,1-2 6-16,2 0 13 0,4-4 11 0,-1 0 2 0,1 0 1 0,-1 0 4 16,-2 2-6-16,0 0-2 0,0 0-5 0,0 2-11 0,2 1-8 15,-4 0 0-15,-1 2-1 0,2 0-2 0,-3 2 0 0,0 0-2 0,-2 2-2 16,0 0-3-16,-4 2-4 0,-3 2 0 0,-4 2-4 0,-6 1 4 15,-3 2 0-15,-1 2-2 0,-4 2 4 0,0 0-4 0,-5 3 3 0,-2 1-6 16,-3 2-1-16,-3 1-1 0,-2 3 0 0,-1 3 2 0,-3-1 2 0,-1 3 0 16,-2 1 1-16,-2 1-2 0,-3 4 5 0,-2-2-3 0,-2 1 1 15,-3 0-2-15,1 1 1 0,-2-1 2 0,0 4 2 0,-2 0-8 0,0 2-1 16,-2 2-8-16,-2 1-2 0,-2 2 11 0,-2 2-4 0,-2 3 8 0,-2 2 2 16,-1 3-7-16,-2 2 3 0,-2 3-2 0,-3-1-2 0,-1 2 0 15,0 0 1-15,0 2-7 0,-1 5 11 0,-1 3-4 0,-1 4 1 16,0 2 9-16,0 5-6 0,1 2 2 0,0 5-3 0,2 3-10 0,1 1 15 15,2 4-1-15,-1 1 0 0,3 3 5 0,1 2-11 0,2 4-2 0,-1 2 9 16,2 2-2-16,1 2-5 0,0-1 0 0,1 0-10 0,1-3-4 16,-1-1 15-16,2 4 6 0,1 4 2 0,3 3 6 0,1 1-11 0,0 1 1 15,-1-6 8-15,-1-4 0 0,0-1-5 0,-1-5-4 0,-1-3-3 0,0 1 2 16,-1 0 2-16,-1 1 0 0,1 0-2 0,-1 2-9 0,2 0 1 0,-1 0-1 16,1 2-1-16,3 4 2 0,-2 7-1 0,4 5-19 0,0 2-44 15,1 3-21-15,0 2 0 0,-2 0 13 0,-2-2 44 0,-1-2 21 0,-2-4 9 16,-3-5 9-16,-2-1 0 0,-2-3 5 0,-3 1 2 0,-8-56 6 0,2 15 1 15,-1 1 1-15,1 13 7 0,-2-1 6 0,1 15 8 0,-3-49 9 16,-1 6-11-16,1 6-15 0,-1 8-13 0,0-1-19 0,-1 9 0 0,0-1-11 16,-1 5-17-16,0-2-9 0,-1 8-28 0,0-3-15 0,-1 6-18 15,0 0-38-15,-1 3-34 0,0 2-28 0,1 14-17 0,-2-6 226 0,1-7 0 0,0-6 0 0,0-6 0 0,0-9 0 16,1-7 0-16,0-47 0 0,0-21 0 0,0 0 0 0,1 0 0 0,0 0 0 0,0 0 0 0,0 0 0 0,2 0 0 0,-1 0 0 0,0 0 0 0</inkml:trace>
  <inkml:trace contextRef="#ctx0" brushRef="#br0" timeOffset="13267.92">19243 8414 760 0,'-14'-13'-42'0,"0"0"97"0,1-2-11 16,8 6-13-16,5 4-15 0,3 2-13 0,3 1-1 0,4 2-5 0,3 1 1 16,2 3 2-16,5 2-1 0,4 1 1 0,2 2-1 0,5 2-2 15,2-1-1-15,6 3 1 0,1 1 0 0,4 1 0 0,4-1 1 0,4 3 1 16,3 0 0-16,3 1 0 0,1-2 0 0,2 1-1 0,3-1 0 0,2-2-1 15,3-1 0-15,2 0-1 0,2 0 3 0,3 0 2 0,3-2-1 16,1-1 4-16,3 0-3 0,2-1-1 0,0 0-1 0,5-1 0 0,0-2 3 16,5 0 0-16,0-3-2 0,1 0 2 0,2-2 2 0,-4-1 0 0,1 1 1 15,-3-1 0-15,-1 0-4 0,-4-1 9 0,0 0 12 0,-4-2 12 16,-2-1 15-16,0-1 1 0,-3-1-2 0,-1 0-1 0,0-2-7 0,-3 0 0 16,0 0 2-16,-1-2-1 0,-2 1-6 0,0-1-6 0,-1 0-3 15,-2 0-7-15,-2 2 0 0,-2 0-4 0,-3 1-2 0,-1 3-3 0,-3 0-4 16,-1 2 1-16,-1 1-8 0,-2 0-1 0,-1 2 1 0,-1 2-4 0,0 0 5 15,-1 1 0-15,1 2-2 0,0 2-2 0,-2 1 1 0,0 1-1 16,-2 1 0-16,-2 1 0 0,0-1 2 0,0 1-2 0,-5 1 3 0,-1 2 0 16,-2 0-4-16,-2-1 4 0,-1 2-1 0,-4 0 0 0,1 0 4 0,-4 2-4 15,1 1 2-15,-1 0-4 0,1 1 1 0,-3 2 1 0,0 2 0 16,-2 4 10-16,-3 1 0 0,1 2 0 0,0 1 3 0,1 2-3 0,0 2 2 16,-1 5 4-16,1 1 2 0,0 3 1 0,-1 2-2 0,2 1-4 15,1 1 2-15,-1 3-11 0,2 2 0 0,0 2 10 0,1 5 1 0,2 1 6 16,-2 3-2-16,0 1-7 0,0 0-5 0,-2 0 3 0,0 1 4 0,1 1 1 15,-1 2 23-15,0 2 13 0,0 1 17 0,-2 3 17 0,-2 0 2 16,-1-1-5-16,0 0-11 0,-3-1-12 0,1-1-13 0,0-1-7 0,-3 0-3 16,3-2 2-16,-2 4-7 0,1-1-5 0,-2 1-7 0,1 1-9 0,1-2-13 15,-1 5 5-15,0 10-9 0,3 14-22 0,6 19-77 0,6 21-155 16,11 15-48-16,5 7 39 0,2-4 91 0,-5-17 120 0,-9-20 74 0,-9-21 7 16,-7-17-3-16,-4-7 5 0,-2-2-10 0,-1 0 1 0,-1 1 6 15,2 3-6-15,1-2 13 0,0 1 1 0,0-3 5 0,-1-2 12 0,2-1-3 16,0-2 3-16,1-1 4 0,-1 0-1 0,2-1-6 0,-1 2 7 0,2 0-3 15,-2 2 2-15,2 2 1 0,-1 3-2 0,1 2-10 0,-3 1-4 16,1 3-2-16,0 0-9 0,0 0-1 0,-2 0-10 0,1 0-6 0,-2 0-1 16,0 0-1-16,0 3 3 0,-2 0-3 0,1 1 4 0,-2-3-2 0,0 1 2 15,0-2-3-15,-2 0 1 0,0 0-1 0,-2-4-2 0,-1-2 1 16,-1 0-2-16,0-4-2 0,-2-1 1 0,-1 0 1 0,0-3-6 0,-1 0 2 16,-1-3-4-16,0-3-5 0,-1-1-14 0,-1-2-40 0,1-2-50 15,-3-1-69-15,0-1-75 0,-3 1-91 0,-1 2-91 0,-3 6-44 0</inkml:trace>
  <inkml:trace contextRef="#ctx0" brushRef="#br0" timeOffset="14218.76">21310 17870 105 0,'4'-1'39'0,"1"0"4"0,1 0 3 0,3-1-6 0,2 0-3 16,1 0-7-16,4 0-3 0,0 1-2 0,5-2-2 0,2 1-1 0,2 0-6 15,5 0-3-15,1 0-4 0,4 0 2 0,2 1-2 0,3 1 3 0,2 0 3 16,1 1 5-16,2 0 8 0,1 1-3 0,3 0-2 0,1 1-4 16,1 1-4-16,2-1-2 0,1 2-6 0,2-1 6 0,2 1 0 0,2 1 3 15,2 0 0-15,2 0-5 0,4-1 1 0,2 2-8 0,3 0 2 0,3 0-4 16,3-1-2-16,4 2 2 0,3 0 1 0,2 0-3 0,4 1-4 15,2 0 6-15,3 1-1 0,3-1 8 0,2 1-8 0,2 1 2 0,3-1-2 16,0 1-10-16,0 0 13 0,1-2 17 0,0 1 26 0,-1 0 37 16,-1 0 26-16,0-1 29 0,0 0 19 0,-3-1 9 0,-1-1 18 0,0 0-10 15,-4-1-6-15,-1 0-12 0,-2 0-20 0,-2-2-15 0,-1-1-19 0,-3 0-6 16,0 0-17-16,-3-1-11 0,-1 0-6 0,-1-2-16 0,-4 0 17 16,0-1-11-16,-3 0-3 0,-1-1 4 0,-4 0-40 0,0-1 11 0,-3 1-22 15,-2-2-8-15,-2 1 7 0,-3 0-20 0,-3 0 15 0,-2 0 1 0,-3 0-12 16,-3-1 26-16,-3 1-24 0,-2 1-4 0,-4-1 8 0,-2 1-20 15,-1 0 16-15,-4 1-6 0,-1-1 3 0,-3 0-9 0,-2 1-10 0,-4-1-12 16,0 1-12-16,-3-1 12 0,-1 2-20 0,-3-1-17 0,-1 0-21 16,-3 0-51-16,-2 0-13 0,-1 1-39 0,-2-1-42 0,-2 0-22 0,-4 1-25 15,-2-2 13-15,-3 1 18 0,-4-2 28 0,-4-1 50 0,-4-1-43 0</inkml:trace>
  <inkml:trace contextRef="#ctx0" brushRef="#br0" timeOffset="14951.76">18511 7573 230 0,'18'-33'38'0,"4"-4"8"0,5-8 4 15,3 5-9-15,-1 6-5 0,4 2-2 0,1 0-6 0,3 0-2 0,0 0-8 16,2 2-1-16,2 0-3 0,3 4-1 0,3 2 0 0,1 1-4 15,3 3 0-15,2 1-4 0,1 2 1 0,3 2 1 0,2 3-3 0,2 0 0 16,4 4-3-16,2 2-3 0,4 1 2 0,2 4-2 0,4 0 4 16,3 2-1-16,3 2-1 0,2 2 3 0,3 3-3 0,3 2 2 0,4 2-2 15,4 0 0-15,4 4-1 0,5-1 0 0,4 1-2 0,1-1 0 0,6 1 1 16,1 0-2-16,2-1 1 0,3-3 4 0,2-1 0 0,2-3-3 16,2-2 4-16,2-2 0 0,1-3 1 0,-1-1 5 0,0-2 2 0,-4-2 9 15,-4 0 5-15,-3-2 8 0,-4-1 10 0,1-1 1 0,-2 1 7 0,2-2-1 16,0 2-5-16,2 0-1 0,-1 2-9 0,1 2-5 0,-3 1-1 15,-2 2-8-15,0 2-4 0,-2 3-3 0,1 2-5 0,-3 2 0 0,-1 3 0 16,-1 1-2-16,2 4 2 0,0 4-5 0,-1 0 0 0,-5 2-5 16,-7 2 0-16,-3-1 6 0,-3 3-2 0,0 2 4 0,-2 4-3 0,0 1-4 15,-3 3-2-15,-3 1-8 0,-4 2 5 0,-3 2 4 0,-1 2 6 0,-1 5 4 16,-2 2-2-16,1 5-5 0,-2 3 0 0,-3 3 0 0,-5 2-1 16,-3 2-1-16,-1 3 3 0,-2 6 0 0,0 4 0 0,-2 5 0 0,-1 7-2 15,-2 2-2-15,-3 6-2 0,-1 2 0 0,-2 5 0 0,-3 5 2 0,-2 5 2 16,-2 6-1-16,-1 4-1 0,-4 6-3 0,-2 9 0 0,-3 5 1 15,-3 6-13-15,-2 5-3 0,0 10-9 0,-3 5-37 0,-2 9-24 0,0 10-19 16,-1 7-17-16,-1 8 4 0,0 12-8 0,-1 5-11 0,-2 8 3 0,1 6-38 16</inkml:trace>
  <inkml:trace contextRef="#ctx0" brushRef="#br0" timeOffset="30091.95">18496 4360 2652 0,'-41'-7'-312'0,"0"0"-325"0,-8 3-17 0,9 5 194 16,6 6 229-16,0 4 183 0,-1 0 74 0,1 0 11 0,-2 0-17 0,1 0-15 16,0 0-2-16,-2 1-3 0,1 1 0 0,-1 1 4 0,2 2 11 15,-1 0 12-15,1-1 3 0,1 2 0 0,0 2-7 0,3-1-1 0,2 2 4 16,2 2 5-16,0 0 6 0,1 1 0 0,1 2-1 0,0-1-6 0,1 2-6 16,-1 1 3-16,1 4 2 0,1-2 3 0,1 1 3 0,1 0-3 15,0 0 1-15,2-1 4 0,2 3-4 0,3-2-7 0,2 3-2 0,2-1-8 16,2 0-4-16,3 1 4 0,3 1 2 0,3-1 4 0,2 4 8 0,3 0-1 15,3-1-5-15,1 4-6 0,3-1-6 0,0 1-4 0,4 3-2 16,3-3 0-16,1 0-3 0,4 1-8 0,2-1-5 0,1 0-3 0,4 0 0 16,1 0 14-16,3 0 3 0,2 2 0 0,3-1 5 0,2-1-7 15,4 1-1-15,2-2 1 0,1 0 2 0,2 1 3 0,3-1 0 0,2-1-5 16,3-2 3-16,2 0-3 0,2-1 2 0,3 0 3 0,2 1-5 0,1-5 3 16,3 1-3-16,2-2 5 0,-2 0-2 0,5-1 0 0,1 0 9 15,0-3 5-15,4-1 8 0,1-1 6 0,0-2-2 0,4 0 3 0,0-2-3 16,2-1-4-16,1 1-3 0,0-2-2 0,2 0 2 0,1-2 3 0,1-1 3 15,3-2 2-15,1 0-1 0,2 0 2 0,2-2-3 0,1-3-5 16,2 0-2-16,2-4-11 0,0 0-4 0,3-1 2 0,0-2-6 0,1-2 7 16,2 0 0-16,0-3-5 0,1-1 7 0,1-2-4 0,2-3 1 0,-1-1 0 15,0-3-5-15,0 0 1 0,-1 1 1 0,0-2-3 0,-1-2 2 16,2-1-2-16,-3 1-4 0,-1-2 10 0,-1 1-2 0,0 1 2 0,-2-2-2 16,1 1 1-16,-2 1-1 0,0-1 6 0,1-1 8 0,-2-2 1 15,2 0-3-15,-4-1-1 0,-2 2-8 0,-1-1-6 0,-1 1-4 0,-4 1 3 16,-2 1 1-16,-3 0 7 0,-1-1-1 0,-5 0 2 0,2-2 1 0,-5-1-4 15,0 1 5-15,-2-2-6 0,-4 0 4 0,-2 1 2 0,-2-1-4 16,-3 1 2-16,-4-2-8 0,-3-2-1 0,-3 1 1 0,-4-1-4 0,-2 0 4 16,-4-1-4-16,-2 1-1 0,-2-2 9 0,-3 0-3 0,-2 0 5 0,-4-3 1 15,-2 0-6-15,-5-1 8 0,-3 1 4 0,-4-1-5 0,-4-2 0 16,-3 1-5-16,-3-2-5 0,-3 1 8 0,-3-1-3 0,-3 0 3 0,-3-3-2 16,-4-2-3-16,-2-1 1 0,-4 0-9 0,-4 0 2 0,-3 0 0 15,-4 0-5-15,-3-1 4 0,-5 2 2 0,-4-1 2 0,-3-1 1 0,-4 1 3 16,-5 0-5-16,-2-1-2 0,-4 3 3 0,-2 0-5 0,-5-2 1 0,-3 2-5 15,-2-1-1-15,-4 2 6 0,-3 1-4 0,-2-1 5 0,-5 2-3 16,-3-1-5-16,-2 1 13 0,-6 0 0 0,-2-1 2 0,-1 2 0 0,-4-2-6 16,-2 1-1-16,0 2 0 0,-5-1-1 0,-2 4-1 0,-1-3 4 0,-3 2 1 15,0 0 3-15,0 2 2 0,-3 2 3 0,-4 3-5 0,-1 0 2 16,-4 2 2-16,-3 2-6 0,0 2 9 0,-3 3 1 0,-1 3-3 0,-3 1-3 16,-1 3-3-16,-3 4 3 0,-2 4-1 0,-3 2 9 0,-3 4-7 15,-2 5-4-15,-5 4 3 0,-1 5-3 0,-5 9-3 0,-5 4 4 0,-6 8-9 16,-2 6-4-16,-1 3 12 0,0 2-5 0,1 3 0 0,-1 3 2 0,0 4-9 15,0 2-6-15,3 3-7 0,3 3-8 0,2 1-13 0,0 6-13 16,3 1-26-16,0 2-10 0,5 0-9 0,2-2-15 0,1-2-32 0,5 0-41 16,2-2-52-16,2 2-70 0,4 0-60 0,0 2-36 0,-2 8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9T10:59:06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22257 7277 1230 0,'-41'-32'28'0,"-14"-5"6"0,-17-6 3 0,-17-7-2 0,20 28-36 15,-3 0-25-15,-8 4-15 0,-6 3-16 0,-2 1-6 0,-5 2-8 0,-3 2-7 0,-4 2-14 16,-2 1-18-16,-7 1 6 0,-3 1 15 0,-3 0 28 15,-5 1 29-15,-1-1 18 0,-4 0 15 0,0-1 0 0,-2-2 9 0,-2-1 3 0,1-2 4 0,-3 0 12 16,-2-2 0-16,-1 0 6 0,-5 1-2 0,-3 1-2 0,-2 0-2 16,-5 1-2-16,-4 1-3 0,0 1-5 0,-3 2-5 0,-3-1 3 0,-2 3 5 15,-4-1 3-15,0 1 9 0,-3 0-1 0,1 1 3 0,-2 1 9 16,2 0-3-16,0-1-2 0,0 1-3 0,-2 0-11 0,1 0-5 0,-2 1-7 16,-1-1-4-16,1 1-3 0,-3 1-3 0,2 2-1 0,-2 1 2 0,0 1 2 15,0 2-5-15,-1 0 0 0,-1 1 4 0,-1 1-5 0,-1 1 5 16,-1 0 7-16,0 1-2 0,0 2 7 0,2 1 5 0,0 1 1 0,1 2 1 15,1 3 3-15,1-2-8 0,2 2-1 0,0 1 5 0,2 2 0 0,1 3 7 16,3 2 2-16,2 1 4 0,2 1 0 0,2 2 6 0,0 4 7 16,0 2-2-16,3 3 0 0,3 1-5 0,5-1-7 0,4-1-12 0,4 3 3 15,5-1-12-15,0 4-1 0,2 1-8 0,3 0-2 0,2 1 1 16,6 2 0-16,3 1 0 0,2 2-5 0,3 2 4 0,1 1-5 0,2 1 1 16,2 2 4-16,3 2-2 0,0 2-9 0,2 2 11 0,2 3-4 0,3 1-3 15,3 2 14-15,0 2-9 0,2 3 2 0,-1 3 3 0,3 3 6 16,-1 1 1-16,4 2 0 0,4-1-4 0,2 0-7 0,7-2 0 0,4-5-2 15,3-1 4-15,3-2-7 0,5-3 1 0,4 0 12 0,4-1-1 0,5-4 2 16,3 0-3-16,6-2-9 0,4-2-2 0,2-1 4 0,4-1-2 16,1-2 0-16,3-1-8 0,2 0 13 0,2-1 3 0,5-1-2 0,4-2 9 15,4-3-6-15,3 1-2 0,3-3 0 0,5 1 1 0,2-1-7 16,3 0 8-16,4 1-8 0,4-1 8 0,5 0-6 0,2 0 6 0,4 2 1 16,3-2-5-16,2 1 8 0,5 0-8 0,4-1-1 0,4 0-2 0,5-1-7 15,5-1-2-15,4-3 1 0,4 1 0 0,4-3-6 0,4-1 3 16,4 0-10-16,3-1 9 0,3 0 4 0,4-3-4 0,3 0 5 0,4 2-7 15,3-4-5-15,3 1 4 0,1-2 1 0,4-1-8 0,4-1 5 0,1-1-3 16,4-3 4-16,3-1 7 0,1-4 4 0,3-2 0 0,3-2-1 16,5-2 7-16,2-3 3 0,5-2-6 0,5 0 1 0,1-2-1 0,4-1-1 15,4-1 6-15,-1-1-8 0,3-1-1 0,3 0-4 0,2-2-2 16,1 1 4-16,2-2-2 0,2-1-1 0,0-2-5 0,3-2-1 0,2 0 7 16,2-1 5-16,4-1-1 0,4-1 4 0,4 0-6 0,3-2-1 0,0-1 0 15,3 2 5-15,-1-2-4 0,2 0-4 0,1 1 5 0,1-2 1 16,2-1 0-16,2 1 4 0,0-3 0 0,2 0 1 0,-1 0 6 0,3-1 1 15,1 1 2-15,2-4-3 0,2 0 1 0,-1-2-1 0,3-1 0 0,1-1-2 16,-1 1-2-16,4-4 0 0,3-1 1 0,2-2 2 0,0-1-1 16,1 0-7-16,-2 0 4 0,0 0 0 0,-2-1-1 0,-3 3 8 0,-1-1-9 15,-1 3 4-15,1-1-1 0,0 2-2 0,-3 0 3 0,1 0-2 16,1 1 2-16,-1-1-1 0,1-1-1 0,0 1 5 0,-5-2-2 0,1 3 0 16,1-2 4-16,0 1-6 0,-1 2-2 0,0-2-1 0,-1 3-6 0,-3-1 4 15,-6 0 4-15,-2 1 0 0,-5-1 2 0,-4 0-1 0,0 0-3 16,-6-1 10-16,-2-1-1 0,-6 1 2 0,-2-3 0 0,-4-2-3 0,-5-2 2 15,0-1 4-15,-5-1 8 0,-3-1 0 0,-2-2-5 0,-4-2-4 0,-3-3 1 16,-5-2 5-16,-5 0 0 0,-7-1 1 0,-6-1-5 0,-6-1-15 16,-4 0 13-16,-6-2 7 0,-6-2 2 0,-5 1 10 0,-8-1-10 0,-8 0-2 15,-5-1-3-15,-6-2 1 0,-4-2 1 0,-7 0-3 0,-6 0-1 16,-6 0-1-16,-4 1-6 0,-6-3-5 0,-5 0-3 0,-4 1 2 0,-5-1 3 16,-6 0-4-16,-3-2-1 0,-4 0-14 0,-5 1-10 0,-3-1-2 0,-5 0 0 15,-5 1 4-15,-3-1 16 0,-3 0 1 16,-6-1 1-16,-2 1-1 0,-4-1-4 0,-4 0 3 0,-4 0-1 0,-6 0 1 0,-3 0 0 0,-5 1-7 15,-2 0 8-15,-4-1-3 0,-7-1-1 0,-5 1 9 0,-4 1-4 0,-3-1 4 16,-4 1 3-16,-3-1 0 0,-5 1-5 0,-2 2 1 0,-7 2-5 16,-2 2 9-16,-3 2 6 0,-4 2 1 0,-4 2 9 0,-1 2-6 0,-9 4 4 15,-5 0-4-15,-6 5-7 0,-6 2-2 0,0 3-4 0,-5 5-1 16,-1 4 2-16,-6 3-5 0,-4 6-5 0,-6 4 2 0,-5 4-6 0,-3 6-9 16,-4 6-8-16,-2 6-6 0,-5 10-15 0,-6 4-7 0,-2 8-22 0,-4 5-57 15,-1 6-84-15,-3 7-114 0,-4 10-47 0,-6 7-5 0,-5 10-145 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9T11:00:05.0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3579 6037 346 0,'-5'0'23'0,"2"1"-16"16,2 2-5-16,2 2 0 0,4 1 2 0,0 1 0 0,2 1 1 0,3 0-2 16,0 0-1-16,2 2-2 0,2 0-1 0,1 1-2 0,2 2 1 15,2-2 0-15,0 4 0 0,3-1 1 0,1 1-1 0,-1-1 1 0,3 0 2 16,-1 0-2-16,1 0 2 0,1 2 1 0,-3-2-4 0,3 4 6 0,0 0-2 16,3-1 3-16,-1 2 9 0,3-1 4 0,-1 1 7 0,1 0 1 15,0 0 2-15,3 1 0 0,1-1 0 0,3 0 0 0,1 1 0 0,1-4-1 16,3 1 2-16,1 0 2 0,2-1-2 0,2-1 2 0,2 1-4 0,3-2 0 15,0 0-2-15,3-2-3 0,2-1 0 0,2-2 1 0,1-4-7 16,1-4 0-16,1-2 1 0,-1-5-3 0,2-2 8 0,1-4-1 0,0-2-2 16,-1-3-2-16,0-3-2 0,-2 1 3 0,-2-1-1 0,0-3 6 15,-3-1 3-15,-2-3 2 0,0-2 7 0,-1-3-4 0,-1 1 4 0,0-3 4 16,-3-1-2-16,0-1 6 0,-2-2-5 0,-2 0-8 0,-1 0-6 0,-1 1-5 16,-2 0 3-16,-3-1-1 0,-1 0 0 0,-5-2 0 0,-1 2-1 15,-3 0-2-15,-2-2 1 0,-5 0-5 0,0-1-1 0,-4-2 9 0,-3 1 1 16,-2 0 10-16,-5-2-3 0,-3 1-5 0,-5-1-3 0,-5 0-5 0,-4-4-1 15,-5 1-6-15,-4-1-5 0,-6-1-9 0,-3 0-3 0,-9 1-10 16,-4 0 2-16,-6 1 0 0,-8 1-3 0,-5 2 8 0,-7 1-4 0,-4 3-1 16,-8 1 2-16,-5 4-4 0,-3 1 4 0,-7 2 1 0,-2 2 5 0,-4 3 7 15,0 3 0-15,-2 3 7 0,-2 3 6 0,1 3 4 0,-2 3 16 16,0 3 7-16,3 4 8 0,1 3 0 0,1 4-4 0,3 2-3 0,0 5-1 16,3 4 1-16,2 4-13 0,1 4-5 0,1 4-4 0,5 7-10 15,0 3 0-15,5 4-4 0,2 3-7 0,2 4-3 0,3 3 2 0,4 4-11 16,3 5 11-16,3 3-1 0,4 1-4 0,5 2 8 0,4 1-10 0,6 0-7 15,5 0-12-15,3 1-22 0,6-1-40 0,4-1-62 0,4 2-35 16,5 0-26-16,5-1-12 0,5 1 5 0,3 0-9 0,5-1-8 0,4-1-130 16</inkml:trace>
  <inkml:trace contextRef="#ctx0" brushRef="#br0" timeOffset="7784.04">19898 8240 28 0,'-3'1'23'0,"-2"1"1"0,0 1 0 0,1 2-11 0,1-1-7 16,-1 1-4-16,1 1-2 0,-2 1 0 0,0 0 2 0,-1 2 0 0,1 0-1 15,-2 2 0-15,0 0-1 0,-2 1 0 0,0-1 1 0,-1 2-1 16,-1 0 1-16,0-1-1 0,-2 1 1 0,0-2 0 0,0 2-1 0,0 1 3 16,0 0-1-16,-1-1 0 0,0 2 1 0,1 1 1 0,1-1 2 0,0-2 1 15,-1 2 1-15,0-2-1 0,-1 0 1 0,1 1-1 0,-1-2-1 16,0 2 2-16,0-1-1 0,0 0 1 0,2 0 0 0,-2-1-1 0,0 2 1 15,0 1 2-15,0 0-1 0,0-1-1 0,0 0 1 0,-1 1-3 0,1-1 1 16,-1-1-1-16,-1 3 0 0,1-1-5 0,0-1 1 0,-1 0 0 16,-1-1 0-16,1 2 4 0,0 0-2 0,0-1 0 0,-1 0 0 0,0-1 0 15,2 1-1-15,-2 0 1 0,1-2 0 0,-1 1-2 0,1-1 1 0,-2 1-1 16,2-2 0-16,2-1 0 0,0-1-1 0,2 1 0 0,0 0 1 16,0 0-2-16,3 0 1 0,-2 0-1 0,0-1 1 0,1 0 0 0,-1 1 0 15,0 0-1-15,1 1 1 0,-1 0-1 0,0-1 2 0,0 1-1 0,0-1-1 16,1-1 0-16,1 1 0 0,0-1 1 0,-1 0-2 0,1 1 2 15,1 1-3-15,-1-1 1 0,1 0 1 0,0 0 0 0,-1-2 1 0,1 1-1 16,0 0 0-16,-1 1 1 0,0 1 0 0,-1-1 0 0,0 0 1 16,0 0-1-16,-1 0 1 0,0-1-1 0,0 0 1 0,1 0-1 0,0 0 1 15,1-1-1-15,-1 1-1 0,1-1 2 0,0 1-2 0,1 0 0 16,1 0-2-16,0 0 1 0,0 0-2 0,0-1 1 0,0 0 2 0,1 0-2 16,0 0 4-16,-1 1 0 0,0 0 0 0,0-1 3 0,1 0 1 0,-1 0 1 15,0 1 3-15,0 0 0 0,0 0-1 0,0 0-1 0,1-1-1 0,-1-1-3 16,0 1-2-16,1 1 0 0,0-1-2 0,0 1 0 0,0-1 1 15,-1 1 0-15,0-2 0 0,0 0 0 0,0 1-1 0,-1-1 0 16,2 1 2-16,-2 0 0 0,0 0 0 0,0 1-1 0,0-1-2 0,0 2 1 16,-2 0-1-16,2-1 0 0,-1 1 0 0,-1 0-2 0,1 0 1 0,0 2-2 15,-1 0-2-15,0 0-1 0,0-1-4 0,-2 0-12 0,0-1-19 0,0 1-26 16,0 0-22-16,2 1-76 0</inkml:trace>
  <inkml:trace contextRef="#ctx0" brushRef="#br0" timeOffset="9068.04">20432 8892 23 0,'-11'4'25'0,"0"2"0"0,-2 1 2 15,2 0-9-15,1 0-12 0,1 0-2 0,-1 2-2 0,0 0-2 0,1 1 0 16,-2 0-1-16,0 0-1 0,-1 0 0 0,0 0 0 0,0-1 0 16,0 0 1-16,-3 0-1 0,-1 0 2 0,-1 0 0 0,3 1 1 0,-2 0 0 15,-1-1 0-15,1 1 0 0,1 1-1 0,-2 1 1 0,0-1-1 0,0 1 0 16,0-1 0-16,0 0 1 0,-1 0 0 0,1-1 0 0,0 0 0 16,-1 0 0-16,2 2 0 0,-2 0 0 0,1 0 1 0,1 1-1 0,1-2 1 15,-1 2-1-15,-1 1 1 0,1 1-1 0,0 0 0 0,-1-1 0 0,0 1-1 16,1 0 0-16,0 0-1 0,-1 0 0 0,1 1 1 0,0 0-1 15,1-1 1-15,1-1 1 0,-1 1-1 0,2 0 3 0,0 0 1 0,0-1 0 16,-1 1 0-16,0 0 0 0,1-1 0 0,-1-1 1 0,0 1 0 16,1 0 0-16,-1-1 1 0,3 0-1 0,-2-2 0 0,1 1 1 0,0-1-1 15,0 1-1-15,2 0 1 0,-2-1-1 0,2 1-1 16,-1 1 0-16,1 0-1 0,1 0 1 0,0 0 1 0,-1 0-1 0,1 0 2 0,-1-1 1 16,1-1 0-16,-1 0 1 0,3 0 2 0,-2 1 1 0,2-1 0 0,-1 1 0 15,0-2-2-15,2 1-2 0,-1 0 1 0,1-2-2 0,0 2 0 0,2-1 2 16,-1-1-2-16,-1 2 1 0,1 0-1 0,-1-1 1 0,0-1 1 15,0 0-1-15,0 0 1 0,0-1 2 0,-1 1-1 0,0 0 4 0,0-1 1 16,-2 0 2-16,-1 1 5 0,0-1 1 0,-1 0 7 0,-1 0-3 16,0-1-1-16,-2 0-3 0,0 0-7 0,-1 0-1 0,4 0-5 0,-2 1-6 15,2-1-2-15,0 1-2 0,1-1 0 0,1-1-1 0,1 1 0 0,0-1-1 16,0 2-2-16,0-1 1 0,0 0 1 0,0-2 0 0,1 1 2 16,0 0 0-16,1 1 1 0,-1-1 1 0,0 0 0 0,1 0 1 0,0 0 3 15,1 0-1-15,1 0 1 0,-1-2-1 0,0 2-1 0,0 0 3 0,0 0-1 16,2 2 3-16,-2-1 1 0,-1 0 1 0,1 0 4 0,-1 0 3 15,0 0 0-15,1 1 0 0,0 0-1 0,0 0-2 0,0 0-5 0,0 1-2 16,1 1-3-16,0-1-2 0,1 1-2 0,0 0-2 0,0 1 1 16,1 0-2-16,0-1 2 0,0 0-2 0,1-1 1 0,0 0-2 0,0 0-3 15,0 0 3-15,0 0-5 0,1-1 3 0,0 0 4 0,0-2-2 0,0 1 1 16,0 0-1-16,-1-1-2 0,0 0-1 0,1-1-3 0,-1 1-2 16,0-1-8-16,1 0-8 0,0-1-20 0,0-1-23 0,0-1-15 0,1 0-18 15,1-1 0-15,0-1-42 0</inkml:trace>
  <inkml:trace contextRef="#ctx0" brushRef="#br0" timeOffset="32585.16">14955 9745 741 0,'-14'-12'76'0,"-2"-2"5"0,-1-1-9 0,4 5-4 16,4 4-19-16,2 1-23 0,2 1-21 0,2 3-14 0,-1-1-14 16,2 2-14-16,1 0-6 0,-1 1-6 0,1 0 0 0,0 0 5 0,0 1 2 15,0 1 4-15,0 1 4 0,1 0 3 0,1 0 5 0,0-1 5 0,0 0 5 16,0 0 5-16,1 0 2 0,1-2 4 0,0 1 2 0,1-1 1 16,1 0 5-16,1 0 1 0,0-1 5 0,0 0 4 0,1-2 0 0,1 0 4 15,-1-1 5-15,3 0 5 0,0 1 2 0,1-1 3 0,1 1 1 16,0 0 0-16,1-1-4 0,1 1-1 0,1 0-7 0,-1 0-5 0,0 1 0 15,1 1-3-15,0-1 1 0,1 2 3 0,-2 0-1 0,1 1 0 0,-1 0 3 16,-1 0-4-16,-1 1-2 0,2 0 1 0,-1 0-1 0,-1 1-3 16,-1 0 1-16,-2 0-3 0,-1 1 1 0,0 0 1 0,-1-1-2 0,-1 1 3 15,0 0-2-15,0-1 0 0,-1 2 0 0,-1-1 0 0,-1 0-2 0,0 1 1 16,-1 0-1-16,0 1-1 0,-1-1 1 0,-1 1 2 0,0-1 0 16,0-1-1-16,-1 1 2 0,-1 1-1 0,-1-2 1 0,0 1 1 0,-1 0 3 15,0-2 0-15,-2 1 2 0,0-1 2 0,0-1 0 0,0 0 0 16,-2 0-3-16,1-1 2 0,0 0-3 0,-2 0-1 0,-1-1-1 0,-1 0-6 15,1 0 3-15,0-1 0 0,1 0-2 0,0-1 1 0,-1 0-5 0,0 0-1 16,-1-1 2-16,0 0-3 0,0 0 1 0,-1 0 0 0,-1-1-4 16,0 1-3-16,0 0 2 0,0 0 0 0,0 1-4 0,-1 0 6 0,2 1-4 15,0-1 1-15,0 1 4 0,1 0-2 0,1 0 2 0,0 1-4 0,2 1-2 16,1-1-2-16,1 2-3 0,1 0 0 0,1-1-5 0,0 2-4 16,2 0-6-16,1-1-10 0,0 0-3 0,2 1-7 0,1 0-6 0,1 0 0 15,1 0-11-15,1-1-6 0,2-1-18 0,1 0-29 0,1-1-11 0,1-1-3 16,2-1 7-16,1-1 18 0,0-2 2 0,1-2 6 0,1-1-63 15</inkml:trace>
  <inkml:trace contextRef="#ctx0" brushRef="#br0" timeOffset="33102.16">15196 9200 426 0,'-12'-11'71'0,"2"1"17"0,-1-3-6 0,3 3-10 0,5 3-19 16,1 1-13-16,0 0-14 0,1 1-10 0,2 1-10 0,0 1-5 0,1-1-6 15,1 1-6-15,0 1-1 0,2 0-5 0,1 1 0 0,1 0 2 0,1 1 3 16,2 0 1-16,0-1 2 0,0 1 4 0,-1 0 1 0,0-1 1 15,0 1 5-15,0-2-4 0,0 1 4 0,0-1-2 0,1 0 3 0,-2 0 2 16,1-1 0-16,-1 0 4 0,0-1-3 0,-1 1 4 0,0-1 1 0,0 0 2 16,0 1 3-16,-1-1 0 0,0 0 4 0,1 1 1 0,0-1 2 15,-1 0 4-15,0 1 2 0,0 0 0 0,-1 1-3 0,1 0-5 16,-1 2-6-16,-2-1-5 0,2 2-1 0,0 1-4 0,0 2-1 0,0 1-1 16,1 1 1-16,-1 2 1 0,1 1 1 0,-1 2 2 0,-1 2-2 0,0 2 2 15,-2-1-1-15,1 3-1 0,-1-1 2 0,-1 0-1 0,0-1-4 0,0 1 1 16,0 0-1-16,-1-1 1 0,0-2 0 0,0 0 2 0,-1 0-2 15,0-1-1-15,-1 0 4 0,-2-1-2 0,0 1 3 0,0-1 1 0,-2-1-2 16,-1 0 4-16,-1-1-3 0,-1 0 3 0,-1-1 2 0,0 1-5 16,-2-1 3-16,-1 0 2 0,-2-1-8 0,0 0 6 0,0-2-6 0,-1 1-2 15,-1-1 4-15,2-2-1 0,0 0-1 0,0-2 2 0,0 0-5 0,0-1 3 16,-1 0-2-16,-1-1-2 0,1-1 3 0,1 0-4 0,1-1 0 16,0 0 1-16,0-1-4 0,1 0 1 0,3 0-3 0,-1 1-2 0,3 0-2 15,0-1-3-15,2 2-3 0,1-1-7 0,2 1-6 0,2 0-10 0,0 1-13 16,1-1-12-16,0 1-32 0,0 0-27 0,1 0-13 0,2-1-3 15,2 0 12-15,3-2 15 0,3 1 6 0,3-2 8 0,0 0-22 0</inkml:trace>
  <inkml:trace contextRef="#ctx0" brushRef="#br0" timeOffset="37646.17">14222 10454 260 0,'-6'-10'16'0,"-1"1"0"0,0-1-7 0,3 5-7 0,2 2-9 0,1 2-8 16,1 1-4-16,1 2-5 0,0 2-1 0,2 1-4 0,-1 0-18 16,1 2-26-16</inkml:trace>
  <inkml:trace contextRef="#ctx0" brushRef="#br0" timeOffset="40854.18">16579 8233 198 0,'-3'-2'75'0,"0"1"-52"0,-1 0-5 16,2 1-10-16,2 1-8 0,0 0-3 0,0 1-2 0,1 0 1 16,0 1 0-16,0 0 1 0,-1-1 0 0,0 2 0 0,1-1 0 0,-2 0 0 15,0 0-2-15,0 0 3 0,-1 0-1 0,1-1 1 0,0 0 2 0,-1 0 1 16,0-1 2-16,1 0 2 0,-1-1-2 0,2 0 6 0,-2 0 0 15,1 0 2-15,-1-1 5 0,1-1-1 0,0 1 3 0,0-1 2 0,1 0 4 16,0 0 0-16,0 0 0 0,0-1-3 0,1 0-4 0,0 0-4 0,0 1 0 16,0-2-3-16,1 1-1 0,0 0 2 0,0-1-4 0,0 1 0 15,1-1 0-15,0 1 1 0,-1 1 2 0,1-1 1 0,0 1-1 0,0 0 1 16,-1 0-1-16,1 1-1 0,0 0 1 0,-1 0-3 0,1 0 2 0,-1 0-8 16,2 1 3-16,-1-2-4 0,1 1-1 0,0 0 2 0,-1 1-2 15,2-1 0-15,-2 1 0 0,1 0 1 0,0 1 0 0,-1-1 1 0,-1 1-3 16,1 0 0-16,-1-2-4 0,0 3 9 0,-1-2-7 0,1 0 2 0,-2 1 3 15,1-1-3-15,0 0 4 0,0 0 3 0,-1 0 1 0,1 0 0 16,-1 0 4-16,0 0 0 0,0 0 7 0,0-1-3 0,0 1 3 0,1-1-9 16,-1 0-1-16,0 1 1 0,1-2-4 0,-1 1 5 0,1-1-5 15,0 0-1-15,1 0-2 0,-1 0 1 0,0 0-2 0,1 0 2 0,0 0 2 16,0 0-3-16,0-1 2 0,0 0 1 0,0 0 0 0,-1 0 0 0,1 0-1 16,-1 1 0-16,0 0-1 0,1 1-1 0,-1-1 1 0,1 1 0 15,-1 0-1-15,1 1-1 0,-2 0 0 0,1-1 0 0,0 2-1 0,-1-1 1 16,1 0 1-16,0 2-1 0,0-2 1 0,0 2-1 0,0-1-1 0,0 1 1 15,0 0 0-15,-1 0 1 0,0 1 1 0,1-1-1 0,-1 1-1 16,1-1 1-16,0 0 2 0,0 1-1 0,0-1 2 0,1 1-3 0,-2-1-1 16,1 1 4-16,0-2-9 0,0 2 8 0,0-1-4 0,-1 0-2 15,0 0 5-15,1-1-4 0,-1 0 4 0,1 0 0 0,0 0 0 0,-1-1 2 16,0 0 2-16,0 0 4 0,0 0-1 0,-1-1 3 0,2 1-3 0,-1-1-3 16,0 1 3-16,1-2-7 0,-1 1 5 0,0-2-6 0,1 1 5 15,-1 0 1-15,1 0-8 0,0 0 5 0,0-1-6 0,0 0-3 0,0-1-3 16,1 0-3-16,1 0-3 0,0-1-5 0,1-1-8 0,0 0-6 0,1-1-13 15,0 1-18-15,1-2-31 0,0-1-26 0,2-1-25 0,0-2 2 16,1 1-45-16</inkml:trace>
  <inkml:trace contextRef="#ctx0" brushRef="#br0" timeOffset="42493.04">17695 7028 229 0,'5'-3'-12'0,"3"-1"-17"16,1 1-83-16</inkml:trace>
  <inkml:trace contextRef="#ctx0" brushRef="#br0" timeOffset="83072.19">20306 9296 112 0,'-6'-3'29'0,"0"0"-14"0,-2-2-8 0,2-1-3 15,1 0 0-15,-1 0 0 0,0 0 0 0,0-1 0 0,0 2 2 0,0-2 1 16,-1 0 2-16,1 1-1 0,0-1-1 0,0 1-1 0,1-1 0 16,0 1-2-16,0 1 0 0,0 0-1 0,0 2-1 0,0 1-2 0,-1 0 0 15,1 1-2-15,0 0-4 0,0 0-4 0,0 1-7 0,0 0-7 16,1 1-2-16,0-1 0 0,1 1 3 0,1 0 6 0,0-1 4 0,1 0 0 16,0-1-1-16,1 1-6 0,0-2-13 0</inkml:trace>
  <inkml:trace contextRef="#ctx0" brushRef="#br0" timeOffset="83106.19">20151 9174 33 0,'-1'-1'22'0,"1"2"-10"0,-1 0-7 0,-1 0-10 0,0 0-17 16,0 1-22-16</inkml:trace>
  <inkml:trace contextRef="#ctx0" brushRef="#br0" timeOffset="83588.75">19881 9084 567 0,'-6'-1'74'0,"0"0"-40"15,-1 0-24-15,2 0-10 0,2 0-6 0,2 1-3 0,-1-1 2 16,1 1 0-16,1-1 1 0,-1 1 4 0,0 0 0 0,0 0 0 0,0 0 2 16,0 0-2-16,-1 0 0 0,1 0 1 0,0 0 1 0,-1 0 0 0,0 0 1 15,-1 0 0-15,1-1 0 0,-1 0-1 0,0 0-2 0,0-1 0 16,1 0-1-16,-1-1 0 0,1 0 4 0,-1-1 0 0,2-2 3 0,-1 0 1 15,0 0 3-15,1-3-1 0,-1 1-1 0,1 0 2 0,0-1 1 16,-1 1 0-16,1-1 5 0,-1-1 0 0,-1 0 4 0,0 0 4 16,1-1 0-16,0 1 1 0,-1 0-1 0,-1 0-1 0,0-1 0 0,0 2 1 15,-1 1 2-15,0 0-2 0,1 0 5 0,-2-2-2 0,0 0 5 0,0-1 6 16,-2 1 1-16,1-1 1 0,-2 2-3 0,-1-2-5 0,0 1 1 0,0-1 3 16,0-1 6-16,1 2 9 0,0-1-3 0,1 0 2 0,0 2-4 0,1 2-13 15,1 1 0-15,-1 3-7 0,3 0-1 0,-1 1-5 0,2 2-6 16,0 0-10-16,1 1-6 0,0 1-4 0,0 0 0 0,0 1 2 0,0 2 5 15,0 1 3-15,1 1 2 0,1 1 1 0,0 2-1 0,0 0-3 16,2 2 1-16,0 0-3 0,1 1-3 0,0 0 8 0,0 1-9 16,2 1 3-16,0 0 3 0,2 0-10 0,0-3 2 0,0-1-5 0,1 0 5 0,-1-1 7 15,1 1 4-15,-1-3-2 0,2 1-6 0,0-2-2 0,1 0 4 16,0 0-3-16,0-1-1 0,-1-1-4 0,-1-1-6 0,1-2-6 0,0 1-11 16,-1-2-11-16,1 0-13 0,0 0-16 0,-2-1-19 0,0 0-22 0,0-1-16 15,-1-1-8-15,1 0 0 0,-1-1 11 0,-1-1 4 0,0 0-7 16,-2 0 2-16,-1-2-46 0</inkml:trace>
  <inkml:trace contextRef="#ctx0" brushRef="#br0" timeOffset="83821.77">19620 8630 922 0,'-6'-1'93'0,"1"2"-64"0,0-1-18 16,3 1-15-16,1 0-4 0,0-1-5 0,2 1 1 0,-1 1 5 0,1 0 5 15,1 1 6-15,0 0-1 0,-1 1-1 0,0 1-5 0,1 0-2 0,-2 1-4 16,0 0-4-16,0 0-5 0,0 1 2 0,-2 0 2 0,1 0 4 16,-1 0 0-16,0 1-2 0,-1 0-7 0,0 1-8 0,-1 1-7 0,0 0-7 15,1 0 1-15,-1-1 7 0,0 0 6 0,0-1 8 0,0 0 6 0,-1-2 2 16,0 0-1-16,-1-1 1 0,0-1-3 0,1 0 2 0,-1 0 2 16,0-2 0-16,0 0-6 0,0-1-10 0,-1-1-16 0,1 1-19 0,1-1-14 15,-1-1-19-15,2 1 0 0,-1-2-38 0</inkml:trace>
  <inkml:trace contextRef="#ctx0" brushRef="#br0" timeOffset="83988.76">19519 8529 961 0,'-4'4'203'0,"2"2"-175"0,3 2-27 0,4 2-6 15,3 0-5-15,3 2 3 0,1-2-5 0,3 1-7 0,-1-1-3 16,1 0-4-16,-1-2-8 0,2 1-10 0,1-2-31 0,-1 0-47 0,-2 0-35 15,2-2-17-15,-1 0 13 0,-1-1 37 0,-1-1 41 0,0 0-33 0</inkml:trace>
  <inkml:trace contextRef="#ctx0" brushRef="#br0" timeOffset="86388.77">13763 10022 258 0,'-10'-8'57'0,"2"1"4"0,-3-2-1 0,4 1-14 16,1 1-17-16,1 0-11 0,1-2-5 0,0 0-5 0,1 0-3 15,-1 0-3-15,2 0 0 0,-1 1 0 0,-1 1 1 0,3-2-1 0,-2-1-2 16,-1 0 1-16,2-1-1 0,-1 1 0 0,1 0 3 0,0-2-3 15,0 0-1-15,1-1 2 0,0 0-3 0,1 1 2 0,1-2 0 0,0-1-3 16,1 1 4-16,2 1-1 0,0-1 1 0,0 1-1 0,1-1-1 0,2 0-1 16,0 2 1-16,1 0 2 0,1-1-1 0,1 1-1 0,0-1 0 15,0 1-1-15,1 0-2 0,0 1 1 0,1 2-1 0,1-1 0 0,0 1 3 16,0 2-1-16,2-1-2 0,0 1 2 0,1 0 0 0,0 0 0 0,2 0 1 16,1 0 0-16,0 1 0 0,1 0 1 0,1 2 0 0,0-2 1 15,3 2-2-15,3 0 1 0,1-1 2 0,2 1-2 0,-1 0 2 0,2 0-1 16,-1 1-3-16,2 2 2 0,-1 0 0 0,2 0 0 0,-2 1 0 15,-1 0 0-15,-1 1-1 0,0 1 2 0,-2-1 1 0,-1 1-2 0,-1 0 3 16,1 0-4-16,-2 0-1 0,1 1 2 0,0-1 2 0,-2 0 1 0,2 1 2 16,-1 0-1-16,4 0-1 0,-1 1-1 0,0-2 1 0,1 0 1 15,-1-1-3-15,1-1 2 0,-1 0 0 0,2-3 0 0,0 0 3 0,1-2 3 16,-1-1 6-16,1-2 14 0,-2 0 8 0,1-3 11 0,-1-2 7 0,-2 0 3 16,3-2 4-16,-3 0 2 0,2-2 3 0,-1 1-3 0,1-2-4 15,-2-1 0-15,3 0-6 0,-1-1-4 0,1-1-3 0,-1 1-8 0,-1-2-5 16,1-1-3-16,-1-2-5 0,2-1-7 0,-1-1-5 0,2-1-3 15,-2 2-4-15,1-2-1 0,-1-1-3 0,0 1-1 0,0-2 0 0,0 1-6 16,0 0-2-16,-2 2 4 0,1-1-7 0,-3 3 2 0,0 0-11 0,-3 1-27 16,1 3-38-16,-1 0-54 0,-2 2-56 0,0 2-69 0,-1 1-46 15,-2 1-92-15</inkml:trace>
  <inkml:trace contextRef="#ctx0" brushRef="#br0" timeOffset="91555.23">14308 10393 102 0,'-3'-1'39'0,"0"0"-25"0,2 0-3 0,1 0-10 0,0-1-4 0,2 0-4 15,0-1-3-15,2-1-5 0,-1 2-5 0,0-2-3 0,1 0-3 16,-2 0 1-16,0 0 2 0</inkml:trace>
  <inkml:trace contextRef="#ctx0" brushRef="#br0" timeOffset="95789.24">14126 10090 724 0,'-10'-5'105'0,"-1"0"-89"0,-1-1-8 0,3 2-7 0,4 0-12 0,3 1-20 15,1 0-22-15,3 0-24 0,0-1-17 0,1 0-9 0,0-1-12 0,-1 2-5 16,1-2-10-16,-2 0 11 0</inkml:trace>
  <inkml:trace contextRef="#ctx0" brushRef="#br0" timeOffset="98239.24">25669 4572 1690 0,'-11'5'52'0,"-1"2"-48"0,-3 5-7 16,0 2-1-16,3 4 1 0,0 2 5 0,3 2-2 0,-1 1 1 0,-1 4 0 16,-1 1 3-16,-3 3 7 0,0-1 7 0,-4 2 9 0,-1 1 5 15,-2 2 1-15,-1 1 2 0,-1 3 0 0,1 0-8 0,0 1-3 0,1 1-2 16,1-1 2-16,0-1 4 0,1-1-1 0,2-1-5 0,1-2-8 0,2 0-7 16,3-3-2-16,3-3-7 0,1-4-12 0,2-5-6 0,3-2-14 15,2-5-19-15,3-2-22 0,3-4-73 0,2-3-35 0,2-4-13 0,2-3-15 16,3-4 27-16,3-3-1 0,2-4 1 0,0-4 11 0,2-4 14 0,0-4 37 15,1-2-55-15</inkml:trace>
  <inkml:trace contextRef="#ctx0" brushRef="#br0" timeOffset="98372.25">25811 4763 85 0,'18'-4'102'0,"1"0"-13"0,7 0-12 0,-6 3-6 0,-2 3-4 0,-1 4 5 16,-2 2 8-16,-1 4 4 0,1 2 1 0,0 2-8 0,0 2-15 15,-2 1-14-15,3 1-9 0,0 2-9 0,0 2-5 0,0-1-1 0,1 2-3 16,-1-2-3-16,0 1-4 0,-1-2-13 0,1-2-2 0,0 1-4 0,-1-2-1 15,0-2 0-15,1 1-11 0,-1-2-13 0,0-2-26 0,-2-2-51 16,0 0-34-16,-2-2-18 0,-1-1-4 0,-1-3 13 0,-2-1 3 0,1-5-25 16</inkml:trace>
  <inkml:trace contextRef="#ctx0" brushRef="#br0" timeOffset="99139.75">25785 4294 3017 0,'-2'3'31'0,"2"5"-49"0,2 6-2 0,3 6-6 16,5 5 1-16,4 1-9 0,1 2 3 0,2 1 11 0,-1 2 5 15,-3 2 17-15,0 4 6 0,-2 0-5 0,-2 3 3 0,-1 4-1 0,-1 2-9 16,-1 3 3-16,-2 1-3 0,0 2 1 0,-3 2 1 0,0 2-8 0,-1 0 3 15,0 3 6-15,-1 2-3 0,-1 3 13 0,1 2-9 0,-2 3 0 16,-1 1 0-16,1 3-4 0,-2 3 8 0,1 2-13 0,-2 5 4 0,1 1 2 16,-1 3-7-16,-1 4 7 0,2 0-1 0,-2 4-15 0,0 0 12 15,-1 4 0-15,-1 3-1 0,-1 2 16 0,0 3-9 0,0 4-11 0,-2 1 9 16,-1 4-2-16,-1 4 2 0,-1 4 3 0,0 0-18 0,-1 3 6 0,-1-2 4 16,-1 3 6-16,2 2 9 0,-2 0-12 0,1 5-2 0,2 0-2 15,-1 1 4-15,0 2 3 0,0-1-3 0,1 1 5 0,0 1-3 0,-1 0 1 16,-1 1-4-16,1 1 6 0,-3 0 0 0,0-1 0 0,-1 3 11 0,-2-1-6 15,0-2 2-15,3 1-2 0,0-3 3 0,1-2-7 16,2-1 3-16,-1-3-3 0,1 0 6 0,1-4 3 0,1-1-5 0,0-2-4 0,1-5-2 16,2 0 4-16,0-2 0 0,0-3-3 0,3 0 3 0,-1-5 1 15,0 0 1-15,0-2 1 0,1-3-3 0,0 0 1 0,1-1 14 0,2-4 3 16,-1-3-1-16,0-1 0 0,2-3-10 0,0 0 6 0,0-3-15 0,1-2 25 16,1-4 4-16,0-4 1 0,2-2 15 0,0-3-13 0,0-3-6 15,1-2-4-15,0-2-6 0,0-5-22 0,1-4 17 0,0-2-5 0,-1-4 0 16,0-2 13-16,1-4-20 0,-1-4 5 0,1-4 2 0,-1-1 3 15,1-6-4-15,-1 0-6 0,0-6 3 0,1-2 4 0,-1-3 4 0,0-3-2 16,0-3 0-16,0-2-4 0,0-2 0 0,1-3 4 0,0-3 0 0,1-2-5 16,-2-2-8-16,1-2-1 0,2-2-2 0,0-1-6 0,2-3 6 15,2-3-5-15,2-1-1 0,1-3 6 0,2-2-5 0,2-2 5 0,5-4 0 16,2-2 3-16,4-5 4 0,3-1 0 0,2-3-1 0,6 0 1 0,1 0 0 16,3 0-2-16,1-2-2 0,1-1-3 0,3-2 6 0,2 1-3 15,4-1 6-15,1-2-6 0,3 0-1 0,1-1-2 0,4 0-2 0,2 1 8 16,3 1-5-16,2-2 3 0,1 1 3 0,4 1-7 0,3 0 3 15,4 2 3-15,3 1-1 0,3 0 0 0,2 1-3 0,3-1 0 0,2 4-4 16,4 0 4-16,1 2 0 0,5-1 5 0,1 2 5 0,3-1 2 0,1 2 1 16,4 1-6-16,2 1 0 0,1 0 0 0,3 1-2 0,0 1 1 15,2-1 13-15,-1 3 2 0,2 1-9 0,-1 1 5 0,0 2-3 0,0 4 3 16,0-1 11-16,1 3-2 0,1 0 4 0,1 2 9 0,0-2 6 0,0 1 5 16,0 1 2-16,0 1-9 0,-2 2 1 0,0 0 0 0,0 1-8 15,-5 0-3-15,0 1-7 0,-4-2-16 0,-2 1 5 0,-3-1 5 0,-4 0-8 16,-1 0 5-16,-3-1-7 0,-5 2-5 0,-6-2 4 0,-3 1-6 15,-5 0 14-15,-3-1-7 0,-4-1-5 0,-7 0-11 0,-4-2-21 0,-3 1-19 16,-3-4-38-16,-5-3-21 0,-6-1-35 0,-5 0-32 0,-3-4-14 0,-2-2-25 16,-1-1-15-16,-4-4-61 0,-2-1-93 0,-15 14-56 0,2-7-52 15,-2 0-133-15</inkml:trace>
  <inkml:trace contextRef="#ctx0" brushRef="#br0" timeOffset="99389.75">31115 11584 3393 0,'10'15'107'16,"0"2"-38"-16,5 3-41 0,1-1-23 0,5 1-10 0,2-1 3 0,6 3-15 16,5 1 6-16,5-2 5 0,3 3-3 0,2-1 31 0,2-2-9 15,2 2 2-15,-1 0 6 0,-1-1-17 0,-1 1 11 0,-1 0-4 0,2-1-3 16,1 0 1-16,-3 0-5 0,0 0 7 0,-5 2 1 0,-2-2-5 15,-2 2 1-15,-5-2 0 0,-1 1-3 0,-17-12 35 0,0 3-5 0,-2-1 2 16,0 4-8-16,-2 0-45 0,-3 3-1 0,-3 22-56 0,-9-2-13 0,-10-3-19 16,-5-6-30-16,-8-3-1 0,-4-5-69 0,-8-1-85 0,-6-3-145 15,-8-5-172-15,-12 0-107 0,-11-3-98 0</inkml:trace>
  <inkml:trace contextRef="#ctx0" brushRef="#br0" timeOffset="100522.93">26409 10534 570 0,'-3'-7'223'0,"0"1"-107"0,-1-3-11 0,2 4-6 0,1 1-5 15,1 2-11-15,1 1-20 0,0 0-18 0,1 1-5 0,0 2-5 16,-1 1 6-16,2 1 5 0,-1 2-1 0,1 2 2 0,0 2-10 0,0 1-5 16,1 4-7-16,-1 2-3 0,0 2 2 0,1 4 4 0,-1 1 10 0,0 1 3 15,-1 3 10-15,-1-1-5 0,1 2-3 0,-2 1 5 0,-2 1-16 16,-1 1 1-16,0 3-10 0,-4-2-4 0,-1 0-5 0,-1-2-3 0,-2 0-2 15,1-3-3-15,1-2 4 0,2-4-14 0,1-3-2 0,0-3-4 16,3-3-8-16,0-2-2 0,2-3-27 0,1-1-36 0,2-3-43 0,-1-2-41 16,1-3-36-16,2-2-12 0,-1-1-6 0,2-4 17 0,0-1 6 0,2-4 5 15,1-3 5-15,2-3 27 0,1-1-13 0</inkml:trace>
  <inkml:trace contextRef="#ctx0" brushRef="#br0" timeOffset="100805.93">26530 10631 459 0,'-2'-17'244'0,"0"-1"-113"16,-1-3-3-16,1 5-5 0,2 4 2 0,0 1-15 0,1 4-34 0,2 1-25 15,0 2-17-15,1 1 2 0,0 2 8 0,0 2 5 0,1 0 8 16,0 3 1-16,1 0-6 0,-1 3-3 0,3 0-9 0,-1 2-15 0,2 1-5 16,0 1-6-16,1 0-9 0,0 1 1 0,0 0-3 0,1 0-6 0,1 2 3 15,1-1-3-15,1 0 2 0,0 1-1 0,-1-1 2 16,0 1-1-16,-1 0-3 0,0-2 4 0,-2 0-7 0,1 0 3 0,0-1-1 0,-1 0 0 16,0-1 8-16,1 1-1 0,-2 0 0 0,2-2-4 0,0 1-13 0,-1 0 0 15,0-2-2-15,-2 3 3 0,-3-2 6 0,0 1 1 0,-1-2-4 16,0 0-1-16,-3-1-4 0,0 0-5 0,-1-2 4 0,-2 1 0 0,-2 0 4 15,-2-2-1-15,-1 1-13 0,-3 0-10 0,-3-2-9 0,-2 0-4 16,-4 0 4-16,0-2 15 0,-3 1 13 0,-1-2 16 0,-4-1 8 0,-1 0 3 16,0-1 0-16,-2-1 0 0,3 0 0 0,-1-2-2 0,1-1-4 0,0 0-5 15,2-2-8-15,-1 1-15 0,2-1-14 0,4-2-24 0,-1 0-24 16,4 0-26-16,3-1-14 0,2 0-14 0,2 0-8 0,2-3-7 0,3-1-38 16,1-3-21-16,4 2 34 0</inkml:trace>
  <inkml:trace contextRef="#ctx0" brushRef="#br0" timeOffset="101022.93">27690 9315 1522 0,'4'-2'83'0,"1"3"-43"0,0 1-16 0,1 5-3 16,1 3 0-16,-2 3-10 0,1 3-6 0,-2 4-9 0,-2 3 2 0,0 4-2 15,-2 0 0-15,-2 3 12 0,-2 1 4 0,-2 2 2 0,0-1 10 0,-1 0-13 16,-1-2-1-16,0-2 0 0,1-2-4 0,1-1-8 0,1-3-8 16,1-1-21-16,1-3-51 0,1-4-122 0,0-1-102 0,0-4-45 0,-1-2 19 15,-1-2 77-15,0-3 34 0</inkml:trace>
  <inkml:trace contextRef="#ctx0" brushRef="#br0" timeOffset="101322.93">27625 9186 1939 0,'3'0'109'0,"0"1"-57"0,3 1-13 0,1 2-11 15,5 3-1-15,1 3-8 0,4 1-14 0,1 2-2 0,-1 1-3 0,2 0 4 0,0 0 1 0,0-1 1 16,0 0 2-16,1-3 0 0,-1 1-1 0,0 0 1 0,2-1-7 16,1 0 1-16,2-2-2 0,1 0-5 0,-1-1-5 0,1 0 1 0,-1 1-3 15,-4-2-3-15,1 1 1 0,-2-2-8 0,-1 1-3 0,1-1-4 16,-2-1-5-16,-2 1-8 0,0-1-6 0,-2 0 1 0,-2 1 10 0,0-2 7 15,-4 1 4-15,2 0 1 0,-2 0-6 0,-1 1 0 0,-1 0-3 0,-2-1-7 16,-1 0 6-16,-1 0 0 0,-1 1 3 0,-2 0 13 0,-2 1 2 16,0 1 11-16,-2 0 7 0,-2 1 3 0,0 1-3 0,-2-1-3 0,-1-1-3 15,-1 1-5-15,-2-2-7 0,0 1-14 0,-2-2-16 0,-3-1-9 0,0 0-5 16,-1-1 6-16,0-2 10 0,-2 1 8 0,0-2 7 0,-2 0-2 16,-1-1 0-16,0-1-13 0,0 1-15 0,2-1-23 0,-1 0-26 0,1-1-18 15,0 1-29-15,-1 0-23 0,3 0-107 0</inkml:trace>
  <inkml:trace contextRef="#ctx0" brushRef="#br0" timeOffset="101805.93">26522 10736 2719 0,'-3'8'137'0,"0"0"-67"0,1 5-29 15,2 0-27-15,5 4-11 0,3 3 7 0,3 3-16 0,2 1 2 0,-2 1 6 16,1 1-2-16,-1 0 2 0,-1-1 1 0,0-1 4 0,0-2-4 16,-1-3-3-16,3-1 2 0,2-3-5 0,3-2-1 0,1-4 2 0,3-3-6 15,1-3 4-15,-1-2-1 0,1-3 0 0,1-4 9 0,-1-3-6 0,2-5 10 16,0-4-2-16,1-4-6 0,1-2 8 0,-2-4-8 0,2-3 5 16,1-4 2-16,0-1-10 0,1-3-2 0,-2-2-2 0,0 0 5 0,-3 0 0 15,-1-2 2-15,-3 1-5 0,-4-2 3 0,-4 0 4 0,-3-1 8 0,-3-1-4 16,-3 1-12-16,-3 0-11 0,-2 5-12 0,-4 4-3 0,0 3-1 15,-3 6 7-15,-2 4 21 0,-4 4 9 0,-2 5 14 0,-3 3-8 0,-1 3-16 16,-3 3-10-16,-2 4-9 0,-3 4 22 0,-1 4-5 0,-3 4 4 16,-1 2 1-16,-1 5-13 0,1 2 2 0,0 1 0 0,-1 3-8 0,2 1 1 15,-2 0 3-15,3 3-8 0,0-1 2 0,5 3-8 0,0-1-13 0,4 0-9 16,1-4-21-16,4-2-41 0,5-4-96 0,5-4-137 0,7-6-116 16,5-3-11-16,7-4 70 0,7-5 22 0</inkml:trace>
  <inkml:trace contextRef="#ctx0" brushRef="#br0" timeOffset="102155.93">27961 9641 607 0,'30'-38'82'0,"2"-3"-42"0,9-11-13 0,-6 7 5 15,-4 6 1-15,-2-1-8 0,-2 3-7 0,-3 1-6 0,-2 3 1 0,-1 1 1 16,-6-2 3-16,0 4-1 0,-3 1 7 0,-3 4 16 0,-3 6 19 16,-3 3 32-16,-4 5 26 0,-1 3 18 0,-3 4 6 0,-3 3-14 0,-2 3-8 15,-3 4-17-15,-1 3-7 0,-4 4-4 0,-2 5-4 0,-4 3 6 0,-2 7 2 16,-2 1-8-16,-1 5-1 0,-1 1-19 0,1 3-13 0,-1 2-2 15,1 3-17-15,-2 2-4 0,2 1 12 0,0 2 0 0,2-2 3 0,1 0 7 16,3-1-18-16,0-4-2 0,3-3-6 0,4-2-9 0,1-5-3 16,5-3-4-16,3-5-6 0,3-5-1 0,4-3 1 0,2-3-6 0,2-2 0 15,2-4 2-15,3-2 2 0,0-2 10 0,2-2 4 0,-1-2 5 0,0-2 3 16,1-4-6-16,1-4 6 0,2-2-6 0,0-4-6 0,1-3-1 16,1-3-8-16,-2-2 1 0,-1-2 1 0,0-1 1 0,-2 1 3 0,-2-1-2 15,-3-1 2-15,-3-1-1 0,-3-2 0 0,-2-1-21 0,-2-2 11 0,-4 2-5 16,-1-1-2-16,-2 3 18 0,-1-1-12 0,0 4 1 0,-1 2-9 15,-1 6 9-15,-1 3-1 0,1 3 1 0,-1 5 6 0,0 4-8 0,-1 3 4 16,-1 3-2-16,-2 4 1 0,0 2-1 0,2 3-2 0,-2 2-10 16,1 3-7-16,1 1-9 0,2 3-16 0,2 1-16 0,1 0-24 0,2 1-30 15,2 0-52-15,2-2-62 0,3-3-103 0,2-1-123 0,2-3-59 0,4-4 18 16,4-3-44-16</inkml:trace>
  <inkml:trace contextRef="#ctx0" brushRef="#br0" timeOffset="102522.93">29223 7633 2690 0,'-30'15'52'0,"2"2"-41"16,-8 10-4-16,6 4-6 0,5-1-4 0,3 3-2 0,1 2-3 15,1 1-5-15,1 1 8 0,1-2 3 0,1-1 4 0,2-5 0 0,2-2 1 16,3-3 2-16,1-2-5 0,4-3 3 0,3-4-8 0,4-3-8 16,3-2-3-16,3-2-4 0,2-3 3 0,1-2 5 0,4-3 6 0,1-2 9 15,2-3 8-15,-1-3 5 0,3-2 6 0,0-3-3 0,-1-1-3 0,2-4-4 16,-2 0-9-16,-1-1-4 0,0-1-3 0,-1 0-1 0,-1-2 7 16,-5 1 0-16,-1-3 1 0,-3 1 3 0,-3-2 1 0,-3-1 5 0,-3 3 1 15,-4-2 3-15,-2 2 4 0,-1-2 2 0,-3 1-7 0,-1 2-2 0,-2 2-8 16,-1 2-12-16,0 5 1 0,-2 2-4 0,0 3-4 0,-2 4 6 15,-3 3-2-15,0 3 3 0,0 3 1 0,-1 2-6 0,1 4 1 0,-1 1-6 16,0 2-6-16,4 2-11 0,0 0-23 0,2 0-31 0,2 1-55 16,4-1-89-16,2-1-110 0,2-3-96 0,3-1-9 0,4-2 44 0,4-3-61 15</inkml:trace>
  <inkml:trace contextRef="#ctx0" brushRef="#br0" timeOffset="102822.94">30375 7056 2151 0,'7'-3'599'0,"1"2"-588"0,3 2-6 0,-2 3-3 0,1 4 0 15,1 3-2-15,0 3 0 0,0 4-7 0,-3 1 5 0,-3 4 2 0,-2 1 7 16,-3 3 3-16,-2 3-4 0,-4 0 3 0,-1 1-4 0,-2-2-5 16,0 0 0-16,1-4-2 0,2 0-3 0,2-3-2 0,3-3-1 0,3-3-7 15,2-3-6-15,5-3-5 0,2-4 0 0,1 0 11 0,0-3 6 0,2-2 5 16,0-2 1-16,-1-4-2 0,1-2 5 0,-2-2 2 0,2-3-2 15,0-2 0-15,0-3-10 0,0 1-4 0,2-3-5 0,0-2-2 0,0 1 4 16,-1-2-4-16,0-1 4 0,0 0-1 0,-3-2-2 0,-1 0 6 16,-2 1 3-16,-2-2 3 0,-2 1 10 0,-4-2 1 0,-1 0 6 0,-2-1 2 15,-2 0 3-15,-2-1-3 0,-3 0 10 0,0-1-2 0,-2-2-7 0,-1 1-4 16,-2-1-25-16,-2 0-16 0,-1 4-14 0,-2 6-15 0,-3 4-19 16,-1 5-7-16,-3 5-7 0,-2 5 9 0,-4 3 10 0,-2 3 5 0,-2 4 1 15,3 3-21-15,0 2-62 0,4 2-91 0,2 1-69 0,5 1-58 0,2 1-154 16</inkml:trace>
  <inkml:trace contextRef="#ctx0" brushRef="#br0" timeOffset="103140.94">31687 6357 2633 0,'-3'3'3'16,"-1"4"-22"-16,-3 4 3 0,1 4 8 0,0 3-3 0,1 2-11 16,0 0-10-16,0 2-4 0,0 1 11 0,1-2 10 0,1 1 6 0,1-2 9 15,1-2-3-15,2-1 4 0,1-2 1 0,4-3-7 0,1-4 2 0,4-1-2 16,2-2 13-16,0-4 1 0,5-3 10 0,2-3 9 0,0-3-3 16,2-3-3-16,1-4-6 0,0-2-7 0,1-1 1 0,1 0 1 0,-1-3-6 15,0 0-5-15,-2 0-2 0,2-2-4 0,-1 0 4 0,-1-2 2 0,-2 0-6 16,-1 1 9-16,-2-2 5 0,-9 13 9 0,1-3 7 0,-2-2-12 15,1-3-8-15,-2 1-10 0,1-4-8 0,-3-1-9 0,-1-1-21 0,-2-1-21 16,-4 2-17-16,-6-15-10 0,-7 13 1 0,-5 12 7 0,-2 10 6 16,-5 3 4-16,-3 4 4 0,-5 2-10 0,1 2-28 0,-6 3-85 0,-1-1-84 15,-1 2-47-15,-4-1-27 0,3 1-110 0</inkml:trace>
  <inkml:trace contextRef="#ctx0" brushRef="#br0" timeOffset="103655.94">28789 6119 608 0,'-3'-2'407'0,"1"0"-336"16,-1 0-18-16,1 2-5 0,1 1-7 0,1 1-20 0,-1 2-9 15,2 2 4-15,0 1 7 0,-1 1 18 0,0 3 14 0,-1 1 17 0,0 1 13 16,1 1 5-16,-1-2-7 0,0 2-16 0,2-1-24 0,0-1-19 0,1-1-13 16,1-2-10-16,1-1-4 0,1-1 2 0,0-2 1 0,1-2 4 15,0-1 1-15,-1-2-1 0,-1-3 9 0,0-1-3 0,1-3 3 0,-1-4 0 16,-1-1-2-16,0-4 5 0,-1-3-9 0,0 1 2 0,0-4 1 0,-2-1 1 16,0 2 6-16,0-3 4 0,-2 0 10 0,-1 0-2 0,-1-2 1 15,-2 0-1-15,0-1-8 0,0 1 1 0,0 2-1 0,-1 2-3 0,0 3-5 16,-1 2-3-16,-1 3 2 0,-1 2-7 0,1 4 2 0,-1 2 1 15,-1 5-2-15,-1 1 0 0,-1 5 3 0,-1 2 0 0,-2 3 10 0,-2 1-1 16,-1 2 2-16,-2 1-2 0,-2 1-11 0,-2 3-9 0,2 1-10 0,-2 1-20 16,3 1-33-16,0 1-47 0,2-1-92 0,2 0-112 0,1-1-59 15,3-3 7-15,3 1 39 0,3 0 58 0,4-2-3 0</inkml:trace>
  <inkml:trace contextRef="#ctx0" brushRef="#br0" timeOffset="104189.94">29990 8299 2194 0,'-10'-4'121'0,"0"1"-85"16,-3-1-21-16,1 0-6 0,2 0 3 0,2 1-7 0,-1-1-1 0,0 0-2 0,0-1 0 15,0 1 8-15,0 0 0 0,0 0-1 0,-1 2 0 0,2 2-1 16,-1 1-4-16,1 3 1 0,0 0-3 0,2 3-4 0,2 0 2 0,0 3 0 16,1 2 0-16,0 1-3 0,2 2 1 0,1-1-2 0,1 2-2 15,1 0-2-15,1-1-3 0,2-2-6 0,2 0 2 0,2-1-5 0,3 0-1 16,-1-2 3-16,4 0 1 0,-1-3 2 0,3-1 17 0,0-1 11 0,0-3 14 15,1-1 13-15,-2-2 6 0,0-2 5 0,1-2 2 16,0-2-6-16,-1-1-7 0,-1-4-11 0,1 0-6 0,-2-2-4 0,-2-1-1 0,1 1-5 16,-3-2 0-16,-1-1-3 0,-3 0 0 0,-1 0-1 0,-3-1 5 15,0 0 0-15,-3-1-5 0,-3-1-1 0,-2 1 8 0,-1 0-1 0,-2-2 4 16,-1 1-4-16,0 0-19 0,-3-1-11 0,0 3-15 0,0 1-26 0,-2 2-22 16,-1 1-22-16,-3 2-22 0,-2 2-25 0,-1 2-57 0,-3 1-71 15,-1 1-76-15,-4 2-41 0,-3 0-23 0,-3-1-126 0</inkml:trace>
  <inkml:trace contextRef="#ctx0" brushRef="#br0" timeOffset="104539.94">27546 7293 3344 0,'-6'7'137'0,"1"6"-162"16,2 5-16-16,3 4 1 0,2-1 9 0,3 1 13 0,1 0 2 0,0 1 4 15,0 1 8-15,0-1 2 0,-1-1 4 0,-1-1 0 0,0-4 0 16,-1-1-4-16,1-5-11 0,1-2-8 0,0-3-34 0,1-3 2 0,2-1-3 16,0-3 26-16,2-3 22 0,0-2-8 0,2-4 13 0,0-2-11 15,0-3 4-15,2-2 8 0,0-3 4 0,-2 0 1 0,-3 0 2 0,0-1 0 16,-2 1-3-16,-2 3-2 0,-2 0 2 0,-3 1 3 0,-1 1 4 0,-2 1-6 15,-2 1 7-15,1 1-6 0,-3 1-2 0,1 1 1 0,-1 2-5 16,-1-1-5-16,0 3-6 0,-1 2-11 0,0 2-9 0,1 2-1 0,-1 4-7 16,1 1 4-16,-1 3 0 0,1 0-12 0,0 2-9 0,2 1-10 0,0 2-15 15,2 2-20-15,0 1-51 0,2 1-80 0,2 2-103 0,2 0-77 16,2 3 7-16,3 3 56 0,3 0 93 0,3 2-27 0</inkml:trace>
  <inkml:trace contextRef="#ctx0" brushRef="#br0" timeOffset="104855.94">29440 8960 3037 0,'-7'9'18'0,"1"3"-46"0,0 5-22 16,0 2-1-16,2 2 18 0,0 0-3 0,-1-1-8 0,-1 2-4 0,1 1 2 15,-2-1 15-15,-1 1 18 0,0-2 15 0,-1-3 1 0,0-1-3 0,2-4 0 16,0-1-15-16,3-2-14 0,2-1-9 0,0-2-5 0,3-3 4 16,0-2 15-16,2-2 17 0,1-2 16 0,1-1 21 0,1-3 1 0,1-3 2 15,2-2-2-15,0-2-14 0,2-3-2 0,1-2-7 0,0-1-7 16,0-2 6-16,0-2-5 0,0 1-7 0,0-1 6 0,-3-1-4 0,0 2 1 16,-2-2 11-16,-2 0-3 0,-2-1 0 0,-1-1 6 0,-2 1-11 0,-1 1-14 15,-2 2 4-15,0 2-11 0,-2 3-12 0,-1 3-14 0,-3 4-19 16,0 1-12-16,-3 2-9 0,0 2-13 0,0 2-46 0,-3 1-63 0,-1 3-87 15,-2 0-74-15,1 2-45 0,-2 2-96 0</inkml:trace>
  <inkml:trace contextRef="#ctx0" brushRef="#br0" timeOffset="105855.94">27950 11660 2603 0,'-10'2'61'16,"-3"2"-6"-16,-2 1-57 0,3 0-14 0,3 0-4 0,3 0-5 16,1 2 1-16,1 3 11 0,2 5 6 0,0 1 15 0,1 4 0 0,1-1 7 15,-1 1 1-15,0 1 2 0,0-3-2 0,-1 1-6 0,1 0-1 0,0-2-7 16,1 1 1-16,1-1 0 0,0-3-6 0,2-3-2 0,3-3-8 15,1-2-6-15,3-2-5 0,2-3-4 0,3-3-2 0,2-3 5 0,2-3 1 16,-1-2 6-16,1-1 7 0,1-3-3 0,-1-3 8 0,1-1 8 16,1 0 1-16,-2-2 9 0,1-2-2 0,-2 1-6 0,-2-3 7 0,0-1-3 15,-3-1 7-15,-1 0 0 0,-2 0 1 0,-3-1 8 0,-3 1-4 0,-1-2 2 16,-3 0-9-16,-3-2-5 0,-1 0 2 0,-3-1-10 0,-1 2 11 16,-1-1-3-16,-1 3-3 0,0 4 3 0,0 4-14 0,3 4 4 0,-2 7-1 15,1 2-2-15,-1 6 0 0,0 2-1 0,0 4-9 0,-1 1-9 0,1 4-5 16,-1 4-5-16,-1 4-5 0,3 0-16 0,1 5-14 0,3 1-37 15,1 1-62-15,3 3-65 0,2-1-101 0,3 0-84 0,5-4-3 0,4-2 38 16,4-4 46-16</inkml:trace>
  <inkml:trace contextRef="#ctx0" brushRef="#br0" timeOffset="106172.94">30635 10581 1962 0,'10'0'814'0,"2"2"-748"0,4 1-39 16,1 2-27-16,-1 1 2 0,3 3 1 0,0 4-6 0,0 3-9 0,-1 3-8 15,1 2 0-15,-1 2 7 0,-1 0 6 0,-2 2 12 0,-1-1-8 0,0-3 10 16,-3 0-7-16,4-2-10 0,-1-3 5 0,0 0-17 0,3-2 1 16,-3-5 0-16,4-2 1 0,2-4 5 0,0-4 4 0,3-3 11 0,0-4 7 15,0-3 7-15,1-4 7 0,-1-3-1 0,-1-1-9 0,-1-3 9 0,-1-1-8 16,1-2-6-16,-1-2 3 0,-2 0-11 0,-1-1 9 0,-2 1-1 15,-2 0 6-15,-1 0-6 0,-5 0 1 0,0-1-5 0,-3-1-4 0,-3-1-8 16,-2 0-5-16,-3-1-3 0,-3 2-7 0,-3 1-1 0,-1 3-7 0,-2 1-12 16,-2 4-8-16,-1 2-6 0,-2 4 6 0,-3 1 8 0,-1 2 11 15,-2 3 4-15,-4-1-8 0,-3 3-16 0,-5 0-22 0,1 2-19 0,-2 0-11 16,2 2-19-16,3 2-40 0,1 2-54 0,6 1-72 0,2 1-70 16,4-1-25-16,6-1-25 0</inkml:trace>
  <inkml:trace contextRef="#ctx0" brushRef="#br0" timeOffset="106422.94">32191 9797 2522 0,'7'4'742'0,"0"1"-707"0,1 0-33 0,2 1-14 0,1 1 8 0,4 1-3 15,0 0-7-15,1-1-13 0,1-1-2 0,0-1 15 0,1-1 14 0,0-1 16 16,-2-3 9-16,1-1 4 0,0-2-3 0,-2-3 1 0,-1-4-5 15,0-2-6-15,-1-4-8 0,0-1-1 0,-4-5 4 0,0-2-2 0,0-3 4 16,-3-2-6-16,-1-2-2 0,-2-3-8 0,-2-1-5 0,-2-2-12 0,-2-2-7 16,-4 1-13-16,-3-1-10 0,-3 1 2 0,-3 2-12 0,-4 0-5 15,-3 2 3-15,-2 1-3 0,-4 4 2 0,-3 2-2 0,-4 4-3 0,-3 1 0 16,-41-9-34-16,1 16-4 0,6 11-18 0,12 8-50 0,5 4-97 0,2 4-188 16,-4 6-177-16,-4 3-33 0</inkml:trace>
  <inkml:trace contextRef="#ctx0" brushRef="#br0" timeOffset="108172.94">25776 12804 1316 0,'-7'3'207'0,"-1"0"-109"0,-2-1-104 0,2-3-27 16,2-3-1-16,1 2-2 0,1-2 0 0,0 0-2 0,2-1 10 0,0 1 11 16,2-1 21-16,-1 0 19 0,0 0 12 0,0 0 8 0,-1 1 3 0,1 0-1 15,0 0-5-15,0 0-6 0,1 0-11 0,-2-1-2 0,1 1-5 16,-1 0-6-16,1 1 3 0,0 1-7 0,1-2-3 0,-1 0-5 0,0 1-3 15,1 0 3-15,0 1 0 0,0 0 5 0,0 3-3 0,0 1-4 16,-1 0-9-16,1 2-8 0,0 1-5 0,0 1 1 0,0 4 1 0,0 2 2 16,0 2 7-16,0 1 3 0,1 1 7 0,-1 2 7 0,0 0 7 0,0-1 5 15,0-1 0-15,-1-1 3 0,0 0 7 0,0 0 3 0,0-3 8 16,0 1 6-16,0-1 8 0,-1-3 16 0,1-1 12 0,-1-1 18 0,0-3 4 16,0-1 2-16,1-2 1 0,-1-2-3 0,0 0 3 0,-1-1-14 0,-1-1-14 15,1 1-10-15,-1-3-20 0,-2-1 0 0,1-3-2 0,-1-1-15 16,0-3-3-16,2-3-16 0,-1-1-1 0,0-4 0 0,1-2-4 0,-1-3 4 15,1-4-9-15,1-3 4 0,0-2 1 0,1-3-6 0,1-3-2 16,-1-3 10-16,1-6-7 0,0-3 13 0,0-5 2 0,2-3-6 0,0-4 5 16,1-4-3-16,1-3-1 0,2-4-2 0,0-5-3 0,2-1 4 0,1-2-5 15,1-3-2-15,2 0 5 0,3-2-7 0,1 3 4 0,2 1 3 16,0 2 0-16,1 4 2 0,2 1-7 0,-3 5-3 0,1 2 1 0,-1 3 5 16,0 4 1-16,-2 1 10 0,2 2-9 0,-1 1-5 0,-1 3 4 0,1 1-11 15,1 3-2-15,2 0 0 0,0 1 1 0,3 2-3 0,1 1 9 16,-2 4-5-16,2 1-1 0,-1 1 4 0,2 0-13 0,0 3 2 0,1 3-8 15,2-1-7-15,0 4-6 0,3 1-13 0,0 3-3 0,1 2 4 0,1 3 6 16,0 1 6-16,-1 0 7 0,0 4 5 0,-2 0 6 0,0 2 10 16,-3 4 3-16,-1 1 4 0,-2 1 2 0,-2 2 2 0,0 0 1 0,-1 2-3 15,-1-1 1-15,1 1-2 0,-1 1-3 0,-1 0 6 0,1 0-3 16,0 0 1-16,-1-1 6 0,1 0-6 0,0-1 1 0,0 1 4 0,-3-1-2 16,1-1-1-16,-2 0 6 0,-2-2 8 0,-1-1 5 0,-2-2 4 0,0-3-1 15,-1 0-7-15,0-2 10 0,-1-3 2 0,-2-1 0 0,-1-3 3 16,0-2-11-16,0-2-7 0,-1-1 2 0,1-2-7 0,-1 0 6 0,0-3 9 15,-1-1-2-15,-1-3 4 0,-1-2-3 0,-1-1-8 0,0-2 1 16,-1-2 3-16,-1-4-10 0,0-3 2 0,-1-1 1 0,-1-3-8 0,1 0 4 16,-1-1-1-16,1 1-2 0,0 0 8 0,-1 2 0 0,1 1 7 15,-2-1 1-15,2 0 6 0,-1 1 1 0,0 1-11 0,2 3-4 0,1 4-8 16,0 3 7-16,0 3-1 0,0 0 5 0,0 3 1 0,1 1-7 0,1 0-2 16,0 3 0-16,1 1-2 0,1 3-1 0,0 0-1 0,1 3-6 0,-1 1-5 15,1 3 15-15,0-2 2 0,1 1 0 0,0 0 4 0,0-3-13 16,2 1 5-16,-1-3 6 0,2 0-3 0,-1-2-5 0,2 0-5 0,0-3 2 15,2-3 2-15,1-1-4 0,1-2 5 0,1 1-3 0,0-2 0 0,2-1 2 16,1 0-12-16,2-1 14 0,2-1 0 0,0-1-10 0,0 2 13 16,1-1-16-16,1 1 9 0,1 1-1 0,2 0-1 0,0 2 0 0,1 0-5 15,0 2 1-15,-3 2 2 0,2 2 2 0,-1 0-2 0,2 0-13 0,2 1 8 16,3 0 0-16,1 2-1 0,2-2 29 0,0 1-14 0,2-2-1 16,1 0 3-16,0 0-13 0,3-1 4 0,0 0 0 0,2-3-2 0,2 0 4 15,2-1-6-15,-1-2 6 0,1 2-4 0,2-1-1 0,4-3-7 16,1 1 18-16,1-2-1 0,3 1 5 0,-1-2 4 0,2 1-16 0,2 0 0 15,2 0 0-15,0-2-2 0,1 0 1 0,-1 0 1 0,0 2 16 0,1-1 7 16,0 4-4-16,-3 1-6 0,1 1-6 0,1 4-5 0,-3 2 13 16,1 0-1-16,-2 2-16 0,-1 1 0 0,0 4 2 0,-1 1 6 0,-2 2 3 15,-2 2-1-15,-2 1-14 0,-3 1-15 0,-2 0-19 0,-2-1-29 0,-3 1-36 16,-1 0-35-16,-2 1-57 0,-2-1-63 0,2 2-83 0,-2-3-142 16,3-2-128-16,-4-2-22 0,0-4 6 0</inkml:trace>
  <inkml:trace contextRef="#ctx0" brushRef="#br0" timeOffset="109539.94">25886 12855 2569 0,'-7'-8'72'0,"1"-2"-51"0,0-4-63 0,4 1-4 0,3 1-3 16,3 1 2-16,3 0-2 0,3 2 6 0,2 0 9 0,1 2 7 0,0 0 8 15,0 2 4-15,-1 0 4 0,1 1-4 0,0 1 5 0,0-1-2 0,1 0 6 16,-1 1 3-16,1-2 2 0,-2 1 1 0,-1 0-2 0,-1-2-10 16,-2 2 4-16,0-2 3 0,1 1 2 0,-2 1 18 0,-1 0-5 0,1 1 1 15,-2 1 2-15,1-2-1 0,0 0-2 0,1-1-1 0,-1 0-4 0,3 0-1 16,1-1-4-16,3 0 0 0,0-1 0 0,1 0 0 0,2 1 2 15,0 0 1-15,1 1 3 0,1-1-6 0,2 0 9 0,1 1-2 0,2-1-4 16,2 1 3-16,0 1-12 0,4 1 0 0,1 1-1 0,0 1-2 16,1 2 0-16,1 0 1 0,-2 1-1 0,3 1 3 0,-2 0 8 0,1 0-8 15,-2 0 4-15,-2 0-1 0,0-1-3 0,-1 1 11 0,0 0-1 0,-2-2 2 16,1-1 0-16,-2-1-1 0,2-1 7 0,0-2 13 0,-1-1 8 16,3-1 7-16,-1-3-2 0,4-2-7 0,2 0-3 0,3-4-9 0,2-1-4 15,3-2-7-15,3 0-5 0,4-1-1 0,1 0 0 0,1 2 4 0,2 1-6 16,0 1-2-16,2 1 4 0,-1 1 1 0,-1 1 3 0,0 2-4 15,0 1-4-15,0 2 1 0,1 3-1 0,1 1 10 0,-4 3-2 0,-1 2-2 16,-2 0 0-16,-1 2 3 0,1-1 2 0,-3 1 1 0,0 0-2 16,-2-1 0-16,1 0-5 0,-2-1 5 0,0-1 2 0,2-1-2 0,-1-2-4 15,0-2-2-15,2-1 4 0,-1-3 1 0,0-1 4 0,0-4 4 0,2 0-1 16,-1-4 6-16,0-2 1 0,1 0 0 0,-1-4-1 0,0-2 3 16,0-1-5-16,2-2 7 0,1-1-1 0,0-1-12 0,0 0 4 0,1-1-11 15,-2 2 7-15,0-2 2 0,1 3 4 0,0-1 1 0,-1 3-4 0,-2 1-1 16,1 3-2-16,0 4-5 0,-1 3 2 0,1 2 1 0,-2 4-2 15,2 3 8-15,-2 2 3 0,-2 2 0 0,-1 1 0 0,-3 1 4 0,1 0-7 16,-1 1 1-16,0-2-3 0,0 0-5 0,-1-1 0 0,0-1 5 0,0-3-8 16,-2-3 4-16,0-4 5 0,-1-2-8 0,-1-2 9 0,-1-4-4 15,2-3 3-15,0-4-1 0,0-5 0 0,-1-4 3 0,-1-4-1 0,0-5 0 16,-1-2-9-16,3-2-3 0,-3-3 2 0,-1 0-3 0,-1-1 17 16,-2-4 2-16,0 2-5 0,-2-2 3 0,0 0-5 0,-2 0 3 0,0 0 3 15,-1 1-8-15,0 2-2 0,0 2-7 0,1 2-3 0,-1 3-1 0,3 3-1 16,3 3 2-16,1 2-8 0,1 4 9 0,0 5 0 0,-1 4-4 15,-1 4 7-15,0 4-12 0,-4 2 3 0,2 4-3 0,-2 0 1 0,-1 5 4 16,2 0-5-16,-2 2 1 0,0 1 17 0,0 1-1 0,1 0 1 0,0 0 2 16,0 1-13-16,0-1 2 0,-1-1-6 0,2-1 2 0,-2 1 4 15,-1-4-2-15,0 0 4 0,-3-2 0 0,2-2-16 0,0-1 25 0,0-2-1 16,0-3 1-16,0-2 7 0,0-1-14 0,2-4 3 0,-2-1-1 16,-1-3-6-16,-2 1 2 0,0-2-6 0,0 2 2 0,0-2 4 0,0 0-3 15,-1-1 3-15,-3 1 0 0,4 0-2 0,0 1 0 0,-1 0 0 0,0 1 1 16,-2-2 1-16,1 1-2 0,0-2-8 0,-8 16 39 0,3-4 3 15,-1-3 2-15,2-4 6 0,0 1-42 0,0-7 4 0,0 1-4 0,1-7 8 16,-2-3 1-16,0 0-7 0,-2-3 10 0,-1-2-6 0,-2-2 1 0,-2-3-3 16,0-2 6-16,-1-2 4 0,-3-2-7 0,-1-2 9 0,0-2-16 15,-1-3 0-15,0 0 8 0,0-3-8 0,1 0-10 0,0-2 14 0,2 0-2 16,1-1-2-16,0 0 11 0,2 1-15 0,1 0 2 0,-1 2-2 16,0 2 0-16,2 3 1 0,2 3-3 0,-2 5 6 0,1 3-2 0,-1 6 2 15,0 6-1-15,0 4-6 0,-1 8 1 0,-1 4-6 0,-3 6-8 0,1 4 2 16,0 6 1-16,-3 2 5 0,0 2 8 0,1 1-6 0,0 1-5 15,-1-1-14-15,2 1-6 0,-1-2 10 0,2-1 7 0,-1-1 12 0,1-3 8 16,0-2 0-16,1-5 2 0,0-4 9 0,-2-5 8 0,2-7-1 16,0-4-3-16,-2-7-3 0,0-4-11 0,-1-7 1 0,1-4-10 0,-2-7-1 15,0-3 5-15,-2-4-2 0,0-3 7 0,0-3-3 0,1-2 0 0,-2-1 12 16,1 0-2-16,0-1-1 0,1 0 7 0,1 0-10 0,-1-1 0 16,2 0 9-16,-1-3 5 0,2-2 2 0,0 0 0 0,1-1-6 0,1-1-12 15,2-1 0-15,0 0 0 0,2 1 4 0,1 2-2 0,2 4-8 0,-1 4 0 16,2 6 0-16,0 7 0 0,1 6 0 0,0 7 0 0,-1 6 0 15,0 7 0-15,-1 6 0 0,0 4 0 0,0 5 0 0,0 4 0 0,0 4 0 16,1 4 0-16,0 5 0 0,0 3 0 0,2 4 0 0,2 2-6 0,1 3-10 16,1 1 0-16,1 2-10 0,2 1-32 0,1 2-20 0,1-1-46 15,1 0-48-15,2-2-46 0,1-1-82 0,4-3-104 0,0-2-131 0,4-5-133 16,-16 0 2-16,3-3 32 0</inkml:trace>
  <inkml:trace contextRef="#ctx0" brushRef="#br0" timeOffset="114390.46">15379 8808 1 0,'-33'29'0'0,"1"2"5"0,-4 4 12 0,22-9-15 16,6-7-1-16,3 5 0 0,1 1-15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9T11:02:32.6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27218 7279 117 0,'-5'-1'27'0,"-1"2"-5"16,-3 1-7-16,0 1-2 0,1 0-3 0,-1 1-1 0,1 1 3 0,-1 0-2 15,1 2 1-15,1 0-3 0,-1 1-1 0,0 1-1 0,1 0-1 16,0-1 2-16,2 0-2 0,-2-3 2 0,2 3 0 0,-1-2 0 0,0 0 0 16,2 0 0-16,-1-1 0 0,2 0 3 0,1-1-1 0,0 0 4 0,1 0 2 15,0 0 2-15,1-1 5 0,0 0 3 0,1 0 1 0,1 0 4 16,1 0 2-16,2-1 2 0,2 1 2 0,1 0 1 0,1-1 2 0,1-1-1 15,2 1 0-15,1-1-1 0,2 0 0 0,2 0-5 0,1 0 0 16,1-1-6-16,3 1-4 0,-1-1-2 0,1 1-4 0,1-1 0 0,-2-1-2 16,0 1 0-16,-1-1-2 0,0 1 0 0,1-2 0 0,0 1 1 0,2-1 0 15,0-1 1-15,-2 1 3 0,1-1 2 0,-1 0-1 0,0 0 4 16,0 0 3-16,-1-1 2 0,-1 1 3 0,0-2 0 0,0-1 1 0,-1 0 2 16,0-1 3-16,2 0 0 0,-1-1 2 0,0 1 2 0,1 0-3 0,-2-1 1 15,0 0-2-15,1-3-4 0,0 0 0 0,-1 0-3 0,1 0-1 16,-1 2 0-16,-2-1-2 0,1 0-1 0,-2 0 2 0,-1 0-3 0,-1 0 0 15,-2 0 1-15,2 0-3 0,-2 0 1 0,-1-2-1 0,0 0 2 16,-2-1-6-16,0 0 3 0,0-1-4 0,-2 0 0 0,0 0 3 0,-2 1-4 16,0-2-5-16,-1 1-5 0,-1-2-3 0,0 2 0 0,-3-1 4 0,0 1 7 15,0 0-1-15,-2 1 3 0,0 0-2 0,-2 0-9 0,0-1 4 16,-1 2-3-16,-1 1 1 0,0 1 4 0,0 0-4 0,-3 1-1 0,-1-1 1 16,-1 1 2-16,-2 1 0 0,1 1 0 0,-4 1-4 0,0 0-1 0,-3 1 1 15,-1 0-2-15,-2 1 1 0,0 0-2 0,0 1 1 0,1 0 0 16,-1 1-3-16,-1 0-2 0,-1 1 2 0,-1-1 0 0,0 1 3 0,0 1 2 15,0 0-5-15,0 0 3 0,-2 2-8 0,2-2 8 0,0 2-3 16,1-1-1-16,1 0 5 0,0 2-4 0,1-1 8 0,3 0-5 0,0 1-3 16,1 0 1-16,2 2-1 0,0 0-1 0,2 0-2 0,1 2 4 0,1-1-2 15,0 2 1-15,2-1-3 0,0 1-2 0,3 1 4 0,2 0-1 16,2 0-2-16,1 1 2 0,2 1 2 0,1 1-6 0,1 0 5 0,1 0-2 16,1-1-6-16,1-1 9 0,3 0-11 0,0 1-2 0,3-1 1 0,0 1 2 15,2-1 7-15,-1 1 3 0,1-1 5 0,0 0 1 0,0-1 0 16,1-1 2-16,-1 0-10 0,1-1 1 0,-1 0-1 0,2 0 1 0,-1-1 1 15,0 0 0-15,2 0 1 0,-1-1 1 0,0-1 1 0,-1 0-3 16,1-1-2-16,0 0 4 0,-1 0-1 0,0 0 2 0,-2 0 0 0,0 0-1 16,1-1 4-16,-2 1-3 0,0-1 0 0,0-1-2 0,-1 1-1 0,1 0 0 15,-1 0 0-15,0 0-1 0,-1 0-1 0,-2 0 2 0,0-1 0 16,-1 0 0-16,-2 0-1 0,2-1 1 0,-3 1-2 0,1-1 2 0,0 0 3 16,-1 0-3-16,-1-1 0 0,0 1-4 0,-1-1-2 0,0 0-2 0,0 1 4 15,0-1-7-15,0 1-5 0,0 0-9 0,0 0-23 0,-1 0-34 16,1 0-50-16,0 0-44 0,-1 0-50 0,1 0-16 0,-2 0 3 0,1 1 7 15,-1-1 38-15,1 0 30 0,1 1 34 0,-1-1 40 0,1 0-10 0,0 1-40 16</inkml:trace>
  <inkml:trace contextRef="#ctx0" brushRef="#br0" timeOffset="1368">27191 9026 283 0,'-8'4'71'16,"0"1"-19"-16,0 1-3 0,3-1-9 0,0-1-10 0,3 1 0 0,-1 1 5 15,0-1-2-15,1 0-5 0,1 1-12 0,2 1-7 0,0-1-2 0,1 0-3 16,1 1-1-16,1 0-2 0,1 0 0 0,0 1 2 0,0-2-2 16,1 3 2-16,1 0 1 0,-1 1-4 0,0 0 3 0,2-1 1 0,-1 0 1 15,2-1 5-15,0 1 0 0,2 1 2 0,0 1 6 0,2-1 1 16,-1 0 5-16,-1-2 5 0,1 1-2 0,0-1 1 0,2 0-1 0,-1 0-2 15,0-1 7-15,0 0-1 0,1-2 0 0,0 0 3 0,0-1 0 0,0-1 3 16,1 0 4-16,-1-1-1 0,1-1 1 0,-2 0-2 0,2-1-2 16,0-1-1-16,1-1 1 0,0-2-1 0,0-1 0 0,1-1-1 0,0-1-6 15,-1-1 0-15,1 0-4 0,1-1-7 0,-2-1 3 0,2 0-7 0,0-1-4 16,1 0 1-16,-2-1-6 0,1 1 2 0,-2 0 1 0,0 2-3 16,1-1 4-16,0 0 0 0,0 0 0 0,-1 0-5 0,0-1 0 0,1 1 0 15,-1 2 2-15,-2-2 5 0,-1 0-5 0,1 0 1 0,-1-1-1 0,-1 1 1 16,-1 0 5-16,0-1-1 0,0 0 3 0,0-1 4 0,-1-1-4 15,-2 1 9-15,0-2-1 0,0-1-3 0,0-1 3 0,-1 0 4 0,0-1-3 16,-1-2 3-16,0 1 2 0,0-1-11 0,-1 0 0 0,1 1-1 16,-2 1-4-16,1 1 0 0,0 2 3 0,-1 0-4 0,0 1 4 0,-2 0-2 15,0 1 0-15,-1 1 2 0,-1-1-2 0,0 2 0 0,-1-1-1 0,-1 0 1 16,0-1-1-16,0 1 3 0,-2 0 2 0,1 1-2 0,-1-3-2 16,-1 0-1-16,0 0-1 0,-1-1-4 0,0 0 4 0,-2 0-3 0,1 0-2 15,-1-1 3-15,-2 1-6 0,1-1 1 0,0 1 3 0,-1-1-6 16,0 0 5-16,-1 0-1 0,-1 0-4 0,0 1 6 0,-1 2 2 0,0 2-2 15,-1 1 3-15,1 1-1 0,-2 1-4 0,0 2-1 0,-3 0-1 0,-1 1-3 16,1 1 4-16,0 0-4 0,-1 1 0 0,1 1 1 0,0 0-1 16,-1 1 3-16,-2 0 3 0,1 1-4 0,0 0-2 0,-2 1 3 0,4-1-3 15,0 1 0-15,-2 0 3 0,4 0-4 0,-2-1-1 0,0 1-1 0,2 0 3 16,1 1 2-16,-2 0 1 0,2 0-2 0,2 1-4 0,-1 1 2 16,1 1 1-16,1 0 0 0,-1 1 3 0,2 1-2 0,0 1-2 0,0 1 1 15,1 1-3-15,1 0-1 0,0 1 4 0,1-1-1 0,0 1 1 0,0 0 0 16,0 0-2-16,1 0 4 0,1-1-2 0,0 1 3 0,2 1-8 15,0-1 4-15,0 0 2 0,2-1-5 0,0 1 4 0,0 0-2 0,2 0 1 16,-1 0-1-16,1-1 2 0,1-2-2 0,1 2 4 0,-1-1 3 0,1 0-7 16,-1 1 2-16,0-2-1 0,1 0-6 0,1 1 9 0,1-1-5 15,0 0 3-15,1 1-3 0,-1-1 3 0,1 0 3 0,0 0-6 0,0 0 3 16,1 0 0-16,2-1-5 0,-2 1 8 0,2-1-1 0,-1 0-4 16,1-1 7-16,-1 1-7 0,0-1 1 0,1 1 1 0,-1 0-3 0,0-1 4 15,2 0-1-15,-2-1 0 0,1 0-1 0,-1 0-3 0,1 2 6 0,1-2-8 16,-1 0 1-16,-1 0 1 0,2-1-4 0,0 1 8 0,0 1 3 15,1-1-3-15,-1-1 5 0,0 1-2 0,0 0-3 0,1 1 6 0,-1-1-3 16,1 1-2-16,-1-1 4 0,0 1-6 0,0 0-3 0,1-2 6 16,-1-1 1-16,-1 1 2 0,0-1 3 0,1 1-7 0,-1-1-1 0,-1-1 0 15,1 0 2-15,0-1 1 0,-1-1 1 0,1 0 0 0,-1 0 5 0,1 0-1 16,0-2 1-16,-1 1 7 0,-1-1-4 0,1 1 1 0,0-1-2 16,0 0-1-16,0 0 4 0,-1 0-1 0,0 0-2 0,0 1 0 0,0 0-5 15,-1-1 1-15,1 1-1 0,-1 0 1 0,0 0-3 0,1 0 3 0,-1 0-1 16,0 1 1-16,-1-1 4 0,-2 0-8 0,1 0 5 0,0 1-3 15,0-1 0-15,0 1 3 0,-1 0-4 0,1-1 0 0,-1 1 3 0,-1-1-4 16,0 0-3-16,1 1 5 0,-1-1-5 0,0 0 5 0,0 0 2 0,-1 1-2 16,0-1 3-16,1 0-5 0,-2 0 4 0,2 0-2 0,-2 1 1 15,1-1-1-15,0 0-2 0,0 1 1 0,0-1-3 0,0 0 8 16,-1 1-8-16,0-1 1 0,1 1 0 0,-2 0-4 0,1 0 2 0,0 0 2 16,1 0-2-16,-1 0 0 0,0-1 1 0,0 1-1 0,-1 0 2 0,1 0 0 15,0-1-1-15,-1 1-1 0,1-1 3 0,-2 0 1 0,1-1-4 0,0 1-2 16,0-1-1-16,0 0 3 0,0 0-3 0,0 0 3 0,-1 0 0 15,1 0-5-15,-1 0 5 0,1 0-4 0,0-1-2 0,0 1 1 0,1 0 1 16,0-1-7-16,0 1 3 0,0-1-4 0,0 1-4 0,0-1 1 0,1 1-3 16,0-1 3-16,1 0-4 0,-1 0-7 0,1 0-3 0,0 0-12 15,1-1-5-15,0 0-2 0,0 0-17 0,2 0-3 0,-1-2-8 0,1 0-9 16,2-2 0-16,-2 0-9 0,2 0-8 0,0-1-11 0,-1-1-9 0,1 1-15 16,1-1-3-16,0-1 3 0,0 2 15 0,0-1 13 0,0 0 17 15,1-1 12-15,-1 0 7 0,0-1 10 0,0 0 0 0,0 0 2 0,0 0-1 16,0 0 2-16,1 1 5 0,0-2 2 0,-1 2 6 0,0-1 4 15,0 1 4-15,1 1 5 0,-1 1 5 0,1-1 6 0,-1 1-4 0,0-1-74 16</inkml:trace>
  <inkml:trace contextRef="#ctx0" brushRef="#br0" timeOffset="17464.29">8862 8273 1 0,'-24'88'0'0,"-6"-34"53"0,-13 2 170 0,-1-42-268 0,0-5 34 16,7 6 19-16,9 2-9 0,10 2-2 0,8 1-8 0,9-1-17 15,7 0-135-15</inkml:trace>
  <inkml:trace contextRef="#ctx0" brushRef="#br0" timeOffset="18820.3">8124 9664 126 0,'-20'7'-38'0,"1"1"37"0,-3 2 1 0,6 2 0 0,8-3-2 16,4-1-50-16</inkml:trace>
  <inkml:trace contextRef="#ctx0" brushRef="#br0" timeOffset="66704.58">8386 9515 2651 0,'53'18'170'0,"4"-3"-97"16,17-2-3-16,1-5-16 0,-4-8 14 0,5-5 5 0,4-3-6 0,6-6-8 15,4-5-25-15,5-5-3 0,1-3-4 0,3-7-9 0,0-5 15 0,2-4-7 16,-1-7-2-16,1-6 2 0,3-5-8 0,-1-6 1 0,1-5-8 15,-1-4 0-15,-1-4 4 0,-1-3-4 0,0-5-3 0,-4-4-6 0,-1-3-1 16,-1-2 5-16,-3-3 0 0,-1 2-1 0,-5-1-1 0,-3 0 4 16,-3 2-5-16,-5 0 3 0,-3 1 5 0,-5 3-3 0,-4-1 3 0,-4 4-5 15,-3-1-2-15,-4 2 1 0,-4-1 5 0,-5 0-3 0,-3 0 9 0,-3-1-12 16,-5 1-3-16,-4-1 1 0,-6 1-13 0,-4-1 11 0,-4 0-8 16,-6 2-3-16,-5 1-1 0,-5 2-5 0,-6 3 6 0,-5 2-6 0,-6 1 6 15,-4 4 0-15,-8 5-4 0,-4 3 7 0,-8 5-9 0,-6 4 4 0,-5 8-6 16,-8 4-1-16,-6 9 0 0,-7 6-10 0,-9 7 6 0,-5 7 13 15,-7 8 0-15,-5 10 4 0,-9 9 1 0,-3 11-8 0,-5 8 18 0,-6 10 1 16,-2 9 2-16,-5 12 13 0,0 9-9 0,-1 12 17 0,1 6 9 16,3 9 8-16,2 6 7 0,6 7-1 0,5 5-4 0,4 5-5 0,8 7-13 15,8 2 0-15,4 2-2 0,10 2-19 0,4-2-5 0,7 5-6 0,7-2-9 16,8-3 4-16,7-2-5 0,6-6-14 0,7-4-27 0,7-4-24 16,6-4-30-16,7-6-52 0,6-4-60 0,6-4-82 0,6-4-116 0,6-2-158 15,4-3-143-15,4-2 129 0,3 1 92 0</inkml:trace>
  <inkml:trace contextRef="#ctx0" brushRef="#br0" timeOffset="67286.58">9356 12076 3330 0,'-3'-14'0'16,"1"-9"0"-16,0-10 0 0,2-12-2 0,5 3 2 0,2-5-3 0,2-4 1 16,1-2 7-16,0-4-7 0,0-1 4 0,1-3 4 0,0-2-12 15,3-1 6-15,2-3 0 0,2 0-2 0,1-2 8 0,2-1-10 0,2-2 1 16,2-1-12-16,5 1 8 0,0-1-7 0,5 1 6 0,-1-2 8 15,3 1-9-15,1 1 17 0,2-1-5 0,3 1-3 0,2-1-7 0,3 1 5 16,2 1-16-16,4-1 6 0,2 1 14 0,3 1-8 0,3-2 6 0,3 0 6 16,3 1-10-16,3-2 11 0,2 1-7 0,1 2-3 0,3 0-3 15,1 1-4-15,4 4 15 0,2 1-3 0,2 2 3 0,4 3-3 0,-1 2-9 16,3 3 2-16,0 4 5 0,0 2-2 0,-1 5-4 0,0 4 12 0,-1 2-8 16,0 4 0-16,-2 4 13 0,-1 4-11 0,-2 4 7 0,-1 4 4 15,-3 5 1-15,-1 3 1 0,-3 3-10 0,-2 4-3 0,-2 6 0 0,-4 4 4 16,-4 5 8-16,1 3-1 0,-4 6 2 0,-2 3 5 0,-4 7 0 15,-3 3 0-15,-4 5 9 0,-4 5-7 0,-3 3 4 0,-3 5 0 0,-6 6-9 16,-2 4 14-16,-5 3 1 0,-4 5 4 0,-3 3 7 0,-5 5-7 0,-3 4-4 16,-4 4 3-16,-4 3-7 0,-3 3 1 0,-4 3-2 0,-3 5 6 15,-4 1-8-15,-3 3 3 0,-6 2-3 0,-3 2 8 0,-4 1 5 0,-5 2-11 16,-3 3-1-16,-6 3-10 0,-5 3 2 0,-5 2 10 0,-6 0-2 0,-4 1-24 16,-3-2 0-16,-3 1 0 0,-4-2 0 0,-2-1 0 0,-3 1 0 15,-3-5 0-15,-3 1 0 0,0-1 0 0,-6-1 0 0,0-1 0 0,-4-4 0 16,0-2 0-16,-3-3 0 0,-1-2 0 0,-3-3 0 0,0-1 0 0,0-6 0 15,-1-2 0-15,2-7 0 0,-2-3 0 0,0-4 0 0,1-8-52 16,-1-5-18-16,3-8-22 0,2-7 3 0,1-9-25 0,4-8-33 0,1-9-25 16,2-8-68-16,4-10-57 0,2-11-84 0,4-11-162 0,3-9-160 0,3-12 123 15,3-9 42-15</inkml:trace>
  <inkml:trace contextRef="#ctx0" brushRef="#br0" timeOffset="95371.93">23781 3363 3 0,'6'-1'2'0,"2"-1"0"0,0 1 1 15,-1 1-2-15,-3 1 0 0,1 0 0 0,-1 1 0 0,-1 0-1 0,0 1 0 16,-1 0-2-16,0 0-2 0,0 1-2 0</inkml:trace>
  <inkml:trace contextRef="#ctx0" brushRef="#br0" timeOffset="95821.93">23830 3339 56 0,'-3'-7'33'16,"1"1"-8"-16,-2-3-9 0,2-1-5 0,0 1-2 0,1 0 0 15,2-1-3-15,-1 0 0 0,3 1-1 0,-1-1-2 0,2 0 1 0,-1 0-1 16,1 2 0-16,1-1 0 0,1 0-2 0,0-1 0 0,0 1-1 0,0 1 2 15,1 0-1-15,0 0-1 0,2-1 0 0,-1-1-1 0,1-1-2 16,-2-1 2-16,0 1 0 0,0-1-1 0,-1 0 2 0,0 2 0 0,-2-1 0 16,0-1 1-16,0 0-1 0,0 1 1 0,-1 0 1 0,1-1 1 0,1 1 1 15,-1 0 0-15,1 0 0 0,1 1 1 0,0 1 2 0,0-1 1 16,1 1-1-16,-2 0 2 0,2 1-2 0,0 1 0 0,1 1 2 0,0 2-2 16,1 1 1-16,-1 0 0 0,1 2-1 0,-1 1 0 0,1 2-1 0,1 2-2 15,0 0-1-15,1 2-1 0,1 1 0 0,-2 1 1 0,3 0-2 16,1 0 1-16,1-1-1 0,1 0-1 0,0-1 1 0,0-1-1 0,1 0 0 15,-1 0 0-15,1-1 0 0,0-1 0 0,1 0 1 0,0-1 0 16,2-1 0-16,0-1-1 0,0-1 1 0,0-1-1 0,1 0 0 0,0-2 0 16,1 0 1-16,-2 0 1 0,2-1 0 0,-2 0 3 0,0 0-2 15,0-1 0-15,0 0 0 0,0-1-1 0,1-1-1 0,2 1-1 0,-1-1 1 16,2 0 1-16,1 1-1 0,1-2 2 0,4 1-3 0,0 0 0 0,1-1-1 16,-4 1 0-16,0-1-1 0,-2 1 0 0,1 1 1 0,1-1 1 0,-2 0-1 15,1 0 1-15,-2-1 0 0,1-2 0 0,-2 0 2 0,-1-1-1 16,0-2 1-16,-2 1 0 0,1-1 1 0,-1 2 3 0,-2-3 2 0,-1-2 4 15,-1 0 4-15,1-1-1 0,-2-1 5 0,0 0 0 0,0-1-4 16,0 0 2-16,0 0-5 0,0-1-4 0,2-1 0 0,-1 0-3 0,1 0-1 16,2 0-2-16,0-2 1 0,0 1-1 0,1-3 0 0,1 1-1 0,-1-1-4 15,2-1-2-15,2-3-4 0,0-1-1 0,2-2-1 0,-2 2-1 16,2 1-3-16,-1 3-4 0,-2-1-5 0,0-1-30 0,0 1 2 0,-13 13 1 16,4-2 2-16,0 1 17 0,4-3-145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01F7-F271-2518-C09E-25920BCF3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8BB81-A65A-19D2-2D05-1CD65F858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6B8F4-3DCC-734D-E6B7-FF154E5D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1E1D8-2D7A-A652-14E7-E50CCB2E7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A8C24-7348-DE8D-9FD5-74A326A3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9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8CFB-C41B-E9DA-B52B-908ADF622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DDB53-A141-882B-3EC9-99DAEF167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68799-8394-9E88-3EDF-00DBE6B1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3EBBA-D004-062C-037D-F71CAA5F2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3D881-33CF-AA4A-13AD-7697CD5F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2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78BC-EBA1-B8DD-7945-63CA6631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70400-4BEA-0C7F-6874-5AB4F1EB9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A9028-05AB-D61E-CA66-50A3A5385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1C0E2-7E49-D8A2-7339-B58DC907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6726-EFBC-44D6-7C09-22441DD44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4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F21F-8601-551A-B297-131FC2FD2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BF447-EF8A-E588-592B-C46D55556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4CFF7-E911-433D-5FD8-C9CE5C4C7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5EB52-8770-B32E-D88D-7C1C1ED7A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084D7-DCB1-FEB1-6B40-41C4DC80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79568-C741-E737-3989-C62BA9C4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6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0EA2-3831-A203-F371-D2C66941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AABE6-B8D8-1E9E-A62E-8593DCCD4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6856B-0786-2532-8241-605688A5B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2EFD1-DF62-2CBF-6FB7-AEB43B48E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19738-2E59-F7DB-0677-42331316B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2A8-9D4B-AE42-DFFC-8565388B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7E512-ABB3-7275-C761-A90D7AF9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33BC65-6296-1088-F5DE-8884F8E4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1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7700-6A44-352B-A120-55D8516D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3C0B7-EDA2-7C67-753B-64C1C72A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C3C5D-7C25-F1ED-E21C-462C1999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EF300-0F50-2B04-ED0B-C5A4DDD3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8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0DA37F-B942-ABAD-8670-11ABF0D9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8AB52-8066-CF6E-A59D-5ABA7E20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ACA04-F485-4E4C-1422-AEB46C95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74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C236-69AE-F3B5-7056-47AB0C9E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1F5CB-1EDF-3C89-A10B-FCA8237BB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50A17E-2060-F615-F3DB-CDE52CFC0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42717-0180-1222-119A-B3D7C9ED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E222A-FF04-87E3-2785-B2385C22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9F425-4223-C8BD-4EA0-2AE18EAB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2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49D7-7DDF-166C-033C-62686E06B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0F9110-8D1A-C7A8-B425-765440BE7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59A96-EAE9-C4DC-9A90-E30B086AA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BEFFE-3814-EA55-AAB8-36BEBE60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E766A-884B-0C4A-77E7-06144250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BA1F0-BD3A-7292-B4DA-89A16A21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9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9842-D185-227A-3B1C-E9BACDBB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410F8-1685-A075-6834-22A06E5FD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6D243-26E4-C386-4149-F80DC9AAE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27A48-B303-9931-12B4-0D3E8523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B14BA-3A22-8967-D772-C666D8DF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54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F03D7-DDCD-B774-3304-E2660D218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0D61F-B2D7-017F-00CF-519329ADF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A1307-1A20-54A9-1CD6-1D5C050EE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61F8A-D13A-D801-7F9A-F9276F5A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CE1C3-0A0A-0A01-8A49-01B1879F1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8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1C8C4-FCA7-CE07-22FA-F9B9E5FE6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624CE-F90E-650B-21DF-AF0D25728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F6DEB-826E-7100-B17D-192E117EE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375AA-5B70-460E-B4C9-627750652481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2AC70-04D4-1001-FBD0-EEDA33500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0F1A4-CA05-E706-522F-7E5835AF9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20E45-9DD0-4991-86B2-2E4542636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7.xml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5.xml"/><Relationship Id="rId1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customXml" Target="../ink/ink19.xml"/><Relationship Id="rId26" Type="http://schemas.openxmlformats.org/officeDocument/2006/relationships/customXml" Target="../ink/ink23.xml"/><Relationship Id="rId39" Type="http://schemas.openxmlformats.org/officeDocument/2006/relationships/image" Target="../media/image30.png"/><Relationship Id="rId21" Type="http://schemas.openxmlformats.org/officeDocument/2006/relationships/image" Target="../media/image21.png"/><Relationship Id="rId34" Type="http://schemas.openxmlformats.org/officeDocument/2006/relationships/customXml" Target="../ink/ink27.xml"/><Relationship Id="rId42" Type="http://schemas.openxmlformats.org/officeDocument/2006/relationships/customXml" Target="../ink/ink31.xml"/><Relationship Id="rId7" Type="http://schemas.openxmlformats.org/officeDocument/2006/relationships/image" Target="../media/image14.png"/><Relationship Id="rId2" Type="http://schemas.openxmlformats.org/officeDocument/2006/relationships/customXml" Target="../ink/ink11.xml"/><Relationship Id="rId16" Type="http://schemas.openxmlformats.org/officeDocument/2006/relationships/customXml" Target="../ink/ink18.xml"/><Relationship Id="rId20" Type="http://schemas.openxmlformats.org/officeDocument/2006/relationships/customXml" Target="../ink/ink20.xml"/><Relationship Id="rId29" Type="http://schemas.openxmlformats.org/officeDocument/2006/relationships/image" Target="../media/image25.png"/><Relationship Id="rId41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3.xml"/><Relationship Id="rId11" Type="http://schemas.openxmlformats.org/officeDocument/2006/relationships/image" Target="../media/image16.png"/><Relationship Id="rId24" Type="http://schemas.openxmlformats.org/officeDocument/2006/relationships/customXml" Target="../ink/ink22.xml"/><Relationship Id="rId32" Type="http://schemas.openxmlformats.org/officeDocument/2006/relationships/customXml" Target="../ink/ink26.xml"/><Relationship Id="rId37" Type="http://schemas.openxmlformats.org/officeDocument/2006/relationships/image" Target="../media/image29.png"/><Relationship Id="rId40" Type="http://schemas.openxmlformats.org/officeDocument/2006/relationships/customXml" Target="../ink/ink30.xml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28" Type="http://schemas.openxmlformats.org/officeDocument/2006/relationships/customXml" Target="../ink/ink24.xml"/><Relationship Id="rId36" Type="http://schemas.openxmlformats.org/officeDocument/2006/relationships/customXml" Target="../ink/ink28.xml"/><Relationship Id="rId10" Type="http://schemas.openxmlformats.org/officeDocument/2006/relationships/customXml" Target="../ink/ink15.xml"/><Relationship Id="rId19" Type="http://schemas.openxmlformats.org/officeDocument/2006/relationships/image" Target="../media/image20.png"/><Relationship Id="rId31" Type="http://schemas.openxmlformats.org/officeDocument/2006/relationships/image" Target="../media/image26.png"/><Relationship Id="rId4" Type="http://schemas.openxmlformats.org/officeDocument/2006/relationships/customXml" Target="../ink/ink12.xml"/><Relationship Id="rId9" Type="http://schemas.openxmlformats.org/officeDocument/2006/relationships/image" Target="../media/image15.png"/><Relationship Id="rId14" Type="http://schemas.openxmlformats.org/officeDocument/2006/relationships/customXml" Target="../ink/ink17.xml"/><Relationship Id="rId22" Type="http://schemas.openxmlformats.org/officeDocument/2006/relationships/customXml" Target="../ink/ink21.xml"/><Relationship Id="rId27" Type="http://schemas.openxmlformats.org/officeDocument/2006/relationships/image" Target="../media/image24.png"/><Relationship Id="rId30" Type="http://schemas.openxmlformats.org/officeDocument/2006/relationships/customXml" Target="../ink/ink25.xml"/><Relationship Id="rId35" Type="http://schemas.openxmlformats.org/officeDocument/2006/relationships/image" Target="../media/image28.png"/><Relationship Id="rId43" Type="http://schemas.openxmlformats.org/officeDocument/2006/relationships/image" Target="../media/image32.png"/><Relationship Id="rId8" Type="http://schemas.openxmlformats.org/officeDocument/2006/relationships/customXml" Target="../ink/ink14.xml"/><Relationship Id="rId3" Type="http://schemas.openxmlformats.org/officeDocument/2006/relationships/image" Target="../media/image12.png"/><Relationship Id="rId12" Type="http://schemas.openxmlformats.org/officeDocument/2006/relationships/customXml" Target="../ink/ink16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33" Type="http://schemas.openxmlformats.org/officeDocument/2006/relationships/image" Target="../media/image27.png"/><Relationship Id="rId38" Type="http://schemas.openxmlformats.org/officeDocument/2006/relationships/customXml" Target="../ink/ink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customXml" Target="../ink/ink36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3035-E3D6-0451-4A1E-B3028B7943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18F65-AA62-D177-FD42-870558746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0910"/>
            <a:ext cx="9144000" cy="646889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104217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E7F5-9F11-5875-911C-B249F8F59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DDF7B-8FBF-6D4D-80FA-4F0D6710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Support Vector Machine ---Nazariy</a:t>
            </a:r>
          </a:p>
          <a:p>
            <a:pPr lvl="1"/>
            <a:r>
              <a:rPr lang="en-US" dirty="0"/>
              <a:t>SVC</a:t>
            </a:r>
          </a:p>
          <a:p>
            <a:pPr lvl="1"/>
            <a:r>
              <a:rPr lang="en-US" dirty="0"/>
              <a:t>SCR </a:t>
            </a:r>
          </a:p>
          <a:p>
            <a:r>
              <a:rPr lang="en-US" dirty="0"/>
              <a:t>Support Vector Machine –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6717DE-E989-18AF-2014-C1CE5C99B91B}"/>
                  </a:ext>
                </a:extLst>
              </p14:cNvPr>
              <p14:cNvContentPartPr/>
              <p14:nvPr/>
            </p14:nvContentPartPr>
            <p14:xfrm>
              <a:off x="1103400" y="1633680"/>
              <a:ext cx="3030480" cy="197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6717DE-E989-18AF-2014-C1CE5C99B9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4040" y="1624320"/>
                <a:ext cx="3049200" cy="19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529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7821-7130-A3CA-0FE6-B27C652E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0107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0288-5586-EE51-D275-734BDBDD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EDF8D-A461-1FCC-880E-93590C751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Random Forest</a:t>
            </a:r>
          </a:p>
          <a:p>
            <a:r>
              <a:rPr lang="en-US" dirty="0"/>
              <a:t>Random Forest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 err="1"/>
              <a:t>Joblib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805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7116D-75AC-CB04-F08D-E93446782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CB04-53CC-D452-65D4-4DFE83DB8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Support Vector Machine </a:t>
            </a:r>
          </a:p>
        </p:txBody>
      </p:sp>
    </p:spTree>
    <p:extLst>
      <p:ext uri="{BB962C8B-B14F-4D97-AF65-F5344CB8AC3E}">
        <p14:creationId xmlns:p14="http://schemas.microsoft.com/office/powerpoint/2010/main" val="2103173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0DA84-978E-A7C0-C5E5-52F1426CD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3B44-DF1A-9DB2-FF70-3EB268A4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497750-B840-610F-54F9-B1F6DB93A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4586" y="1690688"/>
            <a:ext cx="7873737" cy="43513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3735EC-314C-2EFB-5498-F7A133039867}"/>
                  </a:ext>
                </a:extLst>
              </p14:cNvPr>
              <p14:cNvContentPartPr/>
              <p14:nvPr/>
            </p14:nvContentPartPr>
            <p14:xfrm>
              <a:off x="5991924" y="4338605"/>
              <a:ext cx="26280" cy="9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3735EC-314C-2EFB-5498-F7A1330398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85804" y="4332485"/>
                <a:ext cx="385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513F1E6-BE1A-7E2F-E2CE-AF6C220C2A21}"/>
                  </a:ext>
                </a:extLst>
              </p14:cNvPr>
              <p14:cNvContentPartPr/>
              <p14:nvPr/>
            </p14:nvContentPartPr>
            <p14:xfrm>
              <a:off x="7135644" y="3556325"/>
              <a:ext cx="49320" cy="76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513F1E6-BE1A-7E2F-E2CE-AF6C220C2A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29524" y="3550205"/>
                <a:ext cx="615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767035E-EDEE-7E16-22E0-8A6E5C949024}"/>
                  </a:ext>
                </a:extLst>
              </p14:cNvPr>
              <p14:cNvContentPartPr/>
              <p14:nvPr/>
            </p14:nvContentPartPr>
            <p14:xfrm>
              <a:off x="5851164" y="4062485"/>
              <a:ext cx="11880" cy="16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767035E-EDEE-7E16-22E0-8A6E5C9490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45044" y="4056365"/>
                <a:ext cx="2412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4B3C08F-595A-3952-C0A7-1EDE19B81B51}"/>
              </a:ext>
            </a:extLst>
          </p:cNvPr>
          <p:cNvGrpSpPr/>
          <p:nvPr/>
        </p:nvGrpSpPr>
        <p:grpSpPr>
          <a:xfrm>
            <a:off x="5880684" y="3508445"/>
            <a:ext cx="371520" cy="126720"/>
            <a:chOff x="5880684" y="3508445"/>
            <a:chExt cx="37152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B4B715E-40EA-213F-9C74-1C2CB0305385}"/>
                    </a:ext>
                  </a:extLst>
                </p14:cNvPr>
                <p14:cNvContentPartPr/>
                <p14:nvPr/>
              </p14:nvContentPartPr>
              <p14:xfrm>
                <a:off x="5880684" y="3508445"/>
                <a:ext cx="153000" cy="39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B4B715E-40EA-213F-9C74-1C2CB030538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74564" y="3502325"/>
                  <a:ext cx="165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E86EDE3-A962-62D6-8A2E-E9CBCAABD944}"/>
                    </a:ext>
                  </a:extLst>
                </p14:cNvPr>
                <p14:cNvContentPartPr/>
                <p14:nvPr/>
              </p14:nvContentPartPr>
              <p14:xfrm>
                <a:off x="6198564" y="3592325"/>
                <a:ext cx="53640" cy="42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E86EDE3-A962-62D6-8A2E-E9CBCAABD94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92444" y="3586205"/>
                  <a:ext cx="6588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2BE8C4A-377E-999D-7C48-AA104F758A07}"/>
                  </a:ext>
                </a:extLst>
              </p14:cNvPr>
              <p14:cNvContentPartPr/>
              <p14:nvPr/>
            </p14:nvContentPartPr>
            <p14:xfrm>
              <a:off x="5762964" y="3860165"/>
              <a:ext cx="31680" cy="66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2BE8C4A-377E-999D-7C48-AA104F758A0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56844" y="3854045"/>
                <a:ext cx="439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37208CF-29BF-B271-8A98-88F613277CC6}"/>
                  </a:ext>
                </a:extLst>
              </p14:cNvPr>
              <p14:cNvContentPartPr/>
              <p14:nvPr/>
            </p14:nvContentPartPr>
            <p14:xfrm>
              <a:off x="285480" y="129600"/>
              <a:ext cx="11804040" cy="53607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37208CF-29BF-B271-8A98-88F613277CC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6120" y="120240"/>
                <a:ext cx="11822760" cy="537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416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2833-349F-A880-5BC2-01C3C934C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92240-9895-FA08-8C32-77ED94B18F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Hyperline</a:t>
            </a:r>
            <a:endParaRPr lang="en-US" dirty="0"/>
          </a:p>
          <a:p>
            <a:r>
              <a:rPr lang="en-US" dirty="0"/>
              <a:t>Margin</a:t>
            </a:r>
          </a:p>
          <a:p>
            <a:r>
              <a:rPr lang="en-US" dirty="0"/>
              <a:t>Support Vectors</a:t>
            </a:r>
          </a:p>
          <a:p>
            <a:r>
              <a:rPr lang="en-US" dirty="0"/>
              <a:t>Soft Margin</a:t>
            </a:r>
          </a:p>
          <a:p>
            <a:r>
              <a:rPr lang="en-US" dirty="0"/>
              <a:t>Hard Margin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73E34C14-6421-DC64-2DDD-7FE47C5918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73944"/>
            <a:ext cx="5181600" cy="28546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F92F36-E053-9D06-B81E-1EAF2D2E7FBA}"/>
                  </a:ext>
                </a:extLst>
              </p14:cNvPr>
              <p14:cNvContentPartPr/>
              <p14:nvPr/>
            </p14:nvContentPartPr>
            <p14:xfrm>
              <a:off x="1042920" y="180720"/>
              <a:ext cx="9425160" cy="6408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F92F36-E053-9D06-B81E-1EAF2D2E7F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3560" y="171360"/>
                <a:ext cx="9443880" cy="642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819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0C06-1B7B-5700-8ED8-3406E358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24D52-D101-3E13-CF9B-1D80819B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DDD3-AE18-FD4E-3758-4EEAF0F0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47" y="1690688"/>
            <a:ext cx="3850532" cy="4351338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SVM</a:t>
            </a:r>
          </a:p>
          <a:p>
            <a:r>
              <a:rPr lang="en-US" dirty="0"/>
              <a:t>Classification 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Feature Scaling </a:t>
            </a:r>
            <a:r>
              <a:rPr lang="en-US" dirty="0" err="1"/>
              <a:t>kerak</a:t>
            </a:r>
            <a:endParaRPr lang="en-US" dirty="0"/>
          </a:p>
          <a:p>
            <a:r>
              <a:rPr lang="en-US" dirty="0"/>
              <a:t>Imbalanced </a:t>
            </a:r>
            <a:r>
              <a:rPr lang="en-US" dirty="0" err="1"/>
              <a:t>datada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ishlamaydi</a:t>
            </a:r>
            <a:endParaRPr lang="en-US" dirty="0"/>
          </a:p>
          <a:p>
            <a:r>
              <a:rPr lang="en-US" dirty="0"/>
              <a:t>Hyperplane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datani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(</a:t>
            </a:r>
            <a:r>
              <a:rPr lang="en-US" dirty="0" err="1"/>
              <a:t>mos</a:t>
            </a:r>
            <a:r>
              <a:rPr lang="en-US" dirty="0"/>
              <a:t>) </a:t>
            </a:r>
            <a:r>
              <a:rPr lang="en-US" dirty="0" err="1"/>
              <a:t>qismlarga</a:t>
            </a:r>
            <a:r>
              <a:rPr lang="en-US" dirty="0"/>
              <a:t> </a:t>
            </a:r>
            <a:r>
              <a:rPr lang="en-US" dirty="0" err="1"/>
              <a:t>ajratish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6F3B01-BE29-843C-6159-94C80BB72E48}"/>
                  </a:ext>
                </a:extLst>
              </p14:cNvPr>
              <p14:cNvContentPartPr/>
              <p14:nvPr/>
            </p14:nvContentPartPr>
            <p14:xfrm>
              <a:off x="990000" y="436320"/>
              <a:ext cx="6351480" cy="459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6F3B01-BE29-843C-6159-94C80BB72E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0640" y="426960"/>
                <a:ext cx="6370200" cy="461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828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B0583-F486-63B4-F375-FF91A250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6C22-2A66-D020-72EC-6CF15234E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Support Vector Classifier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BE06F0-E885-DA56-9E1E-6C97AA3FAA93}"/>
              </a:ext>
            </a:extLst>
          </p:cNvPr>
          <p:cNvGrpSpPr/>
          <p:nvPr/>
        </p:nvGrpSpPr>
        <p:grpSpPr>
          <a:xfrm>
            <a:off x="9343164" y="451685"/>
            <a:ext cx="2984400" cy="5589000"/>
            <a:chOff x="9343164" y="451685"/>
            <a:chExt cx="2984400" cy="55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9AE02D-276A-BD1D-1486-C39763F05D6D}"/>
                    </a:ext>
                  </a:extLst>
                </p14:cNvPr>
                <p14:cNvContentPartPr/>
                <p14:nvPr/>
              </p14:nvContentPartPr>
              <p14:xfrm>
                <a:off x="9343164" y="451685"/>
                <a:ext cx="2984400" cy="5589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9AE02D-276A-BD1D-1486-C39763F05D6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337044" y="445565"/>
                  <a:ext cx="2996640" cy="56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BE098A-D43B-29F6-9E6E-63FCB6C67439}"/>
                    </a:ext>
                  </a:extLst>
                </p14:cNvPr>
                <p14:cNvContentPartPr/>
                <p14:nvPr/>
              </p14:nvContentPartPr>
              <p14:xfrm>
                <a:off x="11742924" y="5299805"/>
                <a:ext cx="344880" cy="561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BE098A-D43B-29F6-9E6E-63FCB6C674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36804" y="5293685"/>
                  <a:ext cx="35712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FA49954-4A89-9CBA-FC44-2914D63BA0F6}"/>
                    </a:ext>
                  </a:extLst>
                </p14:cNvPr>
                <p14:cNvContentPartPr/>
                <p14:nvPr/>
              </p14:nvContentPartPr>
              <p14:xfrm>
                <a:off x="9805044" y="5135645"/>
                <a:ext cx="261720" cy="289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FA49954-4A89-9CBA-FC44-2914D63BA0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98924" y="5129525"/>
                  <a:ext cx="2739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2583ED-8323-B478-A83F-19433A6D6019}"/>
                    </a:ext>
                  </a:extLst>
                </p14:cNvPr>
                <p14:cNvContentPartPr/>
                <p14:nvPr/>
              </p14:nvContentPartPr>
              <p14:xfrm>
                <a:off x="10315524" y="5084885"/>
                <a:ext cx="347040" cy="153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2583ED-8323-B478-A83F-19433A6D60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09404" y="5078765"/>
                  <a:ext cx="359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9AB2FE4-C296-D087-E0F3-D32B85DC033B}"/>
                    </a:ext>
                  </a:extLst>
                </p14:cNvPr>
                <p14:cNvContentPartPr/>
                <p14:nvPr/>
              </p14:nvContentPartPr>
              <p14:xfrm>
                <a:off x="10914924" y="4680245"/>
                <a:ext cx="353880" cy="234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9AB2FE4-C296-D087-E0F3-D32B85DC03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908804" y="4674125"/>
                  <a:ext cx="3661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54F0E0-B849-1B71-EA1F-A733AC747A3F}"/>
                    </a:ext>
                  </a:extLst>
                </p14:cNvPr>
                <p14:cNvContentPartPr/>
                <p14:nvPr/>
              </p14:nvContentPartPr>
              <p14:xfrm>
                <a:off x="9847164" y="4447325"/>
                <a:ext cx="245520" cy="229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54F0E0-B849-1B71-EA1F-A733AC747A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41044" y="4441205"/>
                  <a:ext cx="2577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B6E4A06-D651-7E24-7EA6-A0A1D51A625F}"/>
                    </a:ext>
                  </a:extLst>
                </p14:cNvPr>
                <p14:cNvContentPartPr/>
                <p14:nvPr/>
              </p14:nvContentPartPr>
              <p14:xfrm>
                <a:off x="10904124" y="3857645"/>
                <a:ext cx="386280" cy="234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B6E4A06-D651-7E24-7EA6-A0A1D51A62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98004" y="3851525"/>
                  <a:ext cx="3985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D066A7-BDA4-F3E6-454E-88192D45CD81}"/>
                    </a:ext>
                  </a:extLst>
                </p14:cNvPr>
                <p14:cNvContentPartPr/>
                <p14:nvPr/>
              </p14:nvContentPartPr>
              <p14:xfrm>
                <a:off x="10266924" y="3472085"/>
                <a:ext cx="347040" cy="297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D066A7-BDA4-F3E6-454E-88192D45CD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60804" y="3465965"/>
                  <a:ext cx="3592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A8387C-B7A2-AE76-9E39-DE0EE5279C91}"/>
                    </a:ext>
                  </a:extLst>
                </p14:cNvPr>
                <p14:cNvContentPartPr/>
                <p14:nvPr/>
              </p14:nvContentPartPr>
              <p14:xfrm>
                <a:off x="11111124" y="3213605"/>
                <a:ext cx="442080" cy="375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A8387C-B7A2-AE76-9E39-DE0EE5279C9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05004" y="3207485"/>
                  <a:ext cx="454320" cy="38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D541A0-E893-F966-2D5D-BF997E28B13C}"/>
              </a:ext>
            </a:extLst>
          </p:cNvPr>
          <p:cNvGrpSpPr/>
          <p:nvPr/>
        </p:nvGrpSpPr>
        <p:grpSpPr>
          <a:xfrm>
            <a:off x="9898284" y="471485"/>
            <a:ext cx="1743480" cy="1656360"/>
            <a:chOff x="9898284" y="471485"/>
            <a:chExt cx="1743480" cy="165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C97EB5-AEBF-9D41-1D6C-FBC973FD3DEE}"/>
                    </a:ext>
                  </a:extLst>
                </p14:cNvPr>
                <p14:cNvContentPartPr/>
                <p14:nvPr/>
              </p14:nvContentPartPr>
              <p14:xfrm>
                <a:off x="9906924" y="1266365"/>
                <a:ext cx="301680" cy="384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C97EB5-AEBF-9D41-1D6C-FBC973FD3D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00804" y="1260245"/>
                  <a:ext cx="3139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1B42626-73C3-3470-8A11-0081DA4ABD7A}"/>
                    </a:ext>
                  </a:extLst>
                </p14:cNvPr>
                <p14:cNvContentPartPr/>
                <p14:nvPr/>
              </p14:nvContentPartPr>
              <p14:xfrm>
                <a:off x="10688844" y="1138565"/>
                <a:ext cx="300960" cy="352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1B42626-73C3-3470-8A11-0081DA4ABD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682724" y="1132445"/>
                  <a:ext cx="31320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4AD5EB-0A83-8359-8FEA-FCE185F5E79E}"/>
                    </a:ext>
                  </a:extLst>
                </p14:cNvPr>
                <p14:cNvContentPartPr/>
                <p14:nvPr/>
              </p14:nvContentPartPr>
              <p14:xfrm>
                <a:off x="11199324" y="1384805"/>
                <a:ext cx="397800" cy="367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4AD5EB-0A83-8359-8FEA-FCE185F5E7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193204" y="1378325"/>
                  <a:ext cx="4100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C1FC0AF-D89E-6B6A-EF48-27F9F073A28E}"/>
                    </a:ext>
                  </a:extLst>
                </p14:cNvPr>
                <p14:cNvContentPartPr/>
                <p14:nvPr/>
              </p14:nvContentPartPr>
              <p14:xfrm>
                <a:off x="10240284" y="775685"/>
                <a:ext cx="290160" cy="267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C1FC0AF-D89E-6B6A-EF48-27F9F073A2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34164" y="769565"/>
                  <a:ext cx="3024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63A6483-0FD0-1181-068C-D07D3B357EE3}"/>
                    </a:ext>
                  </a:extLst>
                </p14:cNvPr>
                <p14:cNvContentPartPr/>
                <p14:nvPr/>
              </p14:nvContentPartPr>
              <p14:xfrm>
                <a:off x="10248204" y="1730405"/>
                <a:ext cx="286560" cy="346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63A6483-0FD0-1181-068C-D07D3B357EE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242084" y="1724285"/>
                  <a:ext cx="2988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475DC7C-3AAE-5A7D-BE84-F07C868741BC}"/>
                    </a:ext>
                  </a:extLst>
                </p14:cNvPr>
                <p14:cNvContentPartPr/>
                <p14:nvPr/>
              </p14:nvContentPartPr>
              <p14:xfrm>
                <a:off x="11291844" y="781805"/>
                <a:ext cx="349920" cy="353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475DC7C-3AAE-5A7D-BE84-F07C868741B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285724" y="775685"/>
                  <a:ext cx="3621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CAEC84B-45E4-470E-95BD-D71E39E75082}"/>
                    </a:ext>
                  </a:extLst>
                </p14:cNvPr>
                <p14:cNvContentPartPr/>
                <p14:nvPr/>
              </p14:nvContentPartPr>
              <p14:xfrm>
                <a:off x="9911964" y="1828325"/>
                <a:ext cx="122760" cy="299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CAEC84B-45E4-470E-95BD-D71E39E750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05844" y="1822205"/>
                  <a:ext cx="1350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B37EBCE-361F-CA9F-EA83-145DC776F3EE}"/>
                    </a:ext>
                  </a:extLst>
                </p14:cNvPr>
                <p14:cNvContentPartPr/>
                <p14:nvPr/>
              </p14:nvContentPartPr>
              <p14:xfrm>
                <a:off x="10940484" y="1550405"/>
                <a:ext cx="234000" cy="393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B37EBCE-361F-CA9F-EA83-145DC776F3E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934364" y="1544285"/>
                  <a:ext cx="2462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FDA6D46-C8E6-22C4-AA83-EAE3496ED703}"/>
                    </a:ext>
                  </a:extLst>
                </p14:cNvPr>
                <p14:cNvContentPartPr/>
                <p14:nvPr/>
              </p14:nvContentPartPr>
              <p14:xfrm>
                <a:off x="10726284" y="661205"/>
                <a:ext cx="337680" cy="217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FDA6D46-C8E6-22C4-AA83-EAE3496ED7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20164" y="655085"/>
                  <a:ext cx="349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FE4F470-F41B-87E3-0AB6-726A91E11571}"/>
                    </a:ext>
                  </a:extLst>
                </p14:cNvPr>
                <p14:cNvContentPartPr/>
                <p14:nvPr/>
              </p14:nvContentPartPr>
              <p14:xfrm>
                <a:off x="9898284" y="619445"/>
                <a:ext cx="412200" cy="445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FE4F470-F41B-87E3-0AB6-726A91E1157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92164" y="613325"/>
                  <a:ext cx="4244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6F97AC7-1DD8-89CF-9964-B3776EEBAB0A}"/>
                    </a:ext>
                  </a:extLst>
                </p14:cNvPr>
                <p14:cNvContentPartPr/>
                <p14:nvPr/>
              </p14:nvContentPartPr>
              <p14:xfrm>
                <a:off x="11069724" y="471485"/>
                <a:ext cx="469080" cy="189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6F97AC7-1DD8-89CF-9964-B3776EEBAB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063604" y="465365"/>
                  <a:ext cx="48132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7ABFFC0-E7C1-CBEC-ABDB-DC64ED7E7A56}"/>
                  </a:ext>
                </a:extLst>
              </p14:cNvPr>
              <p14:cNvContentPartPr/>
              <p14:nvPr/>
            </p14:nvContentPartPr>
            <p14:xfrm>
              <a:off x="9222564" y="1476605"/>
              <a:ext cx="2898000" cy="3471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7ABFFC0-E7C1-CBEC-ABDB-DC64ED7E7A5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213564" y="1467965"/>
                <a:ext cx="2915640" cy="348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085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A78C9-C514-608C-9ED2-E2E54C41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13AA-7D93-0EA4-43F5-7538C91D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F02F7-838F-D7F4-1AD1-01F300D88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46" y="1690688"/>
            <a:ext cx="7177391" cy="4351338"/>
          </a:xfrm>
        </p:spPr>
        <p:txBody>
          <a:bodyPr>
            <a:normAutofit/>
          </a:bodyPr>
          <a:lstStyle/>
          <a:p>
            <a:r>
              <a:rPr lang="en-US" sz="2400" dirty="0" err="1"/>
              <a:t>Hyperline</a:t>
            </a:r>
            <a:r>
              <a:rPr lang="en-US" sz="2400" dirty="0"/>
              <a:t>--- </a:t>
            </a:r>
            <a:r>
              <a:rPr lang="en-US" sz="2400" dirty="0" err="1"/>
              <a:t>datalarni</a:t>
            </a:r>
            <a:r>
              <a:rPr lang="en-US" sz="2400" dirty="0"/>
              <a:t> </a:t>
            </a:r>
            <a:r>
              <a:rPr lang="en-US" sz="2400" dirty="0" err="1"/>
              <a:t>qismlarga</a:t>
            </a:r>
            <a:r>
              <a:rPr lang="en-US" sz="2400" dirty="0"/>
              <a:t> </a:t>
            </a:r>
            <a:r>
              <a:rPr lang="en-US" sz="2400" dirty="0" err="1"/>
              <a:t>ajratadigan</a:t>
            </a:r>
            <a:r>
              <a:rPr lang="en-US" sz="2400" dirty="0"/>
              <a:t> </a:t>
            </a:r>
            <a:r>
              <a:rPr lang="en-US" sz="2400" dirty="0" err="1"/>
              <a:t>chegara</a:t>
            </a:r>
            <a:endParaRPr lang="en-US" sz="2400" dirty="0"/>
          </a:p>
          <a:p>
            <a:r>
              <a:rPr lang="en-US" sz="2400" dirty="0"/>
              <a:t>Support </a:t>
            </a:r>
            <a:r>
              <a:rPr lang="en-US" sz="2400" dirty="0" err="1"/>
              <a:t>vectorlar</a:t>
            </a:r>
            <a:r>
              <a:rPr lang="en-US" sz="2400" dirty="0"/>
              <a:t>---</a:t>
            </a:r>
            <a:r>
              <a:rPr lang="en-US" sz="2400" dirty="0" err="1"/>
              <a:t>hyperlinega</a:t>
            </a:r>
            <a:r>
              <a:rPr lang="en-US" sz="2400" dirty="0"/>
              <a:t> </a:t>
            </a:r>
            <a:r>
              <a:rPr lang="en-US" sz="2400" dirty="0" err="1"/>
              <a:t>yaqin</a:t>
            </a:r>
            <a:r>
              <a:rPr lang="en-US" sz="2400" dirty="0"/>
              <a:t> </a:t>
            </a:r>
            <a:r>
              <a:rPr lang="en-US" sz="2400" dirty="0" err="1"/>
              <a:t>bolgan</a:t>
            </a:r>
            <a:r>
              <a:rPr lang="en-US" sz="2400" dirty="0"/>
              <a:t> </a:t>
            </a:r>
            <a:r>
              <a:rPr lang="en-US" sz="2400" dirty="0" err="1"/>
              <a:t>nuqtalar</a:t>
            </a:r>
            <a:endParaRPr lang="en-US" sz="2400" dirty="0"/>
          </a:p>
          <a:p>
            <a:r>
              <a:rPr lang="en-US" sz="2400" dirty="0"/>
              <a:t>Margin—</a:t>
            </a:r>
            <a:r>
              <a:rPr lang="en-US" sz="2400" dirty="0" err="1"/>
              <a:t>hyperline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eng</a:t>
            </a:r>
            <a:r>
              <a:rPr lang="en-US" sz="2400" dirty="0"/>
              <a:t> </a:t>
            </a:r>
            <a:r>
              <a:rPr lang="en-US" sz="2400" dirty="0" err="1"/>
              <a:t>yaqin</a:t>
            </a:r>
            <a:r>
              <a:rPr lang="en-US" sz="2400" dirty="0"/>
              <a:t> </a:t>
            </a:r>
            <a:r>
              <a:rPr lang="en-US" sz="2400" dirty="0" err="1"/>
              <a:t>orasidagi</a:t>
            </a:r>
            <a:r>
              <a:rPr lang="en-US" sz="2400" dirty="0"/>
              <a:t> </a:t>
            </a:r>
            <a:r>
              <a:rPr lang="en-US" sz="2400" dirty="0" err="1"/>
              <a:t>masofa</a:t>
            </a:r>
            <a:endParaRPr lang="en-US" sz="2400" dirty="0"/>
          </a:p>
          <a:p>
            <a:r>
              <a:rPr lang="en-US" sz="2400" dirty="0" err="1"/>
              <a:t>Asosiy</a:t>
            </a:r>
            <a:r>
              <a:rPr lang="en-US" sz="2400" dirty="0"/>
              <a:t> </a:t>
            </a:r>
            <a:r>
              <a:rPr lang="en-US" sz="2400" dirty="0" err="1"/>
              <a:t>maqsad</a:t>
            </a:r>
            <a:r>
              <a:rPr lang="en-US" sz="2400" dirty="0"/>
              <a:t>: 2 ta class </a:t>
            </a:r>
            <a:r>
              <a:rPr lang="en-US" sz="2400" dirty="0" err="1"/>
              <a:t>orasidagi</a:t>
            </a:r>
            <a:r>
              <a:rPr lang="en-US" sz="2400" dirty="0"/>
              <a:t> </a:t>
            </a:r>
            <a:r>
              <a:rPr lang="en-US" sz="2400" dirty="0" err="1"/>
              <a:t>masofani</a:t>
            </a:r>
            <a:r>
              <a:rPr lang="en-US" sz="2400" dirty="0"/>
              <a:t> </a:t>
            </a:r>
            <a:r>
              <a:rPr lang="en-US" sz="2400" dirty="0" err="1"/>
              <a:t>kengaytirish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1026" name="Picture 2" descr="Support Vector Machine-Based EMG Signal Classification Techniques: A Review">
            <a:extLst>
              <a:ext uri="{FF2B5EF4-FFF2-40B4-BE49-F238E27FC236}">
                <a16:creationId xmlns:a16="http://schemas.microsoft.com/office/drawing/2014/main" id="{806652B7-331E-1ADC-864C-49E651E71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25" y="2254993"/>
            <a:ext cx="216217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upport Vector Regression - The Click Reader">
            <a:extLst>
              <a:ext uri="{FF2B5EF4-FFF2-40B4-BE49-F238E27FC236}">
                <a16:creationId xmlns:a16="http://schemas.microsoft.com/office/drawing/2014/main" id="{F471536C-14F3-6117-11A5-BF9CD8B38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383" y="426314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F68203-DD0E-246E-5271-8A59A749340D}"/>
                  </a:ext>
                </a:extLst>
              </p14:cNvPr>
              <p14:cNvContentPartPr/>
              <p14:nvPr/>
            </p14:nvContentPartPr>
            <p14:xfrm>
              <a:off x="1331640" y="1369080"/>
              <a:ext cx="9640080" cy="4452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F68203-DD0E-246E-5271-8A59A7493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2280" y="1359720"/>
                <a:ext cx="9658800" cy="447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6565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C4F0B-69C2-EF6F-5E64-0848805D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6914-8D95-EE4E-A70E-4DBD6F4B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88534-B89E-1541-55A6-269EE3646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47" y="1690689"/>
            <a:ext cx="10358336" cy="643950"/>
          </a:xfrm>
        </p:spPr>
        <p:txBody>
          <a:bodyPr>
            <a:normAutofit/>
          </a:bodyPr>
          <a:lstStyle/>
          <a:p>
            <a:r>
              <a:rPr lang="en-US" dirty="0" err="1"/>
              <a:t>Qachon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chiqaradi</a:t>
            </a:r>
            <a:r>
              <a:rPr lang="en-US" dirty="0"/>
              <a:t> :  </a:t>
            </a:r>
            <a:r>
              <a:rPr lang="en-US" dirty="0" err="1"/>
              <a:t>chiziqli</a:t>
            </a:r>
            <a:r>
              <a:rPr lang="en-US" dirty="0"/>
              <a:t> </a:t>
            </a:r>
            <a:r>
              <a:rPr lang="en-US" dirty="0" err="1"/>
              <a:t>ajralganda</a:t>
            </a:r>
            <a:endParaRPr lang="en-US" dirty="0"/>
          </a:p>
        </p:txBody>
      </p:sp>
      <p:pic>
        <p:nvPicPr>
          <p:cNvPr id="2052" name="Picture 4" descr="Linear separability - Machine Learning Quick Reference [Book]">
            <a:extLst>
              <a:ext uri="{FF2B5EF4-FFF2-40B4-BE49-F238E27FC236}">
                <a16:creationId xmlns:a16="http://schemas.microsoft.com/office/drawing/2014/main" id="{77DA03E7-4803-5683-7E52-5B48FC2AD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17" y="2334639"/>
            <a:ext cx="101346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C8093C-10D6-F4D0-C173-3299813C7138}"/>
                  </a:ext>
                </a:extLst>
              </p14:cNvPr>
              <p14:cNvContentPartPr/>
              <p14:nvPr/>
            </p14:nvContentPartPr>
            <p14:xfrm>
              <a:off x="6249960" y="1405800"/>
              <a:ext cx="3584520" cy="5453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C8093C-10D6-F4D0-C173-3299813C71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0600" y="1396440"/>
                <a:ext cx="3603240" cy="54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8177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6F982-A943-45B1-7170-F37FD3007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2571-E60D-8F32-5A87-BF375EF53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Support Vector Regressor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671825-8B27-17EF-C9BB-0E848C32DE5D}"/>
                  </a:ext>
                </a:extLst>
              </p14:cNvPr>
              <p14:cNvContentPartPr/>
              <p14:nvPr/>
            </p14:nvContentPartPr>
            <p14:xfrm>
              <a:off x="2548080" y="2439000"/>
              <a:ext cx="6949440" cy="1836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671825-8B27-17EF-C9BB-0E848C32DE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38720" y="2429640"/>
                <a:ext cx="6968160" cy="185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849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0067-B1A5-1C2D-BBD3-14E6638D8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Regressor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F48ED-98FF-0CF0-C7F7-69241ECFC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Margin---- regression line </a:t>
            </a:r>
            <a:r>
              <a:rPr lang="en-US" dirty="0" err="1"/>
              <a:t>atrofida</a:t>
            </a:r>
            <a:endParaRPr lang="en-US" dirty="0"/>
          </a:p>
        </p:txBody>
      </p:sp>
      <p:pic>
        <p:nvPicPr>
          <p:cNvPr id="4098" name="Picture 2" descr="Support Vector Machine (SVM) In Depth | by Fraidoon Omarzai | Medium">
            <a:extLst>
              <a:ext uri="{FF2B5EF4-FFF2-40B4-BE49-F238E27FC236}">
                <a16:creationId xmlns:a16="http://schemas.microsoft.com/office/drawing/2014/main" id="{9E6DA7AF-CEF6-3155-ACE1-D564D4BFD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2652713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F44A90-795F-F5D5-AA0E-DDFCDD754752}"/>
                  </a:ext>
                </a:extLst>
              </p14:cNvPr>
              <p14:cNvContentPartPr/>
              <p14:nvPr/>
            </p14:nvContentPartPr>
            <p14:xfrm>
              <a:off x="1081800" y="1545840"/>
              <a:ext cx="10663920" cy="3632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F44A90-795F-F5D5-AA0E-DDFCDD7547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2440" y="1536480"/>
                <a:ext cx="10682640" cy="36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9363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A2BB-AF4D-6F71-C633-E42C7029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ECD3-77B9-7F7F-A24C-39D37E3FF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Regressor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56C05-FBDC-6898-5207-4AB486B68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Margin---- regression line </a:t>
            </a:r>
            <a:r>
              <a:rPr lang="en-US" dirty="0" err="1"/>
              <a:t>atrofida</a:t>
            </a:r>
            <a:endParaRPr lang="en-US" dirty="0"/>
          </a:p>
        </p:txBody>
      </p:sp>
      <p:pic>
        <p:nvPicPr>
          <p:cNvPr id="4098" name="Picture 2" descr="Support Vector Machine (SVM) In Depth | by Fraidoon Omarzai | Medium">
            <a:extLst>
              <a:ext uri="{FF2B5EF4-FFF2-40B4-BE49-F238E27FC236}">
                <a16:creationId xmlns:a16="http://schemas.microsoft.com/office/drawing/2014/main" id="{31CFBB0A-19B7-DA33-50DF-EBBA672B2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2652713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357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6249-84FA-A6EC-330F-5E9B3634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88F3-08B2-475F-D475-6A55D184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SVC vs SVR</a:t>
            </a:r>
          </a:p>
        </p:txBody>
      </p:sp>
    </p:spTree>
    <p:extLst>
      <p:ext uri="{BB962C8B-B14F-4D97-AF65-F5344CB8AC3E}">
        <p14:creationId xmlns:p14="http://schemas.microsoft.com/office/powerpoint/2010/main" val="312592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DA3B9-1871-B07A-AA3E-E2148C6F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SVC  vs SVR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B816-649E-08D9-771E-79E7F4350D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SVC	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7BDD14-1C48-5B10-6720-83554EB840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44449"/>
            <a:ext cx="5181600" cy="3713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B6C37F-9E1D-C214-AD79-9AA3DA4CF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8" y="1690688"/>
            <a:ext cx="5441106" cy="5028794"/>
          </a:xfrm>
          <a:prstGeom prst="rect">
            <a:avLst/>
          </a:prstGeom>
        </p:spPr>
      </p:pic>
      <p:pic>
        <p:nvPicPr>
          <p:cNvPr id="9" name="Picture 2" descr="Support Vector Machine (SVM) In Depth | by Fraidoon Omarzai | Medium">
            <a:extLst>
              <a:ext uri="{FF2B5EF4-FFF2-40B4-BE49-F238E27FC236}">
                <a16:creationId xmlns:a16="http://schemas.microsoft.com/office/drawing/2014/main" id="{9ED4ADEA-309E-E519-4C09-6AC2F4B5E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132" y="273050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BA78DAB-BE0D-CB47-C8C7-3F8F8A8B3AEF}"/>
                  </a:ext>
                </a:extLst>
              </p14:cNvPr>
              <p14:cNvContentPartPr/>
              <p14:nvPr/>
            </p14:nvContentPartPr>
            <p14:xfrm>
              <a:off x="2892600" y="703440"/>
              <a:ext cx="7229880" cy="4335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BA78DAB-BE0D-CB47-C8C7-3F8F8A8B3A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3240" y="694080"/>
                <a:ext cx="7248600" cy="435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2517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64FCA-7A87-3C0A-71B4-C2C1AFAD6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B853-034E-A4F2-A107-B2D180BED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Support Vector Regressor </a:t>
            </a:r>
          </a:p>
        </p:txBody>
      </p:sp>
    </p:spTree>
    <p:extLst>
      <p:ext uri="{BB962C8B-B14F-4D97-AF65-F5344CB8AC3E}">
        <p14:creationId xmlns:p14="http://schemas.microsoft.com/office/powerpoint/2010/main" val="3374298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27F7-E0BB-D84E-41ED-F92C0E0E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531DA-9DF8-A1E4-CEE7-6E0F7FF47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Yangi </a:t>
            </a:r>
            <a:r>
              <a:rPr lang="en-US" dirty="0" err="1"/>
              <a:t>datasetda</a:t>
            </a:r>
            <a:r>
              <a:rPr lang="en-US" dirty="0"/>
              <a:t>, tabular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qiyoslang</a:t>
            </a:r>
            <a:r>
              <a:rPr lang="en-US" dirty="0"/>
              <a:t>:</a:t>
            </a:r>
          </a:p>
          <a:p>
            <a:r>
              <a:rPr lang="en-US" dirty="0"/>
              <a:t>SVM</a:t>
            </a:r>
          </a:p>
          <a:p>
            <a:r>
              <a:rPr lang="en-US" dirty="0" err="1"/>
              <a:t>Log_reg</a:t>
            </a:r>
            <a:endParaRPr lang="en-US" dirty="0"/>
          </a:p>
          <a:p>
            <a:r>
              <a:rPr lang="en-US" dirty="0" err="1"/>
              <a:t>Linear_reg</a:t>
            </a:r>
            <a:endParaRPr lang="en-US" dirty="0"/>
          </a:p>
          <a:p>
            <a:r>
              <a:rPr lang="en-US" dirty="0"/>
              <a:t>DT</a:t>
            </a:r>
          </a:p>
          <a:p>
            <a:r>
              <a:rPr lang="en-US" dirty="0"/>
              <a:t>RF</a:t>
            </a:r>
          </a:p>
        </p:txBody>
      </p:sp>
    </p:spTree>
    <p:extLst>
      <p:ext uri="{BB962C8B-B14F-4D97-AF65-F5344CB8AC3E}">
        <p14:creationId xmlns:p14="http://schemas.microsoft.com/office/powerpoint/2010/main" val="813229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164</Words>
  <Application>Microsoft Office PowerPoint</Application>
  <PresentationFormat>Widescreen</PresentationFormat>
  <Paragraphs>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11-dars(Model Building)</vt:lpstr>
      <vt:lpstr>Bugun</vt:lpstr>
      <vt:lpstr>Takrorlash</vt:lpstr>
      <vt:lpstr>Takrorlash</vt:lpstr>
      <vt:lpstr>Support Vector Machine </vt:lpstr>
      <vt:lpstr>Support Vector Machine </vt:lpstr>
      <vt:lpstr>Support Vector Machine </vt:lpstr>
      <vt:lpstr>Support Vector Machine </vt:lpstr>
      <vt:lpstr>Support Vector Classifier </vt:lpstr>
      <vt:lpstr>Support Vector Machine </vt:lpstr>
      <vt:lpstr>Support Vector Machine</vt:lpstr>
      <vt:lpstr>Support Vector Regressor </vt:lpstr>
      <vt:lpstr>Support Vector Regressor </vt:lpstr>
      <vt:lpstr>Support Vector Regressor </vt:lpstr>
      <vt:lpstr>SVC vs SVR</vt:lpstr>
      <vt:lpstr>SVC  vs SVR</vt:lpstr>
      <vt:lpstr>Support Vector Regressor 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2025-08-09T06:56:09Z</dcterms:created>
  <dcterms:modified xsi:type="dcterms:W3CDTF">2025-08-09T11:48:18Z</dcterms:modified>
</cp:coreProperties>
</file>