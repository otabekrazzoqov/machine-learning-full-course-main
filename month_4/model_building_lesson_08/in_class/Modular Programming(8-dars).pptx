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0" r:id="rId4"/>
    <p:sldId id="261" r:id="rId5"/>
    <p:sldId id="263" r:id="rId6"/>
    <p:sldId id="288" r:id="rId7"/>
    <p:sldId id="289" r:id="rId8"/>
    <p:sldId id="273" r:id="rId9"/>
    <p:sldId id="272" r:id="rId10"/>
    <p:sldId id="274" r:id="rId11"/>
    <p:sldId id="275" r:id="rId12"/>
    <p:sldId id="276" r:id="rId13"/>
    <p:sldId id="277" r:id="rId14"/>
    <p:sldId id="279" r:id="rId15"/>
    <p:sldId id="280" r:id="rId16"/>
    <p:sldId id="282" r:id="rId17"/>
    <p:sldId id="283" r:id="rId18"/>
    <p:sldId id="281" r:id="rId19"/>
    <p:sldId id="285" r:id="rId20"/>
    <p:sldId id="286" r:id="rId21"/>
    <p:sldId id="2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290" autoAdjust="0"/>
  </p:normalViewPr>
  <p:slideViewPr>
    <p:cSldViewPr snapToGrid="0">
      <p:cViewPr varScale="1">
        <p:scale>
          <a:sx n="74" d="100"/>
          <a:sy n="74" d="100"/>
        </p:scale>
        <p:origin x="10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E168BBCB-B3F2-46CC-B5CA-AAD8B95135CA}"/>
    <pc:docChg chg="modSld">
      <pc:chgData name="Davronbek Malikov" userId="8ee0eb9faaf3663e" providerId="LiveId" clId="{E168BBCB-B3F2-46CC-B5CA-AAD8B95135CA}" dt="2025-09-30T01:00:59.993" v="0" actId="20577"/>
      <pc:docMkLst>
        <pc:docMk/>
      </pc:docMkLst>
      <pc:sldChg chg="modSp mod">
        <pc:chgData name="Davronbek Malikov" userId="8ee0eb9faaf3663e" providerId="LiveId" clId="{E168BBCB-B3F2-46CC-B5CA-AAD8B95135CA}" dt="2025-09-30T01:00:59.993" v="0" actId="20577"/>
        <pc:sldMkLst>
          <pc:docMk/>
          <pc:sldMk cId="3661432015" sldId="276"/>
        </pc:sldMkLst>
        <pc:spChg chg="mod">
          <ac:chgData name="Davronbek Malikov" userId="8ee0eb9faaf3663e" providerId="LiveId" clId="{E168BBCB-B3F2-46CC-B5CA-AAD8B95135CA}" dt="2025-09-30T01:00:59.993" v="0" actId="20577"/>
          <ac:spMkLst>
            <pc:docMk/>
            <pc:sldMk cId="3661432015" sldId="276"/>
            <ac:spMk id="3" creationId="{39CD5744-C236-6997-BC0F-F521EF918C3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1:03:09.9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4669 5099 33 0,'-26'0'31'0,"-3"1"-5"0,-5-1-2 16,5 1 1-16,6-1 2 0,0 0-3 0,0-1 2 0,1 1-2 0,2-1 0 0,1 1 1 15,3 0-3-15,-1 1-3 0,2-1-3 0,2 0-4 0,0 0 0 16,1 1 0-16,2-2 1 0,-1 2 0 0,2-2 3 0,2-1 0 0,-1 2 3 15,2 0-1-15,0 0 0 0,2-1 2 0,1 0-1 0,1 0 0 0,1 0-2 16,0 0-4-16,2-1-1 0,1 1-2 0,1-1 2 0,1 0 2 16,2-1 1-16,1-1 2 0,2-1 4 0,4-1 0 0,0-1 8 0,2-1 0 15,1 0 0-15,0 0 1 0,2-1-4 0,1-1 1 0,-2 0-1 0,3 1 0 16,1 0 0-16,0 0-1 0,1 1-1 0,1-1 3 0,-1 0-5 16,3 0 3-16,1-1 0 0,4 1-3 0,1-2 3 0,4 2 1 0,0-2-2 15,2 1-3-15,4 0-3 0,1 0 2 0,5-1-4 0,1 2 6 16,1-2 0-16,3 1 5 0,1 0 0 0,1 1 0 0,2 1 0 0,2 3-5 15,0 0 0-15,0 1-4 0,-2 1-4 0,-1 1 0 0,1 1-2 0,0 1-2 16,-1 0-2-16,-2 1 1 0,-1 1 0 0,0 1-2 0,-1 0-2 16,-1 1-1-16,-2-1-1 0,-1 2 2 0,0 1 3 0,-3 1 3 0,-1 0-2 15,-1 2-3-15,-1 1 1 0,-5 1-5 0,-1 0 4 0,-3 2 4 0,-1 2-1 16,-2 0 8-16,-2 0 2 0,-1 2 2 0,-2 0 2 0,-2 1-5 16,2 0 1-16,-3 3-2 0,-2 0-5 0,0-1 3 0,-2 3 1 0,-2 1 0 15,-1 0 5-15,0 4-5 0,-1 0-3 0,-2 2-4 0,-2 1-1 16,-1 1 2-16,1 1-3 0,-2 2-2 0,0-1-3 0,-3 2-2 0,-1 0 4 15,-1-2-3-15,-2 1-1 0,-2-1 2 0,-2 0-5 0,-2-1 3 0,-2 1-3 16,-1-1-1-16,-1 0 7 0,-4 0-2 0,-1 0 7 0,-2 0-2 16,-1-1-6-16,-3-1-3 0,-3-2 2 0,-2 0-2 0,-2-2 3 0,-2 1-1 15,-2-2-5-15,-1-2 5 0,-3-2-2 0,-2-4 4 0,-4 0-1 0,-2-2 3 16,-3-1-2-16,-3-2 1 0,-1-1 3 0,-3-1-6 0,0-1 2 16,-3-3-1-16,-2-1-1 0,0-2 5 0,0-2 0 0,0-2 0 0,-1-1 5 15,-1-1-4-15,-3-3 2 0,2-1 0 0,-1-1 0 0,-1-2-1 0,0 1-2 16,-1-2-3-16,-1 0 4 0,1-1 0 0,2-2 11 0,0 0 3 15,1-1-4-15,1-1-5 0,0-1-3 0,-1-1-7 0,0-3 5 0,0-1-5 16,0-2-2-16,0-1-7 0,1-1 5 0,-2-1-1 0,0 0 0 16,1-3-5-16,1-1-6 0,-1-1-3 0,1 0 3 0,1 1 11 0,0 0 3 15,2-1 4-15,3 1-7 0,-1-2-2 0,3 0-4 0,1 2 4 0,4 1-5 16,4 1 1-16,2 3-2 0,2-1-2 0,1 2 10 0,4 0-1 16,1 0 2-16,5 3 3 0,3 1 0 0,3 2-1 0,3 3 2 0,3 0-1 15,2 2-5-15,5 0-3 0,2 2-7 0,4 0-12 0,2 0-14 16,4 0-14-16,5 1-32 0,5 1-48 0,7 1-39 0,5 0-41 0,6 2-29 15,8 0-7-15,8 0-193 0</inkml:trace>
  <inkml:trace contextRef="#ctx0" brushRef="#br0" timeOffset="749.03">4934 6358 1016 0,'-27'-23'-52'0,"0"1"100"16,-5-5-2-16,8 8-7 0,7 7-10 0,2 1-9 0,4 2-9 0,1 3-11 16,1 2-8-16,2 1-8 0,1 3-9 0,2 2-3 0,0 3-2 15,1 1 4-15,0 1 2 0,1 2 4 0,2-1-2 0,2 3 0 0,2 1 1 16,1-1-4-16,3-1 10 0,1 0 5 0,1-2 9 0,0 1 5 16,1 1 3-16,3-2 0 0,1 1 6 0,3-2 8 0,0 0 6 0,3 0 5 15,1-2 2-15,-1 3-2 0,4-1 1 0,0 0-1 0,3-1 5 0,3 0-1 16,3 1 2-16,2-2 3 0,4-1 1 0,2-1 5 0,3-2 5 15,3 0 5-15,4-2-4 0,1 1-3 0,1-1-8 0,2 1-7 0,1-1-4 16,1 1-3-16,1 0 0 0,-1-1-3 0,0 1 4 0,1 0 0 16,0 0-2-16,0 1 0 0,0 0-4 0,-2 0-4 0,0 0-4 0,2 0-7 15,-2 1 0-15,0-2-2 0,-1 1-2 0,-1-1 6 0,0 0-5 0,1 2 3 16,-2 0 1-16,1 1-4 0,-3 0-2 0,1 2 0 0,-1 0-6 16,-2 1-1-16,1 1 4 0,-1 0 1 0,-1 1 2 0,0-1-4 0,-2-1 1 15,-1 2-2-15,-2 0 5 0,0 1-2 0,-4 0-2 0,-4 0 0 0,-1 1-2 16,-2-1 3-16,0 3 1 0,-2 1-2 0,-1 1-5 0,-2 2 4 15,1 0-3-15,-3 1 4 0,2 1 4 0,-4 0-2 0,1 2 1 0,-1 1-1 16,-3 1 0-16,0 2-2 0,-4 1 0 0,-3-1-2 0,-1 3 0 0,-2-2 3 16,-2 0-4-16,-2 0 0 0,-2-1 2 0,-3-1 2 0,-1 0 9 15,-2 0 4-15,-2 0 0 0,-1-1-5 0,-3 0-2 0,-1-1 0 0,-1-1 1 16,-3 0 2-16,0-2 4 0,-5-1-3 0,-2 0 0 0,-3-1 0 0,-2 0-2 16,-3-1 4-16,-1-1 2 0,-1-1 6 0,-1-1 0 0,-2-2-4 15,1-2 2-15,-1 1-5 0,0-1-6 0,-1-1 4 0,2-1-8 0,-1 0-2 16,1-1 0-16,-1-1-1 0,-3-1 0 0,-1-2-4 0,-3-1-3 15,1-3 4-15,-3-1-3 0,-4-2-6 0,-1-2 2 0,-4-1-5 0,-3-2-2 16,-5-1 4-16,-3 0-3 0,-2-4 2 0,-4-2 5 0,0-1 4 0,-3-2 3 16,-1 0 4-16,1 1 5 0,-2-3 4 0,-2-1-1 0,0-1-3 15,0-3-7-15,2 1-2 0,1-2-7 0,-1 0-2 0,0 0 2 0,-1 0 6 16,1 2 3-16,1 2 2 0,0 3-4 0,-2 1-5 0,0 4 3 16,1 3-1-16,2 0 1 0,2 3 3 0,3 2 2 0,2 1 1 0,4 1 0 15,4 2-4-15,6 1-14 0,6 0-8 0,5 0-11 0,4 1-26 16,8 0-46-16,5 0-32 0,7 1-34 0,7 1-30 0,6 1-26 0,7 0-19 15,8 0-3-15,9-1-175 0</inkml:trace>
  <inkml:trace contextRef="#ctx0" brushRef="#br0" timeOffset="1699.55">10233 6061 131 0,'19'-6'64'0,"4"2"10"0,9-1 17 16,1 2 0-16,4 2-11 0,2 0-1 0,4 1-8 0,4 0-5 0,3 1-9 15,4 0-7-15,3 0-1 0,4 2-3 0,2-1 5 0,3 1-1 0,3 1-5 16,1 0 1-16,3 2-10 0,2 0 0 0,1 0-7 0,2 1-6 0,-1 2-6 15,3 0 0-15,2 1 0 0,0 0 1 0,3 2 0 0,-1-2-5 16,-1 2 0-16,2 0-2 0,-2 0-2 0,0 0 1 0,0-1 0 0,-1 0-1 16,0 0 3-16,0-1-2 0,-1 0 5 0,2-1 0 0,-2-2 4 0,-1 0 0 15,-2-2 4-15,-1-1 1 0,-1-2 2 0,-3-1 8 0,-1-2 5 16,-2-2 7-16,-4-1 8 0,-2-2 0 0,-3 0 0 0,0 0-1 0,-3-1-2 16,1 0-1-16,-3-2-2 0,1 1-5 0,-1-2-5 0,0 1-2 15,2 0-8-15,-2-1-5 0,-1 1-5 0,-2 0-6 0,-1 0 0 0,-1-1-3 16,-2-1-1-16,0 2-2 0,-4-1 0 0,0 0-3 0,-1 0 0 0,-1-2 3 15,-2 0-3-15,-1-1-2 0,0-1-1 0,-3 0-1 0,-2-1 2 16,-2 0 4-16,-3-4 1 0,0 0-3 0,-2-1 1 0,-1 0-1 0,-1-2-3 16,-4 2 5-16,-3-3-5 0,-2-2 0 0,-5 1-2 0,-1-3 1 15,-4 1-2-15,-4-3-2 0,-2 2 5 0,-5-3-4 0,-3-1-8 0,-5-2 3 16,-3-2-11-16,-7-3 1 0,-7 0 1 0,-7 0-7 0,-5-3 0 0,-8-2 0 16,-7-1-2-16,-9-2 4 0,-9-1-1 0,-10 0-3 0,-6-1 5 15,-11 1 7-15,-5-2 6 0,-5 4 6 0,-5 0-2 0,-2 2-1 0,-5 1 3 16,-3 3-2-16,-3 3 3 0,-2 2 2 0,-1 2-5 0,-3 2-2 15,1 2 4-15,-1 6-8 0,-1 4 2 0,5 4 5 0,0 4-4 0,2 5 6 16,4 3 5-16,-1 3 1 0,3 5 2 0,2 3-1 0,1 7 0 0,3 4-3 16,0 5 5-16,4 5-4 0,2 2 1 0,2 4-6 0,6 2-5 15,5 4-3-15,10 5-5 0,8 3-10 0,8 4-17 0,10 4-21 0,8 4-49 16,5 5-84-16,7 6-70 0,3 6-32 0,9 5-20 0,6 6-169 0</inkml:trace>
  <inkml:trace contextRef="#ctx0" brushRef="#br0" timeOffset="20133.59">16558 1191 1 0,'6'21'0'0,"-6"-10"3"0,-4 0 128 15,-1-1-82-15,-3 0-70 0,-3 0 322 0,-1 1-308 0,-3 1 49 0,1-1 8 16,-3 1-35-16,-1 0-12 0,-2 1 0 0,1 1 3 0,-3 1-3 0,-30-6-4 16,4 0-1-16,10 3-3 0,9 1 2 0,6 2 1 0,5-2-4 15,4 0-4-15,4-1-3 0,1-1-8 0,1 1-3 0,1-1-18 0,1 0-24 16,0 0-46-16,2 1-93 0</inkml:trace>
  <inkml:trace contextRef="#ctx0" brushRef="#br0" timeOffset="29951.12">5599 7879 134 0,'20'-7'80'0,"8"-2"15"0,9-2-3 16,-2 0-7-16,-5 0-9 0,0 0-9 0,4-1-4 0,2-1 0 15,0 1 2-15,3-2-4 0,0-1-7 0,3-1-3 0,0 0-4 0,2-2-4 16,2-1-3-16,2 0-9 0,1 1-4 0,3-1 0 0,-1 1 9 15,3 0 2-15,3 0 0 0,1-1 1 0,3 1-8 0,3-1-2 0,1-1 3 16,3 2-8-16,1 0 0 0,2 0-1 0,0 3-5 0,1 2-1 0,3 0-1 16,1 1-5-16,1 1-3 0,1-1-4 0,3 1-4 0,3 2 0 15,1-2 0-15,4 1 3 0,1 0-1 0,3-1-1 0,0 1-2 0,0 1-1 16,1-1 0-16,1-1 1 0,0 1 3 0,3 0-1 0,0 1 1 16,-1 3 1-16,1-3-1 0,-3 2 0 0,0 0 2 0,-1-1-3 0,0 1 4 15,0 1-1-15,-2-2 1 0,3 2 5 0,0-1 3 0,3-1 3 0,-1 0 1 16,3 1-3-16,-2-1 3 0,-1 1-3 0,0 0 0 0,-1 2 2 15,-2 2-3-15,-1 1 0 0,0 0 0 0,-4 1-2 0,0 1 1 0,-6 2 0 16,-2 1 5-16,-2 1 1 0,-5 2-5 0,-2 2-2 0,-5 2 0 16,-2 1-2-16,-3 2 8 0,-2 0 2 0,-1 3-2 0,-1 2 1 0,-2 2-2 15,-1 1-3-15,-2 3-2 0,-4 0-1 0,-3 2-2 0,-4 1-2 0,-3-2 4 16,-3 3-3-16,-2 1 2 0,-3 1-1 0,-2 0-5 0,-4 3 0 16,-2-1-7-16,-3 2-1 0,-1-1 7 0,-2 1-4 0,-3 1 8 0,-3 0-5 15,-3 1-3-15,-3-1-3 0,-2 1 1 0,-7-1-2 0,-2 0 3 0,-5 1 1 16,-4-1 0-16,-4-2 1 0,-3 0-1 0,-3-1 5 0,-4-2-1 15,-2 0 0-15,-3-2 6 0,-2-1-8 0,-2-3 0 0,-3 2 4 0,0-3 0 16,-2 1 3-16,-4 0 3 0,-1-1-3 0,-1 0 1 0,-2-1-1 0,-2-3-2 16,-2 0 7-16,-5-1 0 0,-3 0 1 0,-2-3 0 0,-2 0-5 15,-4-3 1-15,0-1 0 0,-3-3 0 0,0-2 2 0,-2-2 1 0,-3-3 2 16,-5-1-6-16,-2-4 0 0,-7-1-2 0,-3-2-6 0,-5-2 1 0,-5-2-1 16,-2-1-4-16,-6-1-1 0,-5 1-2 0,-6-1-5 0,-6 1 3 15,-4 1 2-15,-5 1-2 0,-2 1 2 0,-2 1-1 0,-2 0 0 0,-1 2 3 16,1 0 1-16,-3 4 2 0,0 1-2 0,0 3 0 0,-2 2 2 15,1 3-4-15,2 2 11 0,1 1-2 0,0 3 1 0,2 1 0 0,4 1-1 16,3 1 5-16,4 2-3 0,4-1 4 0,5 0-1 0,6 0-1 0,6 1 3 16,6-1-1-16,4-1-3 0,6 1-6 0,7-1-1 0,6 0-5 15,8-3 7-15,4 1-5 0,7-2-5 0,5-2-12 0,4 1-34 0,8-3-35 16,6-1-45-16,4 0-33 0,4-1-39 0,7-2-53 0,3-1-54 16,6 0-110-16,4 0-13 0</inkml:trace>
  <inkml:trace contextRef="#ctx0" brushRef="#br0" timeOffset="89387.8">9164 14257 210 0,'-16'3'52'0,"-1"2"-15"0,-4 1-12 0,2 0-11 16,3-2-6-16,1 1-8 0,1 0-6 0,0-1-9 0,-1 1-17 0,0 0-17 15,1-2-12-15,0 2-10 0,0-1-3 0</inkml:trace>
  <inkml:trace contextRef="#ctx0" brushRef="#br0" timeOffset="89437.64">8754 14328 13 0,'-9'0'13'16,"-3"1"-6"-16,-2 1-10 0,2-2-6 0,3 1-8 0</inkml:trace>
  <inkml:trace contextRef="#ctx0" brushRef="#br0" timeOffset="91437.7">7180 14380 129 0,'24'-6'54'0,"2"-1"-5"0,8-3-3 0,-4 3-4 0,-1 0-2 16,0 1 2-16,1 1 3 0,1 1 8 0,1-1 4 0,0 0 6 16,2 1 2-16,0-1-7 0,0 1-1 0,0 1-6 0,0 0-4 0,1-1 0 15,0 1 2-15,3 0 0 0,-1 1 1 0,-1 1-5 0,1-1-2 16,-1 1-4-16,2 0-1 0,0 0 1 0,0 1-4 0,1-1 5 0,-1 0-4 15,2-1 0-15,0 0 0 0,1 0-10 0,2 1 0 0,1 0-6 0,0-2-1 16,2 1 4-16,2 0-2 0,-2-2-2 0,1 1 0 0,1 1 3 16,2-3-3-16,-1 1 4 0,0-1-1 0,1 1 2 0,-1-1 3 0,2 0-1 15,3 1 0-15,-1 0-2 0,1 0-2 0,2 0-3 0,-2 0 0 0,2-1-4 16,1 1 1-16,0 2 0 0,1-2-5 0,0 0 1 0,0-1-3 16,2 0-2-16,0 0 2 0,-1-1-4 0,1 1 11 0,-2 0-2 0,3 0-3 15,-1 0-6-15,1 0-5 0,0 1 1 0,-3 1 3 0,1-1 5 0,2 1-3 16,-2 1-3-16,1-1 1 0,-1 2 0 0,0-1 0 0,-2 1-6 15,0 1-7-15,-1 1 6 0,-2 1 0 0,-1 0 10 0,-2 1 2 0,0 1 2 16,1 0-3-16,-1 0-1 0,0 3 2 0,-3 0-8 0,-2 2 3 16,1 1-2-16,-2 1-5 0,-1 1 0 0,-1 0 2 0,0 3-2 0,-3 2 7 15,-2 0 5-15,1 1-1 0,-2 2 5 0,1-1 1 0,-2 0-9 16,-1 1 0-16,-2 2-1 0,-2-1 2 0,0 3-3 0,-3 0 1 0,1 1-1 16,-1 1 3-16,-2 0 0 0,-1 0-15 0,-3-1 5 0,-1 1-5 0,-2-1 0 15,-2 1 17-15,-1 1-10 0,-2-1 4 0,-2 0 1 0,-1 0 0 16,-3 1-2-16,-2-2 0 0,1 2 2 0,-3 1 2 0,-2-2-1 0,-1 3 2 15,-2-2-3-15,-1 0-4 0,-2-1-1 0,-2 1-1 0,-1 0 3 0,-1-2 3 16,-2 2-4-16,-2-2-1 0,-3 2-7 0,-3-2 6 0,1 1 5 16,-4 0-1-16,-1-1 7 0,-1 0-5 0,-3-1 0 0,0 0 0 0,-3-2 1 15,1-2 0-15,-3 1 4 0,0-2-4 0,-3-1 5 0,-1 1 0 0,-3 0-1 16,0 0 1-16,-1 2-3 0,-2-1 1 0,-1-2-2 0,-2 0-2 16,-4 0 7-16,0 1 2 0,-3-2 2 0,0 1-1 0,-2 0-6 0,0-2-7 15,-2 2 3-15,-1 0-3 0,0 0-2 0,0-1 5 0,1 1-4 0,-1-1 2 16,-1-1 5-16,-1 1-4 0,-1-2 2 0,1 0 2 0,2-2-7 15,-2 0 1-15,1 0 4 0,1-1-2 0,-1-2-1 0,2-1 3 0,0-1-3 16,0-2 16-16,1 0 3 0,-1-3 0 0,1 0-3 0,0 0-11 16,1-2-1-16,-2-1 3 0,-1 0-3 0,0-1-4 0,0 0 2 0,0 0-6 15,0 0 8-15,0-1 6 0,-1 1-11 0,-1 0 11 0,0-1-14 0,0 1-4 16,-2 0 10-16,1 0-9 0,-1 0-2 0,1 0-1 0,-1 0-7 16,-1 1 2-16,-1-1 7 0,-2 0-6 0,1 1 2 0,0-1 4 0,0 0 1 15,0 0 3-15,-1 0-7 0,1 0-2 0,1 0-3 0,0 0 6 0,1-1 1 16,2 1-6-16,0-2 4 0,2 0-4 0,-1 0 4 0,-1-2 4 15,1 1-6-15,-1 1 3 0,3-1 1 0,0 0 2 0,0 0 5 0,0-1-1 16,0 0 1-16,0 0-2 0,2-1-2 0,0 0-1 0,-2 0-3 16,2-1 0-16,-1 0 9 0,0 1 0 0,2 0 5 0,-2 0 2 0,1 0-10 15,-1 0-3-15,-1 0 5 0,1 1-1 0,0 0 4 0,0 1-2 0,0 0-3 16,0 0 0-16,-2 1-7 0,0 1 7 0,1 0-2 0,-2 0 4 16,0 0 7-16,2-1-6 0,-1 0 1 0,2 1 2 0,0-3 0 0,0 1 5 15,1-2-7-15,-1 1 0 0,3-1 4 0,-1 1 1 0,1-2 4 0,2-1-2 16,0 1-1-16,-1-2 2 0,3 0-3 0,-2 0 0 0,3-1 3 15,-1 2-4-15,-1-1-1 0,2-1 2 0,-2 0-7 0,2 0 4 0,0-1-5 16,-1 2 2-16,1-2 3 0,0 0-6 0,-2 0 2 0,1 0-2 16,-2 0-2-16,1 0 4 0,0-2-1 0,1 1 4 0,1-1-2 0,-2 1 1 15,0 2 4-15,2-3-1 0,-1 2-4 0,1-1 0 0,0 0 3 0,1 1-1 16,2 0 5-16,1-2-2 0,1 1-4 0,0-1 2 0,-1 0-1 0,0-2 4 16,2 1-5-16,2-1-1 0,1 0 5 0,1 0-2 0,0-1 0 15,0-1-11-15,2 1-2 0,0-1 4 0,2-1 1 0,1 1 16 0,1 1-1 16,1-3-8-16,2 0-1 0,1 1-4 0,1-1 3 0,2 0 5 15,1 0-5-15,0 0 0 0,1 0-2 0,1 2-1 0,0-2 3 0,3 1 3 16,2-1-3-16,1 2 3 0,1-2 0 0,2 1 1 0,1 2 2 16,3-2-5-16,0 1-1 0,0 0-3 0,2 2 0 0,1-1 3 0,1 1-1 15,0 1-1-15,3 0-3 0,1-1 1 0,2 0-2 0,2 0-2 0,1 0 1 16,3-1 1-16,1 0 9 0,-1 0-3 0,4 0-8 0,1 0-4 16,2 0 3-16,1-2 5 0,2 2 13 0,4-2 0 0,2-1-9 0,0 1 4 15,2 0-5-15,-1-1 4 0,1 2 0 0,1-2-3 0,1 2 3 0,1 0-3 16,2 2 1-16,-1 0 4 0,3 0-4 0,0 0 4 0,1 2-1 15,0 0-1-15,2 2 5 0,-1 0 1 0,1 1 2 0,1 1-1 0,-1 2 3 16,4 1-4-16,0 0-2 0,1 2 4 0,2 1-2 0,-1 1 2 0,2 1 3 16,2 1-3-16,1 1-8 0,1 2 0 0,1-1 2 0,1 1 0 15,2 0-4-15,2 1 2 0,2 0-4 0,0-1 1 0,1 0 1 0,2-1-1 16,-1-1 2-16,1 0-1 0,3 1-1 0,-2-1 0 0,0 0 2 16,0-1-2-16,-1 1 0 0,2-1 0 0,-2-1 0 0,1 1 0 0,-1 0 2 15,-1 0-4-15,1 0 2 0,-1 0 0 0,1-1 2 0,-1 0 1 0,-1 0-3 16,3-1 0-16,0 0 1 0,1 0 2 0,2-2 0 0,-1 1-4 15,1-1 1-15,-1-1 0 0,2 1-3 0,1 0 9 0,0-1 0 0,1 1-1 16,0 0 0-16,0-1-7 0,0 2 4 0,0 0-4 0,0 0 2 0,1 0-3 16,1 0-5-16,1 2 3 0,1 0-2 0,0 2-20 0,1 2-28 15,2 1-52-15,1 2-54 0,3 1-62 0,3 1-80 0,0 2-103 16,6 2-230-16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13:19:12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990 891 688 0 0,'-56'2'393'0'0,"0"2"0"0"0,0 3-1 0 0,-90 22 1 0 0,-241 84 593 0 0,383-112-976 0 0,-100 31 230 0 0,90-29-7 0 0,1-1 0 0 0,-1 0 0 0 0,1-1 0 0 0,-1 0 0 0 0,-26-3 0 0 0,37 2-143 0 0,0-1 0 0 0,0 1-1 0 0,0-1 1 0 0,0 0 0 0 0,0 0 0 0 0,0 0 0 0 0,0 0-1 0 0,1-1 1 0 0,-1 1 0 0 0,0-1 0 0 0,1 0-1 0 0,-1 0 1 0 0,1 0 0 0 0,-1 0 0 0 0,1 0 0 0 0,0 0-1 0 0,-3-4 1 0 0,2 1 59 0 0,1 1 0 0 0,-1-1 0 0 0,1 0 0 0 0,0 0 1 0 0,0 1-1 0 0,1-2 0 0 0,-1 1 0 0 0,1 0 0 0 0,-1-9 0 0 0,1 2 51 0 0,1 0 0 0 0,0 0 0 0 0,1 0 0 0 0,0 0 0 0 0,1 0 0 0 0,0 1 1 0 0,1-1-1 0 0,6-16 0 0 0,-1 11-85 0 0,1 0 0 0 0,1 0 0 0 0,1 1 0 0 0,0 0 0 0 0,1 1 0 0 0,1 0 0 0 0,1 1 0 0 0,-1 0 0 0 0,25-17 0 0 0,19-12 243 0 0,75-41-1 0 0,-30 27-103 0 0,172-69-1 0 0,121-14-78 0 0,-156 72-176 0 0,3 10 0 0 0,2 10 0 0 0,370-23-1 0 0,751 63-49 0 0,-1087 17-225 0 0,277 15-1145 0 0,-383-9 962 0 0,204 46 0 0 0,-269-35 596 0 0,-2 6 0 0 0,182 80 0 0 0,180 134 309 0 0,-137-28-398 0 0,-266-167-108 0 0,-2 3 1 0 0,99 110 0 0 0,-112-104 45 0 0,-3 2 0 0 0,-2 1 1 0 0,-4 3-1 0 0,-2 1 1 0 0,57 142-1 0 0,-77-160 28 0 0,-2 2 0 0 0,-2-1 0 0 0,-2 2 0 0 0,-3 0 0 0 0,-2 0 0 0 0,-2 1 0 0 0,-3-1 0 0 0,-2 1 0 0 0,-10 85 0 0 0,5-112-14 0 0,-1 0 0 0 0,-1-1 0 0 0,-1 0-1 0 0,-1-1 1 0 0,-1 1 0 0 0,-2-2 0 0 0,0 0-1 0 0,-1 0 1 0 0,-1-1 0 0 0,-2-1 0 0 0,0 0-1 0 0,-36 35 1 0 0,15-22 33 0 0,-2-2 0 0 0,-1-2-1 0 0,-2-2 1 0 0,0-1 0 0 0,-84 38 0 0 0,-325 107 591 0 0,-16-43-399 0 0,263-83-284 0 0,-2-9-1 0 0,-1-9 1 0 0,-231 1 0 0 0,-895-4 484 0 0,829-32-187 0 0,366-4-731 0 0,-223-47 0 0 0,300 43-18 0 0,1-2 0 0 0,0-4 1 0 0,2-2-1 0 0,0-2 0 0 0,2-3 0 0 0,-70-46 0 0 0,85 46-88 0 0,1-2-1 0 0,2-1 0 0 0,1-2 0 0 0,2-2 0 0 0,1-1 1 0 0,2-2-1 0 0,1-1 0 0 0,-39-67 0 0 0,37 47-1067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13:19:22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287 0 2537 0 0,'-17'7'984'0'0,"-1"-1"-616"0"0,-5 2-24 0 0,6 0-128 0 0,-1-1-120 0 0,0-1-136 0 0,-1 1-128 0 0,0-3-128 0 0,-2 3-104 0 0,0-2-72 0 0,0-1-88 0 0,-2 3-17 0 0,-3-2 33 0 0,1 1-352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4T13:19:23.0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2644 2656 424 0 0,'-2'-1'251'0'0,"-1"0"-1"0"0,0 0 1 0 0,0 0-1 0 0,0 0 1 0 0,0 0 0 0 0,1 1-1 0 0,-1-1 1 0 0,0 1-1 0 0,0 0 1 0 0,-6 0 0 0 0,8 1-119 0 0,0-1 0 0 0,-1 0 1 0 0,1 0-1 0 0,0 1 1 0 0,0-1-1 0 0,-1 0 0 0 0,1 1 1 0 0,0-1-1 0 0,0 1 1 0 0,0 0-1 0 0,0-1 0 0 0,0 1 1 0 0,0 0-1 0 0,0 0 1 0 0,0-1-1 0 0,0 1 0 0 0,0 0 1 0 0,0 0-1 0 0,1 0 1 0 0,-1 0-1 0 0,0 0 0 0 0,0 0 1 0 0,1 1-1 0 0,-1-1 1 0 0,1 0-1 0 0,-1 0 0 0 0,1 0 1 0 0,-1 3-1 0 0,1-3-47 0 0,0 1-1 0 0,0-1 0 0 0,1 1 1 0 0,-1-1-1 0 0,0 1 0 0 0,1-1 1 0 0,-1 0-1 0 0,0 1 1 0 0,1-1-1 0 0,0 1 0 0 0,-1-1 1 0 0,1 0-1 0 0,0 0 1 0 0,0 1-1 0 0,0-1 0 0 0,0 0 1 0 0,0 0-1 0 0,0 0 1 0 0,0 0-1 0 0,0 0 0 0 0,0 0 1 0 0,0 0-1 0 0,1 0 0 0 0,-1 0 1 0 0,0-1-1 0 0,0 1 1 0 0,1 0-1 0 0,2 0 0 0 0,41 13 787 0 0,-8-8-651 0 0,-1-2 1 0 0,0-2-1 0 0,1-2 0 0 0,50-5 0 0 0,-10 1-143 0 0,388-15-86 0 0,480-5 3939 0 0,-898 25-3640 0 0,654 19 1849 0 0,1211 21-1516 0 0,-1251-75-360 0 0,-463 11-188 0 0,255-66 1 0 0,-352 62 11 0 0,140-59 0 0 0,-176 58 88 0 0,-1-4 1 0 0,-2-2-1 0 0,62-44 0 0 0,-74 41-56 0 0,-2-2 0 0 0,60-63 0 0 0,-83 76-50 0 0,-2-2 0 0 0,0-1-1 0 0,-2-1 1 0 0,-1 0-1 0 0,22-48 1 0 0,-35 62-27 0 0,0 0-1 0 0,-2 0 1 0 0,0-1-1 0 0,0 1 1 0 0,-2-1-1 0 0,0 0 1 0 0,-1 0 0 0 0,-1-1-1 0 0,0 1 1 0 0,-2 0-1 0 0,-3-30 1 0 0,0 28-41 0 0,-1-1 0 0 0,-1 1 0 0 0,0-1 0 0 0,-2 2 0 0 0,0-1-1 0 0,-1 1 1 0 0,-1 0 0 0 0,-1 1 0 0 0,-21-27 0 0 0,-6 0-27 0 0,-1 2-1 0 0,-3 1 1 0 0,-1 3 0 0 0,-97-66-1 0 0,-211-103 290 0 0,-475-178 325 0 0,708 335-479 0 0,-88-41 79 0 0,-361-140 10 0 0,377 174-238 0 0,-261-45 0 0 0,-206 24-284 0 0,-665 77 260 0 0,54 87 502 0 0,949-47-363 0 0,-608 158 1 0 0,750-140-30 0 0,3 7 0 0 0,3 8 0 0 0,-250 144 0 0 0,57 18-14 0 0,292-180 39 0 0,3 2 0 0 0,-113 119 1 0 0,163-152-91 0 0,0-1 1 0 0,1 2 0 0 0,1 1-1 0 0,2 0 1 0 0,0 1 0 0 0,-14 36-1 0 0,23-45-3 0 0,0-1 0 0 0,2 1 1 0 0,0 1-1 0 0,0-1 0 0 0,2 0 0 0 0,0 1 0 0 0,1 0 0 0 0,1-1 0 0 0,1 1 1 0 0,0-1-1 0 0,8 34 0 0 0,0-21-16 0 0,1 1 0 0 0,1-2 0 0 0,2 1 0 0 0,1-2 0 0 0,1 1 0 0 0,1-2 1 0 0,2 0-1 0 0,0-2 0 0 0,32 34 0 0 0,2-5-128 0 0,2-2-1 0 0,112 82 1 0 0,-85-78-1113 0 0,3-3 1 0 0,2-4-1 0 0,124 52 0 0 0,-98-57-2575 0 0,2-5 1 0 0,165 34 0 0 0,-138-45-47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1:26:17.5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4889 6275 923 0,'-7'1'400'0,"2"1"-324"15,0 1-65-15,5 2-29 0,4 1-1 0,3 1 10 0,5 1 9 0,2 1-1 16,4-1-15-16,5 3-23 0,2 1-24 0,6 0-20 0,3 1-5 16,6-3 14-16,2 1 18 0,3-1 24 0,7-3 20 0,2 0 14 0,3-2 8 15,5-1 5-15,1 0 6 0,5-1 9 0,5-1 6 0,4 1 8 16,3-1 3-16,5 0-2 0,5-1-2 0,3-1-8 0,6 2-8 0,3-1-7 16,4 0-5-16,6 2 1 0,4-1 2 0,4 0-2 0,4 2-2 0,2 0 0 15,6 3-4-15,4 2 3 0,3 0-4 0,3 2 1 0,4-2-2 16,3 0 1-16,2 0-2 0,5 0 3 0,1 0 1 0,2-1 1 0,3 1 1 15,0-3 4-15,1 2 3 0,3-1-1 0,1-1 5 0,0 0 1 0,2 0 2 16,2 1 5-16,-1-2-3 0,2 0 1 0,-1-1-6 0,0-1-1 16,1-2-4-16,-1 0-6 0,1-2-5 0,0-2-1 0,-1-1-4 0,0-1 1 15,-3-2 4-15,-1-2-2 0,-3-1 4 0,-1-2-2 0,-4-1 2 0,-3-3-2 16,-3 0 3-16,-3-3 0 0,-5 0 2 0,-1-3 5 0,-4-3-1 16,-5 0 0-16,-4-3-3 0,-4 1 3 0,-4-3 2 0,-4-1-3 0,-4-2 2 15,-4-4-5-15,-4-1 1 0,-5-1-1 0,-3-2-1 0,-4-2 1 0,-6-3-6 16,-3-2 3-16,-5 1-1 0,-6-1 1 0,-4-1 5 0,-6 1 0 15,-7-3 6-15,-5 0 4 0,-6-1-8 0,-7-2-9 0,-7-1-10 0,-6-3-8 16,-8-1 3-16,-7-1 1 0,-6-2-3 0,-7 1 2 0,-5-1 1 16,-6 0 12-16,-8 0 5 0,-8-2-3 0,-7 1-13 0,-8-1-12 0,-8 1 1 15,-8-1 1-15,-6 1 8 0,-11 1 5 0,-8 2-2 0,-6 2 6 0,-10 2-4 16,-3 1-4-16,-7 2 3 0,-6 3-8 0,-6 1-2 0,-5 0 2 16,-5 3-4-16,-5 0 1 0,-4 4 3 0,-2 4 4 0,-6 2-2 0,-1 4-2 15,-6 1 1-15,-3 4-1 0,-3 3 11 0,-6 4 8 0,-2 5-1 16,-3 2 14-16,-4 3 2 0,-3 3-3 0,-4 5 6 0,-4 5-3 0,-4 4-7 15,-5 3-5-15,-5 5 7 0,-4 3-9 0,-5 8 2 0,-3 5 5 0,-4 6-2 16,-4 3 0-16,-3 5 1 0,-3 7-4 0,-4 4 1 0,0 5-5 16,-1 6 2-16,-2 1-9 0,3 3-7 0,0 6 7 0,3 1 9 0,5 5 13 15,4 5 7-15,6 3-5 0,6 7-6 0,7 1-5 0,6 5-3 0,11 4-3 16,11 1-10-16,12-2-16 0,15 1-42 0,12-3-93 0,13-2-143 16,13-2-149-16,11 3-504 0</inkml:trace>
  <inkml:trace contextRef="#ctx0" brushRef="#br0" timeOffset="1116.22">3585 6951 762 0,'-17'-6'-3'0,"0"0"27"0,-1-1-6 0,5 3-1 16,6 0 0-16,3 2 0 0,1 0-3 0,1 0-2 0,1 0-3 15,0 2-9-15,1 0-4 0,1 1-5 0,-1 0-1 0,2 2 0 0,0 0 4 16,3 1 1-16,2-1 2 0,1 1 0 0,2 1 3 0,0-1 5 0,1 0-5 15,-1-1 8-15,3-2-4 0,1 0 5 0,2-2 4 0,2-1 1 16,2-1 10-16,3-2 1 0,1-3 7 0,5-1 2 0,3-3 1 0,5-3-1 16,2-1-1-16,4-3 3 0,5-2-1 0,3-2 3 0,3 0-1 15,4-3 2-15,2 1 0 0,4-2-2 0,2 0 5 0,2-1-7 0,3-2 1 16,3 0-3-16,4 1-3 0,3 2 1 0,1 0-2 0,4 2-4 0,2-1-6 16,2 0-4-16,4 3-15 0,0 0 0 0,1 2 0 0,3 1 3 15,-1 1 4-15,2 1-2 0,1 4 2 0,1-1-7 0,1 0-2 0,1 1 2 16,2 2-5-16,-1 0 0 0,1 2 1 0,-1 2 1 0,-2 0-1 0,-1 2 0 15,-4 1-5-15,-2 2 3 0,-5 1 1 0,-3 2-2 0,-4 1 6 16,-4 0 1-16,-2 3 0 0,-2 2 1 0,-5 1 1 0,-4 1-2 0,-4 2 0 16,-3 0 1-16,-4 2-4 0,-2 0 3 0,-5 3-1 0,-2 3 1 0,-3-1 0 15,-1 2 0-15,-4 2 6 0,-4 2-2 0,-2 2 4 0,-4 1 4 16,-3 1 0-16,-4 2 2 0,-4 1 7 0,-4 3-2 0,-3 0 1 0,-4 5-1 16,-5-1-2-16,-5 2 2 0,-6 3-2 0,-7 0-1 0,-5 1-4 15,-7 2 2-15,-5-2-9 0,-5 0 7 0,-8 0 2 0,-5 0-2 0,-4-1 9 16,-7-1-6-16,-3 0 0 0,-4-2 6 0,-5 0-3 0,-5-1 4 0,-5-1-2 15,-6-2-9-15,-4-5-5 0,-5 1 1 0,-6-3 0 0,-4-1 3 16,-6-3 3-16,-3-1-7 0,-3-3 1 0,-3-4 6 0,1-1 2 0,-1-5-7 16,2-3 10-16,1-3-12 0,1-5 10 0,5-3 17 0,3-4-10 0,4-4 8 15,4-5-11-15,4-2-10 0,5-6-2 0,5-3-5 0,4-4-12 16,7-3-14-16,3-6-57 0,10-6-79 0,5-5-137 0,7-8-195 0,8-9-348 16</inkml:trace>
  <inkml:trace contextRef="#ctx0" brushRef="#br0" timeOffset="68620.14">4909 9486 1102 0,'3'3'12'0,"5"1"-10"0,7 0-4 16,6 2 8-16,6-2 4 0,7-1 8 0,4-2-1 0,5-4-4 16,4-2-7-16,4-1-2 0,3 0-4 0,2-1-9 0,4-2-4 0,1 0-8 15,1-2-6-15,4 1-5 0,0-2 0 0,1 2-1 0,2-1 10 16,1-1 7-16,1 1 8 0,2 0 5 0,1 1 1 0,1 0 1 0,2 0 0 15,2 0 1-15,3-1 2 0,2 1 3 0,3 1 3 0,1-1 2 0,4-1-2 16,0 1 1-16,5-1 5 0,0 0 1 0,4 2 7 0,1 0 4 16,3 1-1-16,2 0 3 0,3 2 4 0,3 0 3 0,0 1 1 0,3 1-2 15,0 1-12-15,-1 0-4 0,2 0 0 0,2 1 0 0,1-2 7 0,2-2-2 16,1 1 2-16,0-1 0 0,2-1-4 0,1 1 0 0,1-2-6 16,1 1 0-16,0-1 0 0,2 0-5 0,0-1 2 0,0-1-6 0,1-1-1 15,1 0 0-15,0 0-1 0,1 1 1 0,0-2-3 0,-3 0 1 0,2-1-5 16,-1-1 2-16,0 1-1 0,-1-1-3 0,-3-1-2 0,-1 1 1 15,-2 0 3-15,-1-1 3 0,-1-1-2 0,-4-1-5 0,-2 2 4 0,-2 0 5 16,-3-1 8-16,0 0 1 0,-5-1-4 0,-2-1 3 0,-2 0-5 16,-2 0 7-16,-2 0 3 0,-1 0-5 0,-4 0-1 0,-2 2 0 0,-4-1-4 15,-3 1 5-15,-3-2-2 0,-2 0-4 0,-2 0 3 0,-4-1-2 0,-4 1-1 16,-3-3 4-16,-2-1 0 0,-5 0 2 0,-3 0 5 0,-5 0 1 16,-4 1-1-16,-5-2 5 0,-2 2-2 0,-6-2 2 0,-5-1 2 0,-5 2 2 15,-3-2 1-15,-4 0 4 0,-5 2 5 0,-4-2 1 0,-4 0 1 0,-5-1-8 16,-4-2-8-16,-5 0-5 0,-3-1-7 0,-5 1-6 0,-5-1-6 15,-2 1-7-15,-5-1 0 0,-5 1-3 0,-6 0-2 0,-2 0 5 0,-4 0-1 16,-3 1 5-16,-3 2 0 0,-5 1-2 0,-2 1 1 0,-6 1-3 16,-1-1 1-16,-4 2-2 0,-4-1-3 0,-1 1 2 0,-3 2-5 0,-5-2 3 15,-2 2 7-15,-3 0 4 0,-4 2 3 0,-2 1 4 0,-1 0-5 0,-3 0 0 16,-1 3 2-16,-4-1 0 0,0 1 4 0,-4 2-3 0,-3-1-3 16,0 2 0-16,-4 0 2 0,-2 1 3 0,0 0-1 0,-2 1 7 0,0 0-2 15,-1 1 3-15,2 1 5 0,-1 1 2 0,0 0 4 0,2 1 1 16,-1 1 4-16,2 0 1 0,1 0-5 0,0 2 3 0,0 0-5 0,2 1-4 15,-1 1 1-15,1 1-8 0,-1 0-2 0,0 2-1 0,-1 2-2 0,0 0 2 16,-2 2-2-16,3 1 1 0,0 1-3 0,2 0 0 0,1 1 0 16,0 1-3-16,1 1-2 0,2 1-1 0,0 0-7 0,1 1-11 0,2 2-22 15,-2-1-14-15,5 1-28 0,0 2-40 0,-1 1-32 0,2 1-48 0,0 2-34 16,-2 1-6-16,2 3-22 0,0 0-10 0,-3 1-152 0</inkml:trace>
  <inkml:trace contextRef="#ctx0" brushRef="#br0" timeOffset="69271.02">2888 9526 1937 0,'-11'-24'237'0,"4"4"-220"0,-1-3-2 0,7 5-9 16,5 7-12-16,4-2 3 0,3 0-1 0,2 0-2 0,3 0-4 15,2 1-14-15,3 2-29 0,1 0-63 0,4 1-54 0,2 3-33 0,3 1-2 16,1 2 40-16,2 1 29 0,1 0 29 0,2 0 27 0,0 1 20 0,0 0 25 16,0-1 15-16,1 2 13 0,1-1 7 0,-1 1 9 0,0 1 14 15,1-1 12-15,-1 1 16 0,3-1 11 0,3 0 13 0,-1-1 10 0,3-1-1 16,3-1 0-16,2-2-8 0,4 1-7 0,1-1-4 0,3-1-8 16,1 1-4-16,2-1-6 0,2-1-4 0,1 1-4 0,3 0 2 0,2-2-1 15,3 1-5-15,1-2-3 0,2 0-7 0,0 1-3 0,1-1-4 0,2 1-3 16,0 0-4-16,-1 2-4 0,2 0 2 0,-1 1 2 0,0 1 3 15,0 1 0-15,0 1-1 0,-1 1-2 0,-3 1-9 0,1 1 2 0,-4 2 0 16,0 2-5-16,-1 0 7 0,-4 3-3 0,0 0 2 0,-3 2 2 0,-3 3 2 16,-4 1-6-16,-1 1-2 0,-1 1 1 0,-4 1 2 0,-2 3 5 15,-4 1-1-15,-2 3 0 0,-2 2-5 0,-4 0 1 0,-1 2-3 0,-4 1-2 16,-3 2 15-16,-5 0 4 0,-3 4 1 0,-1 0 2 0,-4 0-10 0,-2 3 0 16,-4 0 1-16,-5 3 3 0,-2-1 0 0,-5 2-6 0,-3-1 6 15,-4-1-3-15,-5 0 0 0,-2 1 4 0,-4-1 0 0,-4-1-7 0,-3 0 9 16,-6-1 2-16,-3-2 0 0,-5 3 11 0,-2-3-9 0,-4 1 3 15,-3-2 0-15,-3-1-3 0,-5 2 5 0,-2-3 0 0,-2 1 1 0,-2-5 5 16,-1-1-7-16,1-2 4 0,-1-2 1 0,1-1 2 0,0-4 0 16,-1-1 7-16,0-2 1 0,-1-3-4 0,0-1-3 0,0-2-10 0,-2-3-2 15,0-3-5-15,0-3 2 0,-1-3-3 0,0-3-2 0,1-3 2 0,0-4-1 16,2-2-4-16,0-5-4 0,1-3-4 0,0-3 1 0,1-5-2 16,-1-3-4-16,1-5-7 0,1-4-5 0,1-3-23 0,3-3-16 0,0-4-28 15,2 0-35-15,2-1-42 0,-1-2-75 0,1-1-82 0,0-2-102 0,-2 0-163 16,-2 0-218-16</inkml:trace>
  <inkml:trace contextRef="#ctx0" brushRef="#br0" timeOffset="71703.96">4755 12070 937 0,'0'1'9'0,"2"0"0"0,3 2-2 0,4 1 6 0,2 1 13 16,3 0 10-16,4 0 5 0,3-2 5 0,2-1-2 0,2 0-9 0,3-2-2 16,4-1-6-16,4 0-8 0,4 0-2 0,1-1-9 0,4-1-2 15,3 0-2-15,2 0-1 0,3 0 0 0,0 0-2 0,2 0 4 0,2 0-1 16,1 1 4-16,1-1 6 0,1 1 3 0,-1 0 2 0,2 0 4 0,1 1 0 16,-1-1 7-16,1 2 4 0,-1 0 1 0,1 0 3 0,0 1-6 15,0-1 0-15,0 1-4 0,0-1-2 0,-2 2 7 0,3 1 5 0,-1 2 19 16,-1 1 4-16,2 1 4 0,0 3-1 0,0 1-9 0,1 2-1 0,-1 0 7 15,1 0-2-15,1 2 0 0,4 0-6 0,0-1-17 0,3 2-5 16,2 0-8-16,1-1-12 0,3-2-2 0,1 0-4 0,0-2-4 0,4-1 3 16,0-2-1-16,1-1 0 0,3-3 0 0,-3 0 2 0,1-2 1 15,-2-1-5-15,1-2 1 0,-1 0-2 0,-3-1 0 0,0 0-2 0,-3 0 2 16,-1-2-1-16,-2 0-1 0,-1-2 1 0,-1 0-2 0,0-2-1 0,-2-1-2 16,0-1 3-16,0-2-2 0,-1 0-1 0,1-3-2 0,-3-2 2 15,0-1-1-15,0-2-4 0,0-2 0 0,0 0-4 0,-2-1 1 0,1-1 0 16,-1 0-1-16,-1-2 1 0,-1 0 5 0,-2-2-1 0,-1-1-2 15,-3 1 7-15,0-1-1 0,-2 1 0 0,0 0 3 0,-3 0-4 0,-3-2 1 16,-3 2 4-16,-2-1 2 0,-2 2-4 0,-4 0-1 0,-2 3-2 0,-4-2 5 16,-1 2 5-16,-5 0 2 0,-1-1 2 0,-4 0-5 0,-1 0 5 15,-2-1 5-15,-4 1-3 0,-1-2 6 0,-3 0-7 0,-2-2 1 0,-3-1-6 16,-3-2-2-16,-3 2 2 0,-3-3-7 0,-5 0-1 0,-5-2-8 0,-4 0-11 16,-7-2-3-16,-5 1-5 0,-5 1 3 0,-6 0-2 0,-7 2 8 15,-6-2 6-15,-6 2 4 0,-5 1 10 0,-4 3-9 0,-7 0 6 0,-3 2 6 16,-4-1-1-16,-2 2 12 0,-5 1 2 0,-3 1-1 0,-4 3 2 0,2 0-8 15,-1 2-3-15,-1 1-1 0,0 0-2 0,-5 1-3 0,0 2 0 16,-4 0 3-16,1 1 0 0,-2 1 9 0,0 0 1 0,0 4 1 0,-3 0 6 16,-1 2-10-16,0 1 0 0,0 2-1 0,-2 1 0 0,-1 1 6 0,-3 1 3 15,-1 2 4-15,1 1 4 0,-1 2-1 0,0 2-1 0,-3 1-7 16,-1 3-6-16,1 2-4 0,-1 2 2 0,1 3 2 0,-3 0-1 0,1 1-7 16,1 3-4-16,-1 2 2 0,0 2 1 0,-3 4 1 0,0 2-2 0,2 2-4 15,1 1 11-15,2 1-7 0,1 1 2 0,1 1-4 0,2 2-9 16,2 2 0-16,0 2 1 0,5 1 6 0,2-1 0 0,4 0 7 0,4-2-4 15,6-3-7-15,4-2-1 0,6-1-7 0,3-1-10 0,5 1-14 16,2 0-26-16,5 2-54 0,2 0-51 0,2 2-63 16,7 1-61-16,4 2-66 0,2-1-299 0</inkml:trace>
  <inkml:trace contextRef="#ctx0" brushRef="#br0" timeOffset="98054.99">15230 10410 2313 0,'-4'-1'3'0,"-2"-1"2"0,0 0 2 0,-5-1 5 0,3 1-3 0,-1 2 2 0,0-1 0 0,0 2-2 0,1 0-2 16,0 1 2-16,-1 3-7 0,1-2-5 0,1 4 4 0,0 2-1 0,1 5 4 15,1 4-1-15,0 3 0 0,1 5 7 0,0 2 3 0,1 6-1 16,2 4 2-16,1 6 2 0,1 4 1 0,1 3-3 0,2 4-5 0,3 5-1 15,1 1-2-15,2 7 5 0,1 2-1 0,2 2-7 0,-2 1 0 16,0 1 2-16,0-3-8 0,-1 0 4 0,1 0 7 0,-2-2 13 0,0 1 14 16,-1 0 6-16,-2-2 3 0,-1-3-3 0,-1-4-7 0,-1-3-20 0,1-1 6 15,0-2-9-15,0-2-1 0,-1 1 12 0,1-1-21 0,0 0 9 16,-1 0-6-16,1 0-6 0,-1-3 2 0,1-1-7 0,0-3 4 0,-1-1-7 16,2-4-18-16,0-1-20 0,0-1-34 0,0-4-33 0,-1 1-40 0,1-5-60 15,0-2-54-15,0-4-62 0,0-2-62 0,0-4-28 0,1-5-187 16</inkml:trace>
  <inkml:trace contextRef="#ctx0" brushRef="#br0" timeOffset="98422.35">15586 12162 1271 0,'-3'-13'181'0,"1"-1"-118"0,-1-4-4 0,0 0 2 0,2 1-10 0,2 1-26 16,2 2-23-16,1-1-7 0,3 1 2 0,3 0 7 0,1 0 8 0,3 1 2 16,3-1-1-16,2 1-2 0,4 0-5 0,2 0-2 0,6 0-6 0,2-1 2 15,5-1-3-15,3 0 2 0,4 1-2 0,5-2-1 0,3 0 0 16,4-1 2-16,3-2 2 0,5-1 2 0,4 0 1 0,4-2-5 0,4-2 5 15,6 1-2-15,4-1-1 0,6 0 4 0,5 2-4 0,5-2 3 0,6 0 4 16,4-3 4-16,6 0 9 0,5 1 2 0,5-1-4 0,2 2 17 16,6-1 6-16,4 2 14 0,5-3 3 0,2 1-12 0,4 3-3 0,1-1-4 15,5 3 15-15,2-2 13 0,5 1 1 0,7 0 2 0,5-1-8 16,5-1-11-16,4-3-3 0,4-1-15 0,8-2-5 0,4 1-11 0,4 2-1 16,6 0 2-16,1 0-6 0,5-1-1 0,4 0-9 0,6 0 1 15,1 1-2-15,3 2 3 0,3-1 4 0,-1 2 0 0,5 1 7 0,3 0-7 16,2 3 0-16,1 2-14 0,1 0 2 0,4 4 1 0,2-2 1 0,4 1 14 15,2 1 3-15,0 0-5 0,2 1 3 0,1 2 0 0,-1 1-3 16,2 2 8-16,1 1-3 0,-1-1-5 0,-1 2 6 0,-3-1-3 0,0 0 7 16,-3 2-1-16,-3 2-7 0,-6 0 6 0,-7 3-2 0,-5 1 8 0,-8 1 2 15,-3 2-4-15,-7 0 6 0,-6 0 1 0,-6 1-2 0,-8 1 1 16,-6 0-2-16,-9 0-5 0,-11 1-3 0,-10-1-4 0,-12 0-1 0,-8 0-6 16,-7 0-4-16,-10-1 1 0,-11 0-2 0,-9 0 14 0,-8-2-5 15,-11 0-8-15,-9-2-6 0,-5 0-24 0,-10-1-18 0,-5-1-25 0,-6 0-32 16,-7-2-28-16,-2-1-31 0,-7-2-30 0,-4-1-42 0,-4-2-41 0,-6-2-46 15,-2-3-40-15,-5-1 0 0,-6-6 10 0,-4-6-137 0</inkml:trace>
  <inkml:trace contextRef="#ctx0" brushRef="#br0" timeOffset="98622.68">31771 9845 796 0,'-24'-34'278'0,"-1"-4"-160"0,-8-11-62 16,6 0-33-16,5 2-7 0,2-1 12 0,2-1 18 0,-1-1 3 0,2 1-1 16,-1-1-13-16,3-1-19 0,1 1-8 0,2 0-2 0,3 2 2 0,1 1 10 15,2 6 13-15,4 3 24 0,2 5 28 0,1 5 17 0,2 4 14 16,2 3-7-16,2 6-17 0,1 1-17 0,2 2-20 0,2 3-13 0,1 2-16 15,4 2-6-15,0 2 0 0,3 3-7 0,3 3 1 0,1 2-1 0,3 5-8 16,4 4 1-16,2 4 4 0,2 4-5 0,0 6 2 0,-2 4-1 16,0 6-5-16,-1 5 2 0,-1 6-1 0,0 4-3 0,-2 5 3 0,2 5 0 15,-16-29 16-15,2 9 2 0,0 4 1 0,3 11-7 0,-2 5-29 16,3 11-24-16,-3 4-31 0,2 12-63 0,-2 5-75 0,-1 3-77 0,-3 6-106 16,-3 7-38-16,-5 7-216 0</inkml:trace>
  <inkml:trace contextRef="#ctx0" brushRef="#br0" timeOffset="99188.46">20578 10287 2856 0,'-5'-17'108'0,"2"4"-64"0,-1-1-35 16,3 8-13-16,2 6-11 0,2 5-9 0,3 4 2 0,2 6 12 15,3 6 3-15,0 4 15 0,0 6 2 0,-2 5-3 0,-2 6 0 0,0 7 0 16,-3 7 1-16,0 5-8 0,0 5-8 0,-1 4 6 0,1 4 4 16,0 2 3-16,2 4 9 0,1 1-13 0,1 1-1 0,2 1-5 0,1-1-12 15,-1 0 2-15,5 3-9 0,1-2-16 0,1 2-14 0,0-2-58 0,1 0-63 16,1-2-91-16,-1-6-118 0,1 0-113 0,-1-2-19 0,-1-4-165 15</inkml:trace>
  <inkml:trace contextRef="#ctx0" brushRef="#br0" timeOffset="99588.57">27362 9633 2547 0,'23'-10'-8'0,"4"3"-70"0,10-2-12 0,1 5 14 0,-1 5 39 16,2 2 29-16,1 3 22 0,0 3-1 0,-2 4 1 0,-3 2 4 16,-3 4 1-16,-3 1 25 0,-5 6 17 0,-3 3 12 0,-4 6 9 0,-4 2-3 15,-3 6 12-15,-6 4 7 0,-4 7-1 0,-4 8-14 0,-4 8-9 0,-3 7-13 16,-3 9-9-16,-5 8 1 0,-2 10-13 0,0 6-4 0,-1 9-18 15,1 5-16-15,2 7-6 0,2 3-9 0,3 5 4 0,2 4-5 0,5 5-19 16,2 2-31-16,4 3-42 0,4-1-61 0,3 0-75 0,6-3-82 0,5 1-113 16,5 0-155-16,5 5-48 0,6 5 46 0</inkml:trace>
  <inkml:trace contextRef="#ctx0" brushRef="#br0" timeOffset="101305.1">17897 11125 616 0,'-21'-6'74'0,"-2"-1"-31"0,-2 0 11 0,4 2 11 15,4 2-8-15,4 0-14 0,-1 1-17 0,2 0 0 0,1-1-1 0,0 0 4 16,0 1 1-16,1-2-6 0,-1 0-2 0,0 0-3 0,2 0-2 0,1-1-1 16,2 0 0-16,1-3-3 0,2 1-4 0,1-1-1 0,0-1-5 15,1 0-8-15,3-1 2 0,1-2-5 0,1 0 2 0,4-3 5 0,4 0 2 16,3-3 2-16,5-1 0 0,1 0 1 0,4-3-1 0,3-1 0 16,7 0 2-16,3-1-2 0,4-1 1 0,4 2 5 0,2 1 2 0,2 1 1 15,4 0-4-15,2 0-2 0,2 2-6 0,2 0 3 0,1 2 2 0,1 1-1 16,1 3 3-16,-2 0 1 0,2 2 1 0,-2 2 0 0,1 2 3 15,-1 2-1-15,-2 2-1 0,1 3 2 0,-2 3-2 0,0 2 3 0,0 4 2 16,-2 3-2-16,-1 3 4 0,-1 2-5 0,-4 5 1 0,1 3 3 0,-3 2-8 16,-1 5-7-16,-3 0 2 0,-4 4-7 0,-1 1-1 0,-4 3 4 15,-4 1-2-15,-3 0 1 0,-4-1 0 0,-6 0-6 0,-3-3-31 0,-4-1-5 16,-3 2-2-16,-5 2 14 0,-5 5 26 0,-6 3 12 0,-6 2 2 0,-5-1 8 16,-4 0 4-16,-5-1 11 0,-3 1 14 0,-4-2 2 0,-2-1 10 15,-2 0 4-15,-3 1-1 0,-1-3 1 0,-3-2-6 0,-1 0-8 0,0-2-6 16,0 0-11-16,-1-2-14 0,1-1-1 0,0-1 2 0,1-2-5 15,2-2 9-15,-1-2-4 0,0-3-6 0,2-1 4 0,0-4-4 0,-1-3-1 16,0-3-1-16,0-2-5 0,-1-4 2 0,-1-4 5 0,0-3-2 0,0-3 1 16,1-3 1-16,0-4-1 0,3-5 7 0,0-3-4 0,1-4 6 15,1-2-12-15,1-6-2 0,0-3-8 0,3-5-19 0,0 0 6 0,4-4-3 16,3-2 5-16,2-1 13 0,1-2-1 0,4-1 4 0,1 2 3 16,2 0 3-16,2-2 6 0,-1 1-4 0,2 1 3 0,2 1-3 0,3 2-6 15,1 3 2-15,0 2-4 0,2 1-8 0,2 4 7 0,2 5-2 0,1 2 5 16,2 4-8-16,0 4-24 0,1 1-29 0,2 4-62 0,3 2-71 15,2 1-82-15,5 3-46 0,6 1-3 0,6 2 9 0,8 1-122 0</inkml:trace>
  <inkml:trace contextRef="#ctx0" brushRef="#br0" timeOffset="101972.37">23795 10376 920 0,'-11'-20'553'0,"0"-1"-481"0,-1-6-90 0,5 5-18 0,4 4 3 0,2 1 0 16,2 1-1-16,2 1 1 0,3 0-3 0,3-1 8 0,2-1 4 0,4 1 2 15,1 0 10-15,1 2 11 0,2 1 11 0,1 3 13 0,0 0 14 16,2 0 2-16,1 1 2 0,1-1-6 0,3 2-11 0,0 0-3 0,5 1-4 16,2 0-5-16,4 0-3 0,3 1-1 0,2 1-4 0,2-1 1 15,3 2-3-15,1 0-1 0,1 2 3 0,3 1-3 0,0 2 2 0,1 1-2 16,2 1-2-16,-1 3 3 0,-1 0-1 0,2 2-1 0,-2 2-1 0,-1 0-3 16,0 4 3-16,-3 3 1 0,0 1-8 0,-2 1 11 0,-2 4-4 15,-2 3 2-15,0 3 9 0,-4 4-11 0,-4 1 2 0,-1 4-5 0,-6 3 4 16,0 3 4-16,-5 3-1 0,-1 2 3 0,-4 3-8 0,-5 1-1 0,-3 1-2 15,-5 0-6-15,-5 0 4 0,-3-1-3 0,-4-1 6 0,-3-2 4 16,-4-2 1-16,-5-1 8 0,-2-4 1 0,-3 0 7 0,-2-4 5 0,-3-4 8 16,-4-2 9-16,-2-2 9 0,-4-3 9 0,-1-2 4 0,-1-2 3 0,-3-2 2 15,0-4-4-15,-2-1-12 0,-3-3-6 0,1-2-7 0,-4-4 7 16,-1 0 7-16,-3-2-2 0,0-3 3 0,0-2-13 0,0-3-11 0,-1-3 5 16,1-2-8-16,1-1 9 0,1-3 8 0,2-3-6 0,3-2 4 15,0-2-14-15,1-4-2 0,2-1-4 0,2-2 0 0,1-3 1 0,2-1-2 16,2-3-1-16,0 0-4 0,4-3-1 0,2 1 6 0,4 0 0 0,2 1 2 15,3 3-6-15,3 2-5 0,1 2-2 0,4 2-6 0,1 1-4 16,2 2-6-16,3 4-5 0,2 1-10 0,2 2-9 0,2 4-29 0,1 2-35 16,3 3-56-16,1 2-70 0,3 2-66 0,2 2-60 0,4 2-6 0,4 3 14 15,4 3 28-15,6 4-159 0</inkml:trace>
  <inkml:trace contextRef="#ctx0" brushRef="#br0" timeOffset="102522.3">30268 9784 2225 0,'-8'-13'121'0,"-1"0"-154"16,-2-4-37-16,1 4-1 0,3 1 24 0,2 3 25 0,1 0 12 0,2 2-20 15,0 2-37-15,1 0-38 0,2 2-9 0,1 1 12 0,2 0 33 16,-1 1 45-16,4-1 32 0,3 0 28 0,1 0 4 0,3 0-2 0,3 0-7 16,3 1-10-16,6 0 1 0,2 1-4 0,5 0-2 0,5 1 0 0,5 1-4 15,5 2-4-15,2 2-3 0,3 2 3 0,5 2 0 0,2 4 10 16,0 2-2-16,0 1-5 0,-4 7 4 0,-1 3-8 0,-2 3-2 0,-1 5 2 16,-2 0-1-16,-2 5-9 0,-2 4 3 0,-5 1-3 0,-1 2-8 0,-3 1 11 15,-2 1 0-15,-3 0 7 0,-2 1 13 0,-4-1-5 0,-1 2 3 16,-6-1-5-16,-3 1 1 0,-4-1 8 0,-6-2 2 0,-2-1 9 0,-5 0-1 15,-5-1-3-15,-5-2 4 0,-6-1-2 0,-4-1 3 0,-6-1-2 0,-3-3 2 16,-6-1 6-16,-3-4 2 0,-5 0 6 0,-3-4-1 0,-4-1-2 16,-4-6 3-16,-3-2 5 0,-4-4-5 0,-1-3-4 0,-1-4-11 0,-3-1-10 15,1-4-6-15,-1-1-2 0,4-3-7 0,0-1 0 0,1-2 1 16,2-3-8-16,3-1-4 0,3-1-14 0,6-3-12 0,3-1-18 0,1-2-15 16,3-2-21-16,0-2-27 0,1-3-27 0,0-4-41 0,1-1-45 0,1-4-59 15,-3-4-81-15,-2-4-84 0,-1-7-203 0</inkml:trace>
  <inkml:trace contextRef="#ctx0" brushRef="#br0" timeOffset="103988.84">16845 9653 1382 0,'-104'12'77'0,"-7"5"-63"16,-27 8-2-16,19 5 8 0,16 2 6 0,6 7-1 0,1 7-4 16,4 3 1-16,1 7-10 0,3 4-1 0,2 5-3 0,3 8-4 0,4 4 1 15,4 7-5-15,6 7 1 0,3 2-1 0,6 5 3 0,3 2-3 0,4 2-2 16,6 4-1-16,3 6-5 0,4 2 0 0,5 0-5 0,2 2 1 15,7 0 4-15,2 1 1 0,6-1 11 0,5 0 6 0,5 1 9 0,5-2 9 16,5 2 14-16,5-2 7 0,4-2 6 0,3-3-2 0,7-1-3 16,3-4 2-16,4 1-5 0,5-4 11 0,2-4 9 0,6-1 11 0,3-8 19 15,3-1 7-15,6-4 3 0,4-5-1 0,6-1-13 0,6-4-10 0,6-4-15 16,6-3 3-16,11-6 0 0,9-4-10 0,7-6-6 0,10-6-22 16,7-7-1-16,7-6-7 0,8-8-2 0,6-9-7 0,4-6-7 0,5-8-2 15,4-6-4-15,0-6 3 0,3-4-12 0,-2-5 1 0,0-4-4 16,1-3-2-16,-3-3 2 0,0-2 1 0,-3-4 0 0,0-2 1 0,-3-2-3 15,-1-4 13-15,-4 0-3 0,-1-5-7 0,-3-3 13 0,-2-1-14 0,-4-4 8 16,-2 1 6-16,-5-3-6 0,-3-1 3 0,-4-1-4 0,-5-2-1 16,-3 1 0-16,-6-2 6 0,-6-2-1 0,-3-1 8 0,-5-3 1 0,-7 0-1 15,-4 0-1-15,-6-2-8 0,-6-1 5 0,-4-3-7 0,-6-2 2 0,-5-3 9 16,-5 0-4-16,-6-3 7 0,-6-1 8 0,-5-2 1 0,-7-1-5 16,-6 0 0-16,-5-3-9 0,-8 3-5 0,-5-3 5 0,-7 2-3 0,-5-1 1 15,-8 1-2-15,-4-2 3 0,-6 1-5 0,-6-2 5 0,-5 1-1 16,-7 0-9-16,-2 4 9 0,-5 2-7 0,-6 3 2 0,-3 1-4 0,-8 1 1 15,-5 0 1-15,-4 1-11 0,-7 3 3 0,-6 1-12 0,-7 2-3 0,-4 5 3 16,-7 4-4-16,-5 3 6 0,-6 4 2 0,-4 5 3 0,-5 6-1 16,-4 6 3-16,-4 6 1 0,-4 8-3 0,-4 8-1 0,-2 7-2 0,-1 7 9 15,-2 8-14-15,1 4 9 0,2 7-9 0,3 5-14 0,3 4-7 0,5 4-47 16,5 6-43-16,5 4-66 0,6 5-85 0,7 4-105 0,5 1-176 16,6 2-418-16</inkml:trace>
  <inkml:trace contextRef="#ctx0" brushRef="#br0" timeOffset="104872.69">21003 11847 1483 0,'-14'7'225'0,"-2"3"-212"0,-4 4-34 0,1 3 2 0,0 4 11 15,-2 3-7-15,-3 5-13 0,-4 4 5 0,-3 4 0 0,-6 3 4 16,-3 3 6-16,-4 3-13 0,-6 0-12 0,-5 4-32 0,-3 1-26 16,-5 0-4-16,-3 0 14 0,-4-4 30 0,-5-2 32 0,-3-3 18 0,-4-2 7 15,-6-3 14-15,-7 0 16 0,-6-3 27 0,-6 1 27 0,-7-1 15 0,-6-2 7 16,-6 0-2-16,-6-2-12 0,-7 1-5 0,-5-1-9 0,-6 3-18 0,-6-1-12 15,-8 2-18-15,-3-1-9 0,-5 1-10 0,-3 0-9 0,-2 1 1 16,-4 1-4-16,-1-2-7 0,-5 2 10 0,-2-2-4 0,-4 0-5 0,-1 1 9 16,-1 0-20-16,-1-3-11 0,-2 1-17 0,-3-1-31 0,-1-1-18 0,0 3-31 15,-4-3-25-15,1 3-12 0,-2-3-6 0,0-2 5 0,3 0 13 16,-2-2 10-16,5-1 38 0,6 0 42 0,6-1 31 0,8-4 38 0,6 1 12 16,9-4-2-16,6-2 25 0,6 0 26 0,8 0 27 0,6 0 30 0,7-1 7 15,6-1 5-15,5-1 10 0,3 0 20 0,5-1 11 0,7 0 1 16,3 1-14-16,5 0-31 0,6-1-18 0,2-1-12 0,8 1 0 0,4-1-9 15,7 0-19-15,7-1-22 0,4 0-20 0,5-1-12 0,5 2-3 16,5-2-6-16,3 1-10 0,6-1 2 0,4 0-9 0,5 0-5 0,2 0 1 16,4 0-11-16,0 1-2 0,3 0 6 0,2 1-2 0,0 1-4 0,0-1-4 15,-1 2-20-15,2 0-15 0,-1 1-9 0,0 0-19 0,-1 1-12 16,-1 1-30-16,-1 0-30 0,1-1-55 0,0 2-80 0,-2 0-118 0,1 0-226 16</inkml:trace>
  <inkml:trace contextRef="#ctx0" brushRef="#br0" timeOffset="105188.72">10073 14007 3147 0,'-5'6'113'16,"3"4"-124"-16,1 6-1 0,6 6 8 0,4 8 8 0,3 9-6 0,1 10-5 15,3 8-9-15,-2 8-7 0,-2 7 0 0,-4 3-12 0,-5 9 2 16,-2 6-7-16,-3 6-6 0,0 4 4 0,-1 4-2 0,-1 0 14 0,-1-3 8 15,0-3 10-15,1-9 11 0,1-6 4 0,2-11 4 0,2-8 11 0,2-6 9 16,2-6 16-16,1-2 11 0,1-4 19 0,1-3 14 0,3-5-11 16,3-4-4-16,2-3-11 0,3-3-4 0,3-3 0 0,4-3-14 0,1-4-19 15,4-1-2-15,0-3-5 0,3-3 4 0,1-2-8 0,3-1-17 0,3-2 4 16,-1-1-17-16,1-1 2 0,1-1 6 0,-2-1-17 0,0 0 18 16,-2 0-10-16,-3 1 3 0,0-1 13 0,-3 0-5 0,1 1 5 0,-4 1-11 15,0 1 4-15,-3 0 3 0,-1-1-7 0,-3 2 2 0,0 0-11 16,-2 0-4-16,-1 0-1 0,0 2-22 0,0 0-24 0,-1 0-14 0,-2 2-32 15,0-2-21-15,-1 1-54 0,-1 1-87 0,-2 1-123 0,0 1-121 0,-2 3-76 16,-1 4-105-16</inkml:trace>
  <inkml:trace contextRef="#ctx0" brushRef="#br0" timeOffset="105755.42">13216 16130 2962 0,'-9'-3'112'15,"1"0"-32"-15,-2-2 12 0,4 0-4 0,1 2-40 0,2 1-57 0,1 1-7 16,0 1-4-16,2 0 13 0,-1 2 7 0,0 2-11 0,-1 1 0 16,0 5-5-16,0 5 4 0,1 4 4 0,1 9 5 0,1 5 10 0,2 9-2 15,2 7-12-15,2 7 16 0,2 9-11 0,2 8 4 0,1 6-4 0,2 9-19 16,3 5 7-16,1 7-16 0,-9-49-2 0,3 14-7 0,1-1-5 15,2 12 8-15,1-2-12 0,2 11 1 0,1-4 2 0,3 7 29 0,-13-46 11 16,3 4 9-16,0-4 1 0,1 2-10 0,-1-2 10 0,-1 1 2 16,1-4 8-16,0 3 2 0,0-4 0 0,0 0 7 0,-3-2-11 0,2 0 1 15,-1-4-5-15,1 0-16 0,-2-3-27 0,0-2-50 0,-1-2-47 0,-2-5-74 16,0-2-78-16,-1-3-98 0,-1-3-87 0,-1-4-42 0,-1-4-184 16</inkml:trace>
  <inkml:trace contextRef="#ctx0" brushRef="#br0" timeOffset="106089.3">13935 17477 1959 0,'11'-3'599'15,"3"0"-482"-15,7-1 34 0,5-3 14 0,9-2-14 0,9-2-67 0,7 0-59 0,10-5-14 16,6 0-13-16,8-3-3 0,6 0-1 0,6-2-1 0,7 0-18 16,4 2-10-16,4-3 0 0,5 1-21 0,3 1 1 0,5-1-5 0,4 2 0 15,3 0 10-15,116-16-3 0,-23 8 26 0,-24 6 2 0,-28 4 16 0,-14 3 17 16,6 0-10-16,3-1 7 0,4 0 10 0,6 2 5 0,2 1 6 15,2-1 11-15,4 0 8 0,2 1 21 0,6 0 11 0,5 4 5 0,3-2-1 16,1 1-13-16,-4 1-7 0,-3 1-12 0,-4 2-5 0,-2-1 2 0,-3 2-4 16,-4 1 3-16,-5 1 7 0,-1 0 3 0,-7 1-8 0,-3 1-3 15,-3 0 3-15,-7 0-5 0,-3 0 7 0,-7 1-16 0,-7 0-9 0,-8 0-13 16,-7-1-3-16,-7 0 14 0,-7 0-18 0,-6 0 0 0,-7-1 0 16,-6-2-14-16,-8-1 18 0,-4 0-14 0,-8 1 2 0,-5-2 10 0,-5 0-12 15,-3-2 16-15,-7-1-4 0,-4 0-24 0,-6-2-10 0,-4 1-19 16,-6-3 0-16,-1-2 5 0,-5-1-12 0,-2-1-9 0,-4-2-8 0,-2 0 9 15,0-2 12-15,-1 0-7 0,0-3-15 0,0-1-17 0,-1-4-20 0,0-3-10 16,-3-5-22-16,1-1-46 0,-1-4-13 0,-2-4-33 0,0-2-32 16,-2-5-27-16,-2-2-48 0,-1-4 7 0,1-2 17 0,-3-3 29 0,1-2-107 15</inkml:trace>
  <inkml:trace contextRef="#ctx0" brushRef="#br0" timeOffset="106188.97">22188 15728 804 0,'-11'-2'435'0,"0"1"-104"16,-6 2-52-16,-1 1-32 0,2 6-36 0,-1 3-44 0,1 5-43 0,-1 6-28 15,-1 6-6-15,1 8-15 0,-1 9-3 0,1 9 2 0,2 10-28 16,0 9-6-16,3 8-14 0,1 12-12 0,1 8 12 0,2 7-12 0,4 9-10 15,1 7-29-15,5 4-53 0,1-61-73 0,2 17-142 0,4 4-205 0,6 23-345 16,-6-53-99-16</inkml:trace>
  <inkml:trace contextRef="#ctx0" brushRef="#br0" timeOffset="106855.37">18287 14321 2535 0,'-10'-9'210'0,"1"-3"-176"0,-1-3 8 0,1 1 3 0,3 3-5 16,1 4-20-16,1 1-21 0,2 2 6 15,-1 2 12-15,1 2 12 0,-1 2 5 0,0 2-20 0,0 1-11 0,-1 1-13 0,0 3-4 0,0 3 11 16,2 4-1-16,-1 3 2 0,1 2-6 0,2 6 3 0,0 2 3 16,2 4 0-16,1 4 2 0,3 3-13 0,1 6-3 0,1 2-7 0,0 3-6 15,1 3-6-15,0 1-18 0,1 4-35 0,-1 1-67 0,1 2-88 0,-1 4-136 16,0 5-160-16,0 8-273 0</inkml:trace>
  <inkml:trace contextRef="#ctx0" brushRef="#br0" timeOffset="107140.14">17838 15199 3065 0,'-18'11'352'0,"2"0"-249"0,-2 2 4 0,5-1 8 0,4-1-16 15,3 1-59-15,3 1-18 0,3 0-16 0,2 3-4 0,1 4 0 0,4 3-10 16,1 5 10-16,2 4-6 0,4 0-2 0,2 3 2 0,4 2-21 16,2-1-10-16,5 1-8 0,0-1-29 0,3 1-29 0,2 1-9 0,2 1-22 15,-1 0 5-15,2-1 0 0,-3 1 6 0,1 0 24 0,-2 0 31 16,0-3 38-16,-4-3 23 0,0-5 10 0,-5-6 17 0,0-3-1 0,-1-5 16 15,-4-3 11-15,2-3-3 0,-2-2 14 0,1-1-14 0,2-4-3 0,2-1 1 16,0-3-16-16,3-1-1 0,3-3-11 0,-2-1-17 0,3-2 5 16,0-4-1-16,2-1-11 0,1-4 4 0,2-1-7 0,1-4-1 0,0-3 3 15,2-1-10-15,-1-3 3 0,0 2 11 0,0 0 1 0,-3 3 9 0,0 0-8 16,-2 2-6-16,-2 0 6 0,0 2 1 0,0 3-10 0,-1 1-20 16,-1 2-36-16,-3 2-73 0,-3 3-145 0,-2 1-255 0,-3 1-206 0,-1 0-208 15</inkml:trace>
  <inkml:trace contextRef="#ctx0" brushRef="#br0" timeOffset="109305.3">28763 9317 1591 0,'-7'-3'156'0,"2"0"-122"16,0 0-38-16,2 1 3 0,2 0 17 0,1 1 14 0,-1 0 4 16,0 0-5-16,-2 0-19 0,0 0-16 0,-1 2-18 0,-3 0-11 0,0 2-2 15,-4 2 0-15,-3 1 11 0,-5 5 8 0,-7 5 5 0,-7 4 8 0,-9 5 3 16,-8 5 0-16,-9 2-2 0,-9 7 0 0,-6 6 3 0,-12 5 5 16,-6 7 6-16,-11 9-2 0,-8 7 2 0,-10 7-9 0,-11 7 1 0,-7 8 3 15,-9 6-3-15,-10 9 10 0,-6 7 1 0,-7 5-1 0,-6 5-7 16,-5 2-3-16,-3 4-1 0,-6 4 4 0,-5 3 3 0,-2 4 5 0,-3-2 10 15,-2 2 4-15,0-1 17 0,-2-1 26 0,-3-1 14 0,1 2 9 0,-2-1 9 16,-1-1-18-16,1 1 2 0,-1 0-13 0,0 0-15 0,-2 3-6 16,0-3-22-16,-2 0-6 0,4-1 1 0,3-3-8 0,7-4-10 0,6-6 3 15,4-8-2-15,7-7 1 0,9-10 1 0,8-13-7 0,12-10-4 16,9-15-17-16,13-14-8 0,10-15-8 0,14-16-25 0,14-15-16 0,11-17-19 16,10-17-29-16,9-18-6 0,10-20 1 0,10-19 4 0,10-17 11 0,11-15 2 15,8-16 7-15,8-11 8 0,7-9 12 0,4-10 27 0,6-7 23 16,4-7 24-16,1-7 17 0,5-7 5 0,1-8 1 0,1-5-19 0,4-3-20 15,3-2-31-15,2 1-43 0,2 6-16 0,1 5-39 0,0 10-43 0,0 9-14 16,-2 12-168-16</inkml:trace>
  <inkml:trace contextRef="#ctx0" brushRef="#br0" timeOffset="109589.35">20712 9676 659 0,'8'-33'375'0,"3"-1"-171"0,4-7-35 16,2 10-15-16,2 4-16 0,4 5-9 0,2 2-13 0,4 2-14 16,2 3-13-16,4 3-8 0,3 3-12 0,5 4 1 0,1 3 2 0,1 4 1 15,3 4 7-15,3 4 0 0,3 4 13 0,3 6-4 0,3 3-11 0,2 5-10 16,7 6-7-16,4 3 0 0,6 5 0 0,7 5-9 0,7 4-13 15,7 4-12-15,10 4-6 0,10 4-1 0,10 5-9 0,11 7-17 0,13 7 12 16,10 11-4-16,13 12-8 0,11 10 17 0,12 11-16 0,9 12-17 16,10 8-12-16,8 11-27 0,6 6-39 0,7 7-6 0,5 5-11 0,2 3 2 15,3-3 30-15,0-3 14 0,-1-6 24 0,-6-5 23 0,-9-9 34 0,-13-9 35 16,-15-13 58-16,-16-10 72 0,-17-13 36 0,-15-10 27 0,-15-7-12 16,-13-8-39-16,-11-3-30 0,-11-5-31 0,-8-3-70 0,-9-5-56 0,-7-4 0 15,-6-2 0-15,-5-3 0 0,-3 1 0 0,-5-1 0 0,-2-1 0 16,-6-3 0-16,-4-3 0 0,-5-3 0 0,-5-7 0 0,-6-3 0 0,-2-4 0 15,-5-4 0-15,-5-2-10 0,-6-7-78 0,-5-2-14 0,-4-5-20 0,-4-4-11 16,-5-3-11-16,-4-3-15 0,-1-3-7 0,-3-2-16 16,-1-1-37-16,-3-3-23 0,-4-4-27 0,-4-4-49 0,-4-6-27 0,-1-9-48 0,-3-8-48 15,-2-11-135-15</inkml:trace>
  <inkml:trace contextRef="#ctx0" brushRef="#br0" timeOffset="110073.04">16937 11353 1198 0,'107'-42'37'0,"16"-8"-2"0,39-13-5 0,0 2 3 0,-5 4-10 0,7 1-11 15,7 3-11-15,6 2-5 0,5 5-3 0,7 2-1 0,6 0 2 0,7 5-5 16,6 1-10-16,8 2-12 0,8 2-19 0,7 1-14 0,9 2-21 15,9 1-21-15,6 2-25 0,10 0-17 0,6 4 9 0,8-1 7 0,10 1-40 16,7 2-35-16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1:30:25.3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13748 5881 509 0,'-7'-23'58'16,"2"0"-48"-16,0-4 5 0,4 6-2 0,5 5-7 0,0 2-5 0,2 1-2 16,1 1 1-16,-1 2-2 0,2 0 1 0,0 2 0 0,1 0-1 15,0 2 2-15,-1 1 0 0,1 1 3 0,-2 1 2 0,1 1-3 0,0-1 0 16,0 0-4-16,0-1 0 0,0 1-1 0,0 1 1 0,0 0 2 0,-1 1 4 16,0-1 4-16,0 1 7 0,1-1 6 0,-1 1 5 0,0-1 7 15,1 1 5-15,-1 1 9 0,1 1 4 0,1 1 1 0,0 0-3 0,0 2-5 16,1-1-4-16,1 2-6 0,0 0-5 0,1 1-5 0,2 1-4 0,1 1-5 15,3 2 2-15,1 0-2 0,3 1 0 0,0 0 2 0,3 2-2 16,0-1-4-16,0 0 0 0,2 3-3 0,0 0-3 0,3 0 2 0,-1 1-3 16,3 0 0-16,-1 0-1 0,2 0 3 0,0-2-1 0,1 2 2 15,0 0-2-15,2 1-1 0,-1-1 1 0,2 1 1 0,2 0-1 0,0-1 0 16,1-2-2-16,2-1 0 0,0-1 2 0,-1-1 0 0,3-2 1 0,-2-1-1 16,3 1 7-16,1-2 3 0,0-2 3 0,2 0 2 0,0 0-6 15,0-2 3-15,1 0-1 0,2-1 4 0,-1-1 0 0,-1 1-1 0,0 0 0 16,-1-1 1-16,-2-1-1 0,1 0 3 0,0 0 2 0,-1-1 0 15,0 0 2-15,0-1-2 0,-2-2-5 0,1 0-1 0,0-1 0 0,-1-1-1 16,1-1 5-16,-1-2-5 0,-1 1-5 0,-1-2 3 0,2-1-5 0,-1 0 1 16,-1-2 5-16,1-1-2 0,-1-3-4 0,0-3-1 0,0-1-1 15,1-1-2-15,0-2 2 0,1 0 1 0,0-4-7 0,0 0 2 0,-1-2-1 16,-4-1-4-16,1-1 5 0,-4 1 2 0,0-2 0 0,-5 0 0 16,-2 0-3-16,-3-1-3 0,-3-1-2 0,-3 0 2 0,-2-2 3 0,-2 0 1 15,-4-2 1-15,-3-2 0 0,-5 0 4 0,-4 0-2 0,-3-1 0 0,-5 1-2 16,-4-1-2-16,-5 0 4 0,-3 1-4 0,-3-1 5 0,-6 0 4 15,-3 1-9-15,-5 2 2 0,-4 0-5 0,-4 2-1 0,-5 0-3 0,-5 0 1 16,-4 0 1-16,-3 1-2 0,-3 4 3 0,-1 1-1 0,-3 1-3 0,-1 2 2 16,-2 2 0-16,-2 1-4 0,-2 4-2 0,-2-1 0 0,-1 3 0 15,-2 3 1-15,0 1-2 0,-3 2 3 0,1 1 0 0,-4 2 3 0,-1 3 3 16,-2 3 1-16,-1 2 2 0,1 0-4 0,-1 3 2 0,3 1 1 0,0 1-2 16,3 2 5-16,2 3 0 0,1 1-1 0,4 2-6 0,2 2-1 15,1 3-2-15,4 1 1 0,2 4 7 0,2 1 4 0,1 2 2 0,4 5-5 16,0 1-2-16,4 6-1 0,2 3-11 0,2 3 3 0,3 3 0 15,2 4-6-15,3 2 11 0,2 3-11 0,1 5-1 0,4 2-17 0,2 3-34 16,3 3-103-16,3 3-72 0,2 6-36 0,4 3-22 0,5 4-7 0,1 5-95 16</inkml:trace>
  <inkml:trace contextRef="#ctx0" brushRef="#br0" timeOffset="2281.54">20297 6084 700 0,'-14'-8'22'0,"2"2"3"0,-2-1-6 0,6 2-4 15,4 4-8-15,3 0-6 0,0 0-11 0,1 1-4 0,1 0 0 16,0 0-1-16,2 1 1 0,1 1 6 0,1 0-1 0,1 1 3 0,1 1 5 15,0 2 1-15,2-1 0 0,0 1 0 0,1 1 0 0,2-1 2 0,0 1 2 16,1-1 0-16,2 0 2 0,2 1 1 0,1-1 3 0,1 0 4 16,2-1 2-16,0 2 5 0,0 0 1 0,2 1 5 0,1 1 3 15,3 0 1-15,1 1 6 0,1-1 3 0,3 2-1 0,0 1 3 0,3 0-5 16,3-1-5-16,1 2-7 0,5-2-5 0,1 1-3 0,1 1-4 0,4-2-2 16,0-1-3-16,2-2 2 0,0-1-2 0,-3-1 3 0,1-1 7 0,0-3 3 15,0-1 8-15,1-3 2 0,-2-3-7 0,-1 0 2 0,-1-2 0 16,-3-1-3-16,1-2 5 0,-2-2-8 0,-2-2-8 0,0 0-1 0,-3-1-2 15,-1-2-1-15,1-1 0 0,-1-2-5 0,-1-1 2 0,-2-2-4 0,1 1 3 16,-4-2-3-16,-1-2-3 0,-2-1 2 0,-1-4-1 0,-4 0 1 16,-2-4 0-16,-2 2 1 0,-4-1 1 0,-2-1 1 0,-2-1 3 0,-2 0 0 15,-3 0 3-15,-2 0 11 0,-3 0 1 0,-3 1 12 0,-1-3 4 16,-4 2-6-16,-1 0-1 0,-3 3-7 0,-1 1-6 0,0 2 1 0,-3-1-10 16,-3 2-8-16,-3 0-8 0,-1 3-10 0,-3-1-5 0,-3 0-37 0,-3-5-9 15,-4 0 5-15,-4-2 11 0,-4 5 33 0,-4 2 14 0,-3 5 14 16,-5 1-3-16,-2 2 6 0,-4 3 2 0,-3 0-13 0,-3 3-2 0,-3 1 1 15,-3 3-2-15,-3 4 4 0,-1 2 9 0,-1 4 6 0,-1 3 3 16,2 2 2-16,1 3-3 0,3 5-3 0,1 2 1 0,2 2-18 0,5 4 0 16,4 3-2-16,6 3 0 0,2 6 3 0,3 3-8 0,4 5-10 0,1 7-15 15,4 4-20-15,3 6-38 0,-1 4-59 0,2 7-87 0,-1 4-77 16,1 9-215-16</inkml:trace>
  <inkml:trace contextRef="#ctx0" brushRef="#br0" timeOffset="6648.52">22691 6307 1 0,'-17'-8'44'0,"-4"1"445"0,-7-2 522 0,1 6-479 15,1-2-577-15,0 2-59 0,4 0-27 0,1 2 14 0,4 0 19 16,4 0-2-16,0 1-22 0,0 1-33 0,1 0-17 0,0 0 5 0,2 0 25 15,1 1 27-15,2-1 25 0,0 1 21 0,2-2 17 0,2 0 16 16,0-2 12-16,1 0 8 0,1 0 5 0,0-1 2 0,1 0-3 0,1 0-7 16,-1 1-13-16,1 2-42 0,1-1-72 0</inkml:trace>
  <inkml:trace contextRef="#ctx0" brushRef="#br0" timeOffset="8215.6">17605 6232 787 0,'-24'-25'226'0,"0"2"-226"0,-3-5 52 0,7 8-2 16,7 7 6-16,3 0-11 0,2 1-10 0,3 2-6 0,2 0-8 0,2 3-8 15,1 0-3-15,2 1-4 0,1 0-4 0,3 1-3 0,2 0-1 16,3 1 1-16,2 1-3 0,2 0 5 0,0 0-4 0,4 0-1 0,0 0 3 15,2 1-3-15,3-1 5 0,1 0 1 0,2 0 2 0,2-2 0 0,1 0 6 16,2 0 2-16,1-1 6 0,3 1 3 0,2-1 1 0,0 0 5 16,2 1 1-16,1 0 5 0,0 0-1 0,3 1 0 0,1 2-7 0,0 0-3 15,1 0 1-15,2 1-3 0,0 2 4 0,-1 0-3 0,0 1-1 0,1 1-1 16,1 1 0-16,-2 1-3 0,0 1-2 0,0 0 0 0,0 0-4 16,1 1 2-16,-1 2-8 0,-1 0-1 0,2 0-2 0,0 2-2 0,1 0-2 15,0 1-1-15,4 2-6 0,2 2-16 0,4 2-53 0,5 3-148 16,4 1-159-16,7 4-371 0</inkml:trace>
  <inkml:trace contextRef="#ctx0" brushRef="#br0" timeOffset="9781.41">23053 6099 805 0,'-22'-12'-54'0,"1"1"71"15,-5 1 1-15,7 5 1 0,7 4-6 0,1 1 0 0,2 1-1 0,1 1-7 0,0 2 0 16,2 0-5-16,0 0-2 0,2 1-1 0,2 0 2 0,0 1 3 16,1 0-5-16,0 0 4 0,0 0-1 0,0-1 1 0,1-1 5 0,0-1 4 15,-1-1 8-15,1-1 17 0,0-1 17 0,-1 1 19 0,1-2 13 16,-1 0 6-16,-1 0-3 0,2-2 4 0,-1 0-4 0,1 0-5 0,0 0-3 16,2-1-3-16,2 1-4 0,2-1-6 0,2 0 0 0,4 0-4 0,4 1-11 15,4 0-2-15,3 1-9 0,5 0-8 0,4 2 0 0,7-1-6 16,5 2-2-16,6 0-13 0,6 1-6 0,6 1-5 0,3 0 1 0,6 1-2 15,2 0-1-15,0 1-1 0,3 1-7 0,0 0 0 0,0 1-14 16,1 0-15-16,2 0-59 0,2 3-124 0,2 1-106 0,0 1-101 0,3 3-81 16,3-1 41-16</inkml:trace>
  <inkml:trace contextRef="#ctx0" brushRef="#br0" timeOffset="77118.94">2946 4613 151 0,'-11'-12'40'0,"0"-4"22"16,-3-2-9-16,3 2-14 0,4 4-7 0,-1 2-3 0,2-1-5 0,0 2-7 15,2 1-5-15,0-1-3 0,1 3-5 0,2 0-1 0,-1 0-3 16,1 3-1-16,0 1-4 0,2 2 0 0,0 1-2 0,0 1 1 0,2 1 2 16,-1 2 0-16,2 2 4 0,0 1 3 0,1 3 5 0,0 2 1 0,1 1-1 15,1 2 2-15,-1 3-3 0,3 0 2 0,0 2-2 0,2-1-3 16,2 0-4-16,-1 2-1 0,2 0 0 0,2 1-2 0,0 1 1 0,2 0-4 15,-2-2-1-15,2-4-4 0,-1-2-5 0,-3-2 0 0,0-3 2 16,-3-3 5-16,0-5 10 0,-2-4 6 0,-1-3 4 0,0-5 2 0,1-3 2 16,-1-3-1-16,0-3 3 0,0-2 5 0,0-3 3 0,-1 0 2 0,-1-2 4 15,-2 1-1-15,0 2-2 0,0-1-1 0,-2-1-3 0,-1 2-6 16,0-2-3-16,0 3-6 0,-2-1-4 0,1 2-1 0,0 2 1 0,0 2 5 16,0 4 4-16,1 3 2 0,0 4 1 0,1 2-5 0,1 3 0 0,1 2-2 15,0 3-3-15,2 1 5 0,1 4-2 0,-1 4 3 0,0 2 4 16,0 5-2-16,-1 4-5 0,1 2-3 0,0 4-10 0,0 0-7 0,2 3-13 15,0 1-25-15,2 1-42 0,1 4-55 0,3-1-19 0,2 1-184 0</inkml:trace>
  <inkml:trace contextRef="#ctx0" brushRef="#br0" timeOffset="77669.6">17660 4357 709 0,'11'-12'98'0,"1"1"20"0,2 1-8 16,-2 9-38-16,-3 5-22 0,3 6-13 0,0 4-4 0,3 6-2 0,0 4-4 16,-1 5-8-16,1 3-6 0,-1 2-8 0,-1 3 2 0,-3 1-10 0,-2 2-6 15,-1-1-7-15,-3 3-9 0,-2 2-13 0,-2-3-11 0,-2-1-14 16,-1-2-13-16,-2-2-5 0,0-3-3 0,-1-2 8 0,0-2 16 0,0-3 16 15,0-4 17-15,2-5 16 0,0-3 11 0,1-5 11 0,1-2 12 0,0-5 12 16,1-1 4-16,0-2 0 0,-1-3-10 0,0 0-16 0,-1-2-19 16,-2-1-18-16,-1-2-15 0,-1 0-24 0,-2-4-21 0,-1-2-30 0,-2 0-15 15,-3 0-73-15,0-1 23 0</inkml:trace>
  <inkml:trace contextRef="#ctx0" brushRef="#br0" timeOffset="94086.4">9918 8858 398 0,'-1'-8'229'0,"4"1"-267"0,4-3 37 0,6 3 20 0,4 3 3 16,1 0-11-16,3 1 1 0,4 1 3 0,1 0 0 0,5 0-4 0,1 1-5 15,3 1 1-15,2-1-4 0,4 0 2 0,3 0-3 0,1 1-1 16,2-1 1-16,0 1 0 0,2 0 1 0,2 0 2 0,2 0-1 0,0 0 4 16,3 1-3-16,0-2 3 0,2 2 3 0,2-1 1 0,0-1 3 15,3 2-1-15,1-1 0 0,-1 0-1 0,2 1-2 0,-1 0-2 0,1 0 1 16,1 0-1-16,2 1 6 0,2-1 1 0,-2 1 1 0,3 0-4 0,-1 1-3 15,-1 1-1-15,0 1-4 0,-1 3 0 0,-1 1 2 0,0 2-1 16,0 2 3-16,-2 1-3 0,1 1-1 0,-1 4 2 0,-1 0-1 0,2 2 5 16,-1 1 4-16,0 0 0 0,-1-1 10 0,2 0 3 0,1-1 3 15,-2-2 4-15,2 0-1 0,-1-1-2 0,0 0-4 0,1-1-5 0,-1-2 0 16,-2-2 2-16,-1-2 0 0,0-1-3 0,1 0-6 0,6-2-8 0,4-3-2 16,2-3-3-16,1-3-2 0,2-2 0 0,0-3 1 0,0-2-4 15,0-2 4-15,0-3-4 0,-1-2 1 0,0-2 4 0,1-1-3 0,0-4-2 16,-1-1 1-16,1-1-2 0,0-3-4 0,-2-1-5 0,0-4-5 0,0 1 5 15,-1-3 1-15,0-1 1 0,-1-2-2 0,1-5-15 0,-2 1-11 16,-4-1-7-16,-1 0 0 0,-3 1 6 0,-3 1 9 0,-2 1 14 0,-5 0 7 16,-3 3 6-16,-4 1 5 0,-5 2-1 0,-4 1 3 0,-3 5 11 0,-4 1 5 15,-3 2 7-15,-5 1 7 0,-3 2 1 0,-5 1 6 0,-4 1 3 16,-2 0 3-16,-3 1-1 0,-2 0-1 0,-1-1-1 0,-3 2-4 0,-2-2-4 16,-2-1-5-16,-1 1-1 0,-2-2-1 0,-2-1-5 0,-3 2-6 15,0-2-9-15,-4 1-8 0,-1-1-6 0,-3 1-2 0,-3 0-4 0,-4 0-1 16,-1-1-2-16,-5 0 3 0,-2 0 5 0,-3-1 5 0,-4 0 6 15,-2 1 1-15,-4 0-1 0,-4 0-1 0,-1-1-3 0,-5 0 4 0,-2-1 7 16,-2 1-1-16,-1 0 1 0,-2 0-11 0,-2 2-12 0,-2-1-12 0,-4 1-6 16,-3 0-8-16,-3-1 5 0,-3 1 5 0,-6 0 10 0,-2 1 3 15,-3 3 6-15,-4 0 1 0,-4 2 1 0,-3 2 2 0,-5 2 0 0,-3 2 1 16,-4 3 4-16,-4 1 1 0,-1 2 3 0,-4 3-1 0,-1 2-8 0,-2 3-4 16,-4 3-9-16,-1 4-2 0,-2 2-7 0,1 5-16 0,1 3-34 15,1 4-43-15,2 3-36 0,-1 4-33 0,3 3-27 0,0 4-119 0</inkml:trace>
  <inkml:trace contextRef="#ctx0" brushRef="#br0" timeOffset="123020.92">2731 8578 408 0,'12'-6'59'16,"5"2"-45"-16,4-1 1 0,2 3 5 0,1 1-2 0,-1-1 7 0,3 2 0 16,1 0-5-16,2-1-6 0,1 2-8 0,2-1-3 0,1 1-1 15,1 1 1-15,1 1 0 0,1 0-2 0,0 2-2 0,1 0 2 16,0-1-1-16,1 2 0 0,0 1 3 0,0 0-2 0,-1 0-1 0,-2 0 5 15,-1 0 4-15,0 1 6 0,0 1 6 0,1-1 2 0,-2 1 5 0,1 1 3 16,1-1 1-16,-2 1 1 0,4-1-2 0,-2-2-5 0,2 0 0 0,0-1-5 16,0 0 0-16,4 0-2 0,-2-1-1 0,2-1 0 0,-1 0-7 15,-1-1 0-15,1 0-1 0,1 0-2 0,-1 0 4 0,0 0 0 0,1 0 0 16,-2-1 1-16,0 1 1 0,2 0 1 0,-2 0-4 0,-1 1 4 0,2-2-1 16,0 1 2-16,1-1 1 0,-1 1 0 0,0 0-6 0,1-1 0 15,-1 1 2-15,1-1 5 0,1-1 0 0,-1 1-1 0,0-2-2 0,0 0-5 16,2 0 4-16,-1-1 1 0,-1 1 2 0,2 0-1 0,0-1-2 15,0 1-1-15,1-2-2 0,0 0-6 0,0 0-2 0,0 0 2 0,3-1-4 16,-1 0-1-16,0 0-2 0,0 0-2 0,1 0-1 0,-1 2 7 0,1-1 0 16,1 1-1-16,1 0 2 0,-1 0-2 0,-1 0 1 0,-1 1-1 15,1 0 1-15,0 0-1 0,-1 1-5 0,-1 1 1 0,-1-1-1 0,3 2 2 16,-2-2 8-16,-1 1-2 0,0 1 2 0,0-1 2 0,0 2-5 0,1-1 6 16,1 1-3-16,-2 0 1 0,1 0 4 0,-1 0-7 0,3-1 5 15,0 1-4-15,-1-1-3 0,1 0 1 0,1 0-1 0,-2-1 6 0,3 1-6 16,-1-2 5-16,1 2-4 0,1 0-2 0,-1-1 4 0,0 1-3 0,0 0-3 15,0 0 0-15,0 1-3 0,-1-1 2 0,1 1 1 0,-2-1 3 16,0 1 4-16,3-1-2 0,-2 1-3 0,2 0-1 0,-1-1 1 0,0 1-4 16,0 0 6-16,0 0-3 0,1-2 0 0,-1 0 0 0,0 0-2 15,2 0 1-15,-2 1 1 0,0-2 0 0,2 1-2 0,-1-1 2 0,2 0 3 16,1 0-2-16,-1 1 7 0,2-2-7 0,0 0 0 0,1-1 4 16,0 0 1-16,0-2 3 0,1 0-3 0,-1 0 4 0,2-2 0 0,0 2-1 15,2-1 0-15,0-1 1 0,-1 0-2 0,1 0 0 0,0-1 3 0,0 0-5 16,1 1-1-16,-1 0 2 0,0 1-9 0,3 0 5 0,-2 0-1 15,2 1-3-15,0 0 1 0,0 1 0 0,0 2-4 0,1-1 3 0,2 0 6 16,-2 1-5-16,3 0 4 0,-1 2-5 0,1-1-3 0,0 2-6 0,1 1-7 16,-1 1-13-16,2 2-24 0,0 1-66 0,0 1-66 0,1 1-69 15,1 2-18-15,1 0 6 0,3 2-122 0</inkml:trace>
  <inkml:trace contextRef="#ctx0" brushRef="#br0" timeOffset="-194718.84">4630 8540 120 0,'-6'5'39'0,"2"1"-31"0,-2 2-5 0,3-3 0 0,1-1 3 15,1-3 4-15,1 0 3 0,0-1 0 0,1-1-1 0,0 0-7 16,1 1-3-16,-1 0-3 0,2 1 2 0,0 0-1 0,-1 1 2 0,0 2 4 15,-2-1 5-15,1 2 11 0,-1 0 7 0,0 1 8 0,-1 2 8 16,-2 1 0-16,1 0 1 0,-2 3-2 0,1-1-8 0,-1 1-3 0,1 1 0 16,1 0-4-16,-1 1-4 0,1-1-3 0,1 2-2 0,2-1-4 0,0-1 1 15,2-1-3-15,1 0-2 0,3 0 0 0,1-1-3 0,2-1 0 16,1-1 0-16,1-3 2 0,0 0 1 0,3-2 0 0,1-1 2 0,2-2 6 16,1-2 7-16,4-1 4 0,1-1 2 0,1-2 0 0,5 0-5 0,-1-1-2 15,3 0-3-15,0-1-1 0,2 1 7 0,-1 0 1 0,3-1 5 16,2 0 0-16,-1 1 3 0,4 0-2 0,-1 2-1 0,2-1-5 0,3 0-6 15,-1 1 0-15,0 0-4 0,2 2-2 0,1 0-4 0,1 0-10 16,2 2 1-16,0-1-3 0,2 0 1 0,0 2 5 0,1 0-4 0,3 1 0 16,0 0-1-16,1 1 1 0,3 0-2 0,-2 0 2 0,2 0-8 0,0 1-2 15,1-1 3-15,1 0-3 0,0-1 9 0,3 1-2 0,1 0-2 16,-2 0 1-16,3-1 2 0,0 0-1 0,1 0 3 0,2-1-3 0,0 1-1 16,0 0 3-16,3-1-1 0,0 1 4 0,-2 0 4 0,3 1 2 15,0 1 2-15,0-1-5 0,0 2 4 0,0-1 0 0,0 0 4 0,3 1 7 16,0 1-1-16,-1-2-4 0,2 2-5 0,-1 1-4 0,-1-2-2 0,2 0 3 15,0 0-2-15,3-1-2 0,-1 0 0 0,2-1 1 0,2-1 1 0,-1 1 5 16,1-1 6-16,0 0 0 0,2 0-4 0,1-1 2 0,-1-1-6 16,2 1 0-16,-1 0 1 0,1-1-4 0,0 0 1 0,0 1-5 0,1-1-1 15,-1 1 0-15,1 1 1 0,0-2-1 0,0 2 0 0,1-1-1 0,2 1-3 16,-2 0 2-16,3 0 0 0,-1-1-2 0,2 1-1 0,-2 1-3 16,2-1 0-16,-1 2 8 0,2 0 5 0,-1 0 1 0,2 0 1 0,0 0-12 15,-2-1-5-15,0 0 4 0,1 1-5 0,1-1 8 0,0 0 0 16,2-2-1-16,0 1 0 0,0-1-5 0,0 0 5 0,1 0 1 0,1-2 3 15,1 1 1-15,0 0-5 0,-1-1 4 0,0 1-6 0,0-1 0 0,0 1 2 16,0 0-3-16,0 1 1 0,-1 1-2 0,-2 0 0 0,-1 0-3 16,-1 2-6-16,-1 0-4 0,2 1-41 0,-3 0-91 0,0 0-123 0,-5 1-165 15,1 1-288-15</inkml:trace>
  <inkml:trace contextRef="#ctx0" brushRef="#br0" timeOffset="173724.88">4708 8245 400 0,'-19'-18'5'0,"-3"0"29"0,-3-7 7 16,1 3 4-16,5 4-3 0,0-1 0 0,2 0 1 0,1 1-6 16,1-1-7-16,0 1-2 0,1 1-5 0,-1 2-4 0,2 0 0 0,-1-1-3 15,0 1 1-15,2 1-2 0,0 0-1 0,4 0 0 0,-1 0 2 0,1 0 1 16,1-1-3-16,1 2 0 0,1 1 0 0,1 2-4 0,1 2-2 15,2-1-1-15,0 0-4 0,3 1 0 0,0 0 1 0,2-1 0 0,2 2 2 16,1-2-1-16,3 2-2 0,2-2 4 0,3-1-3 0,3-1 3 0,1 0 0 16,0-1 0-16,0 1 2 0,2-1 1 0,-2 1 0 0,2-1 0 15,2 0-5-15,0 2 2 0,2-3-1 0,3 0 5 0,-1 0 2 0,3-1 2 16,3 2 5-16,2-3 0 0,7 0 1 0,1-1-4 0,5 0 0 0,2 0-3 16,4-1-1-16,0 0 6 0,3 1-4 0,4-1 2 0,1 1 2 15,3 2 1-15,3 1 0 0,-2 2 0 0,2 2-5 0,0 1-1 0,0 2-3 16,0 2 3-16,2 1 4 0,1 1 1 0,-1 2 1 0,0 1-2 0,2 2-3 15,0 1-7-15,2 2-4 0,-1 2-3 0,-1 1 2 0,2 2-2 16,-1 2 2-16,1 0-1 0,0 4-1 0,-3 1-2 0,1-1 1 0,-1 4 1 16,-3 1-4-16,-2 1 7 0,-1 1-6 0,-2 2-2 0,-2-1 5 15,-1 1-1-15,-2 2 5 0,-2 0-4 0,-1 1-3 0,-3 0 1 0,-3 0-2 16,0 1 6-16,-3-1-1 0,-1 3-3 0,-1-2 2 0,-1 0-3 0,-1-1 0 16,-1 0 7-16,-2-1 0 0,-2 1 2 0,-2 0 1 0,0 0-3 15,-3-1 0-15,-1 1-2 0,-5-2-7 0,0 1 1 0,-3 0 5 0,-4-1 5 16,-2 2 3-16,-3 0 3 0,-4 1-4 0,-4-1-6 0,-4 1-1 0,-4-2-1 15,-4 3 0-15,-6-1 4 0,-6 2 3 0,-4-3-3 0,-8 0 4 16,-6-1-3-16,-9-1-1 0,-6 0-2 0,-8-1-8 0,-7-1 0 0,-7-1-1 16,-4-1-5-16,-7 0-7 0,-4-4 9 0,-6 0 1 0,-4-1 9 0,-5-3 12 15,-2-1-7-15,-1 0 1 0,0 0 6 0,-2-2-3 0,0-1-1 16,-1-1 5-16,0-1-5 0,-1 0-2 0,3-2 6 0,3-1 1 0,3 0 0 16,3-2-2-16,5 0-7 0,4-1-7 0,4-1 2 0,4 2-2 15,4-1-8-15,8-1-12 0,7 0-37 0,8-1-49 0,8-1-27 0,7 0-18 16,9 0-2-16,7-1 1 0,10 0-26 0,8-1-59 0,5 0-168 0</inkml:trace>
  <inkml:trace contextRef="#ctx0" brushRef="#br0" timeOffset="177358.03">13713 10209 890 0,'7'-9'206'0,"1"0"-141"16,4-1-36-16,0 2-13 0,1 1-9 0,3 3-17 0,3-1-17 0,1 1-6 16,4 3-2-16,3 0 9 0,0 2 6 0,2 1 3 0,1 1 8 15,1 0 5-15,0 1 7 0,2-1 7 0,0 2 7 0,1 0 3 0,2-1 3 16,-1 0 0-16,2 0-1 0,0 0 0 0,3 0-2 0,2 2-4 0,0-1-1 15,2 1 3-15,1-1 0 0,1 0 4 0,1 0 5 0,1 0-10 16,3 1 7-16,1-1-3 0,1 0-2 0,2 0 6 0,0-1-2 0,2 0 2 16,0-1-2-16,0 1-4 0,1-1-5 0,-1-1 4 0,0 0 1 0,2 0 8 15,-2 0 8-15,1 0-2 0,1 0-6 0,-1 0-6 0,0-1-5 16,0 1-1-16,0-1-1 0,1 0-2 0,-3 0-3 0,0-1-2 0,1 0-2 16,-2-1-4-16,-1 0 3 0,-1 0 0 0,-1-1 1 0,-1-1 6 0,-3-2 2 15,-2 0 2-15,-1-2 5 0,-3 0 8 0,-2-2-1 0,-2-1 5 16,0-1-4-16,-4-1-6 0,1-1-3 0,-2-2-3 0,1-1-4 0,-2 1-14 15,-1-3-1-15,-1 0-6 0,-1-1-6 0,-1-3 5 0,-1-1-5 16,-2-1 4-16,-1 0 5 0,-3-1 6 0,0 2 7 0,-2-1-1 0,-2 1-8 16,-3 0 2-16,-2 0 0 0,-2 1 0 0,-1-2 9 0,-1-1-7 0,-1 1-9 15,-4 1-1-15,0 1 0 0,-3 0 1 0,-2 0-1 0,-2 0-1 16,-3-1-4-16,-3-2 2 0,-2 1 2 0,-3-3 5 0,-3 1-1 0,-2-1 1 16,-4 1 4-16,-1-2-3 0,-5 1 10 0,-1-3-6 0,-2 0 2 0,-2 0-3 15,-1 1 1-15,-1 2 3 0,-1-1 1 0,-2 2 1 0,2-2-4 16,-2 3-2-16,-3-2 1 0,-1 1-2 0,-3 0-2 0,-2 0 2 0,-4 3-1 15,0-2-2-15,-2 2 1 0,-1-1-1 0,-3 0 0 0,-3 1 2 16,-3 0-8-16,-4 0 7 0,-4 3-5 0,-5 0-1 0,-4 0 6 0,-3 1-9 16,-4-2 7-16,-3 1-1 0,-1 1 4 0,-4-2 3 0,0 1 2 0,0 0-2 15,-1 1 2-15,4 0-1 0,0 2-4 0,2 1 0 0,1 1 2 16,1 1-2-16,1 2-1 0,-1 0-1 0,1 1-5 0,1 1-1 0,-2 2 0 16,1 0 3-16,-4 2 2 0,0 1-2 0,-5 0 2 0,0-1-4 15,-1 3-3-15,-4 0 3 0,0 0 3 0,-6 1-2 0,-2-1 3 0,-5 0-4 16,-1 1-4-16,0 0 5 0,1 0 1 0,-2-1 2 0,-1 1 3 0,-2 0 4 15,-2-1-2-15,-1 1 3 0,-2-1 4 0,1 0-5 0,1 0 1 0,2-1 5 16,3 0-4-16,1 0 5 0,0 0-5 0,3 1 0 0,3-1 6 16,4 1-3-16,3 1 2 0,5 0-3 0,0 1-6 0,0 0 2 0,0 0 0 15,-1 1-2-15,1-1-1 0,2 1 1 0,0-1-1 0,2 1 2 16,0-1-1-16,-1 0 0 0,2-1 3 0,-1 0 0 0,3-1 3 0,-4-2-1 16,2 0-1-16,0 0 3 0,-1 0-5 0,2-2 1 0,0 0 1 0,0 1 3 15,0 0-1-15,1 0-2 0,-2 1 3 0,1 0-2 0,-3 0 2 16,4 1 2-16,-2 0-2 0,2-1-3 0,2 2 1 0,-2 0 2 0,3-1 1 15,-3 2 0-15,2-1-3 0,-2 2-3 0,1-1-6 0,1 2 3 0,1 2 1 16,1 1 1-16,2 0 2 0,2 2-2 0,-1 0-3 0,1 2 4 16,-1 2-2-16,0 1 0 0,4 1 7 0,1 0-4 0,2 1 4 0,3 1-2 15,-1 1-8-15,0 1 3 0,0 2-1 0,1 0-2 0,-1 3 10 16,-1 2-4-16,3-1 4 0,0 3-3 0,1-2-7 0,1 1 2 0,0-1-2 16,2 0 0-16,1 2 2 0,0 0 8 0,2-1 0 0,2 2 1 0,2-1 6 15,3 2-10-15,-1 0-3 0,4-1 2 0,2 1-3 0,2-2 10 16,2 3 4-16,1-1-5 0,2 1 10 0,1 1-12 0,2-2 0 0,2 2 4 15,1-2-8-15,5 0 1 0,3 0-3 0,4 2-1 0,1-2 3 16,2-1-1-16,0 0 0 0,3-3 0 0,2 2-1 0,3-1-1 0,1-1 2 16,3 2-4-16,3-1-1 0,1 1 5 0,3 0-2 0,2-2-3 15,2 0-4-15,2 0-3 0,2-2 3 0,3 2 11 0,1-1 6 0,3-1 0 16,1 0 0-16,2-1-10 0,3-2 0 0,1 0 0 0,2-2-3 0,3-1 2 16,0-1-5-16,3-1 5 0,1 0 2 0,3 0-1 0,1-1 3 15,1-1-5-15,0 0 0 0,0 1 2 0,3-1 1 0,0 0 3 0,3 0-2 16,2-1-1-16,1 0-1 0,0-1-4 0,1 1 2 0,1-1 1 0,3-1 2 15,0 0 1-15,3 0-1 0,0-1 2 0,2 0-1 0,1 1 6 16,0-1-1-16,2 0-1 0,-1 0 1 0,3-1 0 0,1 0-4 0,3 0 1 16,1-2 2-16,2 2-2 0,4-3 2 0,2 2-3 0,1 0 1 0,0 1 4 15,3-1-1-15,1 0 3 0,2 0-7 0,3 0-3 0,1 1 4 16,1 0-2-16,3 0 6 0,-1 1 6 0,1 0-7 0,1 0 3 0,0 3-7 16,3-1-3-16,-2 0-1 0,1 0 1 0,2-1 3 0,0 1 0 0,2 1 2 15,-1-2-9-15,0 3 1 0,2-1-1 0,-3-1-4 0,5 0 8 16,-2-1 3-16,3 0-7 0,1-1-1 0,1-1 0 0,2 0-1 0,0-1-3 15,1-1 2-15,-1 0-2 0,-3-2 5 0,2 0 2 0,-4 0 1 16,3-1 4-16,-1-2 0 0,3 0 7 0,0-2 1 0,-1 0-3 0,0 0-4 16,-3 0-1-16,0 1 3 0,1-2-6 0,0 0 1 0,0 1 2 0,1 0-4 15,-1 1 7-15,0 0 1 0,0 1-1 0,0-1 0 0,1 0-3 16,-1-1 0-16,3 0-2 0,-2 2 2 0,-3 0-1 0,-4 2-2 0,-3 2-2 16,-2 2 1-16,1 1-1 0,1 1-1 0,-1 1-7 0,-3 1-3 0,2 1-6 15,-2 0-19-15,1 2-7 0,3 3-32 0,1 1-38 0,3 2-58 16,2 5-83-16,2 1-54 0,3 2-46 0,7 4-247 0</inkml:trace>
  <inkml:trace contextRef="#ctx0" brushRef="#br0" timeOffset="64029.33">4676 11217 80 0,'-3'-6'101'0,"0"-1"-7"0,0 0-23 15,1 0-10-15,2-1-9 0,-1 2-4 0,1-1-4 0,1 0-5 0,-1 1-4 16,0-1-1-16,1 1-5 0,1 0-2 0,0 1-3 0,1-1-3 16,1 1-2-16,0 0 1 0,0 0-4 0,0 1-1 0,-1 1 0 0,1 1 2 15,1 0-3-15,-2 0 6 0,2 1 4 0,0 0-4 0,0 1 6 16,0 0-4-16,-2 0-4 0,1 1 0 0,0-1-2 0,1 2-3 0,0 0 2 16,1 0 0-16,-1 1-3 0,0 1 4 0,1 0-4 0,-1 0 0 0,2 1-2 15,0-1 0-15,-1 1-1 0,3 0 1 0,-1 0 3 0,1 0 2 16,-1 1-1-16,1-1 4 0,1 1 0 0,-1 1 5 0,2-1 2 0,1 1 5 15,0 0 1-15,2-1-6 0,-1 1 2 0,0 1-6 0,2 0-5 16,0 0 7-16,-1 0-7 0,1 0 12 0,1 1 3 0,-1 0-4 0,0-1 5 16,0 1-5-16,2 0 5 0,0 0-4 0,-1 0-2 0,1-1-3 0,-2 0-2 15,1-1 1-15,-1 2 4 0,1-1-5 0,2 0-5 0,0-2 0 16,0 2-6-16,3-2 0 0,0 2 5 0,0 0-5 0,0 0 1 0,1-1 1 16,1 1-4-16,1 0 4 0,0-1-1 0,2 1-7 0,0 0 0 15,2-2 0-15,1 0-4 0,0 1 6 0,1 0-1 0,1 1-2 0,1 0 3 16,-2-1-1-16,2 0 4 0,1 0-7 0,2 0 3 0,2-1 2 0,0 1-5 15,3 0 7-15,-1-1-1 0,2 0-5 0,0-2 6 0,1 0-1 0,2-1 4 16,2-1-4-16,2 0-1 0,-1-1 0 0,1 0 2 0,0 0 5 16,1 0 2-16,1-1 0 0,1 0 3 0,0 1-3 0,1-1 0 0,1 0 3 15,-1 0-1-15,4-1-5 0,2-1 2 0,1 0-3 0,2 0 0 16,0-1-3-16,2 0 0 0,0-2-4 0,1 1 1 0,2-2-2 0,0 1-1 16,-1 0-3-16,1 0-1 0,-1 1 4 0,-1 0-2 0,-2 0 1 0,-2 1-1 15,0-1 4-15,-1 0-4 0,-2-1 5 0,0 0 6 0,0 1 1 16,-2-1 8-16,1-1-1 0,-1 0 1 0,1-1 1 0,-1-1-2 0,-2 1-3 15,3-3-1-15,0 0 0 0,-2-1-12 0,1-1 3 0,-3-1-3 0,0 3 3 16,1-2 16-16,-4 0 3 0,-2-2-4 0,-1-1-4 0,-3 1-5 16,-2-2-1-16,-2 1 0 0,-2-1 2 0,-2 1 6 0,-1-2-4 0,-3-1 7 15,-3 3-7-15,-4-2-1 0,0 1 5 0,-3-2 0 0,-1 0 1 16,-1-2-6-16,-1-2-5 0,-3 0 7 0,-1-3 2 0,-1 0-2 0,-3-1 1 16,-1-1-6-16,-2 2 0 0,-3-3 1 0,0 0-4 0,-3-2-2 0,-2 0-9 15,-2-2-5-15,-4 1 9 0,0-2-9 0,-5-1 12 0,-2 0-8 16,-3-2-9-16,-2 1 0 0,-3-1-7 0,-3 1 8 0,-2-2 2 0,-4-1 2 15,-2 1 6-15,-5 0 1 0,-2 1-4 0,-1 2 4 0,-4 1 0 16,1-1 2-16,-3 3-17 0,-2-2-5 0,-2 4 6 0,-4-1 1 0,-2 3 15 16,-1 1 4-16,-1 1-12 0,-3 2-1 0,-2 1-3 0,-3 4 0 0,-4 2-3 15,-1 2-4-15,-3 3 4 0,0 3 0 0,-2 1-2 0,-6 2 2 16,-1 2-5-16,-3 3 5 0,-4 2 4 0,0 2 5 0,-3 3 9 0,3 1-3 16,-3 3-1-16,2 3-1 0,1 1-1 0,2 2 9 0,3 1 7 0,3 2 1 15,1 3 0-15,3 1-3 0,4 2-11 0,6 2 13 0,3 1 1 16,6 0-4-16,5 2 3 0,6-1-9 0,6 1 1 0,6-2-5 0,3 1-2 15,6-1-7-15,5 2-3 0,4-2 0 0,6 0 4 0,4-1-1 0,4-1 2 16,3 0-10-16,4-1 9 0,3 1-3 0,3-1 4 0,2 1 5 16,3-1-3-16,1 0 5 0,2-2-12 0,-1-2 5 0,5 0 3 0,2-1-4 15,-1 2 11-15,4 0 0 0,2-2-4 0,1 1 6 0,2-1 1 0,3-3 2 16,2 2 1-16,2-1-2 0,3-1 1 0,2 1-2 0,2 0-3 16,2 1 0-16,3-1 1 0,2 1-1 15,5-1 2-15,3-2-4 0,3 1-1 0,3-1 1 0,3-2-1 0,2 0 3 0,4 0-5 0,1 0 2 0,2-2-1 16,-1 2-9-16,1 0 0 0,2 0 1 0,-2 0 0 0,2 0 7 15,-1 0 2-15,0 1-5 0,-1-1 1 0,0-1 0 0,1 0-9 0,1-1 1 16,-1-1 3-16,3-1 2 0,4-1 17 0,1 1 1 0,5-2 4 16,-1-1-1-16,0 0-9 0,-1-2-2 0,2 0-3 0,-1-2-1 0,2 1 8 15,1-2-6-15,-3 1-1 0,1-1 3 0,0 1 3 0,-1 0-1 16,2 0 3-16,-3 0-2 0,3 1-1 0,-3-1-5 0,2 2 0 0,-3 0-2 16,2 0 0-16,-2 0 8 0,1 0-1 0,1 0-2 0,-1 0-8 0,1-1-6 15,-2 1 1-15,0-1 1 0,0 0 9 0,1 0 1 0,0-1 2 16,1 1-12-16,-2-3-5 0,-1 2 6 0,1-2-9 0,-4-1 18 0,0 1-1 15,-2 0-2-15,0 1 5 0,0-1-9 0,0 1 1 0,-3 0-2 0,-1 0 5 16,0 0-3-16,-2 0 9 0,0 0-2 0,0-1-11 0,-1 0 4 16,-2 1-8-16,1-1 3 0,-2 1 8 0,0-1 0 0,-1 0 0 0,-1 0-3 15,0-1 3-15,-1 0-2 0,0 0 5 0,-1 0-3 0,0 0 4 0,0-2-1 16,0 0 0-16,1-1 2 0,0 1 1 0,1-2-1 0,1 0 1 16,-1-1-1-16,1 0-1 0,-1-1 1 0,0-1-2 0,3 0 11 0,1-1-3 15,2-1 0-15,0 2-5 0,-3-2-1 0,-1 2 6 0,0-1-1 16,-3 0 0-16,0 0 6 0,0 1-4 0,-1-1-4 0,3 0-1 0,2 1 0 15,-1 0 3-15,-2 1-1 0,-2 0 1 0,-1 1-3 0,0 0-2 0,3 0 1 16,2 0-1-16,2 1-5 0,-1-1 1 0,-3 1 1 0,0 0-2 16,3-1 2-16,0 0-7 0,5 0 5 0,1 0 1 0,1-2 1 0,-1 1 3 15,-1-1-1-15,-2 0-4 0,2 1-9 0,-2 1 2 0,1-2 0 0,-1 1 2 16,-1 1 9-16,1-1-10 0,0 2 5 0,-2-1-5 0,4 1 5 16,-2 1-1-16,1 0-1 0,-2 1 1 0,1 0 5 0,2 0 6 0,-1 1-7 15,0 0 1-15,1 2-6 0,-1-1 3 0,0 1 1 0,-1-1 3 0,1 1 1 16,-1 1-7-16,1 0 4 0,0 0 0 0,-2 0 0 0,0 0 3 15,-4 0 7-15,1 0 0 0,1 1-3 0,0-1 0 0,2 1-11 0,-1 0 2 16,0 1-2-16,2 0 6 0,-1-1-4 0,0 1 3 0,1 0 2 0,1-2-8 16,2 2 3-16,1-1-2 0,-2-1 4 0,-1 0 1 0,-1 0 1 15,-1 0 5-15,-2 0-4 0,0-1-3 0,0 0 5 0,1-1-4 0,-1-1 1 16,1 0 4-16,0-1-8 0,-2-1-1 0,-2 0 2 0,-2-1 3 16,-1-1 5-16,-1 0-2 0,0-1-4 0,-2 0 1 0,0 0-4 0,-2-3 5 15,-2 0 1-15,-2-1-12 0,-1 0 6 0,-1-1-3 0,-2-1 1 0,-2 0 11 16,-1-1 3-16,-3 0 10 0,-2-1-6 0,-1-2 1 0,-4-1-9 15,-2-2-5-15,-1-1 3 0,-4-1-3 0,0-2 6 0,-5-2-5 0,0 2-1 16,-5-3 5-16,-2 1-5 0,-2-1 1 0,-4-4 1 0,0 0-1 16,-3-3-4-16,-2 0 5 0,-3-1-17 0,-3 1 3 0,-2-1-9 0,-3-1-8 15,-3 1-2-15,-1-1-1 0,-5 0 5 0,-3-1 1 0,-4 0 9 0,-3-2-4 16,-2 1 4-16,-4 1 2 0,-4-1 7 0,-5 2-9 16,-5-4 5-16,-5 0 0 0,-7-1-3 0,-4-2 3 0,-3 4 1 0,-5 0-1 0,-4 0 4 15,-2 0-2-15,-6-1-17 0,-5 1 16 0,-4 0-1 0,-5 1 4 16,-4 2 12-16,-3 1-14 0,-2 2 5 0,0 1-5 0,0 3 4 0,-1 1 1 15,0 3-6-15,-3 1 9 0,-5 0-2 0,-1 3-4 0,-4-1 5 0,-2 3-4 16,-2 2 6-16,-2 4-2 0,0 0-2 0,1 1 4 0,-1 2 1 16,2 1 4-16,-4 2 0 0,3 1-5 0,-1 1 4 0,-1 2-9 0,-1 3 1 15,-4 2 2-15,-1 3-1 0,-2 2 6 0,-1 3-4 0,-2 1 5 0,-4 3-6 16,0 4 1-16,0 3 4 0,1 0-1 0,2 3-2 0,1-1 1 16,3 1 0-16,1 3-1 0,2-1 7 0,2 4-6 0,1 1-1 0,2 2 1 15,2 2-11-15,1 0 9 0,2 1 1 0,5 0-5 0,2 1 10 0,5 3-13 16,4-1 6-16,6 1-3 0,4 1-7 0,6-1 3 0,3-1-5 15,4 0 2-15,3 0-2 0,5 1-14 0,2 3-3 0,3 0-21 0,1 3-21 16,1 1-36-16,1 3-41 0,1 2-27 0,2 4-37 0,1 2-62 16,0 3-131-16,2 2-194 0,-1 7-80 0</inkml:trace>
  <inkml:trace contextRef="#ctx0" brushRef="#br0" timeOffset="-95701.16">1667 11090 634 0,'-4'6'8'0,"2"-1"-1"0,0 1-1 0,0 2 0 0,1 1 2 0,0 0 4 16,2 1 2-16,2-3 3 0,1 1-4 0,1-1-1 0,0 0-2 0,0-1 2 15,2-1 0-15,1-1 4 0,1-1-16 0,0 0-1 0,1-2 2 16,2-2 3-16,10-4 15 0,-1-2-2 0,-1-4-1 0,-3 0-3 0,0-2 2 16,1 0 2-16,0-1-3 0,0-3 2 0,-1-1-5 0,0 1 1 0,-3 0 3 15,3 1-1-15,1 3 6 0,-3 3 6 0,1 0 3 0,-2 3 2 16,-1 3 2-16,0 1 0 0,1 1 2 0,0 3 8 0,-1-1 5 0,1 4 5 15,-3 0 1-15,1 3-1 0,2 3-4 0,1 0-4 0,1 4-8 0,-1 0-14 16,2 3 1-16,1-1-2 0,1 1-2 0,2 0 4 0,1-3-6 16,0-1-3-16,2-2-2 0,1-1-4 0,1-1-5 0,1-1-4 0,1-2 3 15,3-2-1-15,1-2 9 0,3-2-1 0,0-2-3 0,2-1 2 16,0-1-6-16,2-2 1 0,0 0 1 0,-2-1-1 0,0 1-1 0,-2 1-2 16,-2 1-1-16,0 0 4 0,-2 2 0 0,0 1-3 0,-2 2 5 0,0 0-4 15,-3 3 5-15,0 0 5 0,-2 3 1 0,1 1 7 0,-1 2 7 16,-1 3 5-16,2 0 5 0,-1 2 5 0,-1 2-4 0,1 0-1 0,-1 1-6 15,3 2-7-15,1 0-3 0,2-2-2 0,1 1-6 0,0-1-5 16,2-3-3-16,1-2-4 0,1-2 2 0,4-1 2 0,0-2 2 0,2 0-3 16,0-2 5-16,0-2-4 0,0-1-2 0,-1-2 3 0,-1 0-6 0,2 0 7 15,-3-1-4-15,3 1 0 0,-1-1 1 0,-2 0-5 0,-1 1 5 16,-1 1 1-16,-1 0 5 0,1 2 4 0,-1-1-4 0,0 2 4 0,-1 1-1 16,0 0 4-16,-1 1 4 0,0 0 3 0,0 1 2 0,1 0 4 0,2-1-4 15,-1 1-4-15,2 0-5 0,1 0-5 0,2 0 6 0,0 0-1 16,-1-1 1-16,3 0-6 0,0-2-4 0,0-1 0 0,4-1-3 0,1-2 0 15,0-2-4-15,2 0-2 0,0-2 2 0,1 0 3 0,0-1 0 0,1-2 3 16,1 0-7-16,-2 0 0 0,2 0-2 0,-4 0 2 0,0-1 3 16,0 0-7-16,0 2 4 0,0-1-2 0,-1 2 2 0,-2 0 5 0,0 1-4 15,-1 0-1-15,1 0 4 0,1 1-3 0,1 0 4 0,0 0 1 16,-2 0 2-16,2 1 2 0,2 0 1 0,0-1-6 0,2 1-8 0,-1 1 5 16,2-1-7-16,2 1 6 0,0-1 6 0,3 1-6 0,1-1 3 15,2 1-3-15,2-1-1 0,-1-1 7 0,2-2-10 0,4 1 3 0,0-2-9 16,-1 0 6-16,0-1 2 0,0-1-7 0,0 1 4 0,1-1-5 0,0 0 2 15,-1 0 7-15,-1 0-1 0,1 1 4 0,-1 0 0 0,-2-1-3 0,-1 0 6 16,1 0-1-16,-2 0-6 0,1 0 9 0,0 0-3 0,-1 0-7 16,2 1 8-16,-1 1-2 0,2-1-1 0,-2 2 2 0,1 1-2 0,2 0-3 15,0 3 2-15,3-1-4 0,1 1 2 0,0 0 0 0,1 1 3 0,0 1 4 16,0 1-7-16,0 1 5 0,2 0-7 0,-1 1 0 0,-1 1 4 16,0 1-8-16,1 1 4 0,0 1 4 0,0 0-4 0,1-1 0 0,-2 0-3 15,1 0-3-15,2 1-1 0,1 1 10 0,2 0 9 0,-2-1-5 16,1-1 0-16,1 0-4 0,-1 0-4 0,0 0 6 0,2 0-3 0,-2 0 4 15,2-2-1-15,0 1-5 0,0-1 1 0,-1 1-3 0,0 0 3 0,-1 0-4 16,1 1 11-16,-2-1-1 0,3 1 5 0,0-2 3 0,0 1-18 16,0-1 3-16,2 0-1 0,0-1-2 0,0 0 12 0,1-1 3 0,0 1-4 15,1 0-1-15,-2 1-8 0,1 0 3 0,1 0-4 0,1 0 4 16,0 0 9-16,1 1-4 0,0 1 4 0,1-1 1 0,0 1-6 0,-2-1-6 16,1 1 0-16,-2 0-1 0,-1-1 8 0,1 2-3 0,0 0 1 0,3 0 2 15,-2 1 1-15,2-2 6 0,-2-1-2 0,-1 0-2 0,1-3-1 16,-1 2-4-16,1 0 7 0,1-1-5 0,0 0 2 0,0 0 4 0,0-1-1 15,2 0 4-15,2 0-2 0,0-2-1 0,-1 1 1 0,-2 0-3 0,0 0-4 16,-2 1 2-16,1-1-2 0,1-1 0 0,2 1 3 0,2-1 1 16,-2 0 3-16,1 0 0 0,1 0 3 0,0 1-5 0,2-1-1 0,-3 0-2 15,-1-1-2-15,1 0 2 0,3 1 0 0,2-2 0 0,2 0 3 0,-1 1-3 16,-2-1-4-16,-3-1-1 0,2 1-5 0,-1-2 8 0,-2-1-2 16,0-1-1-16,-2 1 5 0,1-1-7 0,3 0 5 0,1 0-1 0,2-2-3 15,-1 0 1-15,1 0 0 0,-3 0-2 0,1-1 2 0,0-1-2 16,3 0 1-16,0 0 3 0,2 0-2 0,-2-1 5 0,2-1 1 0,-1-1-1 15,2 1 0-15,2-1-1 0,-2 1-1 0,2 1 5 0,-4 0 1 16,0 2-6-16,-2-1-5 0,1 1 2 0,2 1 1 0,-1-1 1 0,-2 2 0 16,0 2-4-16,-1-2 3 0,0 0 1 0,1 1 1 0,2-1-2 0,-2 1 5 15,0 0-7-15,-2-1 5 0,-1 1 1 0,-2 0-7 0,-1 0 2 16,0 1-2-16,-2-1 0 0,-1 1 1 0,-2 0 3 0,-3 1 1 0,1 0-1 16,-2 0-1-16,1 1 1 0,-2-1-4 0,-2 2 5 0,-1 0-3 0,-2 1 0 15,-2 1 1-15,0 0-3 0,-1-1 2 0,0 2-4 0,0 0 4 16,-3 0 3-16,-2 0 6 0,-1 0 0 0,-2 0-2 0,-1-1-2 0,-2 0-7 15,-1 0 2-15,-1-1 0 0,-1 0-4 0,-1 0 6 0,-1 0-3 0,-1-1-1 16,-1-1 9-16,1 0-1 0,-3-1-1 0,-1 0-4 0,-2 0 1 16,-1 0 3-16,-4-1-3 0,-2-1 7 0,0 0-4 0,-1 0 0 0,-1-1 6 15,-1-1-7-15,-1 0 1 0,-4-1 2 0,0-2 0 0,-3 0 8 0,0-2-1 16,-3 0-7-16,1-2 10 0,-3-2-3 0,-1-2-12 0,0-3 5 16,-2-2 2-16,-1-4 2 0,-1-1 10 0,-2-3 1 0,-3-2-11 0,-1-5 6 15,-2-2-6-15,-1-3-7 0,-1-5 1 0,0-5-3 0,-1-4 0 0,1-3 5 16,-1-3-12-16,0-2 6 0,1-3 9 0,-1-1-10 0,0-2 9 15,2-1-15-15,0-2-1 0,0 0 5 0,1-2 0 0,-1 0-14 0,0 0 9 16,0 1 3-16,0 1-2 0,-1 2 17 0,0 1-13 0,-1-1 0 16,-1 3-4-16,-1 0-20 0,-1 2-29 0,-2 4-12 0,-3 0-23 0,-3 4-25 15,-3 3-33-15,-5 4-76 0,-6 2-103 0,-7-1-157 0,-8 2-188 0,-14-1-363 16</inkml:trace>
  <inkml:trace contextRef="#ctx0" brushRef="#br0" timeOffset="-183867.78">4241 15056 848 0,'-22'-4'214'0,"0"2"-118"16,-3-2-15-16,5 4-16 0,6 0-14 0,1 0-10 0,2 1-16 15,1 0-15-15,1 0-22 0,0 1-16 0,1 2-19 0,1 1-19 0,-1 1-24 16,2 0-26-16,2 0-21 0,0 1-12 0,1 0 6 0,0 0 15 0,1-1 23 15,2 1 12-15,0-2-46 0,1 1-20 0</inkml:trace>
  <inkml:trace contextRef="#ctx0" brushRef="#br0" timeOffset="-182700.91">4427 14944 785 0,'-6'-2'72'0,"3"1"6"0,-1 1-15 15,6 1-10-15,3 1 0 0,2 0 8 0,4 0 9 0,1 0 7 0,2 0 0 16,4-1 2-16,3 1-3 0,5-1-6 0,3 0-6 0,5 0 5 15,1 0 5-15,3 0 5 0,4 1 4 0,2 0-4 0,3-1-9 0,4 0-5 16,2 0-4-16,2-1-4 0,3 0-3 0,0 1-8 0,3 0-4 0,1 1 1 16,0-1 4-16,4 0-1 0,1 1-3 0,0 1-4 0,3 0-8 15,1 2-4-15,0 0 0 0,3 1-3 0,0 2 1 0,0 1 7 0,1 2 1 16,2 1 4-16,3-1-5 0,-2 1 4 0,3 2 2 0,-1-1-7 16,0 2 2-16,0-1 1 0,2 2-6 0,-1 2-5 0,1-2-7 0,2 0-9 15,-2 1 12-15,2-1 1 0,0 2-2 0,-2-2 1 0,3-1-13 0,-3-1-5 16,2-2 1-16,-2-1-2 0,-1 0 6 0,2 0 4 0,-2-2-2 15,0-1-3-15,1-2 8 0,-2 0-4 0,-1-3 10 0,-1 0-4 0,-2-2-2 16,0-1 8-16,-3-1-2 0,0-1 6 0,-1-2-5 0,-2-1 3 0,-2-3-1 16,-1-2 4-16,-2-1-4 0,-1-3 0 0,1 0 6 0,0-4-9 15,0-2 2-15,0 0-14 0,1-4 9 0,-1-2-11 0,1-2-3 0,1-2 8 16,-3-1-9-16,-1-2 11 0,0 1-8 0,-2-2-1 0,-2 1-6 16,-1-1 3-16,-4-4 7 0,-2 1-3 0,-4-1-10 0,-4 1 3 0,-4 0-3 15,-4-1 6-15,-2 0 7 0,-4-3-20 0,-2 4 19 0,-3-2 1 0,-5-1-5 16,-1 2 17-16,-4-2-13 0,-4 0-4 0,-3 2 0 0,-4-2-4 15,-3-1 0-15,-5 1 4 0,-4-1-4 0,-4 1-2 0,-6 2-1 0,-5 0-3 16,-5-1 8-16,-8 0-15 0,-7 1-2 0,-7 0 15 0,-9 2-4 16,-7-1 17-16,-7 3-3 0,-7 0-14 0,-3 3 3 0,-5 1 1 0,-4 2-4 15,-3 0 12-15,-3 2-4 0,-2 0 3 0,-3 2 5 0,1 3-8 0,-1 2 1 16,-3 2 1-16,1 4-4 0,-3 1 2 0,-2 3 2 0,-1 4-8 16,-3 2 2-16,-1 3 4 0,-1 2-4 0,-2 1 6 0,0 3 0 0,0 1 0 15,0 3 1-15,0 0 7 0,0 4-4 0,1 2-1 0,2 4-3 0,0 1-4 16,4 3 4-16,2 2 0 0,1 0 1 0,5 1-1 0,1 1 2 15,5 3-2-15,2 0 4 0,4 3-1 0,2 1-1 0,3 1-19 0,3 4 14 16,5-1 3-16,4 3 0 0,3 2 15 0,2-1-13 0,4 1-12 0,5 1 6 16,4 1 2-16,5-1 0 0,2 1 4 0,5-1-10 0,5-2 4 15,3 0 2-15,7-1-17 0,5-3 5 0,3-2 12 0,3-1-8 0,4-3 16 16,3 0 1-16,4-4-11 0,3 0-3 0,3-3 4 0,2-1-4 0,0-3-1 16,3 0 13-16,1-3-7 0,2-1 2 0,0-3-2 0,0-2-8 15,0-1 6-15,0-2 10 0,1-2-4 0,-1-1-2 0,0-2 3 0,1 1 1 16,2-2 2-16,-1 0 0 0,0-2-3 0,2 0-5 0,0-1 4 0,3-1-6 15,1 0 0-15,3-2 4 0,0 0-8 0,4 0-4 0,1-1-7 16,0-1-20-16,3-1-17 0,-1 0-40 0,2 0-43 0,3 0-71 0,0-1-77 16,3-1-80-16,3-1-145 0,0-2-112 0,5-2 3 0,-1-3-106 15</inkml:trace>
  <inkml:trace contextRef="#ctx0" brushRef="#br0" timeOffset="-182084.51">4331 16425 2236 0,'-38'-11'219'0,"0"-1"-52"16,-5-1-60-16,10 0-12 0,10 0-30 0,3-1-4 0,2-1-1 0,3 0-19 15,1-2 6-15,3 0-17 0,1 2-15 0,1-2 8 0,3 1-14 16,1-1-4-16,1 1-7 0,3-2 2 0,2 1 0 0,3-2-5 16,3 0-2-16,2-3-3 0,4 0 1 0,2-1 9 0,2 0 0 0,3 0-9 15,3-2 4-15,3 0 0 0,6-1 1 0,2-2 8 0,7 1-27 0,1-3 11 16,5 0 13-16,3-1-2 0,5-1 18 0,5-2-5 0,2 1-12 0,4-2 0 16,5 3 0-16,2 1 4 0,4-2-1 0,5 3 3 0,2-2-6 15,4 4 1-15,2-1 6 0,3 3-1 0,2 4-6 0,3 1-2 0,2 3-3 16,2 2-2-16,3 0 10 0,4 2-3 0,2 1-2 0,2 2-3 0,1 2 2 15,3 1-3-15,-1 1 6 0,3 2 2 0,0 1 0 0,-1 1 0 16,3 3-6-16,-4 1 2 0,3 2-1 0,1 1-1 0,-2 1 1 0,1 3-2 16,-3 1 8-16,-2 2-3 0,-1 2 5 0,-2 1-1 0,-3 1-4 0,-1 1 9 15,-4 0-1-15,-3 3-1 0,0 1-1 0,-5 0-3 0,-1 5 1 16,-6 0 6-16,-1 0 4 0,-4 2 0 0,-1-1 8 0,-1 2 4 0,-5 0-6 16,-2 4 3-16,-3 0 0 0,-5 2-8 0,-3 1-4 0,-3 2 12 15,-5-2-1-15,-4 0-6 0,-3 2 12 0,-5-1-23 0,-2 0 6 0,-5-1 4 16,-4 2-24-16,-5 1-1 0,-3 0 1 0,-5 3-2 0,-4-2 17 0,-4 0-15 15,-5 2-2-15,-5 0 7 0,-5 0-5 0,-5 0-6 0,-6-1 8 16,-4-1-7-16,-3 1 19 0,-6-1 13 0,-4-2-7 0,-5 1 2 0,-5-1-6 16,-6 0-3-16,-4 1-1 0,-6-2 3 0,-4-2 5 0,-5-3 11 15,-4 1-6-15,-3-3 5 0,-6 1 1 0,-3-2-2 0,-6 0 1 0,-2-3-4 16,-2 0-4-16,46-13 24 0,-13 3 3 0,-2-2 1 0,-12 4-4 0,-2-2-24 16,-12 2 10-16,-3-2-8 0,-14 2 3 0,-1 0-5 0,-3-3-1 15,-1-4 5-15,0 0 3 0,-1-3 13 0,-1-1 4 0,-1-2 8 0,0-4-7 16,1-1 18-16,1-3-38 0,2-2-18 0,-1-3 0 0,2-1 0 15,2-2 0-15,1-4 0 0,-10-4 0 0,-71-15 0 0,28-1 0 0,27 3 0 16,40 7 0-16,-2 0 0 0,4-2 0 0,1 0 0 0,2 0 0 0,3-3 0 16,-1 0-129-16,1-3-201 0,0-7-310 0,-6-5-548 0,-8-10-90 15</inkml:trace>
  <inkml:trace contextRef="#ctx0" brushRef="#br0" timeOffset="-68326.9">6684 15186 1475 0,'-10'-6'282'0,"0"0"-115"0,0 1-67 0,4 3-42 0,3 0 1 0,1 2-3 16,2 0-17-16,1 0-8 0,0 2-13 0,1 0-3 0,2 0 3 0,1 2 1 15,2 1-1-15,2 1 13 0,1 2-2 0,3 0-6 0,3 0-1 16,2 0-16-16,2 0 2 0,4 0-5 0,1-2-5 0,3-1 2 0,2-1-3 16,2-1 0-16,2 0-2 0,2-1-4 0,1-2 0 0,0 1 4 0,2-1 0 15,1 0 4-15,2 1 2 0,0-1-1 0,-1 1 4 0,0 1-1 16,0 0 4-16,0 0 12 0,3 2-2 0,0 0 6 0,-1 1 3 0,2 1 5 15,1 0 11-15,-1 1-1 0,2 1 0 0,0 1-1 0,4 0-2 0,-1 1 3 16,3-1-1-16,0 0-6 0,1-2-2 0,3 1-10 0,0 0 1 16,3-1-6-16,-1 0-1 0,1-1-3 0,2-2-9 0,-1 1 6 0,0-1-3 15,0-1 0-15,-2 0 1 0,1 0-4 0,1-2-2 0,-2 1 1 0,2-1 4 16,-2-1-4-16,0-1 4 0,1 1 4 0,-1-1-1 0,1-1-3 16,-4 2-3-16,0-3 4 0,-2 0-11 0,0 1 8 0,-1-2 0 0,0-1-1 15,-1-1 12-15,-2 0-4 0,2 0-2 0,-3-1 3 0,-1-2-5 0,-2 0 3 16,0 0 0-16,-4 0-8 0,0-2 1 0,0-1 5 0,-1 0-17 15,-3-1 10-15,0-2 4 0,-4 0-6 0,-1-1 16 0,0 0-8 0,-5-3-15 16,0-1 7-16,-2 0 15 0,-3-1-5 0,1-2 10 0,-3 1 0 16,0-4-8-16,-3-1 3 0,-2 0 4 0,-3-1-4 0,-2 0-8 0,-1-2 4 15,-2 0-4-15,-1-3 8 0,-2-1-1 0,-2-1-3 0,-1-1 0 0,-3 0-1 16,-1 0-1-16,-2 0 0 0,-1-2 0 0,-2 1-20 0,-1 0 18 16,-1 0-1-16,-1 1 3 0,-2-1 13 0,-2 1-18 0,-3 1 2 0,-1-1 1 15,0 1-1-15,-2-1-1 0,-2 0 1 0,1 0 1 0,-4-1 1 16,0 2-6-16,-3 0-2 0,-2 2-4 0,-2-1 0 0,-1 0-2 0,-3 1 6 15,-3 1 6-15,-2 1 2 0,-3-2-1 0,-2 2-7 0,-2-1-4 0,-5 1-5 16,-4 0 1-16,0 3 1 0,-2-2-2 0,-2 4 5 0,-1-3 6 16,-3 1 3-16,1 0 3 0,-1-1-6 0,-1 3-6 0,-1-1 0 0,-1 2 2 15,0-1 1-15,-1 1 1 0,1 1-2 0,-3 1-4 0,0 3-12 0,0 1-1 16,-2 2-1-16,-1 2 11 0,1 3 12 0,-2 2 5 0,-1 3 1 16,1 1-13-16,-3 2 1 0,1 2 4 0,-2 2 1 0,-3 2-2 0,1 3-2 15,-4 1 1-15,-1 2-18 0,1 1 6 0,-2 2 1 0,1 3 15 16,-1 3 16-16,0 1 1 0,3 1 2 0,-2 4-20 0,2 2-6 0,0 2 8 15,1 3-2-15,3 0-2 0,-2 4 1 0,3 0 1 0,2 2-2 16,1 2 0-16,5-3 6 0,2 0-4 0,4-1 3 0,5 1-1 0,5 1-6 16,3 0-11-16,4 2 0 0,2-2 15 0,4 1 2 0,6 0 11 0,4 0 1 15,4 1-14-15,3 2-2 0,3 1-4 0,5 4-1 0,2 0-1 0,4 2 6 16,3 2 4-16,2 1-10 0,4 2 5 0,3 0-16 0,2 0 13 16,3 1 13-16,3-3-7 0,4 0 15 0,3-1-12 0,2-4-8 0,3-1 5 15,3-2 1-15,2-4 1 0,3-3-2 0,4-1 0 0,3-4-4 0,0 0 4 16,2-4 5-16,1 0-5 0,2-3 4 0,1-3-16 0,1-2 1 15,0-3 3-15,1-3 10 0,1-2 20 0,-3-1-9 0,2-2 8 0,-2-1-10 16,3-2-15-16,0-3 23 0,-1-1-14 0,0 0 2 0,-1-2 5 0,-1-1-12 16,1 0 9-16,0-1-2 0,0 0-16 0,-1 0-3 0,1-1 3 15,-1 2-1-15,-1-1 12 0,0 1-2 0,-3 1 2 0,-2 0-2 0,0 1-1 16,-2 1 3-16,0-1-6 0,-4 2 6 0,-1 0 2 0,-3 0-4 16,-1 1 0-16,-3 1-2 0,0 0 3 0,-3 1 18 0,0-1 0 0,-3 1 0 15,-1-1 0-15,0 1-13 0,-2-1-4 0,-2 0 1 0,-1-1 3 0,-1 1-2 16,-1-1-6-16,-1-1 7 0,0 1-5 0,-3-1-7 0,-1 1 8 15,-1-2-10-15,0 1 9 0,0-1 9 0,-1 0-5 0,1 0 4 0,-2 0-1 16,0 0-3-16,0 0 6 0,-1 0-3 0,1 0-3 0,-1 0 6 16,1 0-4-16,0 0 3 0,-1-1-1 0,0 1-2 0,0 0 0 0,1-1-4 15,-1 1-2-15,0-1-1 0,-1-1 7 0,0 1 4 0,-1 0-14 0,0 0 8 16,-1 1 6-16,0-1-14 0,0 1 10 0,0-1-4 0,0 1-14 16,-1-2 14-16,-1 2 4 0,1 0-6 0,0-1 0 0,1 1-2 0,0 0-4 15,1-1 2-15,-2 1 0 0,0 0 4 0,0 1 2 0,-2-1-4 0,1 0 2 16,0 0-2-16,1 0-2 0,0 0 0 0,0 1-8 0,0 0 8 15,1-1-4-15,-2 0-2 0,1-1 8 0,0 1-16 0,0 0 3 0,-2-1 1 16,2 0-17-16,-1 0-8 0,1-1-15 0,0 1-17 0,-1-1-9 16,2 0-32-16,0 0-26 0,0-2-22 0,1 1-57 0,1-2-48 0,0 0-80 15,2-2-95-15,2-1-85 0,3-2-25 0,3-2-130 0</inkml:trace>
  <inkml:trace contextRef="#ctx0" brushRef="#br0" timeOffset="-67427.89">6559 16391 2306 0,'-23'-10'276'16,"-3"-1"-142"-16,-4-3-66 0,5 2-49 0,5 2-14 0,5 1 4 0,0-1-12 15,2 1 5-15,1-1 6 0,2-1 0 0,-2 0-1 0,0 1-7 0,-1-1 7 16,0 1-2-16,1-1 5 0,0 2-2 0,1-1 1 0,-1 3 11 16,0-3 7-16,1 1 13 0,-1-1 0 0,-1 0 18 0,0 1 3 0,1 0 16 15,1-3 11-15,-1 0-18 0,1-2 12 0,1 1-19 0,-2 1-4 0,2-1 10 16,1 0-16-16,0-1-9 0,1 0-6 0,2 1-7 0,-1 1 6 16,1-1 2-16,2-1-16 0,2 0-2 0,1-2-13 0,0 0 8 0,0 1 6 15,2 0-18-15,2-2 7 0,1 0-3 0,3-1-16 0,0 1 8 0,2 0 0 16,1 0 2-16,0 1 18 0,4 1-2 0,0-1-20 0,2 1 0 15,1-1 4-15,2 3-4 0,3-1 4 0,2 1 0 0,1-1 2 0,4 1-4 16,1-1 2-16,2-1 0 0,5 1-4 0,0 1 6 0,4 0-2 0,2-1-4 16,1-1 0-16,2 2 2 0,2-1 2 0,1 0 2 0,3-1-10 15,-1 0 10-15,3 3-10 0,-1-1 2 0,2 2 8 0,4 0-10 0,0 2 8 16,0 0-2-16,1 2-6 0,-1 0 8 0,1 1 0 0,0 2-4 0,1 1-4 16,1 2 0-16,-2 0 0 0,1 1 6 0,1 1 8 0,-1 1-6 15,1 2-4-15,-1 0 4 0,0 0-4 0,-1 2-6 0,3-2 12 0,1 4-4 16,-1-1-2-16,0 1 4 0,2 0-6 0,-1 1 2 0,0 2 0 15,-1 1-2-15,0 1 2 0,-1 0-4 0,0 1 8 0,-1 0 0 0,-2 0-10 16,-2 1 8-16,0 1-4 0,-1 1 2 0,0 0 2 0,-3 2 0 16,-2 2-5-16,0-1 5 0,-1 2-10 0,0 1 0 0,0 0 6 0,-3 2-16 15,-2 0 7-15,0 2 3 0,0 1 2 0,0 2 24 0,-1 1-1 0,-2 2-7 16,-1-2-14-16,-4 1 0 0,-2 0 6 0,-2 3-4 0,-1 1 14 16,-2 0-12-16,-2 0 8 0,-2-2-16 0,-3 3-7 0,-3-1 13 0,0 3-8 15,-3 0 18-15,-1 0 0 0,-4 2-14 0,-2-1 14 0,-3 0-2 0,-3 1-8 16,-3 0 2-16,-1 0-8 0,-4 2 4 0,-3-2 14 0,-2 0-8 15,-2-1 0-15,-4-4 6 0,-3 1-8 0,-1-1 26 0,-1 1-9 0,-4-1-5 16,-1-3-2-16,12-16-6 0,-4 4 2 0,-1-2-2 0,-2 4 10 0,-3-2 1 16,-4 5-13-16,0-2 12 0,-7 3-4 0,0-1 0 0,-3-1 4 15,-3-3-14-15,-2 0 16 0,-2-3 0 0,-4 1 4 0,-3-2 10 0,-1-3-26 16,-4 0-2-16,-3-2 0 0,-4 0 0 0,-3-3 0 0,-3-1 0 0,-4-3 0 16,-1-1 0-16,-4-2 0 0,-4-2 0 0,-1-1 0 0,-2-3 0 15,-2-1 0-15,0-2 0 0,-1 0 0 0,0-3 0 0,0-1 0 0,3-2 0 16,-1-2 0-16,2 0 0 0,2-3 0 0,1-1 0 0,1 0 0 15,3 0 0-15,0-3 0 0,1 0 0 0,4 1 0 0,3-3 0 0,2 0 0 16,-53-22 0-16,25 3 0 0,20 6 0 0,18 5 0 0,9 2 0 0,0 1 0 16,1-4 0-16,0 2 0 0,4-4 0 0,2 1 0 0,1-2 0 15,0-5-8-15,2-1-141 0,0-3-48 0,4-3-90 0,3-2-155 0,4-5-346 16,2-9-183-16,6-10 18 0</inkml:trace>
  <inkml:trace contextRef="#ctx0" brushRef="#br0" timeOffset="-64227.29">11051 14628 1685 0,'-1'-2'83'16,"0"0"-5"-16,0 0-18 0,1-1-11 0,2-1-15 0,0 0-18 0,3-1-11 0,-1 1-7 16,1 0 1-16,-1 0-3 0,0-1 4 0,-2 1 0 0,2-1-3 15,-2 1-1-15,1-1 2 0,0 1-2 0,-1 0 7 0,0 1 2 0,0-2 5 16,-1 2 0-16,0-2-6 0,0 1 0 0,0 1 3 0,0 0 5 0,0 2 2 15,1-1 9-15,-1 2 10 0,0 1 11 0,0 1 16 0,0 2 12 16,0 0 6-16,1 2-11 0,1 0-3 0,-1 0-17 0,2 3-14 0,0 1 6 16,0 0-4-16,0 1-3 0,1 1-1 0,-1-1-8 0,1 1-7 0,0 0 1 15,0 1-1-15,0 1 8 0,2-1 0 0,-1 1 0 0,0-1-2 16,1 0-4-16,-1-2-1 0,0-2 0 0,0 2-9 0,0-2-3 0,1 1-3 16,-1-2-4-16,1 0 6 0,0 0-6 0,0-1 4 0,-1 0-6 15,-3 0-1-15,1 0 5 0,-1 1-10 0,0-1 0 0,-2 0 7 0,1-1-14 16,-2 0-3-16,0-2-14 0,0 0-14 0,-2 0-23 0,0-2-27 0,0 0-43 15,-1-1-55-15,0-1-39 0,1 0-41 0,-2-2-37 0,0-1-18 16,1-1-8-16,-1-1 30 0,1 0-90 0</inkml:trace>
  <inkml:trace contextRef="#ctx0" brushRef="#br0" timeOffset="-64011.15">11155 14418 1166 0,'-9'-2'289'0,"-1"2"-77"0,-2-1-10 0,2 1-16 16,1 1-19-16,3 0-15 0,0 0-21 0,2 1-14 0,0 0-25 0,1 1-18 16,1 0-11-16,0 0-11 0,1 1-5 0,0 1-6 0,1-1-15 0,0 1-11 15,0 0 2-15,-1 1-8 0,0-1-4 0,1 0-3 0,-1 0-7 16,0-1-6-16,0 0-2 0,0-1-11 0,0 1-4 0,1 0-9 0,0 0-9 16,-1-1-13-16,1 0-22 0,0 1-29 0,1 1-39 0,-1 1-50 0,2 0-39 15,0 1-19-15,1 0-25 0,3 1-3 0,-1 0 13 0,1-1 2 16,1 2 30-16,1 0-126 0</inkml:trace>
  <inkml:trace contextRef="#ctx0" brushRef="#br0" timeOffset="-63744.05">11353 14498 708 0,'-3'2'582'0,"1"1"-420"0,-2 1-7 15,0 0-19-15,0 0-10 0,2 2-6 0,0 1-19 0,1 1 0 16,-1 2 2-16,1-1-10 0,0 1-16 0,-1 2-13 0,0 2-2 0,-1 1-8 16,1 2-5-16,0-1-13 0,0 4-17 0,1 0-4 0,1 2-3 0,-1 1-4 15,2 1 0-15,0 1-1 0,1 2 1 0,2 2-5 0,-1 3-4 16,2 0-6-16,0 1 7 0,1-2-5 0,2 2 3 0,-1-1 9 0,1-1-9 16,0 1 6-16,-2-1-4 0,1-1-10 0,1-3 6 0,1 0 8 15,-1-1-1-15,2-4 5 0,1-1-1 0,-2-4-7 0,3-3-3 0,0-1-6 16,-1-3-11-16,1-1-11 0,-1-3-11 0,-2-3-28 0,0-1-44 0,-1-2-72 15,-4-2-83-15,-1-2-91 0,-2-3-152 0,-1-3-234 0</inkml:trace>
  <inkml:trace contextRef="#ctx0" brushRef="#br0" timeOffset="-63444.52">11384 14628 1049 0,'1'-1'240'0,"1"0"-26"0,2-1 6 15,2 1 0-15,2 0-21 0,1-2-25 0,3-1-18 0,1 0-28 16,3-1-16-16,3-1-16 0,2 0-20 0,-1 0-10 0,2 0-16 0,-1 0-2 16,2 2-9-16,1-2-9 0,-1 2-2 0,-1 0-12 0,2 0-7 15,-2 0 1-15,1 1 3 0,-2 1-8 0,1 1 0 0,0 0 2 0,-4 1-5 16,1 0 2-16,-3 1-4 0,-1 0 0 0,-4 2 0 0,0 0 1 0,-4 2 1 16,-2 0-4-16,-2 0 2 0,-2 0-16 0,-1 3-1 0,-3 0-3 15,-2 1 5-15,-2 1 15 0,-3 1 0 0,0 0-4 0,-3 2-1 0,-1 0-4 16,-2 0 0-16,0 2-3 0,-2-2 2 0,-1 3-4 0,0-1 5 0,1 1-3 15,0-2-2-15,-1 1-3 0,3-1 1 0,-1 0-2 0,1-2-3 16,2 0-15-16,2-1-19 0,0-1-22 0,2 0-23 0,0-2-23 0,2-1-27 16,1 0-32-16,2-1-29 0,2 0-24 0,1-2-9 0,0 1-4 0,2-2-3 15,1-1-8-15,1-1 12 0,1-1-93 0</inkml:trace>
  <inkml:trace contextRef="#ctx0" brushRef="#br0" timeOffset="-63010.46">11950 14455 1248 0,'-7'0'266'0,"-2"2"-88"0,-2 1-5 0,4 2-21 15,0 1-24-15,1 1-23 0,0 2-13 0,1 2-13 0,0 0-8 16,0 3-8-16,2 0-15 0,1 1-15 0,0-1-20 0,2 1-5 0,0-1 2 16,2-1 0-16,1 1 3 0,2-3-5 0,2 1-10 0,1-1-3 15,0-2-3-15,2-1-3 0,-1-1-5 0,2-3-2 0,2 1-3 0,2-3-1 16,-1 0-2-16,0-2 0 0,0-1 7 0,-1-2 1 0,0-1 10 0,-1 0 6 15,-1-3-2-15,1-1-1 0,-2-2 6 0,0 0-1 0,-1-1 4 16,-2 0-3-16,0 1 0 0,-2 0 7 0,0-1 7 0,0 3 18 0,-3 0 0 16,0 0 0-16,-1 2 3 0,-1 0-12 0,0 0 3 0,-1 3 1 0,1 1-4 15,0 2 0-15,-1 1-2 0,1 2-4 0,-1 1-3 0,0 2-2 16,1 0-12-16,1 4-8 0,2 2 0 0,0 3 3 0,2 2 7 0,-1 2 0 16,1 2-1-16,0 2-11 0,1 2-5 0,-1 2-3 0,0-1-3 0,1 2-4 15,0-3 4-15,0 2-5 0,2-1-9 0,0-2-2 0,0 0-8 16,1-3-5-16,-2-1-6 0,0-1-15 0,-2-1-3 0,0-1-1 0,-2-1 11 15,-2-1 15-15,-1-2-3 0,-2 0-17 0,-1-2-20 0,-3 0-7 0,-2-1 9 16,0-1 15-16,-3-3 1 0,-2-1 3 0,0-1-3 0,-1-2 7 16,0-2 14-16,-2-3 17 0,0-1 20 0,1-2 24 0,1 0 35 0,2-3 29 15,1-1 27-15,1-2 18 0,2-2 9 0,-1 1-1 0,4-1-10 16,-1-1-23-16,2 1-27 0,1 0-29 0,2 1-17 0,2-1-10 0,1 2-4 16,1 0-5-16,2 2-3 0,1 3-9 0,-1-1-8 0,3 0-4 0,1 2-24 15,1 0-34-15,0 0-70 0,1 1-64 0,1 0-66 0,2 0-84 16,1-1-83-16,1 1-226 0</inkml:trace>
  <inkml:trace contextRef="#ctx0" brushRef="#br0" timeOffset="-62476.25">12457 14443 197 0,'2'-2'122'0,"1"1"18"0,0 0-3 0,-1-1-9 15,0-1 0-15,0 0-7 0,-2-1-3 0,0 1-7 0,0 0-8 0,0 0-14 16,-1 0-9-16,0 0-6 0,-1-1-1 0,0 0 0 0,0 0 6 16,0 0-3-16,0 1-1 0,1-2 6 0,-1 2 4 0,0-1 5 0,0 1-2 15,0 0-4-15,-1 0-3 0,1-1 0 0,0 2 0 0,0 0 2 16,1 0-11-16,0 0-3 0,0 1-9 0,1 0-8 0,0 1 6 0,0 0-10 15,1 1 1-15,-1 0-4 0,1 2-5 0,-1-1 1 0,2 2-7 0,0 2-13 16,1 1 1-16,1 3-17 0,0 2 2 0,1 1-1 0,0 3-6 16,1 0 10-16,-1 2-4 0,2 3-3 0,0-1-3 0,-1 3-9 0,1 0 4 15,-1-1 10-15,0 1-5 0,2 0 9 16,-1-1-7-16,-1-1-13 0,2-2 6 0,-1-1 3 0,0-2 2 0,-1-1-7 0,1-3 5 0,0-2-7 16,0 0 0-16,-1-2 15 0,0-1-12 0,-1 0 1 0,0-2-1 0,0-2 1 15,-2 0 7-15,0-2-2 0,0-1 5 0,0-1-5 0,0-2 0 16,0-1 9-16,0-2 2 0,0 0 0 0,1-2 3 0,-1 0-1 0,-1-1-2 15,1-1 1-15,0 0 12 0,-1-2 3 0,-1-2 4 0,1 1-1 16,1-1 5-16,-1 0 0 0,0 0 0 0,0 0-3 0,1 1-4 0,0 2 1 16,1 0-14-16,-1 2-10 0,2 1-1 0,-2 1-4 0,2 1 15 0,0 3 5 15,0 0 6-15,0 2-14 0,-1 0 7 0,1 2-6 0,-2 0-16 16,3 2 10-16,-1 0-13 0,1 2 12 0,0 0-2 0,0 1 15 0,0 1-5 16,1 1 1-16,1 1-1 0,-1 0-14 0,0 0-2 0,0 1-2 0,-1-1-2 15,1 0 2-15,0 0 8 0,0 0-6 0,0-1 4 0,0 1-13 16,0-2-3-16,0 0 3 0,0 0-18 0,0-2 8 0,0 1-20 0,-1-1-10 15,1 1-26-15,-1 1-12 0,0-1 0 0,0 0-14 0,-1 1-11 0,1-2-40 16,-1 0-58-16,0 0-70 0,0 0-79 0,0-1-85 0,0 0-121 16,0-1-280-16</inkml:trace>
  <inkml:trace contextRef="#ctx0" brushRef="#br0" timeOffset="-62076.75">13180 13966 1813 0,'0'-10'151'0,"0"2"0"0,-1-1 32 16,0 5-31-16,0 3-18 0,0 4-25 0,0 1-23 0,0 3 13 0,-1 2-10 15,0 3-7-15,-1 4-3 0,0 2-22 0,0 3-10 0,0 3-1 16,-1 2-10-16,0 1-7 0,1 1 1 0,-1 0-10 0,3 3 0 0,-1-1-12 16,0 1-3-16,-1-1 4 0,1-1-5 0,1-1-2 0,0-1-2 0,0-2-4 15,1 1 2-15,1-1 1 0,-1-3-5 0,1 0-7 0,1-2 1 16,-1 0-1-16,1-3-16 0,0-2 3 0,0-2-1 0,1 0 8 0,0-1 10 15,1-2-4-15,1-1 6 0,0-2-4 0,1-3 2 0,1-1 2 0,0-1-12 16,-1-2 10-16,2-1 2 0,0-2-2 0,1-1 11 0,2-2-4 16,0 0 0-16,1-2 8 0,1-2-1 0,0 1-5 0,0-2 9 0,1 2 12 15,-1-1 9-15,1 1 4 0,2-1-7 0,-1 1-9 0,0 2-5 0,-1 1 0 16,-1 2 3-16,-1 1 4 0,-2 3-4 0,-3 1-3 0,-1 3 5 16,-3 2 3-16,-1 1 3 0,-2 2-8 0,0 1-8 0,-3 1-7 0,-2 1 14 15,-1 3 4-15,-3 1 3 0,-2 0 3 0,-1 0-20 0,-2 1 7 0,-1 1-3 16,-3 0-9-16,-1-1 6 0,0 2-12 0,-3 0 2 0,-1-2 4 15,-2 2-5-15,-2 1 5 0,-1-2-8 0,0 2 1 0,1 1 5 0,-2-2-2 16,2 1-5-16,-2-1-6 0,2-2-17 0,1-2-9 0,0-1-7 16,3 1-21-16,1-2-14 0,1-2-24 0,2 0-43 0,1-1-60 0,2-1-70 15,1 0-83-15,2-2-112 0,1-1-128 0,2-2-210 0</inkml:trace>
  <inkml:trace contextRef="#ctx0" brushRef="#br0" timeOffset="-61411.21">10966 16251 2029 0,'-4'4'248'0,"0"-1"-79"0,-2 2-1 15,1-1-37-15,1-1-22 0,1 0-4 0,0 0-15 0,2 1-6 0,-1 1-10 16,1 1-9-16,0 0-2 0,0 2 3 0,0 1-24 0,1 3-5 15,1 0-12-15,1 2-12 0,1 1 11 0,2 3-20 0,1 2 0 0,0 2-12 16,4 6 10-16,1-1 8 0,2 6-14 0,0 1 11 0,0-1-12 16,3 4-5-16,-1-2 10 0,0 2-1 0,-2-1-5 0,1 0-7 0,0-1-11 15,0-1 4-15,-1-2-19 0,-1-2-7 0,0 0-8 0,-1-2-27 0,-1-2 0 16,-2-1-22-16,0-3-26 0,-2-1-30 0,-1-3-50 0,0-4-73 16,-4-7-48-16,1 0-62 0,0-1-59 0,-1 1-7 0,-1-2-73 0</inkml:trace>
  <inkml:trace contextRef="#ctx0" brushRef="#br0" timeOffset="-61094.27">10890 16460 1477 0,'-12'-13'148'0,"-2"-2"13"0,-2-3 3 0,2 2-34 16,4 5-19-16,1 0-11 0,1 1 2 0,2 3 11 0,2 0-2 0,-1 1-4 16,2 0-5-16,0 0-2 0,0 2-4 0,1-1-11 0,2 0-7 15,1 0-5-15,2-1-5 0,2-1-1 0,2-1-15 0,2-2-12 0,2 1-7 16,1 1-5-16,5-2-2 0,2 0 6 0,2-1-13 0,2-1 2 15,1 2-14-15,0 1-7 0,3 0 12 0,-1 1-3 0,2 0 2 0,1 3-14 16,-1 2 8-16,0 0-5 0,-1 2-9 0,-1 0 7 0,-3 2-8 0,0 2 1 16,-2 1 18-16,-2 0-7 0,0 1-2 0,-3 2 6 0,-1 1-6 15,-3 2 9-15,-1-2-5 0,-2 4-19 0,-2-1 19 0,-3 2-14 0,-1 2 3 16,-2-1 13-16,-2 3-20 0,-1 0 11 0,-3-1-5 0,-2 1-3 16,-2 1 9-16,-1 0 0 0,-2 1-9 0,0 0-12 0,-1 0 19 0,-2-1 1 15,0 1 3-15,1 0 11 0,-2-1-15 0,1-2 4 0,0 0 13 16,2-1-7-16,0-2-14 0,-1-3-1 0,2 0-21 0,0-1-11 0,3-2-12 15,0-3-32-15,0-1-12 0,2-1-20 0,1-1-45 0,1-2-51 0,0-1-78 16,1-1-69-16,2-2-106 0,1-2-138 0,0-3-182 0</inkml:trace>
  <inkml:trace contextRef="#ctx0" brushRef="#br0" timeOffset="-60677.65">11368 16257 1653 0,'1'3'333'0,"-1"1"-126"0,2 1-8 0,-1-1-28 0,0 3-35 16,2 1-21-16,2 1-16 0,1 1-30 0,2 0-7 0,1 1-19 16,1-1-11-16,1 1-2 0,-1 1-18 0,1 0-7 0,1 1-3 0,1-2-14 15,2 0 13-15,-1-1-6 0,1-2-9 0,0-2-2 0,-1-1-6 0,0-3-3 16,-1-1-8-16,2-1-35 0,0-3-8 0,-1-1 0 0,0-1 6 16,1-4 21-16,1-1-2 0,1-2 10 0,-1-1 14 0,0-1 14 0,0-1 18 15,-1-2 3-15,-3 2 6 0,0-3 10 0,-2 1 6 0,-2 1 11 0,0-1 3 16,-1 0 8-16,-1 1-7 0,-2 2 4 0,0 0-4 0,-2 1 3 15,-1 1-2-15,-2 1-10 0,0 3 2 0,-1 4-6 0,-1-1 10 0,1 2-9 16,-1 3-3-16,1 1 2 0,-2 3-5 0,0 3 2 0,1 0-7 0,0 3-15 16,1 2 0-16,0 3-5 0,2 2 7 0,2 3 0 0,1 2-4 15,3 0 6-15,0 4-18 0,2 0 11 0,0 2-17 0,1 2 2 0,0-1 8 16,-2 2-16-16,4-2 27 0,-2 0-8 0,1-3 3 0,1-1 1 16,1-1-22-16,0-1 21 0,-1 0-4 0,-1-1 1 0,-2 0 9 0,-1-1-9 15,-1-1 1-15,-3 1 3 0,-2 1 0 0,-4 0-8 0,-2 1 0 0,-2-1 1 16,-4-3-1-16,0 2-3 0,-6-2-4 0,-3-1 6 0,-1 1-8 15,-3-4 13-15,-3-1 9 0,0 0-5 0,-2-2 7 0,1-2-10 0,-1-2 8 16,2-4 11-16,0 0 9 0,1-4-12 0,1 0-4 0,-1-2-2 0,1-4-6 16,-1-1 12-16,3-1-27 0,0-3 10 0,2 0-7 0,5 1-4 15,1-3-4-15,0 0-35 0,3 0-26 0,1-1-47 0,1 2-67 0,1-2-111 16,0 1-154-16,1-1-248 0,-1 0-347 0</inkml:trace>
  <inkml:trace contextRef="#ctx0" brushRef="#br0" timeOffset="-60276.97">10533 16221 2384 0,'-5'-13'325'0,"0"0"-167"0,3-4 9 0,0-1-5 0,3 2-37 15,2-2-31-15,2-2-17 0,6 1-23 0,3-2-26 0,4-1-9 0,3 1-6 16,3-1 2-16,3-2 10 0,3 1-18 0,1-3-1 0,5 1-10 15,2-1-2-15,5 0 27 0,3 2-17 0,1-1 3 0,3 3 7 0,0-1-20 16,3 4-2-16,1 2-14 0,3 1-7 0,0 3 1 0,2 3 0 0,1 4 10 16,3 2 4-16,1 4-2 0,1 4-5 0,3 4 1 0,-3 4 2 15,4 4 1-15,1 3-1 0,0 3 1 0,-2 4 1 0,-1 1 14 0,-1 2 9 16,-2 2-5-16,-3 2 2 0,-5 2-8 0,-2 0 8 0,-4 1 5 0,-3 0 0 16,-2 0 6-16,-5 0 9 0,-4 1 9 0,-3 1 9 0,-7-1 1 15,-3 0-5-15,-6 1 2 0,-4 0-14 0,-7 3 8 0,-4 0 3 0,-5 3-7 16,-5 1-1-16,-7 1-17 0,-7 0-2 0,-5 0-5 0,-9 2-5 15,-5 0 6-15,-8 2-12 0,-4-2 3 0,-6 0 6 0,-6 2-18 0,-3-1 3 16,31-24-9-16,-9 7-4 0,-3-2 25 0,-10 7-4 0,-2-3 2 0,-11 7 6 16,-2-4-27-16,-10 6 6 0,-3-1 9 0,0-3-5 0,2-2 34 15,0-2-11-15,4-4-1 0,1-2 8 0,5-5-13 0,4-2-8 0,4-5-17 16,4-5-17-16,4-6-24 0,4-3-23 0,3-6-30 0,4-4-48 0,1-5-46 16,3-7-77-16,3-5-104 0,4-5-198 0,1-5-163 0,4-4-52 15</inkml:trace>
  <inkml:trace contextRef="#ctx0" brushRef="#br0" timeOffset="4343.12">4085 15513 935 0,'-22'-5'72'0,"4"-1"-21"15,-4 1 24-15,8 2 27 0,7-1 5 0,2 2 4 0,2 0-16 16,2 1-34-16,0 0-25 0,1 1-17 0,0-1-14 0,1 2 1 0,0 0-8 16,2 1 5-16,1 1-2 0,3 0-2 0,1 2 1 0,2-1 1 0,3 0 2 15,3 0 2-15,2-2 5 0,3 1-5 0,4-2 4 0,3 0 2 16,3-1-2-16,4 0 4 0,1-1-3 0,3 0 3 0,0 1-1 0,2 0 5 16,5-1 1-16,-1 0 4 0,2 1 2 0,5-2 1 0,1 0 3 0,2 0 0 15,4-1 1-15,0 0 0 0,2-1-2 0,3 1 1 0,1-1 0 16,2-1 2-16,2 2-2 0,1-2 5 0,1 1 1 0,2 0 2 0,1 0 3 15,0 1-13-15,2 1-4 0,1-1-4 0,0 2 4 0,3 1-1 16,2-1 3-16,-1 3 1 0,1 0-5 0,3 1 2 0,-1 1-5 0,3 0-1 16,2 1 1-16,-1 0 5 0,2 0-5 0,-1 1 6 0,0-1-4 0,-2 1-6 15,0-1 4-15,0 1 6 0,1 0 3 0,0-1 3 0,-3 1 0 16,0-1-6-16,-3-1-1 0,-2 1 7 0,-3-1 5 0,-3 0-2 0,-3 0 6 16,-3-2-2-16,0 0-2 0,-2 1 6 0,-3-2-6 0,0-1-6 0,-2 0-4 15,0 0-4-15,-2-1-6 0,-1 0 3 0,0-1 1 0,-1 0-4 16,-2 0-3-16,-1 0-3 0,-2 1 7 0,-2-1-5 0,-1 1 5 0,-3 0-1 15,-3 2-3-15,-3 0 7 0,-3-1 7 0,-2 2-5 0,-2-1 5 0,-2 2-9 16,-3 0 1-16,0 1-3 0,-2 1-10 0,0 0 11 0,-2-1-8 16,-1 1-1-16,-2 1-3 0,-2-1-6 0,0 1 6 0,-2-1-6 15,1 1 3-15,-2 2 1 0,1-1-4 0,-1 1 1 0,1-1-9 0,0 1-6 16,1 0-1-16,1-2-16 0,-2 2-35 0,3 0-47 0,0 1-61 0,1 0-60 16,4 1-121-16,2 1-177 0,6 2-148 0,4 5 98 0,10 2 63 0</inkml:trace>
  <inkml:trace contextRef="#ctx0" brushRef="#br0" timeOffset="5160.39">4726 17092 930 0,'-16'-13'223'16,"-2"1"-107"-16,-1-1-8 0,4 1-8 0,5 3 7 0,1 1-1 0,2-1-8 15,3 1-13-15,0 2-26 0,2 0-19 0,0 1-14 0,1 0-5 16,1 1-5-16,2 1-6 0,1 0-6 0,1-1-4 0,3 1-3 0,3-1 5 16,3 0 2-16,3 2 7 0,3-1 5 0,3 0-3 0,3-1 8 0,4 0 4 15,3 2-1-15,4-1 5 0,0 2-1 0,2 0 11 0,4 0 10 16,2 1 8-16,3 1 5 0,2-2 3 0,4 1 5 0,3 0-4 0,3 0 3 15,2 2-4-15,5 0-2 0,2 0-9 0,2 0-2 0,7 3-12 0,1-1 0 16,5 2-4-16,2 0-8 0,4 0-4 0,3 1 0 0,3 1-4 16,1 1-6-16,3-1-9 0,2-1 2 0,0 2 2 0,3 1-4 0,3-2 4 15,0 2-16-15,2-3-2 0,1 0 16 0,-2 1-16 0,3 0 6 0,-56-3 15 16,14 0-12-16,-1 0 11 0,12 0-3 0,2 0-16 0,11 1 11 16,0-1 4-16,11 1 9 0,-2 0 13 0,0-2-1 0,-2 2 31 0,-1-1-8 15,-1 0-3-15,-2 0-8 0,-2 0-1 0,-2-1-17 0,0 0-3 16,-4 0 3-16,-1 0-13 0,-3-2 16 0,-3 2-3 0,-2-1-16 0,-1-1 2 15,-3 2-1-15,-1-1-3 0,-1 0-6 0,-4 2-7 0,0 0-5 0,-3-1 11 16,-2 3-22-16,-2 0-10 0,-1 0-38 0,-2 1-53 0,-1 1-74 16,1 2-116-16,3 3-178 0,4 4-291 0,6 4 26 0,11 5 83 0</inkml:trace>
  <inkml:trace contextRef="#ctx0" brushRef="#br0" timeOffset="12759.85">7798 15486 625 0,'-12'-8'153'16,"2"1"-85"-16,-1-4 36 0,4 2-17 0,4 0-13 0,3 1-27 0,1 0-14 16,2 0-4-16,1 1-4 0,2-1-9 0,1 0 2 0,3 0-5 15,3 1-1-15,1-1 1 0,2 1-4 0,0-1 2 0,4 2 2 0,2-2-2 16,1-1 1-16,3-1 1 0,1 0 2 0,3-1-1 0,1 0 5 0,5-2 6 16,0-1 2-16,3 0-3 0,2-1 0 0,0 2 5 0,5 0 10 15,1 2 8-15,2 0 5 0,0 1-5 0,2 0-7 0,-1 0 0 0,2 0-8 16,1 1-1-16,-1 1-1 0,0 1 4 0,0 0 9 0,0 2 8 0,-1 0 2 15,1 0 9-15,-1 1-1 0,1-1 6 0,0 1-1 0,1-1-4 16,1-1-2-16,0 1-2 0,3-1-4 0,0 0-2 0,0 0-3 0,1 0-9 16,0 1-2-16,1 0-5 0,0-1 0 0,-1 1-3 0,0-1-1 0,0 1 1 15,-1 0-8-15,0 0 4 0,-2 1 0 0,-2 0-2 0,-2 0 3 16,-2 2 4-16,0-1 6 0,-3 1 5 0,0-1-5 0,-2 0-3 0,-2 1 1 16,-1 0-6-16,0 0 5 0,-1 0-1 0,-2 1-10 0,0 0-6 15,-3 0-5-15,0 1-3 0,-3 1 8 0,0 1-2 0,-2 1-10 0,-1 0 4 16,-1 1-5-16,1 1 2 0,0 1-1 0,3 1-16 0,0 1-26 0,0 1-56 15,-1 0-90-15,2 0-149 0,2 0-285 0,5-2-237 0,7-2-151 16</inkml:trace>
  <inkml:trace contextRef="#ctx0" brushRef="#br0" timeOffset="13543.9">7584 17183 1307 0,'-15'-6'21'16,"4"1"0"-16,-2-1 15 0,0 0 5 0,-1-2 4 0,0 1-10 15,4 1-16-15,4 1-6 0,1-3-7 0,8 1 2 0,5 1 3 0,5-3 2 16,4 1 17-16,3-2 12 0,5-1 4 0,2-1 12 0,4-2 0 16,2-1-4-16,4-2 4 0,2 0-1 0,3-2 7 0,4-2 21 0,0 0-4 15,3-3 10-15,2-1-11 0,1-1 0 0,3-3 10 0,3-1-12 0,0-4 10 16,3-2-8-16,3-1-4 0,0 0 4 0,3 0-10 0,1-2-17 16,1 2 3-16,3-1-23 0,-1 1 6 0,1 0-2 0,0 0-13 0,2 0 20 15,1-1-17-15,2 0 2 0,1 3-3 0,-3 1-23 0,3 3 3 0,-1 0-12 16,-1 3 5-16,2 2 1 0,2 3 3 0,0 2-10 0,4 3-4 15,4 4-16-15,3 2-33 0,6 3-29 0,5 4-71 0,7 2-82 0,10 5-162 16,10 5-251-16,11 6-60 0,14 5-85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3:18:36.9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6217 8411 1900 0,'20'4'96'0,"5"2"-128"0,9 3-2 0,1 3 3 16,1-1 21-16,1 1 9 0,2 0-12 0,3 1-26 0,1 0-47 0,2 1-23 16,2-2 2-16,3 2 17 0,3-2 29 0,3 1 18 0,4-2 15 15,4 1 11-15,1-1 17 0,3-1 13 0,3-3 16 0,2 0 21 0,4-2 22 16,4-2 25-16,0-1 2 0,4-1-2 0,1 0-12 0,2-1-18 0,3-2-3 16,1 0-13-16,3-1 0 0,-1-1-8 0,1 0-4 0,-1-1-5 15,-1 1-12-15,0 0-5 0,-3 1-8 0,0 1-2 0,-5 1-1 0,-2 0 2 16,-2 0-7-16,-5 1 1 0,-3 1-2 0,-1 0-2 0,-4 0 4 0,-2 0-2 15,-4 0 0-15,-2-1 0 0,-3-1 0 0,-4-1 3 0,-1 0-5 16,-1-2-1-16,-5-1-1 0,-1-2-8 0,-3 0-10 0,-1-3-19 0,-6-2-33 16,-2-2-43-16,-5-3-41 0,-2-2-42 0,-4-2-38 0,-3-2-23 0,-3 0-10 15,-6 0 31-15,-4-2 50 0,-3 0 66 0,-4-2 52 0,-3 0 19 16,-4 0-102-16</inkml:trace>
  <inkml:trace contextRef="#ctx0" brushRef="#br0" timeOffset="767.53">4683 9260 1375 0,'11'-31'510'16,"4"-5"-471"-16,5-6-37 0,4 10-24 0,5 5-3 0,1 5 6 0,5 2 4 15,2 1-4-15,1 1-26 0,3 3-29 0,0 1-38 0,2 2-33 16,2 3-8-16,2 3 15 0,3 1 27 0,2 4 42 0,2 0 33 0,4 1 22 16,0 0 13-16,4-1 3 0,2-1 3 0,2 0 1 0,3-2 6 0,2 0 5 15,4 0 2-15,1 0-3 0,4-1-2 0,5 1-6 0,0-1-6 16,4 0-1-16,2 0-5 0,4-1-4 0,1-2 4 0,3 1-1 0,3-1 4 15,1-1 0-15,2 0 4 0,5 1 6 0,0 0 12 0,3 1 10 16,2 0 6-16,0 0 13 0,1-3 6 0,1 1 9 0,0 0 9 0,2 0-8 16,1 0-6-16,-1 0-13 0,3 3-9 0,-1 1-5 0,1 3-5 0,0 4-3 15,-2 2-3-15,-1 4-2 0,-3 2-7 0,0 5-2 0,-4 2-2 0,-3 0-11 16,-5 2 6-16,-3 0 5 0,-5 1 3 0,-2 2 8 0,-3 1 1 16,-6 0-9-16,-1 2 4 0,-7 1 0 0,-4-1-1 0,-4 2 5 0,-5 0-4 15,-6 4 2-15,-4 0-3 0,-7 3-6 0,-3-2 0 0,-6 2-1 16,-6 0-5-16,-5 2 1 0,-5 1 1 0,-9 0-3 0,-4 0-2 0,-5 0-4 15,-6-1 8-15,-6 2 1 0,-5-1 10 0,-6-1 2 0,-6 0-11 0,-4-2-1 16,-8 0-9-16,-4-1 6 0,-5 1-8 0,-4-4 5 0,-4 0-2 16,-5-5-3-16,-2-2 3 0,-1-2 6 0,-2-3 0 0,-2 0 3 0,0-3 6 15,1-2-1-15,2-3 6 0,5-3 10 0,3-2 2 0,3-4 9 16,5-1 3-16,4-2-7 0,3-2-3 0,2 0-11 0,2 0-6 0,0-2-2 16,3 1-14-16,2-1-7 0,0 2-12 0,2 2-21 0,1 1-33 0,-1 3-108 15,1 3-123-15,-2 4-138 0,0 4-6 0,-4 6-133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2:21:17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5162 9476 268 0,'-9'-4'13'0,"-1"0"13"0,-1-1 2 0,5 2-10 0,3 1-6 15,2 0-6-15,0 0-5 0,2 0-1 0,0 0-1 0,2 0-2 0,1-1 1 16,1-1-3-16,1 0-1 0,2 0-1 0,-1-1-3 0,0 1 1 0,2 0-3 16,-2 0 2-16,1 0 2 0,-1 1 2 0,-1 1 1 0,-1 1 3 15,-1-1 2-15,-1 2 2 0,-1-1 6 0,-2 0 5 0,0 2 6 0,0 0 4 16,-2 1 4-16,-1 0 3 0,0 1 3 0,-1 1 3 0,0 0-1 16,0 1-3-16,0 1-6 0,1-1-4 0,1 1-3 0,0 1-3 0,2 0-2 15,-1 1-1-15,2-1-1 0,1 0-3 0,0 0 2 0,3 0-3 0,0-2-2 16,1 1 7-16,3-1-2 0,-1 1 8 0,3 0 3 0,-1 1 1 15,0 0 5-15,-1-1 3 0,-1 0 7 0,0-1 4 0,1 0 11 0,-1-1 1 16,1 2 1-16,-1 0-2 0,1 1-9 0,-1 0 0 0,1-1-4 16,-1 0 2-16,2 0-5 0,0 0 1 0,1 0-2 0,1-1-3 0,0 1 0 15,4-1 0-15,-1 1-2 0,2-2 1 0,1 0-1 0,2 0-4 0,4-1 2 16,-1 0-14-16,3-1 2 0,1 0-1 0,2-1-2 0,2-1 4 16,2 1-5-16,-1 0-2 0,2 1-1 0,-3-1 1 0,2 1-2 0,0-1 5 15,0 0-1-15,-2 1 2 0,-2-1 3 0,-3 0-1 0,0 0 6 0,-2 1 0 16,1-1 12-16,0 0-1 0,0-1 6 0,-1 0 2 0,0-1-6 15,1 1-4-15,1-1-5 0,0-1 0 0,2 1 2 0,-1-1-4 0,1 1-1 16,0 0-1-16,0 0-2 0,1-1 0 0,0 1 3 0,0-1-9 16,2 1 2-16,0 0 3 0,1 1-9 0,0-1 1 0,0 1 1 0,-1-1-3 15,1 0-2-15,0 0 3 0,1 0-3 0,-2-1-5 0,1 1-3 0,-2-1-3 16,0 0 4-16,-2 1 3 0,2 0 3 0,-2-1 4 0,0 0-4 16,-2 0 5-16,1-2-1 0,-2 0 2 0,0-1 0 0,1 0-4 0,-1 0 7 15,1 0-10-15,0-2-2 0,-2 1 2 0,-1-1-1 0,0-2 3 0,1 0-2 16,0 0-1-16,0-1-15 0,0 1 4 0,-1-1-2 0,2-2-2 15,-1 1 14-15,-1 0-4 0,2 1 3 0,-1-1 3 0,1-1-4 0,-1-1 3 16,-1 0-2-16,1 1-2 0,-2-1 4 0,-1 0 0 0,-1 0 3 16,0 0-3-16,-2 0 1 0,1 1-3 0,0 0 4 0,-1 1-2 0,0 1-5 15,-1 0 0-15,-3 2 5 0,1-2-2 0,-1 1 0 0,-1 0-1 0,1 0-2 16,-2 0 0-16,0 0 3 0,-1 0 0 0,-1-2 2 0,1 1 2 16,-1 0-4-16,-1-3-2 0,1 2 1 0,-1-3 1 0,0 0 1 0,-1 0-4 15,-1 0 4-15,0 1 0 0,-2-2 1 0,0 1-1 0,-1-1-2 16,-1 2 0-16,-1-2 4 0,-1 0-1 0,-2 0 3 0,-1 1 4 0,-2-1-1 15,-1 1 3-15,-2-1-1 0,-1 1-13 0,-3-1 0 0,-3-1 2 0,-1 1-2 16,0 2 16-16,-2-1 1 0,-1 1-2 0,-2-1-4 0,-1-1-9 0,-2 1-4 16,-2-1 2-16,-2 1 0 0,-2 0-1 0,1 1-3 0,-2 0 3 15,0 0-3-15,-2 0 4 0,-1 1 0 0,-2 0-1 0,-2 0 1 0,0 0 3 16,-3 0 0-16,0 1 1 0,0 1 1 16,-1-1-4-16,1-1 3 0,0 0-1 0,-1 0-3 0,0 1 0 0,0-2 0 0,0 0 0 0,1 0 2 15,-1 0-2-15,-1 3-2 0,0-1 1 0,-1 1 4 0,1 1-1 0,-1 1-1 16,0 1-2-16,1 0-4 0,1 2 5 0,2 1-4 0,-2 1 1 15,0 0 3-15,1 2-5 0,0 1 0 0,1 0 0 0,2 1-4 0,1 0 1 16,0 0 0-16,0 0-1 0,1 1 1 0,0 0-12 0,-1 1-1 0,1 1-4 16,0 2-3-16,2 0 4 0,0 0 1 0,1 1 4 0,2 0 3 15,-2 1 3-15,2 0 8 0,-1 0 2 0,2 1-2 0,2 2 2 0,0 0 2 16,3 0-6-16,-2 1 7 0,2-2 0 0,-1 2-3 0,0 0 3 0,2 1 0 16,-1 1-2-16,0 1 12 0,-1 1-4 0,0 2 1 0,0 0 1 15,1 3-13-15,-1 1 3 0,0 1 1 0,0 4-2 0,-1-1-1 0,2 0-4 16,2 2 0-16,1-1 5 0,0 1 2 0,3 1 4 0,0-1 0 15,1 0-3-15,2 1 0 0,3-2-2 0,0 0-1 0,2-1 2 0,2-1-1 16,2-1 0-16,2-1 1 0,1-1-10 0,2-2-24 0,1-2-35 0,3 1-46 16,2-2-46-16,1 0-48 0,3 0-47 0,4-1-72 0,4 2-56 15,3-1 39-15,5 0-165 0</inkml:trace>
  <inkml:trace contextRef="#ctx0" brushRef="#br0" timeOffset="1216.29">7053 15494 180 0,'-3'-2'63'0,"-2"1"-13"0,1 0-6 0,0 0-2 15,1 1-2-15,0-1-4 0,1 1-7 0,-1-1-6 0,0 0-5 16,0 1-1-16,1 0-1 0,-1 0 2 0,1 1 4 0,-1-1 2 0,0-1 7 16,0 1 11-16,0 0 12 0,1 0 13 0,-1 1 18 0,0-1 9 15,0 1 8-15,0 0 7 0,0 1-5 0,1 0 3 0,0 1-6 0,-2 0-10 16,1 2-13-16,0 0-13 0,0 1-15 0,1 1-4 0,0 1-13 0,0 1-7 15,0 0-8-15,0 3-6 0,0 2 1 0,1-1-9 0,0 1 0 16,1 2-1-16,1 1-5 0,-1 2 9 0,0 0-8 0,2 2 1 0,-2 1 0 16,2 1-6-16,0 3 11 0,-2-2-15 0,1 1 4 0,-1 1 2 0,0 0-7 15,0 2 18-15,-2 0-4 0,-1 1-7 0,0-3 2 0,0 3-5 16,0-3 6-16,0 2 5 0,0-1-1 0,1 0-3 0,-1-2 1 0,2-3 1 16,0-1 5-16,1-2 2 0,0-4-5 0,1 0 5 0,0-1-8 0,1-3 7 15,1-1 5-15,0-2-3 0,1-1 9 0,0 0 1 0,2 0 0 16,-1 0 8-16,1 0 1 0,0 0-6 0,0-2-1 0,0 1-9 0,1-1 6 15,1-1-3-15,0 1-3 0,1-1 2 0,1 0-9 0,1 0 3 0,-1-1-5 16,3 1-8-16,0-2 1 0,3 0 4 0,-1 0-1 0,2 0 8 16,0-1-7-16,-1 0-4 0,1 0 3 0,0-1-4 0,1-1 7 0,0 0-3 15,0 0 0-15,2 0 3 0,0 0-5 0,0 0 8 0,0 1 2 16,1-1-8-16,-2 0-5 0,2-1 1 0,0 2 5 0,-1-1 8 0,1 1 5 16,0 1 5-16,-1-2 4 0,1 1 8 0,0 2 14 0,0-2-5 0,2 0-11 15,-1 0 5-15,2-1-4 0,-1 0 2 0,1 1 4 0,1 0-5 16,2-1 3-16,1 0-13 0,0 0 8 0,0 1-6 0,0-1-9 0,-1 0 3 15,2 1-12-15,-1 0 8 0,2 0-1 0,0 1-1 16,0-1-3-16,1 1-4 0,0 0 6 0,0 1 5 0,2 1-2 0,-3-1 2 0,3 1-5 16,-3 0 2-16,2 0 12 0,-1-1-1 0,2 1-6 15,0 0 7-15,0 0-8 0,2 0 1 0,-4-1 10 0,3 0-13 0,-1 0 5 0,0-1-3 16,1 0-4-16,1-1 14 0,-1 0-8 0,1 0 3 0,1 0-7 0,-3-1-2 16,2 0 6-16,-3-1 0 0,1 0-7 0,-2-1-1 0,0 1 3 0,-1-1-1 15,1 1 6-15,-3 0-14 0,0 0-8 0,-3 0 11 0,-1 1 1 16,-1 0 1-16,-3 1-9 0,0 0 0 0,0 1-18 0,-4 0-15 0,0 0-27 15,-3 0-54-15,-1-1-46 0,-1 0-60 0,-4-1-67 0,1-1-103 0,-2-2-117 16,-1-1-50-16,0-3 101 0,-3-4 12 0</inkml:trace>
  <inkml:trace contextRef="#ctx0" brushRef="#br0" timeOffset="2000.22">6973 15123 824 0,'-2'1'155'0,"1"-1"-33"0,2 0-44 0,0 1-9 15,2-1 0-15,1 0-1 0,0 0-15 0,3 0-15 0,0 0-14 16,1 1-9-16,2-1-5 0,0 0-2 0,2 0-4 0,0 0 2 0,3-1 1 15,1 0 1-15,3-1 3 0,-1-1-6 0,3 0 3 0,1-1 2 0,-1 1 0 16,2-1 10-16,0-1 11 0,-1 1 6 0,3-1 11 0,-1 1 4 16,2-1 2-16,-1 1 4 0,2 0-5 0,0 1 2 0,-1-1-5 0,1 1-1 15,0 0 0-15,1 1-11 0,1-1-3 0,2 0-10 0,1 1-5 0,0 0 1 16,0-1-5-16,3 0 7 0,0 1-4 0,3-1-8 0,-2 0 3 16,-1 0 2-16,2 1-2 0,-2 0 8 0,3 0 3 0,-2 1 1 0,-2 0 8 15,1 0 3-15,-3 1-1 0,-1-1 6 0,-2 1-2 0,1 1-1 0,-2 0-2 16,-1 0-10-16,-1 1 4 0,0 0-11 0,-1 1-2 0,1 0-5 15,0 0-4-15,-1 0 4 0,0 1-9 0,-2-1 4 0,0 0-1 0,-1 0-2 16,0 1 0-16,-2-1-5 0,1 1 0 0,-1-1 5 0,0 0 0 16,-2 1-2-16,1-1-3 0,-4 0 2 0,1 1 0 0,0-1 3 0,-2 1-2 15,-1 0-1-15,0 0 5 0,-1 1-1 0,0 0 1 0,-1-1 2 0,-2 2-3 16,1 0 1-16,-1 0 0 0,-1 0 0 0,1 0-5 0,-1 0 8 16,0 1-7-16,-2 0-4 0,-1 0 4 0,0-1-11 0,0 0-3 0,0 0 6 15,0 0-2-15,0 1 9 0,0 0 17 0,-1 0-7 0,0-1 0 16,1 0 0-16,-2-1-12 0,0 0 7 0,1 1-6 0,-3 0-2 0,2 0 1 15,0 0 3-15,0 0 2 0,0 0-5 0,0 0 2 0,0 1-2 0,0-1 2 16,0 0 1-16,0 1-3 0,0 0 0 0,0 1 4 0,0-1-6 0,0 1 9 16,1-1 0-16,-1 0-5 0,0-1 5 0,-1 1-7 0,1 0 0 15,0-1 5-15,-1 0 0 0,0-1 0 0,-1 0 0 0,1 0 2 0,0 0 4 16,0 0-6-16,-1 1 4 0,1-1 3 0,-2 2 2 0,1 0 9 16,-1 0-5-16,0 0-1 0,0 1-2 0,1 0-8 0,-1 4 7 0,0-1-2 15,1 2-1-15,1 0 11 0,0 2-10 0,0-1 8 0,-1 1 2 0,2 1-6 16,-2 1 2-16,2-1-3 0,0 3-3 0,-1 1 7 0,2 0-6 15,0 3-8-15,-1 0 2 0,0 0-8 0,0 2 6 0,0-1-10 0,0 0-12 16,-1 0 21-16,-1-1-8 0,0 1 19 0,-1-2 3 0,0-3-29 16,-1 1 9-16,-1 0-25 0,1-2-32 0,-2-1-24 0,1-2-58 0,-1 0-48 15,0-2-52-15,0 1-94 0,1-2-90 0,-1-2-108 0,0-2-12 0,0-2 16 16</inkml:trace>
  <inkml:trace contextRef="#ctx0" brushRef="#br0" timeOffset="2616.16">6939 15227 811 0,'-12'0'259'0,"3"0"-60"0,-3 1-24 0,3 0-34 16,3 1-15-16,1-2-27 0,0 1-21 0,2 1-23 0,0-1-18 0,-1 2-7 15,1 0-5-15,0 2 0 0,0 2-2 0,0 1-4 0,0 1-6 0,0 1 0 16,0 2-8-16,0 0 3 0,1 4 0 0,-1 2-1 0,0 0 8 15,1 0 3-15,0 2 5 0,0 0 4 0,-1 0 5 0,1 2-2 0,0 1 5 16,1 1 1-16,1 0-7 0,-1-1-1 0,2 0-2 0,-2 0-4 0,1 0 3 16,0 1 0-16,0 0-2 0,0 0-2 0,1 2 0 0,-3 0-7 15,1 0-12-15,0 0 1 0,-2 0 8 0,1-1-3 0,0 2 8 0,-2-1 3 16,1 0-6-16,-2 0 7 0,2-2-4 0,-1 0 0 0,-1-2-3 16,0-1 2-16,0 0 2 0,1 0-13 0,0-3 3 0,1 0-5 0,0-1 1 15,0-2 9-15,1-2-7 0,1-2-9 0,0-1 4 0,0-1-6 0,1-1 4 16,1-2 7-16,1 0-8 0,-1-2 3 0,1 1-15 0,-1-2-3 15,1 0-5-15,0-2-20 0,0 0-8 0,1-1-21 0,-1-1-15 0,1 0-6 16,0-1-14-16,1-2-17 0,0-2-40 0,0-1-25 0,1-4-41 0,-1-3-42 16,1-2-10-16,2-4 0 0,1-1 48 0,-1-3 77 0,1-2-132 15</inkml:trace>
  <inkml:trace contextRef="#ctx0" brushRef="#br0" timeOffset="3149.67">6908 15239 259 0,'-6'-11'108'0,"0"-1"19"0,-2-3 15 0,2 4 17 0,1 3 8 16,1 1-1-16,-1 2-5 0,0-2-12 0,2 2-13 0,-1 1-15 0,1 1-14 15,0 1-24-15,0 0-11 0,1 0-14 0,0 1-16 0,1 0 3 0,1 1-12 16,-1 1-3-16,1-1 2 0,0 1-10 0,0-1-1 0,1 1-5 16,0 1 4-16,2-1 2 0,1 1 1 0,3 1 7 0,0-2-6 0,4 1 1 15,1-1 2-15,3 0-8 0,2 0-4 0,3-1-7 0,3-1 0 0,1 0 0 16,3-1-1-16,1-1 4 0,1 0-3 0,3-1-2 0,1 0 8 15,0-1-4-15,1-1 6 0,1 0 4 0,2 0 6 0,0 0 6 0,2 0 2 16,3-1 0-16,-1 0 3 0,1-1 4 0,3-1-5 0,-2 0 1 0,0 0-5 16,3 1-7-16,-1-2 2 0,0 2-1 0,-1 0-8 0,1 0 3 15,-3 1-11-15,0 0-1 0,0 2-1 0,-1 0-4 0,-1 2 3 0,0 1-9 16,-2 0 0-16,0 1 9 0,1 0-3 0,-4 1 3 0,0 1-6 16,1 1-1-16,-2 1-1 0,2-1 4 0,-3 2 0 0,0-1 1 0,-3 2-1 15,-1 1 3-15,-2 0-1 0,-2 1-3 0,0-1 6 0,0 1-1 0,-1 0 2 16,-2 0 5-16,-1 0-2 0,-1 0 6 0,-2 0-1 0,0 0-1 0,-1-1 2 15,-2 1-1-15,-1-1 1 0,-1 0-7 0,0 1-4 0,-1-2 0 16,-3 1-2-16,3 0 6 0,-2-1 0 0,-1 1-2 0,0 0-4 0,-2 1 1 16,-1 0-5-16,-1 0 10 0,-2 0-2 0,1-1-12 0,-2 1-1 15,1 1-9-15,-2-1 4 0,1 2 17 0,-1-1 10 0,0 0-6 0,0 1 6 16,-1-2-1-16,1 1-14 0,0 1 4 0,-1-1 1 0,2 0-6 0,-1 0 5 16,1 0 0-16,0-1-10 0,1 2 6 0,0 1-5 0,1 1 4 15,0 0 7-15,0 1-16 0,1 0 11 0,-1 1-3 0,1 2 1 0,0 1 6 16,-1 0-7-16,2 3 3 0,0 2-4 0,0 2 4 0,0 3-2 15,1 2 3-15,0 2 2 0,0 2-7 0,-1 4 2 0,-1 0 0 0,-2 0 0 16,0 0-4-16,0-2-7 0,-3 0 9 0,-1-1 0 0,-2 1 9 16,-1 1-2-16,-2-2-8 0,-1-3 4 0,-1 0 3 0,-1-3 3 0,0 0-13 15,0-3 6-15,0-1-11 0,0-3-17 0,-1-3-18 0,1-3-59 0,0-3-56 16,1-3-116-16,2-3-210 0,-1-2-287 0,0-2 45 0,0-7 17 16</inkml:trace>
  <inkml:trace contextRef="#ctx0" brushRef="#br0" timeOffset="4866.89">9206 15702 317 0,'-2'0'122'0,"0"-1"-26"0,0 0-9 0,1-1 0 15,0 1 4-15,1 0-14 0,0 0-21 0,0 1-16 0,0-1-11 0,-1 2 2 16,1-1 5-16,0-1 8 0,1 1-2 0,-1 0-9 0,-1 0-7 16,2 0-10-16,-1 0-3 0,0 0-5 0,1 0 0 0,-1 0 6 0,1 1 10 15,0-1 18-15,0 0 13 0,-1 0 24 0,1 0 4 0,-1 1 2 0,0-1 4 16,1 0-10-16,-1 0 4 0,0 0 2 0,1 2-9 0,-1-1-4 16,1 0-11-16,0 1-11 0,0-1-3 0,2 0-3 0,-1 1 0 0,1-1-6 15,1 1-12-15,1 0-3 0,1 0-6 0,1 0 0 0,0 1 2 0,2 0 0 16,2-2 0-16,0 2 8 0,1 0 5 0,1 0 0 0,1 0-15 15,1-1 3-15,2 2-4 0,0-1 2 0,2 0 9 0,1 1-4 0,-1-2 0 16,1 0-1-16,2 1-6 0,0-1 4 0,1 0 4 0,-1-1-7 16,-1 0 6-16,2-1-4 0,0 0 1 0,0 0 4 0,2 0-4 0,-2-2 6 15,0 2-5-15,0-1 1 0,-1 0 2 0,1 1-3 0,0-1-5 0,-2-1 0 16,1 2-2-16,1 0 0 0,-1-1 3 0,0 0-8 0,-1 1 5 16,1 0-14-16,-1 0-3 0,-2 1 8 0,1-1-5 0,-1 0 12 0,-2 1-6 15,-1 0 3-15,-1 0 3 0,-2 1-8 0,0 0 4 0,-1-1-8 0,-1 2-1 16,-1 0 8-16,-1-1-7 0,-2 2-2 0,-1-2-3 0,-1 1-10 15,-1-1-2-15,-2-1-13 0,0 1-21 0,-1-2-14 0,-1 1-19 0,0-1-21 16,0-1-17-16,-1-1-24 0,-1 0-25 0,0-1-29 0,-2-2-32 16,-1-1-45-16,0-3-44 0,1-1-11 0,-1-1 14 0,1-1 53 0,0 1 93 15,1-3 43-15,0 0-53 0</inkml:trace>
  <inkml:trace contextRef="#ctx0" brushRef="#br0" timeOffset="5233.66">10246 15352 1455 0,'0'0'271'0,"0"0"-93"0,1 0-68 0,2 0-17 0,0 0-9 0,2 0-35 16,1 1-22-16,2 1-21 0,1-1-8 0,2 2 4 0,0 1-10 16,0 1 2-16,0 1 5 0,0-1-7 0,0 2-2 0,0 0-6 0,2 1-9 15,-1 1 1-15,1-1-6 0,0 2 7 0,1 0 7 0,0 1 3 0,1 1 10 16,-2 1 0-16,2-2-2 0,-2 2 9 0,0 0-3 0,0-1 5 15,-1 1 6-15,2-3 0 0,0 2 9 0,-1-1 0 0,-1 0-6 0,0-1 5 16,0-1-1-16,-1-1 1 0,0 0 11 0,-1 0 0 16,-1 0 1-16,-1-1 2 0,0 0-5 0,-2-1 7 0,-1 0-4 0,-1-1 2 0,-3 1 4 15,0 0-10-15,-3-2-1 0,-1 0 0 0,-1 1-6 0,-4 0-3 0,-1 0-2 16,-3 0-5-16,0 0-1 0,-2 0 11 0,-2 0 0 0,0 0-3 16,0-2 5-16,-1 0-18 0,-1 0 0 0,2 0 7 0,1 1-4 0,-1 0 0 15,2-1-1-15,0 1-6 0,1-1 8 0,0 1 4 0,1 0-5 0,1 0-1 16,1 1-4-16,1 0-1 0,0 0 5 0,0 0-2 0,0 1-15 15,0 1 1-15,1-1-4 0,0 1 0 0,2-1 9 0,-1 0-12 0,1 1-22 16,-1 0-36-16,2 1-36 0,1-2-50 0,0 1-58 0,1-1-93 0,-1 0-140 16,0-1-84-16,0 0-111 0</inkml:trace>
  <inkml:trace contextRef="#ctx0" brushRef="#br0" timeOffset="6949.83">11000 15010 1007 0,'-9'5'123'0,"1"1"-14"0,-2 2-25 0,6 1-25 0,3 0-21 16,1 0-9-16,3 1-11 0,1 2-5 0,1 1 0 0,1 1-6 16,1 0 2-16,1 2-6 0,-1-1-3 0,2 1 3 0,-1 1 3 0,2 2 2 15,-1 2 3-15,1 0-1 0,1 3-6 0,-1 0 0 0,1 0-2 0,0 3 1 16,-1-1-1-16,1 2-1 0,-1 0 1 0,0 4-1 0,0-1 3 16,0 2-2-16,-1-1-1 0,-1-1-2 0,-1 0 0 0,-1 1 2 0,-2-1-2 15,1 0 2-15,-1-1 0 0,-2-1-7 0,0-2 4 0,-1 0 3 16,-1-3 4-16,1 0 11 0,-1-2 13 0,0-2 11 0,0 0 17 0,0-1 7 15,-1-2 1-15,1-1-4 0,-2-1-3 0,1 1 4 0,0-3-6 0,0 2-10 16,-1-1-9-16,1-1-6 0,1 1-5 0,0-2 1 0,0 0-8 16,0 0-8-16,1-1 1 0,0-1-5 0,1-1 1 0,0-1-4 0,1 0 1 15,-1-1 1-15,2 0-9 0,-1 1 6 0,1-2 3 0,0 0-6 0,0 0 1 16,0-1-5-16,1-1-1 0,1 0 4 0,0-1 4 0,1 0 7 16,2-1-7-16,1 0 12 0,2-1 4 0,1-1-9 0,0 1 2 0,1-2 1 15,2 0-3-15,1 0 13 0,2 0 5 0,2-1-15 0,1 0 13 0,0 0-10 16,1 0 3-16,2 0 8 0,1 0-8 0,3 0 5 0,0 1-7 15,2 0 1-15,-1 0 11 0,3-1-11 0,0-1 3 0,3 1-5 0,1 0-10 16,1 0-2-16,2 1 2 0,-1 0-6 0,0-1 7 0,1 0 9 16,-1 1 1-16,1-1 9 0,1 1-11 0,0-1 2 0,0 0 9 0,2 1-10 15,-2-1 10-15,0 0-12 0,1 0-6 0,0 0 9 0,2 0-13 0,1 1 11 16,1-1-10-16,-1-1 2 0,1 1 2 0,-1-1-3 0,2 1 6 16,0 0-6-16,0-1-3 0,0 2-3 0,0-1 2 0,-1 0 5 0,0 1 8 15,1-2-1-15,1 0-7 0,-1 0 3 0,0-1 6 0,0 0 8 16,1 0-1-16,-1 0 1 0,0-1-6 0,0-1 8 0,0 0-3 0,1 1-1 15,-2-1-10-15,-2 1-5 0,1 1 2 0,0 1-3 0,-2 0 10 0,0 0-7 16,-1 1 7-16,-3 1-7 0,0-1 5 0,-2 2 1 0,-1 0-8 16,0 1 6-16,-1 0-15 0,-1 1 7 0,0-1 6 0,-3 1-7 0,-1 0 2 15,-2 0-3-15,1 1-3 0,-2-1 11 0,1 1-13 0,-1 1-9 16,-2-1 13-16,-1 1-9 0,-2 1 7 0,-1 0 7 0,-1-1-12 0,-1 0 8 16,-2 1-8-16,-1-1-13 0,-1 0 5 0,-3-1-18 0,0 1-5 0,-1-1-12 15,-2 0-20-15,0-1-3 0,-2-2-23 0,-1 1-23 0,-2 0-30 16,0-2-35-16,-2 0-21 0,-2-1-33 0,-1-2-87 0,-3-3-91 15,-3-2-71-15,-5-4 58 0,-4-7 7 0</inkml:trace>
  <inkml:trace contextRef="#ctx0" brushRef="#br0" timeOffset="7483.05">10984 14579 1207 0,'-31'-13'180'0,"1"2"-87"0,-7-4 7 0,11 5-27 16,8 3-17-16,3-1-25 0,5 2-10 0,1 0-11 0,4 3-7 0,1 1-1 0,1-1-2 15,2 2-5-15,0 0-5 0,2 0 1 0,1 2-5 0,2 0 5 16,3 0 3-16,2 0 3 0,3 0 4 0,4-1 1 0,3-1 2 0,3 0 4 15,4 0 1-15,4-1 8 0,1 0 7 0,4 0 5 0,1-1 10 0,3 1 3 16,4-1 9-16,3 0 0 0,2 0-9 0,3 0 2 0,2 0-10 16,2 0-5-16,3-1 5 0,3 0-5 0,1 2-1 0,2-2 5 0,2 2-5 15,-2 1-7-15,3-1 3 0,2 1-4 0,1-1-2 0,1 2 1 0,1-1 1 16,-1 0-11-16,1 0 3 0,1 0 4 0,1 1-16 0,0-1 7 16,-1-1-4-16,0 0-4 0,0 0 6 0,-1-1-1 0,-1 1 6 0,-1-1 2 15,-2 1-1-15,0-2-3 0,-3 0-2 0,-1 0 2 0,-2 1 4 16,-4-1 4-16,-3 2 3 0,0-1 4 0,-2 1-1 0,-1 0 2 0,-3 1-1 15,-3 1 2-15,-2 0 1 0,-1 2-1 0,-1 0-7 0,-2 0 0 0,0 2-6 16,-3 0 3-16,0 1-1 0,-2 2 0 0,-1-1 2 0,0 2-4 0,-3-1-2 16,3 2 2-16,-4 2-4 0,0 1-3 0,-2 0-1 0,-3 1-1 15,-2-1-10-15,1 2 7 0,-2 0-8 0,-2 2 6 0,0 0 12 0,-2 3-1 16,-2-1 4-16,1 0-8 0,-1 3-1 0,1 1-8 0,-3 1 4 16,1 2 0-16,0 2 4 0,-1 0 1 0,0 3-2 0,-1 1-3 0,-1 1-1 15,0 1 1-15,-1 0 3 0,-1 1 0 0,0 2-6 0,0 4 3 0,-1 1-3 16,-1 2-1-16,0 2 6 0,-1-1 1 0,-1 1 2 0,0 1 7 15,0 2-8-15,0 1-3 0,-1 2-2 0,0 0-1 0,-1-1 5 0,-1-1-3 16,-2-3-8-16,-1-3-18 0,-3-2-29 0,-1-1-33 0,-4-1-38 16,-1-2-62-16,-3 0-69 0,-5-3-122 0,-2 0-155 0,-4-2-11 0,-6-1-65 15</inkml:trace>
  <inkml:trace contextRef="#ctx0" brushRef="#br0" timeOffset="8150.13">11693 14965 1075 0,'-14'-6'137'0,"1"0"26"0,-4-1-21 16,2 1-21-16,3 1-34 0,1 1-31 0,0 0-17 0,1 0-18 0,1 1-4 15,-1-1-7-15,0 2-5 0,0-1 1 0,-2 1-9 0,-1 2-1 16,0-1 0-16,-1 1 1 0,1 0 0 0,-1 1 2 0,0 0 0 0,1 1-1 15,0 0 10-15,0 1 1 0,0 1 5 0,-2-1 7 0,1 2 2 0,1-1 6 16,0 1 0-16,2 2 1 0,1-2-6 0,2 1-3 0,1 0-8 16,3 1-3-16,-1 0-6 0,2 0-2 0,1 1-4 0,2 2-1 0,2 1 0 15,2 1-2-15,2 1-1 0,0 0-3 0,4 0 1 0,1 1 8 0,2 1-4 16,3 0-5-16,1 1 3 0,2 0-2 0,0 1 4 0,-1 0 4 16,0 0 4-16,1 2 0 0,-2 0-1 0,1-2 4 0,1 2-3 0,-1-2 1 15,-2 0 10-15,-1 1 4 0,-2-2 5 0,0 0 11 0,-2-3-2 0,0 1 10 16,-2 1-8-16,-2-1 0 0,-1-1-4 0,-2 1-5 0,-1-1 3 15,-1 2-9-15,-2-1-2 0,-2-2 2 0,0 2-9 0,-2-2 3 0,-1 0-11 16,-2-1 0-16,-2-1 0 0,0-1-3 0,0 0 0 0,-3-1 0 0,0-1-6 16,-2-1 1-16,-1-2-12 0,0-1-14 0,0-2 1 0,0-2-17 15,1-1-13-15,3-1-19 0,0-2-32 0,1 0-27 0,1-2-45 0,2 1-60 16,1-1-69-16,2-1-43 0,1 0 37 0,2-1 77 0,1-2-23 16</inkml:trace>
  <inkml:trace contextRef="#ctx0" brushRef="#br0" timeOffset="8500.48">11639 15339 1207 0,'1'-4'269'0,"2"-1"-22"16,0-1-61-16,2 0-36 0,1 1-35 0,1-1-31 0,3-1-29 0,-1 2-22 15,5-1-8-15,1-1-12 0,1 1 1 0,1 0-2 0,1 1-9 0,1 0-1 16,0 2-2-16,2 0-5 0,-2 0-1 0,0 1 3 0,0-1-5 16,0 1 5-16,-1 0-4 0,-2 0 4 0,1-1 4 0,-2 1-1 0,1 0 6 15,-1-1-3-15,0 0-1 0,-1-1 6 0,-2-1-2 0,-2 1 3 0,-1-2 5 16,-1 1-11-16,-1-1 9 0,0 0 2 0,-2-1 2 0,0 0 12 15,-2 1 1-15,-1-2 1 0,-1 0-4 0,-1 0-4 0,-2-1-3 0,0-1-4 16,-2 2 1-16,-2 0-3 0,-1-1-10 0,-2 1 3 0,-1-1-4 16,-1 1 3-16,-2 1 3 0,-1 0 5 0,-2 2 0 0,0 1-2 0,2 1 3 15,0 2 2-15,-1 1 0 0,2 0 1 0,1 1 4 0,-1 1-2 0,1 2-1 16,1 1-1-16,1 1-4 0,1 0 1 0,1 2-6 0,1 1 4 16,1 1-9-16,0 1-1 0,3 1 0 0,0 2-7 0,1 0-2 0,2 1 3 15,1-1 6-15,1 3 7 0,1 0-3 0,2 0 1 0,0-1-5 0,2 1 1 16,0-1-8-16,0-1-5 0,2 1 2 0,1-1-1 0,1-2 7 15,1 0 1-15,0-2-6 0,0 1-1 0,0-1 3 0,2-1-2 0,0-1-10 16,0-1-13-16,0-3-10 0,2 2-16 0,-1-3-13 0,1 0-16 0,-1-3-28 16,0 0-28-16,0-1-41 0,-1-2-44 0,-1-1-53 0,1-1-43 15,-1-2-21-15,1 1 11 0,-1-4 87 0,1-3-87 0</inkml:trace>
  <inkml:trace contextRef="#ctx0" brushRef="#br0" timeOffset="8667.92">12529 14768 1044 0,'-5'-14'686'16,"-1"2"-447"-16,0-4 16 0,-1 6-59 0,2 2-51 0,1 1-37 0,0 2-36 16,3 1-28-16,0 2-14 0,1 2-17 0,0 1-4 0,0 2 1 15,0 2-2-15,1 2 4 0,-1 4 1 0,1 3-8 0,-1 4 4 0,-1 5-4 16,0 5 0-16,-1 5-4 0,1 2 1 0,1 4-5 0,0 1-2 16,1 3 0-16,1 2-17 0,0 0-28 0,2 2-34 0,0 1-47 0,1 0-77 15,2 0-113-15,1 1-139 0,2-1-133 0,0 2-12 0</inkml:trace>
  <inkml:trace contextRef="#ctx0" brushRef="#br0" timeOffset="10250.35">7255 15538 771 0,'-13'-12'395'0,"0"1"-153"15,-2-3 18-15,2 1-47 0,2 2-27 0,1-1-38 0,0 0-36 16,3 2-29-16,-1 1-13 0,2 0-11 0,0 2-14 0,0 3-7 0,1-2-11 16,1 4-3-16,0-1 1 0,1 1-9 0,2 2-3 0,0 1-8 15,1 1 0-15,-1 2-4 0,1 3-2 0,1 0 1 0,1 4-2 0,1 5 2 16,0 5 10-16,1 3-10 0,2 5 0 0,-1 2 2 0,1 5-9 0,0 1 9 16,-1 4-4-16,0 2-3 0,-2-1-3 0,1 0-5 0,-1 0 13 15,0-2 0-15,2-3 6 0,-1-1 1 0,2-6-7 0,-1-2 3 0,2-3 12 16,-1-4 1-16,2-1 9 0,1-4 8 0,0 0 4 0,2-2 6 15,-1-2 1-15,1-1-10 0,1-4 2 0,-2-2-5 0,0-1-1 0,1-2 11 16,0-1-18-16,1-3 10 0,0 0-19 0,-1-1-10 0,2 0 10 0,-1-2-10 16,2 0 5-16,-1-2-6 0,-1-1-1 0,1-1 0 0,0 1 1 15,-1-1-3-15,0 1-3 0,-1 1 4 0,0 0 1 0,-1 0 4 0,0 0-12 16,-1 1-3-16,0-1 11 0,-2 2 0 0,1-1-2 0,0 1-5 16,0 1-8-16,1 0-3 0,0 0-1 0,-1 1-6 0,0 0-12 0,1 0-5 15,-1 1-8-15,1-1-9 0,-2 1-1 0,1-1-4 0,0-1-4 0,0 1-1 16,0-1-1-16,0-2 9 0,0 1 8 0,1-1 7 0,-2-1 4 15,0 0 6-15,0-1 11 0,-1-1 12 0,-1-1 2 0,0 1 3 0,0-1 8 16,-2 1 1-16,-1 1 9 0,0 0 8 0,0-1 0 0,-1 1 12 0,-1 0 4 16,1 1 11-16,-1 1 4 0,1 0-7 0,-1 2 3 0,1 3-19 15,-2 0-1-15,1 1 0 0,1 0-9 0,-1 1 0 0,0 0-18 0,1 3 10 16,1 2 1-16,-1 0-4 0,2 2 3 0,0 2-10 0,1 0 2 16,0 1 6-16,1-3-3 0,0 1-10 0,0-1 7 0,1-1-9 0,0 0 12 15,1-2 0-15,0-1-12 0,-1-2 12 0,1-1-6 0,0 0 4 0,0-3 12 16,0-1-6-16,-2-1 11 0,1-1-9 0,1-1 0 0,-2-1 0 15,1-1-4-15,-1 0 0 0,0-1-4 0,-1-1-3 0,-1-1 5 0,0-1 2 16,-1 1-8-16,0 0-5 0,-1-1-2 0,-1 0 3 0,-1 0 17 0,-1 0 1 16,-2 0-1-16,0 1 2 0,-2 0-12 0,-1 0-1 0,-1 0-2 15,-1 1-6-15,-1 2 2 0,1 1-6 0,-2 1 5 0,1 2-5 0,0 0 0 16,0 3-1-16,1 1-2 0,0 2 2 0,-2 1 4 0,1 2-4 0,-1 2 0 16,1 1-1-16,1 3-2 0,2 1-2 0,0 1-6 0,1 0-15 15,2-2-19-15,1 1-16 0,1-1-13 0,2-1-17 0,3 0-8 0,1-1-25 16,2-2-19-16,2 1-15 0,1-2-5 0,3 0 7 0,2-2 13 15,1-1 21-15,0-2 24 0,1 0 25 0,-1-1 23 0,1 0 26 0,-1-1 12 16,0-1 18-16,-1 0 8 0,-1-1 5 0,0 0 15 0,-1 0 17 0,0-1 27 16,0 0 25-16,-1 1 18 0,0 1 6 0,-2 0 0 0,0 1-1 15,1-1-9-15,0 1-20 0,0 1-10 0,0-1-10 0,-1 2-11 0,0 0 5 16,1 0-10-16,0 1-18 0,0 0 4 0,0 1-18 0,-2 1 2 0,1-1-1 16,0 0-12-16,0 1 4 0,1 0-5 0,0-1-4 0,0 0 5 15,0 0-2-15,-2-2 1 0,1 1-4 0,0-2 4 0,-1 0 7 0,1-1 4 16,-1-1-4-16,0-1 3 0,-1 0 2 0,0-1 7 0,1 0 6 0,-1-1 2 15,1-2 1-15,-1 1 2 0,-2-1-2 0,0-1-5 0,-1 0-2 16,-1 0 7-16,0 1 1 0,0-1-2 0,0 1-1 0,-1-1-12 0,0 0-1 16,-1 0 2-16,0 0-5 0,0 0 4 0,-1 0-7 0,-1-1-5 15,0 0-1-15,-2 2-4 0,0-1 6 0,-1 0-1 0,0 1-7 0,-2 0-7 16,0-1-8-16,-4 1-6 0,-1 0-2 0,-1 1-4 0,-2 0-4 16,0 0 9-16,-1 1-1 0,-1 1 9 0,0 1 7 0,-1 0 4 0,-1 2 9 15,0 0 2-15,2 2 2 0,0 0 6 0,0 1 2 0,2 1-2 0,2 1-6 16,1 0-2-16,1 2 2 0,1-1-5 0,2 0 2 0,2 1-7 15,1 2-2-15,2 0 5 0,1 2-1 0,1 0-1 0,2 1 4 0,2 0-8 16,4 3 5-16,3 0-4 0,4-1-8 0,4 0 10 0,3-2-15 0,3 1-4 16,2-2-2-16,3-1-21 0,2 0-17 0,3-2-70 0,2-1-109 15,3-3-147-15,4-2-179 0,2 0 41 0,4-4-78 0</inkml:trace>
  <inkml:trace contextRef="#ctx0" brushRef="#br0" timeOffset="12200.88">5697 9250 984 0,'-52'-18'80'0,"-2"-3"6"0,-13-3 23 0,9 3-15 0,9 5-7 16,1 0-16-16,1 2-18 0,0-1-10 0,1 0-16 0,1 0-8 16,0 2-10-16,-1-1-4 0,2-1 3 0,-1 1-3 0,-1 1 4 0,-2 1-2 15,-1 1 1-15,-2 0-3 0,-1 3-1 0,-1-1-6 0,-4 1-4 16,-1 3 4-16,-1 0-2 0,-2 1 6 0,0 0 0 0,-3 2 0 0,-1 1 1 15,-1 2 0-15,-2 1 0 0,-1 2-1 0,-2 1 8 0,-1 2-1 0,-1 0 3 16,-2 2 0-16,-1 3-10 0,-2 1 4 0,1 1-2 0,-2 0-4 16,-2 4 1-16,2 0-1 0,-3 1 2 0,-1 1 2 0,3 1 3 0,-2 0-3 15,1 3 3-15,2 1-3 0,-1 1-6 0,3 1 5 0,-1 0 0 16,1 2-2-16,0 0 10 0,0 2 2 0,1 2-2 0,2 2 5 0,-3 0-3 16,1 4-10-16,1 1 12 0,38-18 0 0,-9 6 19 0,1 1 13 0,-11 7-13 15,2 2-2-15,-8 9-24 0,-1 0-3 0,-8 8-2 0,1 3-3 16,1 2-8-16,1 2 0 0,35-30 58 0,-3 5-3 0,1 1 9 0,-4 5-6 15,3 0-69-15,-3 5-1 0,1 2-10 0,-1 4 6 0,0 2 4 0,0 5-2 16,1 0 10-16,-3 6-4 0,3 2-4 0,-2 4 1 0,2 1 59 16,1 5 0-16,0-1 5 0,5 2 2 0,2 0-54 0,2-1-2 0,3 2 5 15,4 0 2-15,1-2 1 0,3 2 15 0,4 0 7 0,2-2 7 0,2 2 5 16,3-1-9-16,4-1 2 0,2 0 3 0,3 1-5 0,3 1-58 16,2-2 4-16,3 1 5 0,1 1 11 0,4-1 55 0,1 0 0 0,2 1-9 15,3-1-1-15,3 0 1 0,1 0-7 0,3-1 8 0,1 1-16 0,3-1 1 16,2 0-69-16,6 3-8 0,35 69-1 0,1-14 7 0,0-11 66 15,-1-12 4-15,-1-12 11 0,-3-10-13 0,-4-11 8 0,-8-15-6 0,2-2-6 16,2-1-28-16,60 50-14 0,-14-18 11 0,-12-21 3 0,-17-18 28 16,-5-8 7-16,-1-4-8 0,2-3-1 0,2 0 2 0,0-3-16 0,1-2 5 15,-1-1 0-15,2-5-5 0,2-2 16 0,0-2 3 0,4-2-3 0,0-3 1 16,0-2 4-16,2-1-10 0,1-1 2 0,0-2 1 0,-2 0 2 16,1-1-1-16,-1 1-15 0,0-2 3 0,0 1-4 0,-1 0 3 0,-1 0 19 15,0 2-4-15,-2-2 6 0,-1 1-4 0,-1-1-11 0,-1 0-3 16,-2-1-8-16,1 1 7 0,-1 1-1 0,-2 0 4 0,-1 0-1 0,-2-3-1 15,-2 1 0-15,-1 0-1 0,-2 0-1 0,-1-2 2 0,-2 0 2 0,-1 0-1 16,-3-1-1-16,-4 0 0 0,-1 0 2 0,-4-1-2 0,0 1 3 16,-4-1-6-16,-3 1 0 0,-3-1 3 0,-1 0-5 0,-3 0 5 0,-3-1 0 15,0 0 2-15,-4 1 2 0,1 0 1 0,-1-1-7 0,-3-1 4 16,-1 0-4-16,-3-1 2 0,-3-1 2 0,-1 1-4 0,-1-1 4 0,-2 0 1 16,-1 0-3-16,-1 0 2 0,-2 0-2 0,0 0 1 0,-3 0-4 0,1 0-2 15,-1 0 2-15,-1 0-3 0,-1-1-8 0,0 1-12 0,-1-1-19 16,0 1-80-16,1-2-78 0,-1 2-82 0,1-2-95 0,1 0-24 0,-1-2 34 15,1-2 57-15,0-3-27 0</inkml:trace>
  <inkml:trace contextRef="#ctx0" brushRef="#br0" timeOffset="12483.93">6047 15663 1276 0,'-22'-2'386'0,"4"1"-243"16,-4-1-1-16,8 2-54 0,8-1-27 0,2 0-24 0,2-1-18 15,4 1-15-15,2-1-9 0,1-1 0 0,1 0-2 0,4 0 1 0,0 1 3 16,1 0-2-16,1 1 6 0,0 1-1 0,3 0-6 0,0 0 9 0,1 0-9 16,3 1 2-16,1 1 6 0,-1 0-11 0,2 2 6 0,0-1 5 15,-2 1-10-15,2 0 8 0,-2-1-1 0,0 1-3 0,2 1 7 0,-1 0 1 16,-2 0 4-16,-1 0 5 0,-2-1 0 0,-1 0-1 0,-2 1-1 16,-1 0 5-16,-2 0 1 0,-1 1 5 0,-2 0 7 0,-2 0 2 0,-1 3 7 15,-1 0 1-15,-4 1-4 0,-1 3-5 0,-3 2-3 0,-3 1-17 16,-2 3-5-16,-1 1-8 0,-4 1 9 0,-3 4 3 0,-1 0 1 0,-2 2 5 15,-2 0-13-15,1-2-4 0,1-1-2 0,2-3-7 0,3-1-2 0,1-4-5 16,3-2-44-16,2-4-81 0,4-3-123 0,3-2-172 0,3-4-66 16,3-4 92-16,3-5-87 0</inkml:trace>
  <inkml:trace contextRef="#ctx0" brushRef="#br0" timeOffset="13584.07">11643 9310 316 0,'-19'-11'97'0,"1"0"-88"0,-5-1 10 0,7 4 0 0,5 4-2 16,0 3-3-16,3 1-3 0,1 3 7 0,2 3 7 0,1 3 13 0,1 3 19 15,1 2 10-15,1 3 11 0,2 3-1 0,1 4-10 0,2 3-11 0,2 5-4 16,3 3-4-16,3 5 11 0,2 7 7 0,4 2-10 0,3 6-7 15,2 5-14-15,4 4-12 0,2 4-3 0,3 4-9 0,3 2-5 0,3 4-2 16,0 5-7-16,1 3 0 0,1 7-2 0,-1 2-4 0,1 5 1 0,-2 1-11 16,0 2 1-16,0 4-7 0,-2 3 0 0,-2 1 5 0,0-1-3 15,-4-3-2-15,-2-5 8 0,0-6 1 0,-4-4 9 0,1-5 10 0,-4-4-4 16,-1-3 2-16,-3-4-3 0,-3-2 2 0,-2-1 6 0,-2-1 1 16,-3-2 2-16,-2 0 3 0,-3 0-1 0,-2-2 1 0,-2 0 1 0,-2-3-5 15,0-1-5-15,-2-1 3 0,1-2-3 0,-1-1 1 0,1-1 0 16,1 0-6-16,-2-2-5 0,0 0-13 0,-1-2-33 0,-1-2-61 0,-1 0-64 15,-1 0-47-15,-1-1 5 0,0-2 54 0,-2-1-97 0</inkml:trace>
  <inkml:trace contextRef="#ctx0" brushRef="#br0" timeOffset="13800.35">12269 13564 1653 0,'-9'-9'136'16,"1"2"-16"-16,-1-2-12 0,4 4-22 0,3 3-25 0,2 1-32 15,1 2-17-15,2 0-12 0,2 2-3 0,2 3 1 0,0 3 2 0,2 3-1 16,-1 4-1-16,1 3-1 0,-2 4-4 0,2 2 4 0,-1 2 2 0,1 2-7 16,2-1 4-16,-1 3-5 0,1-3-2 0,2 0 5 0,2-2-3 15,2-1 2-15,0-4-6 0,3-5-7 0,0-3 9 0,0-4 2 0,1-2 9 16,0-3 4-16,0-2 3 0,2-3-5 0,0-2-5 0,1-2-4 0,1-1-5 16,-1-1 1-16,4-2-7 0,0-1-24 0,3-1-70 15,2-5-92-15,2 0-121 0,1-1-127 0,1-2-195 0</inkml:trace>
  <inkml:trace contextRef="#ctx0" brushRef="#br0" timeOffset="14666.99">14807 15270 232 0,'-8'0'123'0,"1"0"-44"0,-1 1 22 16,3-1-7-16,2 0-5 0,2 0 2 0,0 0-9 0,2 0-8 0,0 0-4 16,1-1-8-16,1 1 7 0,0 0 3 0,1 0-2 0,0 0 1 0,2 1-9 15,1 0-4-15,3-1-4 0,1 1-12 0,3 0-8 0,1-1-9 0,4 1-10 16,3-1 3-16,2-1-4 0,3 0-2 0,1 0-4 0,3 0-6 15,1 0 4-15,3 1-5 0,1 0-1 0,2 0 4 0,0 0-2 0,3 0 2 16,1-1 3-16,2-1-1 0,-1-2 10 0,1 0 8 0,1-2 4 16,-1-1 3-16,1 0-6 0,0 1 1 0,-1-2 1 0,-2 0-3 0,0 1 4 15,-2-1 1-15,-3 0 2 0,0 1-1 0,-4-1-2 0,0 2-2 16,-1-2-6-16,-2 2-2 0,-2 0-8 0,-3 0-4 0,-2 1 0 0,0 1-3 16,-2 0-8-16,-1 0-18 0,-2 0-45 0,-1 1-54 0,-3 0-76 0,-2 0-78 15,-1 0-69-15,-2 1-24 0,-2 0 62 0,-1-1-92 0</inkml:trace>
  <inkml:trace contextRef="#ctx0" brushRef="#br0" timeOffset="14951.05">16228 14765 1733 0,'-10'-1'171'0,"1"1"-35"0,1-1 1 0,6 1-44 0,4 1-38 15,4 1-25-15,3 2-14 0,4 3 0 0,4 0-3 0,0 3-7 16,3 1 6-16,0 1-12 0,-1 4-5 0,3 2 5 0,1 2-9 0,0 3 5 15,1 0 4-15,0 1-13 0,2 0 0 0,0 1 2 0,0 0-7 0,1 1 4 16,-2-1 4-16,-1 0-1 0,-1-2 7 0,-3 0 1 0,0-2 1 16,-3-4-4-16,-3 0-4 0,0-1 11 0,-3-1 2 0,-2-1 17 0,-2 1 1 15,-3-1-2-15,-3-1 4 0,-3 1-2 0,-2-2 1 0,-2 2-4 16,-4 1-2-16,-2 0-4 0,-3-1-1 0,-2 2-2 0,-4-1-1 0,-2 0 0 16,-2 0-3-16,-5 1-1 0,1-1-2 0,-3 0 1 0,3-4 2 0,1 0-8 15,4-2-4-15,0-1-5 0,2-1-11 0,3-2-16 0,1-2-24 16,3-1-26-16,2-1-39 0,3-1-40 0,0-1-55 0,2 0-86 0,2-2-68 15,3-1-13-15,2 0 87 0,2-4-32 0</inkml:trace>
  <inkml:trace contextRef="#ctx0" brushRef="#br0" timeOffset="15450.63">17339 14379 1262 0,'-9'-25'709'16,"1"-1"-605"-16,0-7 12 0,4 2 2 0,3 4-38 0,2-2-29 0,2 3-27 16,0 2-13-16,2 5-6 0,-1 5-2 0,0 2-1 0,-2 4 7 15,-1 3-3-15,-1 1 3 0,-1 3 12 0,0 2-5 0,-1 1-5 0,0 1-3 16,-1 4-10-16,-1 3-1 0,-1 6 6 0,1 5-5 0,-1 9 1 16,1 7-4-16,0 4-1 0,1 4 7 0,1 1 1 0,0 2-5 0,1 4 0 15,1 2-12-15,-1 6-2 0,1 4 0 0,1 5-11 0,-1 7 2 0,0 3-7 16,0 1-8-16,-1 4 2 0,2-3-9 0,-1-2 3 0,1-2 8 15,1-5 7-15,1-3 18 0,0-5 8 0,3-5 5 0,0-3-1 0,2-3 1 16,1-2 1-16,1-2 1 0,1 0 0 0,0-2-5 0,2-3 11 16,0-2 0-16,0-1 4 0,1-5 9 0,1-1-10 0,0-5 8 0,0 0-2 15,-1-2 0-15,-1-2 6 0,1-2-6 0,1-1 3 0,-1-3-4 0,1-2-2 16,1-1 5-16,2-1-3 0,0-1-2 0,5-2 1 0,2 0 1 16,0 0 3-16,5-2-3 0,1 0-6 0,3-3-2 0,2-1-1 0,4-1 5 15,1-1 1-15,1-1-11 0,1-2 4 0,5 1-1 0,0-2 3 0,3-1 12 16,1 0-11-16,1-1 7 0,1-1 1 0,2 1 5 0,2-1 9 15,0-1-4-15,2-1 6 0,1-1-4 0,0 0-2 0,2-1 13 0,3-1-10 16,2-1-6-16,1-3-1 0,1 1-2 0,2-1 3 0,-1 0 6 16,2 2-12-16,0-1-7 0,1-1 9 0,0-1 0 0,1 0 8 0,-3 0-6 15,-1 1-9-15,1 0-5 0,-3 0 0 0,0 0 1 0,-1 0-3 16,-2 0 4-16,-1-1-2 0,-1 0-7 0,-3 0 3 0,-2 1 0 0,-1 1 1 16,-3 1 1-16,-2 0-9 0,-2 0 5 0,-4-1-3 0,0 1-5 0,-4 0 0 15,-2 0-11-15,-2 0-11 0,-4-1-20 0,-4-1-35 0,-2 0-34 0,-3-1-30 16,-4-1-18-16,-3 0-25 0,-4-2-39 0,-5-1-65 0,-3-1-65 15,-5-3-47-15,-3-3-9 0,-6-2 96 0,-5-7-45 0</inkml:trace>
  <inkml:trace contextRef="#ctx0" brushRef="#br0" timeOffset="15884.18">17498 13873 1436 0,'-53'-29'127'0,"-1"-2"-45"0,-10-6 41 0,17 7-10 0,11 5-35 0,7 3-9 15,4 2-22-15,6 1-17 0,5 2-5 0,5 1-10 0,3-1-2 0,3 1-4 16,4 1-9-16,4 0-2 0,3 2-5 0,5 2 3 0,2 1-2 16,5 2 3-16,3 2 0 0,3 0 3 0,4 3 3 0,2 2-5 0,6 0 4 15,4 1-1-15,4 1 1 0,4 0-4 0,3 1 2 0,5 1-1 0,1 2 1 16,5 1 4-16,3 1-1 0,1 1-1 0,5 0 3 0,1 0 0 15,2 1-5-15,2-2 3 0,2 2-6 0,1-3 0 0,1 1 6 0,2 1 1 16,0-2 8-16,2 0 2 0,-1 0 3 0,2-1 0 0,-1 0-2 16,0 1 1-16,-1 0 2 0,0 0-6 0,-1 0 2 0,-2 2-4 0,-1 0-1 15,-1 2-1-15,-2 1-1 0,-1 0-1 0,-1-1 0 0,-5 2 6 0,1-1-2 16,-4 2-4-16,0 0 1 0,-3 1-7 0,-2 2 2 0,-3 1 2 16,-3 1 1-16,0 1 3 0,-4 1-7 0,-3 2 2 0,-1 0-10 0,-4 2 5 15,-2 2 5-15,-2 2 2 0,-2 3 16 0,-4 2-2 0,-1 0 6 0,-6 2 4 16,0 1 2-16,-5 3 4 0,-2 1 5 0,-1 2 5 0,-4 2-3 15,-2 0-5-15,-3 2-4 0,-3 3-7 0,-3 1 1 0,-3 3-2 0,-2 4-9 16,-3 1 3-16,-2 1-4 0,-3 0-2 0,-2-2 1 0,-1-3-1 0,-2 0-9 16,-2-3 3-16,-1 0-6 0,-1 1-18 0,0-3 4 0,-2-2-41 15,-1-1-57-15,-1-1-77 0,-3 1-142 0,-2-4-200 0,-2 2-131 0,-6 1-128 16</inkml:trace>
  <inkml:trace contextRef="#ctx0" brushRef="#br0" timeOffset="17167.28">18636 14564 2458 0,'-9'-1'170'0,"0"0"-121"0,-1 1-10 0,4 0-10 0,3 0-3 0,3 1-24 16,2 2-17-16,1 2 2 0,3 3 1 0,2 2 3 0,1 3-1 0,-1 2-3 15,1 2-2-15,-1 3 2 0,0 3 0 0,0 0-3 0,-1 2 0 16,2-1-1-16,0 1-6 0,1-1 0 0,2 0-3 0,0 0 1 0,1 0 0 16,0-1 0-16,1-1 1 0,-1-3 10 0,0 0 1 0,0-1 1 15,-3-2 6-15,1-3-8 0,-3 0 4 0,0-1 2 0,-2-2 3 0,-3 0-1 16,-1-2 6-16,-2 0-1 0,-3 0 1 0,0-2 7 0,-2 1-4 0,-3-1 8 15,-1 0 0-15,-1-1-1 0,-2 0 9 0,-1 0-1 0,-2-2 1 16,-1 0-1-16,1 0 3 0,-1-1-4 0,0-2 5 0,0 0 1 0,2-1 0 16,0-1-6-16,0-1 1 0,2 1-2 0,1-3 4 0,2 0 3 0,1-1-9 15,3-1-1-15,0 0-9 0,3-2 7 0,1-1-4 0,3-1-1 16,1-1 2-16,3-2-9 0,3 1 4 0,1-2 0 0,5 2-1 0,1-1 1 16,3 0-1-16,1 1-2 0,3 1 3 0,0 3-1 0,0 0-2 0,1 1 3 15,-1 2-5-15,1 1 6 0,0 2-8 0,-1 1 6 0,1 1 0 16,-1 1 4-16,1 1 1 0,0 0-7 0,-1 2 10 0,0 0-14 0,2 1 3 15,-1 1 7-15,-1 0-11 0,-3 1 9 0,-1 0-3 0,-2 0-7 0,-2-1-1 16,-3 1-1-16,-2 0-7 0,-3 0-1 0,-2 0-2 0,-2-1-5 16,-1 0 4-16,-4 0 1 0,-2 0 4 0,-3 1 6 0,-4-1 11 0,-1 1 0 15,-5-1 7-15,-2 1 4 0,-2 0-3 0,0-1 7 0,-4 1 3 16,1-1 0-16,-1-1 1 0,-2 0-6 0,0 0-1 0,-1-1 0 0,0 0 6 16,-1-1 4-16,3 0 3 0,-1-1-1 0,2 1-1 0,1 1-1 0,0-1-1 15,2 1-5-15,1-1-7 0,0-1 3 0,4 2-1 0,1-1 3 16,2 1-2-16,2 0-2 0,2 0-1 0,1 1-4 0,1 1 6 0,2-1-8 15,1 2-1-15,2-1-5 0,0 3-4 0,2-1 11 0,0 1-3 16,1 3-4-16,2-1 0 0,0 1-11 0,1-1 6 0,1-1-5 0,1 0-8 16,2 0 13-16,0-1 3 0,1 1 8 0,-1-2 0 0,2 0-9 0,0-1-2 15,1-1-6-15,0-1 6 0,0 1 2 0,0-2-1 0,0-1 4 16,-1 1-1-16,0-1-5 0,-1-1 8 0,0 0-2 0,-1-1 2 0,-2 0 1 16,-1 0-10-16,0 0 11 0,-1 0-1 0,0-1 1 0,-1 1 1 0,-1-1-9 15,0 1 3-15,0 0 6 0,-1-1-5 0,0 1 2 0,0 0 1 16,0-1 1-16,0 1 1 0,0 0-2 0,0 1 1 0,0-2 1 0,0 2-2 15,0-1-3-15,0 0-3 0,0 0-1 0,-1 0 6 0,1 0 0 0,0 1-2 16,0 0 2-16,0-1-4 0,0 1 0 0,0 0-5 0,0 1 7 16,0 0-8-16,0-2 2 0,1 2 1 0,-1 0-5 0,-1 0 1 0,1 0-3 15,0-1 2-15,-1 1-12 0,1-1-6 0,-1 1-4 0,0 0-15 16,-1-1-19-16,0-1-26 0,0 1-16 0,0-2-20 0,-1 1-34 0,1-1-65 16,-2-2-105-16,0 1-123 0,1-3-35 0,-2-1 118 0,-3-4-28 0</inkml:trace>
  <inkml:trace contextRef="#ctx0" brushRef="#br0" timeOffset="17802.15">17738 14553 2514 0,'-21'-14'472'0,"7"3"-365"0,-2 0-18 0,9 5-23 0,4 3-31 0,3 1-17 16,4 3-20-16,5 2-5 0,5 4 0 0,5 5 3 0,7 5-12 16,2 4 15-16,3 5-5 0,-1 6-3 0,0 4 13 0,-2 3-11 0,-1 3-2 15,1 0 0-15,0 3-7 0,2 1-3 0,0 1-4 0,1-3 7 0,-1-2-10 16,0-2-2-16,0-4 2 0,-1-3-4 0,-3-4 3 0,1-3 8 16,-2-4 5-16,0-3 2 0,-1-2 17 0,-4-4 2 0,0-2-3 0,-1-2 4 15,-2-4 1-15,1-2 4 0,0-2 3 0,1-3 8 0,-2-2 0 16,2-2-1-16,0-3 3 0,-1-1-10 0,1-2-9 0,1-2 14 0,-2-2 0 15,1-1-1-15,0 0 4 0,-2-2-13 0,1-1 0 0,-2 2-2 16,0-1 3-16,-2 0-5 0,-1 1 2 0,0 0 0 0,-1 1-1 0,0 3-7 16,-2 1 5-16,1 4 1 0,-1 1-5 0,0 2 1 0,0 4-4 0,-1 0 8 15,-1 3-5-15,-1 1-1 0,1 1 3 0,0 2-9 0,-1 1 6 16,1 1-1-16,-1 1-3 0,1 2-4 0,0 0-2 0,0 1 0 0,2 0-2 16,0-1-2-16,0-2 4 0,1-1-5 0,0 0-9 0,-2-2-2 0,0-1-3 15,0-1 5-15,0-1-2 0,1-2 2 0,-1-2-1 0,-1-1 8 16,0-1 8-16,1-2 1 0,0 0 1 0,-1-1 3 0,1-1 8 0,1-1-1 15,-2-1 3-15,2 0-6 0,0-1-2 0,0 0 1 0,0 1 0 0,-1-2 8 16,0 0 1-16,-2-1-7 0,2 1-1 0,0 2 1 0,0 0 2 16,0 1 8-16,-1 1-7 0,1 2-1 0,-2 2-8 0,1 2 6 0,-1 2 10 15,1 1-1-15,-1 2 1 0,0 2 2 0,1 3-5 0,-1 2-1 0,0 4 0 16,0 1-7-16,1 4 5 0,-1 3 1 0,0 1-4 0,-1 2-3 16,1-1 4-16,0 2-2 0,-1-3-6 0,1-1 4 0,1 0-7 0,1-2-7 15,1-3 10-15,1 0-6 0,1-2 3 0,-1-1 8 0,2-3-6 0,0-1 7 16,0-2-9-16,0-2-2 0,1-1 2 0,-1-1-3 0,1-1 6 15,0-3-1-15,-2-1 3 0,1-1-1 0,-1-1-4 0,1-1 5 0,-1-2-5 16,0-1-4-16,0 0-1 0,-1-1-5 0,0 0-6 0,-1-3 5 16,-1 1-20-16,-1-1 4 0,0 0 0 0,-1 0-10 0,-1 2 11 0,-2-2-10 15,-1 1-7-15,-1 1-2 0,-1 0-4 0,0 2-15 0,-1 1-15 16,0 2-14-16,0 2-15 0,-1 1-12 0,0 2-18 0,0 1-21 0,-1 0-14 16,0 1-20-16,0 1-1 0,1 2 9 0,-1 1 19 0,0 3 35 0,1 0 31 15,-1 1 23-15,2-2 12 0,0 0 4 0,1-1-2 0,1-3 3 16,1 0 13-16,-1-3 3 0,2-2-103 0</inkml:trace>
  <inkml:trace contextRef="#ctx0" brushRef="#br0" timeOffset="17984.54">19513 14446 3159 0,'-12'-4'185'16,"2"2"-105"-16,0 0 3 0,5 1 5 0,3 1-19 0,2 1-38 15,2 0-29-15,3 1-14 0,0 3-3 0,1 1-2 0,0 2-17 0,-1 2-24 16,-1 1-29-16,0 2-28 0,-1 0-37 0,-1 1-55 0,1 1-92 0,-2-2-135 16,1 0-170-16,1-2-69 0,-1 0-96 0</inkml:trace>
  <inkml:trace contextRef="#ctx0" brushRef="#br0" timeOffset="18867.15">21889 14985 2355 0,'-15'1'106'0,"1"0"-61"16,-4 1-13-16,5-1 3 0,5-1-13 0,3 0-3 0,4 0-17 0,2-1-7 16,0 1 13-16,1-1 5 0,1 1 7 0,0 0 0 0,2 0-6 15,4 0 6-15,1 1-4 0,4 0 0 0,1-1 4 0,4 0-12 0,3 2 5 16,2-1-4-16,4 0-3 0,2 0 6 0,3 0-12 0,0 1 0 0,3-1 2 16,0 0-4-16,2 0 4 0,2 0 3 0,-1 0-7 0,0 1 0 15,2-2 4-15,-2 1 0 0,2 0 1 0,2-1-2 0,-1 0 4 0,0 0 0 16,1-1 4-16,-1 0 4 0,0 0-6 0,0-1 1 0,-2-1-1 15,-2 0 3-15,-1 0 0 0,-2 0 0 0,-1-2-12 0,-4 1-9 0,-2-2-11 16,-5 0-18-16,-2-1-20 0,-2-1-33 0,-2-1-39 0,-1-2-35 0,-2 2-27 16,-3-4-39-16,-2-3-62 0,0-1-66 0,-1-3-40 0,1-4 61 15,-2-3-105-15</inkml:trace>
  <inkml:trace contextRef="#ctx0" brushRef="#br0" timeOffset="19151.2">23109 14485 2667 0,'-11'0'177'0,"1"1"-74"0,-1-1-49 0,4 1 0 0,3-2-16 16,2 1-17-16,2 0-13 0,1 0-8 0,1 0 0 0,1 2 9 0,0 0 0 16,2 0 0-16,0 2-2 0,2 1 1 0,2-1 1 0,2 2-5 15,3 2 1-15,3 1 0 0,1 1-1 0,3 0-18 0,2 2 3 0,1-1-8 16,3 3 0-16,2 1 10 0,0 1-10 0,0-1 1 0,1 2 1 16,-1 0 1-16,2 0 4 0,1 0 2 0,2 1 0 0,-1-1 1 0,0-1 4 15,-1 1 2-15,-1-1 6 0,-1 1 7 0,0-3-5 0,-2 2 1 0,-2-1-6 16,-3 0 3-16,-1-1 6 0,-3-1-3 0,-4 0 3 0,-2-2 3 0,-2-1-7 15,-3-2 9-15,-1 0 2 0,-3 1-4 0,-3-1 2 0,-1 0 5 16,-3 0-3-16,-2 0 0 0,-3 1-9 0,-2-1-4 0,-2 1-11 0,-3 3-6 16,-2-1 1-16,-3 2 1 0,1-1-5 0,-2 1-6 0,1 1-10 0,0-1-27 15,1-1-19-15,0 0-44 0,2-1-53 0,2 0-51 0,0-1-70 16,3-2-85-16,2-1-71 0,3-3-11 0,4-2 117 0,4-2-41 0</inkml:trace>
  <inkml:trace contextRef="#ctx0" brushRef="#br0" timeOffset="19550.87">24467 14089 2967 0,'3'0'112'0,"1"1"-65"0,4 1-26 0,2 1-12 16,4 2-1-16,4 1 1 0,3 3-2 0,-1 2-2 0,2 0-1 0,-1 2 3 16,-2 1 2-16,-1 2 2 0,-1 1-4 0,-1 5 0 0,1 2-2 15,-1 3 2-15,0 5 4 0,-1-1-8 0,1 7-3 0,0 1-5 0,-2 5 2 16,-1 4-6-16,-2 5 0 0,-1 3-7 0,-1 3-5 0,-2 2-4 15,-1 1-5-15,-2 1 2 0,-2-1-3 0,-1 0-4 0,-1-2 1 0,-1-1 6 16,0-2 13-16,2-2 10 0,0-4 10 0,1-3 2 0,3-3 0 0,2-5 6 16,0-3-4-16,3 0 3 0,1-2 2 0,2 0-4 0,1-4 9 15,2-2 2-15,1-4-4 0,0-1 9 0,2-2-6 0,2 1-3 0,1-1-5 16,2-1-5-16,2-2 6 0,1 0-4 0,2-2 1 0,1-1 6 0,3-1-7 16,-2 0-4-16,3-2 3 0,0 1-7 0,2 0 1 0,3-1 5 15,2-1-12-15,3-2 3 0,2 1 2 0,2 0 0 0,2-2 9 0,3 0-13 16,1-2 1-16,1-2 3 0,4 0-2 0,0-3 9 0,2 0-12 0,3-3 7 15,-1-1 1-15,3-1-3 0,1 0 7 0,1-1 4 0,3-2-4 16,0-1 2-16,0 0-5 0,1 0 1 0,-1-1 1 0,-1 1-6 0,1 0-2 16,-2 0-4-16,-1 2 12 0,1-1 5 0,-2 2-8 0,-2-1-3 15,-1 0-9-15,-1 2 2 0,-1-1 2 0,-1 1-24 0,-2-1-16 0,-2 1-15 16,0-1-6-16,-3 0-12 0,-2-1-21 0,-1-1-29 0,-1 0-41 0,-2-1-42 16,-1-2-22-16,-1-1-44 0,-2-2-44 0,-2-1-18 0,0-2-15 15,-4-5 42-15,0-4 94 0,-2-5-84 0</inkml:trace>
  <inkml:trace contextRef="#ctx0" brushRef="#br0" timeOffset="19917.54">25111 13115 2896 0,'-22'-13'98'0,"3"3"-48"0,-1-3-45 0,9 4-32 0,9 2-9 0,6 2-2 16,6 0 3-16,8 1 13 0,7 1 12 0,7 1 5 0,7 1 8 0,8 2-3 15,6 2 5-15,7 1-3 0,7 1-5 0,4 2 1 0,7 0-7 16,4 2 1-16,4-1-2 0,7 1-5 0,3-2 0 0,5 1-3 0,2-1 1 16,2-1 3-16,3-1 4 0,0-2 5 0,2-1 0 0,-1-1 0 15,-4-1 3-15,1-1 7 0,-2 0-2 0,-1-1 7 0,2-1-8 0,-4 0 0 16,-5-1 7-16,-4 1-10 0,-6-1 11 0,-3 1-7 0,-3-1-5 0,-5 1 12 15,-3 0-10-15,-5 1 7 0,-5 1-4 0,-6 0-4 0,-5 2 4 16,-4 0-5-16,-3 2 4 0,-5 1 4 0,-3 2 1 0,-3 1 0 0,-4 1 4 16,-4 3-7-16,-2 1-1 0,-3 3-1 0,-5 2-4 0,-1 3 4 15,-3 2-4-15,-3 5 2 0,-1 3 5 0,-1 7 2 0,-2 3-4 0,-2 6-1 16,-1 6-6-16,-1 5-6 0,-1 7 2 0,-3 4-2 0,-2 4-8 0,-1 7-7 16,-3 3-6-16,-1 6-5 0,-2 3-10 0,0 3-20 0,-1 2-37 15,0-1-63-15,-1 1-219 0,0-1-126 0,-2 7-35 0,-3 14-70 0</inkml:trace>
  <inkml:trace contextRef="#ctx0" brushRef="#br0" timeOffset="20583.84">25621 14717 3334 0,'-8'4'149'16,"3"0"-121"-16,0-1-58 0,4 0-36 0,6-1-3 0,6 1 15 15,6 2 18-15,6 1 8 0,7 2 10 0,2 0 4 0,2-2 5 0,-2-1 4 16,1-1-4-16,-1-2-1 0,-1-2 1 0,0-2 4 0,0-2-1 0,-1-2-15 16,2-2-3-16,-2-4-18 0,2-2-14 0,-2-4-6 0,-1-3-20 0,-2-3 2 15,0-2 3-15,-3-2 6 0,-1-1 16 0,-4 1 7 0,-4-2 6 16,-3 1 8-16,-4 1 17 0,-2 0 11 0,-4 4 18 0,-1 0 16 0,-3 3 17 15,-2 1 20-15,-1 3 3 0,-2 1 5 0,-2 2-4 0,-1 1-11 0,2 2-4 16,-3 0-4-16,0 2-7 0,-1 1-2 0,0 2-8 0,0 0-12 16,-1 3-2-16,-1 2-3 0,-1 1-1 0,0 1 3 0,0 2-6 15,-1 2-3-15,-1 2 0 0,0 1-4 0,-1 4-1 0,1 1-1 0,0 2 1 16,5 0-1-16,0 4 6 0,3 1 3 0,2 2-10 0,1 3 2 0,3 1-10 16,2 2-2-16,3 2 2 0,2-1-20 0,2 1 20 0,3-2-2 15,1 0-6-15,3-2 15 0,3 1-23 0,2-2 2 0,4-2 12 0,-1-2-1 16,1-2 9-16,1-2 0 0,-1-1-4 0,3-3 1 0,-2-1 5 0,3-4-4 15,-1-1 0-15,0-2-1 0,1-2-1 0,-1-3 9 0,2-1-1 16,-2-3 3-16,2-3-4 0,-1-1-6 0,-1 0 3 0,-1-1 9 0,-2-1-8 16,-1-1 1-16,-1 1 5 0,-3 0-3 0,-1 1 6 0,-1 0 8 15,-2 0-10-15,-1 2 6 0,-3 2 0 0,-1 1-3 0,-1 1 12 0,-1 3-2 16,-2 0 3-16,-1 1 1 0,-1 1-6 0,-1 1 7 0,0 0-10 0,0 1-3 16,0 1-4-16,0 0-8 0,0 2 8 0,1 1-5 0,-1 0-6 15,0 1-1-15,0 1-3 0,1 0 10 0,0-1-11 0,1 2-2 0,0-3-11 16,0 0-9-16,0 0 4 0,1-2-8 0,0-1-2 0,1-1 5 0,0-1-4 15,-1 0 5-15,1-2 2 0,0 0-2 0,0-1 12 0,1-2 1 16,0 0 4-16,1-1 3 0,-1-1 4 0,2 0-2 0,0-1 4 0,1-2 1 16,1 1 1-16,-1-1 7 0,1-1 0 0,-1 0 0 0,2 0 3 0,0 0 0 15,1 2 1-15,-1 0-8 0,-1 1 5 0,-1 1-2 0,1 1 12 16,-1 1 7-16,0 2-6 0,-1 1 1 0,0 0-7 0,-1 2-3 0,-1 1-2 16,1 0 2-16,-1 1-9 0,0 1-2 0,0 1-7 0,-1 2-1 0,0 1-1 15,-1 0-10-15,-1 2-3 0,0 0-23 0,-1 1-3 0,-1 0-13 16,0-1-23-16,-1 0-21 0,-1 0-42 0,0-2-35 0,0-1-44 0,0-2-68 15,1-2-91-15,-1-2-38 0,1-1 25 0,1-2 119 0,-1 0-53 0</inkml:trace>
  <inkml:trace contextRef="#ctx0" brushRef="#br0" timeOffset="20850.95">27390 14685 1899 0,'3'3'642'16,"0"-1"-558"-16,3 1-79 0,1-2-34 0,0 0 1 0,3-1 16 0,1 1 8 15,1-2-7-15,0 0-10 0,-1 0-10 0,-3-1 0 0,-1 0 11 16,-1-1 10-16,-3 1 6 0,-2-1 5 0,-1-1 5 0,-2-1 1 0,-1 1 2 16,-1-1-9-16,-1-1-5 0,-2 0-4 0,-1-1-5 0,-3 0 5 0,-3 1 4 15,-2-1 1-15,0 2 7 0,-4 0 3 0,0 1 3 0,0 3 7 16,-4 1 5-16,0 2 1 0,0 1 0 0,1 2 0 0,1 1 5 0,3 2 1 16,1 1-4-16,2 3-5 0,2-1-14 0,1 3-11 0,1-1-7 0,2 3-6 15,3 2-2-15,2 0-1 0,4 0 8 0,2 1 3 0,4 0 11 16,3 0 4-16,5 1 4 0,4 1 0 0,3-2-2 0,6 1-4 0,2-2-7 15,5-3-12-15,2-1-14 0,3-1-4 0,-1-3 1 0,0-2 2 0,0-3-6 16,-1-1-18-16,1-3-20 0,-1 0-36 0,-1-3-64 0,1-1-123 16,-2-4-141-16,2-5-23 0,1-8-117 0</inkml:trace>
  <inkml:trace contextRef="#ctx0" brushRef="#br0" timeOffset="22417.89">20396 13416 1894 0,'-46'-13'165'0,"-3"-2"-83"0,-12-7-34 0,8 1-19 15,6 2-3-15,-1-1-14 0,0 0-9 0,-1 0 5 0,1-2-13 16,-2-2-1-16,-3-1-7 0,-3-1-12 0,-4 0-9 0,-1-1-4 0,-5 2 2 16,-3 0 2-16,-4 0 7 0,-4 2 9 0,-3 1 2 0,-4 1-2 0,-4 5-7 15,-3 3 1-15,-5 4 5 0,-2 4 11 0,-2 3 11 0,-1 4 3 16,-3 4 8-16,-1 5 7 0,0 4 10 0,1 4 8 0,3 3 9 0,2 4-2 15,2 2-7-15,3 5 2 0,2 3-6 0,4 4-6 0,3 5-4 16,2 3-10-16,5 4-4 0,3 5-5 0,1 4-2 0,3 6-1 0,2 6-1 16,2 2-4-16,3 6 2 0,1 4-10 0,2 5 2 0,2 6 2 0,2 5-1 15,3 5 2-15,2 5-4 0,0 2-7 0,3 3-1 0,3 3-1 16,0 3-5-16,5 2-9 0,3 2-15 0,2 5-7 0,4 0-16 0,3 4-6 16,4 5-2-16,2 0-6 0,3 1 8 0,4 0 11 0,4-5 14 0,5-3 20 15,5-4 4-15,4-8 7 0,6-6 16 0,4-10 1 0,5-9 13 16,7-3 3-16,-9-50-11 0,5 9 2 0,5-2 1 0,7 9-3 0,6-1 9 15,8 6-8-15,6-3 6 0,9 6 0 0,7-2-2 0,4-4 12 16,5-5 8-16,-37-29-3 0,6 2 4 0,1-5-6 0,7 4-4 0,4-5 9 16,3 3-4-16,1-5 2 0,8 1-7 0,1-3 4 0,6-1 2 0,1-4-8 15,5 1 4-15,2-4 2 0,5 1 5 0,2-4 2 0,4-1-6 16,2-2-5-16,-1-3-6 0,1-2-3 0,-2-2 1 0,1-2 0 0,1-1 4 16,-2-3-4-16,1 0-6 0,89-14 25 0,-13-1-32 0,-12-2 8 15,-12-3 3-15,-13-2-23 0,-12-5 34 0,-12 0-2 0,-14-1 11 0,-8-3-6 16,-1-2 10-16,-1-3 0 0,-3-3 4 0,-1 0 3 0,-4 0-15 0,-1-4 17 15,64-48-5-15,-25 13 15 0,-25 9 3 0,-21 13-6 0,-12 5 8 16,-2-2-16-16,-3-2-1 0,-3 0-10 0,-1-1-4 0,-4 0-5 0,-3-1-15 16,-2-1-2-16,-4-2 9 0,-2 1 1 0,-3-3-2 0,-5-2 3 15,-3-3-13-15,-4-1 6 0,-6-4 3 0,-3-3-12 0,-4-3-1 0,-4 0 0 16,-5-3-4-16,-3 0-1 0,-4-1-1 0,-3-1-2 0,-3 1 3 0,-1 0 4 16,-6 0 3-16,-2 2-6 0,-3 0-1 0,-3 0 6 0,-3 2 4 15,-3 0 3-15,-2 1 8 0,0 2-3 0,-3 1-5 0,0 1 5 0,-1 1 5 16,-2 0 1-16,1 1 0 0,-1 0 2 0,-1 1-11 0,-1 2 0 0,-1 2-2 15,-2 0-10-15,-2 2 3 0,-3 3-2 0,-3 3 1 0,-4 3-2 16,-6 4 7-16,-2 4 1 0,-8 7 2 0,-5 4 7 0,-3 7-7 0,-6 8 0 16,-5 5-10-16,-7 8 3 0,-5 6-9 0,-5 6 0 0,-6 7 6 0,-1 5-1 15,-3 9-4-15,-1 6-2 0,-1 7-2 0,-3 9-1 0,1 5-10 16,-2 8 11-16,4 7-5 0,2 5 5 0,4 8 20 0,4 4-11 0,7 2-1 16,5 4 1-16,10 0-31 0,7-1-11 0,9 3-40 0,9-1-60 0,9 1-68 15,11 1-130-15,10-2-160 0,12 1-38 0,10 0-116 0</inkml:trace>
  <inkml:trace contextRef="#ctx0" brushRef="#br0" timeOffset="23118.55">26245 12393 633 0,'-70'-28'388'0,"-13"0"-325"0,-22-6-34 16,5 5-39-16,5 7-13 0,-1 5 7 0,-3 5 0 0,-1 7 10 0,-3 8 5 15,-3 10-3-15,-3 9 6 0,-3 13 12 0,-1 11 20 0,-2 13 24 0,-2 12 25 16,1 9 17-16,-3 12 18 0,4 8 0 0,1 11-19 0,1 7-20 16,2 7-35-16,6 5-13 0,4 3-6 0,10 6-7 0,10 1-3 0,7 0-10 15,8 3-2-15,10 0-6 0,7 0-6 0,8 3-8 0,8 3-13 0,9 2 0 16,7 3 5-16,10 3 3 0,9 1 14 0,10 1 3 0,8-3 0 15,6-2-1-15,9-8 4 0,8-3 7 0,6-6 4 0,7-7-2 0,7-4 6 16,7-5-3-16,9-6 3 0,6-4 5 0,8-6-12 0,4-6-6 0,3-5 6 16,-46-50-1-16,13 10 7 0,2-2 3 0,18 9-7 0,2-3 1 15,17 8-4-15,3-4-1 0,17 9 6 0,4-5-6 0,3-4 10 0,-66-33 2 16,9 1 6-16,3-3 15 0,9 2-5 0,0-4-1 0,9 1 9 16,2-4-9-16,9 1 5 0,0-6 5 0,8 1 7 0,1-5-11 0,9-1-2 15,-1-5-10-15,8-2-23 0,131-4 7 0,-11-12-11 0,-21-12 2 0,-23-10 2 16,-20-8-2-16,-21-5 9 0,-21-4 6 0,-19-2-1 0,-10-3 2 15,-3-3 4-15,-2-5 3 0,93-63 11 0,-35 8 1 0,-32 10-6 0,-30 15 8 16,-18 4-13-16,-5 1 1 0,-2-5-1 0,-6 0-3 0,-6-2 0 16,-5-1-3-16,-7-1-10 0,-8-2 0 0,-7 2 7 0,-6-2 1 0,-5 2 12 15,-8-2 7-15,-4-3 6 0,-7 0 13 0,-6 0 4 0,-4-3 7 0,-5 1-12 16,-4-1-6-16,-5-4-8 0,-6-2-9 0,-6-1 0 0,-3-2-9 16,-7-1-6-16,-3-3-10 0,-6-1 2 0,-3 0 4 0,-6-1 1 0,-7 1-1 15,-5 3-7-15,-6 2-1 0,-3 7 6 0,-6 5 9 0,-3 4 6 0,-4 7 1 16,-7 2 3-16,-5 5-3 0,-6 3 1 0,-10 3-2 0,-6 6-13 15,-6 2 8-15,-8 5-19 0,-4 6 0 0,-10 6 2 0,-7 3-8 0,-7 7 12 16,-8 5-10-16,-5 5 0 0,-5 6-9 0,-4 7-7 0,-3 5 0 0,-6 7-21 16,-8 7-26-16,-9 9-39 0,-7 8-49 0,-7 8-57 0,-2 9-82 15,-2 9-156-15,-2 10-256 0,-7 10 59 0,-5 9-1 0</inkml:trace>
  <inkml:trace contextRef="#ctx0" brushRef="#br0" timeOffset="23684.19">10026 14823 3164 0,'-49'-9'27'0,"-13"-3"15"0,-11-5 12 0,-9-4-4 16,42 3-17-16,11-3-19 0,7-5-10 0,10-4 3 0,5-7-25 0,6-2 9 15,6-3 2-15,7-2-2 0,5 0 14 0,7 1-10 0,7 0-4 0,8-3 1 16,7 0 1-16,7-3-18 0,6-1 5 0,9-1-1 0,7-1-4 15,6 0-11-15,6 2 10 0,5-1-11 0,6 3-10 0,4 1 17 0,5 3-16 16,7 4 5-16,3 2 20 0,4 3 6 0,3 1-3 0,3 2 2 16,3 4 3-16,2 3 1 0,4 6 9 0,3 4-1 0,1 5-6 0,2 3 2 15,0 4 6-15,-1 4-4 0,1 3 1 0,1 4 0 0,-2 2 1 0,2 4-1 16,-2 3 4-16,1 2-3 0,-5 3-4 0,0 4 7 0,-1 1-4 16,-4 6-4-16,-1 2 6 0,-1 5 1 0,-6 4 2 0,-3 5 4 0,-8 4-9 15,-5 4 5-15,-6 5 1 0,-8 4-4 0,-6 7 8 0,-6 4 0 0,-9 3 8 16,-9 7 9-16,-7 3-4 0,-10 3 2 0,-8 4 4 0,-9 5-2 15,-10 2 10-15,-8 2 0 0,-9 4 1 0,-9 0 1 0,-10 4-11 0,-9 3 1 16,-12 4-7-16,-9 5-4 0,-11 1 2 0,-10 4-9 0,-8 0 20 0,-7-1 11 16,-9 1-3-16,-7-2 14 0,-6 2-14 0,-7-6 4 0,-5-2 6 15,54-63-13-15,-15 15-13 0,-5-3-7 0,-19 13-9 0,-4 0 9 0,-18 13-7 16,60-51 13-16,-9 6-3 0,-11 4-23 0,-10 5 5 0,0-2-29 0,-9 4 4 16,-1-5 10-16,-7 4-8 0,0-6-11 0,-7 1-18 0,3-8-35 15,-7 0-73-15,4-9-124 0,-7-3-220 0,6-12-222 0,-6-7 51 0,5-14 2 16</inkml:trace>
  <inkml:trace contextRef="#ctx0" brushRef="#br0" timeOffset="55536.8">4415 10974 1262 0,'-19'-8'72'0,"-1"3"33"0,-4 0-26 15,5 3-16-15,3 3-11 0,0 1-18 0,1 0-5 0,-1 0-8 0,-2 3-12 16,1 3-1-16,-1 1-13 0,-1 4-12 0,-1 1-17 0,0 0-14 0,-1 3-14 16,0 1-6-16,1 0-2 0,-1-1-4 0,0 0 9 0,-2-2 12 15,0 0 12-15,-1-2 9 0,-1 0 13 0,-1 0 8 0,-1 0 2 0,1-1 9 16,-1 3 1-16,-2-1 7 0,1 1 6 0,-2 1 7 0,1-1 12 0,-2 2 9 16,0 0 4-16,-1 0 7 0,1 2-10 0,-2-1 3 0,2 1-2 15,-1 0 0-15,2 2 6 0,0 0 1 0,3-1 4 0,-1 2-1 0,2-1 0 16,1 1-11-16,1 0-5 0,3-1-6 0,2 1-9 0,2 0-1 15,4 1-8-15,1 1 0 0,3-1-6 0,1 0-1 0,3-1 3 0,3 0-10 16,1-1 4-16,2 1-1 0,3-2-6 0,1 3 8 0,3 0-5 0,3 0-1 16,2 0 2-16,0 1-5 0,3 0 7 0,2 0-9 0,2-1 1 15,2 0 2-15,1 1-3 0,0 0 6 0,1 0 3 0,0 1-6 0,1 0 2 16,2-1 0-16,-1-1-1 0,4 1 6 0,0 0-2 0,2 0 3 0,1 1-2 16,2-1-3-16,0 0 2 0,1-2-8 0,5-1 3 0,-1-2 2 15,2-1 4-15,5-3 5 0,-1 0-4 0,2-2-2 0,1-1-1 0,1-2-4 16,2 0 7-16,0-2 5 0,1-1-4 0,0-2 2 0,1-1 3 15,0-1 0-15,-1-2 7 0,3-1 5 0,-5-1-4 0,1-1 12 0,-2-2 8 16,-2 0 15-16,1-2 6 0,-1 0 3 0,-2-2 0 0,0 0-2 0,-3 0 6 16,4-2-1-16,-4-1 2 0,-1-1-10 0,1-1-4 0,-2 1-9 15,1-2-7-15,-1-2-2 0,-1 0-3 0,-3-1-8 0,0-4-2 0,-1 0 3 16,0-1-9-16,2-1-1 0,-5 0-6 0,1 0-6 0,-3-2 6 16,-1 0 1-16,-2-3-3 0,1 0 2 0,-4 0-14 0,0-2 3 0,-3 1 9 15,-2-2 3-15,-1 0 1 0,-1-2-1 0,-4 0-1 0,1-1-4 0,-4-2 7 16,1 1-5-16,-3-3-5 0,-3-1 5 0,-1-1 2 0,-3-2-6 15,-3-1 4-15,0 1-5 0,-3-3 3 0,-4 0-5 0,-2 0 6 0,-3-1-3 16,-1-1-3-16,-2 1 11 0,-3 0-6 0,-3 1 0 0,-2-1 1 0,-4 1-1 16,-1 0-3-16,-6 1-4 0,-2-1 4 0,-5 3 3 0,-2 2 0 15,-3 1-6-15,-2 2-1 0,-2 3 0 0,-4 1 6 0,-3 4-4 0,-4 2-11 16,-3 4-12-16,-2 4-14 0,-4 3-5 0,-3 4-20 0,-3 5-33 16,-2 5-32-16,-6 6-45 0,-2 6-52 0,-1 6-91 0,-5 8-148 0,0 8-101 15,-4 8-220-15</inkml:trace>
  <inkml:trace contextRef="#ctx0" brushRef="#br0" timeOffset="66686.78">3340 12867 1059 0,'-20'-1'445'0,"-1"-2"-347"0,-2 0-46 15,7 2-34-15,4-1 6 0,1 2 18 0,0 0 20 0,0 1-2 0,1 1-7 16,2 1-25-16,-1 1-18 0,1 1-14 0,-2 2-8 0,1 2-5 0,0 3-6 16,1 0 4-16,2 0-4 0,-1 2 4 0,1 1 2 0,1 2-2 15,0-1 9-15,1 2-5 0,0-1 7 0,-1-2 3 0,2 1 4 0,-1 0 1 16,0-1-6-16,0 0 9 0,1 1-4 0,1 0 5 0,0 0 11 0,2 1-3 15,-1 1 4-15,1-1 0 0,1 1-4 0,0-2 2 0,2 3-1 16,1 0-1-16,1-1-8 0,1 0 8 0,1 2-2 0,0-1-1 0,1 3 4 16,1 0-10-16,1-1 5 0,2 2-3 0,1 1 2 0,2 0 0 0,-1 0-4 15,1 0 0-15,2 1-1 0,0 0 2 0,2 1 3 0,0 0-4 16,3-1 4-16,1-1-1 0,2-1-4 0,0-1 5 0,0 0-2 0,2-1-3 16,1 2 1-16,1 0 6 0,2-1-4 0,4-1 4 0,-1 1-5 0,4-3-7 15,0 0 2-15,0 0 8 0,3-3-2 0,1 1 4 0,1 0-4 16,4-1-3-16,0-2 3 0,2 1-5 0,2 0 0 0,2 0-4 0,1 0 0 15,2 0 4-15,1 1 3 0,2 0-3 0,1-1-3 0,0 2 2 16,2 0-5-16,1 2 2 0,-2-3 2 0,3 3-3 0,-1-2 3 0,0-1 2 16,1 1 0-16,0-3 4 0,1 0-5 0,-2-2-3 0,2-3 7 0,1 1-3 15,0-3 8-15,1-1 12 0,1-2 10 0,0-1 17 0,1-2 16 16,-1-1 3-16,1-3-6 0,-1-1-4 0,1-1-8 0,-2 0-5 0,1-2 4 16,0-1-5-16,-1 1-5 0,0-3-2 0,1 0-6 0,-2 0 0 15,-1-1 0-15,0-1-1 0,0 0 2 0,-2-1-7 0,-1-1 0 0,-2 0-3 16,-1 0-7-16,0 0 2 0,-2-2-3 0,0-1 2 0,-3 1-8 0,-1-1 1 15,-1-1 3-15,-2-2-3 0,-2 1 7 0,-1-3-6 0,-3-2-5 16,0 0 8-16,-3-1-8 0,1 0 6 0,-2-2 3 0,-3-1-9 0,0-3 2 16,-4 1-5-16,-1-2 0 0,-3 2 4 0,-1-2 2 0,-4 0 3 0,0-1-4 15,-4 1 2-15,-2-2-2 0,-1 3 5 0,-3-1 1 0,-3 3 1 16,-2-1 2-16,-1 0-4 0,-2 0 1 0,-3 1 4 0,-2 0-15 0,-4 2 13 16,-3-1 2-16,-3-1-6 0,-1 0 14 0,-3-2-18 0,-3-1-7 15,-1 2-1-15,-3-1-2 0,-2 1-1 0,-3-1-1 0,-1-1-1 0,-4-2-8 16,-2 2 9-16,-3-1-2 0,-2 3-3 0,-2-1 3 0,-3 3-10 0,-4-1 9 15,0 2 8-15,-3-1 2 0,-4 2 3 0,-2 3-6 0,-3-1-1 16,-4 3 1-16,-1 0 5 0,-3 0-4 0,-3 2 7 0,-3 0-1 0,-4 1 3 16,-3 1 3-16,-1 1 2 0,-4 0 7 0,-1 2 1 0,1 0 6 15,-5 2 2-15,1 0-1 0,-4-1-1 0,1 0-4 0,-2 0-3 0,0 2 3 16,-1-2 3-16,1 0-9 0,-1 0-5 0,-2 2-5 0,0 2-16 0,0 3 1 16,-2 4-5-16,-1 6 1 0,1 5 4 0,0 5 0 0,-2 7-3 15,2 5-8-15,-3 4-15 0,3 7-33 0,1 7-45 0,-1 7-74 0,1 5-95 16,1 8-221-16,-1 8-242 0,-2 6-199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3:08:36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7799 13168 3887 0,'-14'12'57'15,"3"-1"-20"-15,-2 4-29 0,7-2-8 0,8 0-6 0,3 2-8 0,2 2-11 16,0 2 5-16,-3 6-3 0,0 3 11 0,-2 3 2 0,-2 4-28 15,-1 4-7-15,0 4-16 0,-1 5-8 0,0 5 0 0,0 3-30 0,0 4-18 16,0 4 3-16,0 3 6 0,0 4 33 0,-1 4 28 0,0 0 10 0,0 6 9 16,-2 0 13-16,0 5 10 0,-1 0 13 0,-1-1 11 0,0 1 5 15,-1-4 2-15,0-1-2 0,1 0-9 0,1-5 1 0,2 0-2 0,2-2-5 16,1-5-1-16,2-1-2 0,1-3-3 0,3-5-5 0,2-1 8 0,-1-3-3 16,2-2-3-16,1-3 12 0,2-4-3 0,1-4 3 0,2-1 2 15,0-5-1-15,3-1 3 0,2-5-6 0,1-2 13 0,3-3-1 0,3-2 5 16,-1-2 10-16,5-3-11 0,0-1-5 0,2-4 3 0,0-4 0 0,3-1 5 15,1-4-7-15,0-1 0 0,4-3 0 0,0-2 1 0,2-3-3 16,3-1-5-16,1-4-4 0,2 0-3 0,1-3-1 0,3 0-10 0,1-1 5 16,3-2-4-16,2 2-4 0,3-3-7 0,1 0 9 0,3 2 2 15,3-1 4-15,2 1 9 0,4-1-11 0,3 0 0 0,1 2-1 0,2-1-3 16,4 1 0-16,2-1 0 0,2 1 10 0,3 3 13 0,2-2 9 0,3 2 0 16,0 1 6-16,2 1 10 0,3 3-6 0,1 1 6 0,0 3 11 15,2 0-22-15,0 3 12 0,1 0-6 0,2 1-7 0,2 0 22 0,1-1-30 16,0 1-24-16,-1 0 0 0,0 0 0 0,0 2 0 0,0-3 0 0,0 1 0 15,1-2 0-15,1 0 0 0,-2-1 0 0,0-2 0 0,-1 0 0 16,-2-3 0-16,1 1 0 0,-2 1 0 0,-3-1 0 0,2 1 0 0,-4-2 0 16,-1-1 0-16,0 2 0 0,-4-2 0 0,0-1 0 0,-4 1 0 15,0 0 0-15,-4 1 0 0,0 0 0 0,-4 1 0 0,-2 1 0 0,-2-2 0 16,-4 1 0-16,-2 0 0 0,-2 1 0 0,-4-2 0 0,-2-1 0 0,-3-1 0 16,-4 1 0-16,-5-2 0 0,-3 0 0 0,-5-2 0 0,-4-1-54 15,-5-2-37-15,-4-1-20 0,-5-2-37 0,-5 1-54 0,-5-2-71 0,-5-1-102 16,-5-2-175-16,-6-1-236 0,-5-5 94 0,-5-1 21 0</inkml:trace>
  <inkml:trace contextRef="#ctx0" brushRef="#br0" timeOffset="432.7">8377 13269 3335 0,'-53'-15'115'15,"2"-2"-74"-15,-8-5-3 0,16-1-6 0,13 1-6 0,7 1-11 0,5-2-13 16,5 1-7-16,6 1-1 0,5 1-7 0,4 1 3 0,4 0 1 0,7 0-4 16,7-1 4-16,6-1-6 0,8-1 0 0,6-2 0 0,8 0 1 15,9-1-1-15,5 1 2 0,7-1-4 0,8-1-3 0,4 1 2 0,6-1 2 16,6 1-13-16,6-1 14 0,5 1 3 0,6 0 4 0,4 1 14 0,3 0-1 15,6 1 1-15,4 0-5 0,4 2 7 0,3-1-8 0,4 1 1 16,6-1-1-16,0 2 0 0,4 0-5 0,0 1 0 0,0 1 5 0,-1-1 0 16,-4 3 3-16,2 0-3 0,-4 2-2 0,-1 3 2 0,-2 2 11 0,-3 2-4 15,-3 3 8-15,-4 2-4 0,-3 3 5 0,-4 3 8 0,-4 3-11 16,-4 2 1-16,-6 5-4 0,-3 3-7 0,-5 4 12 0,-6 1 0 0,-3 4 0 16,-9 3 9-16,-6 4-10 0,-6 4 9 0,-7 4-1 0,-9 4-16 0,-8 4 20 15,-6 3-1-15,-6 5-1 0,-5 4 29 0,-5 7-14 0,-5 4-5 16,-2 4 3-16,-3 4-6 0,-2 4-14 0,-3 4 15 0,-2 6-3 15,-2 5-7-15,-1 4 11 0,-1 4-17 0,-2 3-4 0,0 3-6 0,-2 2-10 16,1 3 8-16,-1 0-6 0,1 0-22 0,1-4 20 0,-1-5-16 0,0-4-7 16,-1-6-9-16,0-9-63 0,-3-7-52 0,-1-7-83 0,-2-6-124 15,-3-4-295-15,0-5-287 0,-2-4-142 0</inkml:trace>
  <inkml:trace contextRef="#ctx0" brushRef="#br0" timeOffset="1049.64">8939 13917 2796 0,'1'-4'98'0,"1"0"-30"0,3-1 2 0,0 2 6 16,3 2-9-16,4 3-18 0,2 3-22 0,2 3-25 0,1 3-6 15,1 4-1-15,-1 3 5 0,-3 5 9 0,0 5 2 0,-3 3 1 0,-1 5-12 16,-2 4 0-16,-3 6-4 0,-2 3 1 0,-1 3-2 0,-1 4 1 0,-2 2-7 15,-2 1 2-15,-1 1-7 0,-2 0 8 0,-1-1 0 0,0-3 7 16,-2-3 11-16,1-4-8 0,0-4-2 0,1-4 4 0,2-7 1 0,0-4 9 16,1-7 6-16,1-4 1 0,1-5 12 0,1-4 3 0,1-4 9 0,1-2 3 15,-1-3 3-15,1-2-5 0,0-1-1 0,-1-3-5 0,1-2-18 16,0-3-3-16,0-3-4 0,1-3-3 0,1-1-3 0,1-2-3 0,2-2-10 16,1-1 0-16,2 1-1 0,2 0 5 0,1 1-4 0,1 3-2 15,-1 0 2-15,3 1-3 0,1 4 5 0,1 0 6 0,1 1-8 0,2 0 6 16,2 1-4-16,1 0 8 0,2 0-1 0,-1 0-7 0,1-1 0 0,2 1-9 15,-1 0 5-15,0 0 3 0,0 0 3 0,0-3-2 0,-3-1-13 16,1-2-2-16,-1-1 13 0,-3-3-2 0,0-2 21 0,-1-1 0 0,-4-2-15 16,0 0 8-16,-1 0-6 0,-2-2 5 0,-2 0-1 0,-2-2-2 15,-4 1 7-15,-1-3-3 0,-2-1 3 0,-4-1-13 0,-2 0 12 0,-3 0 3 16,-3 1 4-16,-4-2 1 0,-2 1-13 0,-2-1 13 0,-2 0-22 0,-3 3 19 16,0-1-1-16,-3 4-7 0,-2 2 19 0,-2 2-17 0,-1 5-1 15,-4 3 2-15,1 3 5 0,-2 5-5 0,-2 3 2 0,0 4-10 0,-2 6-2 16,2 4 0-16,-1 4 4 0,-1 5-10 0,-2 4 2 0,1 4 2 0,0 3-21 15,2 3 17-15,3 2-8 0,-1 2-7 0,4 0 13 0,1 2-21 16,4-1-2-16,3-1-5 0,3 1-14 0,4-2-17 0,4-1-38 0,4-3-41 16,7-3-58-16,4-3-84 0,4-1-143 0,6-3-159 0,5 0-68 0,4 0-158 15</inkml:trace>
  <inkml:trace contextRef="#ctx0" brushRef="#br0" timeOffset="1449.78">9838 14154 3419 0,'-4'8'81'0,"2"-1"12"0,0 2-33 0,3 0-9 0,2 0-13 15,3 2-18-15,2 1-13 0,-1 2-11 0,2 0-3 0,-1-1-5 16,0 2-1-16,-1 1-6 0,0 1-6 0,-1-2-3 0,2 2 3 0,-2-1 1 16,3 0-1-16,2-2-3 0,0 0-7 0,1-2 13 0,1-1 1 15,0-2 12-15,2-1 4 0,1 0-6 0,-1 0 11 0,0-1 0 0,0 0 9 16,-1-2 0-16,2-2 4 0,-1-2-4 0,1-1 2 0,-1-2-3 0,-2-1 3 15,-2-1 7-15,-1-3 1 0,0-1-6 0,-1-2 0 0,-2-1-3 0,0-2-1 16,-3-2 6-16,-1-1-6 0,-3 1-3 0,-4-2-4 0,-3 0-4 16,-3 0-4-16,-4 0 4 0,-2-1-11 0,-2 1 2 0,-5 2-2 0,-1 1-2 15,-3 1 7-15,-1 3 3 0,0 4-1 0,-1 2 4 0,0 4 6 16,0 3 5-16,1 3 3 0,0 2-3 0,1 4 2 0,0 0-3 0,2 1 1 16,3 1 1-16,1 2-5 0,2 0 7 0,2 1-9 0,1 1 5 15,3-1-8-15,2 0-4 0,4-1 8 0,2 0-8 0,2 0-2 0,4-3 6 16,2 0-1-16,3 0 1 0,1-2-4 0,3-2-6 0,4-1-5 0,3-3 4 15,0-3 0-15,4-1 1 0,2-2-1 0,2 0-2 0,2-4 2 16,0-1-2-16,3-2-4 0,-1-1-1 0,3-1-10 0,-2-1 0 0,1 0 1 16,0-1-6-16,1-1-10 0,-1 0-28 0,0-1-30 0,0 1-24 0,0-2-30 15,0-1-32-15,1 1-39 0,0-1-63 0,0-1-39 0,-2-1-50 16,1-2-29-16,-1-2 36 0,2-2 39 0,0 0 9 0</inkml:trace>
  <inkml:trace contextRef="#ctx0" brushRef="#br0" timeOffset="2049.85">10750 13478 2943 0,'-14'-7'143'0,"-1"0"20"16,-1 1-15-16,3 1-14 0,3 4-33 0,2 2-40 0,0 1-23 0,1 3-25 15,0 1 1-15,-1 4-5 0,1 3-1 0,-2 3-4 0,0 3-2 16,0 6-4-16,1 3 13 0,1 1 7 0,2 4-9 0,1 0 5 0,0 2-20 16,3 4 2-16,1 2 4 0,1 3-6 0,3 3-15 0,0-1 2 15,3 0 0-15,3 0-4 0,1-2 10 0,3-5-8 0,0-3-14 0,2-3-15 16,1-1-8-16,2-1-20 0,2-4-21 0,2-1-27 0,0-2-36 0,3-5-38 15,-1 1-107-15,1-3-132 0,2-2-62 0,-1-1 5 0,-1-2 101 16,-3-4 135-16,-3-2 105 0,-1-4 72 0,-2-3 42 0,-4-3 29 0,-2-3 10 16,-5-2 16-16,-4-1 19 0,-4-1 16 0,-3-1 18 0,-4-2 12 0,-2 0 13 15,-4-2 9-15,-4 0-9 0,-3-2-19 0,-4-1-30 0,-5 2-22 16,-3-3-3-16,-2 1 5 0,-3 1 29 0,0-1 89 0,0 2 66 0,2 1 54 16,5 3 15-16,2 2-76 0,3 2-65 0,3 1-36 0,1 1-36 0,2-1-30 15,2 2-5-15,0 0-13 0,3 2 0 0,1 1 5 0,1 0 4 16,3 2 7-16,2 1 3 0,3 1 9 0,2-1 7 0,2 0-2 0,2 0 5 15,2-1-3-15,2-1-4 0,3 0 1 0,3-1-2 0,2 0 10 0,5-1 3 16,2-1 4-16,5-1-6 0,2-1-7 0,1 0-13 0,3-3-33 16,0 1 3-16,2-2-12 0,0-1-2 0,2 1 9 0,0 2-20 0,-1 0-2 15,0 3 1-15,-2-2 1 0,1 2 10 0,-1 1 0 0,-1 2-1 16,-1 1-1-16,-1 1 8 0,-3 2-2 0,0 1 3 0,-1 0 4 0,-2 2-1 16,0 0 5-16,1 0 16 0,-2 1 3 0,0-1-4 0,1-2-10 15,-2 0-20-15,1 0 2 0,0 0 3 0,-1-2 1 0,1-1 3 0,-1-1 1 16,1-1-1-16,0 1-10 0,-1-2 1 0,0-2 0 0,-1 0-3 0,-1 0 30 15,-1-2-1-15,-1 0 1 0,0-1 1 0,-1-2-15 0,-2 0 8 16,1-1 2-16,-2-1 4 0,-2-1 7 0,-1 1 2 0,-4-1-4 0,-2-1 14 16,-1 1-1-16,-3-3-5 0,-2 2 6 0,-1-2-15 0,-5-1-4 15,-2 2 1-15,-1-1-8 0,-2 0 2 0,0 0 4 0,-2 1-4 0,0 0 6 16,-1 1-3-16,1 1 3 0,0 1 0 0,0 2 6 0,0 2 1 0,1 3-5 16,0 3 4-16,1 2-6 0,2 3-5 0,-1 1 3 0,3 4-7 0,-1 2-1 15,0 2 1-15,3 3-8 0,1 3 2 0,2 1-8 0,3 0-4 16,2 2 0-16,3 0 1 0,2 1-1 0,4 2-2 0,2 0-5 0,3-1-6 15,3 0-8-15,4-2 1 0,2-2-12 0,2-1-13 0,3-3-12 16,1-1-11-16,4-3-14 0,3-3-5 0,5-1-24 0,0-4-20 0,3-1-29 16,0-1-27-16,3-2-41 0,1-1-66 0,0 0-142 0,-1 0-46 0,-1 0 78 15,-2 2 103-15,-2-1 112 0,-2 1-36 0</inkml:trace>
  <inkml:trace contextRef="#ctx0" brushRef="#br0" timeOffset="2333.4">11657 14530 3421 0,'12'-5'95'15,"1"-2"3"-15,7-2-15 0,3-1-7 0,2-3-18 0,4-2-31 16,1 0-31-16,2-1 0 0,-2 1-11 0,1 0 3 0,-4 0 2 0,1 1-11 16,-1 3 4-16,0-1-2 0,-1 1 2 0,-1 0-8 0,1 1-2 0,-1 0-7 15,2 0-5-15,-1 0-1 0,-1-1-5 0,0 2-3 0,-4 1-12 16,0 0-22-16,-2 2-27 0,-3 0-30 0,0 0-31 0,-1 1-44 0,0 2-70 16,-2 0-94-16,0 0-117 0,-1 1-58 0,-2-1-74 0</inkml:trace>
  <inkml:trace contextRef="#ctx0" brushRef="#br0" timeOffset="2851.67">12293 12972 2309 0,'-8'3'1308'0,"-3"1"-1259"0,-2 2 18 15,2 2-4-15,3 0-15 0,2 2-22 0,3 4-24 0,2 2-8 0,2 5-2 16,0 6 0-16,-1 3-3 0,0 7-7 0,-1 3 3 0,0 5-16 16,0 4 10-16,0 4 0 0,0 4-4 0,2 1 12 0,1 3-31 0,1 0-18 15,1 0-20-15,2 0-13 0,0-1-1 0,0 0-3 0,1-1 25 16,1-1 13-16,0-3 8 0,0-3 20 0,2-3 2 0,1-4 13 0,0-3 11 16,2-5 5-16,1-4 2 0,0-4 0 0,1-5 4 0,1-5-4 0,-1-1 5 15,0-4 0-15,0-3 0 0,-1-3 7 0,-1-3 1 0,-2-3-7 16,0-5-3-16,-1-2-8 0,0-4-9 0,-1-4-1 0,0-3 1 0,-1-2 1 15,-1-3-2-15,-1-3 1 0,-1-2 2 0,-1-2 7 0,-1 1 7 0,1-2 5 16,-1 4-1-16,1 2 1 0,1 0 2 0,1 4-3 0,0 1 3 16,1 2-1-16,-2 3 1 0,1 3 6 0,-1 4 4 0,0 2 5 0,0 2 3 15,0 2 4-15,0 3-1 0,-1 1-4 0,1 0-9 0,1 2-4 0,0 0-3 16,0 2-10-16,0 0 5 0,1-1-3 0,0 0-2 0,-1 0 2 16,2-2-6-16,0-1 6 0,1-2 0 0,0 0 1 0,1-2-4 0,0-1-1 15,1-1 5-15,-1-1 10 0,0-1 4 0,0-2 6 0,0-1 2 16,0-1 0-16,0-1 13 0,-1-1-6 0,-2 0 3 0,-1-2-8 0,0 0-5 15,-3-2-7-15,-2 0-1 0,0 0-15 0,-3 0-7 0,0 0 25 0,-3 0-10 16,-3-1 19-16,-1 0-2 0,-2-1-18 0,-2 1-3 0,0 0-8 16,-1 2-3-16,0 0-8 0,-1 2-3 0,0 2 1 0,1 2-8 0,0 3 4 15,0 2-7-15,-1 2-7 0,1 2 1 0,-2 3-10 0,0 2 5 0,0 2-1 16,1 2-15-16,1 2-11 0,-1 0-8 0,2 1-22 0,2 2-23 16,1 0-40-16,2-2-47 0,2 2-57 0,1-1-41 0,2 1-25 0,2-1-15 15,1 0 24-15,3-1 59 0,1 0 77 0,2-2 74 0,2-3 0 16,2 2-48-16</inkml:trace>
  <inkml:trace contextRef="#ctx0" brushRef="#br0" timeOffset="3366.79">12744 14034 317 0,'14'-2'247'0,"2"-1"-12"0,3-2-7 16,-1 1-16-16,-3 0-30 0,-1 1-33 0,0-1-28 0,-1 0-18 0,-1 0-16 15,0 1-18-15,-3 0-8 0,1-1-13 0,-1 1-5 0,0-1-15 16,-2 1-4-16,1-1-4 0,-2 1-13 0,0-1 2 0,0 1-5 0,-1-2 1 16,1 1-1-16,1 0 1 0,-1 1 0 0,0 0 1 0,1 0 3 0,0 0 4 15,1 0 11-15,-1-1 11 0,1 1 13 0,0 1-3 0,-1-2 3 16,1 2-4-16,0-1 1 0,0 0 7 0,0 1-6 0,-2-2-4 0,2 1-1 15,-1 0 9-15,0 0-13 0,-1-1 2 0,0 0-5 0,-2 0-17 0,0-1 8 16,-1-1-13-16,-1 0-7 0,1 0 5 0,-1 0-7 0,0-1 4 0,-1 0 0 16,1-1-9-16,-1 0 4 0,-1 0 3 0,1 0-7 0,-1 0 6 15,0 0 1-15,0-1-2 0,-1 1 7 0,1 1-1 0,-1-1 6 0,0 2 11 16,-1-2 3-16,-1 1 6 0,-1 0-5 0,-1-1 1 0,-2 2-4 16,-1-1-10-16,-2 1-1 0,-2 1-7 0,0 0 0 0,-3 0-2 0,-1 1-3 15,-1 0-4-15,0 1-6 0,-1 1 1 0,0 1 2 0,2 1-3 16,1 1-1-16,0 1-5 0,3 1-10 0,0 0-2 0,4 1-8 0,-1 0-8 15,2 1-8-15,2 0-12 0,1 1 2 0,0 1 6 0,2 1 7 0,1 0 5 16,1 0-1-16,2 0-1 0,1-1-5 0,2-1-5 0,1 0-10 16,1-1-6-16,2 0-10 0,0-1-9 0,2 0-9 0,1-1-18 0,1 0-5 15,1-1-8-15,-1 0-1 0,3-2 18 0,0 0 13 0,0-1 28 0,-1 0 19 16,0-1 16-16,0 0 14 0,-1 0 8 0,-1-1 19 0,1 1 9 16,-2-1 21-16,-1 0 15 0,-1 1 10 0,-2 0 17 0,-2 0 4 0,0 0 7 15,0 1-1-15,-2-1-7 0,0 2-11 0,-1-1-7 0,-1 1-10 16,0-1-5-16,-1 1-2 0,-1 1 2 0,1-1-9 0,-1 1-2 0,0-1 1 15,-1 2-10-15,1-1 2 0,0 1-5 0,0 0-5 0,0 0-6 0,1 1 1 16,0 0-4-16,0 1 1 0,1 0-2 0,0 1 3 0,0 0 4 0,0 1 3 16,2-1-4-16,-1 1 4 0,1 0-2 0,0-1-1 0,-1 0 2 15,2 1-6-15,0-1-2 0,1-1-6 0,0 0 1 0,-1 0-1 0,1-1 6 16,0 0-7-16,0-1-4 0,-1 0-6 0,0 0-1 16,-1 0 3-16,-2-1-4 0,1-1-1 0,0-1-12 0,1-1-1 0,0-2-5 0,0 0-3 15,1 0-24-15,0-2-47 0,0 0-51 0,-1-1-79 0,0-1-73 0,0 0-97 16,-1 0-69-16,1-1 60 0,0-2-36 0</inkml:trace>
  <inkml:trace contextRef="#ctx0" brushRef="#br0" timeOffset="3833.7">13236 13562 2436 0,'1'11'289'0,"0"-2"-190"0,1 2-19 0,1-4-12 16,1-1-11-16,1 0-28 0,1-2-27 0,0 1-18 0,-1-1-4 15,0 1 2-15,0-1 0 0,-1 0 0 0,-1-1 3 0,1 0-5 0,0-2 11 16,0 0 3-16,1-1-1 0,0 0-2 0,0-2-7 0,0-2 6 16,0 0 3-16,-1-1 14 0,0-1 1 0,0-2 4 0,0 0 1 0,-2-2-4 15,1-2-1-15,0 0-5 0,-1-1-1 0,0-2-2 0,-2 0 2 0,0 2 1 16,-2-3 6-16,0 1-3 0,-1 1 3 0,-2 0 5 0,0-1 3 15,-1-1 5-15,1 0 4 0,-2 3 0 0,-1 0-11 0,0 2 4 0,0 2-3 16,-1 2-5-16,1 1-6 0,-1 3-9 0,2 1-3 0,-2 3-3 0,0 1-1 16,-2 3 1-16,0 1 0 0,0 3 4 0,0 3-1 0,-1 1 2 15,1 0-9-15,0 1-3 0,1 0-10 0,1 0-16 0,2 0-23 0,-1-1-47 16,0-1-70-16,1-1-83 0,0-1-86 0,2-1-94 0,1-2-35 0,1-1 74 16,2-1-116-16</inkml:trace>
  <inkml:trace contextRef="#ctx0" brushRef="#br0" timeOffset="4016.9">13268 12637 3082 0,'0'-3'107'0,"0"2"23"0,0 0-14 0,0 3-23 0,2 4-24 0,1 3-43 16,0 6 2-16,2 5-9 0,1 5-4 0,0 4-5 0,0 6-1 15,-1 2-9-15,0 5-2 0,0 3 0 0,-1 4-13 0,1 2 6 0,-2 1 1 16,3 0-5-16,0 1-4 0,1-3-36 0,1-1-19 0,0-2-64 15,1-4-115-15,1 0-155 0,-1-3-332 0,2 0-87 0,1-1-69 0</inkml:trace>
  <inkml:trace contextRef="#ctx0" brushRef="#br0" timeOffset="4650.04">14691 13753 1971 0,'0'-1'139'0,"1"0"-59"0,1-1 12 16,3 1-22-16,3-1-22 0,4 0-19 0,2-1-9 0,3 0-6 0,2 1 1 15,1-2 9-15,3 1-4 0,1-1 8 0,2 0-1 0,4-1-3 16,2 1 5-16,6-1 1 0,1-1 3 0,4 0 1 0,5-1-1 0,2 0-5 16,2 0-3-16,6-2-2 0,1 1 0 0,3-1-1 0,3 2 3 0,0-2-1 15,4 2 3-15,1-1 5 0,2 1-1 0,1 0 9 0,2 1-7 16,2 2 0-16,-1-1 5 0,4 2-4 0,-1 1 8 0,0-1 1 0,3 2-7 16,-3-1 4-16,1 2-9 0,-2-1 2 0,0 1 9 0,0 0 0 0,-3-1-1 15,-1 0 4-15,1 1-6 0,-5 0-3 0,-1-1-5 0,-1 1-9 16,-3-2-8-16,-2 0-3 0,-3 1-7 0,-3-1-8 0,-2 1 4 0,-6-1-15 15,-4-1-17-15,-6 0-35 0,-8 0-58 0,-4-1-77 0,-6 1-133 16,-3-1-242-16,-4 0-296 0,-4-2-222 0</inkml:trace>
  <inkml:trace contextRef="#ctx0" brushRef="#br0" timeOffset="5317.62">18049 12286 3018 0,'-2'0'588'0,"1"3"-556"0,-1 4-4 0,3 5 5 0,3 7-18 16,4 7-29-16,3 5-5 0,3 8-18 0,2 4-14 0,3 8 0 0,-1 5 7 15,-2 7-6-15,-2 4 3 0,-4 5-10 0,-5 6-11 0,-3 6-3 16,-4 5-13-16,-3 4-25 0,-2 4-19 0,0 4-47 0,-2 4-68 0,0 4-68 16,-1 5-84-16,-2 1-43 0,-2 1 36 0,-1 1 106 0,0-1 113 0,-2-2 95 15,0-5 66-15,0-4 50 0,2-9 77 0,1-7 88 0,2-6 104 16,0-3 73-16,2-4 1 0,2-2-33 0,0-2-55 0,3-3-55 0,4-4-50 16,3-3-48-16,3-6-29 0,3-5-18 0,3-4-23 0,3-3-7 0,4-5-8 15,4-1-13-15,3-4 2 0,6-6-13 0,4-2 8 0,5-2-14 16,6-4 1-16,4-1 2 0,5-2-5 0,3-3 8 0,5-2-2 0,3-2-1 15,4-2 0-15,4-4 6 0,5-2 4 0,5-4 5 0,4-3 3 0,5-2 1 16,3-3-1-16,3-1-14 0,2-1 1 0,4-3 0 0,1-1 0 16,5-1-6-16,3-1-7 0,3 0-5 0,4 0 7 0,2 1 3 0,1 1-3 15,2 0-3-15,2 0-5 0,0 2 6 0,1 0 0 0,3 0-4 16,-1 1 3-16,3 3-11 0,2 1 2 0,-1 1-2 0,1 1 0 0,1 0 8 16,1 1 0-16,0 0 4 0,-4 0 3 0,1 1-1 0,-2 1 2 0,1 1 1 15,-1 0-5-15,-2 0 14 0,-1 1-1 0,-1 0 1 0,-2 2 4 16,-2-1-8-16,-3 2 2 0,-2-1-10 0,-4 1-2 0,0-1-10 0,-2-2 0 15,-1 1 0-15,-1-2 0 0,-4 0 0 0,-2-1 0 0,-3-2 0 0,-4-1 0 16,-4-2 0-16,-3 0 0 0,-4 0 0 0,-4-4 0 0,-3 0-14 16,-4-3-28-16,-5 0-18 0,-4-1 1 0,-5-3-13 0,-4-1-7 0,-5-3-12 15,-4-1-33-15,-1 0-27 0,-4-5-49 0,-2-1-51 0,-4-3-76 16,-2-1-104-16,-2-2-120 0,0-2-52 0,-1-4 85 0,-2-2 72 0</inkml:trace>
  <inkml:trace contextRef="#ctx0" brushRef="#br0" timeOffset="5733.72">18486 11907 3426 0,'-65'-9'52'0,"8"2"1"16,-8-1 7-16,21 1-15 0,22 3-30 0,13-5-15 0,11-2-15 16,10-1-7-16,8-3 3 0,11 2 4 0,8-3 9 0,11 0 1 0,9 0 3 15,7 1 0-15,6-1 0 0,9 1-2 0,6 0-1 0,7 0 1 0,6 0-4 16,7 1-6-16,4 0-7 0,6 0-10 0,4 2-4 0,4-2-5 16,6 2 2-16,2 2 0 0,4 0-4 0,4 2 8 0,2-2-1 0,2 2 6 15,2 0 12-15,1 1 5 0,1 3 6 0,-1 0 5 0,-1 3 2 16,-1 0 10-16,-2 2-8 0,-1 1 1 0,-3 1 5 0,-4 2-13 0,-3 3 9 15,-4 2 2-15,-3 2-1 0,-6 2 4 0,-5 5 6 0,-5 2-9 0,-9 3 6 16,-7 6-2-16,-5 1-4 0,-8 4 16 0,-9 3-5 0,-4 4 9 16,-8 5 11-16,-5 4-2 0,-5 5 23 0,-5 6 0 0,-4 5-4 0,-2 4 7 15,-4 6-22-15,-3 5-10 0,-2 5-7 0,-3 5-23 0,-3 5 21 16,-2 5-2-16,-3 5-1 0,0 5 7 0,-2 3-21 0,-2 3 7 0,-5 2-5 16,-2 3 2-16,-2 0-10 0,-4 1-18 0,-2-2-5 0,-1-3-24 0,-3-3-26 15,0-6-56-15,-2-5-90 0,-2-5-168 0,-5-2-289 0,-5-2-201 16,-7 3-130-16</inkml:trace>
  <inkml:trace contextRef="#ctx0" brushRef="#br0" timeOffset="6350.66">19477 13105 3000 0,'-23'-6'65'0,"3"2"1"0,-4-1-15 0,4 1-17 15,5 2-17-15,3 1-18 0,2 3-14 0,1 2-2 0,1 3 2 16,0 3 5-16,0 5 8 0,0 7-3 0,0 6 0 0,1 8 1 0,-1 6-1 15,2 7 3-15,0 7 7 0,2 3 1 0,0 5 1 0,2 3 3 16,1 1-5-16,3 0 3 0,0 0-3 0,1-4-3 0,1-2-4 0,1-4 2 16,1-3-7-16,0-6-2 0,1-6-2 0,-1-2-6 0,2-6 3 0,1-4 5 15,-1-3 2-15,0-3 2 0,-1-5 1 0,-1-2 1 0,-3-2 1 16,-2-4 7-16,-1-3 1 0,-2-3 1 0,-2-2 7 0,-1-1 1 0,-1-3 5 16,-2-2-3-16,-2-2-4 0,-1-3 1 0,0-3 0 0,-2-4 4 0,-2-2-2 15,-1-2 5-15,1-4-4 0,-1-2-7 0,0 0 1 0,0-1-2 16,1 2-5-16,1 1-2 0,1 1-8 0,3 2 4 0,3 3 4 0,2 4 0 15,3 4 2-15,2 2-10 0,1 3 8 0,1 2-2 0,2 0 5 0,1 1-3 16,2 1-2-16,3 1 0 0,3 0 0 0,3 0 0 0,2 1 0 16,3-1 2-16,2-1 2 0,4-1-1 0,3-1-3 0,4-2 4 0,0-1-2 15,4-2-2-15,0-1 2 0,1-1-4 0,1-2 13 0,-2-1-6 0,0-2 6 16,-1 0 4-16,-2-1-5 0,2 0 11 0,-2-4 1 0,1-1-6 16,-3-3 12-16,-1-4-4 0,-3 0-6 0,1-4-1 0,-2 1-11 0,-1-3 1 15,-3-2 1-15,-1-2-1 0,-5-2 3 0,-4-3-7 0,-4 1 5 16,-4-1 1-16,-4-2-1 0,-4 1 1 0,-5-4-24 0,-6 1 15 0,-3-3-2 15,-7 2 2-15,-4 0 15 0,-5 0-11 0,-3 1-6 0,-4 2 4 16,-2 3 11-16,-4 1-1 0,-4 6 5 0,0 4-10 0,-2 7-11 0,0 7 3 16,-1 5-7-16,0 7 4 0,0 7 6 0,-2 5 2 0,4 6 0 0,2 5 3 15,5 4-11-15,2 4-5 0,5 0-4 0,0 4-8 0,2 1-9 16,3 3-17-16,3 1-5 0,3 2-14 0,5 3-4 0,3-3-23 0,2 0-31 16,5-2-43-16,4-2-70 0,5-1-95 0,6-3-163 0,6-1-138 0,6-4 85 15,7-2-59-15</inkml:trace>
  <inkml:trace contextRef="#ctx0" brushRef="#br0" timeOffset="6550.99">20550 13306 3507 0,'0'3'127'0,"0"3"-15"0,1 3-19 0,-1 2-21 0,1 0-33 15,1 3-16-15,0 2-11 0,1 2-10 0,1 2-10 0,0 3 4 16,-1 3 2-16,0 1 2 0,-1 2 2 0,-1 1-6 0,-1 4 6 0,-1-1-2 15,-1 2 0-15,0 0 2 0,1-3-6 0,0 3-5 0,0-3-3 16,1 3-4-16,0-2-3 0,1-1-17 0,0-2 7 0,1 1-21 0,-1-3-17 16,1 2-2-16,0-3-25 0,0-1-19 0,-1-4-28 0,0 0-40 0,0-3-63 15,-1-4-98-15,0 0-144 0,1-3-159 0,-1-2 55 0,-1-3-69 16</inkml:trace>
  <inkml:trace contextRef="#ctx0" brushRef="#br0" timeOffset="6800.67">20262 12980 3535 0,'-3'0'122'0,"3"0"-27"0,0 0-22 15,3-1-24-15,4-2-18 0,4 2-14 0,8-3-15 0,7 0 0 0,4 0-2 16,6 1 6-16,1 0-2 0,0 3-4 0,3 2 0 0,0 1-4 16,2 3 10-16,1 0 0 0,0 1-2 0,-1 2 0 0,1 0-4 0,-2 2 0 15,0-1 6-15,-1 1-6 0,-3-1-4 0,-1 2 0 0,-1-1 0 16,-5 2 8-16,-4-1-4 0,-4 0 8 0,-6 1-4 0,-5 2 0 0,-3 1 11 15,-5-1-13-15,-4 3 14 0,-5 1 2 0,-3 1-10 0,-5-1 4 16,-3 3-10-16,-6-2-20 0,-2-1 12 0,-6 0-16 0,-2 0-11 0,-3-2 1 16,-1-1-32-16,-3-1-21 0,1-2-35 0,-1-3-65 0,-1-1-118 0,3-2-232 15,-1-1-416-15,-1-2-240 0</inkml:trace>
  <inkml:trace contextRef="#ctx0" brushRef="#br0" timeOffset="8833.82">21868 11391 254 0,'-2'-11'110'0,"0"0"-29"0,1-2-7 0,1 1-10 0,0 3-3 15,1 0 0-15,-1 2 0 0,1 2 2 0,-1 1 0 0,0 2-3 0,0 1-4 16,0 2-7-16,-1 0-3 0,0 1-1 0,1 3-1 0,-2 2-2 16,0 1-13-16,-2 3-11 0,1 3-8 0,-2 5-2 0,1 4 2 0,-1 6 1 15,0 3-5-15,-1 5-6 0,0 1-3 0,0 4-4 0,-1 4-5 16,2 2-9-16,1 2-14 0,0 2-27 0,1-1-40 0,3 3-39 0,2 1-30 15,4-1 1-15,0-1 16 0,3 0 36 0,2-3 43 0,0-2 28 0,0 0 26 16,1-7 12-16,-2-3 7 0,2-5 19 0,0-8 34 0,1-4 43 16,1-4 56-16,0-5 56 0,1 0 31 0,0-1 25 0,1-2 1 0,-1-1-19 15,3-3-33-15,1-2-33 0,1-2-40 0,2-1-34 0,3-1-29 0,2-1-18 16,4-2-21-16,1 0-13 0,5-1-6 0,1 0-9 0,3 0 2 16,2 1-1-16,0-1-4 0,0 1-5 0,1-1 2 0,2 1-1 0,0 1-6 15,3 0 5-15,1-1-1 0,2 0-2 0,4 0 4 0,2-1 1 0,3 2-5 16,1 1 1-16,1 0-3 0,0 1 1 0,2 0-1 0,5 0-5 15,0-1 9-15,1-1-1 0,0 0 7 0,0 0 0 0,-2-2-2 0,1-1 0 16,-1-1 5-16,-4-2-2 0,-2 0 5 0,-2-1 2 0,-3-1-5 16,-3-1 6-16,-4 0-2 0,-1-1-1 0,-5 0 0 0,-2 0-5 0,-4 2-2 15,-4 2-8-15,-3 0 3 0,-3-1-1 0,-3 1-17 0,-4-1-15 0,-4 1-45 16,-4 0-52-16,-4 2-55 0,-5-2-94 0,-3-1-104 0,-6-1-35 0,-5-5-41 16,-9-2-67-16</inkml:trace>
  <inkml:trace contextRef="#ctx0" brushRef="#br0" timeOffset="9133.19">22180 11031 2547 0,'-27'-10'126'0,"3"1"2"0,0-2-55 0,12 7-26 0,10 2-28 0,7 1-21 16,6 3-8-16,8-1 7 0,8 2 4 0,4 0 3 0,8 0 1 15,4 1 0-15,4 0 5 0,4 2-1 0,3-1-3 0,4 2-1 0,3 2-8 16,4 0-4-16,3 1 2 0,-1 0 0 0,3 0 3 0,0 0 2 15,-1 2-1-15,1 0-1 0,-1 1 2 0,1 1-8 0,2-1-1 0,0 1-4 16,-1 1-11-16,1 0 4 0,-2 2-15 0,-1 0-8 0,-1 2-5 0,-4-1 4 16,0 0 3-16,-2-1 17 0,-2-4 10 0,-3-3 6 0,-3-2 13 15,-5-2 8-15,-1-2 7 0,-5-2 5 0,-3 0 4 0,-2 2 3 0,-6-1-10 16,-2 0 4-16,-3 2-4 0,0 1 1 0,-3 4 7 0,-1 1 8 16,-1 3 3-16,-3 3-5 0,0 1-4 0,-3 2-18 0,-1 5-4 0,-4 1-6 15,-1 4-3-15,-2 2 3 0,-2 2-13 0,-2 3 7 0,-2 4-8 0,-1 0-5 16,-3 1-13-16,0 4-31 0,-2 0-28 0,-1 2-45 0,-2 1-64 15,-2 0-70-15,-1 2-117 0,-1-1-111 0,-4 2-9 0,-6 3-88 0</inkml:trace>
  <inkml:trace contextRef="#ctx0" brushRef="#br0" timeOffset="9600.66">21934 12271 2175 0,'-7'-3'780'15,"3"1"-718"-15,0 1-49 0,5 6-26 0,3 4-4 0,6 5-2 0,5 6 0 16,5 6 2-16,2 3-2 0,3 4 4 0,1 0 5 0,-3 4-3 15,1 3-9-15,-3 3-25 0,1 4-6 0,-2 2-15 0,-2 3-18 0,1 2-10 16,-1 2-39-16,0 2-21 0,-1 2-38 0,1 0-29 0,1 1-20 0,-3 1 2 16,2-2 38-16,-1 3 61 0,1-2 55 0,-1-1 49 0,2-3 25 15,2-5 8-15,0-4 10 0,4-5 7 0,0-4 19 0,3-4 38 0,0-6 44 16,1-3 46-16,1-4 34 0,-1-1 8 0,0-3-4 0,1-4-17 16,1-2-22-16,1-4-27 0,2-1-24 0,1-3-25 0,4-2-17 0,4-1-17 15,3-4-24-15,4-1-8 0,4-3-10 0,5-2-4 0,4 1-4 0,5-3 2 16,2 0-8-16,3 0 7 0,1-1 1 0,0 1-4 0,1 2 9 15,-1-1-6-15,-4 2 5 0,1 0 4 0,-1 2 5 0,-1 0 3 0,-1 0 10 16,-1 1 12-16,-3 1 8 0,-2 0 3 0,0 0-2 0,-4 1-12 0,1 1-8 16,-2 0 2-16,-3 2-3 0,0 0-2 0,-4 0-6 0,0 2-9 15,-4 1 1-15,-1 1-1 0,-2 1-2 0,-1-1-2 0,-4 0-3 0,-3 2-6 16,-2 0 4-16,-2 1 2 0,-4 0-12 0,-1-1-8 0,-6 1-14 0,1 0-28 16,-4-2-31-16,-4-1-62 0,-3 1-81 0,-4-1-115 0,-3 0-153 15,-5-2-36-15,-4-3 87 0,-7-1-64 0</inkml:trace>
  <inkml:trace contextRef="#ctx0" brushRef="#br0" timeOffset="9916.9">22665 12482 3312 0,'-4'-10'58'0,"4"1"-25"0,4-2-50 0,8 2-1 15,11-1-4-15,8 1 10 0,12 0 3 0,7 1 0 0,3 1 7 0,4 2 0 16,2 2 0-16,-1 1 6 0,2 2-8 0,1 3-3 0,0 2 2 0,2 2-3 16,-1 2 3-16,-1 1 0 0,3 0-6 0,-2 2-3 0,1 1-1 15,0 1-2-15,0 0 1 0,-1 1-9 0,1-1-5 0,0 1 7 0,-3-2-6 16,-1-2 4-16,-1 1 1 0,-1-1 0 0,-3-1 10 0,0-1 4 0,-4-1 10 16,-2-2 5-16,-3 1-5 0,-4 1 7 0,-3-1-10 0,-2 0-1 15,-4 3 6-15,-1 0 12 0,-3 3 11 0,-2 5 1 0,-1 1 0 0,-3 3-12 16,-1 3-5-16,-1 4 3 0,-3 0-3 0,-1 5 2 0,-1 0-3 15,-2 4-6-15,-2 2-2 0,0 1-2 0,-3 1 1 0,-1 1-3 0,-2 0 2 16,-1 2-6-16,-1-1-19 0,0 4 3 0,0-1-28 0,-1 2-34 0,-2 1-22 16,-1 1-56-16,-2 2-49 0,-2-2-79 0,-1 3-161 0,-3 2-119 15,-4 5 43-15,-6 6 6 0</inkml:trace>
  <inkml:trace contextRef="#ctx0" brushRef="#br0" timeOffset="10366.61">22762 13825 3542 0,'-10'2'164'0,"2"1"-99"16,-1 4-46-16,4 3-26 0,4 3-5 0,4 4-26 0,4 5 7 0,5 8-3 15,3 2-2-15,0 5 29 0,2 0-6 0,-1 1 1 0,0 2 3 16,-3 2-26-16,1 3-25 0,-1 3-13 0,0-1-15 0,0 1-7 0,-3 1-5 16,2 0-35-16,-2 2 8 0,0-1 1 0,0 0 2 0,0 1 35 15,-1 0 10-15,2 1 23 0,1 1 23 0,0-1 17 0,1-3 13 0,-1-3 17 16,3-6 13-16,1-4 24 0,0-5 24 0,1-4 28 0,0-3 12 0,2-4-13 16,-2-3-3-16,2-2-12 0,1-2-12 0,1-1 0 0,1-1-11 15,4-2-20-15,0 1 1 0,4-4-12 0,1 1-6 0,4-2-2 0,0-1-10 16,4-1 2-16,2-1-1 0,2 0-3 0,4 0 2 0,2-2 1 15,1 1-1-15,3-1 2 0,3-1 2 0,2-2-3 0,2 0 1 0,1-1-2 16,0-1-2-16,2-2-7 0,0-1 9 0,-1-2-9 0,2 0-3 0,-3-1 5 16,0 0-19-16,-1 0 16 0,-1-1-5 0,-2 0 4 0,0 0 7 15,-1 0-9-15,-1 0 2 0,-1 2 0 0,-2-1 2 0,-2 3-5 0,-3 0-1 16,-2 1 0-16,-1 2-1 0,-1 0-3 0,-2 2 2 0,-1-1 0 0,-2 2-2 16,0 0 0-16,-2 0-1 0,-2 1-22 0,-1 0-12 0,-1-1-23 15,-1 0-41-15,1-1-42 0,-3-1-63 0,0-1-84 0,-3-2-133 0,-1-2-193 16,1-3-42-16,-1-5-152 0</inkml:trace>
  <inkml:trace contextRef="#ctx0" brushRef="#br0" timeOffset="10633.73">23910 13699 3265 0,'-21'-14'227'0,"4"0"-134"0,-4-3-10 16,7 4-33-16,7 2-10 0,4 0-17 0,5 3-33 0,3 0-19 0,5 2 7 15,4 0 6-15,4 1 9 0,4 2 9 0,5 1-2 0,3 3 0 16,5 1 1-16,2 1 3 0,5 4 2 0,5 2-10 0,3 1 2 0,3 2-3 16,4 1-3-16,1 1 0 0,2 2 5 0,3 2-5 0,0 1 0 15,-2 0-5-15,-1 3 2 0,-2 0 0 0,-1 3 1 0,-1 1 6 0,-1 0-9 16,0 3 8-16,-2 0-12 0,1 1 6 0,-1 0 18 0,0 0 1 0,-2-1 5 16,-1-1-4-16,-1-1-9 0,-1 0 0 0,0 0 9 0,-2-1 3 15,-1 2-5-15,-1 2 1 0,-5 1-1 0,-2 0-1 0,0 1 3 0,-4 1-3 16,-1 2-8-16,-6 2-3 0,-1 5-14 0,-7 3-38 0,-5 3-58 0,-6 5-77 15,-9 5-121-15,-9 7-143 0,-9 7-223 0,-15 7-52 0,-15 10-100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04T13:09:16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8134 7151 310 0,'-9'-5'-10'0,"3"1"13"0,0 1 29 0,6 2-12 0,3 1-10 0,2 0-4 16,4 0 0-16,1-1 2 0,3 1-2 0,3 0-2 0,3 0 1 15,0 0-4-15,3 0 0 0,2 0 0 0,-1 1 0 0,1 0 1 0,0 0 0 16,-1-1 2-16,2 0 3 0,2-1 6 0,1 1 6 0,-2 0 7 0,0-1 6 16,-1 0 7-16,-1 1 5 0,0 0 6 0,0 1 6 0,0 0 3 15,0 0 0-15,-2 0 7 0,-1 0-3 0,-1 0-1 0,-1 1 1 0,-1 0-2 16,2 0 1-16,-3 0 0 0,2 0-5 0,2 2-4 0,1-1-1 16,4 0-6-16,2 1-5 0,5-1-2 0,1 0-7 0,6-1-1 0,3 0-3 15,4 1-5-15,4 0-7 0,4-1-4 0,3 0-5 0,2 0 0 0,3 1 1 16,0 0 1-16,2-1 2 0,1 0 2 0,1-1 3 0,-1-1 2 15,0 0 8-15,-1-1 3 0,-2 1 11 0,0-2 6 0,-1 1 4 0,-2 0 2 16,-2 0-2-16,-1 0-2 0,-1 1-5 0,-2-1-5 0,0 2 0 0,-1-1-7 16,0 1 4-16,0 1-7 0,1 0-11 0,1 1-1 0,0 0-6 15,2 1-3-15,-1 0 2 0,1-1 4 0,2 1-4 0,0-1 0 0,0 1-1 16,1-1-8-16,0 0 3 0,0 0-6 0,0-3 0 0,0 2 0 16,-2-2 1-16,1 0 5 0,0-2 2 0,-2 1 1 0,0-2-2 0,-1 1 7 15,-2-1 2-15,-2 0 2 0,0 1 2 0,-2-2-4 0,0 1 4 0,-2 0 7 16,-1 0-2-16,0-1 3 0,0 1 1 0,3-2-10 0,-2 0 1 15,2 0-5-15,1-1-4 0,0 1 1 0,2 1-5 0,2-1-3 0,-1 0 3 16,0 0-3-16,1-1 1 0,-3 2-1 0,-1 1-1 0,0 0-1 0,-2 1 6 16,-3-1 1-16,-2 1-3 0,-2-1 4 0,-1-1-4 0,-2 0 0 15,-2 0 2-15,-1 0-1 0,-3 0 0 0,0-1 1 0,-4 1-3 0,0-1 1 16,-2-1-1-16,-2 0 3 0,-1 0-2 0,-3-1 0 0,-3 1-3 0,-2 0 5 16,-2 1 4-16,-2 0-1 0,-2 0 3 0,-2-1-2 0,-2 0 1 15,-1-1 3-15,-1 0-5 0,-1-1-8 0,-2 0 3 0,-3-1-6 0,-1-1-4 16,-3-1 6-16,-3-1-3 0,-2-2 0 0,-4-1-5 0,-3-1-6 15,-4-2-4-15,-5-3 4 0,-5 1 2 0,-4-2 8 0,-7-2 1 0,-2 0 3 16,-6-2 1-16,-4 0 3 0,-3-2 0 0,-4 0 2 0,-4-2 0 0,-2 1-1 16,-3-1 4-16,-3 1 0 0,2 1 2 0,-2 1 5 0,-2 2-7 15,0 0-1-15,-3 3-2 0,-1 0-7 0,-2 3-8 0,0 1 2 0,-1 0-6 16,-3 4 8-16,-1 0 11 0,-3 3-2 0,-2 1 2 0,-2 1-7 0,-3 2-3 16,-2 1-1-16,-4 2-2 0,-1 1-1 0,-3 2-9 0,-3 1 2 15,-1-1 5-15,-2 1-4 0,0 0 7 0,-4 0 0 0,1-1-12 0,-2-1 4 16,-1 0 4-16,2-1 4 0,0 0 6 0,1 0 2 0,3 0-8 0,1 1 2 15,2 0 6-15,2 0-4 0,2 1 12 0,3-2-4 0,4 0-4 16,-2 0 0-16,3-1-7 0,-1 1 1 0,-1-1-2 0,0 1 5 0,2-1 1 16,-3 0 4-16,1 2-2 0,-2 0 1 0,-1 1-2 0,-5 1-3 15,-1 1 1-15,-2 0-2 0,-3 1 1 0,0 2-6 0,-3 0 1 0,-2 2-2 16,-4 2 4-16,-1 1 10 0,1 1 2 0,0 1 0 0,2 1 1 0,3 1-4 16,2 0-7-16,3-1 10 0,5 3-4 0,3 1-2 0,4 2 14 15,7-1-4-15,1 3 1 0,6 0 2 0,3 1-4 0,4 3-6 0,5-1 1 16,3 1 0-16,3 1-7 0,5 2 4 0,3 2-7 0,7-1 4 0,6 1 5 15,5-1-2-15,7-1 1 0,5 0-2 0,8-1-11 0,4 1-5 16,7-1-4-16,4 2-10 0,6 0-4 0,7 2-4 0,3-2-16 0,7 4-6 16,5-2-2-16,4 2-34 0,8 1-80 0,5 0-98 0,7-1-78 0,8 1-44 15,8-3 67-15,10 2-154 0</inkml:trace>
  <inkml:trace contextRef="#ctx0" brushRef="#br0" timeOffset="21216.95">8104 8388 372 0,'7'-5'-2'0,"4"1"-8"16,5-3 12-16,3 3 8 0,3-1 3 0,1 0 3 0,3 1-1 15,1 0 0-15,1 1-5 0,2 0-1 0,2 1-3 0,3 1-3 0,2-1-1 16,2 0-2-16,1 0 1 0,0 1-2 0,2-1 2 0,3 0-1 0,1-1 1 15,2 0 1-15,2 0-2 0,1 0 0 0,0 0-1 0,-1-2-1 16,1 1 1-16,-1 0-1 0,1 1 3 0,0 0-1 0,-1-1 0 0,-3 1 3 16,0-1-2-16,-1 0 5 0,2 0 5 0,-1 0 5 0,-2 0 9 0,1 0 9 15,-1-1 2-15,-1 1 2 0,3-2 1 0,-1 1 1 0,1-2 3 16,1 0-4-16,-1-1-1 0,1 1-2 0,0 1 7 0,3-1 2 0,-1-1 2 16,0-1-1-16,1 0-8 0,-1-1-5 0,1 1-4 0,2 1-5 0,-2-1-4 15,0 1 0-15,0 1-3 0,-1-1-2 0,-1 2-2 0,2-1-7 16,-1 1-1-16,1 1-3 0,0 1-1 0,0-1 0 0,-2 1 0 0,2 0 1 15,-2 0 1-15,0 1 0 0,0 0-2 0,-1 1 0 0,0 0 1 16,-1 1 2-16,0 1 5 0,-2 0 3 0,0 0 4 0,-3 1 6 0,0 0 0 16,-2 0 0-16,-1 0 2 0,-1 0-4 0,1 1 3 0,-1-1-1 15,-1 1-4-15,0-1-3 0,-1 1-1 0,0-1-6 0,1 0 1 0,0 0-4 16,1-1-3-16,1 1-2 0,0-1 2 0,0 0-1 0,-1-1 1 0,1 1 4 16,-2-1-6-16,-1-1 3 0,-2 0 1 0,-1 0 2 0,0-1 2 15,-3 0 5-15,-1-1 3 0,-4 1-1 0,-1-1 3 0,-1-1 4 0,-3 1-1 16,1 0 6-16,-1-1 1 0,-2 1-1 0,-1 1 5 0,0-2-7 15,-1 1 2-15,-2-1-7 0,-1 0-6 0,0-1-2 0,-2 0-2 0,-1 1 3 16,-1-1 5-16,-1 0 1 0,-2 0 5 0,0 0 0 0,-1 0 2 0,-2-1 4 16,-1-1-3-16,-2-1 2 0,-1 0-7 0,-1-1-5 0,-2-1-3 0,-2-1-2 15,-3-2-3-15,-2-1-2 0,-1 0-2 0,-6 0-7 0,-2 0-5 16,-4-2-11-16,-6 1-4 0,-3 1 1 0,-7 0-5 0,-3-1 3 0,-8 0 2 16,-4 0 4-16,-4-1 5 0,-3 0 4 0,-3-1 6 0,-1 0-6 0,-3 0 5 15,-3-1-1-15,1 2 7 0,-2-1 9 0,-2 0-2 0,3 1 6 16,-2-2-8-16,2 1-2 0,0 0 3 0,-2 3-4 0,0 0-5 0,-1 0 3 15,0 1-4-15,1 3 2 0,-2 0-2 0,-1 1-1 0,0 1 7 16,-1 2-7-16,-3 0-1 0,0 1-1 0,-3 3-5 0,-3 0 2 0,-3 2-3 16,-6 1 0-16,-4 1 1 0,-6 2 0 0,-10 2 1 0,-4 3 1 0,-7 2 1 15,-8 1-2-15,-3 3 4 0,-5 0-1 0,-3 3 0 0,-3 1 6 16,-1 0-1-16,-2-2 3 0,4 1 7 0,3-3 0 0,4-1 2 0,7-3 1 16,9-1-2-16,5-1 3 0,7-2-2 0,8-1 2 0,7 1 0 15,5 0-7-15,6 0 3 0,4 1-3 0,3 0-5 0,4 2 2 0,4 0-1 16,3 0 1-16,2 0 5 0,3 0-3 0,2 1-3 0,-1-1-3 0,0 1-5 15,-1 1 8-15,0 0-4 0,0 2 1 0,0 0 9 0,0-2-5 16,-1 2 3-16,0-1 0 0,2-1-7 0,-3 2 2 0,2-2-4 0,-2 3 2 16,-1 0 0-16,2-1 6 0,-3-1 0 0,1 4 1 0,1 0 1 15,0 0-8-15,1-1 1 0,2-2 1 0,2-1-2 0,1-1 1 0,4 0-1 16,5-1 2-16,2 0 6 0,4 0 3 0,4-1-1 0,4 1 0 0,3-1-8 16,5 0-1-16,4-1-2 0,4 1-4 0,4 1 5 0,0 1-5 15,3 0-1-15,3 1 1 0,2-1-1 0,3 2 3 0,2 1 0 0,3 0 2 16,2 0-5-16,2 0 3 0,3-1-6 0,4 0 4 0,0-1 2 0,4-2 4 15,3 1 12-15,1 1-1 0,1-1 3 0,4-1 5 0,2 0 0 16,2-1-2-16,4 1 3 0,1 1-17 0,2-1 1 0,0 0-1 0,0 1-1 16,5-2 8-16,-1 2-1 0,3 0-1 0,0-1-1 0,4-1-7 0,2 0 1 15,3-2 4-15,3 0-1 0,0-1 1 0,3 0 3 0,2-1-12 16,2-1 1-16,4-1 2 0,2-3-3 0,3 0 8 0,0-1-2 0,-1-1-2 16,3 0 1-16,-2 0-4 0,2-1-2 0,0 1-1 0,1-1 2 15,-2-1-1-15,3 0 2 0,0 0-1 0,-1 0-6 0,0 0-2 0,0-1-8 16,-2 1-17-16,2-1-30 0,1 0-33 0,-1 0-37 0,1 0-43 0,-1 0-43 15,2-1-40-15,0 0-25 0,0-1 2 0,1 2 43 0,-1-1 32 16,0-1-52-16</inkml:trace>
  <inkml:trace contextRef="#ctx0" brushRef="#br0" timeOffset="23918.6">6049 8924 333 0,'0'-6'-19'16,"0"1"44"-16,2 0 6 0,1 2 2 0,0 2 3 0,-1 2 1 0,-1 1 5 15,1 1 0-15,0 1-1 0,2 2-5 0,-2 2-6 0,2 1 1 16,1 2-2-16,0 1-1 0,2 2-1 0,1 1-6 0,0 1-4 0,2-1-4 16,2 3-1-16,1 0-4 0,4-1-5 0,1 0 2 0,0 0-1 15,4-1 5-15,3-1 0 0,2-1-2 0,5-1 2 0,1-1-2 0,4-1 1 16,2-3-2-16,4 0 0 0,4-2-2 0,2-1 1 0,2-1 0 0,1-3-1 15,3-2 4-15,2-1-7 0,1-1 2 0,2-1 2 0,0 0-3 16,2-1 5-16,1-1-3 0,-1 1 3 0,0 2 0 0,0 0 0 0,-1 1 4 16,1-1-10-16,-2 1 1 0,1 1 0 0,-2 0-1 0,0 2 8 0,2 0 1 15,0 1-4-15,-1 0 0 0,1 2-4 0,-1 0-3 0,1 1-2 16,1 3-2-16,2-1 1 0,1 0-1 0,1-1 2 0,4-1 1 0,-1 0 0 16,3-2 1-16,3 1-1 0,0-2 3 0,2-1-1 0,1 0 0 0,0-2 2 15,4 0-3-15,0-1-1 0,-1-1 3 0,3 0-3 0,-3-1 0 16,1 0 2-16,0 1-3 0,-3 0 4 0,1 0-4 0,0 0 3 0,-2 2 1 15,-1 0-2-15,-1 1-1 0,-1 1-4 0,-1 0 3 0,-3 2-1 16,2 0 3-16,0 1 3 0,-2 0-2 0,1 2 3 0,-2 0-2 0,0 1-1 16,0-2 0-16,1 2-2 0,-2 0 1 0,2 0 0 0,1 1 0 0,-1-1 0 15,2 0 2-15,1-1-8 0,0 0 1 0,2-2 1 16,0-3 0-16,2 0 6 0,3-1 2 0,-1-1 2 0,5-2 2 0,1-2-7 0,-1-1 0 16,1 0-4-16,-2-1 0 0,1 1 5 0,0 0 1 0,-1 0 0 15,1 0 2-15,-3 1-1 0,-2 0 0 0,-2 0 2 0,-4 0-1 0,-1-1 6 16,-3-1 4-16,0 1-1 0,-1-2 3 0,-3 1-3 0,-1-1 3 0,-3 0-1 15,0 2 0-15,-3-2 1 0,-1 0 1 0,2 0-2 0,-4 1 1 16,1-1-6-16,-1 0-2 0,-2-1 0 0,2 1-2 0,1-1 0 0,-3-1-1 16,1-1-4-16,-1 0-1 0,-2-1 0 0,2-1-4 0,-2-2 1 0,1-1-7 15,-1 0 2-15,-3 0-1 0,-1-2-2 0,-3 0 3 0,0-1-1 16,-4 0 9-16,-3-1 4 0,-3 1 5 0,-3 0 3 0,-2-2 1 0,-5 1 4 16,-3 0 6-16,-3-1 3 0,-6 2 7 0,-1 0 2 0,-4-1 1 0,-1 2 1 15,-2-1-5-15,-4-1-6 0,-1 0-10 0,-4-1-14 0,-2-2-25 16,-3-1-18-16,-3-3-21 0,-3 0 9 0,-6 0-20 0,-5-1 0 0,-3-1 8 15,-5-2 1-15,-1 0 27 0,-6-1 23 0,-4 2 13 0,-5-1 13 0,-2 1 11 16,-2-1 2-16,-5 1-1 0,0-3-4 0,-4 1-5 0,-2 0-1 16,-1 1 7-16,-4-1 9 0,-1 2 9 0,-2-2 12 0,0 1 7 0,-2 1-3 15,-1 3-6-15,-3 0-14 0,-1 3-8 0,-2 1-10 0,-5 1-3 16,-2 0-1-16,-4 3 2 0,-4 1 6 0,-1 4 2 0,-4 1 4 0,0 2-1 16,-4 1-4-16,-5 2-10 0,-2 3-1 0,-2 2-9 0,-3 1 6 0,-2 3-3 15,-5 1-1-15,0 2 2 0,-3 2-5 0,-2 3 3 0,-2 2 0 16,-7 1-1-16,0 3 3 0,-1 0-2 0,-4 3 5 0,-2 2 0 0,0 1-5 15,-3 2 4-15,1 0-4 0,-2 0 0 0,3 1 4 0,1 1 0 16,5 0 4-16,5 0 9 0,7-2 11 0,6 0 12 0,6-1 0 0,6 2-11 16,8 1-12-16,8-2-11 0,9 0-7 0,10 1 2 0,11-2-2 0,9 1-4 15,10 0-5-15,9-2-14 0,9 1-44 0,6-1-32 0,8 1-20 16,7 3-19-16,8-1 2 0,8 2 4 0,5 0-15 0,7 2-7 0,5-1 0 16,4 0 1-16,6 2 9 0,6 0 13 0,4 1 24 0,2-3 15 0,3-1-119 15</inkml:trace>
  <inkml:trace contextRef="#ctx0" brushRef="#br0" timeOffset="25084.22">5650 10167 625 0,'-5'-14'33'15,"4"-2"-32"-15,4-4 16 0,8 3 6 0,5 0 14 0,4 0 9 16,2 1-2-16,3 2-3 0,3 0-9 0,3 0-5 0,5 1 1 0,5 1 0 16,1 2 1-16,2 1-2 0,2 0 3 0,2 2 3 0,2 2 4 0,3 0-2 15,0 2-6-15,2 0-5 0,1 2-4 0,1 0-1 0,3 0 2 16,2 1 0-16,2 0-2 0,2 0 2 0,2 0-4 0,2 1-5 0,2-1-3 15,2 2 0-15,-1-1 1 0,5 0 5 0,2 0 2 0,3 0-1 16,3 0 0-16,1 1-7 0,3 1 2 0,2-1-4 0,2 1 1 0,2-1 1 16,1 2-3-16,2-1-2 0,-1 1-3 0,2 0 4 0,3 0 3 0,2 1 0 15,2-1 4-15,-1 2-2 0,0-1-2 0,1 2-2 0,-1 0-1 16,-1-1-3-16,0 1 1 0,-1 0-3 0,-4 0 5 0,2 0-1 0,-2-1 6 16,-1 0 3-16,1 0 0 0,-4 0 2 0,-1 1-5 0,-2-1-4 15,-3 1-3-15,0 1 4 0,-3-2-3 0,0 1 7 0,-2-3-4 16,-3 1-10-16,-2 1 6 0,-1-2-7 0,-3 2 6 0,2 0 6 0,-1-1 0 0,1 0 3 15,0-1 0-15,-1 0-6 0,0-2 4 0,0-1-6 0,-5 0-3 16,-1-2 1-16,-1-1-9 0,-3-2 3 0,0-2 5 0,-3-1 0 0,-2-1-1 16,-3 0 5-16,-2-2 2 0,-4 1 3 0,-4-2-1 0,-3-3 1 0,-2-2 2 15,-3 2 1-15,-1-2 5 0,-1-1-1 0,-2-1-1 0,-3 0-3 16,-2-2 3-16,-1 0 0 0,-3 0 2 0,0-2 1 0,-3-1 3 0,-1 0-2 16,-1-2-2-16,-5 0-2 0,-1-2-1 0,-1-1-1 0,-4 2-1 0,0-2 4 15,-2 0 0-15,-4-2-5 0,-2 0-1 0,-1-3-11 0,-5 0-12 16,-2-3-4-16,-2 1-5 0,-5-2 1 0,-2-2 2 0,-4-2 1 0,-4 1-4 15,-4-3-5-15,-6 0 0 0,-4-2-1 0,-7-2 3 0,-4 2 7 0,-5 0 3 16,-5 1 2-16,-6 0 2 0,-5 1 0 0,-6 1 11 0,-6 0 8 16,-5 1 4-16,-5 3 8 0,-3 0-5 0,-4 3 5 0,-2 1 3 0,-2 0 4 15,-1 0 6-15,0 0-1 0,-1 3-6 0,-2 1-3 0,2 4-8 16,-2 3-4-16,1 2 2 0,-1 2-9 0,-2 2-7 0,0 1-5 0,-2 2-5 16,1 4 5-16,-4 2 1 0,-2 4 3 0,-4 2-3 0,-2 3 2 15,-4 4 0-15,-3 1-1 0,-1 2 5 0,-1 3 1 0,0 1 3 0,1 1-2 16,-1 2 2-16,-1 0-2 0,1 2 1 0,1 1-1 0,5 0 6 0,3 0 1 15,6 2 1-15,3 0-1 0,4 1-4 0,6 0 1 0,6 1-1 16,6-2 7-16,6 2-4 0,3 0-2 0,6 1-1 0,3 2-5 0,7 0-2 16,5 2 4-16,6-2 1 0,5 2-7 0,7-3 0 0,3 0-5 0,7 2-3 15,3-2 7-15,6 3 12 0,3 1 0 0,3-2 2 0,5 2-7 16,3-2-8-16,4 1 3 0,4-3 1 0,4 2-4 0,3 0-1 0,3-2-9 16,3 0-7-16,3-3-8 0,4-2-16 0,2-2-3 0,3-2-8 0,4-2-7 15,1 0-11-15,5-1-14 0,2-2-23 0,4 1-20 0,5-3-13 16,2 1-18-16,3-1-3 0,4 0 5 0,3-1 2 0,4 1 27 0,3-1-2 15,2 0-74-15</inkml:trace>
  <inkml:trace contextRef="#ctx0" brushRef="#br0" timeOffset="26351.54">5629 10837 878 0,'-8'-4'11'0,"3"0"3"16,2-2-11-16,7 2 1 0,4 0 6 0,4 0 10 0,1 0 9 16,6 0 0-16,5 0 4 0,4 0-3 0,6 1-5 0,4 1-5 0,7 0-4 15,5 2-8-15,4 0 6 0,2 1-3 0,3 0-3 0,1 2-2 16,4 0-6-16,1 1 2 0,1 0-1 0,1 0 2 0,4 1 6 0,2 0 1 15,0-1 0-15,4 1 3 0,-3-1-4 0,5 1-4 0,1-1 4 0,-1 1-3 16,3 0-2-16,-2 2 4 0,0 0 3 0,1 1 3 0,0-1 6 16,0 0 8-16,-1 1 2 0,0-2 5 0,1 2 3 0,-1-2 7 0,0 1-1 15,1-1 6-15,-1-2 7 0,0 1-6 0,0-2 6 0,-2 1-5 16,2-1-1-16,-1-1-1 0,0 1-5 0,1-1 1 0,-2 1-6 0,-1 1-9 16,-2-2 1-16,0 4-7 0,-1 0-5 0,-1 1-2 0,-3 1-4 0,-2 0-1 15,-2 0 3-15,0 1 4 0,-1 0-6 0,0 1 1 0,-1 1-6 16,0 0 0-16,0-1-3 0,0 0 3 0,1-2-3 0,0 0 0 0,1-1-6 15,1 1-9-15,-1-1 6 0,0-1-8 0,-1 1 13 0,2-3 1 0,0 0-6 16,-4-1 9-16,0-1-6 0,-4 0 1 0,-2-1-8 0,0-1-1 16,-2 0 4-16,0-2-5 0,-4 0 9 0,-1-2 1 0,-1 0-2 0,0-2 1 15,0 0 3-15,-1-1-6 0,-1-1 4 0,0-1 1 0,-1-2-2 0,1 1-6 16,-2-3 0-16,0-1 0 0,-2-1-1 0,0 0 5 0,-2 0 2 16,-4-2 3-16,2 1-3 0,-2 0 5 0,1-2-1 0,-3-1-4 0,-1 1 0 15,-4-2-1-15,-2 1 7 0,-3-1 2 0,-2 1 9 0,-2 0-7 0,-2-3-2 16,-3 3 11-16,0-1 5 0,-4 0 5 0,-1 1 6 0,-2-3-11 15,-3 0 2-15,-2 1-1 0,-3-1-8 0,-3 2-1 0,-3-2-13 0,-2 0-6 16,-5 1-8-16,-2-1-14 0,-6-1-10 0,-6-1-4 0,-4-2-8 16,-8 1 7-16,-5-2 1 0,-8 1 0 0,-7 2 9 0,-5-2 2 0,-7 0 9 15,-4-1 9-15,-5 1 6 0,-4-2-1 0,-5 0-5 0,-3 2 6 0,-3 0 5 16,-3 0 6-16,0 1 21 0,0 0 1 0,2 0 2 0,-2-1 1 16,2 3-7-16,-2 0-8 0,0 1 1 0,0 3-11 0,-1 0 5 0,0 2 0 15,-2 3-3-15,3 1 6 0,0 1 2 0,1 3 1 0,1 0-2 16,-1 2-6-16,-3 2-2 0,1 3-6 0,-3 2 1 0,-1 3 0 0,0 2-3 15,-3 1 0-15,0 1 0 0,2 0-6 0,-1-1 9 0,3 2 0 0,1 1 0 16,1 0 5-16,2 0-5 0,-1 1-2 0,-1 1-1 0,1 1-3 16,-1-1 5-16,3 1 5 0,4-2 1 0,2 1 5 0,5-1-9 0,2-1-7 15,2 1 3-15,0 1 2 0,2-1-5 0,0 1 7 0,1 1-4 16,1-1-3-16,1 0 2 0,0 0-3 0,1 0 6 0,2 1-4 0,2-2 9 16,-1 0-12-16,1-1-1 0,3-2 7 0,0 0-4 0,2 2 8 0,2-2-4 15,-1 2-2-15,4-1 1 0,0 0 6 0,1-1 11 0,4-1 3 16,0 1-1-16,3 0-5 0,2 2-10 0,2 0 0 0,2-1 0 0,3 1-4 15,3 0 1-15,3 0 4 0,4 2-4 0,3-1 4 0,1 2-5 0,4 0-5 16,5-1 7-16,1 2-4 0,4 1-2 0,3 2 7 0,0 1-8 16,4 4 5-16,2 1 0 0,2 0-9 0,3 1 7 0,5 2 2 0,2-2 0 15,4 1 0-15,5-1-2 0,2 1 2 0,5 1 5 0,5-3 6 0,3 1 2 16,5-2 8-16,2-3 3 0,5-1-2 0,5-3 4 0,2-3-5 16,3-2-5-16,0-2 0 0,3-2-11 0,1-1-3 0,1-3-7 0,1 0 0 15,-1-1 2-15,-1-1 11 0,-2 0 5 0,-3-2 3 0,-1-1 2 16,-3-1-8-16,0-1 3 0,-5 0-1 0,-3-2 3 0,0 0 5 0,-5 0-2 15,2 0 2-15,-4-1 2 0,0 0-7 0,-4 2 2 0,0-1 7 0,-3 0-6 16,-1-1 5-16,-1 1-8 0,-3 0-1 0,1 1-2 0,-1-1 0 0,-4 2-2 16,1-2-5-16,-3 1 6 0,-2 1-1 0,-1 0-3 0,-2 1 4 15,-1 0-4-15,-1-1-2 0,-1 1 4 0,-1 0-4 0,0 1 0 0,-1 0 6 16,-1 0-6-16,-1-1-2 0,-1-1 3 0,0 1-5 0,0 0 1 16,-1 0 0-16,1-1-2 0,-1 1 0 0,-1 0 0 0,1 0-2 0,-2 0 4 15,2 1-4-15,-1 1 4 0,0 0-6 0,0 0-10 0,1 0-14 0,0 1-20 16,1 1-19-16,-1 0-34 0,0 1-30 0,2-1-39 0,0 1-32 15,1 1-32-15,3 0-41 0,2 1-42 0,3 0-27 0,4-1 7 0,3 0 53 16,5 1 82-16,3-2-121 0</inkml:trace>
  <inkml:trace contextRef="#ctx0" brushRef="#br0" timeOffset="27234.84">5016 11703 600 0,'4'11'-13'16,"5"4"44"-16,6 5-7 0,6-1 0 0,3 1 1 0,3 0-4 0,2 0-4 15,3 2-3-15,5 2-6 0,3 0-3 0,3 1-2 0,3-1-1 0,4 1-4 16,2 0 0-16,4-1-4 0,3 0 1 0,3 0 4 0,0 0 1 16,3 0 1-16,3 0 1 0,0 0 2 0,3-2 5 0,2 0 6 0,1 0 5 15,1-1 14-15,1 0 21 0,1 1 27 0,3-4 23 0,2 1 15 0,-1-3 1 16,2-1-11-16,-1-3-11 0,2-1-1 0,3-1-9 0,1-1-6 15,4-3-11-15,0 0-12 0,3-1-5 0,-2-2-12 0,1-1 0 0,0-1-11 16,-1 1-7-16,-1-1-1 0,0 0 0 0,-1-1-7 0,-2 0 2 0,0-1 2 16,-3-1-5-16,1-1-3 0,0 0 1 0,-2-2-4 0,2-1-2 15,-2-2 2-15,-3-2-2 0,2-2-4 0,-2-2 1 0,0-1 1 0,-1-3 0 16,-3-1-3-16,-1 1 4 0,-3-2-5 0,-2 1 2 0,-1 0 4 0,-4-1-5 16,-3 0 0-16,-1-1-5 0,-2-1 1 0,0-2 4 0,-1-1 3 15,0-2-11-15,-2 0-10 0,2-2 5 0,-3 0 1 0,-2-2 9 0,-3 0 13 16,-3-3-10-16,1 1 12 0,-3 0-1 0,-4 1 0 0,-3-2 12 15,-5 1-9-15,-4-2 9 0,-3 1 3 0,-5-1-2 0,-1 2 4 0,-4 0-5 16,-5-1-6-16,-4 1-13 0,-4-1-17 0,-7 1 1 0,-5-1-14 16,-6 1-13-16,-10-1-12 0,-9 1-22 0,-10-1 2 0,-13 2 2 0,-13 2 10 15,-12 3 8-15,-15 2-3 0,-11 4 19 0,-10 2 9 0,-10 3 11 0,-6 3 14 16,-4 0-1-16,-5 3 5 0,-3 4 2 0,-2 3 8 0,-1 3 3 16,0 3 6-16,1 1 10 0,3 4-1 0,1 4 2 0,3 0 3 0,5 4-6 15,4 2-5-15,5 1-7 0,6 0-4 0,8 1-3 0,8 2-4 0,9 0-2 16,8 3-4-16,8 0-4 0,9 2-6 0,6 1 0 0,8 1-23 15,6 1-13-15,6 1-31 0,6 1-41 0,2 4-33 0,6 1-51 0,3 2-40 16,4 1-37-16,4 3-3 0,4 3 14 0,4 0 40 0,4 2 58 0,4 2-111 16</inkml:trace>
  <inkml:trace contextRef="#ctx0" brushRef="#br0" timeOffset="29418.27">4357 7472 247 0,'8'-12'7'0,"3"1"-7"0,5-3-1 0,1 2 0 15,-2 3 3-15,2 0 0 0,1 2-2 0,-2 2-2 0,1 0-4 0,0 2-3 16,-2 0-3-16,0 0 0 0,-3 3-1 0,1-1-3 0,-2 1 4 15,-1-1 4-15,0 1 1 0,-3-1 7 0,-1 1 0 0,0-1 1 0,-1 0 2 16,0-1 1-16,0 0-1 0,-1 0 2 0,-1 0 2 0,1 0 5 0,-1 1 2 16,2 0 8-16,0 1 13 0,-1 0 10 0,1 2 11 0,-3 0 4 15,1 0 0-15,0 2-3 0,-1 1 0 0,1 1-1 0,0 2 1 0,-1 2-1 16,1 2-1-16,-1 2 2 0,-1 4 1 0,2 2-4 0,-3 1 0 0,1 3-3 16,0 2-13-16,0 1-5 0,0 4-4 0,0 1-8 0,1 5 0 15,0 1-6-15,1 2-9 0,0 3-2 0,0 3-1 0,0 1-2 0,1 3-1 16,1 1-1-16,-1 0-2 0,0 3-1 0,0 1-7 0,-1 2 9 15,0 2 2-15,-1 0-1 0,-1 2 9 0,-2 2-8 0,0 0-2 0,-2 0 1 16,-1 0 2-16,-1-1 1 0,1 1-7 0,-3 0 6 0,0 0 0 0,0 0 5 16,0 0 4-16,0 1-5 0,1-3 1 0,2 1-2 0,1-1 0 15,1-2-1-15,2-1-2 0,0-1-6 0,3-2 9 0,0 1 1 0,3-3 0 16,0 0 8-16,2 2-8 0,-1-1 0 0,1-1-3 0,1 1 1 16,-2-3-1-16,2-3-3 0,-1 1 4 0,0-2-3 0,-1 1 7 0,2-1 3 15,0-2 3-15,-1 0 4 0,3 1-7 0,-1-2 0 0,2 0-1 0,0-1-2 16,0 1 3-16,-1-2-1 0,2-2-2 0,1 1-5 0,0-2 0 15,-1 1-3-15,2 0-2 0,0-2 5 0,1 0-4 0,-1 0 2 0,2-2 8 16,3 0 1-16,1-2 7 0,1-2 7 0,3 0-3 0,0 0 3 0,1-3-4 16,1-1 1-16,2-3-2 0,2-1 2 0,1-3 3 0,2 0-5 15,1 0-3-15,1-1 2 0,1 0-4 0,0 0 2 0,0-2 3 0,3 0 1 16,0 1-2-16,0 1 0 0,2-2-5 0,-1 2-4 0,1-1 11 0,0-1-5 16,0 3 9-16,0-1-3 0,2 0-10 0,1 2-1 0,1 0-7 15,1-2 3-15,0 1 1 0,0-1-5 0,1-1 7 0,2 0-10 0,1 0 0 16,1 1 5-16,0-1-6 0,0-1 10 0,2-2 3 0,1-2-2 0,1 1 4 15,1-1 2-15,-1-1 0 0,2-1 3 0,0 0-3 0,2-1 3 16,1 0 1-16,1 0-1 0,1-1 0 0,4 1-1 0,0-1-2 0,2 0-2 16,0 0 0-16,-1 0-12 0,2-1-2 0,0-1 2 0,1 0 2 0,0 0 0 15,2-1 10-15,0 0-6 0,1-1 3 0,2-1 7 0,-1-2-6 16,3 0-3-16,0-1 3 0,2 0-5 0,2-2 1 0,-1 1 1 0,1-2-1 16,1 0-3-16,0-1 1 0,3-1 1 0,0 0-1 0,1-3-1 15,3 1-3-15,-1-1 0 0,4 0 0 0,-1 1 6 0,3-2 2 0,-1-1-7 16,2 0 2-16,1-2 0 0,-1-1-3 0,4-2 0 0,-3 1-3 15,3-1 3-15,-1-2 2 0,1 1 4 0,0-1 4 0,-1 0-11 0,-2-1-1 16,2-2 10-16,-2 0-4 0,3-2 11 0,0-1-1 0,1-1-8 0,3 0-8 16,-2-2-1-16,1-1 3 0,1-1 0 0,0 0 8 0,-2 0-2 15,1-2-9-15,-1 2-5 0,-3-1-2 0,1 1 5 0,-1-1 8 0,-2-1 3 16,1 0-1-16,-4-3-7 0,0 1 1 0,-2-2-2 0,-1 0 3 16,-3 0 6-16,0 0-2 0,-2-1 1 0,-1-2-2 0,0-1 0 0,-4-2 3 15,3 0 0-15,-1-1 2 0,2-3-2 0,-1 0-6 0,-5 0 4 0,-4 0 2 16,-3 0 2-16,-4-1 4 0,-2-3-6 0,0 0-3 0,-2 0-1 15,-1-3 4-15,-2-1 0 0,-3-1-1 0,-3-1 4 0,-3 0-6 0,-3-1-4 16,-4-1 8-16,-2-2 0 0,-6 0-6 0,-3-1 7 0,-2-2-13 0,-4-1-3 16,-1-1-2-16,-3 0-6 0,-3-1 2 0,-2 0-1 0,-4 1 0 15,-4-3 1-15,-4 0 0 0,-3 1 2 0,-3-2 2 0,-3 1-1 0,-3-1 1 16,-4 0-2-16,-4-1 3 0,-6 2-3 0,-2 1 9 0,-4-1 4 0,-3 2 5 16,0 2 3-16,-5 0-7 0,-2 2-4 0,-4 0-5 0,-5 2-7 15,-3 2-1-15,-3 1-1 0,-5 3 0 0,-2 0 3 0,-5 3 1 0,-4 1 4 16,-3 1 1-16,-6 0-5 0,-3 1 4 0,-1 2-2 0,-3 0 4 0,-2 2 7 15,2-1 1-15,-4 1-2 0,2 3 0 0,-3 1-3 0,-1 0-2 16,-3 3 1-16,-1-1-5 0,-1 2-1 0,-1 2 7 0,-1 1 2 0,1 2 1 16,-3 2 3-16,0 1-7 0,-4 3-4 0,-1 2 4 0,-2 1-3 15,-2 0 1-15,-3 4 5 0,1-1 4 0,-2 2-2 0,-2 2 1 0,-1 1-2 16,-1 2 0-16,-3-1 2 0,3 0 3 0,-3 1-2 0,1 0-8 0,1 1 1 16,-2 1 4-16,1 0-3 0,-3 2 6 0,0 0-3 0,2 1 0 15,-1 0-1-15,1 1 2 0,-1 1 0 0,-1 1-2 0,0 1 7 0,1 1-11 16,0 0 5-16,2 1 0 0,0-2-5 0,3 2 3 0,-1 1 1 15,1 0-3-15,0 1-2 0,1 0-3 0,0 0 2 0,2 0 1 0,2 0 2 16,-1 1 6-16,0-1-7 0,1-1 4 0,-1 1-2 0,1 0 0 0,-1-1 3 16,1 1 6-16,4 0 0 0,1-1-1 0,1 1-2 0,1-1-3 15,1 0-1-15,2 0 4 0,2 0 2 0,1 0 0 0,3-1 2 0,1 0-2 16,4 0 3-16,1-1 2 0,3 1 2 0,2 1 3 0,1-1 4 0,1 2 4 16,3 3-1-16,1 0 1 0,2 1 1 0,2 2 3 0,2 2-2 15,2 2 2-15,3 2-4 0,0 3-5 0,4 0-7 0,1 4-10 0,0 3 5 16,0 2-7-16,3 6 7 0,-1 1 0 0,4 2-6 0,2 4 3 0,0 1 6 15,1 3-4-15,1 1-1 0,3 3 3 0,1-1-12 0,2 2 3 16,1 1-2-16,1 3-5 0,2 0-1 0,0 0 7 0,4 0 0 0,3 0 5 16,1 0-7-16,3 0-4 0,2-1-8 0,1 0-7 0,5-2-3 15,-1 0-9-15,2 0-10 0,2 0 5 0,3 0 9 0,1-1 2 0,1 1 11 16,1-1-1-16,3 0-11 0,2-1-24 0,2-2-41 0,4-2-33 0,3-2-43 16,2-1-31-16,4-2-23 0,3 0-31 0,4-3-2 0,3-3 55 15,3-2-131-15</inkml:trace>
  <inkml:trace contextRef="#ctx0" brushRef="#br0" timeOffset="31618.01">3307 12680 1299 0,'-38'-18'119'0,"-3"-1"-85"0,-7-4-18 16,8 8 3-16,8 2 6 0,4 0 10 0,2 0 0 0,0 2 2 16,3 1-13-16,1 1-10 0,1 1-11 0,4 0-3 0,1 2-3 0,2 1-5 15,2 0 0-15,4 2 2 0,0-1 4 0,2 1-6 0,0-1 2 0,2 1-4 16,2 1 5-16,0-3 1 0,0 1 0 0,2 0 0 0,-1-1-2 15,2 0 4-15,2-1 0 0,2-1 5 0,1-1-1 0,2 0 3 0,3-1 2 16,3-1 5-16,5-1 3 0,4-1 3 0,3 0 5 0,4-1-7 0,3 1 4 16,4-2-2-16,4 0 0 0,4-1 12 0,5 1 1 0,6 0 2 15,3-1 6-15,4 1-7 0,4 2 3 0,3-2-3 0,5 2-5 0,3 0-1 16,2 2-4-16,4 0-5 0,2 3-5 0,2 1 3 0,1 2-8 16,-3 3 3-16,0 4-5 0,0 1-1 0,-2 4 0 0,0 1-7 0,-1 3 5 15,0 1-1-15,-1 3-2 0,-3 0 1 0,0 4-3 0,-2 2-7 0,-3 0 6 16,0 4-2-16,-3 1 3 0,-3-1-3 0,-2 2 1 0,-4-2-2 15,-1 3-2-15,-2-1 8 0,-5 3-5 0,-3 0 6 0,-5 1-6 0,-3-2-4 16,-5 2 12-16,-5-1-5 0,-4 3 10 0,-5 0 3 0,-5 1-10 0,-2-1 6 16,-7 0 4-16,-3 0-6 0,-6 0 2 0,-3 2-6 0,-6-2-3 15,-6 2 7-15,-4-3 0 0,-7 1 8 0,-7 2-7 0,-5-1-2 0,-7 0-1 16,-8-1-9-16,-8 1 9 0,-8-3-10 0,-7 0-15 0,-6-1-14 16,-7-2-12-16,-4-2 9 0,-4-1 14 0,-4-4 15 0,-3 0 11 0,0-1 9 15,-3-2 5-15,1-1 9 0,4-1 11 0,1-3 9 0,3 1 4 16,4-2 3-16,5-1-6 0,3-1-13 0,6-1-6 0,4 0-12 0,7 1-4 15,8 0-3-15,6-1 0 0,6 0-6 0,6-2-5 0,6-1-4 0,9-2-10 16,7-1-19-16,7-1-62 0,7-1-82 0,5 2-75 0,6 1-30 16,7 1 3-16,7 1 37 0,6 1 33 0,10-1 39 0,6-1 43 0,8 2-126 15</inkml:trace>
  <inkml:trace contextRef="#ctx0" brushRef="#br0" timeOffset="32984.61">5219 14274 410 0,'-5'-4'160'0,"2"-1"-93"0,-1 0-40 0,3 2-29 0,2 0-7 0,1 1 0 16,1-1-1-16,1 1 4 0,2-1-1 0,3 1-3 0,2 0 2 16,2 0-1-16,1 0-3 0,0 1 0 0,2 1 3 0,2 1 1 0,0 0 4 15,1 1 1-15,1 1 2 0,3-1 0 0,1 0 2 0,3 1 4 0,1-1-1 16,2 1 3-16,1 0-1 0,3 0 0 0,0 1 0 0,2 0 3 16,3 1 1-16,0 1 3 0,3-1 1 0,-1 1 2 0,2 0 4 0,3 0 0 15,3 0 2-15,1 0-1 0,0-1-1 0,2 1 3 0,2-1 2 0,1-1 12 16,0-1 10-16,1-1 11 0,-2 0 6 0,1-2 4 0,2 1 0 15,0-1-7-15,1 0-6 0,-1 0-9 0,-1 0-4 0,-1 1-8 0,-3-1 1 16,0 2-3-16,0-1-4 0,-3 1-3 0,-1 1-5 0,-1-1-3 0,-2 2 2 16,1-1-1-16,-3 1 1 0,-1 0 2 0,-1 1-10 0,0 0 6 15,-1-1-3-15,1 2-5 0,0 1 0 0,-1 0-6 0,1 0 3 0,0 1-4 16,-2 0 2-16,0 0-3 0,-2-1-2 0,0 0 1 0,-1 1-1 16,-1-1 2-16,1-1 1 0,-5-1 4 0,0 0-3 0,-2-2 6 0,-1-1 2 15,0-2 3-15,1-1 10 0,-2-1-2 0,1 0 2 0,-2-2 9 0,-1-1 9 16,0 0 4-16,-1-2 6 0,0 1-2 0,0-1-10 0,-2 0-3 15,2 0 0-15,-3-2-3 0,2 1-1 0,-3 0 4 0,2 1-6 0,2-2-1 16,0 1-3-16,2 1-6 0,-3-1-1 0,2 0-6 0,1 0-4 16,-1 1 3-16,1 0-4 0,0 1 5 0,-1 0-4 0,3 2 1 0,-2 1 6 15,3-1-4-15,-1 3-4 0,0 0 4 0,1 1-6 0,-2 1 3 16,2 0 4-16,0 0 0 0,1 2 2 0,-1-1-2 0,0 1-1 0,-1 1-8 16,3 1-1-16,1 0 1 0,1 0-2 0,0 1 2 0,0 0-3 0,0 0-1 15,1 0-2-15,1 1 4 0,2 0-1 0,0 1-2 0,0 0 0 0,1 1-10 16,1 0 10-16,-1 0-2 0,1 0 9 0,-2 0 1 0,2 1-10 15,-1 0 4-15,2-1-2 0,1 0 3 0,0 0 5 0,1 0-5 0,0-1 2 16,0 1 0-16,-1-1 0 0,1 1-4 0,-1 0-1 0,0 0 7 0,1 1 18 16,0-1 11-16,-2 0 5 0,1 1-1 0,1-1-12 0,0 0-10 15,0-1 4-15,1 0-7 0,1-1-7 0,-1 0 1 0,1 0-4 0,3 0-4 16,-1-1-14-16,1 0 8 0,-1 0-9 0,1-2 3 0,0 1 26 16,-2-1-12-16,3 0 6 0,0-2 1 0,1 0-9 0,0-1 9 0,-2-1 2 15,-1-1 9-15,1-1 9 0,2 1-1 0,0-2 0 0,0-1-6 0,1 0 3 16,0-1 2-16,2-1 5 0,1 1 5 0,1-1-6 0,2 0-5 15,-1 1 1-15,1 0-6 0,-1 1-1 0,1 0 1 0,0 1-6 0,-2 0 2 16,2-1-5-16,-3 1-2 0,1 1 2 0,0-1-1 0,-1 2-2 0,2-1-7 16,-2 0 5-16,1 1-8 0,-1-1-6 0,1 1 6 0,-1 0-5 15,-2-1-3-15,-1 0 10 0,0 0-2 0,-1-2-2 0,3 1 8 0,-3-1-4 16,0-1-1-16,-1 0-2 0,-2 0 8 0,1 0-11 0,0-1-7 16,2-1 0-16,0 0-9 0,0 1 28 0,-1 0 6 0,-4 0 1 0,-2-1 1 15,2-2-16-15,-1 0 2 0,0 0 0 0,-1 0 2 0,-2 1 7 0,-4 0-2 16,-1 0-6-16,-1 1 1 0,-1 0-8 0,-3 0 1 0,0 0-3 15,-2 1 3-15,-2-1-3 0,-2 1-3 0,-2 0 0 0,-3 1-20 0,-3 0-35 16,-2 0-33-16,-2 1-68 0,-4 0-99 0,-4 1-178 0,-4-1-381 0,-5-4 63 16,-9-4 88-16</inkml:trace>
  <inkml:trace contextRef="#ctx0" brushRef="#br0" timeOffset="55319.72">4933 15526 576 0,'-15'-5'-17'15,"4"0"50"-15,-2-1 12 0,9 2 1 0,3 0-15 0,1 1-15 0,1 1-11 16,2-1 1-16,0-1-1 0,2 0 2 0,3-1 1 0,0 2-3 0,2-1 0 16,1 0-3-16,0 1 0 0,0 0 1 0,0 1 2 15,0 1-2-15,0 0-1 0,2 2 1 0,-2 0 1 0,1 1 1 0,-2 2 2 0,1-1 0 16,0 1-1-16,-1 1 1 0,-1 0 0 0,0 2-1 0,-1 0 1 0,3 1-1 15,0 0-1-15,0 0 1 0,3-1 3 0,-1 0-1 0,4-2 3 16,2 1 1-16,2-2 3 0,1 0 0 0,2-1 2 0,-1-2 1 0,3-1 2 16,1-1 0-16,1-1-1 0,3 0-2 0,1-2 2 0,0-1 2 15,3 0-3-15,1-1-2 0,1-2 0 0,-1-1-3 0,2-1 2 0,-1 0 6 16,0 0-2-16,1 1 2 0,-1 1 4 0,0-1 2 0,0 1-4 16,-3 1 3-16,0-1 2 0,-2 1-5 0,1 1 4 0,0 0 0 0,0 2-2 15,-1-1 2-15,1 1-9 0,0 0-3 0,0 1-4 0,3-1-1 0,0 1 6 16,2 0-4-16,2 0-3 0,1 0 0 0,4 1-4 0,0-1 2 15,1 0-2-15,1-1-5 0,0 1 3 0,1-2-3 0,2 0 4 0,-1 0 0 16,1-1-2-16,-1-1 3 0,-2 0-5 0,-1 0-1 0,-1 0 2 0,0 0 2 16,-2 1-4-16,-1-1 4 0,-2 2-1 0,-1-1-1 0,0 0 4 15,1 0-5-15,-2-1 4 0,1 0-4 0,-1 1 1 0,0 0-1 0,-1 0-1 16,0 0 6-16,0 1-4 0,-1 1-1 0,-3-1 0 0,1 1-1 16,0-1 2-16,-1 1 0 0,1 0-3 0,-1 0-3 0,-1 0 0 0,0 1 6 15,1-1 0-15,-1 0 2 0,2 1 1 0,-2-2-11 0,1 1 2 0,-1 0-2 16,1-1 2-16,-1-1-3 0,-2 0 3 0,1 0-2 0,-3-1 0 15,-2 1 1-15,-3 1 5 0,-5 0 3 0,-3 1-2 0,-2 0 5 0,-4 0 4 16,-2 1 5-16,-1 1 7 0,-3-1 11 0,-1 0 6 0,-2 0 9 0,0 0 9 16,-2 1 2-16,-2-3 2 0,0 0-5 0,-3-1-13 0,-1-1-9 15,-2 0-12-15,-1-2-11 0,-3 1-11 0,-1-2-9 0,-3 0-9 0,-4-2-5 16,-2 0 0-16,-3-2-6 0,-1 0-6 0,-3-3-1 0,-1 0 0 0,-6-1-4 16,-1-1-3-16,-4-2-1 0,-3 2 2 0,-2-1 11 0,-4 0 11 15,-1 1 10-15,-4 2 7 0,-4 0 10 0,0 1 8 0,-4 2 10 0,-2 1 3 16,-2 2 4-16,-1-1-1 0,-3 3-5 0,-3 0-1 0,0 2 11 0,-3 0 6 15,1 1 8-15,0 1 0 0,-1-1-18 0,0 2-12 0,0 1-10 16,-2 1-5-16,0 3-7 0,-1 1 2 0,-1 1 3 0,1 3 1 0,1 1 13 16,1 2 1-16,1 0-6 0,3 2 2 0,3 2-3 0,2-1-3 0,3 2 6 15,6-1-4-15,2 1-2 0,6 2 1 0,3 1-11 0,6 0-3 16,5 2-1-16,5 2-1 0,7-1-15 0,6 2-21 0,3 1-25 0,6 0-42 16,6 2-21-16,6 0-19 0,5 2-16 0,6 2 5 0,6 0 2 15,5 3 11-15,10-1 15 0,6 0 6 0,12-1 11 0,10 0 3 0,9-2 11 16,14 2 25-16,12-2-148 0</inkml:trace>
  <inkml:trace contextRef="#ctx0" brushRef="#br0" timeOffset="56853.2">12740 15437 405 0,'-4'-2'312'0,"-2"-1"-241"0,-2-1-22 0,1 2-22 0,1 0-18 0,0 1-18 15,-1-1-26-15,2 1-21 0,0-1-6 0,-1 1-2 0,3-1-1 16,-1 0 1-16,0 1 1 0,2 0 1 0,-2-1 4 0,1 1 3 0,0 0 5 15,0 0 8-15,-1 1 12 0,1-1 10 0,0 2 5 0,0 0 6 0,0 0 4 16,0 2 5-16,0-1 3 0,0 0 4 0,2 0 8 0,-2-1 6 16,1 0 14-16,-1 0 14 0,-1 0 13 0,0 0 13 0,-1 0 13 0,2-1 11 15,-1-1 5-15,2-1 0 0,0 1 2 0,1 0-3 0,1 0 2 0,0 1-1 16,1-2-8-16,-1 0-14 0,1 0-16 0,0 0-12 0,1 1-16 16,1-1-3-16,0 0-9 0,1-1-10 0,0 1-6 0,2-1-6 0,0 1-1 15,2-1 2-15,2 0 1 0,0 2 0 0,3-2-2 0,1 1-1 0,2 0 3 16,0 1-1-16,1 0 3 0,1 1 3 0,2 0 1 0,0 0 4 15,3 0-1-15,0 0-4 0,1-1 1 0,1 1-4 0,-2-1-2 0,4 1 1 16,0 0-3-16,4-1 5 0,1-1-4 0,4 1 1 0,0 0-2 16,5-1-8-16,1 0 4 0,3-2-3 0,3 2 0 0,2-1 7 0,1 0-4 15,1 0 3-15,0-1 0 0,-1 0-1 0,-1 1 0 0,-2-2 2 0,0 2 2 16,0-1 5-16,0-1 13 0,-1 1 16 0,-1-1 12 0,0 0 8 16,-2 0 3-16,0 0 0 0,-2 0-6 0,-2 2-1 0,0-1-8 0,-1 1-6 15,-1-1-6-15,-1 1-7 0,-1-1-5 0,0 1-5 0,2 0-9 16,-1 0-3-16,3 1-9 0,-1 0 1 0,0 1-1 0,3-1-4 0,-2 1 1 15,2 0-2-15,1 0-1 0,-2 0 0 0,-1 0-3 0,-1-1-2 0,-4 1-1 16,-1-1 0-16,1 0 7 0,-1-1-2 0,0 0 0 0,-1 0 6 16,-1 0-3-16,-2-1 10 0,-1 0 4 0,-3-1-2 0,-1 1 1 0,-1 0-8 15,-2-1-7-15,0 0 1 0,-2 1 11 0,0-1 5 16,-2-1-3-16,0 1 5 0,-2-1-8 0,1 1 0 0,-1-2 3 0,-2-1-4 0,0 1-2 16,-2-1 0-16,-1 0-2 0,-2-1-1 0,-1 1 8 0,-3 0-5 0,-2-1 1 15,-1 0 5-15,-2 0-9 0,0-1 12 0,-2 2 0 0,1 0 1 0,-2-1 0 16,-2 0-2-16,-1-1-2 0,-1 0 2 0,-3-1-5 0,-3 0-1 15,-1-1-4-15,-3-2-3 0,-1 0 1 0,-3-1 7 0,-1 1 9 0,-3-1 2 16,0 0 5-16,-2-2 6 0,-1 3-3 0,1 0 4 0,-3 0 0 0,1 0-14 16,-3 0-7-16,-2 1 2 0,0 0 1 0,-2 0 3 0,-2 0-2 15,0 0 3-15,-3 2-3 0,0-2 6 0,-3-1 4 0,0 1-4 0,0 1-1 16,-2-1-1-16,-2-1-6 0,-1 0 3 0,-2-1 0 0,-1 1-9 0,-3-2-9 16,0 1 8-16,-3 0 0 0,-3 0 2 0,-2-2 12 0,-3 0-15 15,-2 0 1-15,-1 0 0 0,-1 0 10 0,-2 0 3 0,2 2-5 16,2 0-1-16,1 0-6 0,3 3 1 0,2 0 6 0,1 3-3 0,2-1 0 15,0 1-5-15,2 0 7 0,1 2 6 0,-1 1-3 0,4 0 2 0,1 1-14 16,1 2 4-16,-1 1-2 0,2 0 3 0,0 1-5 0,-2 1-1 16,0 1 1-16,-1 1-1 0,-3 0 8 0,1 0-7 0,-2 1 1 0,1 0-3 15,-1 0-6-15,-2 1 2 0,-1-1-5 0,0 1-4 0,-1 0-6 0,0 0 3 16,0 1 2-16,-2 0 2 0,0 0 6 0,1-1 0 0,0 0 4 16,2 0 6-16,2-2 3 0,1 0 2 0,3-2 0 0,2 1 1 0,5-1 1 15,3-1-1-15,4 1 9 0,2 0-2 0,3-1 2 0,3 1 0 0,3 0-12 16,1 1 1-16,2 0-4 0,2 0 1 0,1 0 6 0,3 0-4 15,1 1-1-15,1 0 0 0,2 1-4 0,1 0 5 0,0 2-6 0,-1 1 1 16,2 0-4-16,-1 1-8 0,1 2-5 0,0 1-4 0,2-1 3 16,-1 3-1-16,0 0 1 0,1 2 3 0,0 0-1 0,0-1 7 0,1 2 1 15,-2-1-1-15,0-2-5 0,-1 0 1 0,1-2 0 0,0 0 2 0,-3 0 13 16,1 0-2-16,-1-2 5 0,-1-1 1 0,-1 0-6 0,1-3 12 0,0 0 5 16,0-1-3-16,0-1 2 0,0 0-8 0,1-2-2 0,0 0 7 15,1-1 2-15,2-1 6 0,2 1 4 0,-1-1 1 0,0 1-3 0,2-1-1 16,1 0-4-16,1 1-1 0,2 0 0 0,1 0-8 0,0 1-1 0,1 0-3 15,1 0 2-15,0 0-3 0,1 2-4 0,1 0 6 0,-1 1-6 16,1 0 2-16,-1 1-3 0,1 2-9 0,0 0 4 0,2 3-2 0,0 2-3 16,0 1 6-16,2 2-3 0,0 2-4 0,2 1 5 0,0 0-5 15,2 2-1-15,0 0 5 0,1 0-9 0,2-1-1 0,0 0 0 0,1 0 4 16,1-1 0-16,-2 1 4 0,1-1 0 0,2-1 2 0,1-2 1 0,0 1 1 16,-1-1-5-16,0 0 2 0,1-2-8 0,-2 1 0 0,1-2 10 15,-2 0-5-15,0-1 16 0,0-1-1 0,0-1-1 0,-2 0 5 0,0-2 0 16,-1 0-2-16,0 0 1 0,2-1-2 0,0 0-1 0,0 1 1 15,3 0 0-15,0 0-1 0,2 0-2 0,1 1-1 0,1 1 2 0,0 1-2 16,1-1 2-16,3 1-1 0,0 1-1 0,2-1-5 0,2 1-3 0,-2 0 7 16,2 0 5-16,-1 1 9 0,0 1-2 0,0-1-4 0,-1 0-9 15,1 0 4-15,-3-1-6 0,3-1 6 0,-2-1 2 0,-1-2-1 0,1 1 6 16,-1-1-12-16,-1 0 2 0,1-1 4 0,0 0 2 0,-1-1 10 0,1 1-2 16,0-2 1-16,1 1 1 0,1-1-2 0,0 0-1 0,0 0-2 15,2-1-5-15,-1 1 5 0,5-1-7 0,0 2 1 0,4-1 1 0,1 0-3 16,0 0-2-16,1 0 1 0,2 0-2 0,0 1 3 0,4 0-8 15,1 2-18-15,1 0-29 0,0 2-56 0,3 2-67 0,2 0-92 0,3 5-133 16,6 4-97-16,4 3 54 0,9 10-46 0</inkml:trace>
  <inkml:trace contextRef="#ctx0" brushRef="#br0" timeOffset="76087.88">8175 16363 617 0,'-2'0'354'0,"2"2"-216"16,1 2-43-16,3 0-28 0,2 2 1 0,5 2 5 0,3-1 0 0,6 3-16 15,4 1-19-15,4 0-3 0,3 0-6 0,3 0-2 0,5 0-4 16,4 1-12-16,2 1-7 0,4-1-5 0,3 0 7 0,5-1-3 0,5 0 0 16,2 0-3-16,4 0-6 0,3-1 12 0,4 1-1 0,4-2 0 0,0 0 0 15,3 1-4-15,1 0 2 0,0 0 1 0,4 1 4 0,0-1 5 16,2 2 8-16,1 2 11 0,4 0 7 0,1 1-11 0,2-1 1 0,1 2-6 16,3 2-15-16,0-1 7 0,1 2-8 0,2-2-11 0,1 0 4 15,2-2-9-15,3 1 2 0,3-2 8 0,0-1-5 0,3-2 1 0,-3-1-5 16,3-2 6-16,-2-4 7 0,0-2 6 0,0-2 5 0,-3-2 15 0,-1-1 21 15,-3-1 29-15,-3-1 34 0,-2-2 19 0,1 1 8 0,-5-2-3 16,-1-2-6-16,-3-1-19 0,-1-1-11 0,1-1-11 0,-1 2-29 0,0-3-16 16,-2 0-9-16,0 0-15 0,-2 0-9 0,-2-1-8 0,0 1-12 0,-2-1 10 15,-2 1-2-15,0 1-2 0,-4-1-8 0,-3 2 1 0,-2-2 0 16,-5 3 0-16,-4 0-2 0,-1-1-9 0,-4 0 8 0,-2-1-1 0,-2 0 0 16,-4 1 1-16,-4-1 1 0,-4 1 4 0,-3-1 5 0,-6 2-4 0,-2-2 1 15,-5 0 4-15,-2 0-1 0,-3 0-8 0,-2 1 6 0,-4-1 7 16,-5-1-7-16,-3 0 6 0,-3-1-9 0,-2-1-9 0,-2-4 5 0,-3-1-9 15,-3-2-8-15,-2-1-12 0,-1 0 10 0,-2-2 10 0,-4-1-3 0,-2 2 4 16,-4-4 3-16,0 0 2 0,-4-3 14 0,-1 1-2 0,-3-2-8 16,-2 4 9-16,-2-1-1 0,-3 2 9 0,-1 0 4 0,-1 1-9 0,-3-1-11 15,-1 1 5-15,-2 0 4 0,-4 1 5 0,0 0 8 0,-3-1-6 16,-3 2-8-16,-3-1 3 0,-2 1 1 0,-4 0 4 0,-1-1-3 0,-4 2 1 16,-5 0-5-16,-3 1 5 0,-3-3-7 0,-5 2-5 0,-2 1 5 0,-2 0-4 15,0 2 9-15,1 2 4 0,1 1-7 0,1 0 8 0,2 1-3 16,4 0-4-16,1 0 4 0,3 0-8 0,1 2 6 0,0-1 2 0,-1 1-4 15,-1 2 4-15,-2 1-5 0,-2 1-19 0,1 0-4 0,-3 1-2 0,0 2 3 16,1 0 15-16,0 4 3 0,0 0-7 0,-2 1 8 0,0 2-1 16,-2 1-3-16,-1 1-7 0,-1 0-2 0,-4 3-3 0,-4 1-3 0,-5 4 10 15,-4 2-4-15,-1 3 3 0,-3 1-3 0,-1 2 19 0,3 2-3 0,4 2 11 16,5-1 16-16,9 1-9 0,5 0 11 0,7 0 7 0,5 0-4 16,3 2-6-16,7 1-4 0,3 2-17 0,5 1-2 0,5 3-8 0,4 1-18 15,4 3-5-15,5 3-9 0,3 5 4 0,5 3-3 0,4 4-28 16,6 4-15-16,3 3-25 0,6 5-27 0,4 6-17 0,3 6-43 0,4 5-72 15,5 7-112-15,3 11-101 0,5 9 24 0,1 13-106 0</inkml:trace>
  <inkml:trace contextRef="#ctx0" brushRef="#br0" timeOffset="104171.6">22725 7052 2155 0,'-15'-9'38'0,"2"3"-16"0,-2 3-21 16,6 9-14-16,4 6 3 0,1 1 3 0,0 4 7 0,1 1 0 16,1-1 1-16,-1 4 6 0,0 2-1 0,-2 2 7 0,-1 4 5 0,-2 3 12 15,0 4 13-15,0 0 7 0,1 2 3 0,0 0-8 0,2 2-11 16,2 5-6-16,1 2-17 0,1 3 2 0,2 4-2 0,1 3-8 0,1 4 5 15,0 3-7-15,2 1-1 0,1 0-1 0,1-2 1 0,1-3-3 0,1-1 4 16,2-4-10-16,1-3 7 0,-2-3 4 0,2-4-4 0,-1-5 7 16,-1-5-7-16,2-3 1 0,-2-6 1 0,0-3 1 0,-1-3 4 0,-2-4-3 15,-1-2-9-15,-1-4-12 0,-1-2-23 0,-2-4-35 0,-1-1-40 16,0-4-52-16,-3-1-111 0,-2-5-162 0,-1-7-76 0,-6-7-166 0</inkml:trace>
  <inkml:trace contextRef="#ctx0" brushRef="#br0" timeOffset="104573.69">21977 6972 2444 0,'-24'-27'129'0,"1"2"-1"0,0-6-59 0,11 10-28 15,9 4-11-15,7 2-5 0,8-1-8 0,4 1-4 0,9-3-5 0,5 2-1 16,5 0 0-16,6 3-4 0,4 0 4 0,3 2 2 0,4 1-1 16,3 2-1-16,2 2-4 0,1 0 1 0,0 3-4 0,1-1 1 0,1 1-1 15,-1 0 0-15,0 2 4 0,-2 0-3 0,-1 2 1 0,1 2 0 16,-3 2-1-16,-1 0-1 0,-3 5-1 0,-5 1-8 0,-2 4 2 0,-4 3-1 15,-5 1-2-15,-2 5-4 0,-6 1-4 0,-4 4 3 0,-3 2 1 0,-5 0 7 16,-3 0-8-16,-5 2 0 0,-3-1 5 0,-5 2 2 0,-4 1 6 16,-5 3 1-16,-4 1-9 0,-7 1 2 0,-4 5 4 0,-6 0-1 0,-3 0 0 15,-4 1 0-15,-2-1 1 0,-1-3 2 0,-1-1-1 0,0-1-7 0,0-5 3 16,2 0 6-16,4-4-1 0,4-1 8 0,5-4-1 0,4-1-6 16,6-5-1-16,4-2 4 0,6-3-7 0,4-4-5 0,5-2-2 0,4-2-4 15,2-2 6-15,6-3 4 0,2-1 3 0,6-3 4 0,4-2 3 16,2-1 5-16,3-1 1 0,4 0 3 0,3 0 5 0,-1 2 0 0,2 2 2 15,0 1 8-15,-1 3 5 0,3 1 1 0,0 2 0 0,0 2-7 0,0 2-5 16,0 3-7-16,-2 3-5 0,1 2 2 0,-2 2-6 0,-3 4-1 16,-2 1-2-16,-3 0-1 0,-3 1 0 0,-1-2 1 0,-4 1-5 0,-2-1 6 15,-4-1-4-15,-4 0 1 0,-5 1 3 0,-3 0-4 0,-4 0 3 0,-3 0 2 16,-5 2-13-16,-6 0 3 0,-5 0 1 0,-5 1-1 0,-4 1 10 16,-4 0-1-16,-4-1-8 0,-2 0-1 0,-1-2-3 0,-2-3-6 0,4-1-8 15,2-3-14-15,6-3-20 0,3-2-32 0,7-1-46 0,4-3-71 0,5-1-101 16,5-2-141-16,3-3-91 0,4-3 65 0,6-4 71 0,5-6 130 15</inkml:trace>
  <inkml:trace contextRef="#ctx0" brushRef="#br0" timeOffset="104855.75">23606 7874 1873 0,'6'-11'200'0,"2"0"-92"0,2 0-53 0,1 4-2 0,3 3 4 16,3 4 1-16,0 3-5 0,1 3-19 0,0 2 2 0,-1 4 0 16,-3 3 1-16,0 3 15 0,0 2-3 0,-3 2 5 0,1 1-1 0,-3-1-7 15,1 1-19-15,1 2-10 0,1 0-9 0,0 2-11 0,2 0 9 16,1 1-2-16,3-2-2 0,1-1-13 0,0-2 0 0,3-3-6 0,1-3 7 15,0-1 13-15,2-4 0 0,1-3 4 0,0-3-10 0,2-4 1 0,1-4 7 16,0-3 0-16,-2-5-1 0,0-2 2 0,-1-5 13 0,0-3 3 16,0-2 8-16,1-3-1 0,0-1-10 0,-1-4 0 0,0-1 2 0,-3 1 5 15,-1-1-2-15,-2-2 4 0,-4 0-2 0,-1-3-1 0,-4 0-6 0,-3-2 1 16,-3 2-8-16,-4 0 1 0,-3-1-3 0,-3 3-1 0,-4 1-9 16,-1 5 0-16,-4 3 16 0,-1 4-7 0,-3 3 6 0,-4 4-4 0,0 2-19 15,-4 3 3-15,-1 3 7 0,0 3-6 0,0 3 8 0,1 2-8 0,0 5 2 16,1 2-3-16,-2 4-11 0,0 4-2 0,1 3 7 0,-2 6-1 15,2 2 5-15,1 4-2 0,3 0-21 0,2 1-32 0,4 0-40 0,3 1-59 16,5-1-69-16,5 2-88 0,5-1-166 0,4 0-133 0,7-4 82 16,7-2-30-16</inkml:trace>
  <inkml:trace contextRef="#ctx0" brushRef="#br0" timeOffset="105072.59">25114 7581 2669 0,'-1'-12'209'0,"1"4"-171"15,1 0-29-15,2 6-16 0,3 4 9 0,1 2 16 0,3 3 1 0,0 2-12 16,-1 3-1-16,0 4 5 0,-1 2 9 0,-2 5 21 0,-1 1 4 0,0 4-4 16,-2 3-20-16,1 3-6 0,-1 3-6 0,-1 4-7 0,0 2 1 15,2 2-4-15,0 1 1 0,1 2 0 0,1-1-6 0,2 2 5 0,0-2-20 16,0 1-2-16,0-2-5 0,0-3-10 0,-1-1 14 0,-1-2-6 16,0-4-4-16,1-1-7 0,0-2-11 0,-1-3-10 0,2-5-3 0,0-2-9 15,0-5-33-15,1-2-34 0,-2-1-7 0,0-3-32 0,0-2-38 16,-2-4-71-16,-1-2-95 0,-1-3-22 0,-1-3 83 0,-1-5-79 0</inkml:trace>
  <inkml:trace contextRef="#ctx0" brushRef="#br0" timeOffset="105389.05">25309 7475 1666 0,'-12'-20'916'0,"1"1"-812"16,1-2-20-16,4 6-41 0,5 6 0 0,2 1-6 0,3 2-14 0,2-1-11 15,5 2-10-15,4 0-6 0,4 2 8 0,2 0-1 0,6 1 6 16,4 1 2-16,3 2 3 0,2 1 1 0,3 1-4 0,-1 0-4 0,2 3-4 15,-1 1-5-15,0 2 1 0,-1 3 2 0,0 1-2 0,-4 0 1 0,-3 3-2 16,-4 1-10-16,-2 1-2 0,-5 0-8 0,-2 1-8 0,-4 2-19 16,-4-1-5-16,-3 1-13 0,-3 1 2 0,-2-2 18 0,-3 1 4 0,-1 0 16 15,0-3 0-15,-1-1-11 0,0-1-1 0,0-2 1 0,0-1 2 0,-1-1 12 16,2-2 9-16,1-3 10 0,1-2 7 0,1-1 2 0,1-2-1 16,1-1-1-16,3 0-1 0,1 0 2 0,4 0-1 0,0 1 3 0,5 0 1 15,2 1 3-15,1 0 3 0,3 3 6 0,0 0 10 0,0 3 3 0,0 1 16 16,-3 2 11-16,-1 1 8 0,0 1 7 0,-2 3-5 0,-1 2-8 15,-3-1-3-15,0 3-6 0,-3 1-7 0,-2 0-6 0,-2 1-9 0,-3 2-10 16,-4 0-1-16,-4 3-10 0,-5 1-8 0,-3 2-5 0,-2-1-21 0,-5-1-12 16,-4 0-17-16,-3-1-40 0,-4-1-36 0,-1-1-67 0,-2 0-95 15,0-4-118-15,-2 0-117 0,-1-3 0 0,0-5-98 0</inkml:trace>
  <inkml:trace contextRef="#ctx0" brushRef="#br0" timeOffset="105955.7">23306 5554 1717 0,'-100'22'5'0,"-7"8"9"0,-25 15-8 15,19 10 0-15,17 3-4 0,1 6-5 0,2 7 8 0,1 8-9 16,-1 8 0-16,-2 8 3 0,-1 5-3 0,-1 9-1 0,0 6-2 0,2 3 3 16,3 4 2-16,1 3 4 0,2-1 2 0,4 2 8 0,5-2 9 15,8 0 8-15,8-1 10 0,10-3 2 0,11 1 4 0,10-3-9 0,13-1-9 16,11 0-15-16,12-2-12 0,11-3-6 0,10 0-1 0,12-1 0 16,10-4-1-16,12-1-7 0,11 1 1 0,10 2-5 0,13 1-19 0,9 2-8 15,10-3-23-15,11-7-10 0,10-5-7 0,9-10 8 0,9-7 22 0,5-4 12 16,10-4 14-16,5-2 5 0,5-3-14 0,3-1 10 0,1-3 15 15,0-3 10-15,1-3 24 0,-3-6 34 0,-6-6 39 0,-3-7 34 0,-3-5 33 16,-7-5 4-16,-3-3-13 0,-6-6-2 0,-5-5 3 0,-5-4-6 16,-4-5-3-16,-7-5-13 0,-6-5-17 0,-4-6-9 0,-4-6-19 0,-2-6-23 15,-2-6-23-15,-3-3-18 0,-1-4-12 0,-2-8 3 0,-3-4-6 0,-2-7-3 16,-1-5-1-16,-5-5-7 0,-2-3 1 0,-3-3-3 0,-3-3 9 16,-4-1 5-16,-3-3-4 0,-5 0 10 0,-4-2-6 0,-4-3 2 0,-6-2 5 15,-5-4-5-15,-6-1 2 0,-4-2-2 0,-5-3 5 0,-7-2-7 0,-5-3-10 16,-8-4-5-16,-6-1-17 0,-7-2 0 0,-7-2 4 0,-8-4-7 15,-8-2-16-15,-10-4-11 0,-8-3-17 0,-10-1 10 0,-7-1 13 0,-7 3 0 16,-9 1-4-16,-6 1-5 0,-8-1 1 0,-7 1 18 0,-4 1 15 16,-5 0 5-16,-5 4 3 0,-3 5-3 0,-6 5 4 0,-4 8-2 0,-4 6 3 15,-6 9 11-15,-3 4-1 0,-7 8 4 0,-5 7-1 0,-3 8-9 0,-6 10 7 16,-2 8 6-16,-5 12-1 0,-1 7 9 0,-4 9-2 0,-1 10-2 0,-3 9 5 16,-3 10-12-16,-1 10 2 0,1 8 1 0,2 11-1 0,2 6 4 15,2 8-11-15,6 5-3 0,4 8-23 0,9 6-66 0,5 6-121 0,8 8-207 16,9 5-162-16,9 6 7 0,11 4 57 0</inkml:trace>
  <inkml:trace contextRef="#ctx0" brushRef="#br0" timeOffset="106522.02">24726 9295 1290 0,'-4'-12'121'16,"0"2"-57"-16,0-2-47 0,0 4-4 0,2 4 3 0,1 1 2 15,-1 2 4-15,1 1-2 0,-1 0 5 0,-1 1 17 0,-1 1 11 0,-1 0 10 16,-2 2 6-16,-1 1-7 0,-3 3-3 0,-3 2-2 0,-1 0-3 0,-3 4-3 15,0 1-3-15,-3 4-7 0,-2 4-5 0,-3 2 2 0,-2 4-4 16,-2 1-4-16,-3 4 5 0,-1 2-6 0,-3 4 0 0,0 1 6 0,-3 1-6 16,-5 4 1-16,-2 5-3 0,-4 2-4 0,-4 3-3 0,-2 2-4 0,-3 1-5 15,-2 2-8-15,-4 5 13 0,-3 4-5 0,-2 2 4 0,-3 3 12 16,-2 3-9-16,-3 1 10 0,-4 2 6 0,-2 3 4 0,-3 2 9 0,2 3 0 16,-2 2 2-16,-2 4 1 0,0 2-7 0,0 1 2 0,1 0 2 15,3 0 2-15,2 0-3 0,2 0-8 0,1 1-13 0,3-2-7 0,1 1-22 16,2-3 21-16,4-1-8 0,2-3-6 0,4-1 17 0,0-3-18 0,3-2 5 15,2-5 10-15,2-5 12 0,1-3 4 0,3-4-7 0,3-4-1 16,4-4-6-16,2-3-8 0,3-6-9 0,3-4-6 0,3-4 0 0,4-8 6 16,2-4 4-16,3-6-1 0,3-3-10 0,4-5-4 0,1-5-12 15,2-4-23-15,3-3-22 0,-1-5-26 0,2-2-47 0,-1-5-55 0,1-4-79 16,-1-5-123-16,1-6-139 0,1-5-117 0,1-7 70 0,3-9 111 0</inkml:trace>
  <inkml:trace contextRef="#ctx0" brushRef="#br0" timeOffset="106756.73">20813 12358 1887 0,'-16'12'769'0,"-2"6"-683"0,-3 10-65 0,2 7-16 0,6 4 2 16,3 8-1-16,3 5-4 0,5 4-1 0,3 4-7 0,2 1 4 0,2 3-3 16,1 1-1-16,1-1-3 0,0 0-9 0,1-2 0 0,0-3-4 15,1-2-7-15,-1-2 20 0,2-5 6 0,1-2 3 0,0-1 12 0,2-6-6 16,0-2 2-16,2-2 7 0,2-2 7 0,1-3 11 0,1-1 10 0,5-2 17 15,3-6 2-15,5-2 1 0,3-3-8 0,5-4-5 0,3-3-5 16,5-1-12-16,4-5-3 0,6-4-1 0,5-3-15 0,5-4-2 0,5-2-10 16,4-1-13-16,4 0 4 0,0-1-9 0,5 0-16 0,-1-1-32 15,4 1-61-15,0 2-101 0,4 0-173 0,1 1-355 0,5 3-129 0</inkml:trace>
  <inkml:trace contextRef="#ctx0" brushRef="#br0" timeOffset="107672.72">20125 14662 206 0,'-4'-1'100'0,"0"1"-29"16,-2 0-9-16,-1 2-2 0,1-1-9 0,2 1-13 0,-1-2-18 0,1 0-12 15,0-2-4-15,1 0-13 0,-1-2-28 0,1-1-35 0,1-1-27 16,0-2-6-16,2-2 18 0,1-1-100 0</inkml:trace>
  <inkml:trace contextRef="#ctx0" brushRef="#br0" timeOffset="108189.27">20078 14486 1718 0,'-8'-1'178'0,"-1"1"-24"0,0-1-40 15,2 2-11-15,3-2-18 0,0 0-34 0,2 0-39 0,1 0-12 0,1 1-8 16,1-1 1-16,-1 1 8 0,0-1-1 0,2 0 0 0,-1 0-3 0,1-1-2 15,1-1 4-15,0 0 10 0,-1 0 2 0,2-1 0 0,-1 1 7 16,0-1 12-16,0 1 13 0,-1-1 14 0,1 2 12 0,-1 0 3 0,1 1-6 16,-1 1 2-16,0 1-10 0,0 1-9 0,1 2 4 0,0 2-10 0,1 2 9 15,0 3 3-15,0 2-8 0,1 3-15 0,0 3-9 0,0 4 4 16,1 1-2-16,-1 5 8 0,0 2-6 0,-1 3-15 0,1 1-4 0,-1 5 1 16,0 1-7-16,-2 2 1 0,1 2-1 0,-1-1-2 0,-1 0 6 0,0-1-6 15,1 1 1-15,-2-1 9 0,-1-2-20 0,0 0 12 0,-2-2 2 0,1-1-4 16,-1 0 13-16,1-3-8 0,-1-1 8 0,0-2 7 0,0-2 10 15,-1 0 1-15,0-1 5 0,1-3-1 0,0-1 7 0,-1-3 1 0,2-1-16 16,-1-1 0-16,1-2-5 0,0 0 3 0,0-2-5 0,1 0-1 16,0-3-2-16,1-1 9 0,0 0-3 0,1-1-5 0,0-1 1 0,0-2-11 15,0-1 8-15,1-1-6 0,-2 1-6 0,1-2 7 0,0-1-7 16,0 0 6-16,0-1-2 0,1 0-8 0,-1 0 12 0,0-1-12 0,-1 1-6 16,0-2 12-16,1 1-4 0,-1 0 4 0,0-1-6 0,1 0-6 0,-1 0 2 15,0 1-8-15,1-1 12 0,-1 0-8 0,1 0 0 0,-1 1 10 16,0-1-18-16,0 2 13 0,0-2-11 0,-1 1 6 0,1 1 0 0,-2 0-15 15,-1 1 11-15,0 1-4 0,-3 0 5 0,0 2 30 0,-3 1-15 16,-2 2 8-16,-3-1 3 0,-3 3-32 0,-1 1 15 0,-4-1-12 0,-3 3 10 16,-2-1 4-16,-2 2 0 0,0 0-8 0,-1 0 10 0,1 0-4 0,0 1 4 15,1-1 2-15,1-1-19 0,3-1 19 0,4 0-8 0,4-1-2 16,5-3 12-16,4-2-22 0,5 0 6 0,2-3-7 0,5 1-16 0,5 1 12 16,7 0-6-16,7 0-15 0,8-1-13 0,6-3-22 0,6-2-32 0,6-2-47 15,8-2-93-15,7-3-157 0,7-3-350 0,9-4-52 0,12-6-40 16</inkml:trace>
  <inkml:trace contextRef="#ctx0" brushRef="#br0" timeOffset="120056.59">19806 14219 332 0,'-19'17'26'0,"-3"3"-19"0,-5 3-4 0,4 0-4 16,1-4-5-16,1 3-6 0,3 3-5 0,-1 1-6 0,2 4-8 15,0 2-9-15,-1 5 1 0,0 0 4 0,-1 4-112 0</inkml:trace>
  <inkml:trace contextRef="#ctx0" brushRef="#br0" timeOffset="129747.5">22523 14783 2371 0,'-11'18'154'0,"-1"2"-39"16,-1 8-25-16,3-3-45 0,3-1-17 0,2 0-12 0,1-1-11 15,2 2-8-15,1 0-4 0,2 4-1 0,-1 1 1 0,1 4 1 0,0 1-6 16,0 4 1-16,0 3-14 0,0 3-16 0,0 4-4 0,0 4-6 0,0 2 6 15,-1 4 1-15,-2 3-25 0,1 4-48 0,-2 3-11 0,1 4 33 16,-1 4 38-16,-2 3 73 0,0 1 40 0,-1 3 6 0,-2 0 13 0,0-1-4 16,1 0-1-16,2-1 4 0,1-1-7 0,2-2-3 0,2 0-8 15,2-2 4-15,2-1 12 0,2-1 6 0,3-3 8 0,-4-37 10 0,2 7 2 16,2-1 3-16,3 6-13 0,1-2-25 0,2 5-4 0,4-1-13 0,4 4-3 16,1-4 2-16,4-3-23 0,4-3 8 0,3-2-11 0,4-3-6 15,5-1 22-15,4-3-9 0,5 0 13 0,4-2-5 0,-27-16-8 0,7 0 5 16,0 1 0-16,6 2-4 0,3-2-7 0,5 1-12 0,2-1 9 0,7 1-17 15,2-1-13-15,8 2 9 0,1-3-6 0,9 1 24 0,3-2 3 16,6 2-27-16,5-2 8 0,7 0-13 0,4-4 3 0,5 1 16 0,3-3-10 16,5-2 20-16,3-2-20 0,4-1 6 0,5-2 8 0,2-2-12 15,5-1 14-15,5-1 7 0,-8-1-17 0,13 0-238 0,6-2-11 0,2 0 58 16,4-1-17-16,2 0 234 0,3 0 37 0,2 0-60 0,1 0 19 0,1 2 11 16,1-1-8-16,0 0 24 0,-2 2 18 0,-1-1-49 0,0 1 44 15,-1 0-42-15,7 0 17 0,-11 0 8 0,-2 0-67 0,-4-2 76 0,-2 1-64 16,-6-2 3-16,-1 1 35 0,1-8-60 0,120-9 32 0,-26-3 17 0,-26-4-82 15,-27-4 54-15,-23-6-70 0,-29-1-19 0,-19-2 10 0,-32 2-101 16,-7-1 9-16,-7-4-104 0,-9-3-124 0,-7-3-179 0,-10-5-177 0,-4-20 98 16</inkml:trace>
  <inkml:trace contextRef="#ctx0" brushRef="#br0" timeOffset="130157.13">23409 14199 3027 0,'-79'5'43'0,"6"-1"8"0,-12 0-9 15,21-2-5-15,20-4-7 0,11 0-12 0,12 0-11 0,7-1-9 0,8 2-12 16,7 0 1-16,5 0 4 0,8 2 6 0,9 0 3 0,10 0 3 15,10 1 6-15,9 0 0 0,10-1 4 0,9 0-5 0,6-1 1 0,9-1-3 16,7 0-1-16,6-2 0 0,9-1-3 0,6-2-2 0,6 1-2 0,4-2-1 16,2 0 5-16,4-1-1 0,2-1 5 0,5 0-3 0,1 1 3 15,3 0-6-15,3 0 3 0,3 0 5 0,0-1 1 0,1 0 9 0,1 0-4 16,-1 1 6-16,-1 0 2 0,-1 3-2 0,-3-1 5 0,-6 2-1 0,-2 2 8 16,-6 2 12-16,-7 0 5 0,-6 3 1 0,-9 2-8 0,-10 2 7 0,-7 4 3 15,-8 3 2-15,-8 1 8 0,-5 3-9 0,-6 1-2 0,-5 3 5 16,-4 3-14-16,-5 5-42 0,-6 2 0 0,-4 4 0 0,-5 1 0 0,-5 5 0 15,-6 3 0-15,-3 5 0 0,-6 6 0 0,-4 3 0 0,-5 6 0 16,-5 2 0-16,-4 5 0 0,-3 0 0 0,-2 1 0 0,-1 3 0 0,-4 1 0 16,-2 4 0-16,-2 1 0 0,-3 1 0 0,0 1 0 0,-1-1 0 0,-2 1 0 15,1-3-6-15,-2 1-50 0,0 1-21 0,2-2-17 0,-2 1-43 16,2 0-27-16,-1-4-33 0,1-1-83 0,1-3-119 0,-2-5-274 0,-1-2-164 16,-2-1-53-16</inkml:trace>
  <inkml:trace contextRef="#ctx0" brushRef="#br0" timeOffset="130507.54">24546 15046 1789 0,'-15'-2'999'16,"-1"1"-941"-16,-4 0 12 0,2 0 0 0,0 2-7 0,1-1-18 0,-1 0-6 15,2 0-8-15,-2 0-4 0,0 1-8 0,-1 1-5 0,-1 1 1 16,0 0-3-16,1 4 2 0,0 4-1 0,1 2-4 0,1 5 3 0,-1 2-1 16,-1 5-13-16,0 4 22 0,2 5-7 0,-1 4-1 0,1 7 7 0,2 2-10 15,0 7 5-15,1 2-5 0,1 3 10 0,2 2 1 0,3 0 0 16,1 0-7-16,2 0 13 0,2-3-6 0,2-3-3 0,3-4 5 0,1-1-20 15,2-5-2-15,2-4 4 0,0-3-6 0,2-1 2 0,0-4-9 16,1-2 3-16,-1-7 4 0,0 0-18 0,-2-5 1 0,-2-3-14 0,-1-2-17 16,-2-5-10-16,-1-4-46 0,-1-3-89 0,-2-6-115 0,-2-4-132 0,-2-7-180 15,-5-6-490-15</inkml:trace>
  <inkml:trace contextRef="#ctx0" brushRef="#br0" timeOffset="130673.85">24046 14971 3463 0,'0'3'179'16,"3"3"-54"-16,2 1 5 0,3 1-56 0,4 1-6 0,6 1-26 16,4 2-28-16,3 0-14 0,4 1 0 0,0 0 0 0,1 2 0 0,0 1 0 15,1 0 0-15,-1 2 0 0,2 1 0 0,-2 2 0 0,0-1 0 0,-2 1 0 16,-1 2 0-16,-2 0-20 0,0 0-60 0,-2-2-24 0,-3 1-33 16,1-2-41-16,-1-1-46 0,-3 0-70 0,1-1-123 0,-2 0-164 0,0-3-114 15,-1-1-281-15</inkml:trace>
  <inkml:trace contextRef="#ctx0" brushRef="#br0" timeOffset="130823.35">25112 15107 2760 0,'5'-17'315'0,"-2"-2"-119"16,1-3-44-16,-3 1-59 0,0 2-10 0,0 2-31 0,-1 3-8 0,-1 3-18 15,0 4-6-15,-2 3 4 0,0 3-8 0,-2 1 3 0,-2 2 0 16,-1 3-5-16,0 3-6 0,-4 2-1 0,-1 3-5 0,-2 5 4 0,-1 1-6 16,1 3-2-16,-1 4-4 0,-1 3 1 0,1 1-15 0,-2 3 10 0,2 0 3 15,-1 0-3-15,3 2 1 0,-2-2-41 0,0-1-43 0,-2-4-77 16,2-1-115-16,-1-2-192 0,0-3-269 0,0 0-536 0</inkml:trace>
  <inkml:trace contextRef="#ctx0" brushRef="#br0" timeOffset="131006.74">24875 14870 3781 0,'1'1'116'0,"1"2"0"0,2 1-54 0,1 2-42 0,1 1-20 0,3 3 0 16,2 4 0-16,2 2 0 0,2 5 0 0,-1 3 0 0,-1 4 0 15,-2 5 0-15,1 3 0 0,-1 5 0 0,-2 4-30 0,-2 1-36 0,-4 2-28 16,-1 0-17-16,-4 2-45 0,0-4-43 0,-3 2-46 0,0-1-58 16,1-2-89-16,1-3-95 0,0-4-38 0,3-1 15 0,0-3 42 0,3-3 39 15</inkml:trace>
  <inkml:trace contextRef="#ctx0" brushRef="#br0" timeOffset="131507.01">25158 15853 1778 0,'13'-12'657'0,"2"-3"-322"0,3-3-73 0,-3-2-71 0,1 3-26 15,0-5-42-15,-1-2-30 0,0 1-27 0,0-2-32 0,0 3-17 0,2 0-7 16,-1 3-4-16,1 3-2 0,-1 4 1 0,0 2-7 0,0 4-1 15,0 3 3-15,-1 5-4 0,-3 3 0 0,-1 2 4 0,0 3 0 0,0 0 6 16,-1 3-6-16,0 1-4 0,-1 1 6 0,1 0-2 0,0-2-2 0,2 1 8 16,1-1-5-16,0-2-1 0,-1-1 4 0,3-4 0 0,-1 0-4 15,1-2 0-15,1-2-2 0,-1-2-9 0,1-3 1 0,0-3 12 0,-1-1-6 16,-1-3 14-16,0-3-4 0,-1-2-1 0,-1-2 3 0,-3 1-4 16,-1-3 7-16,-1 0 3 0,-2-1 5 0,-3-1 2 0,-1 0-11 0,-3 0 3 15,-2-2 1-15,-2-2-2 0,-4 2 7 0,-1-2-13 0,-2 2-2 0,-3 1-2 16,-1 1-8-16,-1 2 0 0,-2 1 0 0,0 3 0 0,2 3 4 15,-1 3 1-15,-1 2-13 0,2 3 8 0,-1 2-7 0,1 5-3 0,1 3 4 16,2 1-11-16,0 5 2 0,0 1-2 0,2 3-4 0,2 2 3 16,0 2-16-16,2 2-15 0,2-1-19 0,2 1-24 0,3 1-22 0,3-3-29 15,2-1-28-15,2-2-32 0,4-3-44 0,1-2-28 0,1-2-7 16,3 0 26-16,1-3 63 0,2-2 70 0,1-1 63 0,0-2 50 0,3-1 44 16,-2-2 41-16,2-1 42 0,-2-1 44 0,-2 0 35 0,-1 0 19 0,1 0 7 15,-2 2-15-15,-1 0-31 0,-1 0-27 0,0 0-28 0,1 1-29 16,-1 1-11-16,-1 2-17 0,1 0-15 0,-1 1 5 0,0 1-16 0,-1 1-2 15,0-1 0-15,-2 2-6 0,2-1 6 0,0 2-8 0,0-1-11 0,0-1-2 16,-1 0-9-16,1 0 4 0,0-2-1 0,0-1-4 0,1-1 4 16,1-1-6-16,1-1 4 0,0-1 7 0,1-3-3 0,1 0 10 0,-1-2-10 15,2-1 8-15,0-1 7 0,-2-1-3 0,-1-1 9 0,1-2-12 0,-2-2 5 16,1-1 7-16,-3-2-7 0,1 1 3 0,-1-4-3 0,0-1 4 16,-3 0-1-16,0-1 1 0,-2 0-8 0,0 2 4 0,-2-2 2 0,-3 2-7 15,-2 0 7-15,-2-3-10 0,-2 1 1 0,0-2-2 0,-2 1-7 16,-2 2 3-16,-1 0-27 0,1 4 17 0,-1 3-4 0,0 2 8 0,1 4 18 15,-1 2-16-15,0 2-4 0,0 3-10 0,-1 3 3 0,-1 3-9 0,-1 2-10 16,-3 3-9-16,0 1 7 0,0 3 5 0,1 1-5 0,0 1-18 16,2-1-45-16,1-1-33 0,3-1-53 0,1-3-76 0,2-2-130 0,2-4-149 15,2-3-121-15,1-2-303 0</inkml:trace>
  <inkml:trace contextRef="#ctx0" brushRef="#br0" timeOffset="131657.51">26215 14580 2938 0,'0'-9'311'0,"0"2"-126"15,1 0-78-15,1 3-51 0,0 3 10 0,1 3-21 0,-1 3 7 0,0 3-10 16,0 6-31-16,-1 6-1 0,-1 4 2 0,-2 6-10 0,0 4-2 16,-2 5 2-16,0 3-18 0,-1 4-3 0,2 4-2 0,2-1-8 0,0-1-11 15,2-2-17-15,0-3-44 0,1 0-58 0,2-5-49 0,1-1-90 0,1-2-129 16,0-4-164-16,1-1-83 0,0-1-211 0</inkml:trace>
  <inkml:trace contextRef="#ctx0" brushRef="#br0" timeOffset="131925.6">26378 15503 1582 0,'4'2'1209'0,"2"1"-987"0,2 0-37 16,2 0-57-16,2 0-26 0,3-1-17 0,0 0-20 0,2 0-18 16,2-1-23-16,0 0-10 0,1-1-9 0,0-1-5 0,-1-1 2 0,3-2-6 15,-1-2-11-15,1-3-2 0,3-2-3 0,-1-3-5 0,-1-2 3 0,0-2-4 16,-2-2 11-16,0 1 4 0,-2-2 3 0,-1-1 8 0,-3-1-2 16,0-2 10-16,-1 1 3 0,-3-2 7 0,-2-2 5 0,-3 1-19 0,-1-1 11 15,-2 1-10-15,-3 0 3 0,-1 2 16 0,-3-2-16 0,-2 3 1 0,-2 3-11 16,-3 2 8-16,-2 3 5 0,-1 4 8 0,0 3 0 0,1 2 0 15,-1 3-6-15,-1 4-3 0,0 1 1 0,2 3-7 0,-1 2 6 0,0 2 3 16,0 3-7-16,1 3-2 0,2 3 2 0,0 2-5 0,3 1-1 0,1 4 6 16,2 2-4-16,0 1-19 0,3 3 21 0,2 0-8 0,2 1-2 15,2 1 25-15,3 0-23 0,1-1-3 0,4-1 5 0,2-2-6 0,0-2 0 16,2-2 3-16,0-1-18 0,0-4 2 0,2-3-15 0,0-1-34 0,0-3-99 16,-3-1-17-16,2-3-45 0,0-5-66 0,1-5-24 0,3-5-119 15,-1-6-92-15,-1-8-61 0,0-5-58 0</inkml:trace>
  <inkml:trace contextRef="#ctx0" brushRef="#br0" timeOffset="132057.17">27173 14434 2471 0,'-1'-5'653'0,"0"1"-414"0,-1 1-41 0,2 5-68 15,0 2-8-15,0 5-44 0,1 5-7 0,2 7-16 0,-1 7-19 0,0 6 6 16,-1 6-42-16,0 9 0 0,-1 5 0 0,1 7 0 0,0 6 0 16,-1 2 0-16,2 7 0 0,-1 3 0 0,0 1 0 0,0 1 0 0,-1-1 0 15,2-1-72-15,0-3-168 0,1-2-137 0,0-2-367 0,-2-4-456 16,0-1 102-16</inkml:trace>
  <inkml:trace contextRef="#ctx0" brushRef="#br0" timeOffset="135307.16">27251 2059 1989 0,'-4'1'-61'0,"0"2"-14"15,-1 2-10-15,4 5 20 0,-1 1 15 0,1 1-7 0,0 1-6 0,-2 3 3 16,0 3 11-16,-1 3 14 0,-2 5 17 0,1 5 4 0,0 6 2 16,0 2 0-16,0 4-5 0,-1 7-17 0,1 4-20 0,0 5-19 0,2 9-14 15,1 5 11-15,0 7 12 0,1 8 23 0,1 2 18 0,1 3 14 0,2-2 8 16,1 0 1-16,1-2 9 0,2 1 4 0,1 0 7 0,0-1 5 16,1-1-6-16,2-2-17 0,-1 0-1 0,2 2-6 0,1-1 0 0,1 2 4 15,-2-2-1-15,0-1 1 0,0-1-1 0,-1-5 8 0,0-1 5 0,0-3 18 16,0-1 18-16,1-1 19 0,1 0 16 0,1-1 6 0,1-2 2 15,0-2-10-15,3-2-17 0,1 0-10 0,1-3-11 0,2 1-11 0,1-1-5 16,1-1-5-16,1-1-7 0,-1-2-1 0,3-2-3 0,-1-5-14 16,-1 0 9-16,4-4-1 0,-1-1 5 0,1-3 17 0,2-4 6 0,2-2 10 15,3-5 9-15,2-1 5 0,5-1-4 0,2-2 2 0,3-2-4 0,5-3-3 16,4-1 7-16,6-2-10 0,4-1-7 0,3-1-7 0,5-2-9 16,4-1-3-16,2-1 3 0,5-1-3 0,2-3 2 0,5-1 1 0,4-1 1 15,4-2 4-15,1-1-7 0,5-1-4 0,2-3-1 0,3 0 7 16,3-3-9-16,3 0 10 0,2-2 2 0,1-1-10 0,2 0 10 0,-1-3-11 15,3 0 5-15,0-1 3 0,1-1 8 0,2 0 5 0,-3-2-3 0,1 1 7 16,-1-1-11-16,1 0-4 0,3 0-10 0,-4 1-8 0,4 0-6 16,-2 1 1-16,0 1 1 0,-63 4 6 0,14-2-7 0,-2 0-1 0,16-1-11 15,-3 0-18-15,15-1 33 0,-54 2-13 0,6 0-8 0,6-1-17 0,6-1-55 16,-2 0-6-16,5-1 19 0,-4 0-7 0,6-2-15 0,-6 0-15 16,4-3-52-16,-3 0-24 0,2-3-41 0,-5-1-19 0,3-3-24 0,-6-2 7 15,3-2 21-15,-7-5-8 0,-4 0-15 0</inkml:trace>
  <inkml:trace contextRef="#ctx0" brushRef="#br0" timeOffset="135724.47">28158 1515 3708 0,'6'-6'-21'0,"6"-1"-7"0,6-2-10 16,7-4-7-16,9-3 4 0,9-1-13 0,11-2-6 0,9-3 5 16,5 5 12-16,6 1 21 0,5 1 17 0,5 2-1 0,5 2-8 0,3 3-13 15,3 1-1-15,3 2-11 0,3 2-1 0,4 1 6 0,0 1 5 0,3 0 1 16,1 1 16-16,0 1-2 0,0 0-1 0,-1 2 13 0,1 0-5 15,-3 2 6-15,0 2 1 0,-3 3 0 0,-2 2 8 0,0 4-1 0,-4 1 5 16,-2 4 3-16,-3 3-2 0,-1 1 6 0,-3 5-2 0,0 2 0 0,-4 4 1 16,0 2 5-16,-2 2-2 0,-1 4 3 0,-2 3 5 0,0 2-19 15,64 49-1-15,-20-5-7 0,-72-50 7 0,8 8 9 0,-10-1 5 0,7 9-5 16,-7-1-14-16,7 12-3 0,-2 5-4 0,7 13 3 0,-4 4-2 16,-3 5-3-16,-2 3-3 0,-3 5 8 0,-4 4 8 0,-6 4-3 0,-2 3 0 15,-23-56-10-15,2 8-6 0,-3 2 8 0,0 7-3 0,-3 2 4 0,-4 15-5 16,4 83 0-16,-8-3 0 0,-7-1-14 0,-7-3-6 0,-8-3-21 15,-9-10-58-15,-5-23-68 0,-5-29-92 0,-6-4-111 0,-3-2-95 0,-5-3-74 16,-6-4-298-16</inkml:trace>
  <inkml:trace contextRef="#ctx0" brushRef="#br0" timeOffset="140224.42">28328 3466 2735 0,'-13'-3'13'0,"-1"0"4"0,-2 1-1 0,5 3-3 0,4 2-1 0,5 3 1 16,0 1-1-16,2 2 6 0,0 5 7 0,1 0 5 0,1 5 16 16,2 1 9-16,3 1 1 0,2 3 0 0,3 2-10 0,2 2-11 0,1 4-10 15,3 1-9-15,3 5-2 0,1 1-18 0,-1 2 4 0,3 4-1 0,-2 3-7 16,1 1 16-16,0 2-12 0,0 0-1 0,0-1 1 0,0-1-3 16,-2-3-2-16,1-3 0 0,-3-2-1 0,1 0-1 0,-1-4-3 0,1-1-7 15,-2-4-2-15,2-1 11 0,-1-3 0 0,-1-2 6 0,1-3 5 0,0-2-13 16,-3-3 0-16,1-4 5 0,-3-1-13 0,-2-3-13 0,-1-3-21 15,-3-3-40-15,0-1-44 0,-2-4-41 0,-2-3-54 0,-2-3-70 0,-3-7-50 16,-1-4-65-16,-5-8-43 0,-1-7-103 0</inkml:trace>
  <inkml:trace contextRef="#ctx0" brushRef="#br0" timeOffset="140507.48">28400 3527 2952 0,'-9'-7'17'0,"3"1"-12"0,-1-1 14 0,4 1-7 0,5 2-2 15,2-2-1-15,2 0-1 0,2-1-1 0,3-2 3 0,1-1-1 0,2 1 7 16,2 0-6-16,1 1 2 0,3 0-1 0,1 2-8 0,1 1 6 16,2 1-4-16,0 0-1 0,3 2 3 0,-2 0-7 0,1 2 3 0,0 1-1 15,1 2-4-15,1 0 7 0,0 1-5 0,2 1-3 0,-2 2 8 0,1 1-3 16,-1 3 0-16,0 0 1 0,1 1-8 0,-2 2-6 0,0 0 4 16,-3 1 0-16,-1-1 7 0,-2 1 4 0,-4-2-1 0,-1-2 4 0,-3-2 4 15,-4 0-1-15,-4 0 8 0,-4-1 5 0,-3 2 2 0,-3 0 5 0,-6 1 0 16,-3-1-5-16,-4 0-1 0,-3 0 1 0,-4-1-1 0,-2-1 1 15,-4 0-1-15,0-2-4 0,0-2-7 0,1 0-4 0,0-1 0 0,3 0-7 16,3-1 6-16,3-1-12 0,4 0-7 0,3-1-8 0,4 0-6 16,3 0-10-16,3 0-16 0,1 0-28 0,3-1-31 0,1 1-51 0,3 0-59 15,2 0-76-15,3 1-95 0,4 1-68 0,2 1-55 0,4-1-266 0</inkml:trace>
  <inkml:trace contextRef="#ctx0" brushRef="#br0" timeOffset="140891.48">30008 3368 3554 0,'-8'11'0'0,"-2"1"-49"0,2 2 5 0,0 2-4 0,8-9-1 15,3 2 42-15,1 3-9 0,2-1 1 0,2 1-1 0,1-1-4 0,1-1 1 16,0-1 6-16,0-2 3 0,-1-2 11 0,0-1 10 0,-2-1 5 16,0-2 4-16,-2-2-4 0,1-2-2 0,-4-1-6 0,-1-1-12 0,-1-2-9 15,-2-2-15-15,-1-3-13 0,-4-2-16 0,-3-1-8 0,-4-1-5 0,-3-1 3 16,-4 0 8-16,-4 1 0 0,-2-2 4 0,-2 2 0 0,-2 1 1 16,-2 4 6-16,-2 2 9 0,-1 2 11 0,-1 4 24 0,1 4 17 0,3 2 21 15,3 5 19-15,1 1 15 0,4 4 8 0,3 4-12 0,4 2-20 16,5 1-22-16,4 4-17 0,4 1 2 0,4 2 13 0,5 3 6 0,6-1 9 15,3 1 3-15,6-2-2 0,5-1 3 0,4-4 1 0,5 1-4 0,4-1-11 16,4-2-5-16,5-1-10 0,2-2-4 0,3-3-1 0,1-1-10 16,1-2-6-16,-1-3 0 0,1-1-21 0,-3-3-25 0,-3-2-51 0,-2-3-85 15,-5-2-104-15,-5-3-167 0,-3-1-113 0,-2-2-334 0</inkml:trace>
  <inkml:trace contextRef="#ctx0" brushRef="#br0" timeOffset="142273.79">27981 2051 419 0,'-5'-2'75'16,"1"1"5"-16,-1-2 25 0,2 2 2 0,2-1-5 0,1-1-6 15,-1 1-6-15,1-1 4 0,0 0-6 0,1-1 2 0,1 1 7 0,0-1 7 16,1 1 9-16,1 1 4 0,-1 0 6 0,1 1-2 0,1 1-17 16,0 2-10-16,2 1-15 0,-1 2-13 0,1 5-10 0,-2 1-16 0,0 3-15 15,-1 4-13-15,-2 1-4 0,0 1 0 0,0 3-4 0,-2 2-1 0,0 1-4 16,0 3-5-16,0 3-4 0,0 2 2 0,1-2-2 0,0 2-3 16,1-4-2-16,1 0-4 0,1-2 1 0,0-1 1 0,0-1 4 0,1-1 6 15,0-1 5-15,-1-1-5 0,0-1 1 0,0-4-1 0,0 1 1 0,1-1 12 16,-1-1 1-16,0-2-3 0,1-2 4 0,0-1-2 0,-1-1 4 15,1-2 4-15,1-1 0 0,-1 0 2 0,1-2-7 0,0 1 3 0,1-2-1 16,-1 1 3-16,2-2 3 0,0 0-1 0,2-1 3 0,0-1 0 0,1 0-2 16,0-2 7-16,0-1-3 0,1 1 0 0,1-1-7 0,2 0-8 15,-1 0-1-15,3 1-5 0,-1-1 0 0,1 1 0 0,-1-1 4 0,2 0-4 16,1 1 3-16,-1-1-3 0,2-1-2 0,1 0 2 0,0 0 2 16,3-1-2-16,3-1 0 0,-2 0-3 0,4 0-1 0,-1-1 4 0,1 0 0 15,1 0-1-15,1-1-3 0,2 2 4 0,2 0-3 0,1-1 6 0,2 0 6 16,1 1-5-16,1 0 3 0,2-1-4 0,1 0-3 0,0 0 0 0,1 0 3 15,3-1-3-15,-1 1-1 0,1 0-3 0,-1 1 3 0,1-1-1 16,-1 1 4-16,0 2-1 0,0-1 1 0,0 0 1 0,-2 1-4 0,0 1 2 16,-1 0-1-16,1 1-3 0,-1 1 1 0,2-1 2 0,0 1-1 15,0 1 6-15,-1 0-4 0,0 0-4 0,2 0 1 0,1-1-6 0,0 1 8 16,1 0 2-16,0 1 0 0,2-1-2 0,-3 0-2 0,1-1-1 0,1 1 3 16,-2-1 0-16,3 1 0 0,-2-2-3 0,-2 1 1 0,1-1 4 15,0 0-4-15,0 2 13 0,-2 0-6 0,-1 0 2 0,0 1-1 0,-2 1-11 16,-3 0 7-16,-2 1-4 0,-1 0 4 0,1-1 1 0,-4 0-3 15,-1 1 2-15,-2-1-4 0,-4 0 2 0,-3 1-2 0,-2-2 1 0,-2 1-2 16,-1 1-2-16,-1-2-2 0,-2 0 1 0,-2 0 3 0,-1-1-9 0,-1-1 1 16,-1 0-8-16,-1-1-16 0,-2-2-18 0,-2 0-33 0,0-2-48 15,-1-1-42-15,-3-2-45 0,-1-1-15 0,-2-3-11 0,-1-2-7 0,-2-3 0 16,-3-1-4-16,-2 0-3 0,-3-2-61 0</inkml:trace>
  <inkml:trace contextRef="#ctx0" brushRef="#br0" timeOffset="142924.35">27950 1884 731 0,'-3'-3'456'0,"1"0"-439"0,0 0 11 16,0-1 9-16,2-1 6 0,0 1 3 0,2-1 0 0,3 0 3 15,2 0 8-15,0 0 8 0,3 0 8 0,0 1 9 0,2 0 2 0,1 0-6 16,1 0-9-16,-1 1-15 0,2 0-7 0,1 0-17 0,1 0 1 0,0 1-9 16,2-1-3-16,0 0-5 0,1 2-2 0,2-2 3 0,1 0-4 0,2 0-2 15,2-1-3-15,1-1-1 0,2 0-2 0,3 0 4 0,2-2-7 16,2 0 3-16,2-1-2 0,2 0-5 0,2 1 4 0,0-2-2 0,4 1 2 16,0 1 2-16,0 0-4 0,2 2 4 0,1 2-5 0,2 1 1 15,0 2 0-15,1 2-1 0,1 2 1 0,0 1 1 0,1 0 2 0,0 2-5 16,1-1 2-16,1 1 2 0,0 0 2 0,0-1-1 0,1 2-2 0,-1-1-1 15,1 2-2-15,1-1-2 0,-2 1 3 0,0 0-1 0,0 0-5 16,-1 1 4-16,0-1 1 0,-1 2 0 0,-1-2 1 0,-1 1-2 0,0 0 4 16,-2-1-4-16,-1 0 7 0,-3-1-4 0,-1 0 2 0,-1 0 2 15,-5-1-5-15,-2 0 3 0,-1-1-9 0,-5-1 3 0,-1 2 6 0,-5-1-1 16,0 2 13-16,-3 0-5 0,15 8-1 0,-10 0 4 0,-7 0-3 0,-7-2 6 16,-5 0 5-16,-1-1-2 0,-3 1 4 0,0 0-1 0,-2 2 2 15,-3-1 0-15,-1-1-1 0,-2 1-4 0,0 0 0 0,-2 1 0 0,-2 0 3 16,-1 1-7-16,-1-1-1 0,1 0-6 0,-2-1-5 0,0 1 6 0,2 0 2 15,0-1-5-15,-1 1-5 0,2-1-3 0,-1 1-2 0,1-1 5 16,0 0 1-16,0 0-1 0,2-1 4 0,1 0-7 0,1 0 3 0,0 1 1 16,0 0-4-16,1 0 1 0,0-2-2 0,-1 1-2 0,2-1 2 0,0-1-4 15,0-1-3-15,1-1-13 0,-2-1-15 0,1-1-22 0,-2-1-15 16,0-1-17-16,-1-3-13 0,-2 1-11 0,0-3-23 0,-3-1-26 0,0-2-31 16,-2-2-36-16,-1-2-26 0,-1-4 28 0,0-2-170 0</inkml:trace>
  <inkml:trace contextRef="#ctx0" brushRef="#br0" timeOffset="143857.75">28668 2125 525 0,'-12'-5'66'0,"0"-1"-29"0,-2-1 3 0,3 2 3 0,2-1 3 0,0 0 3 16,1 1 11-16,0-1 12 0,1 0 12 0,0 0 15 0,1 1 15 15,0 0 15-15,0 1 4 0,2 0-2 0,0 0-7 0,1 3-5 0,2 0-10 16,0-1-13-16,1 2-8 0,1 0-12 0,0-1-6 0,1 2 4 15,1 0-6-15,1 0-6 0,1 1-3 0,0 1-7 0,1 1-4 0,-1 2-7 16,1 1-10-16,0 1-10 0,0 2-1 0,0 0-2 0,0 3-6 0,-1-1-1 16,-1 1-6-16,-1 2-1 0,0 0-1 0,-1 0-3 0,0 2 3 0,-1 2-3 15,0-1 0-15,-1 4-1 0,-1-1-1 0,0 0 0 0,0 0-1 16,-1-2 3-16,1-2-5 0,-1 1-2 0,0-2 1 0,0-1-6 0,-1-2-4 16,1 0-9-16,0-2-9 0,1-1-17 0,0-3-13 0,0-1-11 15,0-1-6-15,0-3-6 0,-1 0-16 0,1-2-10 0,-1-2-13 0,0-2-4 16,0-1 9-16,0-2 6 0,1-1 1 0,0-2-4 0,1-2-16 0,0 0-18 15,0-3-16-15,0-2 1 0,1-2 9 0,0 1 21 0,0-2 27 16,1-2 28-16,0-1 26 0,1-1 22 0,-1 0 16 0,1-1 11 0,0 1 10 16,-1 1 9-16,0-1 11 0,1 1 16 0,-2 2 18 0,0-1 20 0,0 1 11 15,0 11 13-15,-1-2 0 0,1 0-2 0,0-1 1 0,0 3-7 16,1-1-6-16,-1 2 0 0,1 0-1 0,0 2 14 0,1 2 6 0,-1 2-5 16,0 1-3-16,-1 1-24 0,2 2-6 0,-1 0-7 0,2 1 0 0,0 2 0 15,0 1-3-15,1 1-10 0,0 2-3 0,7 8-16 0,0 0-9 16,-2 0 1-16,1-3-12 0,-2-3 0 0,0-1 0 0,-1 1-5 0,0-2 0 15,0 1 1-15,-1-3 1 0,-1 1-8 0,0-1-1 0,0-2-1 16,0 1-5-16,0-1 8 0,0-2-1 0,-1 0 1 0,1 0 2 0,0-2-7 16,1 1 2-16,-1-2-5 0,0 1 3 0,1-1-3 0,0 0 2 0,-1 0 1 15,1 0-4-15,1 0 5 0,1 0-9 0,0 1-1 0,2-1-6 16,0-1-5-16,1 1 0 0,0-2-5 0,0 0 0 0,0 0 0 0,0-1-2 16,0 0 3-16,0-1-2 0,0 0 1 0,-2 1 1 0,-1-1 4 15,-1 1 6-15,-2 0 6 0,-1 0 7 0,-1 0 1 0,0 0 6 0,-2 2 0 16,0-2 5-16,0 0 3 0,-2 2 4 0,0 0 1 0,-1 1 2 0,-1-1 2 15,0 0 0-15,-1 1 5 0,0 1-1 0,-1 0 0 0,0 2-1 16,-2 1 1-16,0 2-3 0,-1 1 5 0,0 0 0 0,-1 2-4 16,-1 1 3-16,-1 0-11 0,0 1 0 0,-1 2-4 0,-1-2 2 0,1 3-5 0,-2 0-1 15,0-1-4-15,0 1 1 0,-2-2 0 0,3 2-5 0,-2 0 1 16,2-1-7-16,2-2-11 0,0-1-9 0,3-2-15 0,-1-1-21 0,3-2-14 16,1-1-14-16,2-1-13 0,1-1-7 0,2-2-2 0,1-2-2 0,1-1 7 15,2-1 0-15,-1-1 3 0,2-2-2 0,0-1 3 0,2-3 10 16,1 1 10-16,1-1 10 0,0 0 13 0,1-1 17 0,1 0 16 0,0-2 12 15,1 1 8-15,1 0 5 0,1 0 0 0,-1 0 4 0,2 0 4 0,-1 0 3 16,0-1 9-16,-9 8 12 0,2-2 16 0,0 0 21 0,0-1 21 16,0 2 12-16,0-2 10 0,-1 1 11 0,0-2-6 0,-1 1-2 0,0 1 1 15,-1 2-2-15,-1 2 1 0,-1 0 3 0,-1 2-5 0,0 2-7 16,-1 1-3-16,-1 3-6 0,-1 1-14 0,0 2-19 0,-2 2-11 0,1 2-10 16,-1 1-9-16,-5 15-9 0,1 0-3 0,1 0-14 0,1-5 2 0,0 0 0 15,1 0-3-15,-1-1 3 0,1 2 1 0,1-1-1 0,-1-2-3 16,0 2 1-16,0-1-6 0,1-1-10 0,1 0-5 0,1-1-18 0,1-2-24 15,2-2-28-15,0 0-37 0,2 0 3 0,0 0-7 0,0-2-11 16,0 0 3-16,1-1-30 0,0-1-18 0,0-2-11 0,1 1 0 0,-1-3-167 16</inkml:trace>
  <inkml:trace contextRef="#ctx0" brushRef="#br0" timeOffset="144407.45">29214 2296 239 0,'7'-14'146'0,"1"-2"-13"0,2-2-17 15,-1 4-34-15,0 4-10 0,-1 2-8 0,1 2-1 0,-1 1 1 0,0 4 9 16,0 1 1-16,0 2 2 0,-1 2-3 0,1 1-15 0,-1 2-11 0,0 1-6 15,0 1-10-15,0 2-6 0,1 1-3 0,0-1-6 0,1 1-3 16,1 0 1-16,1-1-2 0,-1 0-1 0,2-1-2 0,-2-2-1 0,2 0-4 16,-1-2 6-16,0-1 0 0,-1 0-1 0,0 0 4 0,-2-2-5 0,1 0 1 15,-1-1 4-15,-1-2 5 0,-1-1 9 0,-1 1 9 0,-1-2 14 0,0-1 1 16,-2 1 4-16,-1-2-4 0,-1 1-7 0,-1-1-8 0,-1 0-5 16,-1-1-6-16,-1-1-10 0,-1 0 0 0,-2-1-8 15,0 0 0-15,-2-1-3 0,-2-2-4 0,2 1-7 0,-1 0 1 0,-1-2 2 0,1 2-3 16,-2 1 7-16,3 0-7 0,-1 1-3 0,2 1-4 0,0 2-5 0,2 2-1 15,0 1-2-15,2 0-1 0,-1 0-4 0,1 2-8 0,1-1-6 16,-1 2-1-16,2-1 1 0,1 1-1 0,1 0-4 0,2-1-11 0,-1 0-9 16,2-1-13-16,1 1-8 0,1-1-5 0,2 0-3 0,1-1 11 0,1 0 12 15,2-1 17-15,0-1 18 0,1 1 10 0,0-1 14 0,1 1 8 16,-1-1 2-16,0 1 4 0,1-1-4 0,1 2 0 0,-1-1 3 0,0 1 2 16,-2 1 3-16,1-1 1 0,0 2 4 0,-1 0 0 0,-1 1 7 0,0 1 7 15,-2 1 4-15,1 1 11 0,-1 0 4 0,-1 1 11 0,-2 1 11 16,-1 0 0-16,0 1 0 0,-1 2-7 0,0-1-14 0,0 2-4 0,0-2-7 15,1 1-1-15,0 0-3 0,1-2-4 0,0-1-4 0,0 1 0 0,1-2 2 16,0-1-1-16,1 2 0 0,0-1 0 0,-1-1-3 0,2 1-3 16,-2-2 4-16,1 0 0 0,1 0 5 0,-1-1 8 0,2 0-2 0,0-1-7 15,-2-1-4-15,1 0 1 0,-1-1 3 0,-1-1 10 0,1-1 4 0,-2-1 0 16,0 0-2-16,1-1-4 0,-2 0-7 0,0-1 3 0,0-1-7 16,-1 0 3-16,0 1-3 0,-1-1-2 0,-1 1 5 0,0-3 1 0,0 0 1 15,-1-1 0-15,-1-1-4 0,-1-1-4 0,0 0 4 0,-2 0-8 16,-1 0 0-16,-1 0 0 0,0 1-3 0,-1 0 5 0,-1 1-6 0,-3 0-2 15,-1-1-4-15,-1 3-8 0,-2 1-4 0,2 1-7 0,0 2-2 0,-1 1 3 16,1 1 0-16,-1 2 0 0,0 1-7 0,2 1-3 0,-1 0-17 16,1 1-9-16,-1 1-18 0,1-1-25 0,3 2-15 0,-1-3-6 0,2 1-5 15,1-1 6-15,2-2-5 0,1 0-16 0,1-2-11 0,2-1-23 16,1-1-18-16,2-2-18 0,1 0-31 0,1-1-170 0</inkml:trace>
  <inkml:trace contextRef="#ctx0" brushRef="#br0" timeOffset="145008.79">29808 1828 864 0,'0'-4'58'16,"-1"0"11"-16,1 0 23 0,-1-1 11 0,0 1-10 0,1-1-14 0,-1 4-16 15,1-1-10-15,-1 3-5 0,1 0 4 0,-1 4-1 0,1 1 2 0,-2 2 7 16,0 3-12-16,0 1-5 0,-2 3-18 0,2 0-6 0,-2 3-15 16,-1 2-5-16,0 4-2 0,-3 20-5 0,2-3 7 0,1-4 5 0,3-9-6 15,0-1 4-15,1-1-5 0,0-1-5 0,2-2-1 0,0 0-3 0,1 0-7 16,2 0-4-16,1-3 0 0,0-1-9 0,2 0-98 0,1-3 2 15,-1 3 12-15,1-2 12 0,-1 1 94 0,1-1 6 0,1-4-4 0,0-1 6 16,1-1 2-16,0 0 3 0,1-1 7 0,0-2 1 0,0-1-1 16,1-2 4-16,-1 0-1 0,-1-2 6 0,1-1 4 0,-1-2 1 0,1-1-1 15,-1-2-4-15,2 0 3 0,-2-1-4 0,1-1 0 0,1-1-1 0,0-1-4 16,1-1 5-16,0-1-3 0,1 0 5 0,-1-1 1 0,0 0 1 16,0 1 2-16,-2-2 3 0,1-1 8 0,-1-1 0 0,0 0 5 0,-1 2-2 15,-2 0-3-15,0 0-2 0,-1 0-2 0,0 1 1 0,-1 0-1 16,-3 1 1-16,0 0 0 0,-2 1-4 0,1 1 1 0,-2 1-4 0,0 0 3 15,1 1-1-15,-2-1 1 0,1 1 1 0,-1 1-4 0,0-1 2 0,0 2 0 16,-1 0 3-16,0 0 1 0,0 1 4 0,-1 0-6 0,1 1 1 16,-2 2-1-16,0 1-6 0,0 1 10 0,-1 1-9 0,1 0-3 0,0 1 2 15,-1 2-8-15,1 1 2 0,0 2-4 0,-1 1-3 0,1 3-5 0,2 0-2 16,-1-2-2-16,2 1 3 0,0-2-4 16,1-1 1-16,2 1 3 0,0-3-6 0,1 1 5 0,-1-1-1 0,1-1-1 0,1-1 1 0,0-1-2 15,2 0 0-15,-1-2 5 0,2 1-5 0,1-2 1 0,1 0-2 16,-1-1 1-16,0-1-2 0,1 0 1 0,-1 0-4 0,-1-1-2 0,3 0-1 15,-1 0-1-15,1 0-3 0,-2-1-7 0,1 0-3 0,-1-1-10 0,-1 0-12 16,0-2-22-16,0 0-19 0,0-1-39 0,-1-1-30 0,2-2-30 16,0 0-19-16,0-1-6 0,-1-1 14 0,0-1 23 0,1-2 22 0,-1 0 17 15,1-2 5-15,1-2 9 0,-1 2 1 0,-1 0 16 0,0-1 22 0,0 0 21 16,1 0 23-16,-1 0 16 0,-2-2 12 0,0 0 13 0,-1-1 17 16,-1-1 25-16,-2-2 24 0,-1 12 29 0,-1-4 15 0,0 0 7 0,-1-3 15 15,0 1 13-15,0-5 15 0,-2 1 10 0,0-2 0 0,-2 0-4 0,1 2-12 16,-2 2-12-16,1 3-15 0,1 2-15 0,-2 3-15 0,1 4-17 15,1 5-27-15,0 2-10 0,1 3-1 0,0 5-6 0,0 4-3 0,1 4-8 16,0 4-11-16,1 4-15 0,2 9-4 0,-1 28-5 0,4-1-3 16,2-4 6-16,2-13 2 0,2 2-3 0,1 4 3 0,2-3-6 0,-1 1-7 15,0-2-26-15,2-3-72 0,-2-2-109 0,2-2-96 0,-2 1-92 16,2-4-502-16</inkml:trace>
  <inkml:trace contextRef="#ctx0" brushRef="#br0" timeOffset="147824.87">30269 3872 127 0,'4'-13'87'0,"0"-2"-4"0,0-4 1 0,-2 3-10 0,-1 3-10 0,0 0-8 16,-3 0-12-16,1 1 0 0,-2-1-5 0,2-1-8 0,-2 1-5 0,0 0-7 16,0 2-3-16,0 1 0 0,0-1-2 0,2 3 4 0,0 1-1 15,1 2 4-15,-1 0 4 0,1 2 3 0,0 1-1 0,0 1-6 0,0 1-4 16,1-1-5-16,-1 2-1 0,-1 0-3 0,1 0 3 0,0 2 6 16,-1 1-1-16,-1 1 4 0,0 2 2 0,-1 0-4 0,0 2-1 0,0 2 4 15,0 2-5-15,-2 3 2 0,0 4 3 0,-2 0-6 0,-1 6 2 0,0 2 5 16,-2 3-1-16,0 6 4 0,-1 4 1 0,-3 4-6 0,0 7-3 15,-3 2-5-15,-1 3-3 0,1 4-8 0,-1 1-1 0,0 2-8 0,-3 4 5 16,1 1 2-16,-1 1 1 0,-1 1 11 0,3 2-4 0,-1-1-1 0,0 2-1 16,1 1-1-16,-1-3-8 0,1 0 0 0,2 0 3 0,1 1-1 15,2 1 8-15,0 2-1 0,3 0-5 0,-2 1-1 0,1 0-7 0,1 1-1 16,-1 1 3-16,1 0 4 0,0 1 7 0,-1 0-2 0,0 0-2 0,1 2 3 16,-1-1-11-16,1 1 1 0,-1 2-1 0,-1 0-6 0,0 3 10 15,-1 0-4-15,1-1 3 0,-1 2 0 0,-2-3-10 0,-1 0 4 0,0-1-1 16,-3-1 4-16,-2 1 11 0,0-2-1 0,-3 1 1 0,2-3-9 0,-2-2 2 15,-1-1 0-15,2-2 5 0,-1 0 4 0,1-1-1 0,0-2-3 16,-1 1-3-16,2 0-3 0,0-2-2 0,0 1 0 0,1 0 4 0,0 0 4 16,2 5 3-16,-1 2-1 0,-1 1 1 0,2 3-6 0,-1-2 0 0,1 0 1 15,4 1 0-15,0 1 3 0,1-1 3 0,2 2-3 0,2-1-6 16,2-1-2-16,1-1-1 0,1-1 8 0,1-1 6 0,1-2 2 0,1 1 1 16,0-2 3-16,2-2 4 0,0 1 6 0,1-2 4 0,2-1 8 15,1-1 0-15,2-2 1 0,0 1 11 0,2 0-10 0,1-2 5 0,2-1-7 16,1-4-11-16,0-1-1 0,3-1 1 0,0-2 3 0,1-2 8 0,0-2 1 15,1-3 1-15,1 1-3 0,0-1-6 0,-1-1-1 0,1 0-7 16,0-5 3-16,-1 0 5 0,-2-1-1 0,2-3-2 0,-1 0 4 0,1-1-3 16,0-2 0-16,-1-2 7 0,2-1-5 0,0-4 2 0,0-2-7 15,-1-3-1-15,0 1 0 0,1-4-1 0,0 0 4 0,1-3 2 0,1-5 0 16,1-1 5-16,1-3 8 0,2-3 4 0,3-3-5 0,5-2-6 0,3-3-10 16,5-3-4-16,5-1 1 0,5-3-4 0,5-1-7 0,6-1 1 15,3 0 4-15,4 0 0 0,3 0 3 0,1-2 1 0,2-1-4 0,4-1 2 16,4-1 0-16,5 0 0 0,6 0-6 0,0-1-2 0,2 1-4 15,-1-1 2-15,1 3 1 0,1-2 1 0,0 0 1 0,2 1-10 0,-1-1-3 16,1 0 3-16,-1-1 5 0,2-2 0 0,3 1 0 0,2 1-8 0,0-1-6 16,-1-1-3-16,-51 8 29 0,14-1-6 0,0 0-1 0,11-4-8 15,1 2-28-15,14-4 2 0,-1 1-7 0,12-1 76 0,-52 6-15 0,7 0-12 16,-1-1-13-16,5 0-94 0,-2 0-14 0,6 0 78 0,-1-1-8 0,4 0-5 16,-1 0-3-16,4 0-76 0,-2 0 2 0,1 1-17 0,-1 0-46 15,0 0-39-15,-3-1-31 0,3 1-10 0,-6 0-2 0,-4 1-13 0,-6-1 3 16,-4 0-3-16,-5-2-43 0</inkml:trace>
  <inkml:trace contextRef="#ctx0" brushRef="#br0" timeOffset="148308.82">30322 3971 2703 0,'-12'-26'0'0,"-1"-5"-4"16,-2-6-4-16,3-4-11 0,12 21-9 0,5 4 1 0,6 2-2 0,5 3 6 15,4 2 2-15,4 2 1 0,5 3 1 0,3 1 2 0,9 2 1 16,3 2-4-16,6 1 0 0,6-1-3 0,4 2 0 0,5 1 11 0,6-1-2 15,4 1 5-15,1 0 0 0,2-1-12 0,0 0 4 0,-1 0-4 0,-2 0-1 16,-3 2 5-16,-1 2 10 0,0 3 7 0,-3 2 7 0,-4 3 5 16,-3 2-10-16,-1 4 4 0,-4 0-8 0,-3 5 5 0,-3 0 0 0,-5 4 5 15,-3 1 5-15,0 4-1 0,-22-16 11 0,4 5-7 0,1 3-1 16,4 6-2-16,-2 3-6 0,5 6-7 0,-1 3-6 0,3 8 3 0,2 4-5 16,-1 3 11-16,0 4 2 0,0 4-2 0,-1 3-1 0,-1 4-4 0,-1 3-13 15,-3 4 0-15,0 3 4 0,-4 5 7 0,-1 3 14 0,-4 4 4 16,-2 4-8-16,-2 3-3 0,-3 4 6 0,-3 4 9 0,-5 4 7 0,-1 3 4 15,-3 3 5-15,-3 3-4 0,-3 2 4 0,-1 4 10 0,-3 3-2 0,-2 1 3 16,-2 3 2-16,-2 2-3 0,-1 2 2 0,-3 1 11 0,-2 4 8 16,1 1 10-16,-2 1-8 0,-1 2-14 0,2-2-15 0,-1 2-10 0,2-1-1 15,3 0-9-15,0-3-2 0,3 1-4 0,2 0 0 0,3-3 5 0,1 0-5 16,1-1-1-16,0-3-4 0,2 0 4 0,2-4-9 0,-1-4-4 16,0-2 2-16,0-4-5 0,0-1-1 0,-1-2-8 0,-3-4-27 0,1-1-50 15,-4-1-115-15,-3 1-198 0,-4-1-338 0,-3 4-463 0</inkml:trace>
  <inkml:trace contextRef="#ctx0" brushRef="#br0" timeOffset="149441.89">30370 4927 2038 0,'-12'3'386'0,"2"6"-401"0,-2 8 27 0,2 10-6 0,2 6-6 16,1 6-3-16,3 4 8 0,0 3-5 0,-1 1 11 0,-1 1-2 0,0 2-9 15,-1 1 1-15,2 1-4 0,-1-3 0 0,1-3 0 0,1-2 0 16,2-2-2-16,2-3-4 0,3-3-9 0,2-4-1 0,3-4 3 0,0-7 2 16,3-3 9-16,0-4 1 0,1-4 5 0,1-3-2 0,-1-4 5 0,0-4 2 15,2-4-1-15,3-3-2 0,1-6-3 0,0-2-3 0,4-4 11 16,0-2 1-16,1-4-6 0,0-1 3 0,-2-4-9 0,0 0 1 0,0 0 4 15,-2-1 5-15,1 0 1 0,-2 1 3 0,-1-1 4 0,-1 2-6 16,0 0 4-16,-2 3-2 0,0 2-4 0,-1 5 1 0,0 6-2 0,-1 4-1 16,-2 6-2-16,0 5 3 0,-4 4 1 0,-1 4 0 0,0 1 6 0,-2 5-4 15,-1 2 1-15,0 5-5 0,-2 1 1 0,0 4 0 0,1-1-4 16,-2 1-1-16,1-1-1 0,0 1 0 0,0-2 2 0,3-2-4 0,-1-1 2 16,2-2-3-16,1-3-5 0,2-1 7 0,2-2-2 0,1-1-4 0,1-3 4 15,1 2-2-15,2-2-12 0,-1 2 2 0,-1 2 5 0,0 0 2 16,-1 2 12-16,1 0 6 0,3 0-6 0,-1-1 0 0,1 3-7 0,0 1-2 15,-1-1-2-15,0 1-4 0,-1-1 0 0,0 0-6 0,0-1 4 0,0 0-3 16,-2-1 3-16,2-3-8 0,0 1-13 0,0-2-6 0,0-2-38 16,-3-2-31-16,0-4-8 0,-1-3 0 0,0-6 19 0,1-3 10 0,-1-4-6 15,0-3-10-15,-3-2-4 0,-2-2 4 0,-1-3 4 0,-2 0 3 0,-1-2 4 16,-1-3 8-16,-3 0 11 0,1-3 14 0,-1 0 13 0,1-2 12 16,0-1 4-16,-1-4 5 0,2-3-3 0,1-1-6 0,0-1-3 0,3 0-10 15,1 3-15-15,2 3-10 0,-1 2-5 0,3 6-20 0,-1 4-59 16</inkml:trace>
  <inkml:trace contextRef="#ctx0" brushRef="#br0" timeOffset="150208.32">31302 5469 1119 0,'-4'-1'180'0,"0"1"-153"0,1 3 12 0,3 1 4 15,0 1-6-15,4 0 1 0,2 0-6 0,2 1-11 0,2 0-3 16,3-1-4-16,1 0 0 0,2-1 0 0,1-2 2 0,2-2 5 0,-1-1-4 16,1-2 2-16,-2-2 1 0,0-2-6 0,-2 0 0 0,-2-1-4 0,-2-2-4 15,1-2 4-15,-3 1-1 0,-1-4 4 0,-2 0 4 0,-2-1 2 0,-1-1-2 16,-3-1 3-16,-1-4 2 0,-2 2-3 0,-1 0 5 0,-2 2 1 16,-4 5-3-16,-1 2-4 0,-2 3 3 0,-1 1-3 0,-2 3-4 0,-2 3 7 15,1 1 0-15,-2 3 2 0,0 2 7 0,1 1-3 0,3 3-2 0,1 1-4 16,1 2-10-16,2 4-3 0,1 4-7 0,3 2-1 0,1 2-1 15,1 0 2-15,3-1-2 0,1 1-1 0,2 1 2 0,0 1-3 0,2 0-3 16,1 0-1-16,1 0-5 0,0-1 5 0,1 0-8 0,1-2 2 16,1-1 5-16,0-1 1 0,0-2 11 0,1 0 2 0,-1 0 1 0,-2-2-6 15,0 0 2-15,-2 0 0 0,-1-2 0 0,-2-1 3 0,-3-3-2 0,-1 0 6 16,-2-2 2-16,-4 0-5 0,-1-2 4 0,-3-1-3 0,-2-1 0 16,-2-2-2-16,-1-1-6 0,-2-2 0 0,0-1-6 0,1-2 6 0,0 1 0 15,1-2-3-15,1-1 0 0,1-1 3 0,2-1-2 0,2-1-2 16,3-3 3-16,4-1-5 0,2-1 9 0,4-1-3 0,2 2 0 0,4 0-2 15,2 4-4-15,2 3 3 0,2 2 0 0,1 2 2 0,-1 1 5 0,2 3 1 16,0 0-1-16,0 3 1 0,-2 2-1 0,2-1 2 0,1 2 1 16,1-1-1-16,-1-1-1 0,4 0-1 0,1-1-1 0,-1-1 0 0,4-1 4 15,1 0-2-15,-1-2-2 0,1-2 3 0,-2-1 0 0,2-1 9 16,0-2 0-16,-3-2 3 0,1 0-9 0,-3-3-2 0,-1-1 2 0,-1-1-6 16,0-1 5-16,-4-1-2 0,1-1-3 0,-2-2 11 0,-1-1-5 0,-1-1 2 15,-3-1 1-15,2 1 0 0,-4-1 4 0,1 2 4 0,-2 0 3 16,-3 2-11-16,2 2 4 0,-4 2-3 0,0 2-1 0,0 2 6 0,-3 3-4 15,1 1 3-15,-4 3 1 0,-1 0-1 0,-1 2-2 0,-2 2-4 0,2 0-1 16,-2 3-2-16,-1 2 0 0,-1 1-2 0,-1 2-3 0,1 3-1 16,0-1-5-16,-1 2-8 0,2 0-1 0,3 0-2 0,-1 0 7 0,6-1 3 15,1-2-6-15,2-1 2 0,3-1 2 0,2-1-4 0,3-2 4 0,2-1-4 16,2 0 2-16,2-1 0 0,2-2-1 0,2-2 6 0,0-1 3 16,0-2-2-16,0-1 7 0,1-1-7 0,0-1-1 0,-2-1 8 0,1 0-5 15,-1 0 4-15,0 0 1 0,2-1 0 0,0 1-2 0,-1 0-3 0,-1 1 0 16,4 0-1-16,-1 0-1 0,-1 0 4 0,1 1-1 0,-2-1-1 15,-1 1 3-15,0-1 0 0,-2 1 10 0,-1 0 2 0,-8 1-4 0,1-1-2 16,0 0-4-16,0-1 0 0,0 0-3 0,0-2 4 0,0 1-3 16,1-1 2-16,-2 1 3 0,-2 0 8 0,-2 0-9 0,0 1 11 0,-2 1 1 15,0 1-9-15,-1 0 10 0,-3 1-9 0,0 1-3 0,-1 1-8 0,-2 2 2 16,-2 1-4-16,-10 8 1 0,2 2 7 0,0 1-7 0,4-3 1 16,1-1 0-16,2 1 1 0,1-2 4 0,2 1-5 0,3-2 2 0,1-1-9 15,5 0 1-15,-1-1-6 0,0 0-9 0,3-1-5 0,0-1-15 16,3-1-17-16,1-1-41 0,1-2-60 0,1-3-72 0,3-1-55 0,-2-2-63 15,-3 2-61-15,1-1-220 0</inkml:trace>
  <inkml:trace contextRef="#ctx0" brushRef="#br0" timeOffset="150724.64">29931 6967 1841 0,'-16'-16'892'0,"3"4"-909"16,-2 1 38-16,8 8-13 0,4 6-10 0,3 2-1 0,1 5 0 0,1 4-9 15,1 6 4-15,1 4 2 0,0 6-1 0,-1 7 15 0,0 4-1 16,-1 3 1-16,-1 4 3 0,-1 3 1 0,0 1-2 0,-1 1 0 0,1 0-4 16,-1-1-4-16,3 0-1 0,-1-1-10 0,2-1-1 0,2-3-5 0,0-3 2 15,3-5 10-15,2-3-9 0,0-5 6 0,2-4-2 0,1-4-2 16,0-2 2-16,2-1 3 0,-1-5-2 0,0-2 6 0,-2-4 1 0,-2-5 0 15,0-4 5-15,0-4 3 0,0-4 5 0,-1-4 0 0,2-3 3 16,-1-6 4-16,1-4-1 0,1-2 3 0,2-5-6 0,0-2-1 0,0-4-3 16,1-2-7-16,-1-2 11 0,0-3 1 0,-1-3-2 0,1 0 0 0,0 0-11 15,-1 1-3-15,-1 3 3 0,2 5 4 0,-2 6-1 0,-1 6 3 16,-2 5 4-16,-2 9 9 0,-2 5 7 0,-3 4 7 0,-1 3 3 0,-1 3-3 16,-2 3-6-16,-1 4-3 0,-2 5-5 0,-1 8 2 0,0 5 0 15,-3 7-4-15,-1 2-3 0,1 5-2 0,-1 4-1 0,2 2-3 0,-1 2-19 16,0 1 3-16,1 0-1 0,2-2-6 0,2 0 13 0,1-2-7 0,1-2-8 15,2-2-3-15,2-3-14 0,2-2-25 0,3-3-42 0,2-5-74 16,3-2-99-16,2 0-266 0,2 1-107 0,-1 4 41 0,0 1-81 0</inkml:trace>
  <inkml:trace contextRef="#ctx0" brushRef="#br0" timeOffset="150944.42">30791 7264 1522 0,'-10'-2'554'0,"2"3"-466"16,-2 1 18-16,1 4-25 0,2 4 0 0,0 1 12 0,0 4-7 0,2 2-14 16,0 5-17-16,1 1-14 0,1 4 6 0,-1 1-7 0,1 3-2 0,0 2 8 15,0 2-14-15,0 0-14 0,0 2-1 0,1-1-7 0,0 1-8 16,2 1 8-16,0-1-8 0,0 1-4 0,1-2-1 0,2 1-1 0,-1 0-6 16,2-2-7-16,-1-2-2 0,2-3-7 0,1-4-3 0,-1-4-4 0,1-1-19 15,0-3-26-15,0-4-50 0,0-1-54 0,0-2-36 0,0-4-32 16,-2-2-10-16,0-4-25 0,-1-2-54 0,0-3-47 0,2-5-157 0</inkml:trace>
  <inkml:trace contextRef="#ctx0" brushRef="#br0" timeOffset="151124.81">30450 7243 2727 0,'-19'-4'147'0,"5"2"-120"0,-2 2 7 0,10 3-19 15,3 3-5-15,4 2 0 0,6 2-1 0,2 3-2 0,8 1-4 16,3 2-3-16,2 1 4 0,5 0-3 0,1-1-1 0,0 1 0 0,3-1-3 15,-2 0-4-15,2-2-7 0,-1 1 1 0,0 0-9 0,-1 0 0 0,0-1-10 16,-9-5 32-16,5 1-327 0,1 1-22 0,-4-2-50 0,8 4-23 16,-8-4 165-16,-5-1-21 0,4 3 5 0,-10-1 0 0,7 4 5 0</inkml:trace>
  <inkml:trace contextRef="#ctx0" brushRef="#br0" timeOffset="151259.37">30494 8279 3485 0,'-13'6'43'0,"3"0"-27"0,1 2-16 0,9 0-11 16,5 0-11-16,7-1 2 0,7 0-3 0,6-1 1 0,6-1-3 0,3-2-8 16,7-2-7-16,2-2-21 0,1-2-25 0,4-3-36 0,-1-1-64 0,1-4-98 15,0-4-100-15,1-5-67 0,2-1-37 0,0-6-51 0,2-4-38 16</inkml:trace>
  <inkml:trace contextRef="#ctx0" brushRef="#br0" timeOffset="152724.84">29532 8975 1428 0,'-23'3'153'0,"-1"2"-100"16,-6 2-15-16,5-1-7 0,6 2-3 0,1-1-7 0,1 2-5 0,3 0-6 15,1 0-6-15,2 0 2 0,1-1 3 0,1-1 7 0,3-2 9 0,2 1 8 16,0 0 6-16,3 0 1 0,2 0 1 0,1-1 3 0,2 0 4 16,3-1 4-16,3 0 0 0,3 1-5 0,3 0-8 0,2-1-6 0,4 0-8 15,3-2 1-15,2 2-6 0,4-1-1 0,1 0-6 0,2 1-1 0,1-1 3 16,2 0-2-16,2 0 1 0,0 0-2 0,1-1-1 0,1 0 5 16,-1-1 4-16,1 1 2 0,0 1 3 0,-2-2-2 0,1-1 1 0,1-1-2 15,0-1-3-15,0-1-6 0,0-1-6 0,-1-2-3 0,-1 0-4 16,0-1 2-16,-3 0-2 0,0 0-8 0,-3-1-5 0,2 0-9 0,-3 0-12 15,-2 0-28-15,-4 1-32 0,-2-1-26 0,-4 2-35 0,-2 1-31 0,-3-1-48 16,-3 1-62-16,-4 0-71 0,-2 0-49 0,-4 2-109 0</inkml:trace>
  <inkml:trace contextRef="#ctx0" brushRef="#br0" timeOffset="152942.1">29473 9605 2803 0,'-5'9'185'0,"3"-1"-180"0,0 3-12 0,7-2-10 0,3-1-5 0,4 0 6 16,6 0 5-16,4-1 2 0,1-1 1 0,3-1-1 0,3 0 3 0,-2-2-1 15,2-1 4-15,0 0 1 0,-2-1 0 0,1-1 4 0,0 0-7 16,0-2-5-16,1 0-5 0,-1 0-14 0,1-1-12 0,-1-1-13 0,2 0-25 16,-1 1-22-16,1-2-23 0,-1 0-27 0,0-1-33 0,1 0-30 0,-3-2-25 15,1 1-20-15,-3-2-6 0,-1 1 7 0,-2 2 15 0,-2-1 15 16,-3 1-84-16</inkml:trace>
  <inkml:trace contextRef="#ctx0" brushRef="#br0" timeOffset="153125.5">29549 10070 2031 0,'-9'19'621'0,"2"-1"-588"0,0 4-28 15,7-4-9-15,5-3-15 0,4-2 4 0,3 2 15 0,3-1-4 16,3-1 4-16,3-2-2 0,0 0 4 0,4-1 2 0,-2 0 6 0,3 0 3 15,0 0-2-15,-1-1 1 0,4-1 2 0,-3 1-2 0,1-1-6 0,-2 0-4 16,0 0-4-16,0-2 2 0,-1 1-3 0,1-1-7 0,-1-2-8 16,2-1-41-16,-1 0-68 0,-2-3-68 0,1-2-74 0,-3 0-82 0,0-2-91 15,-2 0-105-15,-4-2-18 0</inkml:trace>
  <inkml:trace contextRef="#ctx0" brushRef="#br0" timeOffset="153325.82">29423 10886 3264 0,'1'22'14'0,"3"-1"-14"0,5 4-16 0,7-7-13 0,5-5 8 15,4-2-6-15,7-2 8 0,3-3 2 0,5-1-18 0,0-2 12 0,3-3-1 16,1-1 6-16,1-3 8 0,-1-1-7 0,-2 0 3 0,0-2 0 16,-3-1-1-16,0-1-5 0,0-1-16 0,-1 1-16 0,-2 1-30 0,1-1-34 15,-3-1-38-15,0 1-58 0,-1 0-55 0,0-1-37 0,-3 2-20 0,0-1 4 16,-2 1 15-16,1 0 15 0,-1 0-107 0</inkml:trace>
  <inkml:trace contextRef="#ctx0" brushRef="#br0" timeOffset="153391.6">30783 10807 681 0,'18'4'249'0,"1"1"-119"0,4 3-34 15,-3 1-30-15,-2 0-26 0,-1 1-14 0,0 0-20 0,-2 1-63 0,-1-1-93 16,-3 0-105-16,-1-1-200 0</inkml:trace>
  <inkml:trace contextRef="#ctx0" brushRef="#br0" timeOffset="34146.41">5342 12422 312 0,'48'3'40'0,"4"0"-3"0,13 4-14 15,-8 1-3-15,-9 1-4 0,-1 3-2 0,-2 2 1 0,-1 2-4 16,-6 3-4-16,-2 3-3 0,-5 3-5 0,-3 2 3 0,-3 2 1 0,-5 5 10 16,-5 2 11-16,-7 6 13 0,-4 1 9 0,-4 4 13 0,-6 5 15 0,-4 0 12 15,-7 3 6-15,-7 3-9 0,-5-2-13 0,-6 2-13 0,-5-1-13 16,-6 2 0-16,-8-1-5 0,-7-2-4 0,-5-3-2 0,-7-3-9 0,-3-5-3 15,-4-3-11-15,-3-7-8 0,-3-5-12 0,0-8-9 0,-1-5-4 0,-1-6 0 16,3-7 5-16,0-6 7 0,6-8 8 0,3-5 12 0,5-7 14 16,7-9 8-16,6-7-3 0,6-8-15 0,5-10-20 0,3-7-24 0,7-8-17 15,4-11-29-15,4-9-36 0,5-7-55 0,5-7-64 0,5-9 20 0,2-5-182 16</inkml:trace>
  <inkml:trace contextRef="#ctx0" brushRef="#br0" timeOffset="34363.72">8647 5004 177 0,'25'-39'30'0,"1"-2"-54"0,7-6-127 16</inkml:trace>
  <inkml:trace contextRef="#ctx0" brushRef="#br0" timeOffset="34429.5">8797 4812 134 0,'-1'33'97'0,"-1"7"-58"0,2 13-19 0,4 0-18 0,2-1-11 0,2 3-11 15,4 4-12-15,3 1-154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D123-2F1A-EE5A-53D0-807AD8D92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38B4A-8685-82F9-D995-525DD76B8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E7EC7-10A9-94F1-684A-9424FD71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0382C-CC0F-F3B5-2C5D-9AEC729C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BFBA7-AC8E-789A-C58B-B204AC6B3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8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E442D-CA49-2D02-9233-04E0F6756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27D56-C941-20EB-25C1-AEFA4716F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C2461-0D98-0EEA-4B45-CE874928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E82EA-20AD-F2F3-E923-AFF2D86D4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AC3B1-00D5-5B08-BDA1-F22F2654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0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173BA-05B7-E9CA-3F70-DA5A99929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01D61-8C31-8F5C-E4F9-E82AA7F79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57CE8-07DA-4190-4F7F-884B9070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7B6B4-B810-1B75-53C6-8FE41C2D8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0E09D-D169-955C-CDF3-62CFDCAB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0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8C05-68E4-1D63-0B37-D1D9697B8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3948D-757A-6083-9DC5-EB59250ED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9F2D-2D55-39CE-0D14-869B383AA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5C0F3-51C3-B12F-624B-9C2B73811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A4698-6E1E-D2E3-32E1-2710A2A89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9ACE6-61C3-832B-E064-06300551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1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21D16-310C-7DB9-E1E3-1D368386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F4A6D-3DCA-CC67-3A65-5CA7EB914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7DE24-58D6-8530-3309-BAC56893C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DB51E-33FB-EDF6-8E80-0DDF657D2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DAE7C-9B83-0A88-05C5-418E64A8F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95F114-48B8-F9CF-FF48-F68E0D0D0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E07EB-B86B-528E-656B-6D890B36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0F83A-D9E6-22BE-1412-8BC7B1C0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0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AF347-321A-2583-2BDF-52F4AE9A4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20B16B-CE89-8153-57AA-2ED9AFD8A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5F3B6-9351-CA35-E192-CA0E476F6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FC4DC-1827-6E0E-DF11-6A73A74F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6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35B72-FA99-B551-7017-A7EE1186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43D0B-BC98-F041-0570-E81DFFD8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2B89D-BFC7-0B09-FD40-0C047E61A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15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A90C2-995B-7837-74A5-AA9953768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FAE0F-6BE0-1980-493B-A3AD13EAF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2FA4EE-DE7C-93D4-97F9-3CA0F179E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4F7E1-12A9-D5F8-22FA-C498427E9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93FDE-87E5-BEAD-69C8-93497CB7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E99D2-05CB-C342-2F64-96004D903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94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3584C-6335-E3ED-0B05-95097120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28DA0C-2ECC-511F-F17D-B1EE428AA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A137B-074C-8853-784B-5EAFA54E4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6D336-E4B0-17B7-FB1E-1F5260CE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0C6D9-1F5D-EED6-E488-30CC03BE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3004F-3064-DC04-6034-B73EC7AFB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52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9CCB-40B9-3089-8425-86FFFB3AF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DFC9A-E77C-705C-4567-04DD8A92B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2DBF9-6A64-18BE-C7D7-5EAFDC89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8064D-5E7D-C81E-5597-43EA43041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6C74A-9643-F223-6141-1DE07C65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1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83286-ABD9-52DC-8DE0-C25D529C0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8D60F-88A5-C404-1CBB-E16234AFB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FF0FD-B6DB-5EC6-B4AC-DB36ED0A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FDF16-8EE6-EF03-8957-3F075D99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E1EE6-82FC-C468-E074-D22571F14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3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68CA6C-1091-B91C-28A3-F78F677C2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1729E-2727-0D27-7079-01262023E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5B631-BE80-A748-A65F-F4B92C0F4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D5BE0-E3DC-4A64-A27A-B44D873CB1A5}" type="datetimeFigureOut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AF30-013B-F90A-3222-6AA376A1F9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BBC33-03E7-95A1-3434-03783898F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70EBF-BF2F-4C52-A57D-8D4130D38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90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C054-2CEF-071E-8BD8-2C0D3E8D4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Modular Programming(8-dars)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6404E-A946-ED00-FAAB-1AE6D50DD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8732"/>
            <a:ext cx="9144000" cy="569068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2952320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1298C-8455-10A7-A130-F1858356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111D-94C6-EDF4-EF03-6E0E250F4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Project 3 </a:t>
            </a:r>
            <a:r>
              <a:rPr lang="en-US" dirty="0" err="1"/>
              <a:t>xolati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Log bn </a:t>
            </a:r>
            <a:r>
              <a:rPr lang="en-US" dirty="0" err="1"/>
              <a:t>ishlash</a:t>
            </a:r>
            <a:r>
              <a:rPr lang="en-US" dirty="0"/>
              <a:t> review</a:t>
            </a:r>
          </a:p>
          <a:p>
            <a:r>
              <a:rPr lang="en-US" dirty="0"/>
              <a:t>Pipeline in ML:</a:t>
            </a:r>
          </a:p>
          <a:p>
            <a:pPr lvl="1"/>
            <a:r>
              <a:rPr lang="en-US" dirty="0"/>
              <a:t>Data Loading</a:t>
            </a:r>
          </a:p>
          <a:p>
            <a:pPr lvl="1"/>
            <a:r>
              <a:rPr lang="en-US" dirty="0"/>
              <a:t>Data Preprocessing</a:t>
            </a:r>
          </a:p>
          <a:p>
            <a:r>
              <a:rPr lang="en-US" dirty="0"/>
              <a:t>Manual </a:t>
            </a:r>
            <a:r>
              <a:rPr lang="en-US" dirty="0" err="1"/>
              <a:t>Preprocessingda</a:t>
            </a:r>
            <a:r>
              <a:rPr lang="en-US" dirty="0"/>
              <a:t> </a:t>
            </a:r>
            <a:r>
              <a:rPr lang="en-US" dirty="0" err="1"/>
              <a:t>muammolar</a:t>
            </a:r>
            <a:endParaRPr lang="en-US" dirty="0"/>
          </a:p>
          <a:p>
            <a:r>
              <a:rPr lang="en-US" dirty="0"/>
              <a:t>Auto Pipeline</a:t>
            </a:r>
          </a:p>
          <a:p>
            <a:r>
              <a:rPr lang="en-US" dirty="0"/>
              <a:t>Auto Pipeline: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23971F-B9FA-9D2B-1478-C185812DBFB7}"/>
                  </a:ext>
                </a:extLst>
              </p14:cNvPr>
              <p14:cNvContentPartPr/>
              <p14:nvPr/>
            </p14:nvContentPartPr>
            <p14:xfrm>
              <a:off x="1139760" y="428760"/>
              <a:ext cx="4823640" cy="5308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23971F-B9FA-9D2B-1478-C185812DBF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0400" y="419400"/>
                <a:ext cx="4842360" cy="532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DA7D2E0-7EAE-8992-B9DA-CABB60CF04E6}"/>
                  </a:ext>
                </a:extLst>
              </p14:cNvPr>
              <p14:cNvContentPartPr/>
              <p14:nvPr/>
            </p14:nvContentPartPr>
            <p14:xfrm>
              <a:off x="1322133" y="2954225"/>
              <a:ext cx="2585160" cy="1139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DA7D2E0-7EAE-8992-B9DA-CABB60CF04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6013" y="2948105"/>
                <a:ext cx="2597400" cy="11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1DDF3D86-BF87-6193-6348-DDA399E124F9}"/>
              </a:ext>
            </a:extLst>
          </p:cNvPr>
          <p:cNvGrpSpPr/>
          <p:nvPr/>
        </p:nvGrpSpPr>
        <p:grpSpPr>
          <a:xfrm>
            <a:off x="1161933" y="4608785"/>
            <a:ext cx="3383640" cy="988200"/>
            <a:chOff x="1161933" y="4608785"/>
            <a:chExt cx="3383640" cy="98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09CB781-F259-7DDA-F372-BB03D195F5A4}"/>
                    </a:ext>
                  </a:extLst>
                </p14:cNvPr>
                <p14:cNvContentPartPr/>
                <p14:nvPr/>
              </p14:nvContentPartPr>
              <p14:xfrm>
                <a:off x="2199453" y="5533625"/>
                <a:ext cx="103680" cy="31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09CB781-F259-7DDA-F372-BB03D195F5A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93333" y="5527505"/>
                  <a:ext cx="1159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F2C14B7-489C-EDF2-35D4-7F297375D393}"/>
                    </a:ext>
                  </a:extLst>
                </p14:cNvPr>
                <p14:cNvContentPartPr/>
                <p14:nvPr/>
              </p14:nvContentPartPr>
              <p14:xfrm>
                <a:off x="1161933" y="4608785"/>
                <a:ext cx="3383640" cy="988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F2C14B7-489C-EDF2-35D4-7F297375D39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5813" y="4602665"/>
                  <a:ext cx="3395880" cy="100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52513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24CB-404F-9FCD-F13C-55A3C0D1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Project 3 </a:t>
            </a:r>
            <a:r>
              <a:rPr lang="en-US" b="1" dirty="0" err="1"/>
              <a:t>xolati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savol</a:t>
            </a:r>
            <a:r>
              <a:rPr lang="en-US" b="1" dirty="0"/>
              <a:t> </a:t>
            </a:r>
            <a:r>
              <a:rPr lang="en-US" b="1" dirty="0" err="1"/>
              <a:t>javob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3815726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CB3F-A844-9F09-6E68-BA5A4522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D923-013E-155B-0E9A-69A707D09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012459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209B1-8728-CD30-6CF1-71DEC5DE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6553-ABC4-11DE-497F-04F66A64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1E6B-B6D9-4B14-3329-BD79E8EA0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3 </a:t>
            </a:r>
            <a:r>
              <a:rPr lang="en-US" dirty="0" err="1"/>
              <a:t>xolati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savol</a:t>
            </a:r>
            <a:r>
              <a:rPr lang="en-US" dirty="0"/>
              <a:t> </a:t>
            </a:r>
            <a:r>
              <a:rPr lang="en-US" dirty="0" err="1"/>
              <a:t>javob</a:t>
            </a:r>
            <a:endParaRPr lang="en-US" dirty="0"/>
          </a:p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Loading data using class</a:t>
            </a:r>
          </a:p>
          <a:p>
            <a:r>
              <a:rPr lang="en-US" dirty="0"/>
              <a:t>Pipeline</a:t>
            </a:r>
          </a:p>
          <a:p>
            <a:r>
              <a:rPr lang="en-US" dirty="0"/>
              <a:t>Pipeline: </a:t>
            </a:r>
            <a:r>
              <a:rPr lang="en-US" dirty="0" err="1"/>
              <a:t>Amaliy</a:t>
            </a:r>
            <a:endParaRPr lang="en-US" dirty="0"/>
          </a:p>
          <a:p>
            <a:r>
              <a:rPr lang="en-US" dirty="0" err="1"/>
              <a:t>Vazifa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282735-9B8D-9ABC-AE3B-45780D3F871F}"/>
                  </a:ext>
                </a:extLst>
              </p14:cNvPr>
              <p14:cNvContentPartPr/>
              <p14:nvPr/>
            </p14:nvContentPartPr>
            <p14:xfrm>
              <a:off x="1029960" y="1359000"/>
              <a:ext cx="10575000" cy="518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282735-9B8D-9ABC-AE3B-45780D3F87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0600" y="1349640"/>
                <a:ext cx="10593720" cy="51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155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0F3B-63E1-4058-E15B-81B707F2B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A17A-509C-BDB1-85CE-00EFFFD8E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Log bn </a:t>
            </a:r>
            <a:r>
              <a:rPr lang="en-US" b="1" dirty="0" err="1"/>
              <a:t>ishlash</a:t>
            </a:r>
            <a:r>
              <a:rPr lang="en-US" b="1" dirty="0"/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281181681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022C-B383-6794-5465-FF79D485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bn </a:t>
            </a:r>
            <a:r>
              <a:rPr lang="en-US" dirty="0" err="1"/>
              <a:t>ishlash</a:t>
            </a:r>
            <a:r>
              <a:rPr lang="en-US" dirty="0"/>
              <a:t> review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D72AE-AC9F-A70B-C5C2-8365DDE77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Qilinayotgan</a:t>
            </a:r>
            <a:r>
              <a:rPr lang="en-US" dirty="0"/>
              <a:t> </a:t>
            </a:r>
            <a:r>
              <a:rPr lang="en-US" dirty="0" err="1"/>
              <a:t>ishlar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xabarchi</a:t>
            </a:r>
            <a:r>
              <a:rPr lang="en-US" dirty="0"/>
              <a:t>(</a:t>
            </a:r>
            <a:r>
              <a:rPr lang="en-US" dirty="0" err="1"/>
              <a:t>boshi</a:t>
            </a:r>
            <a:r>
              <a:rPr lang="en-US" dirty="0"/>
              <a:t>, </a:t>
            </a:r>
            <a:r>
              <a:rPr lang="en-US" dirty="0" err="1"/>
              <a:t>oxiri</a:t>
            </a:r>
            <a:r>
              <a:rPr lang="en-US" dirty="0"/>
              <a:t> , </a:t>
            </a:r>
            <a:r>
              <a:rPr lang="en-US" dirty="0" err="1"/>
              <a:t>o’rtasi</a:t>
            </a:r>
            <a:r>
              <a:rPr lang="en-US" dirty="0"/>
              <a:t>)</a:t>
            </a:r>
          </a:p>
          <a:p>
            <a:r>
              <a:rPr lang="en-US" dirty="0" err="1"/>
              <a:t>O’rganish</a:t>
            </a:r>
            <a:r>
              <a:rPr lang="en-US" dirty="0"/>
              <a:t>, review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bosqichlari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Oddiy</a:t>
            </a:r>
            <a:r>
              <a:rPr lang="en-US" dirty="0"/>
              <a:t> log(python </a:t>
            </a:r>
            <a:r>
              <a:rPr lang="en-US" dirty="0" err="1"/>
              <a:t>misol</a:t>
            </a:r>
            <a:r>
              <a:rPr lang="en-US" dirty="0"/>
              <a:t> </a:t>
            </a:r>
            <a:r>
              <a:rPr lang="en-US" dirty="0" err="1"/>
              <a:t>orqali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Kichik </a:t>
            </a:r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yuklab</a:t>
            </a:r>
            <a:r>
              <a:rPr lang="en-US" dirty="0"/>
              <a:t> </a:t>
            </a:r>
            <a:r>
              <a:rPr lang="en-US" dirty="0" err="1"/>
              <a:t>ko’ring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O’sha</a:t>
            </a:r>
            <a:r>
              <a:rPr lang="en-US" dirty="0"/>
              <a:t> dataset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biron</a:t>
            </a:r>
            <a:r>
              <a:rPr lang="en-US" dirty="0"/>
              <a:t> ML task </a:t>
            </a:r>
            <a:r>
              <a:rPr lang="en-US" dirty="0" err="1"/>
              <a:t>qiling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Classlarni</a:t>
            </a:r>
            <a:r>
              <a:rPr lang="en-US" dirty="0"/>
              <a:t> import </a:t>
            </a:r>
            <a:r>
              <a:rPr lang="en-US" dirty="0" err="1"/>
              <a:t>qiling</a:t>
            </a:r>
            <a:r>
              <a:rPr lang="en-US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src</a:t>
            </a:r>
            <a:r>
              <a:rPr lang="en-US" dirty="0"/>
              <a:t>: class </a:t>
            </a:r>
            <a:r>
              <a:rPr lang="en-US" dirty="0" err="1"/>
              <a:t>ichiga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yozilishi</a:t>
            </a:r>
            <a:r>
              <a:rPr lang="en-US" dirty="0"/>
              <a:t>/</a:t>
            </a:r>
            <a:r>
              <a:rPr lang="en-US" dirty="0" err="1"/>
              <a:t>yozilmasligi</a:t>
            </a:r>
            <a:r>
              <a:rPr lang="en-US" dirty="0"/>
              <a:t> </a:t>
            </a:r>
            <a:r>
              <a:rPr lang="en-US" dirty="0" err="1"/>
              <a:t>mumkin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src</a:t>
            </a:r>
            <a:r>
              <a:rPr lang="en-US" dirty="0"/>
              <a:t>-&gt;Notebook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src</a:t>
            </a:r>
            <a:r>
              <a:rPr lang="en-US" dirty="0"/>
              <a:t>-&gt; Scripts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6580A9-554B-0E3B-AD30-FCF591DE5E38}"/>
                  </a:ext>
                </a:extLst>
              </p14:cNvPr>
              <p14:cNvContentPartPr/>
              <p14:nvPr/>
            </p14:nvContentPartPr>
            <p14:xfrm>
              <a:off x="595800" y="1556280"/>
              <a:ext cx="8180280" cy="4767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6580A9-554B-0E3B-AD30-FCF591DE5E3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6440" y="1546920"/>
                <a:ext cx="8199000" cy="47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CC2C16-EE9C-A480-1FF9-0719ED7BEDB7}"/>
                  </a:ext>
                </a:extLst>
              </p14:cNvPr>
              <p14:cNvContentPartPr/>
              <p14:nvPr/>
            </p14:nvContentPartPr>
            <p14:xfrm>
              <a:off x="1685880" y="2982960"/>
              <a:ext cx="2152080" cy="619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CC2C16-EE9C-A480-1FF9-0719ED7BED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6520" y="2973600"/>
                <a:ext cx="2170800" cy="63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885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A9A0D-E480-1482-DBCA-50321FB8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9138-92FE-3202-A879-7674DE6F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Pipeline in ML</a:t>
            </a:r>
          </a:p>
        </p:txBody>
      </p:sp>
    </p:spTree>
    <p:extLst>
      <p:ext uri="{BB962C8B-B14F-4D97-AF65-F5344CB8AC3E}">
        <p14:creationId xmlns:p14="http://schemas.microsoft.com/office/powerpoint/2010/main" val="383814441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2ECC-B00B-2687-340E-2AC76380D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Pipeline in ML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42BB1-D9F9-B0C0-298F-AC12167E5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Dastlabki</a:t>
            </a:r>
            <a:r>
              <a:rPr lang="en-US" dirty="0"/>
              <a:t> </a:t>
            </a:r>
            <a:r>
              <a:rPr lang="en-US" dirty="0" err="1"/>
              <a:t>qism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Load Data</a:t>
            </a:r>
          </a:p>
          <a:p>
            <a:pPr lvl="1"/>
            <a:r>
              <a:rPr lang="en-US" dirty="0"/>
              <a:t>Data Preprocessing</a:t>
            </a:r>
          </a:p>
          <a:p>
            <a:pPr lvl="1"/>
            <a:r>
              <a:rPr lang="en-US" dirty="0" err="1"/>
              <a:t>Load_data</a:t>
            </a:r>
            <a:r>
              <a:rPr lang="en-US" dirty="0"/>
              <a:t>-&gt;</a:t>
            </a:r>
            <a:r>
              <a:rPr lang="en-US" dirty="0" err="1"/>
              <a:t>select_features</a:t>
            </a:r>
            <a:r>
              <a:rPr lang="en-US" dirty="0"/>
              <a:t>-&gt;cleaning-&gt;encoding-&gt;</a:t>
            </a:r>
          </a:p>
          <a:p>
            <a:r>
              <a:rPr lang="en-US" dirty="0" err="1"/>
              <a:t>Xar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qism</a:t>
            </a:r>
            <a:r>
              <a:rPr lang="en-US" dirty="0"/>
              <a:t>(module)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xam</a:t>
            </a:r>
            <a:r>
              <a:rPr lang="en-US" dirty="0"/>
              <a:t> </a:t>
            </a:r>
            <a:r>
              <a:rPr lang="en-US" dirty="0" err="1"/>
              <a:t>manoga</a:t>
            </a:r>
            <a:r>
              <a:rPr lang="en-US" dirty="0"/>
              <a:t> </a:t>
            </a:r>
            <a:r>
              <a:rPr lang="en-US" dirty="0" err="1"/>
              <a:t>ega</a:t>
            </a:r>
            <a:r>
              <a:rPr lang="en-US" dirty="0"/>
              <a:t>(</a:t>
            </a:r>
            <a:r>
              <a:rPr lang="en-US" dirty="0" err="1"/>
              <a:t>ishlaydi</a:t>
            </a:r>
            <a:r>
              <a:rPr lang="en-US" dirty="0"/>
              <a:t>)</a:t>
            </a:r>
          </a:p>
          <a:p>
            <a:r>
              <a:rPr lang="en-US" dirty="0" err="1"/>
              <a:t>Sodda</a:t>
            </a:r>
            <a:r>
              <a:rPr lang="en-US" dirty="0"/>
              <a:t> </a:t>
            </a:r>
          </a:p>
          <a:p>
            <a:r>
              <a:rPr lang="en-US" dirty="0" err="1"/>
              <a:t>Murakkab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FFD7D3-2229-5C75-7C5F-B8CAFEB9F1B8}"/>
                  </a:ext>
                </a:extLst>
              </p14:cNvPr>
              <p14:cNvContentPartPr/>
              <p14:nvPr/>
            </p14:nvContentPartPr>
            <p14:xfrm>
              <a:off x="175680" y="3041640"/>
              <a:ext cx="10575000" cy="348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FFD7D3-2229-5C75-7C5F-B8CAFEB9F1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320" y="3032280"/>
                <a:ext cx="10593720" cy="350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856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3AA80-328B-A756-D8EB-71CE38F7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2912-E272-15D2-E0AD-016400E81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Pipeline in ML: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1633735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A609-472C-6428-EF67-CA15C73C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77F2-8C14-6BF9-9624-269478564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Manual </a:t>
            </a:r>
            <a:r>
              <a:rPr lang="en-US" b="1" dirty="0" err="1"/>
              <a:t>Preprocessingda</a:t>
            </a:r>
            <a:r>
              <a:rPr lang="en-US" b="1" dirty="0"/>
              <a:t> </a:t>
            </a:r>
            <a:r>
              <a:rPr lang="en-US" b="1" dirty="0" err="1"/>
              <a:t>muammolar</a:t>
            </a:r>
            <a:endParaRPr lang="en-US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B9AF73-0936-8E35-1E52-66673CF6068B}"/>
                  </a:ext>
                </a:extLst>
              </p14:cNvPr>
              <p14:cNvContentPartPr/>
              <p14:nvPr/>
            </p14:nvContentPartPr>
            <p14:xfrm>
              <a:off x="2770200" y="3957840"/>
              <a:ext cx="6512040" cy="177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B9AF73-0936-8E35-1E52-66673CF606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0840" y="3948480"/>
                <a:ext cx="6530760" cy="179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750450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DC0B-8185-25C3-D7B5-4A969E68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</a:t>
            </a:r>
            <a:r>
              <a:rPr lang="en-US" dirty="0" err="1"/>
              <a:t>Preprocessingda</a:t>
            </a:r>
            <a:r>
              <a:rPr lang="en-US" dirty="0"/>
              <a:t> </a:t>
            </a:r>
            <a:r>
              <a:rPr lang="en-US" dirty="0" err="1"/>
              <a:t>muammolar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D5744-C236-6997-BC0F-F521EF918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Manual Pipeline Approach:</a:t>
            </a:r>
          </a:p>
          <a:p>
            <a:pPr lvl="1"/>
            <a:r>
              <a:rPr lang="en-US" dirty="0"/>
              <a:t>Multiple </a:t>
            </a:r>
            <a:r>
              <a:rPr lang="en-US"/>
              <a:t>sequential steps</a:t>
            </a:r>
            <a:endParaRPr lang="en-US" dirty="0"/>
          </a:p>
          <a:p>
            <a:pPr lvl="1"/>
            <a:r>
              <a:rPr lang="en-US" dirty="0"/>
              <a:t>Handle missing values</a:t>
            </a:r>
          </a:p>
          <a:p>
            <a:pPr lvl="1"/>
            <a:r>
              <a:rPr lang="en-US" dirty="0"/>
              <a:t>Encode categorical features</a:t>
            </a:r>
          </a:p>
          <a:p>
            <a:pPr lvl="1"/>
            <a:r>
              <a:rPr lang="en-US" dirty="0"/>
              <a:t>Scale numeric features</a:t>
            </a:r>
          </a:p>
          <a:p>
            <a:pPr lvl="1"/>
            <a:r>
              <a:rPr lang="en-US" dirty="0"/>
              <a:t>Remove duplicates</a:t>
            </a:r>
          </a:p>
          <a:p>
            <a:pPr lvl="1"/>
            <a:r>
              <a:rPr lang="en-US" dirty="0"/>
              <a:t>Train the model</a:t>
            </a:r>
          </a:p>
          <a:p>
            <a:r>
              <a:rPr lang="en-US" dirty="0"/>
              <a:t>Issues:</a:t>
            </a:r>
          </a:p>
          <a:p>
            <a:pPr lvl="1"/>
            <a:r>
              <a:rPr lang="en-US" dirty="0"/>
              <a:t>Tedious for large datasets</a:t>
            </a:r>
          </a:p>
          <a:p>
            <a:pPr lvl="1"/>
            <a:r>
              <a:rPr lang="en-US" dirty="0"/>
              <a:t>Error-prone for new input data</a:t>
            </a:r>
          </a:p>
          <a:p>
            <a:pPr lvl="1"/>
            <a:r>
              <a:rPr lang="en-US" dirty="0"/>
              <a:t>Hard to deploy in production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6343779-56EA-6741-8EA3-FE518A87F571}"/>
                  </a:ext>
                </a:extLst>
              </p14:cNvPr>
              <p14:cNvContentPartPr/>
              <p14:nvPr/>
            </p14:nvContentPartPr>
            <p14:xfrm>
              <a:off x="1031040" y="470520"/>
              <a:ext cx="11111040" cy="5996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6343779-56EA-6741-8EA3-FE518A87F57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680" y="461160"/>
                <a:ext cx="11129760" cy="601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143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03C5-5202-ECF7-CA58-ACFA0C064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6B5CE-559D-75E1-145C-BF5C2B21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E9152-C317-C656-ABEC-AED6FD3FD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ColumnTransformer</a:t>
            </a:r>
            <a:r>
              <a:rPr lang="en-US" dirty="0"/>
              <a:t>:</a:t>
            </a:r>
          </a:p>
          <a:p>
            <a:r>
              <a:rPr lang="en-US" dirty="0"/>
              <a:t>Barcha transformation </a:t>
            </a:r>
            <a:r>
              <a:rPr lang="en-US" dirty="0" err="1"/>
              <a:t>avtomatik</a:t>
            </a:r>
            <a:r>
              <a:rPr lang="en-US" dirty="0"/>
              <a:t> </a:t>
            </a:r>
            <a:r>
              <a:rPr lang="en-US" dirty="0" err="1"/>
              <a:t>kechadi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Numeric → Missing </a:t>
            </a:r>
            <a:r>
              <a:rPr lang="en-US" dirty="0" err="1"/>
              <a:t>values,MinMaxScaler</a:t>
            </a:r>
            <a:r>
              <a:rPr lang="en-US" dirty="0"/>
              <a:t>, </a:t>
            </a:r>
            <a:r>
              <a:rPr lang="en-US" dirty="0" err="1"/>
              <a:t>StandardScaler</a:t>
            </a:r>
            <a:endParaRPr lang="en-US" dirty="0"/>
          </a:p>
          <a:p>
            <a:pPr lvl="1"/>
            <a:r>
              <a:rPr lang="en-US" dirty="0"/>
              <a:t>Categorical → Missing values, </a:t>
            </a:r>
            <a:r>
              <a:rPr lang="en-US" dirty="0" err="1"/>
              <a:t>OneHotEncoder</a:t>
            </a:r>
            <a:r>
              <a:rPr lang="en-US" dirty="0"/>
              <a:t>, </a:t>
            </a:r>
            <a:r>
              <a:rPr lang="en-US" dirty="0" err="1"/>
              <a:t>LabelEncoder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459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D2AAE-8CFD-AAF3-F054-84D158476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B20F-4206-CF98-83E8-541D871C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CAFF6-F415-2989-87D4-4A91443AF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ML: Pipeline</a:t>
            </a:r>
          </a:p>
          <a:p>
            <a:endParaRPr lang="en-US" dirty="0"/>
          </a:p>
        </p:txBody>
      </p:sp>
      <p:pic>
        <p:nvPicPr>
          <p:cNvPr id="1026" name="Picture 2" descr="ML pipelines | Machine Learning | Google for Developers">
            <a:extLst>
              <a:ext uri="{FF2B5EF4-FFF2-40B4-BE49-F238E27FC236}">
                <a16:creationId xmlns:a16="http://schemas.microsoft.com/office/drawing/2014/main" id="{05B65B37-4120-B441-579B-57366498C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658" y="1143572"/>
            <a:ext cx="5616575" cy="553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342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AEE2-4DB6-46E6-180E-649581526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FDAD2-6A97-2934-D005-DBA9C601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C7D9F-88E0-C919-56DC-97C6CE5D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Asosiy</a:t>
            </a:r>
            <a:r>
              <a:rPr lang="en-US" dirty="0"/>
              <a:t> +:</a:t>
            </a:r>
          </a:p>
          <a:p>
            <a:pPr lvl="1"/>
            <a:r>
              <a:rPr lang="en-US" dirty="0"/>
              <a:t>Production-ready</a:t>
            </a:r>
          </a:p>
          <a:p>
            <a:pPr lvl="1"/>
            <a:r>
              <a:rPr lang="en-US" dirty="0"/>
              <a:t>Clean &amp; maintainable</a:t>
            </a:r>
          </a:p>
          <a:p>
            <a:pPr lvl="1"/>
            <a:r>
              <a:rPr lang="en-US" dirty="0"/>
              <a:t>Automatic handling of new data inputs</a:t>
            </a:r>
          </a:p>
        </p:txBody>
      </p:sp>
    </p:spTree>
    <p:extLst>
      <p:ext uri="{BB962C8B-B14F-4D97-AF65-F5344CB8AC3E}">
        <p14:creationId xmlns:p14="http://schemas.microsoft.com/office/powerpoint/2010/main" val="3871320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F40A-97CA-07C9-7D38-F9587AA7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9410-1A8F-8000-3E07-074DFDAC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F5BF2-075A-F761-05D9-D36B099C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componentlar</a:t>
            </a:r>
            <a:r>
              <a:rPr lang="en-US" dirty="0"/>
              <a:t>:</a:t>
            </a:r>
          </a:p>
          <a:p>
            <a:r>
              <a:rPr lang="en-US" dirty="0" err="1"/>
              <a:t>ColumnTransformer</a:t>
            </a:r>
            <a:r>
              <a:rPr lang="en-US" dirty="0"/>
              <a:t>– 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ustunlarni</a:t>
            </a:r>
            <a:r>
              <a:rPr lang="en-US" dirty="0"/>
              <a:t>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ketishini</a:t>
            </a:r>
            <a:r>
              <a:rPr lang="en-US" dirty="0"/>
              <a:t> </a:t>
            </a:r>
            <a:r>
              <a:rPr lang="en-US" dirty="0" err="1"/>
              <a:t>taminlaydi</a:t>
            </a:r>
            <a:endParaRPr lang="en-US" dirty="0"/>
          </a:p>
          <a:p>
            <a:r>
              <a:rPr lang="en-US" dirty="0"/>
              <a:t>Pipeline---Preprocessing + </a:t>
            </a:r>
            <a:r>
              <a:rPr lang="en-US" dirty="0" err="1"/>
              <a:t>Algorithmni</a:t>
            </a:r>
            <a:r>
              <a:rPr lang="en-US" dirty="0"/>
              <a:t> </a:t>
            </a:r>
            <a:r>
              <a:rPr lang="en-US" dirty="0" err="1"/>
              <a:t>birlashtiradi</a:t>
            </a:r>
            <a:endParaRPr lang="en-US" dirty="0"/>
          </a:p>
          <a:p>
            <a:pPr lvl="1"/>
            <a:r>
              <a:rPr lang="en-US" dirty="0"/>
              <a:t>Automates workflow, reproducible, deployable</a:t>
            </a:r>
          </a:p>
        </p:txBody>
      </p:sp>
    </p:spTree>
    <p:extLst>
      <p:ext uri="{BB962C8B-B14F-4D97-AF65-F5344CB8AC3E}">
        <p14:creationId xmlns:p14="http://schemas.microsoft.com/office/powerpoint/2010/main" val="4169574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C9DF-20D7-A5BD-FC62-1C2ADED1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F646E-09F9-54D1-270B-D6BF466D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167A-918D-8641-58B6-3FC74BE7A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Qo’shimcha</a:t>
            </a:r>
            <a:r>
              <a:rPr lang="en-US" dirty="0"/>
              <a:t> </a:t>
            </a:r>
            <a:r>
              <a:rPr lang="en-US" dirty="0" err="1"/>
              <a:t>componentlar</a:t>
            </a:r>
            <a:r>
              <a:rPr lang="en-US" dirty="0"/>
              <a:t>:</a:t>
            </a:r>
          </a:p>
          <a:p>
            <a:r>
              <a:rPr lang="en-US" dirty="0" err="1"/>
              <a:t>OrdinalEncoder</a:t>
            </a:r>
            <a:r>
              <a:rPr lang="en-US" dirty="0" err="1">
                <a:sym typeface="Wingdings" panose="05000000000000000000" pitchFamily="2" charset="2"/>
              </a:rPr>
              <a:t>LabelEncoder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handle_uknown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Error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Ignore</a:t>
            </a:r>
          </a:p>
          <a:p>
            <a:pPr lvl="2"/>
            <a:r>
              <a:rPr lang="en-US" dirty="0"/>
              <a:t>(</a:t>
            </a:r>
            <a:r>
              <a:rPr lang="en-US" dirty="0" err="1"/>
              <a:t>handle_unknown</a:t>
            </a:r>
            <a:r>
              <a:rPr lang="en-US" dirty="0"/>
              <a:t>='</a:t>
            </a:r>
            <a:r>
              <a:rPr lang="en-US" dirty="0" err="1"/>
              <a:t>use_encoded_value</a:t>
            </a:r>
            <a:r>
              <a:rPr lang="en-US" dirty="0"/>
              <a:t>', </a:t>
            </a:r>
            <a:r>
              <a:rPr lang="en-US" dirty="0" err="1"/>
              <a:t>unknown_value</a:t>
            </a:r>
            <a:r>
              <a:rPr lang="en-US" dirty="0"/>
              <a:t>=-1)</a:t>
            </a:r>
          </a:p>
          <a:p>
            <a:r>
              <a:rPr lang="en-US" dirty="0"/>
              <a:t>One-hot encoder:</a:t>
            </a:r>
          </a:p>
          <a:p>
            <a:pPr lvl="1"/>
            <a:r>
              <a:rPr lang="en-US" dirty="0" err="1"/>
              <a:t>Handle_unknown</a:t>
            </a:r>
            <a:r>
              <a:rPr lang="en-US" dirty="0"/>
              <a:t>=‘ignore’(</a:t>
            </a:r>
            <a:r>
              <a:rPr lang="en-US" dirty="0" err="1"/>
              <a:t>nol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9221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DD54-E2ED-70BB-3E50-FA60357C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9814-C005-DBAB-61C1-1B6687D1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F3F0C-8174-9500-55A1-7E3443340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Asosiy</a:t>
            </a:r>
            <a:r>
              <a:rPr lang="en-US" dirty="0"/>
              <a:t> +:</a:t>
            </a:r>
          </a:p>
          <a:p>
            <a:pPr lvl="1"/>
            <a:r>
              <a:rPr lang="en-US" dirty="0"/>
              <a:t>Production-ready</a:t>
            </a:r>
          </a:p>
          <a:p>
            <a:pPr lvl="1"/>
            <a:r>
              <a:rPr lang="en-US" dirty="0"/>
              <a:t>Clean &amp; maintainable</a:t>
            </a:r>
          </a:p>
          <a:p>
            <a:pPr lvl="1"/>
            <a:r>
              <a:rPr lang="en-US" dirty="0"/>
              <a:t>Automatic handling of new data inputs</a:t>
            </a:r>
          </a:p>
          <a:p>
            <a:pPr lvl="1"/>
            <a:r>
              <a:rPr lang="en-US" dirty="0"/>
              <a:t>Automation: Users only provide raw input</a:t>
            </a:r>
          </a:p>
          <a:p>
            <a:pPr lvl="1"/>
            <a:r>
              <a:rPr lang="en-US" dirty="0"/>
              <a:t>Preprocessing is automatic.</a:t>
            </a:r>
          </a:p>
          <a:p>
            <a:pPr lvl="1"/>
            <a:r>
              <a:rPr lang="en-US" dirty="0"/>
              <a:t>Consistency: No risk of forgetting scaling or encoding steps.</a:t>
            </a:r>
          </a:p>
        </p:txBody>
      </p:sp>
    </p:spTree>
    <p:extLst>
      <p:ext uri="{BB962C8B-B14F-4D97-AF65-F5344CB8AC3E}">
        <p14:creationId xmlns:p14="http://schemas.microsoft.com/office/powerpoint/2010/main" val="421663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A174-B293-D091-0097-925028462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E372-0406-D2DA-F1C7-56714745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/>
              <a:t>Auto Pipeline: </a:t>
            </a:r>
            <a:r>
              <a:rPr lang="en-US" b="1" dirty="0" err="1"/>
              <a:t>Amaliy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6437026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6C4A8-D6B9-D88B-FC34-54251A099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75EAA-1BB3-2747-DD47-5F365FDD0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5871"/>
          </a:xfrm>
        </p:spPr>
        <p:txBody>
          <a:bodyPr/>
          <a:lstStyle/>
          <a:p>
            <a:pPr algn="ctr"/>
            <a:r>
              <a:rPr lang="en-US" b="1" dirty="0" err="1"/>
              <a:t>Vazifa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9392132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C3C4-4593-6429-5935-B6D2B80E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Vazifa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6AD19-4973-A37C-BD43-926D0C5FE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8-dars </a:t>
            </a:r>
            <a:r>
              <a:rPr lang="en-US" dirty="0" err="1"/>
              <a:t>uchun</a:t>
            </a:r>
            <a:r>
              <a:rPr lang="en-US" dirty="0"/>
              <a:t>  Report </a:t>
            </a:r>
            <a:r>
              <a:rPr lang="en-US" dirty="0" err="1"/>
              <a:t>yozing</a:t>
            </a:r>
            <a:endParaRPr lang="en-US" dirty="0"/>
          </a:p>
          <a:p>
            <a:r>
              <a:rPr lang="en-US" dirty="0"/>
              <a:t>Project 3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topshirishga</a:t>
            </a:r>
            <a:r>
              <a:rPr lang="en-US" dirty="0"/>
              <a:t> </a:t>
            </a:r>
            <a:r>
              <a:rPr lang="en-US" dirty="0" err="1"/>
              <a:t>tayyorlaning</a:t>
            </a:r>
            <a:r>
              <a:rPr lang="en-US" dirty="0"/>
              <a:t>(</a:t>
            </a:r>
            <a:r>
              <a:rPr lang="en-US" dirty="0" err="1"/>
              <a:t>classlarni</a:t>
            </a:r>
            <a:r>
              <a:rPr lang="en-US" dirty="0"/>
              <a:t> import </a:t>
            </a:r>
            <a:r>
              <a:rPr lang="en-US" dirty="0" err="1"/>
              <a:t>qilish</a:t>
            </a:r>
            <a:r>
              <a:rPr lang="en-US" dirty="0"/>
              <a:t> </a:t>
            </a:r>
            <a:r>
              <a:rPr lang="en-US" dirty="0" err="1"/>
              <a:t>orqali+Manual</a:t>
            </a:r>
            <a:r>
              <a:rPr lang="en-US" dirty="0"/>
              <a:t> </a:t>
            </a:r>
            <a:r>
              <a:rPr lang="en-US" dirty="0" err="1"/>
              <a:t>Pipeline+Log</a:t>
            </a:r>
            <a:r>
              <a:rPr lang="en-US" dirty="0"/>
              <a:t>)</a:t>
            </a:r>
          </a:p>
          <a:p>
            <a:r>
              <a:rPr lang="en-US" dirty="0" err="1"/>
              <a:t>Log_review</a:t>
            </a:r>
            <a:r>
              <a:rPr lang="en-US" dirty="0"/>
              <a:t> </a:t>
            </a:r>
            <a:r>
              <a:rPr lang="en-US" dirty="0" err="1"/>
              <a:t>bolimida</a:t>
            </a:r>
            <a:r>
              <a:rPr lang="en-US" dirty="0"/>
              <a:t> </a:t>
            </a:r>
            <a:r>
              <a:rPr lang="en-US" dirty="0" err="1"/>
              <a:t>o’tilgan</a:t>
            </a:r>
            <a:r>
              <a:rPr lang="en-US" dirty="0"/>
              <a:t> </a:t>
            </a:r>
            <a:r>
              <a:rPr lang="en-US" dirty="0" err="1"/>
              <a:t>ketma</a:t>
            </a:r>
            <a:r>
              <a:rPr lang="en-US" dirty="0"/>
              <a:t> </a:t>
            </a:r>
            <a:r>
              <a:rPr lang="en-US" dirty="0" err="1"/>
              <a:t>ketlikda</a:t>
            </a:r>
            <a:r>
              <a:rPr lang="en-US" dirty="0"/>
              <a:t> </a:t>
            </a:r>
            <a:r>
              <a:rPr lang="en-US" dirty="0" err="1"/>
              <a:t>logni</a:t>
            </a:r>
            <a:r>
              <a:rPr lang="en-US" dirty="0"/>
              <a:t> </a:t>
            </a:r>
            <a:r>
              <a:rPr lang="en-US" dirty="0" err="1"/>
              <a:t>ishlating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fileda</a:t>
            </a:r>
            <a:r>
              <a:rPr lang="en-US" dirty="0"/>
              <a:t>  </a:t>
            </a:r>
            <a:r>
              <a:rPr lang="en-US" dirty="0" err="1"/>
              <a:t>yuklang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16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</TotalTime>
  <Words>401</Words>
  <Application>Microsoft Office PowerPoint</Application>
  <PresentationFormat>Widescreen</PresentationFormat>
  <Paragraphs>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 Theme</vt:lpstr>
      <vt:lpstr>Modular Programming(8-dars)</vt:lpstr>
      <vt:lpstr>Bugun</vt:lpstr>
      <vt:lpstr>Project 3 xolati va savol javob</vt:lpstr>
      <vt:lpstr>Takrorlash</vt:lpstr>
      <vt:lpstr>Takrorlash</vt:lpstr>
      <vt:lpstr>Log bn ishlash review</vt:lpstr>
      <vt:lpstr>Log bn ishlash review </vt:lpstr>
      <vt:lpstr>Pipeline in ML</vt:lpstr>
      <vt:lpstr>Pipeline in ML</vt:lpstr>
      <vt:lpstr>Pipeline in ML: Amaliy</vt:lpstr>
      <vt:lpstr>Manual Preprocessingda muammolar</vt:lpstr>
      <vt:lpstr>Manual Preprocessingda muammolar </vt:lpstr>
      <vt:lpstr>Auto Pipeline</vt:lpstr>
      <vt:lpstr>Auto Pipeline</vt:lpstr>
      <vt:lpstr>Auto Pipeline</vt:lpstr>
      <vt:lpstr>Auto Pipeline</vt:lpstr>
      <vt:lpstr>Auto Pipeline</vt:lpstr>
      <vt:lpstr>Auto Pipeline</vt:lpstr>
      <vt:lpstr>Auto Pipeline: Amaliy</vt:lpstr>
      <vt:lpstr>Vazifa</vt:lpstr>
      <vt:lpstr>Vazifa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2</cp:revision>
  <dcterms:created xsi:type="dcterms:W3CDTF">2025-09-29T04:48:59Z</dcterms:created>
  <dcterms:modified xsi:type="dcterms:W3CDTF">2025-10-04T13:29:00Z</dcterms:modified>
</cp:coreProperties>
</file>