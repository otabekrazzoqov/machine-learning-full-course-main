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61" r:id="rId3"/>
    <p:sldId id="258" r:id="rId4"/>
    <p:sldId id="260" r:id="rId5"/>
    <p:sldId id="275" r:id="rId6"/>
    <p:sldId id="262" r:id="rId7"/>
    <p:sldId id="263" r:id="rId8"/>
    <p:sldId id="264" r:id="rId9"/>
    <p:sldId id="265" r:id="rId10"/>
    <p:sldId id="266" r:id="rId11"/>
    <p:sldId id="267" r:id="rId12"/>
    <p:sldId id="268" r:id="rId13"/>
    <p:sldId id="269" r:id="rId14"/>
    <p:sldId id="270" r:id="rId15"/>
    <p:sldId id="271" r:id="rId16"/>
    <p:sldId id="272" r:id="rId17"/>
    <p:sldId id="273" r:id="rId18"/>
    <p:sldId id="274" r:id="rId19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4660"/>
  </p:normalViewPr>
  <p:slideViewPr>
    <p:cSldViewPr snapToGrid="0">
      <p:cViewPr varScale="1">
        <p:scale>
          <a:sx n="79" d="100"/>
          <a:sy n="79" d="100"/>
        </p:scale>
        <p:origin x="850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117B3D1-44EC-9181-7C31-9F5E18F0D41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D8E1FFB-7DD9-52AE-0679-C4D8B9102BD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9F76B11-7E4A-BCAD-9BED-B17391D1E46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A61693-1406-43DE-A0EF-3EA7343DCB87}" type="datetimeFigureOut">
              <a:rPr lang="en-US" smtClean="0"/>
              <a:t>12/24/2025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11491CB-0E72-36F5-C85B-06300997023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BCEBBAE-559B-3550-C70B-554D468D87C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752E2B5-0839-452A-86E1-011BC0914C5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0387714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68127CF-43A7-B028-AB0A-15982B15891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5E5EBA9-DD51-2667-ED6F-C3E9F807198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538B742-B52B-C2AE-EAEC-B30FD43D551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A61693-1406-43DE-A0EF-3EA7343DCB87}" type="datetimeFigureOut">
              <a:rPr lang="en-US" smtClean="0"/>
              <a:t>12/24/2025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3533A35-EA41-8888-FC0A-D5F77DB344E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6BE7A95-4F63-3AD8-36A8-14F3F49D5F0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752E2B5-0839-452A-86E1-011BC0914C5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1887501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BB35DD1-F8E5-FE78-B83B-F2B8265E80F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68DA4DD-F8E0-C37E-8B57-22BDA21D7C0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AB2D876-25FB-AD56-067D-06FDDC77E56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A61693-1406-43DE-A0EF-3EA7343DCB87}" type="datetimeFigureOut">
              <a:rPr lang="en-US" smtClean="0"/>
              <a:t>12/24/2025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F18BF17-DC24-FD2B-BE4D-4084D4B89F1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D19CA30-2885-A452-D2D0-8840625D426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752E2B5-0839-452A-86E1-011BC0914C5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821912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1FF3A4C-05EC-B3A1-3609-1FB4EB51881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B3D8725-921E-657F-6F9E-563AA4FDFCD9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8C8A899-8474-EAD2-6498-3E16CAA5168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0CE7C58-D0BE-DA45-419D-2067820739A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A61693-1406-43DE-A0EF-3EA7343DCB87}" type="datetimeFigureOut">
              <a:rPr lang="en-US" smtClean="0"/>
              <a:t>12/24/2025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D4F6A99-40A3-C4B0-C577-74D09870546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2ABE18F-C6B8-B69A-E9A0-FF9B4281065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752E2B5-0839-452A-86E1-011BC0914C5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9227495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D2C56A5-4BBB-B4CA-8DAD-562CAA739B8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4C1F1CC-DB74-A5E2-1B9F-D2942253AA4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1FDB530-2CD3-9848-5A84-1351404D3D1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164D5487-88A5-22E9-4F9F-FEBA0D97954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508FA85D-5503-9522-B104-C93EC55A6591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00213D75-4687-9A72-18A7-D9F38C163B0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A61693-1406-43DE-A0EF-3EA7343DCB87}" type="datetimeFigureOut">
              <a:rPr lang="en-US" smtClean="0"/>
              <a:t>12/24/2025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9E4F51CE-45D4-4AA5-C897-000D47AE38D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41A3D385-A585-8419-2954-1448250FAD2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752E2B5-0839-452A-86E1-011BC0914C5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6858846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D823F4D-B2B6-44F9-6E65-B92482D8179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D9D16395-3F1E-9ECA-473B-A5880B8CDAD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A61693-1406-43DE-A0EF-3EA7343DCB87}" type="datetimeFigureOut">
              <a:rPr lang="en-US" smtClean="0"/>
              <a:t>12/24/2025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B2EAA37-AC9E-0AAE-25CE-A7F11CB364A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5A4AF9F-AD0D-080A-520E-CD28066734D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752E2B5-0839-452A-86E1-011BC0914C5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4929299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318EC0E8-59A3-7F92-1201-0DEE102D5AD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A61693-1406-43DE-A0EF-3EA7343DCB87}" type="datetimeFigureOut">
              <a:rPr lang="en-US" smtClean="0"/>
              <a:t>12/24/2025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0BBDB906-3C8D-F1D5-F6AA-94659C7D409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820D005-C5E3-1C86-6548-2E9689B95B3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752E2B5-0839-452A-86E1-011BC0914C5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9541869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5B6D3AF-C201-BED3-9760-917FD327AFF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405E433-BAC9-81D7-B430-CD2F6C42867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E68775B-E0E5-3A3C-AEEB-241BBB3B9FF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ECBCE25-AAAD-90B0-A4C4-57E2255DE3C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A61693-1406-43DE-A0EF-3EA7343DCB87}" type="datetimeFigureOut">
              <a:rPr lang="en-US" smtClean="0"/>
              <a:t>12/24/2025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368D451-CC59-F6B1-98FE-377386DBA71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556CA5A-0614-579D-B5DF-131F8200AFA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752E2B5-0839-452A-86E1-011BC0914C5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5363360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8341ED5-EA40-EFE5-167F-1A033A7336C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034423DF-5AC3-3FEE-465B-E921C526DA38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34FFB65-7D6A-CDB2-9AC4-87C9D5E3C8C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43A4262-E32E-A382-774E-782FD88AFB3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A61693-1406-43DE-A0EF-3EA7343DCB87}" type="datetimeFigureOut">
              <a:rPr lang="en-US" smtClean="0"/>
              <a:t>12/24/2025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35209DB-9B31-A7F5-093A-AE6A29D9307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4B1BD46-2965-A796-D4D9-39957EDB02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752E2B5-0839-452A-86E1-011BC0914C5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6658652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951B534-C536-0D87-30EC-15F85B5CBD3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F69F351-3E36-A53C-7EF9-7BBB082035F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6943A48-D7FB-6EF8-0EFF-1039C68EFD0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A61693-1406-43DE-A0EF-3EA7343DCB87}" type="datetimeFigureOut">
              <a:rPr lang="en-US" smtClean="0"/>
              <a:t>12/24/2025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2635C00-64E8-C067-92C5-CC804476036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73160B7-AFFA-597C-76F9-BE9DF74A8FE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752E2B5-0839-452A-86E1-011BC0914C5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0297426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21A9E830-CD4A-4B84-5CF0-2200DC25F429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406C63C7-7C90-BF74-8A79-75F85C449B3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973396C-9EC9-3398-4CF5-95D80982F4A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A61693-1406-43DE-A0EF-3EA7343DCB87}" type="datetimeFigureOut">
              <a:rPr lang="en-US" smtClean="0"/>
              <a:t>12/24/2025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0EF3330-8E8A-9F52-FF9A-39D3845140A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BDC0657-5F91-D17B-2C7B-AE7DAE7BB7C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752E2B5-0839-452A-86E1-011BC0914C5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0315280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3C75A61D-8D49-923E-B920-F48A38E374E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1CBA874-B856-BB95-B0DA-F1FC2212422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25DC356-F5A4-14E1-8DB7-569983E7A90B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DA61693-1406-43DE-A0EF-3EA7343DCB87}" type="datetimeFigureOut">
              <a:rPr lang="en-US" smtClean="0"/>
              <a:t>12/24/2025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93612E1-C7CD-48DA-CDD7-9FE304EAEEC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DA39AE2-04CD-4F05-066C-174A3411984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752E2B5-0839-452A-86E1-011BC0914C5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8011394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833A712-3B9D-C247-DE5E-FB0CA5B644ED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9-dars(Foundation)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594E417-67E8-B790-C035-7DED5F9F685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4387174"/>
            <a:ext cx="9144000" cy="870626"/>
          </a:xfrm>
        </p:spPr>
        <p:txBody>
          <a:bodyPr/>
          <a:lstStyle/>
          <a:p>
            <a:r>
              <a:rPr lang="en-US" dirty="0"/>
              <a:t>Davronbek Malikov</a:t>
            </a:r>
          </a:p>
        </p:txBody>
      </p:sp>
    </p:spTree>
    <p:extLst>
      <p:ext uri="{BB962C8B-B14F-4D97-AF65-F5344CB8AC3E}">
        <p14:creationId xmlns:p14="http://schemas.microsoft.com/office/powerpoint/2010/main" val="269417469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5DD3CE6-4E5D-8439-52A7-F04D50F7A05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Bugun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AFA3B4D-790E-1285-7C25-91466B4F23A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Savol </a:t>
            </a:r>
            <a:r>
              <a:rPr lang="en-US" dirty="0" err="1"/>
              <a:t>javob</a:t>
            </a:r>
            <a:endParaRPr lang="en-US" dirty="0"/>
          </a:p>
          <a:p>
            <a:r>
              <a:rPr lang="en-US" dirty="0" err="1"/>
              <a:t>Takrorlash</a:t>
            </a:r>
            <a:endParaRPr lang="en-US" dirty="0"/>
          </a:p>
          <a:p>
            <a:r>
              <a:rPr lang="en-US" dirty="0"/>
              <a:t>ML model structure</a:t>
            </a:r>
          </a:p>
          <a:p>
            <a:r>
              <a:rPr lang="en-US" dirty="0"/>
              <a:t>ML algorithms</a:t>
            </a:r>
          </a:p>
          <a:p>
            <a:r>
              <a:rPr lang="en-US" dirty="0"/>
              <a:t>ML algorithms family</a:t>
            </a:r>
          </a:p>
          <a:p>
            <a:r>
              <a:rPr lang="en-US" dirty="0"/>
              <a:t>Logistic Regression</a:t>
            </a:r>
          </a:p>
          <a:p>
            <a:r>
              <a:rPr lang="en-US" dirty="0"/>
              <a:t>Model Training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5447314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22CD549-3884-481A-AB93-40BC4E0B676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6259411"/>
          </a:xfrm>
        </p:spPr>
        <p:txBody>
          <a:bodyPr/>
          <a:lstStyle/>
          <a:p>
            <a:pPr algn="ctr"/>
            <a:r>
              <a:rPr lang="en-US" b="1" dirty="0"/>
              <a:t>Savol </a:t>
            </a:r>
            <a:r>
              <a:rPr lang="en-US" b="1" dirty="0" err="1"/>
              <a:t>javob</a:t>
            </a:r>
            <a:endParaRPr lang="en-US" b="1" dirty="0"/>
          </a:p>
        </p:txBody>
      </p:sp>
    </p:spTree>
    <p:extLst>
      <p:ext uri="{BB962C8B-B14F-4D97-AF65-F5344CB8AC3E}">
        <p14:creationId xmlns:p14="http://schemas.microsoft.com/office/powerpoint/2010/main" val="376155121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4A9EBAD-EEB0-284E-1169-B9BB67AC08C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4D5B576-BF91-9C58-491E-8B2504D351B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6259411"/>
          </a:xfrm>
        </p:spPr>
        <p:txBody>
          <a:bodyPr/>
          <a:lstStyle/>
          <a:p>
            <a:pPr algn="ctr"/>
            <a:r>
              <a:rPr lang="en-US" b="1" dirty="0" err="1"/>
              <a:t>Takrorlash</a:t>
            </a:r>
            <a:endParaRPr lang="en-US" b="1" dirty="0"/>
          </a:p>
        </p:txBody>
      </p:sp>
    </p:spTree>
    <p:extLst>
      <p:ext uri="{BB962C8B-B14F-4D97-AF65-F5344CB8AC3E}">
        <p14:creationId xmlns:p14="http://schemas.microsoft.com/office/powerpoint/2010/main" val="366917930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2E006BA-A15A-4074-EDF1-67F2617FFE5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Takrorlash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8D76618-C605-0172-BDE8-6EB334A309B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Savol </a:t>
            </a:r>
            <a:r>
              <a:rPr lang="en-US" dirty="0" err="1"/>
              <a:t>javob</a:t>
            </a:r>
            <a:endParaRPr lang="en-US" dirty="0"/>
          </a:p>
          <a:p>
            <a:r>
              <a:rPr lang="en-US" dirty="0" err="1"/>
              <a:t>Takrorlash</a:t>
            </a:r>
            <a:endParaRPr lang="en-US" dirty="0"/>
          </a:p>
          <a:p>
            <a:r>
              <a:rPr lang="en-US" dirty="0"/>
              <a:t>Data Preprocessing: Review</a:t>
            </a:r>
          </a:p>
          <a:p>
            <a:r>
              <a:rPr lang="en-US" dirty="0"/>
              <a:t>Scaling</a:t>
            </a:r>
          </a:p>
          <a:p>
            <a:r>
              <a:rPr lang="en-US" dirty="0"/>
              <a:t>Scaling </a:t>
            </a:r>
            <a:r>
              <a:rPr lang="en-US" dirty="0" err="1"/>
              <a:t>amaliy</a:t>
            </a:r>
            <a:endParaRPr lang="en-US" dirty="0"/>
          </a:p>
          <a:p>
            <a:r>
              <a:rPr lang="en-US" dirty="0"/>
              <a:t>For Loop + Scaling</a:t>
            </a:r>
          </a:p>
          <a:p>
            <a:r>
              <a:rPr lang="en-US" dirty="0" err="1"/>
              <a:t>Vazifa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0919869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FD675A3-12AD-11AA-7507-9C701F406E1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73E6E37-7199-74DD-C340-843A6415D67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6259411"/>
          </a:xfrm>
        </p:spPr>
        <p:txBody>
          <a:bodyPr/>
          <a:lstStyle/>
          <a:p>
            <a:pPr algn="ctr"/>
            <a:r>
              <a:rPr lang="en-US" b="1" dirty="0"/>
              <a:t>ML model structure</a:t>
            </a:r>
          </a:p>
        </p:txBody>
      </p:sp>
    </p:spTree>
    <p:extLst>
      <p:ext uri="{BB962C8B-B14F-4D97-AF65-F5344CB8AC3E}">
        <p14:creationId xmlns:p14="http://schemas.microsoft.com/office/powerpoint/2010/main" val="329262658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8EBB3D1-AFE8-7CFE-467C-ABF53EBDA5B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ML model structure</a:t>
            </a:r>
            <a:br>
              <a:rPr lang="en-US" dirty="0"/>
            </a:b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BBAE403-0C16-A23E-332E-196E1496C37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Data Collection</a:t>
            </a:r>
          </a:p>
          <a:p>
            <a:r>
              <a:rPr lang="en-US" dirty="0"/>
              <a:t>Data Preprocessing</a:t>
            </a:r>
          </a:p>
          <a:p>
            <a:r>
              <a:rPr lang="en-US" dirty="0"/>
              <a:t>Model(Algorithm) selection</a:t>
            </a:r>
          </a:p>
          <a:p>
            <a:r>
              <a:rPr lang="en-US" dirty="0"/>
              <a:t>Model Training</a:t>
            </a:r>
          </a:p>
          <a:p>
            <a:r>
              <a:rPr lang="en-US" dirty="0"/>
              <a:t>Evaluation</a:t>
            </a:r>
          </a:p>
          <a:p>
            <a:r>
              <a:rPr lang="en-US" dirty="0"/>
              <a:t>Testing</a:t>
            </a:r>
          </a:p>
          <a:p>
            <a:r>
              <a:rPr lang="en-US" dirty="0"/>
              <a:t>Deployment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9065055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254C72F-1181-F834-1298-0CB3722639E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014AA73-B448-B466-48BA-CF2269D754F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6259411"/>
          </a:xfrm>
        </p:spPr>
        <p:txBody>
          <a:bodyPr/>
          <a:lstStyle/>
          <a:p>
            <a:pPr algn="ctr"/>
            <a:r>
              <a:rPr lang="en-US" b="1" dirty="0"/>
              <a:t>ML algorithms</a:t>
            </a:r>
          </a:p>
        </p:txBody>
      </p:sp>
    </p:spTree>
    <p:extLst>
      <p:ext uri="{BB962C8B-B14F-4D97-AF65-F5344CB8AC3E}">
        <p14:creationId xmlns:p14="http://schemas.microsoft.com/office/powerpoint/2010/main" val="344743190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4D9A80B-162E-3FDF-F035-4E7775F4A46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ML algorithms</a:t>
            </a:r>
            <a:br>
              <a:rPr lang="en-US" dirty="0"/>
            </a:b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BCB2325-37F8-90D7-9873-98485B3269F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Algorithm=</a:t>
            </a:r>
            <a:r>
              <a:rPr lang="en-US" dirty="0" err="1"/>
              <a:t>Ketma</a:t>
            </a:r>
            <a:r>
              <a:rPr lang="en-US" dirty="0"/>
              <a:t> </a:t>
            </a:r>
            <a:r>
              <a:rPr lang="en-US" dirty="0" err="1"/>
              <a:t>ketlik</a:t>
            </a:r>
            <a:endParaRPr lang="en-US" dirty="0"/>
          </a:p>
          <a:p>
            <a:r>
              <a:rPr lang="en-US" dirty="0" err="1"/>
              <a:t>O’qituvchi</a:t>
            </a:r>
            <a:r>
              <a:rPr lang="en-US" dirty="0"/>
              <a:t> Metodi= Algorithm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0037181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088FA79-4969-86DB-7A6F-9B5A293A29B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F3C45B2-9217-CC03-101F-9829DE6331C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6259411"/>
          </a:xfrm>
        </p:spPr>
        <p:txBody>
          <a:bodyPr/>
          <a:lstStyle/>
          <a:p>
            <a:pPr algn="ctr"/>
            <a:r>
              <a:rPr lang="en-US" b="1" dirty="0"/>
              <a:t>ML algorithms family</a:t>
            </a:r>
          </a:p>
        </p:txBody>
      </p:sp>
    </p:spTree>
    <p:extLst>
      <p:ext uri="{BB962C8B-B14F-4D97-AF65-F5344CB8AC3E}">
        <p14:creationId xmlns:p14="http://schemas.microsoft.com/office/powerpoint/2010/main" val="1827166328"/>
      </p:ext>
    </p:extLst>
  </p:cSld>
  <p:clrMapOvr>
    <a:masterClrMapping/>
  </p:clrMapOvr>
  <p:transition spd="slow">
    <p:push dir="u"/>
  </p:transition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BEEE280-E923-C87A-AB4A-D0283448106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ML algorithms family</a:t>
            </a:r>
            <a:br>
              <a:rPr lang="en-US" dirty="0"/>
            </a:b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83E5C4A-A15A-346D-AFE2-838166E8836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Classification</a:t>
            </a:r>
          </a:p>
          <a:p>
            <a:r>
              <a:rPr lang="en-US" dirty="0"/>
              <a:t>Regression</a:t>
            </a:r>
          </a:p>
        </p:txBody>
      </p:sp>
    </p:spTree>
    <p:extLst>
      <p:ext uri="{BB962C8B-B14F-4D97-AF65-F5344CB8AC3E}">
        <p14:creationId xmlns:p14="http://schemas.microsoft.com/office/powerpoint/2010/main" val="49853976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C7C4701-5261-3B76-36DD-9557A4B15AE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D0ED3E1-07C0-08CD-F89B-44AFBE8BC9F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ML algorithms family</a:t>
            </a:r>
            <a:br>
              <a:rPr lang="en-US" dirty="0"/>
            </a:b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AB68EDF-B130-D703-E02D-E166349314F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en-US" dirty="0"/>
              <a:t>Linear</a:t>
            </a:r>
          </a:p>
          <a:p>
            <a:pPr lvl="1"/>
            <a:r>
              <a:rPr lang="en-US" dirty="0"/>
              <a:t>Linear Regression</a:t>
            </a:r>
          </a:p>
          <a:p>
            <a:pPr lvl="1"/>
            <a:r>
              <a:rPr lang="en-US" dirty="0"/>
              <a:t>Logistic Regression</a:t>
            </a:r>
          </a:p>
          <a:p>
            <a:r>
              <a:rPr lang="en-US" dirty="0"/>
              <a:t>Tree-Based</a:t>
            </a:r>
          </a:p>
          <a:p>
            <a:pPr lvl="1"/>
            <a:r>
              <a:rPr lang="en-US" dirty="0"/>
              <a:t>Decision Tree</a:t>
            </a:r>
          </a:p>
          <a:p>
            <a:pPr lvl="1"/>
            <a:r>
              <a:rPr lang="en-US" dirty="0"/>
              <a:t>Random Forest</a:t>
            </a:r>
          </a:p>
          <a:p>
            <a:r>
              <a:rPr lang="en-US" dirty="0"/>
              <a:t>Distance-Based</a:t>
            </a:r>
          </a:p>
          <a:p>
            <a:pPr lvl="1"/>
            <a:r>
              <a:rPr lang="en-US" dirty="0"/>
              <a:t>KNN</a:t>
            </a:r>
          </a:p>
          <a:p>
            <a:pPr lvl="1"/>
            <a:r>
              <a:rPr lang="en-US" dirty="0"/>
              <a:t>SVM</a:t>
            </a:r>
          </a:p>
          <a:p>
            <a:r>
              <a:rPr lang="en-US" dirty="0"/>
              <a:t>Ensemble</a:t>
            </a:r>
          </a:p>
          <a:p>
            <a:pPr lvl="1"/>
            <a:r>
              <a:rPr lang="en-US" dirty="0"/>
              <a:t>Random Forest</a:t>
            </a:r>
          </a:p>
          <a:p>
            <a:pPr lvl="1"/>
            <a:r>
              <a:rPr lang="en-US" dirty="0"/>
              <a:t>Gradient Boosting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022181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400">
        <p14:doors dir="vert"/>
      </p:transition>
    </mc:Choice>
    <mc:Fallback xmlns="">
      <p:transition spd="slow">
        <p:fade/>
      </p:transition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7C575A8-D7BC-D1B4-AA0E-7220B760A76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F4E010A-2938-719B-F9C3-DA018361971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6259411"/>
          </a:xfrm>
        </p:spPr>
        <p:txBody>
          <a:bodyPr/>
          <a:lstStyle/>
          <a:p>
            <a:pPr algn="ctr"/>
            <a:r>
              <a:rPr lang="en-US" b="1" dirty="0"/>
              <a:t>Logistic Regression</a:t>
            </a:r>
          </a:p>
        </p:txBody>
      </p:sp>
    </p:spTree>
    <p:extLst>
      <p:ext uri="{BB962C8B-B14F-4D97-AF65-F5344CB8AC3E}">
        <p14:creationId xmlns:p14="http://schemas.microsoft.com/office/powerpoint/2010/main" val="1065731411"/>
      </p:ext>
    </p:extLst>
  </p:cSld>
  <p:clrMapOvr>
    <a:masterClrMapping/>
  </p:clrMapOvr>
  <p:transition spd="slow">
    <p:push dir="u"/>
  </p:transition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3F29D77-729C-B0D5-25F2-5271D0EDFD5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Logistic Regression</a:t>
            </a:r>
            <a:br>
              <a:rPr lang="en-US" dirty="0"/>
            </a:b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8DD535E-577C-6C95-1813-309B9BC517D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Logistic Regression</a:t>
            </a:r>
          </a:p>
          <a:p>
            <a:r>
              <a:rPr lang="en-US" dirty="0"/>
              <a:t>Classification</a:t>
            </a:r>
          </a:p>
          <a:p>
            <a:r>
              <a:rPr lang="en-US" b="1" dirty="0"/>
              <a:t>REGRESSION UCHUN ISHLAMAYDI</a:t>
            </a:r>
          </a:p>
          <a:p>
            <a:endParaRPr lang="en-US" b="1" dirty="0"/>
          </a:p>
        </p:txBody>
      </p:sp>
    </p:spTree>
    <p:extLst>
      <p:ext uri="{BB962C8B-B14F-4D97-AF65-F5344CB8AC3E}">
        <p14:creationId xmlns:p14="http://schemas.microsoft.com/office/powerpoint/2010/main" val="2446478051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0085902-CB05-E338-7DE1-3DD580379BC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8FF92B1-797D-2AEF-9D15-1D490809704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Logistic Regression</a:t>
            </a:r>
            <a:br>
              <a:rPr lang="en-US" dirty="0"/>
            </a:b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05046FD-FB62-4E64-8DD2-74B2BE4C08F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Classification </a:t>
            </a:r>
            <a:r>
              <a:rPr lang="en-US" dirty="0" err="1"/>
              <a:t>tasklar</a:t>
            </a:r>
            <a:r>
              <a:rPr lang="en-US" dirty="0"/>
              <a:t> </a:t>
            </a:r>
            <a:r>
              <a:rPr lang="en-US" dirty="0" err="1"/>
              <a:t>uchun</a:t>
            </a:r>
            <a:r>
              <a:rPr lang="en-US" dirty="0"/>
              <a:t> </a:t>
            </a:r>
            <a:r>
              <a:rPr lang="en-US" dirty="0" err="1"/>
              <a:t>effiktive</a:t>
            </a:r>
            <a:r>
              <a:rPr lang="en-US" dirty="0"/>
              <a:t> </a:t>
            </a:r>
            <a:r>
              <a:rPr lang="en-US" dirty="0" err="1"/>
              <a:t>algorithmlardan</a:t>
            </a:r>
            <a:r>
              <a:rPr lang="en-US" dirty="0"/>
              <a:t> </a:t>
            </a:r>
            <a:r>
              <a:rPr lang="en-US" dirty="0" err="1"/>
              <a:t>biri</a:t>
            </a:r>
            <a:r>
              <a:rPr lang="en-US" dirty="0"/>
              <a:t>:</a:t>
            </a:r>
          </a:p>
          <a:p>
            <a:pPr lvl="1"/>
            <a:r>
              <a:rPr lang="en-US" b="1" dirty="0" err="1"/>
              <a:t>Sodda</a:t>
            </a:r>
            <a:endParaRPr lang="en-US" b="1" dirty="0"/>
          </a:p>
          <a:p>
            <a:pPr lvl="1"/>
            <a:r>
              <a:rPr lang="en-US" b="1" dirty="0"/>
              <a:t>Kichik </a:t>
            </a:r>
            <a:r>
              <a:rPr lang="en-US" b="1" dirty="0" err="1"/>
              <a:t>datasetlarda</a:t>
            </a:r>
            <a:r>
              <a:rPr lang="en-US" b="1" dirty="0"/>
              <a:t> </a:t>
            </a:r>
            <a:r>
              <a:rPr lang="en-US" b="1" dirty="0" err="1"/>
              <a:t>yaxshi</a:t>
            </a:r>
            <a:r>
              <a:rPr lang="en-US" b="1" dirty="0"/>
              <a:t> </a:t>
            </a:r>
            <a:r>
              <a:rPr lang="en-US" b="1" dirty="0" err="1"/>
              <a:t>ishlaydi</a:t>
            </a:r>
            <a:endParaRPr lang="en-US" b="1" dirty="0"/>
          </a:p>
        </p:txBody>
      </p:sp>
    </p:spTree>
    <p:extLst>
      <p:ext uri="{BB962C8B-B14F-4D97-AF65-F5344CB8AC3E}">
        <p14:creationId xmlns:p14="http://schemas.microsoft.com/office/powerpoint/2010/main" val="3848209424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570D64B-A388-1A69-F74A-FB281FA912D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F0B02F7-384A-0DCC-1B48-9BC233F11C6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Logistic Regression</a:t>
            </a:r>
            <a:br>
              <a:rPr lang="en-US" dirty="0"/>
            </a:b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28E5C44-37A4-C903-7B14-D92D9D1630A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err="1"/>
              <a:t>Bosqichlari</a:t>
            </a:r>
            <a:r>
              <a:rPr lang="en-US" dirty="0"/>
              <a:t>:</a:t>
            </a:r>
          </a:p>
          <a:p>
            <a:pPr lvl="1"/>
            <a:r>
              <a:rPr lang="en-US" dirty="0"/>
              <a:t>Data Preprocessing</a:t>
            </a:r>
          </a:p>
          <a:p>
            <a:pPr lvl="1"/>
            <a:r>
              <a:rPr lang="en-US" dirty="0" err="1"/>
              <a:t>x,y</a:t>
            </a:r>
            <a:endParaRPr lang="en-US" dirty="0"/>
          </a:p>
          <a:p>
            <a:pPr lvl="1"/>
            <a:r>
              <a:rPr lang="en-US" dirty="0"/>
              <a:t>Splitting(train, test)</a:t>
            </a:r>
          </a:p>
          <a:p>
            <a:pPr lvl="1"/>
            <a:r>
              <a:rPr lang="en-US" dirty="0"/>
              <a:t>Training(fitting)</a:t>
            </a:r>
          </a:p>
          <a:p>
            <a:pPr lvl="1"/>
            <a:r>
              <a:rPr lang="en-US" dirty="0"/>
              <a:t>Predicting</a:t>
            </a:r>
          </a:p>
          <a:p>
            <a:pPr lvl="1"/>
            <a:r>
              <a:rPr lang="en-US" dirty="0"/>
              <a:t>Evaluating</a:t>
            </a:r>
          </a:p>
          <a:p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0077699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:split orient="vert"/>
      </p:transition>
    </mc:Choice>
    <mc:Fallback xmlns="">
      <p:transition spd="slow">
        <p:split orient="vert"/>
      </p:transition>
    </mc:Fallback>
  </mc:AlternateContent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9A7E2C1-683C-F981-E4A4-B0B03B724D6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B121322-CFAF-1A24-AD52-CB88E47CB91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6259411"/>
          </a:xfrm>
        </p:spPr>
        <p:txBody>
          <a:bodyPr/>
          <a:lstStyle/>
          <a:p>
            <a:pPr algn="ctr"/>
            <a:r>
              <a:rPr lang="en-US" b="1" dirty="0"/>
              <a:t>Model Training</a:t>
            </a:r>
          </a:p>
        </p:txBody>
      </p:sp>
    </p:spTree>
    <p:extLst>
      <p:ext uri="{BB962C8B-B14F-4D97-AF65-F5344CB8AC3E}">
        <p14:creationId xmlns:p14="http://schemas.microsoft.com/office/powerpoint/2010/main" val="939326309"/>
      </p:ext>
    </p:extLst>
  </p:cSld>
  <p:clrMapOvr>
    <a:masterClrMapping/>
  </p:clrMapOvr>
  <p:transition spd="slow">
    <p:randomBar dir="vert"/>
  </p:transition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875E95B-4BF5-2319-922F-CEC11524981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Vazifa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F2E042B-EA63-74F1-EC36-1EE9D5DE43B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10-dars </a:t>
            </a:r>
            <a:r>
              <a:rPr lang="en-US" dirty="0" err="1"/>
              <a:t>uchun</a:t>
            </a:r>
            <a:r>
              <a:rPr lang="en-US" dirty="0"/>
              <a:t> report</a:t>
            </a:r>
          </a:p>
          <a:p>
            <a:r>
              <a:rPr lang="en-US" dirty="0" err="1"/>
              <a:t>Github</a:t>
            </a:r>
            <a:r>
              <a:rPr lang="en-US" dirty="0"/>
              <a:t>/</a:t>
            </a:r>
            <a:r>
              <a:rPr lang="en-US" dirty="0" err="1"/>
              <a:t>Kaggledan</a:t>
            </a:r>
            <a:r>
              <a:rPr lang="en-US" dirty="0"/>
              <a:t> dataset toping:</a:t>
            </a:r>
          </a:p>
          <a:p>
            <a:pPr lvl="1"/>
            <a:r>
              <a:rPr lang="en-US" dirty="0"/>
              <a:t>For loop bn </a:t>
            </a:r>
            <a:r>
              <a:rPr lang="en-US" dirty="0" err="1"/>
              <a:t>to’liq</a:t>
            </a:r>
            <a:r>
              <a:rPr lang="en-US" dirty="0"/>
              <a:t> data preprocessing </a:t>
            </a:r>
            <a:r>
              <a:rPr lang="en-US" dirty="0" err="1"/>
              <a:t>qiling</a:t>
            </a:r>
            <a:endParaRPr lang="en-US" dirty="0"/>
          </a:p>
          <a:p>
            <a:pPr lvl="1"/>
            <a:r>
              <a:rPr lang="en-US" dirty="0"/>
              <a:t>Logistic Regression bn model </a:t>
            </a:r>
            <a:r>
              <a:rPr lang="en-US" dirty="0" err="1"/>
              <a:t>yasang</a:t>
            </a:r>
            <a:endParaRPr lang="en-US" dirty="0"/>
          </a:p>
          <a:p>
            <a:pPr lvl="1"/>
            <a:r>
              <a:rPr lang="en-US" dirty="0" err="1"/>
              <a:t>Kodlarni</a:t>
            </a:r>
            <a:r>
              <a:rPr lang="en-US" dirty="0"/>
              <a:t> </a:t>
            </a:r>
            <a:r>
              <a:rPr lang="en-US" dirty="0" err="1"/>
              <a:t>xar</a:t>
            </a:r>
            <a:r>
              <a:rPr lang="en-US" dirty="0"/>
              <a:t> </a:t>
            </a:r>
            <a:r>
              <a:rPr lang="en-US" dirty="0" err="1"/>
              <a:t>bir</a:t>
            </a:r>
            <a:r>
              <a:rPr lang="en-US" dirty="0"/>
              <a:t> </a:t>
            </a:r>
            <a:r>
              <a:rPr lang="en-US" dirty="0" err="1"/>
              <a:t>bosqich</a:t>
            </a:r>
            <a:r>
              <a:rPr lang="en-US" dirty="0"/>
              <a:t> </a:t>
            </a:r>
            <a:r>
              <a:rPr lang="en-US" dirty="0" err="1"/>
              <a:t>uchun</a:t>
            </a:r>
            <a:r>
              <a:rPr lang="en-US" dirty="0"/>
              <a:t> </a:t>
            </a:r>
            <a:r>
              <a:rPr lang="en-US" dirty="0" err="1"/>
              <a:t>mustaqil</a:t>
            </a:r>
            <a:r>
              <a:rPr lang="en-US" dirty="0"/>
              <a:t> </a:t>
            </a:r>
            <a:r>
              <a:rPr lang="en-US" dirty="0" err="1"/>
              <a:t>yozing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1631205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</TotalTime>
  <Words>185</Words>
  <Application>Microsoft Office PowerPoint</Application>
  <PresentationFormat>Widescreen</PresentationFormat>
  <Paragraphs>74</Paragraphs>
  <Slides>18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18</vt:i4>
      </vt:variant>
    </vt:vector>
  </HeadingPairs>
  <TitlesOfParts>
    <vt:vector size="22" baseType="lpstr">
      <vt:lpstr>Arial</vt:lpstr>
      <vt:lpstr>Calibri</vt:lpstr>
      <vt:lpstr>Calibri Light</vt:lpstr>
      <vt:lpstr>Office Theme</vt:lpstr>
      <vt:lpstr>9-dars(Foundation)</vt:lpstr>
      <vt:lpstr>Bugun</vt:lpstr>
      <vt:lpstr>Savol javob</vt:lpstr>
      <vt:lpstr>Takrorlash</vt:lpstr>
      <vt:lpstr>Takrorlash</vt:lpstr>
      <vt:lpstr>ML model structure</vt:lpstr>
      <vt:lpstr>ML model structure </vt:lpstr>
      <vt:lpstr>ML algorithms</vt:lpstr>
      <vt:lpstr>ML algorithms </vt:lpstr>
      <vt:lpstr>ML algorithms family</vt:lpstr>
      <vt:lpstr>ML algorithms family </vt:lpstr>
      <vt:lpstr>ML algorithms family </vt:lpstr>
      <vt:lpstr>Logistic Regression</vt:lpstr>
      <vt:lpstr>Logistic Regression </vt:lpstr>
      <vt:lpstr>Logistic Regression </vt:lpstr>
      <vt:lpstr>Logistic Regression </vt:lpstr>
      <vt:lpstr>Model Training</vt:lpstr>
      <vt:lpstr>Vazifa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Davronbek Malikov</dc:creator>
  <cp:lastModifiedBy>Davronbek Malikov</cp:lastModifiedBy>
  <cp:revision>1</cp:revision>
  <dcterms:created xsi:type="dcterms:W3CDTF">2025-12-24T01:21:55Z</dcterms:created>
  <dcterms:modified xsi:type="dcterms:W3CDTF">2025-12-24T01:25:48Z</dcterms:modified>
</cp:coreProperties>
</file>